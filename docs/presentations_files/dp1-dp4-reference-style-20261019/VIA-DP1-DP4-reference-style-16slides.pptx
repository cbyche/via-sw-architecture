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9ef9cb7a4a4d56" /><Relationship Type="http://schemas.openxmlformats.org/officeDocument/2006/relationships/extended-properties" Target="/docProps/app.xml" Id="Raa36c9fcc82d4049" /><Relationship Type="http://schemas.openxmlformats.org/officeDocument/2006/relationships/officeDocument" Target="/ppt/presentation.xml" Id="R7977188a66c8438a" /></Relationships>
</file>

<file path=ppt/presentation.xml><?xml version="1.0" encoding="utf-8"?>
<p:presentation xmlns:p="http://schemas.openxmlformats.org/presentationml/2006/main">
  <p:sldMasterIdLst>
    <p:sldMasterId xmlns:r="http://schemas.openxmlformats.org/officeDocument/2006/relationships" id="2147483648" r:id="Ra39d111f84c64063"/>
  </p:sldMasterIdLst>
  <p:notesMasterIdLst>
    <p:notesMasterId xmlns:r="http://schemas.openxmlformats.org/officeDocument/2006/relationships" r:id="R00ab17a348b74627"/>
  </p:notesMasterIdLst>
  <p:sldIdLst>
    <p:sldId xmlns:r="http://schemas.openxmlformats.org/officeDocument/2006/relationships" id="256" r:id="R2db05ed0eada4f4b"/>
    <p:sldId xmlns:r="http://schemas.openxmlformats.org/officeDocument/2006/relationships" id="257" r:id="R19982ec3228c4aa8"/>
    <p:sldId xmlns:r="http://schemas.openxmlformats.org/officeDocument/2006/relationships" id="258" r:id="Ra9ed87c05df942d2"/>
    <p:sldId xmlns:r="http://schemas.openxmlformats.org/officeDocument/2006/relationships" id="259" r:id="R8786bed33a8d446d"/>
    <p:sldId xmlns:r="http://schemas.openxmlformats.org/officeDocument/2006/relationships" id="260" r:id="Re567c183f63d4a1d"/>
    <p:sldId xmlns:r="http://schemas.openxmlformats.org/officeDocument/2006/relationships" id="261" r:id="Rffac3acde5f64616"/>
    <p:sldId xmlns:r="http://schemas.openxmlformats.org/officeDocument/2006/relationships" id="262" r:id="R851ad3d023ba414b"/>
    <p:sldId xmlns:r="http://schemas.openxmlformats.org/officeDocument/2006/relationships" id="263" r:id="R4507d389e38b4410"/>
    <p:sldId xmlns:r="http://schemas.openxmlformats.org/officeDocument/2006/relationships" id="264" r:id="R5bb52a5eb3734d58"/>
    <p:sldId xmlns:r="http://schemas.openxmlformats.org/officeDocument/2006/relationships" id="265" r:id="R949b9e1a6d07479a"/>
    <p:sldId xmlns:r="http://schemas.openxmlformats.org/officeDocument/2006/relationships" id="266" r:id="Rfd16eab59ea14afd"/>
    <p:sldId xmlns:r="http://schemas.openxmlformats.org/officeDocument/2006/relationships" id="267" r:id="R74897c0ed0f445f8"/>
    <p:sldId xmlns:r="http://schemas.openxmlformats.org/officeDocument/2006/relationships" id="268" r:id="R017dc86c989e4a22"/>
    <p:sldId xmlns:r="http://schemas.openxmlformats.org/officeDocument/2006/relationships" id="269" r:id="R824c551a50dd4651"/>
    <p:sldId xmlns:r="http://schemas.openxmlformats.org/officeDocument/2006/relationships" id="270" r:id="R89a569fcaf9b4c15"/>
    <p:sldId xmlns:r="http://schemas.openxmlformats.org/officeDocument/2006/relationships" id="271" r:id="R27b3fb9521fb42ca"/>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3e27ec2b4c42ab" /><Relationship Type="http://schemas.openxmlformats.org/officeDocument/2006/relationships/slideMaster" Target="/ppt/slideMasters/slideMaster1.xml" Id="Ra39d111f84c64063" /><Relationship Type="http://schemas.openxmlformats.org/officeDocument/2006/relationships/notesMaster" Target="/ppt/notesMasters/notesMaster1.xml" Id="R00ab17a348b74627" /><Relationship Type="http://schemas.openxmlformats.org/officeDocument/2006/relationships/presProps" Target="/ppt/presProps.xml" Id="R79988506abec40e3" /><Relationship Type="http://schemas.openxmlformats.org/officeDocument/2006/relationships/tableStyles" Target="/ppt/tableStyles.xml" Id="Rcd2d549990c84a27" /><Relationship Type="http://schemas.openxmlformats.org/officeDocument/2006/relationships/slide" Target="/ppt/slides/slide1.xml" Id="R2db05ed0eada4f4b" /><Relationship Type="http://schemas.openxmlformats.org/officeDocument/2006/relationships/slide" Target="/ppt/slides/slide2.xml" Id="R19982ec3228c4aa8" /><Relationship Type="http://schemas.openxmlformats.org/officeDocument/2006/relationships/slide" Target="/ppt/slides/slide3.xml" Id="Ra9ed87c05df942d2" /><Relationship Type="http://schemas.openxmlformats.org/officeDocument/2006/relationships/slide" Target="/ppt/slides/slide4.xml" Id="R8786bed33a8d446d" /><Relationship Type="http://schemas.openxmlformats.org/officeDocument/2006/relationships/slide" Target="/ppt/slides/slide5.xml" Id="Re567c183f63d4a1d" /><Relationship Type="http://schemas.openxmlformats.org/officeDocument/2006/relationships/slide" Target="/ppt/slides/slide6.xml" Id="Rffac3acde5f64616" /><Relationship Type="http://schemas.openxmlformats.org/officeDocument/2006/relationships/slide" Target="/ppt/slides/slide7.xml" Id="R851ad3d023ba414b" /><Relationship Type="http://schemas.openxmlformats.org/officeDocument/2006/relationships/slide" Target="/ppt/slides/slide8.xml" Id="R4507d389e38b4410" /><Relationship Type="http://schemas.openxmlformats.org/officeDocument/2006/relationships/slide" Target="/ppt/slides/slide9.xml" Id="R5bb52a5eb3734d58" /><Relationship Type="http://schemas.openxmlformats.org/officeDocument/2006/relationships/slide" Target="/ppt/slides/slide10.xml" Id="R949b9e1a6d07479a" /><Relationship Type="http://schemas.openxmlformats.org/officeDocument/2006/relationships/slide" Target="/ppt/slides/slide11.xml" Id="Rfd16eab59ea14afd" /><Relationship Type="http://schemas.openxmlformats.org/officeDocument/2006/relationships/slide" Target="/ppt/slides/slide12.xml" Id="R74897c0ed0f445f8" /><Relationship Type="http://schemas.openxmlformats.org/officeDocument/2006/relationships/slide" Target="/ppt/slides/slide13.xml" Id="R017dc86c989e4a22" /><Relationship Type="http://schemas.openxmlformats.org/officeDocument/2006/relationships/slide" Target="/ppt/slides/slide14.xml" Id="R824c551a50dd4651" /><Relationship Type="http://schemas.openxmlformats.org/officeDocument/2006/relationships/slide" Target="/ppt/slides/slide15.xml" Id="R89a569fcaf9b4c15" /><Relationship Type="http://schemas.openxmlformats.org/officeDocument/2006/relationships/slide" Target="/ppt/slides/slide16.xml" Id="R27b3fb9521fb42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80af75fd234d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efb6cccd4d464a" /><Relationship Type="http://schemas.openxmlformats.org/officeDocument/2006/relationships/notesMaster" Target="/ppt/notesMasters/notesMaster1.xml" Id="Rffd6005466354d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7cb7e8acc84b29" /><Relationship Type="http://schemas.openxmlformats.org/officeDocument/2006/relationships/notesMaster" Target="/ppt/notesMasters/notesMaster1.xml" Id="R2be6fda59c3a4e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3f8c52b81a4c28" /><Relationship Type="http://schemas.openxmlformats.org/officeDocument/2006/relationships/notesMaster" Target="/ppt/notesMasters/notesMaster1.xml" Id="R10c50f85b45e48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b07651d04a4ad9" /><Relationship Type="http://schemas.openxmlformats.org/officeDocument/2006/relationships/notesMaster" Target="/ppt/notesMasters/notesMaster1.xml" Id="Rbdaceaae649b47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65861745f94701" /><Relationship Type="http://schemas.openxmlformats.org/officeDocument/2006/relationships/notesMaster" Target="/ppt/notesMasters/notesMaster1.xml" Id="Rbffdd5675e8e4a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4e4abe0ce247ed" /><Relationship Type="http://schemas.openxmlformats.org/officeDocument/2006/relationships/notesMaster" Target="/ppt/notesMasters/notesMaster1.xml" Id="Rb49a805aaed642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bfb98e5b874a92" /><Relationship Type="http://schemas.openxmlformats.org/officeDocument/2006/relationships/notesMaster" Target="/ppt/notesMasters/notesMaster1.xml" Id="R4975f56980b94e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0164d3eb1d440c" /><Relationship Type="http://schemas.openxmlformats.org/officeDocument/2006/relationships/notesMaster" Target="/ppt/notesMasters/notesMaster1.xml" Id="Ra524f8fa1ba74b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f79a2c0b8cb4d88" /><Relationship Type="http://schemas.openxmlformats.org/officeDocument/2006/relationships/notesMaster" Target="/ppt/notesMasters/notesMaster1.xml" Id="R670c9623c23b43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9722728cef04cff" /><Relationship Type="http://schemas.openxmlformats.org/officeDocument/2006/relationships/notesMaster" Target="/ppt/notesMasters/notesMaster1.xml" Id="R7e44badd3aac41a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d86821fa2424e13" /><Relationship Type="http://schemas.openxmlformats.org/officeDocument/2006/relationships/notesMaster" Target="/ppt/notesMasters/notesMaster1.xml" Id="R3ea38239c652419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048ffbbf3840bc" /><Relationship Type="http://schemas.openxmlformats.org/officeDocument/2006/relationships/notesMaster" Target="/ppt/notesMasters/notesMaster1.xml" Id="R690b3f7aec18411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bf169851c954642" /><Relationship Type="http://schemas.openxmlformats.org/officeDocument/2006/relationships/notesMaster" Target="/ppt/notesMasters/notesMaster1.xml" Id="R976081ee2ef846b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d456e4f32e54db9" /><Relationship Type="http://schemas.openxmlformats.org/officeDocument/2006/relationships/notesMaster" Target="/ppt/notesMasters/notesMaster1.xml" Id="Raebcc5301ae448b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ff28ef5344446cb" /><Relationship Type="http://schemas.openxmlformats.org/officeDocument/2006/relationships/notesMaster" Target="/ppt/notesMasters/notesMaster1.xml" Id="Rf05d7bdb5e62468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c6ce019a3fc4261" /><Relationship Type="http://schemas.openxmlformats.org/officeDocument/2006/relationships/notesMaster" Target="/ppt/notesMasters/notesMaster1.xml" Id="R47b940eac5ad41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큰 장면은 설계 문제를 설명하는 예시이며 측정 사례의 재현이나 수치 결과가 아니다. 가격/납기 예시는 읽기와 정정 문제를 명확히 하기 위한 시각화다. 원본과 실제 전달 기록은 세 안 모두 보존한다. 과거에 설명하도록 준비했으나 전달하지 않은 내용은 실제 설명 근거가 아니다. 현재 판본과 권한 확인은 공통 필수 조건이다. 이 DP는 지칭의 화면/음성 정렬이나 Downstream Agent 내부 업무 계획을 선택하지 않는다.</a:t>
            </a:r>
          </a:p>
          <a:p xmlns:a="http://schemas.openxmlformats.org/drawingml/2006/main">
            <a:r>
              <a:t>내용 출처: /Users/changbae/Workspace/via-sw-architecture/docs/architecture/12-decisions/decision-packages/seven-problem-review/01-evidence-supply.md §1~6</a:t>
            </a:r>
          </a:p>
          <a:p xmlns:a="http://schemas.openxmlformats.org/drawingml/2006/main">
            <a:r>
              <a:t>스타일 참조: 사용자 제공 DP3/DP4 배경 이미지. 모든 설명 도형과 문서는 편집 가능한 native shape다.</a:t>
            </a:r>
          </a:p>
          <a:p xmlns:a="http://schemas.openxmlformats.org/drawingml/2006/main">
            <a:br/>
            <a: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p>
          <a:p xmlns:a="http://schemas.openxmlformats.org/drawingml/2006/main">
            <a:r>
              <a:t>A/B는 작업 문맥 수명 축, B/C는 별도 생산 책임 축이다. A+C도 조합 가능하나 미실험이다.</a:t>
            </a:r>
          </a:p>
          <a:p xmlns:a="http://schemas.openxmlformats.org/drawingml/2006/main">
            <a: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p>
          <a:p xmlns:a="http://schemas.openxmlformats.org/drawingml/2006/main">
            <a:r>
              <a:t>내용 출처:</a:t>
            </a:r>
          </a:p>
          <a:p xmlns:a="http://schemas.openxmlformats.org/drawingml/2006/main">
            <a:r>
              <a:t>/Users/changbae/Workspace/via-sw-architecture/docs/architecture/12-decisions/decision-packages/seven-problem-review/01-evidence-supply.md</a:t>
            </a:r>
          </a:p>
          <a:p xmlns:a="http://schemas.openxmlformats.org/drawingml/2006/main">
            <a:r>
              <a:t>/Users/changbae/Workspace/via-sw-architecture/docs/architecture/12-decisions/decision-packages/seven-problem-review/17-presentation-results.md §3</a:t>
            </a:r>
          </a:p>
          <a:p xmlns:a="http://schemas.openxmlformats.org/drawingml/2006/main">
            <a:r>
              <a:t>/Users/changbae/Workspace/via-sw-architecture/results/architecture-evaluation/current/four-dp-presentation-20261019/dp01/presentation-report.md</a:t>
            </a:r>
          </a:p>
          <a:p xmlns:a="http://schemas.openxmlformats.org/drawingml/2006/main">
            <a:r>
              <a:t>스타일 참조: 첨부 23-DP04방안.png, 24-DP04채택.png, 18-DP02채택.png. 대안 3개를 보존하기 위해 두 열을 세 열로 확장했다.</a:t>
            </a:r>
          </a:p>
          <a:p xmlns:a="http://schemas.openxmlformats.org/drawingml/2006/main">
            <a: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p>
          <a:p xmlns:a="http://schemas.openxmlformats.org/drawingml/2006/main">
            <a: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첫안내는4쪽에두며A2와결합하지않았다.</a:t>
            </a:r>
          </a:p>
          <a:p xmlns:a="http://schemas.openxmlformats.org/drawingml/2006/main">
            <a:r>
              <a:t>추가 설계 근거: /Users/changbae/Workspace/via-sw-architecture/docs/architecture/12-decisions/decision-packages/seven-problem-review/diagrams/problem01-C-detail.drawio</a:t>
            </a:r>
          </a:p>
          <a:p xmlns:a="http://schemas.openxmlformats.org/drawingml/2006/main">
            <a:br/>
            <a: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p>
          <a:p xmlns:a="http://schemas.openxmlformats.org/drawingml/2006/main">
            <a:r>
              <a:t>A/B는 작업 문맥 수명 축, B/C는 별도 생산 책임 축이다. A+C도 조합 가능하나 미실험이다.</a:t>
            </a:r>
          </a:p>
          <a:p xmlns:a="http://schemas.openxmlformats.org/drawingml/2006/main">
            <a: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p>
          <a:p xmlns:a="http://schemas.openxmlformats.org/drawingml/2006/main">
            <a:r>
              <a:t>내용 출처:</a:t>
            </a:r>
          </a:p>
          <a:p xmlns:a="http://schemas.openxmlformats.org/drawingml/2006/main">
            <a:r>
              <a:t>/Users/changbae/Workspace/via-sw-architecture/docs/architecture/12-decisions/decision-packages/seven-problem-review/01-evidence-supply.md</a:t>
            </a:r>
          </a:p>
          <a:p xmlns:a="http://schemas.openxmlformats.org/drawingml/2006/main">
            <a:r>
              <a:t>/Users/changbae/Workspace/via-sw-architecture/docs/architecture/12-decisions/decision-packages/seven-problem-review/17-presentation-results.md §3</a:t>
            </a:r>
          </a:p>
          <a:p xmlns:a="http://schemas.openxmlformats.org/drawingml/2006/main">
            <a:r>
              <a:t>/Users/changbae/Workspace/via-sw-architecture/results/architecture-evaluation/current/four-dp-presentation-20261019/dp01/presentation-report.md</a:t>
            </a:r>
          </a:p>
          <a:p xmlns:a="http://schemas.openxmlformats.org/drawingml/2006/main">
            <a:r>
              <a:t>스타일 참조: 첨부 23-DP04방안.png, 24-DP04채택.png, 18-DP02채택.png. 대안 3개를 보존하기 위해 두 열을 세 열로 확장했다.</a:t>
            </a:r>
          </a:p>
          <a:p xmlns:a="http://schemas.openxmlformats.org/drawingml/2006/main">
            <a: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p>
          <a:p xmlns:a="http://schemas.openxmlformats.org/drawingml/2006/main">
            <a: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첫안내는4쪽에두며A2와결합하지않았다.</a:t>
            </a:r>
          </a:p>
          <a:p xmlns:a="http://schemas.openxmlformats.org/drawingml/2006/main">
            <a:r>
              <a:t>추가 설계 근거: /Users/changbae/Workspace/via-sw-architecture/docs/architecture/12-decisions/decision-packages/seven-problem-review/diagrams/problem01-C-detail.drawio</a:t>
            </a:r>
          </a:p>
          <a:p xmlns:a="http://schemas.openxmlformats.org/drawingml/2006/main">
            <a:br/>
            <a: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p>
          <a:p xmlns:a="http://schemas.openxmlformats.org/drawingml/2006/main">
            <a:r>
              <a:t>A/B는 작업 문맥 수명 축, B/C는 별도 생산 책임 축이다. A+C도 조합 가능하나 미실험이다.</a:t>
            </a:r>
          </a:p>
          <a:p xmlns:a="http://schemas.openxmlformats.org/drawingml/2006/main">
            <a: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p>
          <a:p xmlns:a="http://schemas.openxmlformats.org/drawingml/2006/main">
            <a:r>
              <a:t>내용 출처:</a:t>
            </a:r>
          </a:p>
          <a:p xmlns:a="http://schemas.openxmlformats.org/drawingml/2006/main">
            <a:r>
              <a:t>/Users/changbae/Workspace/via-sw-architecture/docs/architecture/12-decisions/decision-packages/seven-problem-review/01-evidence-supply.md</a:t>
            </a:r>
          </a:p>
          <a:p xmlns:a="http://schemas.openxmlformats.org/drawingml/2006/main">
            <a:r>
              <a:t>/Users/changbae/Workspace/via-sw-architecture/docs/architecture/12-decisions/decision-packages/seven-problem-review/17-presentation-results.md §3</a:t>
            </a:r>
          </a:p>
          <a:p xmlns:a="http://schemas.openxmlformats.org/drawingml/2006/main">
            <a:r>
              <a:t>/Users/changbae/Workspace/via-sw-architecture/results/architecture-evaluation/current/four-dp-presentation-20261019/dp01/presentation-report.md</a:t>
            </a:r>
          </a:p>
          <a:p xmlns:a="http://schemas.openxmlformats.org/drawingml/2006/main">
            <a:r>
              <a:t>스타일 참조: 첨부 23-DP04방안.png, 24-DP04채택.png, 18-DP02채택.png. 대안 3개를 보존하기 위해 두 열을 세 열로 확장했다.</a:t>
            </a:r>
          </a:p>
          <a:p xmlns:a="http://schemas.openxmlformats.org/drawingml/2006/main">
            <a:r>
              <a:t>선택은 후속 근거 재사용 조건의 발표상 권고이며 accepted ADR을 변경하지 않는다. QA01의 A/B 구조 우열은 미확정이다. A2는 정정 사례에서 재조회 감소만 확인했으며 주요 성능 보완으로 채택하지 않았다.</a:t>
            </a:r>
          </a:p>
          <a:p xmlns:a="http://schemas.openxmlformats.org/drawingml/2006/main">
            <a:r>
              <a:t>A2 비교는 정정 E3×3회이며 기본A 대비 A2의 QA03은21.822→21.433초, 원문읽기12→9, 모델호출12→12, 비용0.0148424→0.0145860USD, 본문3/6동일이다. 전체 A대C 비교를 다시 수행하지 않았으므로 C와의 격차 해소로 확대하지 않는다. 필수14KB hard-cap 수정은 선택적 tactic의 효과가 아니다. A3 작은 보존 예산은 기본 적용 보류다.</a:t>
            </a:r>
          </a:p>
          <a:p xmlns:a="http://schemas.openxmlformats.org/drawingml/2006/main">
            <a:r>
              <a:t>공통 첫 채택 안내는 E3 ABC×2정책×3회=18episode의 별도 실험이다. 여기서는 A만 확대해 표시한다. A QA01은7.092→1.905초, QA03은21.508→23.118초, 호출12→18, 비용0.0146552→0.0157364USD. B QA01은6.724→1.829, C는17.730→2.322초다. 이 정책은 A 독점의 장점이 아니며 A/B 순위 역전을 입증하지 않는다. 각 안/정책의 첫 응답·host종료·QA02는6/6, 본문은A/B3/6,C6/6이다. 유지 view가 없거나 정정으로 무효화되어 A재사용을 시험하지 않는다. A/B의 첫 입력은12개 짝비교에서 같다. C사전생산은정책별독립실행이라 순수정책효과와구분한다. 첫안내는실제source와처리의도채택이며완료선언이아니다. 실제내부intent라벨이노출된callback proxy이며다듬은제품UI문구의실측이아니다. A2와공통첫안내는별도실험이고결합효과는미측정이다.</a:t>
            </a:r>
          </a:p>
          <a:p xmlns:a="http://schemas.openxmlformats.org/drawingml/2006/main">
            <a:r>
              <a:t>수치 출처: /Users/changbae/Workspace/via-sw-architecture/docs/architecture/12-decisions/decision-packages/seven-problem-review/17-presentation-results.md §3</a:t>
            </a:r>
          </a:p>
          <a:p xmlns:a="http://schemas.openxmlformats.org/drawingml/2006/main">
            <a:r>
              <a:t>/Users/changbae/Workspace/via-sw-architecture/results/architecture-evaluation/current/four-dp-presentation-20261019/dp01/presentation-report.md</a:t>
            </a:r>
          </a:p>
          <a:p xmlns:a="http://schemas.openxmlformats.org/drawingml/2006/main">
            <a:br/>
            <a: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p>
          <a:p xmlns:a="http://schemas.openxmlformats.org/drawingml/2006/main">
            <a: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p>
          <a:p xmlns:a="http://schemas.openxmlformats.org/drawingml/2006/main">
            <a: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p>
          <a:p xmlns:a="http://schemas.openxmlformats.org/drawingml/2006/main">
            <a:r>
              <a:t>내용 출처:</a:t>
            </a:r>
          </a:p>
          <a:p xmlns:a="http://schemas.openxmlformats.org/drawingml/2006/main">
            <a:r>
              <a:t>/Users/changbae/Workspace/via-sw-architecture/docs/architecture/12-decisions/decision-packages/seven-problem-review/02-interpretation-execution.md</a:t>
            </a:r>
          </a:p>
          <a:p xmlns:a="http://schemas.openxmlformats.org/drawingml/2006/main">
            <a:r>
              <a:t>/Users/changbae/Workspace/via-sw-architecture/docs/architecture/12-decisions/decision-packages/seven-problem-review/15-corrected-poc-results.md §DP02</a:t>
            </a:r>
          </a:p>
          <a:p xmlns:a="http://schemas.openxmlformats.org/drawingml/2006/main">
            <a:r>
              <a:t>/Users/changbae/Workspace/via-sw-architecture/docs/architecture/12-decisions/decision-packages/seven-problem-review/17-presentation-results.md §2~4</a:t>
            </a:r>
          </a:p>
          <a:p xmlns:a="http://schemas.openxmlformats.org/drawingml/2006/main">
            <a:r>
              <a:t>/Users/changbae/Workspace/via-sw-architecture/results/architecture-evaluation/current/four-dp-presentation-20261019/dp02/strict-control-v2/report.md</a:t>
            </a:r>
          </a:p>
          <a:p xmlns:a="http://schemas.openxmlformats.org/drawingml/2006/main">
            <a:r>
              <a:t>스타일 출처: DP1 v3 및 사용자 첨부 23-DP04방안, 24-DP04채택, 18-DP02채택.</a:t>
            </a:r>
          </a:p>
          <a:p xmlns:a="http://schemas.openxmlformats.org/drawingml/2006/main">
            <a:r>
              <a:t>배경은 정량 시간축이 아닌 사건 순서의 개념도다. 긴 막대는 VIA 모델/읽기 step이며 외부 Agent 업무 대기가 아니다. 새 독립 질문이 현재 step 중 도착하는 S2/E2 상황을 단순화했다. 입력이 도착한다고 즉시 의미 관계가 확정되는 것은 아니다.</a:t>
            </a:r>
          </a:p>
          <a:p xmlns:a="http://schemas.openxmlformats.org/drawingml/2006/main">
            <a:br/>
            <a: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p>
          <a:p xmlns:a="http://schemas.openxmlformats.org/drawingml/2006/main">
            <a: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p>
          <a:p xmlns:a="http://schemas.openxmlformats.org/drawingml/2006/main">
            <a: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p>
          <a:p xmlns:a="http://schemas.openxmlformats.org/drawingml/2006/main">
            <a:r>
              <a:t>내용 출처:</a:t>
            </a:r>
          </a:p>
          <a:p xmlns:a="http://schemas.openxmlformats.org/drawingml/2006/main">
            <a:r>
              <a:t>/Users/changbae/Workspace/via-sw-architecture/docs/architecture/12-decisions/decision-packages/seven-problem-review/02-interpretation-execution.md</a:t>
            </a:r>
          </a:p>
          <a:p xmlns:a="http://schemas.openxmlformats.org/drawingml/2006/main">
            <a:r>
              <a:t>/Users/changbae/Workspace/via-sw-architecture/docs/architecture/12-decisions/decision-packages/seven-problem-review/15-corrected-poc-results.md §DP02</a:t>
            </a:r>
          </a:p>
          <a:p xmlns:a="http://schemas.openxmlformats.org/drawingml/2006/main">
            <a:r>
              <a:t>/Users/changbae/Workspace/via-sw-architecture/docs/architecture/12-decisions/decision-packages/seven-problem-review/17-presentation-results.md §2~4</a:t>
            </a:r>
          </a:p>
          <a:p xmlns:a="http://schemas.openxmlformats.org/drawingml/2006/main">
            <a:r>
              <a:t>/Users/changbae/Workspace/via-sw-architecture/results/architecture-evaluation/current/four-dp-presentation-20261019/dp02/strict-control-v2/report.md</a:t>
            </a:r>
          </a:p>
          <a:p xmlns:a="http://schemas.openxmlformats.org/drawingml/2006/main">
            <a:r>
              <a:t>스타일 출처: DP1 v3 및 사용자 첨부 23-DP04방안, 24-DP04채택, 18-DP02채택.</a:t>
            </a:r>
          </a:p>
          <a:p xmlns:a="http://schemas.openxmlformats.org/drawingml/2006/main">
            <a: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p>
          <a:p xmlns:a="http://schemas.openxmlformats.org/drawingml/2006/main">
            <a:br/>
            <a: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p>
          <a:p xmlns:a="http://schemas.openxmlformats.org/drawingml/2006/main">
            <a: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p>
          <a:p xmlns:a="http://schemas.openxmlformats.org/drawingml/2006/main">
            <a: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p>
          <a:p xmlns:a="http://schemas.openxmlformats.org/drawingml/2006/main">
            <a:r>
              <a:t>내용 출처:</a:t>
            </a:r>
          </a:p>
          <a:p xmlns:a="http://schemas.openxmlformats.org/drawingml/2006/main">
            <a:r>
              <a:t>/Users/changbae/Workspace/via-sw-architecture/docs/architecture/12-decisions/decision-packages/seven-problem-review/02-interpretation-execution.md</a:t>
            </a:r>
          </a:p>
          <a:p xmlns:a="http://schemas.openxmlformats.org/drawingml/2006/main">
            <a:r>
              <a:t>/Users/changbae/Workspace/via-sw-architecture/docs/architecture/12-decisions/decision-packages/seven-problem-review/15-corrected-poc-results.md §DP02</a:t>
            </a:r>
          </a:p>
          <a:p xmlns:a="http://schemas.openxmlformats.org/drawingml/2006/main">
            <a:r>
              <a:t>/Users/changbae/Workspace/via-sw-architecture/docs/architecture/12-decisions/decision-packages/seven-problem-review/17-presentation-results.md §2~4</a:t>
            </a:r>
          </a:p>
          <a:p xmlns:a="http://schemas.openxmlformats.org/drawingml/2006/main">
            <a:r>
              <a:t>/Users/changbae/Workspace/via-sw-architecture/results/architecture-evaluation/current/four-dp-presentation-20261019/dp02/strict-control-v2/report.md</a:t>
            </a:r>
          </a:p>
          <a:p xmlns:a="http://schemas.openxmlformats.org/drawingml/2006/main">
            <a:r>
              <a:t>스타일 출처: DP1 v3 및 사용자 첨부 23-DP04방안, 24-DP04채택, 18-DP02채택.</a:t>
            </a:r>
          </a:p>
          <a:p xmlns:a="http://schemas.openxmlformats.org/drawingml/2006/main">
            <a: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p>
          <a:p xmlns:a="http://schemas.openxmlformats.org/drawingml/2006/main">
            <a:br/>
            <a: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p>
          <a:p xmlns:a="http://schemas.openxmlformats.org/drawingml/2006/main">
            <a: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p>
          <a:p xmlns:a="http://schemas.openxmlformats.org/drawingml/2006/main">
            <a: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p>
          <a:p xmlns:a="http://schemas.openxmlformats.org/drawingml/2006/main">
            <a:r>
              <a:t>내용 출처:</a:t>
            </a:r>
          </a:p>
          <a:p xmlns:a="http://schemas.openxmlformats.org/drawingml/2006/main">
            <a:r>
              <a:t>/Users/changbae/Workspace/via-sw-architecture/docs/architecture/12-decisions/decision-packages/seven-problem-review/02-interpretation-execution.md</a:t>
            </a:r>
          </a:p>
          <a:p xmlns:a="http://schemas.openxmlformats.org/drawingml/2006/main">
            <a:r>
              <a:t>/Users/changbae/Workspace/via-sw-architecture/docs/architecture/12-decisions/decision-packages/seven-problem-review/15-corrected-poc-results.md §DP02</a:t>
            </a:r>
          </a:p>
          <a:p xmlns:a="http://schemas.openxmlformats.org/drawingml/2006/main">
            <a:r>
              <a:t>/Users/changbae/Workspace/via-sw-architecture/docs/architecture/12-decisions/decision-packages/seven-problem-review/17-presentation-results.md §2~4</a:t>
            </a:r>
          </a:p>
          <a:p xmlns:a="http://schemas.openxmlformats.org/drawingml/2006/main">
            <a:r>
              <a:t>/Users/changbae/Workspace/via-sw-architecture/results/architecture-evaluation/current/four-dp-presentation-20261019/dp02/strict-control-v2/report.md</a:t>
            </a:r>
          </a:p>
          <a:p xmlns:a="http://schemas.openxmlformats.org/drawingml/2006/main">
            <a:r>
              <a:t>스타일 출처: DP1 v3 및 사용자 첨부 23-DP04방안, 24-DP04채택, 18-DP02채택.</a:t>
            </a:r>
          </a:p>
          <a:p xmlns:a="http://schemas.openxmlformats.org/drawingml/2006/main">
            <a:r>
              <a:t>K=2/K=1 조건표는 각 같은 사례의 3회 평균이며 K=2는 첫 응답, K=1은 후속 목표 완료로 지표가 다르므로 행 간 직접 속도 비교를 하지 않는다. 각 N별 최고 RSS는 해당 안12회 중 최고 동시 Python+Rust 값이다. N=4 실제값32.325632→31.866880MB, N=1 30.097408→30.294016MB. 감소/증가는 반올림 전 값으로 계산해0.459/0.197MB로 표시한다. N=2 감소0.294912MB. 요청 할당 peak 평균은573372.3→365412.7byte이며 RSS와 같은 지표가 아니다. 전송 payload snapshot동등성을 확인했지만 새로운 모델 정확도나 원격 latency를 측정한 것은 아니다.</a:t>
            </a:r>
          </a:p>
          <a:p xmlns:a="http://schemas.openxmlformats.org/drawingml/2006/main">
            <a:br/>
            <a: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p>
          <a:p xmlns:a="http://schemas.openxmlformats.org/drawingml/2006/main">
            <a: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p>
          <a:p xmlns:a="http://schemas.openxmlformats.org/drawingml/2006/main">
            <a: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p>
          <a:p xmlns:a="http://schemas.openxmlformats.org/drawingml/2006/main">
            <a:r>
              <a:t>출처:</a:t>
            </a:r>
          </a:p>
          <a:p xmlns:a="http://schemas.openxmlformats.org/drawingml/2006/main">
            <a:r>
              <a:t>/Users/changbae/Workspace/via-sw-architecture/docs/architecture/12-decisions/decision-packages/seven-problem-review/04-screen-speech-grounding.md §4~6</a:t>
            </a:r>
          </a:p>
          <a:p xmlns:a="http://schemas.openxmlformats.org/drawingml/2006/main">
            <a:r>
              <a:t>/Users/changbae/Workspace/via-sw-architecture/docs/architecture/12-decisions/decision-packages/seven-problem-review/17-presentation-results.md §2,5</a:t>
            </a:r>
          </a:p>
          <a:p xmlns:a="http://schemas.openxmlformats.org/drawingml/2006/main">
            <a:r>
              <a:t>/Users/changbae/Workspace/via-sw-architecture/results/architecture-evaluation/current/four-dp-presentation-20261019/dp04/normalized-comparison.md</a:t>
            </a:r>
          </a:p>
          <a:p xmlns:a="http://schemas.openxmlformats.org/drawingml/2006/main">
            <a:r>
              <a:t>/Users/changbae/Workspace/via-sw-architecture/results/architecture-evaluation/current/four-dp-presentation-20261019/dp04/comparison.md</a:t>
            </a:r>
          </a:p>
          <a:p xmlns:a="http://schemas.openxmlformats.org/drawingml/2006/main">
            <a:r>
              <a:t>스타일: DP2 v2, 사용자 레퍼런스18-DP02채택,23-DP04방안,24-DP04채택.</a:t>
            </a:r>
          </a:p>
          <a:p xmlns:a="http://schemas.openxmlformats.org/drawingml/2006/main">
            <a:r>
              <a:t>배경은 설계 설명용 편집 가능한 개념도이며 실측 screenshot이 아니다. 표 숫자와 그래프 선은 설명용 예시로 QA 데이터가 아니다. 당시 화면/selection/path 보존과 시간 대응은 공통 기능이고, 시간 일치만으로 의도가 확정되지는 않는다.</a:t>
            </a:r>
          </a:p>
          <a:p xmlns:a="http://schemas.openxmlformats.org/drawingml/2006/main">
            <a:br/>
            <a: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p>
          <a:p xmlns:a="http://schemas.openxmlformats.org/drawingml/2006/main">
            <a: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p>
          <a:p xmlns:a="http://schemas.openxmlformats.org/drawingml/2006/main">
            <a: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p>
          <a:p xmlns:a="http://schemas.openxmlformats.org/drawingml/2006/main">
            <a:r>
              <a:t>출처:</a:t>
            </a:r>
          </a:p>
          <a:p xmlns:a="http://schemas.openxmlformats.org/drawingml/2006/main">
            <a:r>
              <a:t>/Users/changbae/Workspace/via-sw-architecture/docs/architecture/12-decisions/decision-packages/seven-problem-review/04-screen-speech-grounding.md §4~6</a:t>
            </a:r>
          </a:p>
          <a:p xmlns:a="http://schemas.openxmlformats.org/drawingml/2006/main">
            <a:r>
              <a:t>/Users/changbae/Workspace/via-sw-architecture/docs/architecture/12-decisions/decision-packages/seven-problem-review/17-presentation-results.md §2,5</a:t>
            </a:r>
          </a:p>
          <a:p xmlns:a="http://schemas.openxmlformats.org/drawingml/2006/main">
            <a:r>
              <a:t>/Users/changbae/Workspace/via-sw-architecture/results/architecture-evaluation/current/four-dp-presentation-20261019/dp04/normalized-comparison.md</a:t>
            </a:r>
          </a:p>
          <a:p xmlns:a="http://schemas.openxmlformats.org/drawingml/2006/main">
            <a:r>
              <a:t>/Users/changbae/Workspace/via-sw-architecture/results/architecture-evaluation/current/four-dp-presentation-20261019/dp04/comparison.md</a:t>
            </a:r>
          </a:p>
          <a:p xmlns:a="http://schemas.openxmlformats.org/drawingml/2006/main">
            <a:r>
              <a:t>스타일: DP2 v2, 사용자 레퍼런스18-DP02채택,23-DP04방안,24-DP04채택.</a:t>
            </a:r>
          </a:p>
          <a:p xmlns:a="http://schemas.openxmlformats.org/drawingml/2006/main">
            <a: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p>
          <a:p xmlns:a="http://schemas.openxmlformats.org/drawingml/2006/main">
            <a:br/>
            <a: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p>
          <a:p xmlns:a="http://schemas.openxmlformats.org/drawingml/2006/main">
            <a: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p>
          <a:p xmlns:a="http://schemas.openxmlformats.org/drawingml/2006/main">
            <a: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p>
          <a:p xmlns:a="http://schemas.openxmlformats.org/drawingml/2006/main">
            <a:r>
              <a:t>출처:</a:t>
            </a:r>
          </a:p>
          <a:p xmlns:a="http://schemas.openxmlformats.org/drawingml/2006/main">
            <a:r>
              <a:t>/Users/changbae/Workspace/via-sw-architecture/docs/architecture/12-decisions/decision-packages/seven-problem-review/04-screen-speech-grounding.md §4~6</a:t>
            </a:r>
          </a:p>
          <a:p xmlns:a="http://schemas.openxmlformats.org/drawingml/2006/main">
            <a:r>
              <a:t>/Users/changbae/Workspace/via-sw-architecture/docs/architecture/12-decisions/decision-packages/seven-problem-review/17-presentation-results.md §2,5</a:t>
            </a:r>
          </a:p>
          <a:p xmlns:a="http://schemas.openxmlformats.org/drawingml/2006/main">
            <a:r>
              <a:t>/Users/changbae/Workspace/via-sw-architecture/results/architecture-evaluation/current/four-dp-presentation-20261019/dp04/normalized-comparison.md</a:t>
            </a:r>
          </a:p>
          <a:p xmlns:a="http://schemas.openxmlformats.org/drawingml/2006/main">
            <a:r>
              <a:t>/Users/changbae/Workspace/via-sw-architecture/results/architecture-evaluation/current/four-dp-presentation-20261019/dp04/comparison.md</a:t>
            </a:r>
          </a:p>
          <a:p xmlns:a="http://schemas.openxmlformats.org/drawingml/2006/main">
            <a:r>
              <a:t>스타일: DP2 v2, 사용자 레퍼런스18-DP02채택,23-DP04방안,24-DP04채택.</a:t>
            </a:r>
          </a:p>
          <a:p xmlns:a="http://schemas.openxmlformats.org/drawingml/2006/main">
            <a: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p>
          <a:p xmlns:a="http://schemas.openxmlformats.org/drawingml/2006/main">
            <a:br/>
            <a: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p>
          <a:p xmlns:a="http://schemas.openxmlformats.org/drawingml/2006/main">
            <a: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p>
          <a:p xmlns:a="http://schemas.openxmlformats.org/drawingml/2006/main">
            <a: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p>
          <a:p xmlns:a="http://schemas.openxmlformats.org/drawingml/2006/main">
            <a:r>
              <a:t>출처:</a:t>
            </a:r>
          </a:p>
          <a:p xmlns:a="http://schemas.openxmlformats.org/drawingml/2006/main">
            <a:r>
              <a:t>/Users/changbae/Workspace/via-sw-architecture/docs/architecture/12-decisions/decision-packages/seven-problem-review/04-screen-speech-grounding.md §4~6</a:t>
            </a:r>
          </a:p>
          <a:p xmlns:a="http://schemas.openxmlformats.org/drawingml/2006/main">
            <a:r>
              <a:t>/Users/changbae/Workspace/via-sw-architecture/docs/architecture/12-decisions/decision-packages/seven-problem-review/17-presentation-results.md §2,5</a:t>
            </a:r>
          </a:p>
          <a:p xmlns:a="http://schemas.openxmlformats.org/drawingml/2006/main">
            <a:r>
              <a:t>/Users/changbae/Workspace/via-sw-architecture/results/architecture-evaluation/current/four-dp-presentation-20261019/dp04/normalized-comparison.md</a:t>
            </a:r>
          </a:p>
          <a:p xmlns:a="http://schemas.openxmlformats.org/drawingml/2006/main">
            <a:r>
              <a:t>/Users/changbae/Workspace/via-sw-architecture/results/architecture-evaluation/current/four-dp-presentation-20261019/dp04/comparison.md</a:t>
            </a:r>
          </a:p>
          <a:p xmlns:a="http://schemas.openxmlformats.org/drawingml/2006/main">
            <a:r>
              <a:t>스타일: DP2 v2, 사용자 레퍼런스18-DP02채택,23-DP04방안,24-DP04채택.</a:t>
            </a:r>
          </a:p>
          <a:p xmlns:a="http://schemas.openxmlformats.org/drawingml/2006/main">
            <a:r>
              <a:t>12쪽 수치는 comparison.md의 pixel BASIC와 A2A5 구성 각12회에서만 가져왔다. QA01 같은 관측12건의9.268→10.875는 모든15입력의 평균 비교가 아니다. QA06 차이50.036736-41.451520=8.585216MB. QA02 증가5/24=20.833percentage points. 사용량 미확정1회는 HTTP400 provider 오류 관련이며 실제총비용 증감으로 단정하지 않는다. 원본과 coordinate view를 함께 주고 gate 거절 후 한정 복구하며 정답 bbox를 넣지 않았다.</a:t>
            </a:r>
          </a:p>
          <a:p xmlns:a="http://schemas.openxmlformats.org/drawingml/2006/main">
            <a:br/>
            <a: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p>
          <a:p xmlns:a="http://schemas.openxmlformats.org/drawingml/2006/main">
            <a: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p>
          <a:p xmlns:a="http://schemas.openxmlformats.org/drawingml/2006/main">
            <a: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p>
          <a:p xmlns:a="http://schemas.openxmlformats.org/drawingml/2006/main">
            <a: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p>
          <a:p xmlns:a="http://schemas.openxmlformats.org/drawingml/2006/main">
            <a: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p>
          <a:p xmlns:a="http://schemas.openxmlformats.org/drawingml/2006/main">
            <a:r>
              <a:t>출처:</a:t>
            </a:r>
          </a:p>
          <a:p xmlns:a="http://schemas.openxmlformats.org/drawingml/2006/main">
            <a:r>
              <a:t>/Users/changbae/Workspace/via-sw-architecture/docs/architecture/12-decisions/decision-packages/seven-problem-review/05-agent-handoff.md §3~6</a:t>
            </a:r>
          </a:p>
          <a:p xmlns:a="http://schemas.openxmlformats.org/drawingml/2006/main">
            <a:r>
              <a:t>/Users/changbae/Workspace/via-sw-architecture/docs/architecture/12-decisions/decision-packages/seven-problem-review/17-presentation-results.md §2,6</a:t>
            </a:r>
          </a:p>
          <a:p xmlns:a="http://schemas.openxmlformats.org/drawingml/2006/main">
            <a:r>
              <a:t>/Users/changbae/Workspace/via-sw-architecture/results/architecture-evaluation/current/four-dp-presentation-20261019/dp05/fresh-summary.json</a:t>
            </a:r>
          </a:p>
          <a:p xmlns:a="http://schemas.openxmlformats.org/drawingml/2006/main">
            <a:r>
              <a:t>/Users/changbae/Workspace/via-sw-architecture/results/architecture-evaluation/current/four-dp-presentation-20261019/dp05/mechanism-breakdown.json</a:t>
            </a:r>
          </a:p>
          <a:p xmlns:a="http://schemas.openxmlformats.org/drawingml/2006/main">
            <a:r>
              <a:t>/Users/changbae/Workspace/via-sw-architecture/results/architecture-evaluation/current/four-dp-presentation-20261019/dp05/content-review.json</a:t>
            </a:r>
          </a:p>
          <a:p xmlns:a="http://schemas.openxmlformats.org/drawingml/2006/main">
            <a:r>
              <a:t>/Users/changbae/Workspace/via-sw-architecture/results/architecture-evaluation/current/four-dp-presentation-20261019/dp05/prefix-review.json</a:t>
            </a:r>
          </a:p>
          <a:p xmlns:a="http://schemas.openxmlformats.org/drawingml/2006/main">
            <a:r>
              <a:t>스타일: DP2 v2·DP3 네 장, 사용자 레퍼런스18-DP02채택,23-DP04방안,24-DP04채택.</a:t>
            </a:r>
          </a:p>
          <a:p xmlns:a="http://schemas.openxmlformats.org/drawingml/2006/main">
            <a:r>
              <a:t>배경은 설계 설명용 도식으로 실제 외부 상용 Agent 수행 화면이 아니다. 조건 예시는 C1 근거의 가격 동률 전제를 설명하며 빨간 전달 예는 의미 손실을 보여주는 설명 문구다. 실제 모든 출력이 이 문구와 동일했다고 주장하지 않는다. Agent의 비공개 상태가 아닌 공개 자료와 채택 조건을 인계한다.</a:t>
            </a:r>
          </a:p>
          <a:p xmlns:a="http://schemas.openxmlformats.org/drawingml/2006/main">
            <a:br/>
            <a: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p>
          <a:p xmlns:a="http://schemas.openxmlformats.org/drawingml/2006/main">
            <a: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p>
          <a:p xmlns:a="http://schemas.openxmlformats.org/drawingml/2006/main">
            <a: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p>
          <a:p xmlns:a="http://schemas.openxmlformats.org/drawingml/2006/main">
            <a: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p>
          <a:p xmlns:a="http://schemas.openxmlformats.org/drawingml/2006/main">
            <a: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p>
          <a:p xmlns:a="http://schemas.openxmlformats.org/drawingml/2006/main">
            <a:r>
              <a:t>출처:</a:t>
            </a:r>
          </a:p>
          <a:p xmlns:a="http://schemas.openxmlformats.org/drawingml/2006/main">
            <a:r>
              <a:t>/Users/changbae/Workspace/via-sw-architecture/docs/architecture/12-decisions/decision-packages/seven-problem-review/05-agent-handoff.md §3~6</a:t>
            </a:r>
          </a:p>
          <a:p xmlns:a="http://schemas.openxmlformats.org/drawingml/2006/main">
            <a:r>
              <a:t>/Users/changbae/Workspace/via-sw-architecture/docs/architecture/12-decisions/decision-packages/seven-problem-review/17-presentation-results.md §2,6</a:t>
            </a:r>
          </a:p>
          <a:p xmlns:a="http://schemas.openxmlformats.org/drawingml/2006/main">
            <a:r>
              <a:t>/Users/changbae/Workspace/via-sw-architecture/results/architecture-evaluation/current/four-dp-presentation-20261019/dp05/fresh-summary.json</a:t>
            </a:r>
          </a:p>
          <a:p xmlns:a="http://schemas.openxmlformats.org/drawingml/2006/main">
            <a:r>
              <a:t>/Users/changbae/Workspace/via-sw-architecture/results/architecture-evaluation/current/four-dp-presentation-20261019/dp05/mechanism-breakdown.json</a:t>
            </a:r>
          </a:p>
          <a:p xmlns:a="http://schemas.openxmlformats.org/drawingml/2006/main">
            <a:r>
              <a:t>/Users/changbae/Workspace/via-sw-architecture/results/architecture-evaluation/current/four-dp-presentation-20261019/dp05/content-review.json</a:t>
            </a:r>
          </a:p>
          <a:p xmlns:a="http://schemas.openxmlformats.org/drawingml/2006/main">
            <a:r>
              <a:t>/Users/changbae/Workspace/via-sw-architecture/results/architecture-evaluation/current/four-dp-presentation-20261019/dp05/prefix-review.json</a:t>
            </a:r>
          </a:p>
          <a:p xmlns:a="http://schemas.openxmlformats.org/drawingml/2006/main">
            <a:r>
              <a:t>스타일: DP2 v2·DP3 네 장, 사용자 레퍼런스18-DP02채택,23-DP04방안,24-DP04채택.</a:t>
            </a:r>
          </a:p>
          <a:p xmlns:a="http://schemas.openxmlformats.org/drawingml/2006/main">
            <a:r>
              <a:t>선택 전후는 같은 표와 같은 A/B구조다. C의 보완은 상세선택을 VIA로 되돌리지 않고 조건 원문만 인계에 붙인다. C1 상자는 논리적 추가 기능을 표시한다. 실제 사전읽기는 다음 위임 목적을 알기 전에 일어나며 현재 명세구성 뒤에 새 동기읽기를 강제한다는 뜻이 아니다. 정확한 시점은16쪽에 표시했다. Request Controller의 admission은 Task Manager/Agent Gateway 전송 시 재검증하며 topbox가 자료검증 전에 최종전송을 허가한다는 뜻이 아니다. B 공개사건은 원본owner에서 오는 갱신 신호이며 위임요청과 별개의 트리거다.</a:t>
            </a:r>
          </a:p>
          <a:p xmlns:a="http://schemas.openxmlformats.org/drawingml/2006/main">
            <a:br/>
            <a: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p>
          <a:p xmlns:a="http://schemas.openxmlformats.org/drawingml/2006/main">
            <a: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p>
          <a:p xmlns:a="http://schemas.openxmlformats.org/drawingml/2006/main">
            <a: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p>
          <a:p xmlns:a="http://schemas.openxmlformats.org/drawingml/2006/main">
            <a: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p>
          <a:p xmlns:a="http://schemas.openxmlformats.org/drawingml/2006/main">
            <a: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p>
          <a:p xmlns:a="http://schemas.openxmlformats.org/drawingml/2006/main">
            <a:r>
              <a:t>출처:</a:t>
            </a:r>
          </a:p>
          <a:p xmlns:a="http://schemas.openxmlformats.org/drawingml/2006/main">
            <a:r>
              <a:t>/Users/changbae/Workspace/via-sw-architecture/docs/architecture/12-decisions/decision-packages/seven-problem-review/05-agent-handoff.md §3~6</a:t>
            </a:r>
          </a:p>
          <a:p xmlns:a="http://schemas.openxmlformats.org/drawingml/2006/main">
            <a:r>
              <a:t>/Users/changbae/Workspace/via-sw-architecture/docs/architecture/12-decisions/decision-packages/seven-problem-review/17-presentation-results.md §2,6</a:t>
            </a:r>
          </a:p>
          <a:p xmlns:a="http://schemas.openxmlformats.org/drawingml/2006/main">
            <a:r>
              <a:t>/Users/changbae/Workspace/via-sw-architecture/results/architecture-evaluation/current/four-dp-presentation-20261019/dp05/fresh-summary.json</a:t>
            </a:r>
          </a:p>
          <a:p xmlns:a="http://schemas.openxmlformats.org/drawingml/2006/main">
            <a:r>
              <a:t>/Users/changbae/Workspace/via-sw-architecture/results/architecture-evaluation/current/four-dp-presentation-20261019/dp05/mechanism-breakdown.json</a:t>
            </a:r>
          </a:p>
          <a:p xmlns:a="http://schemas.openxmlformats.org/drawingml/2006/main">
            <a:r>
              <a:t>/Users/changbae/Workspace/via-sw-architecture/results/architecture-evaluation/current/four-dp-presentation-20261019/dp05/content-review.json</a:t>
            </a:r>
          </a:p>
          <a:p xmlns:a="http://schemas.openxmlformats.org/drawingml/2006/main">
            <a:r>
              <a:t>/Users/changbae/Workspace/via-sw-architecture/results/architecture-evaluation/current/four-dp-presentation-20261019/dp05/prefix-review.json</a:t>
            </a:r>
          </a:p>
          <a:p xmlns:a="http://schemas.openxmlformats.org/drawingml/2006/main">
            <a:r>
              <a:t>스타일: DP2 v2·DP3 네 장, 사용자 레퍼런스18-DP02채택,23-DP04방안,24-DP04채택.</a:t>
            </a:r>
          </a:p>
          <a:p xmlns:a="http://schemas.openxmlformats.org/drawingml/2006/main">
            <a:r>
              <a:t>선택 전후는 같은 표와 같은 A/B구조다. C의 보완은 상세선택을 VIA로 되돌리지 않고 조건 원문만 인계에 붙인다. C1 상자는 논리적 추가 기능을 표시한다. 실제 사전읽기는 다음 위임 목적을 알기 전에 일어나며 현재 명세구성 뒤에 새 동기읽기를 강제한다는 뜻이 아니다. 정확한 시점은16쪽에 표시했다. Request Controller의 admission은 Task Manager/Agent Gateway 전송 시 재검증하며 topbox가 자료검증 전에 최종전송을 허가한다는 뜻이 아니다. B 공개사건은 원본owner에서 오는 갱신 신호이며 위임요청과 별개의 트리거다.</a:t>
            </a:r>
          </a:p>
          <a:p xmlns:a="http://schemas.openxmlformats.org/drawingml/2006/main">
            <a:br/>
            <a: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p>
          <a:p xmlns:a="http://schemas.openxmlformats.org/drawingml/2006/main">
            <a: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p>
          <a:p xmlns:a="http://schemas.openxmlformats.org/drawingml/2006/main">
            <a: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p>
          <a:p xmlns:a="http://schemas.openxmlformats.org/drawingml/2006/main">
            <a: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p>
          <a:p xmlns:a="http://schemas.openxmlformats.org/drawingml/2006/main">
            <a: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p>
          <a:p xmlns:a="http://schemas.openxmlformats.org/drawingml/2006/main">
            <a:r>
              <a:t>출처:</a:t>
            </a:r>
          </a:p>
          <a:p xmlns:a="http://schemas.openxmlformats.org/drawingml/2006/main">
            <a:r>
              <a:t>/Users/changbae/Workspace/via-sw-architecture/docs/architecture/12-decisions/decision-packages/seven-problem-review/05-agent-handoff.md §3~6</a:t>
            </a:r>
          </a:p>
          <a:p xmlns:a="http://schemas.openxmlformats.org/drawingml/2006/main">
            <a:r>
              <a:t>/Users/changbae/Workspace/via-sw-architecture/docs/architecture/12-decisions/decision-packages/seven-problem-review/17-presentation-results.md §2,6</a:t>
            </a:r>
          </a:p>
          <a:p xmlns:a="http://schemas.openxmlformats.org/drawingml/2006/main">
            <a:r>
              <a:t>/Users/changbae/Workspace/via-sw-architecture/results/architecture-evaluation/current/four-dp-presentation-20261019/dp05/fresh-summary.json</a:t>
            </a:r>
          </a:p>
          <a:p xmlns:a="http://schemas.openxmlformats.org/drawingml/2006/main">
            <a:r>
              <a:t>/Users/changbae/Workspace/via-sw-architecture/results/architecture-evaluation/current/four-dp-presentation-20261019/dp05/mechanism-breakdown.json</a:t>
            </a:r>
          </a:p>
          <a:p xmlns:a="http://schemas.openxmlformats.org/drawingml/2006/main">
            <a:r>
              <a:t>/Users/changbae/Workspace/via-sw-architecture/results/architecture-evaluation/current/four-dp-presentation-20261019/dp05/content-review.json</a:t>
            </a:r>
          </a:p>
          <a:p xmlns:a="http://schemas.openxmlformats.org/drawingml/2006/main">
            <a:r>
              <a:t>/Users/changbae/Workspace/via-sw-architecture/results/architecture-evaluation/current/four-dp-presentation-20261019/dp05/prefix-review.json</a:t>
            </a:r>
          </a:p>
          <a:p xmlns:a="http://schemas.openxmlformats.org/drawingml/2006/main">
            <a:r>
              <a:t>스타일: DP2 v2·DP3 네 장, 사용자 레퍼런스18-DP02채택,23-DP04방안,24-DP04채택.</a:t>
            </a:r>
          </a:p>
          <a:p xmlns:a="http://schemas.openxmlformats.org/drawingml/2006/main">
            <a:r>
              <a:t>16쪽의 before/after는 PREFETCH_TACTIC E3 각3episode만 사용한다. QA03 모든관측 평균은8/9와9/9이며 공통8의 VIA시간4.302→4.284초를 별도로 보존한다. 공통8전체경과30.532→31.519초와 전체모델비용을 함께 보고한다. C1 whole9전체경과31.614초를공통8값으로 혼용하지 않는다. 수신자조건읽기2→0이나 전체읽기20→21로 증가한다. source-read 요청1848byte, 로컬구간합계.201ms, 첨부상태최대직렬화323byte. C의 미표시1은fact상한계약문제이며 C1의원문만으로실패가원인적으로해결됐다고하지않는다.</a:t>
            </a:r>
          </a:p>
          <a:p xmlns:a="http://schemas.openxmlformats.org/drawingml/2006/main">
            <a:br/>
            <a: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9798915d8645f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5008766590442e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99dafaa24fe43c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1d6e4e4028045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3d3b75e5baf4f9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68acc5f993743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2F5450-80FA-4AEB-A825-C331C06CE2C3}"/>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E779BED-692F-4342-9442-DA21B72D03C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534D0F8-C57B-4436-B122-1EA3E4DFBB3B}"/>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4B39B3-9C8C-4C79-9835-90401F2B23F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564BD02-32BB-422F-B7C3-AA0F8120B0AA}"/>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4E85461-D4CC-48A8-987C-04DB9CC5AA7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55E167-9B9C-4B84-B5F7-F0DAD7C12501}"/>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342323A-91BF-4C80-B615-7E4ED4F5971C}"/>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729499-A96B-48B8-9CF7-B7109E577C4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60C3E9-F954-4BC6-AC4E-DBD504FB6610}"/>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ff768de0bc4092" /><Relationship Type="http://schemas.openxmlformats.org/officeDocument/2006/relationships/slideLayout" Target="/ppt/slideLayouts/slideLayout1.xml" Id="R6b8c48e15e3f4339" /><Relationship Type="http://schemas.openxmlformats.org/officeDocument/2006/relationships/slideLayout" Target="/ppt/slideLayouts/slideLayout2.xml" Id="R19c0da85d8d2437f" /><Relationship Type="http://schemas.openxmlformats.org/officeDocument/2006/relationships/slideLayout" Target="/ppt/slideLayouts/slideLayout3.xml" Id="Rb6b4ee5aea124464" /><Relationship Type="http://schemas.openxmlformats.org/officeDocument/2006/relationships/slideLayout" Target="/ppt/slideLayouts/slideLayout4.xml" Id="R1a7374bdf83e42c0" /><Relationship Type="http://schemas.openxmlformats.org/officeDocument/2006/relationships/slideLayout" Target="/ppt/slideLayouts/slideLayout5.xml" Id="Rd2bd3591f767417e" /><Relationship Type="http://schemas.openxmlformats.org/officeDocument/2006/relationships/slideLayout" Target="/ppt/slideLayouts/slideLayout6.xml" Id="R8c4fb492afcc4b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8c48e15e3f4339"/>
    <p:sldLayoutId xmlns:r="http://schemas.openxmlformats.org/officeDocument/2006/relationships" id="2147483650" r:id="R19c0da85d8d2437f"/>
    <p:sldLayoutId xmlns:r="http://schemas.openxmlformats.org/officeDocument/2006/relationships" id="2147483651" r:id="Rb6b4ee5aea124464"/>
    <p:sldLayoutId xmlns:r="http://schemas.openxmlformats.org/officeDocument/2006/relationships" id="2147483652" r:id="R1a7374bdf83e42c0"/>
    <p:sldLayoutId xmlns:r="http://schemas.openxmlformats.org/officeDocument/2006/relationships" id="2147483653" r:id="Rd2bd3591f767417e"/>
    <p:sldLayoutId xmlns:r="http://schemas.openxmlformats.org/officeDocument/2006/relationships" id="2147483654" r:id="R8c4fb492afcc4b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a2b65c7c7124bb9" /><Relationship Type="http://schemas.openxmlformats.org/officeDocument/2006/relationships/notesSlide" Target="/ppt/notesSlides/notesSlide1.xml" Id="R5a05e599a18346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a11f00794f74d39" /><Relationship Type="http://schemas.openxmlformats.org/officeDocument/2006/relationships/notesSlide" Target="/ppt/notesSlides/notesSlide2.xml" Id="R6e170a2f55724a5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7477867eb5948d5" /><Relationship Type="http://schemas.openxmlformats.org/officeDocument/2006/relationships/notesSlide" Target="/ppt/notesSlides/notesSlide3.xml" Id="Rfe38af1e7c344e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475ebc787dd4150" /><Relationship Type="http://schemas.openxmlformats.org/officeDocument/2006/relationships/notesSlide" Target="/ppt/notesSlides/notesSlide4.xml" Id="R9b01db135c1441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c9d5aa4c725408b" /><Relationship Type="http://schemas.openxmlformats.org/officeDocument/2006/relationships/notesSlide" Target="/ppt/notesSlides/notesSlide5.xml" Id="R6fd89c6f91b645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3c660df7ba04e3a" /><Relationship Type="http://schemas.openxmlformats.org/officeDocument/2006/relationships/notesSlide" Target="/ppt/notesSlides/notesSlide6.xml" Id="Rc576f4c05c5f42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eb72d991dd48f3" /><Relationship Type="http://schemas.openxmlformats.org/officeDocument/2006/relationships/notesSlide" Target="/ppt/notesSlides/notesSlide7.xml" Id="R5ff6f50d4f3b41c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c62a9d1b7c24d10" /><Relationship Type="http://schemas.openxmlformats.org/officeDocument/2006/relationships/notesSlide" Target="/ppt/notesSlides/notesSlide8.xml" Id="Reb909524b995475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9bf60337a0c49ca" /><Relationship Type="http://schemas.openxmlformats.org/officeDocument/2006/relationships/notesSlide" Target="/ppt/notesSlides/notesSlide9.xml" Id="Rb201f374361047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fdf548d9c3849bd" /><Relationship Type="http://schemas.openxmlformats.org/officeDocument/2006/relationships/notesSlide" Target="/ppt/notesSlides/notesSlide10.xml" Id="R0987700f4726469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44ca00b9f5a4c13" /><Relationship Type="http://schemas.openxmlformats.org/officeDocument/2006/relationships/notesSlide" Target="/ppt/notesSlides/notesSlide11.xml" Id="R29ed539b791646b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5207dc85786437b" /><Relationship Type="http://schemas.openxmlformats.org/officeDocument/2006/relationships/notesSlide" Target="/ppt/notesSlides/notesSlide12.xml" Id="Ra843cc46e9784cf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2ce4af5c8674665" /><Relationship Type="http://schemas.openxmlformats.org/officeDocument/2006/relationships/notesSlide" Target="/ppt/notesSlides/notesSlide13.xml" Id="R50f5dbbaf29144c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91972a66bef48dc" /><Relationship Type="http://schemas.openxmlformats.org/officeDocument/2006/relationships/notesSlide" Target="/ppt/notesSlides/notesSlide14.xml" Id="R49fdb4fde5ba425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6c17b0568054f92" /><Relationship Type="http://schemas.openxmlformats.org/officeDocument/2006/relationships/notesSlide" Target="/ppt/notesSlides/notesSlide15.xml" Id="R9c22d97b6bda488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cc7dadfb4f4420e" /><Relationship Type="http://schemas.openxmlformats.org/officeDocument/2006/relationships/notesSlide" Target="/ppt/notesSlides/notesSlide16.xml" Id="R4891167eb76b4cd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3" name="Unified slide title">
            <a:extLst xmlns:a="http://schemas.openxmlformats.org/drawingml/2006/main">
              <a:ext uri="{FF2B5EF4-FFF2-40B4-BE49-F238E27FC236}">
                <a16:creationId xmlns:a16="http://schemas.microsoft.com/office/drawing/2014/main" id="{639024B4-C949-41CE-A4DB-05C6369C1D06}"/>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DP1. 현재 요청의 근거 공급 방안 (배경)</a:t>
            </a:r>
          </a:p>
        </p:txBody>
      </p:sp>
      <p:sp>
        <p:nvSpPr>
          <p:cNvPr id="2" name="Workflow 과제 소개">
            <a:extLst xmlns:a="http://schemas.openxmlformats.org/drawingml/2006/main">
              <a:ext uri="{FF2B5EF4-FFF2-40B4-BE49-F238E27FC236}">
                <a16:creationId xmlns:a16="http://schemas.microsoft.com/office/drawing/2014/main" id="{97802C11-5301-4733-B99B-D79C4B90D83D}"/>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과제 소개">
            <a:extLst xmlns:a="http://schemas.openxmlformats.org/drawingml/2006/main">
              <a:ext uri="{FF2B5EF4-FFF2-40B4-BE49-F238E27FC236}">
                <a16:creationId xmlns:a16="http://schemas.microsoft.com/office/drawing/2014/main" id="{5895EDB7-1AA6-4CAC-BCF9-5E0F7B5DC3B4}"/>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Workflow 요구사항 분석">
            <a:extLst xmlns:a="http://schemas.openxmlformats.org/drawingml/2006/main">
              <a:ext uri="{FF2B5EF4-FFF2-40B4-BE49-F238E27FC236}">
                <a16:creationId xmlns:a16="http://schemas.microsoft.com/office/drawing/2014/main" id="{8A0DF1DF-D0C6-4FB9-89F0-456E36D95789}"/>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요구사항 분석">
            <a:extLst xmlns:a="http://schemas.openxmlformats.org/drawingml/2006/main">
              <a:ext uri="{FF2B5EF4-FFF2-40B4-BE49-F238E27FC236}">
                <a16:creationId xmlns:a16="http://schemas.microsoft.com/office/drawing/2014/main" id="{53A7B51B-125A-4E85-95AD-C962E1DE7A8C}"/>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Workflow 설계">
            <a:extLst xmlns:a="http://schemas.openxmlformats.org/drawingml/2006/main">
              <a:ext uri="{FF2B5EF4-FFF2-40B4-BE49-F238E27FC236}">
                <a16:creationId xmlns:a16="http://schemas.microsoft.com/office/drawing/2014/main" id="{70AF149F-06B2-4CE2-8D10-3E7F38209A92}"/>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설계">
            <a:extLst xmlns:a="http://schemas.openxmlformats.org/drawingml/2006/main">
              <a:ext uri="{FF2B5EF4-FFF2-40B4-BE49-F238E27FC236}">
                <a16:creationId xmlns:a16="http://schemas.microsoft.com/office/drawing/2014/main" id="{321A0CBF-9DBE-49FE-8112-C3A8AC721E25}"/>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Workflow 구현 및 검증">
            <a:extLst xmlns:a="http://schemas.openxmlformats.org/drawingml/2006/main">
              <a:ext uri="{FF2B5EF4-FFF2-40B4-BE49-F238E27FC236}">
                <a16:creationId xmlns:a16="http://schemas.microsoft.com/office/drawing/2014/main" id="{8FB3785A-BC49-40DE-AE4B-F2BA763DDE6F}"/>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구현 및 검증">
            <a:extLst xmlns:a="http://schemas.openxmlformats.org/drawingml/2006/main">
              <a:ext uri="{FF2B5EF4-FFF2-40B4-BE49-F238E27FC236}">
                <a16:creationId xmlns:a16="http://schemas.microsoft.com/office/drawing/2014/main" id="{7E60B6EA-4888-41BE-8C4B-43123A4E5BE6}"/>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Workflow 결론">
            <a:extLst xmlns:a="http://schemas.openxmlformats.org/drawingml/2006/main">
              <a:ext uri="{FF2B5EF4-FFF2-40B4-BE49-F238E27FC236}">
                <a16:creationId xmlns:a16="http://schemas.microsoft.com/office/drawing/2014/main" id="{A3F5BB1B-9B5A-4D97-8D7A-E548A0A1A962}"/>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결론">
            <a:extLst xmlns:a="http://schemas.openxmlformats.org/drawingml/2006/main">
              <a:ext uri="{FF2B5EF4-FFF2-40B4-BE49-F238E27FC236}">
                <a16:creationId xmlns:a16="http://schemas.microsoft.com/office/drawing/2014/main" id="{4E7331D5-A77A-49F3-8039-79454B2110D3}"/>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Header rule">
            <a:extLst xmlns:a="http://schemas.openxmlformats.org/drawingml/2006/main">
              <a:ext uri="{FF2B5EF4-FFF2-40B4-BE49-F238E27FC236}">
                <a16:creationId xmlns:a16="http://schemas.microsoft.com/office/drawing/2014/main" id="{66B5CAE6-61D4-45CB-9ABC-EC1C8ED4CA46}"/>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Continuous slide number">
            <a:extLst xmlns:a="http://schemas.openxmlformats.org/drawingml/2006/main">
              <a:ext uri="{FF2B5EF4-FFF2-40B4-BE49-F238E27FC236}">
                <a16:creationId xmlns:a16="http://schemas.microsoft.com/office/drawing/2014/main" id="{0D56626B-A996-4D21-BEF4-1DAD3EA968EA}"/>
              </a:ext>
            </a:extLst>
          </p:cNvPr>
          <p:cNvSpPr>
            <a:spLocks xmlns:a="http://schemas.openxmlformats.org/drawingml/2006/main" noGrp="1"/>
          </p:cNvSpPr>
          <p:nvPr/>
        </p:nvSpPr>
        <p:spPr>
          <a:xfrm xmlns:a="http://schemas.openxmlformats.org/drawingml/2006/main">
            <a:off x="17487900" y="10020300"/>
            <a:ext cx="590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50555B"/>
                </a:solidFill>
                <a:latin typeface="Apple SD Gothic Neo"/>
                <a:ea typeface="Apple SD Gothic Neo"/>
                <a:cs typeface="Apple SD Gothic Neo"/>
              </a:defRPr>
            </a:defPPr>
            <a:lvl1pPr algn="r">
              <a:defRPr sz="1200" b="0">
                <a:solidFill>
                  <a:srgbClr val="50555B"/>
                </a:solidFill>
                <a:latin typeface="Apple SD Gothic Neo"/>
                <a:ea typeface="Apple SD Gothic Neo"/>
                <a:cs typeface="Apple SD Gothic Neo"/>
              </a:defRPr>
            </a:lvl1pPr>
            <a:lvl2pPr algn="r">
              <a:defRPr sz="1200" b="0">
                <a:solidFill>
                  <a:srgbClr val="50555B"/>
                </a:solidFill>
                <a:latin typeface="Apple SD Gothic Neo"/>
                <a:ea typeface="Apple SD Gothic Neo"/>
                <a:cs typeface="Apple SD Gothic Neo"/>
              </a:defRPr>
            </a:lvl2pPr>
            <a:lvl3pPr algn="r">
              <a:defRPr sz="1200" b="0">
                <a:solidFill>
                  <a:srgbClr val="50555B"/>
                </a:solidFill>
                <a:latin typeface="Apple SD Gothic Neo"/>
                <a:ea typeface="Apple SD Gothic Neo"/>
                <a:cs typeface="Apple SD Gothic Neo"/>
              </a:defRPr>
            </a:lvl3pPr>
            <a:lvl4pPr algn="r">
              <a:defRPr sz="1200" b="0">
                <a:solidFill>
                  <a:srgbClr val="50555B"/>
                </a:solidFill>
                <a:latin typeface="Apple SD Gothic Neo"/>
                <a:ea typeface="Apple SD Gothic Neo"/>
                <a:cs typeface="Apple SD Gothic Neo"/>
              </a:defRPr>
            </a:lvl4pPr>
            <a:lvl5pPr algn="r">
              <a:defRPr sz="1200" b="0">
                <a:solidFill>
                  <a:srgbClr val="50555B"/>
                </a:solidFill>
                <a:latin typeface="Apple SD Gothic Neo"/>
                <a:ea typeface="Apple SD Gothic Neo"/>
                <a:cs typeface="Apple SD Gothic Neo"/>
              </a:defRPr>
            </a:lvl5pPr>
            <a:lvl6pPr algn="r">
              <a:defRPr sz="1200" b="0">
                <a:solidFill>
                  <a:srgbClr val="50555B"/>
                </a:solidFill>
                <a:latin typeface="Apple SD Gothic Neo"/>
                <a:ea typeface="Apple SD Gothic Neo"/>
                <a:cs typeface="Apple SD Gothic Neo"/>
              </a:defRPr>
            </a:lvl6pPr>
            <a:lvl7pPr algn="r">
              <a:defRPr sz="1200" b="0">
                <a:solidFill>
                  <a:srgbClr val="50555B"/>
                </a:solidFill>
                <a:latin typeface="Apple SD Gothic Neo"/>
                <a:ea typeface="Apple SD Gothic Neo"/>
                <a:cs typeface="Apple SD Gothic Neo"/>
              </a:defRPr>
            </a:lvl7pPr>
            <a:lvl8pPr algn="r">
              <a:defRPr sz="1200" b="0">
                <a:solidFill>
                  <a:srgbClr val="50555B"/>
                </a:solidFill>
                <a:latin typeface="Apple SD Gothic Neo"/>
                <a:ea typeface="Apple SD Gothic Neo"/>
                <a:cs typeface="Apple SD Gothic Neo"/>
              </a:defRPr>
            </a:lvl8pPr>
            <a:lvl9pPr algn="r">
              <a:defRPr sz="1200" b="0">
                <a:solidFill>
                  <a:srgbClr val="50555B"/>
                </a:solidFill>
                <a:latin typeface="Apple SD Gothic Neo"/>
                <a:ea typeface="Apple SD Gothic Neo"/>
                <a:cs typeface="Apple SD Gothic Neo"/>
              </a:defRPr>
            </a:lvl9pPr>
          </a:lstStyle>
          <a:p xmlns:a="http://schemas.openxmlformats.org/drawingml/2006/main">
            <a:pPr algn="r">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1 / 16</a:t>
            </a:r>
          </a:p>
        </p:txBody>
      </p:sp>
      <p:sp>
        <p:nvSpPr>
          <p:cNvPr id="14" name="DP1 object 1">
            <a:extLst xmlns:a="http://schemas.openxmlformats.org/drawingml/2006/main">
              <a:ext uri="{FF2B5EF4-FFF2-40B4-BE49-F238E27FC236}">
                <a16:creationId xmlns:a16="http://schemas.microsoft.com/office/drawing/2014/main" id="{569328FF-6750-41BD-8A80-142278F60064}"/>
              </a:ext>
            </a:extLst>
          </p:cNvPr>
          <p:cNvSpPr>
            <a:spLocks xmlns:a="http://schemas.openxmlformats.org/drawingml/2006/main" noGrp="1"/>
          </p:cNvSpPr>
          <p:nvPr/>
        </p:nvSpPr>
        <p:spPr>
          <a:xfrm xmlns:a="http://schemas.openxmlformats.org/drawingml/2006/main">
            <a:off x="628650" y="1381125"/>
            <a:ext cx="17002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225" b="1">
                <a:solidFill>
                  <a:srgbClr val="111111"/>
                </a:solidFill>
                <a:latin typeface="Apple SD Gothic Neo"/>
                <a:ea typeface="Apple SD Gothic Neo"/>
                <a:cs typeface="Apple SD Gothic Neo"/>
              </a:defRPr>
            </a:defPPr>
            <a:lvl1pPr algn="l">
              <a:defRPr sz="3225" b="1">
                <a:solidFill>
                  <a:srgbClr val="111111"/>
                </a:solidFill>
                <a:latin typeface="Apple SD Gothic Neo"/>
                <a:ea typeface="Apple SD Gothic Neo"/>
                <a:cs typeface="Apple SD Gothic Neo"/>
              </a:defRPr>
            </a:lvl1pPr>
            <a:lvl2pPr algn="l">
              <a:defRPr sz="3225" b="1">
                <a:solidFill>
                  <a:srgbClr val="111111"/>
                </a:solidFill>
                <a:latin typeface="Apple SD Gothic Neo"/>
                <a:ea typeface="Apple SD Gothic Neo"/>
                <a:cs typeface="Apple SD Gothic Neo"/>
              </a:defRPr>
            </a:lvl2pPr>
            <a:lvl3pPr algn="l">
              <a:defRPr sz="3225" b="1">
                <a:solidFill>
                  <a:srgbClr val="111111"/>
                </a:solidFill>
                <a:latin typeface="Apple SD Gothic Neo"/>
                <a:ea typeface="Apple SD Gothic Neo"/>
                <a:cs typeface="Apple SD Gothic Neo"/>
              </a:defRPr>
            </a:lvl3pPr>
            <a:lvl4pPr algn="l">
              <a:defRPr sz="3225" b="1">
                <a:solidFill>
                  <a:srgbClr val="111111"/>
                </a:solidFill>
                <a:latin typeface="Apple SD Gothic Neo"/>
                <a:ea typeface="Apple SD Gothic Neo"/>
                <a:cs typeface="Apple SD Gothic Neo"/>
              </a:defRPr>
            </a:lvl4pPr>
            <a:lvl5pPr algn="l">
              <a:defRPr sz="3225" b="1">
                <a:solidFill>
                  <a:srgbClr val="111111"/>
                </a:solidFill>
                <a:latin typeface="Apple SD Gothic Neo"/>
                <a:ea typeface="Apple SD Gothic Neo"/>
                <a:cs typeface="Apple SD Gothic Neo"/>
              </a:defRPr>
            </a:lvl5pPr>
            <a:lvl6pPr algn="l">
              <a:defRPr sz="3225" b="1">
                <a:solidFill>
                  <a:srgbClr val="111111"/>
                </a:solidFill>
                <a:latin typeface="Apple SD Gothic Neo"/>
                <a:ea typeface="Apple SD Gothic Neo"/>
                <a:cs typeface="Apple SD Gothic Neo"/>
              </a:defRPr>
            </a:lvl6pPr>
            <a:lvl7pPr algn="l">
              <a:defRPr sz="3225" b="1">
                <a:solidFill>
                  <a:srgbClr val="111111"/>
                </a:solidFill>
                <a:latin typeface="Apple SD Gothic Neo"/>
                <a:ea typeface="Apple SD Gothic Neo"/>
                <a:cs typeface="Apple SD Gothic Neo"/>
              </a:defRPr>
            </a:lvl7pPr>
            <a:lvl8pPr algn="l">
              <a:defRPr sz="3225" b="1">
                <a:solidFill>
                  <a:srgbClr val="111111"/>
                </a:solidFill>
                <a:latin typeface="Apple SD Gothic Neo"/>
                <a:ea typeface="Apple SD Gothic Neo"/>
                <a:cs typeface="Apple SD Gothic Neo"/>
              </a:defRPr>
            </a:lvl8pPr>
            <a:lvl9pPr algn="l">
              <a:defRPr sz="3225" b="1">
                <a:solidFill>
                  <a:srgbClr val="111111"/>
                </a:solidFill>
                <a:latin typeface="Apple SD Gothic Neo"/>
                <a:ea typeface="Apple SD Gothic Neo"/>
                <a:cs typeface="Apple SD Gothic Neo"/>
              </a:defRPr>
            </a:lvl9pPr>
          </a:lstStyle>
          <a:p xmlns:a="http://schemas.openxmlformats.org/drawingml/2006/main">
            <a:pPr algn="l">
              <a:defRPr sz="3225" b="1">
                <a:solidFill>
                  <a:srgbClr val="111111"/>
                </a:solidFill>
                <a:latin typeface="Apple SD Gothic Neo"/>
                <a:ea typeface="Apple SD Gothic Neo"/>
                <a:cs typeface="Apple SD Gothic Neo"/>
              </a:defRPr>
            </a:pPr>
            <a:r>
              <a:rPr sz="3225" b="1">
                <a:solidFill>
                  <a:srgbClr val="111111"/>
                </a:solidFill>
                <a:latin typeface="Apple SD Gothic Neo"/>
                <a:ea typeface="Apple SD Gothic Neo"/>
                <a:cs typeface="Apple SD Gothic Neo"/>
              </a:rPr>
              <a:t>같은 자료를 다시 묻는데, 원문은 바뀐다</a:t>
            </a:r>
          </a:p>
        </p:txBody>
      </p:sp>
      <p:sp>
        <p:nvSpPr>
          <p:cNvPr id="15" name="DP1 object 2">
            <a:extLst xmlns:a="http://schemas.openxmlformats.org/drawingml/2006/main">
              <a:ext uri="{FF2B5EF4-FFF2-40B4-BE49-F238E27FC236}">
                <a16:creationId xmlns:a16="http://schemas.microsoft.com/office/drawing/2014/main" id="{83047649-F378-4A15-B822-E94B8C008CD4}"/>
              </a:ext>
            </a:extLst>
          </p:cNvPr>
          <p:cNvSpPr>
            <a:spLocks xmlns:a="http://schemas.openxmlformats.org/drawingml/2006/main" noGrp="1"/>
          </p:cNvSpPr>
          <p:nvPr/>
        </p:nvSpPr>
        <p:spPr>
          <a:xfrm xmlns:a="http://schemas.openxmlformats.org/drawingml/2006/main">
            <a:off x="647700" y="2009775"/>
            <a:ext cx="1676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0">
                <a:solidFill>
                  <a:srgbClr val="111111"/>
                </a:solidFill>
                <a:latin typeface="Apple SD Gothic Neo"/>
                <a:ea typeface="Apple SD Gothic Neo"/>
                <a:cs typeface="Apple SD Gothic Neo"/>
              </a:defRPr>
            </a:defPPr>
            <a:lvl1pPr algn="l">
              <a:defRPr sz="2025" b="0">
                <a:solidFill>
                  <a:srgbClr val="111111"/>
                </a:solidFill>
                <a:latin typeface="Apple SD Gothic Neo"/>
                <a:ea typeface="Apple SD Gothic Neo"/>
                <a:cs typeface="Apple SD Gothic Neo"/>
              </a:defRPr>
            </a:lvl1pPr>
            <a:lvl2pPr algn="l">
              <a:defRPr sz="2025" b="0">
                <a:solidFill>
                  <a:srgbClr val="111111"/>
                </a:solidFill>
                <a:latin typeface="Apple SD Gothic Neo"/>
                <a:ea typeface="Apple SD Gothic Neo"/>
                <a:cs typeface="Apple SD Gothic Neo"/>
              </a:defRPr>
            </a:lvl2pPr>
            <a:lvl3pPr algn="l">
              <a:defRPr sz="2025" b="0">
                <a:solidFill>
                  <a:srgbClr val="111111"/>
                </a:solidFill>
                <a:latin typeface="Apple SD Gothic Neo"/>
                <a:ea typeface="Apple SD Gothic Neo"/>
                <a:cs typeface="Apple SD Gothic Neo"/>
              </a:defRPr>
            </a:lvl3pPr>
            <a:lvl4pPr algn="l">
              <a:defRPr sz="2025" b="0">
                <a:solidFill>
                  <a:srgbClr val="111111"/>
                </a:solidFill>
                <a:latin typeface="Apple SD Gothic Neo"/>
                <a:ea typeface="Apple SD Gothic Neo"/>
                <a:cs typeface="Apple SD Gothic Neo"/>
              </a:defRPr>
            </a:lvl4pPr>
            <a:lvl5pPr algn="l">
              <a:defRPr sz="2025" b="0">
                <a:solidFill>
                  <a:srgbClr val="111111"/>
                </a:solidFill>
                <a:latin typeface="Apple SD Gothic Neo"/>
                <a:ea typeface="Apple SD Gothic Neo"/>
                <a:cs typeface="Apple SD Gothic Neo"/>
              </a:defRPr>
            </a:lvl5pPr>
            <a:lvl6pPr algn="l">
              <a:defRPr sz="2025" b="0">
                <a:solidFill>
                  <a:srgbClr val="111111"/>
                </a:solidFill>
                <a:latin typeface="Apple SD Gothic Neo"/>
                <a:ea typeface="Apple SD Gothic Neo"/>
                <a:cs typeface="Apple SD Gothic Neo"/>
              </a:defRPr>
            </a:lvl6pPr>
            <a:lvl7pPr algn="l">
              <a:defRPr sz="2025" b="0">
                <a:solidFill>
                  <a:srgbClr val="111111"/>
                </a:solidFill>
                <a:latin typeface="Apple SD Gothic Neo"/>
                <a:ea typeface="Apple SD Gothic Neo"/>
                <a:cs typeface="Apple SD Gothic Neo"/>
              </a:defRPr>
            </a:lvl7pPr>
            <a:lvl8pPr algn="l">
              <a:defRPr sz="2025" b="0">
                <a:solidFill>
                  <a:srgbClr val="111111"/>
                </a:solidFill>
                <a:latin typeface="Apple SD Gothic Neo"/>
                <a:ea typeface="Apple SD Gothic Neo"/>
                <a:cs typeface="Apple SD Gothic Neo"/>
              </a:defRPr>
            </a:lvl8pPr>
            <a:lvl9pPr algn="l">
              <a:defRPr sz="2025" b="0">
                <a:solidFill>
                  <a:srgbClr val="111111"/>
                </a:solidFill>
                <a:latin typeface="Apple SD Gothic Neo"/>
                <a:ea typeface="Apple SD Gothic Neo"/>
                <a:cs typeface="Apple SD Gothic Neo"/>
              </a:defRPr>
            </a:lvl9pPr>
          </a:lstStyle>
          <a:p xmlns:a="http://schemas.openxmlformats.org/drawingml/2006/main">
            <a:pPr algn="l">
              <a:defRPr sz="2025" b="0">
                <a:solidFill>
                  <a:srgbClr val="111111"/>
                </a:solidFill>
                <a:latin typeface="Apple SD Gothic Neo"/>
                <a:ea typeface="Apple SD Gothic Neo"/>
                <a:cs typeface="Apple SD Gothic Neo"/>
              </a:defRPr>
            </a:pPr>
            <a:r>
              <a:rPr sz="2025" b="0">
                <a:solidFill>
                  <a:srgbClr val="111111"/>
                </a:solidFill>
                <a:latin typeface="Apple SD Gothic Neo"/>
                <a:ea typeface="Apple SD Gothic Neo"/>
                <a:cs typeface="Apple SD Gothic Neo"/>
              </a:rPr>
              <a:t>VIA는 연속된 대화에서 이전 설명과 업무 결과를 현재 조건에 맞게 다시 사용해야 한다.</a:t>
            </a:r>
          </a:p>
        </p:txBody>
      </p:sp>
      <p:sp>
        <p:nvSpPr>
          <p:cNvPr id="16" name="DP1 object 3">
            <a:extLst xmlns:a="http://schemas.openxmlformats.org/drawingml/2006/main">
              <a:ext uri="{FF2B5EF4-FFF2-40B4-BE49-F238E27FC236}">
                <a16:creationId xmlns:a16="http://schemas.microsoft.com/office/drawing/2014/main" id="{1E94CA77-FA87-4AA0-B12D-2072CE36D837}"/>
              </a:ext>
            </a:extLst>
          </p:cNvPr>
          <p:cNvSpPr>
            <a:spLocks xmlns:a="http://schemas.openxmlformats.org/drawingml/2006/main" noGrp="1"/>
          </p:cNvSpPr>
          <p:nvPr/>
        </p:nvSpPr>
        <p:spPr>
          <a:xfrm xmlns:a="http://schemas.openxmlformats.org/drawingml/2006/main">
            <a:off x="1000125" y="2876550"/>
            <a:ext cx="11315700" cy="1266825"/>
          </a:xfrm>
          <a:prstGeom xmlns:a="http://schemas.openxmlformats.org/drawingml/2006/main" prst="roundRect">
            <a:avLst>
              <a:gd name="adj" fmla="val 6015"/>
            </a:avLst>
          </a:prstGeom>
          <a:solidFill xmlns:a="http://schemas.openxmlformats.org/drawingml/2006/main">
            <a:srgbClr val="F1F6FC"/>
          </a:solidFill>
          <a:ln xmlns:a="http://schemas.openxmlformats.org/drawingml/2006/main" w="23813">
            <a:solidFill>
              <a:srgbClr val="4676CB"/>
            </a:solidFill>
            <a:prstDash val="solid"/>
          </a:ln>
        </p:spPr>
      </p:sp>
      <p:sp>
        <p:nvSpPr>
          <p:cNvPr id="17" name="DP1 object 4">
            <a:extLst xmlns:a="http://schemas.openxmlformats.org/drawingml/2006/main">
              <a:ext uri="{FF2B5EF4-FFF2-40B4-BE49-F238E27FC236}">
                <a16:creationId xmlns:a16="http://schemas.microsoft.com/office/drawing/2014/main" id="{8215FCBF-5FED-4366-BAD1-E0ABB7BE4378}"/>
              </a:ext>
            </a:extLst>
          </p:cNvPr>
          <p:cNvSpPr>
            <a:spLocks xmlns:a="http://schemas.openxmlformats.org/drawingml/2006/main" noGrp="1"/>
          </p:cNvSpPr>
          <p:nvPr/>
        </p:nvSpPr>
        <p:spPr>
          <a:xfrm xmlns:a="http://schemas.openxmlformats.org/drawingml/2006/main">
            <a:off x="1219200" y="30099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1">
                <a:solidFill>
                  <a:srgbClr val="4676CB"/>
                </a:solidFill>
                <a:latin typeface="Apple SD Gothic Neo"/>
                <a:ea typeface="Apple SD Gothic Neo"/>
                <a:cs typeface="Apple SD Gothic Neo"/>
              </a:defRPr>
            </a:defPPr>
            <a:lvl1pPr algn="l">
              <a:defRPr sz="1800" b="1">
                <a:solidFill>
                  <a:srgbClr val="4676CB"/>
                </a:solidFill>
                <a:latin typeface="Apple SD Gothic Neo"/>
                <a:ea typeface="Apple SD Gothic Neo"/>
                <a:cs typeface="Apple SD Gothic Neo"/>
              </a:defRPr>
            </a:lvl1pPr>
            <a:lvl2pPr algn="l">
              <a:defRPr sz="1800" b="1">
                <a:solidFill>
                  <a:srgbClr val="4676CB"/>
                </a:solidFill>
                <a:latin typeface="Apple SD Gothic Neo"/>
                <a:ea typeface="Apple SD Gothic Neo"/>
                <a:cs typeface="Apple SD Gothic Neo"/>
              </a:defRPr>
            </a:lvl2pPr>
            <a:lvl3pPr algn="l">
              <a:defRPr sz="1800" b="1">
                <a:solidFill>
                  <a:srgbClr val="4676CB"/>
                </a:solidFill>
                <a:latin typeface="Apple SD Gothic Neo"/>
                <a:ea typeface="Apple SD Gothic Neo"/>
                <a:cs typeface="Apple SD Gothic Neo"/>
              </a:defRPr>
            </a:lvl3pPr>
            <a:lvl4pPr algn="l">
              <a:defRPr sz="1800" b="1">
                <a:solidFill>
                  <a:srgbClr val="4676CB"/>
                </a:solidFill>
                <a:latin typeface="Apple SD Gothic Neo"/>
                <a:ea typeface="Apple SD Gothic Neo"/>
                <a:cs typeface="Apple SD Gothic Neo"/>
              </a:defRPr>
            </a:lvl4pPr>
            <a:lvl5pPr algn="l">
              <a:defRPr sz="1800" b="1">
                <a:solidFill>
                  <a:srgbClr val="4676CB"/>
                </a:solidFill>
                <a:latin typeface="Apple SD Gothic Neo"/>
                <a:ea typeface="Apple SD Gothic Neo"/>
                <a:cs typeface="Apple SD Gothic Neo"/>
              </a:defRPr>
            </a:lvl5pPr>
            <a:lvl6pPr algn="l">
              <a:defRPr sz="1800" b="1">
                <a:solidFill>
                  <a:srgbClr val="4676CB"/>
                </a:solidFill>
                <a:latin typeface="Apple SD Gothic Neo"/>
                <a:ea typeface="Apple SD Gothic Neo"/>
                <a:cs typeface="Apple SD Gothic Neo"/>
              </a:defRPr>
            </a:lvl6pPr>
            <a:lvl7pPr algn="l">
              <a:defRPr sz="1800" b="1">
                <a:solidFill>
                  <a:srgbClr val="4676CB"/>
                </a:solidFill>
                <a:latin typeface="Apple SD Gothic Neo"/>
                <a:ea typeface="Apple SD Gothic Neo"/>
                <a:cs typeface="Apple SD Gothic Neo"/>
              </a:defRPr>
            </a:lvl7pPr>
            <a:lvl8pPr algn="l">
              <a:defRPr sz="1800" b="1">
                <a:solidFill>
                  <a:srgbClr val="4676CB"/>
                </a:solidFill>
                <a:latin typeface="Apple SD Gothic Neo"/>
                <a:ea typeface="Apple SD Gothic Neo"/>
                <a:cs typeface="Apple SD Gothic Neo"/>
              </a:defRPr>
            </a:lvl8pPr>
            <a:lvl9pPr algn="l">
              <a:defRPr sz="1800" b="1">
                <a:solidFill>
                  <a:srgbClr val="4676CB"/>
                </a:solidFill>
                <a:latin typeface="Apple SD Gothic Neo"/>
                <a:ea typeface="Apple SD Gothic Neo"/>
                <a:cs typeface="Apple SD Gothic Neo"/>
              </a:defRPr>
            </a:lvl9pPr>
          </a:lstStyle>
          <a:p xmlns:a="http://schemas.openxmlformats.org/drawingml/2006/main">
            <a:pPr algn="l">
              <a:defRPr sz="1800" b="1">
                <a:solidFill>
                  <a:srgbClr val="4676CB"/>
                </a:solidFill>
                <a:latin typeface="Apple SD Gothic Neo"/>
                <a:ea typeface="Apple SD Gothic Neo"/>
                <a:cs typeface="Apple SD Gothic Neo"/>
              </a:defRPr>
            </a:pPr>
            <a:r>
              <a:rPr sz="1800" b="1">
                <a:solidFill>
                  <a:srgbClr val="4676CB"/>
                </a:solidFill>
                <a:latin typeface="Apple SD Gothic Neo"/>
                <a:ea typeface="Apple SD Gothic Neo"/>
                <a:cs typeface="Apple SD Gothic Neo"/>
              </a:rPr>
              <a:t>현재 요청</a:t>
            </a:r>
          </a:p>
        </p:txBody>
      </p:sp>
      <p:sp>
        <p:nvSpPr>
          <p:cNvPr id="18" name="DP1 object 5">
            <a:extLst xmlns:a="http://schemas.openxmlformats.org/drawingml/2006/main">
              <a:ext uri="{FF2B5EF4-FFF2-40B4-BE49-F238E27FC236}">
                <a16:creationId xmlns:a16="http://schemas.microsoft.com/office/drawing/2014/main" id="{A4DF288F-0A63-41BB-BAF4-3C1B9F1E78B8}"/>
              </a:ext>
            </a:extLst>
          </p:cNvPr>
          <p:cNvSpPr>
            <a:spLocks xmlns:a="http://schemas.openxmlformats.org/drawingml/2006/main" noGrp="1"/>
          </p:cNvSpPr>
          <p:nvPr/>
        </p:nvSpPr>
        <p:spPr>
          <a:xfrm xmlns:a="http://schemas.openxmlformats.org/drawingml/2006/main">
            <a:off x="1219200" y="3400425"/>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550" b="1">
                <a:solidFill>
                  <a:srgbClr val="111111"/>
                </a:solidFill>
                <a:latin typeface="Apple SD Gothic Neo"/>
                <a:ea typeface="Apple SD Gothic Neo"/>
                <a:cs typeface="Apple SD Gothic Neo"/>
              </a:defRPr>
            </a:defPPr>
            <a:lvl1pPr algn="ctr">
              <a:defRPr sz="2550" b="1">
                <a:solidFill>
                  <a:srgbClr val="111111"/>
                </a:solidFill>
                <a:latin typeface="Apple SD Gothic Neo"/>
                <a:ea typeface="Apple SD Gothic Neo"/>
                <a:cs typeface="Apple SD Gothic Neo"/>
              </a:defRPr>
            </a:lvl1pPr>
            <a:lvl2pPr algn="ctr">
              <a:defRPr sz="2550" b="1">
                <a:solidFill>
                  <a:srgbClr val="111111"/>
                </a:solidFill>
                <a:latin typeface="Apple SD Gothic Neo"/>
                <a:ea typeface="Apple SD Gothic Neo"/>
                <a:cs typeface="Apple SD Gothic Neo"/>
              </a:defRPr>
            </a:lvl2pPr>
            <a:lvl3pPr algn="ctr">
              <a:defRPr sz="2550" b="1">
                <a:solidFill>
                  <a:srgbClr val="111111"/>
                </a:solidFill>
                <a:latin typeface="Apple SD Gothic Neo"/>
                <a:ea typeface="Apple SD Gothic Neo"/>
                <a:cs typeface="Apple SD Gothic Neo"/>
              </a:defRPr>
            </a:lvl3pPr>
            <a:lvl4pPr algn="ctr">
              <a:defRPr sz="2550" b="1">
                <a:solidFill>
                  <a:srgbClr val="111111"/>
                </a:solidFill>
                <a:latin typeface="Apple SD Gothic Neo"/>
                <a:ea typeface="Apple SD Gothic Neo"/>
                <a:cs typeface="Apple SD Gothic Neo"/>
              </a:defRPr>
            </a:lvl4pPr>
            <a:lvl5pPr algn="ctr">
              <a:defRPr sz="2550" b="1">
                <a:solidFill>
                  <a:srgbClr val="111111"/>
                </a:solidFill>
                <a:latin typeface="Apple SD Gothic Neo"/>
                <a:ea typeface="Apple SD Gothic Neo"/>
                <a:cs typeface="Apple SD Gothic Neo"/>
              </a:defRPr>
            </a:lvl5pPr>
            <a:lvl6pPr algn="ctr">
              <a:defRPr sz="2550" b="1">
                <a:solidFill>
                  <a:srgbClr val="111111"/>
                </a:solidFill>
                <a:latin typeface="Apple SD Gothic Neo"/>
                <a:ea typeface="Apple SD Gothic Neo"/>
                <a:cs typeface="Apple SD Gothic Neo"/>
              </a:defRPr>
            </a:lvl6pPr>
            <a:lvl7pPr algn="ctr">
              <a:defRPr sz="2550" b="1">
                <a:solidFill>
                  <a:srgbClr val="111111"/>
                </a:solidFill>
                <a:latin typeface="Apple SD Gothic Neo"/>
                <a:ea typeface="Apple SD Gothic Neo"/>
                <a:cs typeface="Apple SD Gothic Neo"/>
              </a:defRPr>
            </a:lvl7pPr>
            <a:lvl8pPr algn="ctr">
              <a:defRPr sz="2550" b="1">
                <a:solidFill>
                  <a:srgbClr val="111111"/>
                </a:solidFill>
                <a:latin typeface="Apple SD Gothic Neo"/>
                <a:ea typeface="Apple SD Gothic Neo"/>
                <a:cs typeface="Apple SD Gothic Neo"/>
              </a:defRPr>
            </a:lvl8pPr>
            <a:lvl9pPr algn="ctr">
              <a:defRPr sz="2550" b="1">
                <a:solidFill>
                  <a:srgbClr val="111111"/>
                </a:solidFill>
                <a:latin typeface="Apple SD Gothic Neo"/>
                <a:ea typeface="Apple SD Gothic Neo"/>
                <a:cs typeface="Apple SD Gothic Neo"/>
              </a:defRPr>
            </a:lvl9pPr>
          </a:lstStyle>
          <a:p xmlns:a="http://schemas.openxmlformats.org/drawingml/2006/main">
            <a:pPr algn="ctr">
              <a:defRPr sz="2550" b="1">
                <a:solidFill>
                  <a:srgbClr val="111111"/>
                </a:solidFill>
                <a:latin typeface="Apple SD Gothic Neo"/>
                <a:ea typeface="Apple SD Gothic Neo"/>
                <a:cs typeface="Apple SD Gothic Neo"/>
              </a:defRPr>
            </a:pPr>
            <a:r>
              <a:rPr sz="2550" b="1">
                <a:solidFill>
                  <a:srgbClr val="111111"/>
                </a:solidFill>
                <a:latin typeface="Apple SD Gothic Neo"/>
                <a:ea typeface="Apple SD Gothic Neo"/>
                <a:cs typeface="Apple SD Gothic Neo"/>
              </a:rPr>
              <a:t>“지난번 설명한 기준과 제품 비교 결과에</a:t>
            </a:r>
          </a:p>
          <a:p xmlns:a="http://schemas.openxmlformats.org/drawingml/2006/main">
            <a:pPr algn="ctr">
              <a:defRPr sz="2550" b="1">
                <a:solidFill>
                  <a:srgbClr val="111111"/>
                </a:solidFill>
                <a:latin typeface="Apple SD Gothic Neo"/>
                <a:ea typeface="Apple SD Gothic Neo"/>
                <a:cs typeface="Apple SD Gothic Neo"/>
              </a:defRPr>
            </a:pPr>
            <a:r>
              <a:rPr sz="2550" b="1">
                <a:solidFill>
                  <a:srgbClr val="111111"/>
                </a:solidFill>
                <a:latin typeface="Apple SD Gothic Neo"/>
                <a:ea typeface="Apple SD Gothic Neo"/>
                <a:cs typeface="Apple SD Gothic Neo"/>
              </a:rPr>
              <a:t>수정된 견적을 반영해줘.”</a:t>
            </a:r>
          </a:p>
        </p:txBody>
      </p:sp>
      <p:sp>
        <p:nvSpPr>
          <p:cNvPr id="19" name="Editable path 6">
            <a:extLst xmlns:a="http://schemas.openxmlformats.org/drawingml/2006/main">
              <a:ext uri="{FF2B5EF4-FFF2-40B4-BE49-F238E27FC236}">
                <a16:creationId xmlns:a16="http://schemas.microsoft.com/office/drawing/2014/main" id="{8432DFF3-5479-47F7-B4C7-9439D63AFFB9}"/>
              </a:ext>
            </a:extLst>
          </p:cNvPr>
          <p:cNvSpPr>
            <a:spLocks xmlns:a="http://schemas.openxmlformats.org/drawingml/2006/main" noGrp="1"/>
          </p:cNvSpPr>
          <p:nvPr/>
        </p:nvSpPr>
        <p:spPr>
          <a:xfrm xmlns:a="http://schemas.openxmlformats.org/drawingml/2006/main">
            <a:off x="11601450" y="4143375"/>
            <a:ext cx="447675" cy="304800"/>
          </a:xfrm>
          <a:custGeom xmlns:a="http://schemas.openxmlformats.org/drawingml/2006/main">
            <a:pathLst>
              <a:path w="447675" h="304800">
                <a:moveTo>
                  <a:pt x="0" y="0"/>
                </a:moveTo>
                <a:lnTo>
                  <a:pt x="447675" y="304800"/>
                </a:lnTo>
                <a:lnTo>
                  <a:pt x="285750" y="0"/>
                </a:lnTo>
              </a:path>
            </a:pathLst>
          </a:custGeom>
          <a:noFill xmlns:a="http://schemas.openxmlformats.org/drawingml/2006/main"/>
          <a:ln xmlns:a="http://schemas.openxmlformats.org/drawingml/2006/main" w="19050">
            <a:solidFill>
              <a:srgbClr val="4676CB"/>
            </a:solidFill>
            <a:prstDash val="solid"/>
          </a:ln>
        </p:spPr>
      </p:sp>
      <p:sp>
        <p:nvSpPr>
          <p:cNvPr id="20" name="이전에 전달한 설명">
            <a:extLst xmlns:a="http://schemas.openxmlformats.org/drawingml/2006/main">
              <a:ext uri="{FF2B5EF4-FFF2-40B4-BE49-F238E27FC236}">
                <a16:creationId xmlns:a16="http://schemas.microsoft.com/office/drawing/2014/main" id="{CE8A29E3-A2D9-42A0-A415-490E8F384699}"/>
              </a:ext>
            </a:extLst>
          </p:cNvPr>
          <p:cNvSpPr>
            <a:spLocks xmlns:a="http://schemas.openxmlformats.org/drawingml/2006/main" noGrp="1"/>
          </p:cNvSpPr>
          <p:nvPr/>
        </p:nvSpPr>
        <p:spPr>
          <a:xfrm xmlns:a="http://schemas.openxmlformats.org/drawingml/2006/main">
            <a:off x="981075" y="5553075"/>
            <a:ext cx="3333750" cy="1885950"/>
          </a:xfrm>
          <a:custGeom xmlns:a="http://schemas.openxmlformats.org/drawingml/2006/main">
            <a:pathLst>
              <a:path w="3333750" h="1885950">
                <a:moveTo>
                  <a:pt x="0" y="0"/>
                </a:moveTo>
                <a:lnTo>
                  <a:pt x="3181350" y="0"/>
                </a:lnTo>
                <a:lnTo>
                  <a:pt x="3333750" y="152400"/>
                </a:lnTo>
                <a:lnTo>
                  <a:pt x="3333750" y="1885950"/>
                </a:lnTo>
                <a:lnTo>
                  <a:pt x="0" y="1885950"/>
                </a:lnTo>
                <a:close/>
              </a:path>
            </a:pathLst>
          </a:custGeom>
          <a:solidFill xmlns:a="http://schemas.openxmlformats.org/drawingml/2006/main">
            <a:srgbClr val="FFFFFF"/>
          </a:solidFill>
          <a:ln xmlns:a="http://schemas.openxmlformats.org/drawingml/2006/main" w="16193">
            <a:solidFill>
              <a:srgbClr val="111111"/>
            </a:solidFill>
            <a:prstDash val="solid"/>
          </a:ln>
        </p:spPr>
      </p:sp>
      <p:sp>
        <p:nvSpPr>
          <p:cNvPr id="21" name="Editable path 7">
            <a:extLst xmlns:a="http://schemas.openxmlformats.org/drawingml/2006/main">
              <a:ext uri="{FF2B5EF4-FFF2-40B4-BE49-F238E27FC236}">
                <a16:creationId xmlns:a16="http://schemas.microsoft.com/office/drawing/2014/main" id="{6A826F38-6CD9-4A87-BF9E-3B3B711968AF}"/>
              </a:ext>
            </a:extLst>
          </p:cNvPr>
          <p:cNvSpPr>
            <a:spLocks xmlns:a="http://schemas.openxmlformats.org/drawingml/2006/main" noGrp="1"/>
          </p:cNvSpPr>
          <p:nvPr/>
        </p:nvSpPr>
        <p:spPr>
          <a:xfrm xmlns:a="http://schemas.openxmlformats.org/drawingml/2006/main">
            <a:off x="4162425" y="5553075"/>
            <a:ext cx="152400" cy="152400"/>
          </a:xfrm>
          <a:custGeom xmlns:a="http://schemas.openxmlformats.org/drawingml/2006/main">
            <a:pathLst>
              <a:path w="152400" h="152400">
                <a:moveTo>
                  <a:pt x="0" y="0"/>
                </a:moveTo>
                <a:lnTo>
                  <a:pt x="0" y="152400"/>
                </a:lnTo>
                <a:lnTo>
                  <a:pt x="152400" y="152400"/>
                </a:lnTo>
              </a:path>
            </a:pathLst>
          </a:custGeom>
          <a:noFill xmlns:a="http://schemas.openxmlformats.org/drawingml/2006/main"/>
          <a:ln xmlns:a="http://schemas.openxmlformats.org/drawingml/2006/main" w="13335">
            <a:solidFill>
              <a:srgbClr val="111111"/>
            </a:solidFill>
            <a:prstDash val="solid"/>
          </a:ln>
        </p:spPr>
      </p:sp>
      <p:sp>
        <p:nvSpPr>
          <p:cNvPr id="22" name="DP1 object 8">
            <a:extLst xmlns:a="http://schemas.openxmlformats.org/drawingml/2006/main">
              <a:ext uri="{FF2B5EF4-FFF2-40B4-BE49-F238E27FC236}">
                <a16:creationId xmlns:a16="http://schemas.microsoft.com/office/drawing/2014/main" id="{83EDED94-66DC-40C1-A294-EBB50BF3A310}"/>
              </a:ext>
            </a:extLst>
          </p:cNvPr>
          <p:cNvSpPr>
            <a:spLocks xmlns:a="http://schemas.openxmlformats.org/drawingml/2006/main" noGrp="1"/>
          </p:cNvSpPr>
          <p:nvPr/>
        </p:nvSpPr>
        <p:spPr>
          <a:xfrm xmlns:a="http://schemas.openxmlformats.org/drawingml/2006/main">
            <a:off x="1143000" y="5695950"/>
            <a:ext cx="2971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111111"/>
                </a:solidFill>
                <a:latin typeface="Apple SD Gothic Neo"/>
                <a:ea typeface="Apple SD Gothic Neo"/>
                <a:cs typeface="Apple SD Gothic Neo"/>
              </a:defRPr>
            </a:defPPr>
            <a:lvl1pPr algn="l">
              <a:defRPr sz="1950" b="1">
                <a:solidFill>
                  <a:srgbClr val="111111"/>
                </a:solidFill>
                <a:latin typeface="Apple SD Gothic Neo"/>
                <a:ea typeface="Apple SD Gothic Neo"/>
                <a:cs typeface="Apple SD Gothic Neo"/>
              </a:defRPr>
            </a:lvl1pPr>
            <a:lvl2pPr algn="l">
              <a:defRPr sz="1950" b="1">
                <a:solidFill>
                  <a:srgbClr val="111111"/>
                </a:solidFill>
                <a:latin typeface="Apple SD Gothic Neo"/>
                <a:ea typeface="Apple SD Gothic Neo"/>
                <a:cs typeface="Apple SD Gothic Neo"/>
              </a:defRPr>
            </a:lvl2pPr>
            <a:lvl3pPr algn="l">
              <a:defRPr sz="1950" b="1">
                <a:solidFill>
                  <a:srgbClr val="111111"/>
                </a:solidFill>
                <a:latin typeface="Apple SD Gothic Neo"/>
                <a:ea typeface="Apple SD Gothic Neo"/>
                <a:cs typeface="Apple SD Gothic Neo"/>
              </a:defRPr>
            </a:lvl3pPr>
            <a:lvl4pPr algn="l">
              <a:defRPr sz="1950" b="1">
                <a:solidFill>
                  <a:srgbClr val="111111"/>
                </a:solidFill>
                <a:latin typeface="Apple SD Gothic Neo"/>
                <a:ea typeface="Apple SD Gothic Neo"/>
                <a:cs typeface="Apple SD Gothic Neo"/>
              </a:defRPr>
            </a:lvl4pPr>
            <a:lvl5pPr algn="l">
              <a:defRPr sz="1950" b="1">
                <a:solidFill>
                  <a:srgbClr val="111111"/>
                </a:solidFill>
                <a:latin typeface="Apple SD Gothic Neo"/>
                <a:ea typeface="Apple SD Gothic Neo"/>
                <a:cs typeface="Apple SD Gothic Neo"/>
              </a:defRPr>
            </a:lvl5pPr>
            <a:lvl6pPr algn="l">
              <a:defRPr sz="1950" b="1">
                <a:solidFill>
                  <a:srgbClr val="111111"/>
                </a:solidFill>
                <a:latin typeface="Apple SD Gothic Neo"/>
                <a:ea typeface="Apple SD Gothic Neo"/>
                <a:cs typeface="Apple SD Gothic Neo"/>
              </a:defRPr>
            </a:lvl6pPr>
            <a:lvl7pPr algn="l">
              <a:defRPr sz="1950" b="1">
                <a:solidFill>
                  <a:srgbClr val="111111"/>
                </a:solidFill>
                <a:latin typeface="Apple SD Gothic Neo"/>
                <a:ea typeface="Apple SD Gothic Neo"/>
                <a:cs typeface="Apple SD Gothic Neo"/>
              </a:defRPr>
            </a:lvl7pPr>
            <a:lvl8pPr algn="l">
              <a:defRPr sz="1950" b="1">
                <a:solidFill>
                  <a:srgbClr val="111111"/>
                </a:solidFill>
                <a:latin typeface="Apple SD Gothic Neo"/>
                <a:ea typeface="Apple SD Gothic Neo"/>
                <a:cs typeface="Apple SD Gothic Neo"/>
              </a:defRPr>
            </a:lvl8pPr>
            <a:lvl9pPr algn="l">
              <a:defRPr sz="1950" b="1">
                <a:solidFill>
                  <a:srgbClr val="111111"/>
                </a:solidFill>
                <a:latin typeface="Apple SD Gothic Neo"/>
                <a:ea typeface="Apple SD Gothic Neo"/>
                <a:cs typeface="Apple SD Gothic Neo"/>
              </a:defRPr>
            </a:lvl9pPr>
          </a:lstStyle>
          <a:p xmlns:a="http://schemas.openxmlformats.org/drawingml/2006/main">
            <a:pPr algn="l">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이전에 전달한 설명</a:t>
            </a:r>
          </a:p>
        </p:txBody>
      </p:sp>
      <p:sp>
        <p:nvSpPr>
          <p:cNvPr id="23" name="Editable path 9">
            <a:extLst xmlns:a="http://schemas.openxmlformats.org/drawingml/2006/main">
              <a:ext uri="{FF2B5EF4-FFF2-40B4-BE49-F238E27FC236}">
                <a16:creationId xmlns:a16="http://schemas.microsoft.com/office/drawing/2014/main" id="{B4329C52-404C-4567-B318-F9DBBFFFD0E6}"/>
              </a:ext>
            </a:extLst>
          </p:cNvPr>
          <p:cNvSpPr>
            <a:spLocks xmlns:a="http://schemas.openxmlformats.org/drawingml/2006/main" noGrp="1"/>
          </p:cNvSpPr>
          <p:nvPr/>
        </p:nvSpPr>
        <p:spPr>
          <a:xfrm xmlns:a="http://schemas.openxmlformats.org/drawingml/2006/main">
            <a:off x="1143000" y="6096000"/>
            <a:ext cx="3009900" cy="953"/>
          </a:xfrm>
          <a:custGeom xmlns:a="http://schemas.openxmlformats.org/drawingml/2006/main">
            <a:pathLst>
              <a:path w="3009900" h="953">
                <a:moveTo>
                  <a:pt x="0" y="0"/>
                </a:moveTo>
                <a:lnTo>
                  <a:pt x="3009900" y="0"/>
                </a:lnTo>
              </a:path>
            </a:pathLst>
          </a:custGeom>
          <a:noFill xmlns:a="http://schemas.openxmlformats.org/drawingml/2006/main"/>
          <a:ln xmlns:a="http://schemas.openxmlformats.org/drawingml/2006/main" w="9525">
            <a:solidFill>
              <a:srgbClr val="B7B9B9"/>
            </a:solidFill>
            <a:prstDash val="solid"/>
          </a:ln>
        </p:spPr>
      </p:sp>
      <p:sp>
        <p:nvSpPr>
          <p:cNvPr id="24" name="DP1 object 10">
            <a:extLst xmlns:a="http://schemas.openxmlformats.org/drawingml/2006/main">
              <a:ext uri="{FF2B5EF4-FFF2-40B4-BE49-F238E27FC236}">
                <a16:creationId xmlns:a16="http://schemas.microsoft.com/office/drawing/2014/main" id="{954E15E4-851E-4501-B33F-34DE8292083D}"/>
              </a:ext>
            </a:extLst>
          </p:cNvPr>
          <p:cNvSpPr>
            <a:spLocks xmlns:a="http://schemas.openxmlformats.org/drawingml/2006/main" noGrp="1"/>
          </p:cNvSpPr>
          <p:nvPr/>
        </p:nvSpPr>
        <p:spPr>
          <a:xfrm xmlns:a="http://schemas.openxmlformats.org/drawingml/2006/main">
            <a:off x="1143000" y="6200775"/>
            <a:ext cx="30099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r>
              <a:t/>
            </a:r>
          </a:p>
        </p:txBody>
      </p:sp>
      <p:sp>
        <p:nvSpPr>
          <p:cNvPr id="25" name="DP1 object 11">
            <a:extLst xmlns:a="http://schemas.openxmlformats.org/drawingml/2006/main">
              <a:ext uri="{FF2B5EF4-FFF2-40B4-BE49-F238E27FC236}">
                <a16:creationId xmlns:a16="http://schemas.microsoft.com/office/drawing/2014/main" id="{BA46B698-70E4-4AB5-B989-1730C943D68D}"/>
              </a:ext>
            </a:extLst>
          </p:cNvPr>
          <p:cNvSpPr>
            <a:spLocks xmlns:a="http://schemas.openxmlformats.org/drawingml/2006/main" noGrp="1"/>
          </p:cNvSpPr>
          <p:nvPr/>
        </p:nvSpPr>
        <p:spPr>
          <a:xfrm xmlns:a="http://schemas.openxmlformats.org/drawingml/2006/main">
            <a:off x="1143000" y="6191250"/>
            <a:ext cx="2971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0">
                <a:solidFill>
                  <a:srgbClr val="111111"/>
                </a:solidFill>
                <a:latin typeface="Apple SD Gothic Neo"/>
                <a:ea typeface="Apple SD Gothic Neo"/>
                <a:cs typeface="Apple SD Gothic Neo"/>
              </a:defRPr>
            </a:defPPr>
            <a:lvl1pPr algn="l">
              <a:defRPr sz="1875" b="0">
                <a:solidFill>
                  <a:srgbClr val="111111"/>
                </a:solidFill>
                <a:latin typeface="Apple SD Gothic Neo"/>
                <a:ea typeface="Apple SD Gothic Neo"/>
                <a:cs typeface="Apple SD Gothic Neo"/>
              </a:defRPr>
            </a:lvl1pPr>
            <a:lvl2pPr algn="l">
              <a:defRPr sz="1875" b="0">
                <a:solidFill>
                  <a:srgbClr val="111111"/>
                </a:solidFill>
                <a:latin typeface="Apple SD Gothic Neo"/>
                <a:ea typeface="Apple SD Gothic Neo"/>
                <a:cs typeface="Apple SD Gothic Neo"/>
              </a:defRPr>
            </a:lvl2pPr>
            <a:lvl3pPr algn="l">
              <a:defRPr sz="1875" b="0">
                <a:solidFill>
                  <a:srgbClr val="111111"/>
                </a:solidFill>
                <a:latin typeface="Apple SD Gothic Neo"/>
                <a:ea typeface="Apple SD Gothic Neo"/>
                <a:cs typeface="Apple SD Gothic Neo"/>
              </a:defRPr>
            </a:lvl3pPr>
            <a:lvl4pPr algn="l">
              <a:defRPr sz="1875" b="0">
                <a:solidFill>
                  <a:srgbClr val="111111"/>
                </a:solidFill>
                <a:latin typeface="Apple SD Gothic Neo"/>
                <a:ea typeface="Apple SD Gothic Neo"/>
                <a:cs typeface="Apple SD Gothic Neo"/>
              </a:defRPr>
            </a:lvl4pPr>
            <a:lvl5pPr algn="l">
              <a:defRPr sz="1875" b="0">
                <a:solidFill>
                  <a:srgbClr val="111111"/>
                </a:solidFill>
                <a:latin typeface="Apple SD Gothic Neo"/>
                <a:ea typeface="Apple SD Gothic Neo"/>
                <a:cs typeface="Apple SD Gothic Neo"/>
              </a:defRPr>
            </a:lvl5pPr>
            <a:lvl6pPr algn="l">
              <a:defRPr sz="1875" b="0">
                <a:solidFill>
                  <a:srgbClr val="111111"/>
                </a:solidFill>
                <a:latin typeface="Apple SD Gothic Neo"/>
                <a:ea typeface="Apple SD Gothic Neo"/>
                <a:cs typeface="Apple SD Gothic Neo"/>
              </a:defRPr>
            </a:lvl6pPr>
            <a:lvl7pPr algn="l">
              <a:defRPr sz="1875" b="0">
                <a:solidFill>
                  <a:srgbClr val="111111"/>
                </a:solidFill>
                <a:latin typeface="Apple SD Gothic Neo"/>
                <a:ea typeface="Apple SD Gothic Neo"/>
                <a:cs typeface="Apple SD Gothic Neo"/>
              </a:defRPr>
            </a:lvl7pPr>
            <a:lvl8pPr algn="l">
              <a:defRPr sz="1875" b="0">
                <a:solidFill>
                  <a:srgbClr val="111111"/>
                </a:solidFill>
                <a:latin typeface="Apple SD Gothic Neo"/>
                <a:ea typeface="Apple SD Gothic Neo"/>
                <a:cs typeface="Apple SD Gothic Neo"/>
              </a:defRPr>
            </a:lvl8pPr>
            <a:lvl9pPr algn="l">
              <a:defRPr sz="1875" b="0">
                <a:solidFill>
                  <a:srgbClr val="111111"/>
                </a:solidFill>
                <a:latin typeface="Apple SD Gothic Neo"/>
                <a:ea typeface="Apple SD Gothic Neo"/>
                <a:cs typeface="Apple SD Gothic Neo"/>
              </a:defRPr>
            </a:lvl9pPr>
          </a:lstStyle>
          <a:p xmlns:a="http://schemas.openxmlformats.org/drawingml/2006/main">
            <a:pPr algn="l">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가격이 같으면</a:t>
            </a:r>
          </a:p>
        </p:txBody>
      </p:sp>
      <p:sp>
        <p:nvSpPr>
          <p:cNvPr id="26" name="DP1 object 12">
            <a:extLst xmlns:a="http://schemas.openxmlformats.org/drawingml/2006/main">
              <a:ext uri="{FF2B5EF4-FFF2-40B4-BE49-F238E27FC236}">
                <a16:creationId xmlns:a16="http://schemas.microsoft.com/office/drawing/2014/main" id="{9B34C6BE-AF8E-49FF-B59B-A4C6BF8AA79C}"/>
              </a:ext>
            </a:extLst>
          </p:cNvPr>
          <p:cNvSpPr>
            <a:spLocks xmlns:a="http://schemas.openxmlformats.org/drawingml/2006/main" noGrp="1"/>
          </p:cNvSpPr>
          <p:nvPr/>
        </p:nvSpPr>
        <p:spPr>
          <a:xfrm xmlns:a="http://schemas.openxmlformats.org/drawingml/2006/main">
            <a:off x="1123950" y="6762750"/>
            <a:ext cx="3019425" cy="333375"/>
          </a:xfrm>
          <a:prstGeom xmlns:a="http://schemas.openxmlformats.org/drawingml/2006/main" prst="rect">
            <a:avLst/>
          </a:prstGeom>
          <a:solidFill xmlns:a="http://schemas.openxmlformats.org/drawingml/2006/main">
            <a:srgbClr val="C9E1B3"/>
          </a:solidFill>
          <a:ln xmlns:a="http://schemas.openxmlformats.org/drawingml/2006/main" w="0">
            <a:noFill/>
            <a:prstDash val="solid"/>
          </a:ln>
        </p:spPr>
      </p:sp>
      <p:sp>
        <p:nvSpPr>
          <p:cNvPr id="27" name="DP1 object 13">
            <a:extLst xmlns:a="http://schemas.openxmlformats.org/drawingml/2006/main">
              <a:ext uri="{FF2B5EF4-FFF2-40B4-BE49-F238E27FC236}">
                <a16:creationId xmlns:a16="http://schemas.microsoft.com/office/drawing/2014/main" id="{1D466295-753A-4AA5-B8DA-626BD42D2AE1}"/>
              </a:ext>
            </a:extLst>
          </p:cNvPr>
          <p:cNvSpPr>
            <a:spLocks xmlns:a="http://schemas.openxmlformats.org/drawingml/2006/main" noGrp="1"/>
          </p:cNvSpPr>
          <p:nvPr/>
        </p:nvSpPr>
        <p:spPr>
          <a:xfrm xmlns:a="http://schemas.openxmlformats.org/drawingml/2006/main">
            <a:off x="1143000" y="6743700"/>
            <a:ext cx="2971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1">
                <a:solidFill>
                  <a:srgbClr val="111111"/>
                </a:solidFill>
                <a:latin typeface="Apple SD Gothic Neo"/>
                <a:ea typeface="Apple SD Gothic Neo"/>
                <a:cs typeface="Apple SD Gothic Neo"/>
              </a:defRPr>
            </a:defPPr>
            <a:lvl1pPr algn="l">
              <a:defRPr sz="1875" b="1">
                <a:solidFill>
                  <a:srgbClr val="111111"/>
                </a:solidFill>
                <a:latin typeface="Apple SD Gothic Neo"/>
                <a:ea typeface="Apple SD Gothic Neo"/>
                <a:cs typeface="Apple SD Gothic Neo"/>
              </a:defRPr>
            </a:lvl1pPr>
            <a:lvl2pPr algn="l">
              <a:defRPr sz="1875" b="1">
                <a:solidFill>
                  <a:srgbClr val="111111"/>
                </a:solidFill>
                <a:latin typeface="Apple SD Gothic Neo"/>
                <a:ea typeface="Apple SD Gothic Neo"/>
                <a:cs typeface="Apple SD Gothic Neo"/>
              </a:defRPr>
            </a:lvl2pPr>
            <a:lvl3pPr algn="l">
              <a:defRPr sz="1875" b="1">
                <a:solidFill>
                  <a:srgbClr val="111111"/>
                </a:solidFill>
                <a:latin typeface="Apple SD Gothic Neo"/>
                <a:ea typeface="Apple SD Gothic Neo"/>
                <a:cs typeface="Apple SD Gothic Neo"/>
              </a:defRPr>
            </a:lvl3pPr>
            <a:lvl4pPr algn="l">
              <a:defRPr sz="1875" b="1">
                <a:solidFill>
                  <a:srgbClr val="111111"/>
                </a:solidFill>
                <a:latin typeface="Apple SD Gothic Neo"/>
                <a:ea typeface="Apple SD Gothic Neo"/>
                <a:cs typeface="Apple SD Gothic Neo"/>
              </a:defRPr>
            </a:lvl4pPr>
            <a:lvl5pPr algn="l">
              <a:defRPr sz="1875" b="1">
                <a:solidFill>
                  <a:srgbClr val="111111"/>
                </a:solidFill>
                <a:latin typeface="Apple SD Gothic Neo"/>
                <a:ea typeface="Apple SD Gothic Neo"/>
                <a:cs typeface="Apple SD Gothic Neo"/>
              </a:defRPr>
            </a:lvl5pPr>
            <a:lvl6pPr algn="l">
              <a:defRPr sz="1875" b="1">
                <a:solidFill>
                  <a:srgbClr val="111111"/>
                </a:solidFill>
                <a:latin typeface="Apple SD Gothic Neo"/>
                <a:ea typeface="Apple SD Gothic Neo"/>
                <a:cs typeface="Apple SD Gothic Neo"/>
              </a:defRPr>
            </a:lvl6pPr>
            <a:lvl7pPr algn="l">
              <a:defRPr sz="1875" b="1">
                <a:solidFill>
                  <a:srgbClr val="111111"/>
                </a:solidFill>
                <a:latin typeface="Apple SD Gothic Neo"/>
                <a:ea typeface="Apple SD Gothic Neo"/>
                <a:cs typeface="Apple SD Gothic Neo"/>
              </a:defRPr>
            </a:lvl7pPr>
            <a:lvl8pPr algn="l">
              <a:defRPr sz="1875" b="1">
                <a:solidFill>
                  <a:srgbClr val="111111"/>
                </a:solidFill>
                <a:latin typeface="Apple SD Gothic Neo"/>
                <a:ea typeface="Apple SD Gothic Neo"/>
                <a:cs typeface="Apple SD Gothic Neo"/>
              </a:defRPr>
            </a:lvl8pPr>
            <a:lvl9pPr algn="l">
              <a:defRPr sz="1875" b="1">
                <a:solidFill>
                  <a:srgbClr val="111111"/>
                </a:solidFill>
                <a:latin typeface="Apple SD Gothic Neo"/>
                <a:ea typeface="Apple SD Gothic Neo"/>
                <a:cs typeface="Apple SD Gothic Neo"/>
              </a:defRPr>
            </a:lvl9pPr>
          </a:lstStyle>
          <a:p xmlns:a="http://schemas.openxmlformats.org/drawingml/2006/main">
            <a:pPr algn="l">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유지보수 기간 우선</a:t>
            </a:r>
          </a:p>
        </p:txBody>
      </p:sp>
      <p:sp>
        <p:nvSpPr>
          <p:cNvPr id="28" name="DP1 object 14">
            <a:extLst xmlns:a="http://schemas.openxmlformats.org/drawingml/2006/main">
              <a:ext uri="{FF2B5EF4-FFF2-40B4-BE49-F238E27FC236}">
                <a16:creationId xmlns:a16="http://schemas.microsoft.com/office/drawing/2014/main" id="{46B5D10E-54C3-41DB-B8DD-A788DB15E2A2}"/>
              </a:ext>
            </a:extLst>
          </p:cNvPr>
          <p:cNvSpPr>
            <a:spLocks xmlns:a="http://schemas.openxmlformats.org/drawingml/2006/main" noGrp="1"/>
          </p:cNvSpPr>
          <p:nvPr/>
        </p:nvSpPr>
        <p:spPr>
          <a:xfrm xmlns:a="http://schemas.openxmlformats.org/drawingml/2006/main">
            <a:off x="981075" y="762000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실제로 전달한 범위만</a:t>
            </a:r>
          </a:p>
        </p:txBody>
      </p:sp>
      <p:sp>
        <p:nvSpPr>
          <p:cNvPr id="29" name="앞선 제품 비교 결과">
            <a:extLst xmlns:a="http://schemas.openxmlformats.org/drawingml/2006/main">
              <a:ext uri="{FF2B5EF4-FFF2-40B4-BE49-F238E27FC236}">
                <a16:creationId xmlns:a16="http://schemas.microsoft.com/office/drawing/2014/main" id="{69F95689-0DE5-4D5E-ABC7-CD89CDE4DDD3}"/>
              </a:ext>
            </a:extLst>
          </p:cNvPr>
          <p:cNvSpPr>
            <a:spLocks xmlns:a="http://schemas.openxmlformats.org/drawingml/2006/main" noGrp="1"/>
          </p:cNvSpPr>
          <p:nvPr/>
        </p:nvSpPr>
        <p:spPr>
          <a:xfrm xmlns:a="http://schemas.openxmlformats.org/drawingml/2006/main">
            <a:off x="4981575" y="5553075"/>
            <a:ext cx="3333750" cy="1885950"/>
          </a:xfrm>
          <a:custGeom xmlns:a="http://schemas.openxmlformats.org/drawingml/2006/main">
            <a:pathLst>
              <a:path w="3333750" h="1885950">
                <a:moveTo>
                  <a:pt x="0" y="0"/>
                </a:moveTo>
                <a:lnTo>
                  <a:pt x="3181350" y="0"/>
                </a:lnTo>
                <a:lnTo>
                  <a:pt x="3333750" y="152400"/>
                </a:lnTo>
                <a:lnTo>
                  <a:pt x="3333750" y="1885950"/>
                </a:lnTo>
                <a:lnTo>
                  <a:pt x="0" y="1885950"/>
                </a:lnTo>
                <a:close/>
              </a:path>
            </a:pathLst>
          </a:custGeom>
          <a:solidFill xmlns:a="http://schemas.openxmlformats.org/drawingml/2006/main">
            <a:srgbClr val="FFFFFF"/>
          </a:solidFill>
          <a:ln xmlns:a="http://schemas.openxmlformats.org/drawingml/2006/main" w="16193">
            <a:solidFill>
              <a:srgbClr val="111111"/>
            </a:solidFill>
            <a:prstDash val="solid"/>
          </a:ln>
        </p:spPr>
      </p:sp>
      <p:sp>
        <p:nvSpPr>
          <p:cNvPr id="30" name="Editable path 15">
            <a:extLst xmlns:a="http://schemas.openxmlformats.org/drawingml/2006/main">
              <a:ext uri="{FF2B5EF4-FFF2-40B4-BE49-F238E27FC236}">
                <a16:creationId xmlns:a16="http://schemas.microsoft.com/office/drawing/2014/main" id="{2D7D6189-A309-48D6-872E-A3EAA4E062EC}"/>
              </a:ext>
            </a:extLst>
          </p:cNvPr>
          <p:cNvSpPr>
            <a:spLocks xmlns:a="http://schemas.openxmlformats.org/drawingml/2006/main" noGrp="1"/>
          </p:cNvSpPr>
          <p:nvPr/>
        </p:nvSpPr>
        <p:spPr>
          <a:xfrm xmlns:a="http://schemas.openxmlformats.org/drawingml/2006/main">
            <a:off x="8162925" y="5553075"/>
            <a:ext cx="152400" cy="152400"/>
          </a:xfrm>
          <a:custGeom xmlns:a="http://schemas.openxmlformats.org/drawingml/2006/main">
            <a:pathLst>
              <a:path w="152400" h="152400">
                <a:moveTo>
                  <a:pt x="0" y="0"/>
                </a:moveTo>
                <a:lnTo>
                  <a:pt x="0" y="152400"/>
                </a:lnTo>
                <a:lnTo>
                  <a:pt x="152400" y="152400"/>
                </a:lnTo>
              </a:path>
            </a:pathLst>
          </a:custGeom>
          <a:noFill xmlns:a="http://schemas.openxmlformats.org/drawingml/2006/main"/>
          <a:ln xmlns:a="http://schemas.openxmlformats.org/drawingml/2006/main" w="13335">
            <a:solidFill>
              <a:srgbClr val="111111"/>
            </a:solidFill>
            <a:prstDash val="solid"/>
          </a:ln>
        </p:spPr>
      </p:sp>
      <p:sp>
        <p:nvSpPr>
          <p:cNvPr id="31" name="DP1 object 16">
            <a:extLst xmlns:a="http://schemas.openxmlformats.org/drawingml/2006/main">
              <a:ext uri="{FF2B5EF4-FFF2-40B4-BE49-F238E27FC236}">
                <a16:creationId xmlns:a16="http://schemas.microsoft.com/office/drawing/2014/main" id="{787EA7F5-056F-4EA9-9F0A-859A453BE660}"/>
              </a:ext>
            </a:extLst>
          </p:cNvPr>
          <p:cNvSpPr>
            <a:spLocks xmlns:a="http://schemas.openxmlformats.org/drawingml/2006/main" noGrp="1"/>
          </p:cNvSpPr>
          <p:nvPr/>
        </p:nvSpPr>
        <p:spPr>
          <a:xfrm xmlns:a="http://schemas.openxmlformats.org/drawingml/2006/main">
            <a:off x="5143500" y="5695950"/>
            <a:ext cx="2971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111111"/>
                </a:solidFill>
                <a:latin typeface="Apple SD Gothic Neo"/>
                <a:ea typeface="Apple SD Gothic Neo"/>
                <a:cs typeface="Apple SD Gothic Neo"/>
              </a:defRPr>
            </a:defPPr>
            <a:lvl1pPr algn="l">
              <a:defRPr sz="1950" b="1">
                <a:solidFill>
                  <a:srgbClr val="111111"/>
                </a:solidFill>
                <a:latin typeface="Apple SD Gothic Neo"/>
                <a:ea typeface="Apple SD Gothic Neo"/>
                <a:cs typeface="Apple SD Gothic Neo"/>
              </a:defRPr>
            </a:lvl1pPr>
            <a:lvl2pPr algn="l">
              <a:defRPr sz="1950" b="1">
                <a:solidFill>
                  <a:srgbClr val="111111"/>
                </a:solidFill>
                <a:latin typeface="Apple SD Gothic Neo"/>
                <a:ea typeface="Apple SD Gothic Neo"/>
                <a:cs typeface="Apple SD Gothic Neo"/>
              </a:defRPr>
            </a:lvl2pPr>
            <a:lvl3pPr algn="l">
              <a:defRPr sz="1950" b="1">
                <a:solidFill>
                  <a:srgbClr val="111111"/>
                </a:solidFill>
                <a:latin typeface="Apple SD Gothic Neo"/>
                <a:ea typeface="Apple SD Gothic Neo"/>
                <a:cs typeface="Apple SD Gothic Neo"/>
              </a:defRPr>
            </a:lvl3pPr>
            <a:lvl4pPr algn="l">
              <a:defRPr sz="1950" b="1">
                <a:solidFill>
                  <a:srgbClr val="111111"/>
                </a:solidFill>
                <a:latin typeface="Apple SD Gothic Neo"/>
                <a:ea typeface="Apple SD Gothic Neo"/>
                <a:cs typeface="Apple SD Gothic Neo"/>
              </a:defRPr>
            </a:lvl4pPr>
            <a:lvl5pPr algn="l">
              <a:defRPr sz="1950" b="1">
                <a:solidFill>
                  <a:srgbClr val="111111"/>
                </a:solidFill>
                <a:latin typeface="Apple SD Gothic Neo"/>
                <a:ea typeface="Apple SD Gothic Neo"/>
                <a:cs typeface="Apple SD Gothic Neo"/>
              </a:defRPr>
            </a:lvl5pPr>
            <a:lvl6pPr algn="l">
              <a:defRPr sz="1950" b="1">
                <a:solidFill>
                  <a:srgbClr val="111111"/>
                </a:solidFill>
                <a:latin typeface="Apple SD Gothic Neo"/>
                <a:ea typeface="Apple SD Gothic Neo"/>
                <a:cs typeface="Apple SD Gothic Neo"/>
              </a:defRPr>
            </a:lvl6pPr>
            <a:lvl7pPr algn="l">
              <a:defRPr sz="1950" b="1">
                <a:solidFill>
                  <a:srgbClr val="111111"/>
                </a:solidFill>
                <a:latin typeface="Apple SD Gothic Neo"/>
                <a:ea typeface="Apple SD Gothic Neo"/>
                <a:cs typeface="Apple SD Gothic Neo"/>
              </a:defRPr>
            </a:lvl7pPr>
            <a:lvl8pPr algn="l">
              <a:defRPr sz="1950" b="1">
                <a:solidFill>
                  <a:srgbClr val="111111"/>
                </a:solidFill>
                <a:latin typeface="Apple SD Gothic Neo"/>
                <a:ea typeface="Apple SD Gothic Neo"/>
                <a:cs typeface="Apple SD Gothic Neo"/>
              </a:defRPr>
            </a:lvl8pPr>
            <a:lvl9pPr algn="l">
              <a:defRPr sz="1950" b="1">
                <a:solidFill>
                  <a:srgbClr val="111111"/>
                </a:solidFill>
                <a:latin typeface="Apple SD Gothic Neo"/>
                <a:ea typeface="Apple SD Gothic Neo"/>
                <a:cs typeface="Apple SD Gothic Neo"/>
              </a:defRPr>
            </a:lvl9pPr>
          </a:lstStyle>
          <a:p xmlns:a="http://schemas.openxmlformats.org/drawingml/2006/main">
            <a:pPr algn="l">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앞선 제품 비교 결과</a:t>
            </a:r>
          </a:p>
        </p:txBody>
      </p:sp>
      <p:sp>
        <p:nvSpPr>
          <p:cNvPr id="32" name="Editable path 17">
            <a:extLst xmlns:a="http://schemas.openxmlformats.org/drawingml/2006/main">
              <a:ext uri="{FF2B5EF4-FFF2-40B4-BE49-F238E27FC236}">
                <a16:creationId xmlns:a16="http://schemas.microsoft.com/office/drawing/2014/main" id="{8ACA86B1-6706-42B9-9F8E-9499AC543F0E}"/>
              </a:ext>
            </a:extLst>
          </p:cNvPr>
          <p:cNvSpPr>
            <a:spLocks xmlns:a="http://schemas.openxmlformats.org/drawingml/2006/main" noGrp="1"/>
          </p:cNvSpPr>
          <p:nvPr/>
        </p:nvSpPr>
        <p:spPr>
          <a:xfrm xmlns:a="http://schemas.openxmlformats.org/drawingml/2006/main">
            <a:off x="5143500" y="6096000"/>
            <a:ext cx="3009900" cy="953"/>
          </a:xfrm>
          <a:custGeom xmlns:a="http://schemas.openxmlformats.org/drawingml/2006/main">
            <a:pathLst>
              <a:path w="3009900" h="953">
                <a:moveTo>
                  <a:pt x="0" y="0"/>
                </a:moveTo>
                <a:lnTo>
                  <a:pt x="3009900" y="0"/>
                </a:lnTo>
              </a:path>
            </a:pathLst>
          </a:custGeom>
          <a:noFill xmlns:a="http://schemas.openxmlformats.org/drawingml/2006/main"/>
          <a:ln xmlns:a="http://schemas.openxmlformats.org/drawingml/2006/main" w="9525">
            <a:solidFill>
              <a:srgbClr val="B7B9B9"/>
            </a:solidFill>
            <a:prstDash val="solid"/>
          </a:ln>
        </p:spPr>
      </p:sp>
      <p:sp>
        <p:nvSpPr>
          <p:cNvPr id="33" name="DP1 object 18">
            <a:extLst xmlns:a="http://schemas.openxmlformats.org/drawingml/2006/main">
              <a:ext uri="{FF2B5EF4-FFF2-40B4-BE49-F238E27FC236}">
                <a16:creationId xmlns:a16="http://schemas.microsoft.com/office/drawing/2014/main" id="{812134E0-2C68-4AA6-90F3-3D16C58FFB33}"/>
              </a:ext>
            </a:extLst>
          </p:cNvPr>
          <p:cNvSpPr>
            <a:spLocks xmlns:a="http://schemas.openxmlformats.org/drawingml/2006/main" noGrp="1"/>
          </p:cNvSpPr>
          <p:nvPr/>
        </p:nvSpPr>
        <p:spPr>
          <a:xfrm xmlns:a="http://schemas.openxmlformats.org/drawingml/2006/main">
            <a:off x="5143500" y="6200775"/>
            <a:ext cx="30099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제품 A  /  제품 B</a:t>
            </a:r>
          </a:p>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가격 · 보증 · 설치 조건</a:t>
            </a:r>
          </a:p>
        </p:txBody>
      </p:sp>
      <p:sp>
        <p:nvSpPr>
          <p:cNvPr id="34" name="DP1 object 19">
            <a:extLst xmlns:a="http://schemas.openxmlformats.org/drawingml/2006/main">
              <a:ext uri="{FF2B5EF4-FFF2-40B4-BE49-F238E27FC236}">
                <a16:creationId xmlns:a16="http://schemas.microsoft.com/office/drawing/2014/main" id="{21FE2B17-496C-44BE-B16E-0C7DB2B8E681}"/>
              </a:ext>
            </a:extLst>
          </p:cNvPr>
          <p:cNvSpPr>
            <a:spLocks xmlns:a="http://schemas.openxmlformats.org/drawingml/2006/main" noGrp="1"/>
          </p:cNvSpPr>
          <p:nvPr/>
        </p:nvSpPr>
        <p:spPr>
          <a:xfrm xmlns:a="http://schemas.openxmlformats.org/drawingml/2006/main">
            <a:off x="4981575" y="762000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다른 업무의 결과도 필요</a:t>
            </a:r>
          </a:p>
        </p:txBody>
      </p:sp>
      <p:sp>
        <p:nvSpPr>
          <p:cNvPr id="35" name="현재 견적  v2">
            <a:extLst xmlns:a="http://schemas.openxmlformats.org/drawingml/2006/main">
              <a:ext uri="{FF2B5EF4-FFF2-40B4-BE49-F238E27FC236}">
                <a16:creationId xmlns:a16="http://schemas.microsoft.com/office/drawing/2014/main" id="{E7B2FB87-F1CC-4437-8982-5226CA31D3FE}"/>
              </a:ext>
            </a:extLst>
          </p:cNvPr>
          <p:cNvSpPr>
            <a:spLocks xmlns:a="http://schemas.openxmlformats.org/drawingml/2006/main" noGrp="1"/>
          </p:cNvSpPr>
          <p:nvPr/>
        </p:nvSpPr>
        <p:spPr>
          <a:xfrm xmlns:a="http://schemas.openxmlformats.org/drawingml/2006/main">
            <a:off x="8982075" y="5553075"/>
            <a:ext cx="3333750" cy="1885950"/>
          </a:xfrm>
          <a:custGeom xmlns:a="http://schemas.openxmlformats.org/drawingml/2006/main">
            <a:pathLst>
              <a:path w="3333750" h="1885950">
                <a:moveTo>
                  <a:pt x="0" y="0"/>
                </a:moveTo>
                <a:lnTo>
                  <a:pt x="3181350" y="0"/>
                </a:lnTo>
                <a:lnTo>
                  <a:pt x="3333750" y="152400"/>
                </a:lnTo>
                <a:lnTo>
                  <a:pt x="3333750" y="1885950"/>
                </a:lnTo>
                <a:lnTo>
                  <a:pt x="0" y="1885950"/>
                </a:lnTo>
                <a:close/>
              </a:path>
            </a:pathLst>
          </a:custGeom>
          <a:solidFill xmlns:a="http://schemas.openxmlformats.org/drawingml/2006/main">
            <a:srgbClr val="FFFFFF"/>
          </a:solidFill>
          <a:ln xmlns:a="http://schemas.openxmlformats.org/drawingml/2006/main" w="16193">
            <a:solidFill>
              <a:srgbClr val="111111"/>
            </a:solidFill>
            <a:prstDash val="solid"/>
          </a:ln>
        </p:spPr>
      </p:sp>
      <p:sp>
        <p:nvSpPr>
          <p:cNvPr id="36" name="Editable path 20">
            <a:extLst xmlns:a="http://schemas.openxmlformats.org/drawingml/2006/main">
              <a:ext uri="{FF2B5EF4-FFF2-40B4-BE49-F238E27FC236}">
                <a16:creationId xmlns:a16="http://schemas.microsoft.com/office/drawing/2014/main" id="{05D42854-8061-44EC-8AA5-58F629B37AD6}"/>
              </a:ext>
            </a:extLst>
          </p:cNvPr>
          <p:cNvSpPr>
            <a:spLocks xmlns:a="http://schemas.openxmlformats.org/drawingml/2006/main" noGrp="1"/>
          </p:cNvSpPr>
          <p:nvPr/>
        </p:nvSpPr>
        <p:spPr>
          <a:xfrm xmlns:a="http://schemas.openxmlformats.org/drawingml/2006/main">
            <a:off x="12163425" y="5553075"/>
            <a:ext cx="152400" cy="152400"/>
          </a:xfrm>
          <a:custGeom xmlns:a="http://schemas.openxmlformats.org/drawingml/2006/main">
            <a:pathLst>
              <a:path w="152400" h="152400">
                <a:moveTo>
                  <a:pt x="0" y="0"/>
                </a:moveTo>
                <a:lnTo>
                  <a:pt x="0" y="152400"/>
                </a:lnTo>
                <a:lnTo>
                  <a:pt x="152400" y="152400"/>
                </a:lnTo>
              </a:path>
            </a:pathLst>
          </a:custGeom>
          <a:noFill xmlns:a="http://schemas.openxmlformats.org/drawingml/2006/main"/>
          <a:ln xmlns:a="http://schemas.openxmlformats.org/drawingml/2006/main" w="13335">
            <a:solidFill>
              <a:srgbClr val="111111"/>
            </a:solidFill>
            <a:prstDash val="solid"/>
          </a:ln>
        </p:spPr>
      </p:sp>
      <p:sp>
        <p:nvSpPr>
          <p:cNvPr id="37" name="DP1 object 21">
            <a:extLst xmlns:a="http://schemas.openxmlformats.org/drawingml/2006/main">
              <a:ext uri="{FF2B5EF4-FFF2-40B4-BE49-F238E27FC236}">
                <a16:creationId xmlns:a16="http://schemas.microsoft.com/office/drawing/2014/main" id="{9AC95AB6-C480-4D41-AE0E-E5BEAD741657}"/>
              </a:ext>
            </a:extLst>
          </p:cNvPr>
          <p:cNvSpPr>
            <a:spLocks xmlns:a="http://schemas.openxmlformats.org/drawingml/2006/main" noGrp="1"/>
          </p:cNvSpPr>
          <p:nvPr/>
        </p:nvSpPr>
        <p:spPr>
          <a:xfrm xmlns:a="http://schemas.openxmlformats.org/drawingml/2006/main">
            <a:off x="9144000" y="5695950"/>
            <a:ext cx="2971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111111"/>
                </a:solidFill>
                <a:latin typeface="Apple SD Gothic Neo"/>
                <a:ea typeface="Apple SD Gothic Neo"/>
                <a:cs typeface="Apple SD Gothic Neo"/>
              </a:defRPr>
            </a:defPPr>
            <a:lvl1pPr algn="l">
              <a:defRPr sz="1950" b="1">
                <a:solidFill>
                  <a:srgbClr val="111111"/>
                </a:solidFill>
                <a:latin typeface="Apple SD Gothic Neo"/>
                <a:ea typeface="Apple SD Gothic Neo"/>
                <a:cs typeface="Apple SD Gothic Neo"/>
              </a:defRPr>
            </a:lvl1pPr>
            <a:lvl2pPr algn="l">
              <a:defRPr sz="1950" b="1">
                <a:solidFill>
                  <a:srgbClr val="111111"/>
                </a:solidFill>
                <a:latin typeface="Apple SD Gothic Neo"/>
                <a:ea typeface="Apple SD Gothic Neo"/>
                <a:cs typeface="Apple SD Gothic Neo"/>
              </a:defRPr>
            </a:lvl2pPr>
            <a:lvl3pPr algn="l">
              <a:defRPr sz="1950" b="1">
                <a:solidFill>
                  <a:srgbClr val="111111"/>
                </a:solidFill>
                <a:latin typeface="Apple SD Gothic Neo"/>
                <a:ea typeface="Apple SD Gothic Neo"/>
                <a:cs typeface="Apple SD Gothic Neo"/>
              </a:defRPr>
            </a:lvl3pPr>
            <a:lvl4pPr algn="l">
              <a:defRPr sz="1950" b="1">
                <a:solidFill>
                  <a:srgbClr val="111111"/>
                </a:solidFill>
                <a:latin typeface="Apple SD Gothic Neo"/>
                <a:ea typeface="Apple SD Gothic Neo"/>
                <a:cs typeface="Apple SD Gothic Neo"/>
              </a:defRPr>
            </a:lvl4pPr>
            <a:lvl5pPr algn="l">
              <a:defRPr sz="1950" b="1">
                <a:solidFill>
                  <a:srgbClr val="111111"/>
                </a:solidFill>
                <a:latin typeface="Apple SD Gothic Neo"/>
                <a:ea typeface="Apple SD Gothic Neo"/>
                <a:cs typeface="Apple SD Gothic Neo"/>
              </a:defRPr>
            </a:lvl5pPr>
            <a:lvl6pPr algn="l">
              <a:defRPr sz="1950" b="1">
                <a:solidFill>
                  <a:srgbClr val="111111"/>
                </a:solidFill>
                <a:latin typeface="Apple SD Gothic Neo"/>
                <a:ea typeface="Apple SD Gothic Neo"/>
                <a:cs typeface="Apple SD Gothic Neo"/>
              </a:defRPr>
            </a:lvl6pPr>
            <a:lvl7pPr algn="l">
              <a:defRPr sz="1950" b="1">
                <a:solidFill>
                  <a:srgbClr val="111111"/>
                </a:solidFill>
                <a:latin typeface="Apple SD Gothic Neo"/>
                <a:ea typeface="Apple SD Gothic Neo"/>
                <a:cs typeface="Apple SD Gothic Neo"/>
              </a:defRPr>
            </a:lvl7pPr>
            <a:lvl8pPr algn="l">
              <a:defRPr sz="1950" b="1">
                <a:solidFill>
                  <a:srgbClr val="111111"/>
                </a:solidFill>
                <a:latin typeface="Apple SD Gothic Neo"/>
                <a:ea typeface="Apple SD Gothic Neo"/>
                <a:cs typeface="Apple SD Gothic Neo"/>
              </a:defRPr>
            </a:lvl8pPr>
            <a:lvl9pPr algn="l">
              <a:defRPr sz="1950" b="1">
                <a:solidFill>
                  <a:srgbClr val="111111"/>
                </a:solidFill>
                <a:latin typeface="Apple SD Gothic Neo"/>
                <a:ea typeface="Apple SD Gothic Neo"/>
                <a:cs typeface="Apple SD Gothic Neo"/>
              </a:defRPr>
            </a:lvl9pPr>
          </a:lstStyle>
          <a:p xmlns:a="http://schemas.openxmlformats.org/drawingml/2006/main">
            <a:pPr algn="l">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현재 견적  v2</a:t>
            </a:r>
          </a:p>
        </p:txBody>
      </p:sp>
      <p:sp>
        <p:nvSpPr>
          <p:cNvPr id="38" name="Editable path 22">
            <a:extLst xmlns:a="http://schemas.openxmlformats.org/drawingml/2006/main">
              <a:ext uri="{FF2B5EF4-FFF2-40B4-BE49-F238E27FC236}">
                <a16:creationId xmlns:a16="http://schemas.microsoft.com/office/drawing/2014/main" id="{5B4B9A92-6166-4B48-96EB-D2EEEE1A84E0}"/>
              </a:ext>
            </a:extLst>
          </p:cNvPr>
          <p:cNvSpPr>
            <a:spLocks xmlns:a="http://schemas.openxmlformats.org/drawingml/2006/main" noGrp="1"/>
          </p:cNvSpPr>
          <p:nvPr/>
        </p:nvSpPr>
        <p:spPr>
          <a:xfrm xmlns:a="http://schemas.openxmlformats.org/drawingml/2006/main">
            <a:off x="9144000" y="6096000"/>
            <a:ext cx="3009900" cy="953"/>
          </a:xfrm>
          <a:custGeom xmlns:a="http://schemas.openxmlformats.org/drawingml/2006/main">
            <a:pathLst>
              <a:path w="3009900" h="953">
                <a:moveTo>
                  <a:pt x="0" y="0"/>
                </a:moveTo>
                <a:lnTo>
                  <a:pt x="3009900" y="0"/>
                </a:lnTo>
              </a:path>
            </a:pathLst>
          </a:custGeom>
          <a:noFill xmlns:a="http://schemas.openxmlformats.org/drawingml/2006/main"/>
          <a:ln xmlns:a="http://schemas.openxmlformats.org/drawingml/2006/main" w="9525">
            <a:solidFill>
              <a:srgbClr val="B7B9B9"/>
            </a:solidFill>
            <a:prstDash val="solid"/>
          </a:ln>
        </p:spPr>
      </p:sp>
      <p:sp>
        <p:nvSpPr>
          <p:cNvPr id="39" name="DP1 object 23">
            <a:extLst xmlns:a="http://schemas.openxmlformats.org/drawingml/2006/main">
              <a:ext uri="{FF2B5EF4-FFF2-40B4-BE49-F238E27FC236}">
                <a16:creationId xmlns:a16="http://schemas.microsoft.com/office/drawing/2014/main" id="{F08C1B2F-0DDB-4E54-B06E-8E82D92B3CAF}"/>
              </a:ext>
            </a:extLst>
          </p:cNvPr>
          <p:cNvSpPr>
            <a:spLocks xmlns:a="http://schemas.openxmlformats.org/drawingml/2006/main" noGrp="1"/>
          </p:cNvSpPr>
          <p:nvPr/>
        </p:nvSpPr>
        <p:spPr>
          <a:xfrm xmlns:a="http://schemas.openxmlformats.org/drawingml/2006/main">
            <a:off x="9144000" y="6200775"/>
            <a:ext cx="30099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r>
              <a:t/>
            </a:r>
          </a:p>
        </p:txBody>
      </p:sp>
      <p:sp>
        <p:nvSpPr>
          <p:cNvPr id="40" name="DP1 object 24">
            <a:extLst xmlns:a="http://schemas.openxmlformats.org/drawingml/2006/main">
              <a:ext uri="{FF2B5EF4-FFF2-40B4-BE49-F238E27FC236}">
                <a16:creationId xmlns:a16="http://schemas.microsoft.com/office/drawing/2014/main" id="{D29D1653-1F3D-4599-93F9-DCF42EABE77C}"/>
              </a:ext>
            </a:extLst>
          </p:cNvPr>
          <p:cNvSpPr>
            <a:spLocks xmlns:a="http://schemas.openxmlformats.org/drawingml/2006/main" noGrp="1"/>
          </p:cNvSpPr>
          <p:nvPr/>
        </p:nvSpPr>
        <p:spPr>
          <a:xfrm xmlns:a="http://schemas.openxmlformats.org/drawingml/2006/main">
            <a:off x="9153525" y="6191250"/>
            <a:ext cx="29622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0">
                <a:solidFill>
                  <a:srgbClr val="111111"/>
                </a:solidFill>
                <a:latin typeface="Apple SD Gothic Neo"/>
                <a:ea typeface="Apple SD Gothic Neo"/>
                <a:cs typeface="Apple SD Gothic Neo"/>
              </a:defRPr>
            </a:defPPr>
            <a:lvl1pPr algn="l">
              <a:defRPr sz="1875" b="0">
                <a:solidFill>
                  <a:srgbClr val="111111"/>
                </a:solidFill>
                <a:latin typeface="Apple SD Gothic Neo"/>
                <a:ea typeface="Apple SD Gothic Neo"/>
                <a:cs typeface="Apple SD Gothic Neo"/>
              </a:defRPr>
            </a:lvl1pPr>
            <a:lvl2pPr algn="l">
              <a:defRPr sz="1875" b="0">
                <a:solidFill>
                  <a:srgbClr val="111111"/>
                </a:solidFill>
                <a:latin typeface="Apple SD Gothic Neo"/>
                <a:ea typeface="Apple SD Gothic Neo"/>
                <a:cs typeface="Apple SD Gothic Neo"/>
              </a:defRPr>
            </a:lvl2pPr>
            <a:lvl3pPr algn="l">
              <a:defRPr sz="1875" b="0">
                <a:solidFill>
                  <a:srgbClr val="111111"/>
                </a:solidFill>
                <a:latin typeface="Apple SD Gothic Neo"/>
                <a:ea typeface="Apple SD Gothic Neo"/>
                <a:cs typeface="Apple SD Gothic Neo"/>
              </a:defRPr>
            </a:lvl3pPr>
            <a:lvl4pPr algn="l">
              <a:defRPr sz="1875" b="0">
                <a:solidFill>
                  <a:srgbClr val="111111"/>
                </a:solidFill>
                <a:latin typeface="Apple SD Gothic Neo"/>
                <a:ea typeface="Apple SD Gothic Neo"/>
                <a:cs typeface="Apple SD Gothic Neo"/>
              </a:defRPr>
            </a:lvl4pPr>
            <a:lvl5pPr algn="l">
              <a:defRPr sz="1875" b="0">
                <a:solidFill>
                  <a:srgbClr val="111111"/>
                </a:solidFill>
                <a:latin typeface="Apple SD Gothic Neo"/>
                <a:ea typeface="Apple SD Gothic Neo"/>
                <a:cs typeface="Apple SD Gothic Neo"/>
              </a:defRPr>
            </a:lvl5pPr>
            <a:lvl6pPr algn="l">
              <a:defRPr sz="1875" b="0">
                <a:solidFill>
                  <a:srgbClr val="111111"/>
                </a:solidFill>
                <a:latin typeface="Apple SD Gothic Neo"/>
                <a:ea typeface="Apple SD Gothic Neo"/>
                <a:cs typeface="Apple SD Gothic Neo"/>
              </a:defRPr>
            </a:lvl6pPr>
            <a:lvl7pPr algn="l">
              <a:defRPr sz="1875" b="0">
                <a:solidFill>
                  <a:srgbClr val="111111"/>
                </a:solidFill>
                <a:latin typeface="Apple SD Gothic Neo"/>
                <a:ea typeface="Apple SD Gothic Neo"/>
                <a:cs typeface="Apple SD Gothic Neo"/>
              </a:defRPr>
            </a:lvl7pPr>
            <a:lvl8pPr algn="l">
              <a:defRPr sz="1875" b="0">
                <a:solidFill>
                  <a:srgbClr val="111111"/>
                </a:solidFill>
                <a:latin typeface="Apple SD Gothic Neo"/>
                <a:ea typeface="Apple SD Gothic Neo"/>
                <a:cs typeface="Apple SD Gothic Neo"/>
              </a:defRPr>
            </a:lvl8pPr>
            <a:lvl9pPr algn="l">
              <a:defRPr sz="1875" b="0">
                <a:solidFill>
                  <a:srgbClr val="111111"/>
                </a:solidFill>
                <a:latin typeface="Apple SD Gothic Neo"/>
                <a:ea typeface="Apple SD Gothic Neo"/>
                <a:cs typeface="Apple SD Gothic Neo"/>
              </a:defRPr>
            </a:lvl9pPr>
          </a:lstStyle>
          <a:p xmlns:a="http://schemas.openxmlformats.org/drawingml/2006/main">
            <a:pPr algn="l">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기존: 납기 4주</a:t>
            </a:r>
          </a:p>
        </p:txBody>
      </p:sp>
      <p:sp>
        <p:nvSpPr>
          <p:cNvPr id="41" name="Editable path 25">
            <a:extLst xmlns:a="http://schemas.openxmlformats.org/drawingml/2006/main">
              <a:ext uri="{FF2B5EF4-FFF2-40B4-BE49-F238E27FC236}">
                <a16:creationId xmlns:a16="http://schemas.microsoft.com/office/drawing/2014/main" id="{F091C5AE-58CC-4E81-9E4A-319D6DD0B735}"/>
              </a:ext>
            </a:extLst>
          </p:cNvPr>
          <p:cNvSpPr>
            <a:spLocks xmlns:a="http://schemas.openxmlformats.org/drawingml/2006/main" noGrp="1"/>
          </p:cNvSpPr>
          <p:nvPr/>
        </p:nvSpPr>
        <p:spPr>
          <a:xfrm xmlns:a="http://schemas.openxmlformats.org/drawingml/2006/main">
            <a:off x="9163050" y="6400800"/>
            <a:ext cx="1752600" cy="953"/>
          </a:xfrm>
          <a:custGeom xmlns:a="http://schemas.openxmlformats.org/drawingml/2006/main">
            <a:pathLst>
              <a:path w="1752600" h="953">
                <a:moveTo>
                  <a:pt x="0" y="0"/>
                </a:moveTo>
                <a:lnTo>
                  <a:pt x="1752600" y="0"/>
                </a:lnTo>
              </a:path>
            </a:pathLst>
          </a:custGeom>
          <a:noFill xmlns:a="http://schemas.openxmlformats.org/drawingml/2006/main"/>
          <a:ln xmlns:a="http://schemas.openxmlformats.org/drawingml/2006/main" w="25718">
            <a:solidFill>
              <a:srgbClr val="C00000"/>
            </a:solidFill>
            <a:prstDash val="solid"/>
          </a:ln>
        </p:spPr>
      </p:sp>
      <p:sp>
        <p:nvSpPr>
          <p:cNvPr id="42" name="DP1 object 26">
            <a:extLst xmlns:a="http://schemas.openxmlformats.org/drawingml/2006/main">
              <a:ext uri="{FF2B5EF4-FFF2-40B4-BE49-F238E27FC236}">
                <a16:creationId xmlns:a16="http://schemas.microsoft.com/office/drawing/2014/main" id="{240FE1BB-686E-4DFE-B129-AE895A95F13C}"/>
              </a:ext>
            </a:extLst>
          </p:cNvPr>
          <p:cNvSpPr>
            <a:spLocks xmlns:a="http://schemas.openxmlformats.org/drawingml/2006/main" noGrp="1"/>
          </p:cNvSpPr>
          <p:nvPr/>
        </p:nvSpPr>
        <p:spPr>
          <a:xfrm xmlns:a="http://schemas.openxmlformats.org/drawingml/2006/main">
            <a:off x="9153525" y="6781800"/>
            <a:ext cx="29622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1">
                <a:solidFill>
                  <a:srgbClr val="C00000"/>
                </a:solidFill>
                <a:latin typeface="Apple SD Gothic Neo"/>
                <a:ea typeface="Apple SD Gothic Neo"/>
                <a:cs typeface="Apple SD Gothic Neo"/>
              </a:defRPr>
            </a:defPPr>
            <a:lvl1pPr algn="l">
              <a:defRPr sz="2025" b="1">
                <a:solidFill>
                  <a:srgbClr val="C00000"/>
                </a:solidFill>
                <a:latin typeface="Apple SD Gothic Neo"/>
                <a:ea typeface="Apple SD Gothic Neo"/>
                <a:cs typeface="Apple SD Gothic Neo"/>
              </a:defRPr>
            </a:lvl1pPr>
            <a:lvl2pPr algn="l">
              <a:defRPr sz="2025" b="1">
                <a:solidFill>
                  <a:srgbClr val="C00000"/>
                </a:solidFill>
                <a:latin typeface="Apple SD Gothic Neo"/>
                <a:ea typeface="Apple SD Gothic Neo"/>
                <a:cs typeface="Apple SD Gothic Neo"/>
              </a:defRPr>
            </a:lvl2pPr>
            <a:lvl3pPr algn="l">
              <a:defRPr sz="2025" b="1">
                <a:solidFill>
                  <a:srgbClr val="C00000"/>
                </a:solidFill>
                <a:latin typeface="Apple SD Gothic Neo"/>
                <a:ea typeface="Apple SD Gothic Neo"/>
                <a:cs typeface="Apple SD Gothic Neo"/>
              </a:defRPr>
            </a:lvl3pPr>
            <a:lvl4pPr algn="l">
              <a:defRPr sz="2025" b="1">
                <a:solidFill>
                  <a:srgbClr val="C00000"/>
                </a:solidFill>
                <a:latin typeface="Apple SD Gothic Neo"/>
                <a:ea typeface="Apple SD Gothic Neo"/>
                <a:cs typeface="Apple SD Gothic Neo"/>
              </a:defRPr>
            </a:lvl4pPr>
            <a:lvl5pPr algn="l">
              <a:defRPr sz="2025" b="1">
                <a:solidFill>
                  <a:srgbClr val="C00000"/>
                </a:solidFill>
                <a:latin typeface="Apple SD Gothic Neo"/>
                <a:ea typeface="Apple SD Gothic Neo"/>
                <a:cs typeface="Apple SD Gothic Neo"/>
              </a:defRPr>
            </a:lvl5pPr>
            <a:lvl6pPr algn="l">
              <a:defRPr sz="2025" b="1">
                <a:solidFill>
                  <a:srgbClr val="C00000"/>
                </a:solidFill>
                <a:latin typeface="Apple SD Gothic Neo"/>
                <a:ea typeface="Apple SD Gothic Neo"/>
                <a:cs typeface="Apple SD Gothic Neo"/>
              </a:defRPr>
            </a:lvl6pPr>
            <a:lvl7pPr algn="l">
              <a:defRPr sz="2025" b="1">
                <a:solidFill>
                  <a:srgbClr val="C00000"/>
                </a:solidFill>
                <a:latin typeface="Apple SD Gothic Neo"/>
                <a:ea typeface="Apple SD Gothic Neo"/>
                <a:cs typeface="Apple SD Gothic Neo"/>
              </a:defRPr>
            </a:lvl7pPr>
            <a:lvl8pPr algn="l">
              <a:defRPr sz="2025" b="1">
                <a:solidFill>
                  <a:srgbClr val="C00000"/>
                </a:solidFill>
                <a:latin typeface="Apple SD Gothic Neo"/>
                <a:ea typeface="Apple SD Gothic Neo"/>
                <a:cs typeface="Apple SD Gothic Neo"/>
              </a:defRPr>
            </a:lvl8pPr>
            <a:lvl9pPr algn="l">
              <a:defRPr sz="2025" b="1">
                <a:solidFill>
                  <a:srgbClr val="C00000"/>
                </a:solidFill>
                <a:latin typeface="Apple SD Gothic Neo"/>
                <a:ea typeface="Apple SD Gothic Neo"/>
                <a:cs typeface="Apple SD Gothic Neo"/>
              </a:defRPr>
            </a:lvl9pPr>
          </a:lstStyle>
          <a:p xmlns:a="http://schemas.openxmlformats.org/drawingml/2006/main">
            <a:pPr algn="l">
              <a:defRPr sz="2025" b="1">
                <a:solidFill>
                  <a:srgbClr val="C00000"/>
                </a:solidFill>
                <a:latin typeface="Apple SD Gothic Neo"/>
                <a:ea typeface="Apple SD Gothic Neo"/>
                <a:cs typeface="Apple SD Gothic Neo"/>
              </a:defRPr>
            </a:pPr>
            <a:r>
              <a:rPr sz="2025" b="1">
                <a:solidFill>
                  <a:srgbClr val="C00000"/>
                </a:solidFill>
                <a:latin typeface="Apple SD Gothic Neo"/>
                <a:ea typeface="Apple SD Gothic Neo"/>
                <a:cs typeface="Apple SD Gothic Neo"/>
              </a:rPr>
              <a:t>변경: 납기 6주</a:t>
            </a:r>
          </a:p>
        </p:txBody>
      </p:sp>
      <p:sp>
        <p:nvSpPr>
          <p:cNvPr id="43" name="DP1 object 27">
            <a:extLst xmlns:a="http://schemas.openxmlformats.org/drawingml/2006/main">
              <a:ext uri="{FF2B5EF4-FFF2-40B4-BE49-F238E27FC236}">
                <a16:creationId xmlns:a16="http://schemas.microsoft.com/office/drawing/2014/main" id="{F2986A7B-620F-4C04-8A45-36B64AC06785}"/>
              </a:ext>
            </a:extLst>
          </p:cNvPr>
          <p:cNvSpPr>
            <a:spLocks xmlns:a="http://schemas.openxmlformats.org/drawingml/2006/main" noGrp="1"/>
          </p:cNvSpPr>
          <p:nvPr/>
        </p:nvSpPr>
        <p:spPr>
          <a:xfrm xmlns:a="http://schemas.openxmlformats.org/drawingml/2006/main">
            <a:off x="10782300" y="5210175"/>
            <a:ext cx="1524000" cy="323850"/>
          </a:xfrm>
          <a:prstGeom xmlns:a="http://schemas.openxmlformats.org/drawingml/2006/main" prst="rect">
            <a:avLst/>
          </a:prstGeom>
          <a:solidFill xmlns:a="http://schemas.openxmlformats.org/drawingml/2006/main">
            <a:srgbClr val="C9E1B3"/>
          </a:solidFill>
          <a:ln xmlns:a="http://schemas.openxmlformats.org/drawingml/2006/main" w="0">
            <a:noFill/>
            <a:prstDash val="solid"/>
          </a:ln>
        </p:spPr>
      </p:sp>
      <p:sp>
        <p:nvSpPr>
          <p:cNvPr id="44" name="DP1 object 28">
            <a:extLst xmlns:a="http://schemas.openxmlformats.org/drawingml/2006/main">
              <a:ext uri="{FF2B5EF4-FFF2-40B4-BE49-F238E27FC236}">
                <a16:creationId xmlns:a16="http://schemas.microsoft.com/office/drawing/2014/main" id="{583F7E71-0D5B-4813-8977-770F15810E30}"/>
              </a:ext>
            </a:extLst>
          </p:cNvPr>
          <p:cNvSpPr>
            <a:spLocks xmlns:a="http://schemas.openxmlformats.org/drawingml/2006/main" noGrp="1"/>
          </p:cNvSpPr>
          <p:nvPr/>
        </p:nvSpPr>
        <p:spPr>
          <a:xfrm xmlns:a="http://schemas.openxmlformats.org/drawingml/2006/main">
            <a:off x="10858500" y="5210175"/>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v1 → v2</a:t>
            </a:r>
          </a:p>
        </p:txBody>
      </p:sp>
      <p:sp>
        <p:nvSpPr>
          <p:cNvPr id="45" name="DP1 object 29">
            <a:extLst xmlns:a="http://schemas.openxmlformats.org/drawingml/2006/main">
              <a:ext uri="{FF2B5EF4-FFF2-40B4-BE49-F238E27FC236}">
                <a16:creationId xmlns:a16="http://schemas.microsoft.com/office/drawing/2014/main" id="{113B3905-D3E6-430D-9026-62976EB6AD74}"/>
              </a:ext>
            </a:extLst>
          </p:cNvPr>
          <p:cNvSpPr>
            <a:spLocks xmlns:a="http://schemas.openxmlformats.org/drawingml/2006/main" noGrp="1"/>
          </p:cNvSpPr>
          <p:nvPr/>
        </p:nvSpPr>
        <p:spPr>
          <a:xfrm xmlns:a="http://schemas.openxmlformats.org/drawingml/2006/main">
            <a:off x="8982075" y="762000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C00000"/>
                </a:solidFill>
                <a:latin typeface="Apple SD Gothic Neo"/>
                <a:ea typeface="Apple SD Gothic Neo"/>
                <a:cs typeface="Apple SD Gothic Neo"/>
              </a:defRPr>
            </a:defPPr>
            <a:lvl1pPr algn="ctr">
              <a:defRPr sz="1800" b="1">
                <a:solidFill>
                  <a:srgbClr val="C00000"/>
                </a:solidFill>
                <a:latin typeface="Apple SD Gothic Neo"/>
                <a:ea typeface="Apple SD Gothic Neo"/>
                <a:cs typeface="Apple SD Gothic Neo"/>
              </a:defRPr>
            </a:lvl1pPr>
            <a:lvl2pPr algn="ctr">
              <a:defRPr sz="1800" b="1">
                <a:solidFill>
                  <a:srgbClr val="C00000"/>
                </a:solidFill>
                <a:latin typeface="Apple SD Gothic Neo"/>
                <a:ea typeface="Apple SD Gothic Neo"/>
                <a:cs typeface="Apple SD Gothic Neo"/>
              </a:defRPr>
            </a:lvl2pPr>
            <a:lvl3pPr algn="ctr">
              <a:defRPr sz="1800" b="1">
                <a:solidFill>
                  <a:srgbClr val="C00000"/>
                </a:solidFill>
                <a:latin typeface="Apple SD Gothic Neo"/>
                <a:ea typeface="Apple SD Gothic Neo"/>
                <a:cs typeface="Apple SD Gothic Neo"/>
              </a:defRPr>
            </a:lvl3pPr>
            <a:lvl4pPr algn="ctr">
              <a:defRPr sz="1800" b="1">
                <a:solidFill>
                  <a:srgbClr val="C00000"/>
                </a:solidFill>
                <a:latin typeface="Apple SD Gothic Neo"/>
                <a:ea typeface="Apple SD Gothic Neo"/>
                <a:cs typeface="Apple SD Gothic Neo"/>
              </a:defRPr>
            </a:lvl4pPr>
            <a:lvl5pPr algn="ctr">
              <a:defRPr sz="1800" b="1">
                <a:solidFill>
                  <a:srgbClr val="C00000"/>
                </a:solidFill>
                <a:latin typeface="Apple SD Gothic Neo"/>
                <a:ea typeface="Apple SD Gothic Neo"/>
                <a:cs typeface="Apple SD Gothic Neo"/>
              </a:defRPr>
            </a:lvl5pPr>
            <a:lvl6pPr algn="ctr">
              <a:defRPr sz="1800" b="1">
                <a:solidFill>
                  <a:srgbClr val="C00000"/>
                </a:solidFill>
                <a:latin typeface="Apple SD Gothic Neo"/>
                <a:ea typeface="Apple SD Gothic Neo"/>
                <a:cs typeface="Apple SD Gothic Neo"/>
              </a:defRPr>
            </a:lvl6pPr>
            <a:lvl7pPr algn="ctr">
              <a:defRPr sz="1800" b="1">
                <a:solidFill>
                  <a:srgbClr val="C00000"/>
                </a:solidFill>
                <a:latin typeface="Apple SD Gothic Neo"/>
                <a:ea typeface="Apple SD Gothic Neo"/>
                <a:cs typeface="Apple SD Gothic Neo"/>
              </a:defRPr>
            </a:lvl7pPr>
            <a:lvl8pPr algn="ctr">
              <a:defRPr sz="1800" b="1">
                <a:solidFill>
                  <a:srgbClr val="C00000"/>
                </a:solidFill>
                <a:latin typeface="Apple SD Gothic Neo"/>
                <a:ea typeface="Apple SD Gothic Neo"/>
                <a:cs typeface="Apple SD Gothic Neo"/>
              </a:defRPr>
            </a:lvl8pPr>
            <a:lvl9pPr algn="ctr">
              <a:defRPr sz="1800" b="1">
                <a:solidFill>
                  <a:srgbClr val="C00000"/>
                </a:solidFill>
                <a:latin typeface="Apple SD Gothic Neo"/>
                <a:ea typeface="Apple SD Gothic Neo"/>
                <a:cs typeface="Apple SD Gothic Neo"/>
              </a:defRPr>
            </a:lvl9pPr>
          </a:lstStyle>
          <a:p xmlns:a="http://schemas.openxmlformats.org/drawingml/2006/main">
            <a:pPr algn="ctr">
              <a:defRPr sz="1800" b="1">
                <a:solidFill>
                  <a:srgbClr val="C00000"/>
                </a:solidFill>
                <a:latin typeface="Apple SD Gothic Neo"/>
                <a:ea typeface="Apple SD Gothic Neo"/>
                <a:cs typeface="Apple SD Gothic Neo"/>
              </a:defRPr>
            </a:pPr>
            <a:r>
              <a:rPr sz="1800" b="1">
                <a:solidFill>
                  <a:srgbClr val="C00000"/>
                </a:solidFill>
                <a:latin typeface="Apple SD Gothic Neo"/>
                <a:ea typeface="Apple SD Gothic Neo"/>
                <a:cs typeface="Apple SD Gothic Neo"/>
              </a:rPr>
              <a:t>정정 전 조건을 쓰면 안 됨</a:t>
            </a:r>
          </a:p>
        </p:txBody>
      </p:sp>
      <p:sp>
        <p:nvSpPr>
          <p:cNvPr id="46" name="Editable path 30">
            <a:extLst xmlns:a="http://schemas.openxmlformats.org/drawingml/2006/main">
              <a:ext uri="{FF2B5EF4-FFF2-40B4-BE49-F238E27FC236}">
                <a16:creationId xmlns:a16="http://schemas.microsoft.com/office/drawing/2014/main" id="{3D2F8930-E315-4B2B-804A-3C2D08FA30B6}"/>
              </a:ext>
            </a:extLst>
          </p:cNvPr>
          <p:cNvSpPr>
            <a:spLocks xmlns:a="http://schemas.openxmlformats.org/drawingml/2006/main" noGrp="1"/>
          </p:cNvSpPr>
          <p:nvPr/>
        </p:nvSpPr>
        <p:spPr>
          <a:xfrm xmlns:a="http://schemas.openxmlformats.org/drawingml/2006/main">
            <a:off x="2647950" y="4143375"/>
            <a:ext cx="953" cy="1409700"/>
          </a:xfrm>
          <a:custGeom xmlns:a="http://schemas.openxmlformats.org/drawingml/2006/main">
            <a:pathLst>
              <a:path w="953" h="1409700">
                <a:moveTo>
                  <a:pt x="0" y="1409700"/>
                </a:moveTo>
                <a:lnTo>
                  <a:pt x="0" y="609600"/>
                </a:lnTo>
                <a:lnTo>
                  <a:pt x="0" y="0"/>
                </a:lnTo>
              </a:path>
            </a:pathLst>
          </a:custGeom>
          <a:noFill xmlns:a="http://schemas.openxmlformats.org/drawingml/2006/main"/>
          <a:ln xmlns:a="http://schemas.openxmlformats.org/drawingml/2006/main" w="21908">
            <a:solidFill>
              <a:srgbClr val="111111"/>
            </a:solidFill>
            <a:prstDash val="solid"/>
          </a:ln>
        </p:spPr>
      </p:sp>
      <p:sp>
        <p:nvSpPr>
          <p:cNvPr id="47" name="Editable arrowhead 31">
            <a:extLst xmlns:a="http://schemas.openxmlformats.org/drawingml/2006/main">
              <a:ext uri="{FF2B5EF4-FFF2-40B4-BE49-F238E27FC236}">
                <a16:creationId xmlns:a16="http://schemas.microsoft.com/office/drawing/2014/main" id="{3B4EDB81-F0C2-47C5-8984-6BEE9BF8CF84}"/>
              </a:ext>
            </a:extLst>
          </p:cNvPr>
          <p:cNvSpPr>
            <a:spLocks xmlns:a="http://schemas.openxmlformats.org/drawingml/2006/main" noGrp="1"/>
          </p:cNvSpPr>
          <p:nvPr/>
        </p:nvSpPr>
        <p:spPr>
          <a:xfrm xmlns:a="http://schemas.openxmlformats.org/drawingml/2006/main">
            <a:off x="2600325" y="41433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8" name="DP1 object 32">
            <a:extLst xmlns:a="http://schemas.openxmlformats.org/drawingml/2006/main">
              <a:ext uri="{FF2B5EF4-FFF2-40B4-BE49-F238E27FC236}">
                <a16:creationId xmlns:a16="http://schemas.microsoft.com/office/drawing/2014/main" id="{FD448FAF-BB17-4525-8B85-B2AF416A0824}"/>
              </a:ext>
            </a:extLst>
          </p:cNvPr>
          <p:cNvSpPr>
            <a:spLocks xmlns:a="http://schemas.openxmlformats.org/drawingml/2006/main" noGrp="1"/>
          </p:cNvSpPr>
          <p:nvPr/>
        </p:nvSpPr>
        <p:spPr>
          <a:xfrm xmlns:a="http://schemas.openxmlformats.org/drawingml/2006/main">
            <a:off x="2505075" y="48863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49" name="DP1 object 33">
            <a:extLst xmlns:a="http://schemas.openxmlformats.org/drawingml/2006/main">
              <a:ext uri="{FF2B5EF4-FFF2-40B4-BE49-F238E27FC236}">
                <a16:creationId xmlns:a16="http://schemas.microsoft.com/office/drawing/2014/main" id="{C8C2EB0C-FCE9-493D-B699-07A391DF0D8C}"/>
              </a:ext>
            </a:extLst>
          </p:cNvPr>
          <p:cNvSpPr>
            <a:spLocks xmlns:a="http://schemas.openxmlformats.org/drawingml/2006/main" noGrp="1"/>
          </p:cNvSpPr>
          <p:nvPr/>
        </p:nvSpPr>
        <p:spPr>
          <a:xfrm xmlns:a="http://schemas.openxmlformats.org/drawingml/2006/main">
            <a:off x="2505075" y="48863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50" name="Editable path 34">
            <a:extLst xmlns:a="http://schemas.openxmlformats.org/drawingml/2006/main">
              <a:ext uri="{FF2B5EF4-FFF2-40B4-BE49-F238E27FC236}">
                <a16:creationId xmlns:a16="http://schemas.microsoft.com/office/drawing/2014/main" id="{4FA1425A-B05E-4FDE-8421-8ABE730BF20E}"/>
              </a:ext>
            </a:extLst>
          </p:cNvPr>
          <p:cNvSpPr>
            <a:spLocks xmlns:a="http://schemas.openxmlformats.org/drawingml/2006/main" noGrp="1"/>
          </p:cNvSpPr>
          <p:nvPr/>
        </p:nvSpPr>
        <p:spPr>
          <a:xfrm xmlns:a="http://schemas.openxmlformats.org/drawingml/2006/main">
            <a:off x="6648450" y="4143375"/>
            <a:ext cx="953" cy="1409700"/>
          </a:xfrm>
          <a:custGeom xmlns:a="http://schemas.openxmlformats.org/drawingml/2006/main">
            <a:pathLst>
              <a:path w="953" h="1409700">
                <a:moveTo>
                  <a:pt x="0" y="1409700"/>
                </a:moveTo>
                <a:lnTo>
                  <a:pt x="0" y="609600"/>
                </a:lnTo>
                <a:lnTo>
                  <a:pt x="0" y="0"/>
                </a:lnTo>
              </a:path>
            </a:pathLst>
          </a:custGeom>
          <a:noFill xmlns:a="http://schemas.openxmlformats.org/drawingml/2006/main"/>
          <a:ln xmlns:a="http://schemas.openxmlformats.org/drawingml/2006/main" w="21908">
            <a:solidFill>
              <a:srgbClr val="111111"/>
            </a:solidFill>
            <a:prstDash val="solid"/>
          </a:ln>
        </p:spPr>
      </p:sp>
      <p:sp>
        <p:nvSpPr>
          <p:cNvPr id="51" name="Editable arrowhead 35">
            <a:extLst xmlns:a="http://schemas.openxmlformats.org/drawingml/2006/main">
              <a:ext uri="{FF2B5EF4-FFF2-40B4-BE49-F238E27FC236}">
                <a16:creationId xmlns:a16="http://schemas.microsoft.com/office/drawing/2014/main" id="{1FB43ED7-ED43-46E6-B1FE-2F9154F5BF04}"/>
              </a:ext>
            </a:extLst>
          </p:cNvPr>
          <p:cNvSpPr>
            <a:spLocks xmlns:a="http://schemas.openxmlformats.org/drawingml/2006/main" noGrp="1"/>
          </p:cNvSpPr>
          <p:nvPr/>
        </p:nvSpPr>
        <p:spPr>
          <a:xfrm xmlns:a="http://schemas.openxmlformats.org/drawingml/2006/main">
            <a:off x="6600825" y="41433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2" name="DP1 object 36">
            <a:extLst xmlns:a="http://schemas.openxmlformats.org/drawingml/2006/main">
              <a:ext uri="{FF2B5EF4-FFF2-40B4-BE49-F238E27FC236}">
                <a16:creationId xmlns:a16="http://schemas.microsoft.com/office/drawing/2014/main" id="{CD2DB0F4-BC2C-4E31-800E-27769B17DFA3}"/>
              </a:ext>
            </a:extLst>
          </p:cNvPr>
          <p:cNvSpPr>
            <a:spLocks xmlns:a="http://schemas.openxmlformats.org/drawingml/2006/main" noGrp="1"/>
          </p:cNvSpPr>
          <p:nvPr/>
        </p:nvSpPr>
        <p:spPr>
          <a:xfrm xmlns:a="http://schemas.openxmlformats.org/drawingml/2006/main">
            <a:off x="6505575" y="48863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53" name="DP1 object 37">
            <a:extLst xmlns:a="http://schemas.openxmlformats.org/drawingml/2006/main">
              <a:ext uri="{FF2B5EF4-FFF2-40B4-BE49-F238E27FC236}">
                <a16:creationId xmlns:a16="http://schemas.microsoft.com/office/drawing/2014/main" id="{F7338619-559F-498E-8F1B-65A5744A5FFA}"/>
              </a:ext>
            </a:extLst>
          </p:cNvPr>
          <p:cNvSpPr>
            <a:spLocks xmlns:a="http://schemas.openxmlformats.org/drawingml/2006/main" noGrp="1"/>
          </p:cNvSpPr>
          <p:nvPr/>
        </p:nvSpPr>
        <p:spPr>
          <a:xfrm xmlns:a="http://schemas.openxmlformats.org/drawingml/2006/main">
            <a:off x="6505575" y="48863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54" name="Editable path 38">
            <a:extLst xmlns:a="http://schemas.openxmlformats.org/drawingml/2006/main">
              <a:ext uri="{FF2B5EF4-FFF2-40B4-BE49-F238E27FC236}">
                <a16:creationId xmlns:a16="http://schemas.microsoft.com/office/drawing/2014/main" id="{EF3EF4A2-9E81-4B17-8808-BBB1FF7E13D0}"/>
              </a:ext>
            </a:extLst>
          </p:cNvPr>
          <p:cNvSpPr>
            <a:spLocks xmlns:a="http://schemas.openxmlformats.org/drawingml/2006/main" noGrp="1"/>
          </p:cNvSpPr>
          <p:nvPr/>
        </p:nvSpPr>
        <p:spPr>
          <a:xfrm xmlns:a="http://schemas.openxmlformats.org/drawingml/2006/main">
            <a:off x="10648950" y="4143375"/>
            <a:ext cx="953" cy="1409700"/>
          </a:xfrm>
          <a:custGeom xmlns:a="http://schemas.openxmlformats.org/drawingml/2006/main">
            <a:pathLst>
              <a:path w="953" h="1409700">
                <a:moveTo>
                  <a:pt x="0" y="1409700"/>
                </a:moveTo>
                <a:lnTo>
                  <a:pt x="0" y="609600"/>
                </a:lnTo>
                <a:lnTo>
                  <a:pt x="0" y="0"/>
                </a:lnTo>
              </a:path>
            </a:pathLst>
          </a:custGeom>
          <a:noFill xmlns:a="http://schemas.openxmlformats.org/drawingml/2006/main"/>
          <a:ln xmlns:a="http://schemas.openxmlformats.org/drawingml/2006/main" w="21908">
            <a:solidFill>
              <a:srgbClr val="111111"/>
            </a:solidFill>
            <a:prstDash val="solid"/>
          </a:ln>
        </p:spPr>
      </p:sp>
      <p:sp>
        <p:nvSpPr>
          <p:cNvPr id="55" name="Editable arrowhead 39">
            <a:extLst xmlns:a="http://schemas.openxmlformats.org/drawingml/2006/main">
              <a:ext uri="{FF2B5EF4-FFF2-40B4-BE49-F238E27FC236}">
                <a16:creationId xmlns:a16="http://schemas.microsoft.com/office/drawing/2014/main" id="{52E3F82C-7A38-4656-B2B3-73F5F7FBDB4E}"/>
              </a:ext>
            </a:extLst>
          </p:cNvPr>
          <p:cNvSpPr>
            <a:spLocks xmlns:a="http://schemas.openxmlformats.org/drawingml/2006/main" noGrp="1"/>
          </p:cNvSpPr>
          <p:nvPr/>
        </p:nvSpPr>
        <p:spPr>
          <a:xfrm xmlns:a="http://schemas.openxmlformats.org/drawingml/2006/main">
            <a:off x="10601325" y="41433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6" name="DP1 object 40">
            <a:extLst xmlns:a="http://schemas.openxmlformats.org/drawingml/2006/main">
              <a:ext uri="{FF2B5EF4-FFF2-40B4-BE49-F238E27FC236}">
                <a16:creationId xmlns:a16="http://schemas.microsoft.com/office/drawing/2014/main" id="{E7E26F2B-81E4-4FE0-B10A-8DF65D8F030C}"/>
              </a:ext>
            </a:extLst>
          </p:cNvPr>
          <p:cNvSpPr>
            <a:spLocks xmlns:a="http://schemas.openxmlformats.org/drawingml/2006/main" noGrp="1"/>
          </p:cNvSpPr>
          <p:nvPr/>
        </p:nvSpPr>
        <p:spPr>
          <a:xfrm xmlns:a="http://schemas.openxmlformats.org/drawingml/2006/main">
            <a:off x="10506075" y="48863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57" name="DP1 object 41">
            <a:extLst xmlns:a="http://schemas.openxmlformats.org/drawingml/2006/main">
              <a:ext uri="{FF2B5EF4-FFF2-40B4-BE49-F238E27FC236}">
                <a16:creationId xmlns:a16="http://schemas.microsoft.com/office/drawing/2014/main" id="{DDCB5369-FC05-4567-B7DC-5676CDB45248}"/>
              </a:ext>
            </a:extLst>
          </p:cNvPr>
          <p:cNvSpPr>
            <a:spLocks xmlns:a="http://schemas.openxmlformats.org/drawingml/2006/main" noGrp="1"/>
          </p:cNvSpPr>
          <p:nvPr/>
        </p:nvSpPr>
        <p:spPr>
          <a:xfrm xmlns:a="http://schemas.openxmlformats.org/drawingml/2006/main">
            <a:off x="10506075" y="48863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3</a:t>
            </a:r>
          </a:p>
        </p:txBody>
      </p:sp>
      <p:sp>
        <p:nvSpPr>
          <p:cNvPr id="58" name="Editable path 42">
            <a:extLst xmlns:a="http://schemas.openxmlformats.org/drawingml/2006/main">
              <a:ext uri="{FF2B5EF4-FFF2-40B4-BE49-F238E27FC236}">
                <a16:creationId xmlns:a16="http://schemas.microsoft.com/office/drawing/2014/main" id="{1C31D6D0-F7C4-4D39-8E50-89696784FD98}"/>
              </a:ext>
            </a:extLst>
          </p:cNvPr>
          <p:cNvSpPr>
            <a:spLocks xmlns:a="http://schemas.openxmlformats.org/drawingml/2006/main" noGrp="1"/>
          </p:cNvSpPr>
          <p:nvPr/>
        </p:nvSpPr>
        <p:spPr>
          <a:xfrm xmlns:a="http://schemas.openxmlformats.org/drawingml/2006/main">
            <a:off x="12858750" y="2790825"/>
            <a:ext cx="953" cy="5295900"/>
          </a:xfrm>
          <a:custGeom xmlns:a="http://schemas.openxmlformats.org/drawingml/2006/main">
            <a:pathLst>
              <a:path w="953" h="5295900">
                <a:moveTo>
                  <a:pt x="0" y="0"/>
                </a:moveTo>
                <a:lnTo>
                  <a:pt x="0" y="5295900"/>
                </a:lnTo>
              </a:path>
            </a:pathLst>
          </a:custGeom>
          <a:noFill xmlns:a="http://schemas.openxmlformats.org/drawingml/2006/main"/>
          <a:ln xmlns:a="http://schemas.openxmlformats.org/drawingml/2006/main" w="12383">
            <a:solidFill>
              <a:srgbClr val="4676CB"/>
            </a:solidFill>
            <a:prstDash val="solid"/>
          </a:ln>
        </p:spPr>
      </p:sp>
      <p:sp>
        <p:nvSpPr>
          <p:cNvPr id="59" name="DP1 object 43">
            <a:extLst xmlns:a="http://schemas.openxmlformats.org/drawingml/2006/main">
              <a:ext uri="{FF2B5EF4-FFF2-40B4-BE49-F238E27FC236}">
                <a16:creationId xmlns:a16="http://schemas.microsoft.com/office/drawing/2014/main" id="{F7E4AF80-E99F-43BF-8FF9-422E586AC0AA}"/>
              </a:ext>
            </a:extLst>
          </p:cNvPr>
          <p:cNvSpPr>
            <a:spLocks xmlns:a="http://schemas.openxmlformats.org/drawingml/2006/main" noGrp="1"/>
          </p:cNvSpPr>
          <p:nvPr/>
        </p:nvSpPr>
        <p:spPr>
          <a:xfrm xmlns:a="http://schemas.openxmlformats.org/drawingml/2006/main">
            <a:off x="13335000" y="291465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325" b="1">
                <a:solidFill>
                  <a:srgbClr val="111111"/>
                </a:solidFill>
                <a:latin typeface="Apple SD Gothic Neo"/>
                <a:ea typeface="Apple SD Gothic Neo"/>
                <a:cs typeface="Apple SD Gothic Neo"/>
              </a:defRPr>
            </a:defPPr>
            <a:lvl1pPr algn="l">
              <a:defRPr sz="2325" b="1">
                <a:solidFill>
                  <a:srgbClr val="111111"/>
                </a:solidFill>
                <a:latin typeface="Apple SD Gothic Neo"/>
                <a:ea typeface="Apple SD Gothic Neo"/>
                <a:cs typeface="Apple SD Gothic Neo"/>
              </a:defRPr>
            </a:lvl1pPr>
            <a:lvl2pPr algn="l">
              <a:defRPr sz="2325" b="1">
                <a:solidFill>
                  <a:srgbClr val="111111"/>
                </a:solidFill>
                <a:latin typeface="Apple SD Gothic Neo"/>
                <a:ea typeface="Apple SD Gothic Neo"/>
                <a:cs typeface="Apple SD Gothic Neo"/>
              </a:defRPr>
            </a:lvl2pPr>
            <a:lvl3pPr algn="l">
              <a:defRPr sz="2325" b="1">
                <a:solidFill>
                  <a:srgbClr val="111111"/>
                </a:solidFill>
                <a:latin typeface="Apple SD Gothic Neo"/>
                <a:ea typeface="Apple SD Gothic Neo"/>
                <a:cs typeface="Apple SD Gothic Neo"/>
              </a:defRPr>
            </a:lvl3pPr>
            <a:lvl4pPr algn="l">
              <a:defRPr sz="2325" b="1">
                <a:solidFill>
                  <a:srgbClr val="111111"/>
                </a:solidFill>
                <a:latin typeface="Apple SD Gothic Neo"/>
                <a:ea typeface="Apple SD Gothic Neo"/>
                <a:cs typeface="Apple SD Gothic Neo"/>
              </a:defRPr>
            </a:lvl4pPr>
            <a:lvl5pPr algn="l">
              <a:defRPr sz="2325" b="1">
                <a:solidFill>
                  <a:srgbClr val="111111"/>
                </a:solidFill>
                <a:latin typeface="Apple SD Gothic Neo"/>
                <a:ea typeface="Apple SD Gothic Neo"/>
                <a:cs typeface="Apple SD Gothic Neo"/>
              </a:defRPr>
            </a:lvl5pPr>
            <a:lvl6pPr algn="l">
              <a:defRPr sz="2325" b="1">
                <a:solidFill>
                  <a:srgbClr val="111111"/>
                </a:solidFill>
                <a:latin typeface="Apple SD Gothic Neo"/>
                <a:ea typeface="Apple SD Gothic Neo"/>
                <a:cs typeface="Apple SD Gothic Neo"/>
              </a:defRPr>
            </a:lvl6pPr>
            <a:lvl7pPr algn="l">
              <a:defRPr sz="2325" b="1">
                <a:solidFill>
                  <a:srgbClr val="111111"/>
                </a:solidFill>
                <a:latin typeface="Apple SD Gothic Neo"/>
                <a:ea typeface="Apple SD Gothic Neo"/>
                <a:cs typeface="Apple SD Gothic Neo"/>
              </a:defRPr>
            </a:lvl7pPr>
            <a:lvl8pPr algn="l">
              <a:defRPr sz="2325" b="1">
                <a:solidFill>
                  <a:srgbClr val="111111"/>
                </a:solidFill>
                <a:latin typeface="Apple SD Gothic Neo"/>
                <a:ea typeface="Apple SD Gothic Neo"/>
                <a:cs typeface="Apple SD Gothic Neo"/>
              </a:defRPr>
            </a:lvl8pPr>
            <a:lvl9pPr algn="l">
              <a:defRPr sz="2325" b="1">
                <a:solidFill>
                  <a:srgbClr val="111111"/>
                </a:solidFill>
                <a:latin typeface="Apple SD Gothic Neo"/>
                <a:ea typeface="Apple SD Gothic Neo"/>
                <a:cs typeface="Apple SD Gothic Neo"/>
              </a:defRPr>
            </a:lvl9pPr>
          </a:lstStyle>
          <a:p xmlns:a="http://schemas.openxmlformats.org/drawingml/2006/main">
            <a:pPr algn="l">
              <a:defRPr sz="2325" b="1">
                <a:solidFill>
                  <a:srgbClr val="111111"/>
                </a:solidFill>
                <a:latin typeface="Apple SD Gothic Neo"/>
                <a:ea typeface="Apple SD Gothic Neo"/>
                <a:cs typeface="Apple SD Gothic Neo"/>
              </a:defRPr>
            </a:pPr>
            <a:r>
              <a:rPr sz="2325" b="1">
                <a:solidFill>
                  <a:srgbClr val="111111"/>
                </a:solidFill>
                <a:latin typeface="Apple SD Gothic Neo"/>
                <a:ea typeface="Apple SD Gothic Neo"/>
                <a:cs typeface="Apple SD Gothic Neo"/>
              </a:rPr>
              <a:t>무엇이 문제인가?</a:t>
            </a:r>
          </a:p>
        </p:txBody>
      </p:sp>
      <p:sp>
        <p:nvSpPr>
          <p:cNvPr id="60" name="DP1 object 44">
            <a:extLst xmlns:a="http://schemas.openxmlformats.org/drawingml/2006/main">
              <a:ext uri="{FF2B5EF4-FFF2-40B4-BE49-F238E27FC236}">
                <a16:creationId xmlns:a16="http://schemas.microsoft.com/office/drawing/2014/main" id="{49496846-6743-4E76-87DC-911AB92AFDEA}"/>
              </a:ext>
            </a:extLst>
          </p:cNvPr>
          <p:cNvSpPr>
            <a:spLocks xmlns:a="http://schemas.openxmlformats.org/drawingml/2006/main" noGrp="1"/>
          </p:cNvSpPr>
          <p:nvPr/>
        </p:nvSpPr>
        <p:spPr>
          <a:xfrm xmlns:a="http://schemas.openxmlformats.org/drawingml/2006/main">
            <a:off x="13363575" y="3705225"/>
            <a:ext cx="457200" cy="457200"/>
          </a:xfrm>
          <a:prstGeom xmlns:a="http://schemas.openxmlformats.org/drawingml/2006/main" prst="ellipse">
            <a:avLst/>
          </a:prstGeom>
          <a:solidFill xmlns:a="http://schemas.openxmlformats.org/drawingml/2006/main">
            <a:srgbClr val="C9E1B3"/>
          </a:solidFill>
          <a:ln xmlns:a="http://schemas.openxmlformats.org/drawingml/2006/main" w="0">
            <a:noFill/>
            <a:prstDash val="solid"/>
          </a:ln>
        </p:spPr>
      </p:sp>
      <p:sp>
        <p:nvSpPr>
          <p:cNvPr id="61" name="DP1 object 45">
            <a:extLst xmlns:a="http://schemas.openxmlformats.org/drawingml/2006/main">
              <a:ext uri="{FF2B5EF4-FFF2-40B4-BE49-F238E27FC236}">
                <a16:creationId xmlns:a16="http://schemas.microsoft.com/office/drawing/2014/main" id="{D9546FCF-4448-4BA0-9524-1260B5B461EB}"/>
              </a:ext>
            </a:extLst>
          </p:cNvPr>
          <p:cNvSpPr>
            <a:spLocks xmlns:a="http://schemas.openxmlformats.org/drawingml/2006/main" noGrp="1"/>
          </p:cNvSpPr>
          <p:nvPr/>
        </p:nvSpPr>
        <p:spPr>
          <a:xfrm xmlns:a="http://schemas.openxmlformats.org/drawingml/2006/main">
            <a:off x="13363575" y="370522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175" b="1">
                <a:solidFill>
                  <a:srgbClr val="111111"/>
                </a:solidFill>
                <a:latin typeface="Apple SD Gothic Neo"/>
                <a:ea typeface="Apple SD Gothic Neo"/>
                <a:cs typeface="Apple SD Gothic Neo"/>
              </a:defRPr>
            </a:defPPr>
            <a:lvl1pPr algn="ctr">
              <a:defRPr sz="2175" b="1">
                <a:solidFill>
                  <a:srgbClr val="111111"/>
                </a:solidFill>
                <a:latin typeface="Apple SD Gothic Neo"/>
                <a:ea typeface="Apple SD Gothic Neo"/>
                <a:cs typeface="Apple SD Gothic Neo"/>
              </a:defRPr>
            </a:lvl1pPr>
            <a:lvl2pPr algn="ctr">
              <a:defRPr sz="2175" b="1">
                <a:solidFill>
                  <a:srgbClr val="111111"/>
                </a:solidFill>
                <a:latin typeface="Apple SD Gothic Neo"/>
                <a:ea typeface="Apple SD Gothic Neo"/>
                <a:cs typeface="Apple SD Gothic Neo"/>
              </a:defRPr>
            </a:lvl2pPr>
            <a:lvl3pPr algn="ctr">
              <a:defRPr sz="2175" b="1">
                <a:solidFill>
                  <a:srgbClr val="111111"/>
                </a:solidFill>
                <a:latin typeface="Apple SD Gothic Neo"/>
                <a:ea typeface="Apple SD Gothic Neo"/>
                <a:cs typeface="Apple SD Gothic Neo"/>
              </a:defRPr>
            </a:lvl3pPr>
            <a:lvl4pPr algn="ctr">
              <a:defRPr sz="2175" b="1">
                <a:solidFill>
                  <a:srgbClr val="111111"/>
                </a:solidFill>
                <a:latin typeface="Apple SD Gothic Neo"/>
                <a:ea typeface="Apple SD Gothic Neo"/>
                <a:cs typeface="Apple SD Gothic Neo"/>
              </a:defRPr>
            </a:lvl4pPr>
            <a:lvl5pPr algn="ctr">
              <a:defRPr sz="2175" b="1">
                <a:solidFill>
                  <a:srgbClr val="111111"/>
                </a:solidFill>
                <a:latin typeface="Apple SD Gothic Neo"/>
                <a:ea typeface="Apple SD Gothic Neo"/>
                <a:cs typeface="Apple SD Gothic Neo"/>
              </a:defRPr>
            </a:lvl5pPr>
            <a:lvl6pPr algn="ctr">
              <a:defRPr sz="2175" b="1">
                <a:solidFill>
                  <a:srgbClr val="111111"/>
                </a:solidFill>
                <a:latin typeface="Apple SD Gothic Neo"/>
                <a:ea typeface="Apple SD Gothic Neo"/>
                <a:cs typeface="Apple SD Gothic Neo"/>
              </a:defRPr>
            </a:lvl6pPr>
            <a:lvl7pPr algn="ctr">
              <a:defRPr sz="2175" b="1">
                <a:solidFill>
                  <a:srgbClr val="111111"/>
                </a:solidFill>
                <a:latin typeface="Apple SD Gothic Neo"/>
                <a:ea typeface="Apple SD Gothic Neo"/>
                <a:cs typeface="Apple SD Gothic Neo"/>
              </a:defRPr>
            </a:lvl7pPr>
            <a:lvl8pPr algn="ctr">
              <a:defRPr sz="2175" b="1">
                <a:solidFill>
                  <a:srgbClr val="111111"/>
                </a:solidFill>
                <a:latin typeface="Apple SD Gothic Neo"/>
                <a:ea typeface="Apple SD Gothic Neo"/>
                <a:cs typeface="Apple SD Gothic Neo"/>
              </a:defRPr>
            </a:lvl8pPr>
            <a:lvl9pPr algn="ctr">
              <a:defRPr sz="2175" b="1">
                <a:solidFill>
                  <a:srgbClr val="111111"/>
                </a:solidFill>
                <a:latin typeface="Apple SD Gothic Neo"/>
                <a:ea typeface="Apple SD Gothic Neo"/>
                <a:cs typeface="Apple SD Gothic Neo"/>
              </a:defRPr>
            </a:lvl9pPr>
          </a:lstStyle>
          <a:p xmlns:a="http://schemas.openxmlformats.org/drawingml/2006/main">
            <a:pPr algn="ctr">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1</a:t>
            </a:r>
          </a:p>
        </p:txBody>
      </p:sp>
      <p:sp>
        <p:nvSpPr>
          <p:cNvPr id="62" name="DP1 object 46">
            <a:extLst xmlns:a="http://schemas.openxmlformats.org/drawingml/2006/main">
              <a:ext uri="{FF2B5EF4-FFF2-40B4-BE49-F238E27FC236}">
                <a16:creationId xmlns:a16="http://schemas.microsoft.com/office/drawing/2014/main" id="{FAB52884-D1F6-44B5-BAD2-0B11CFA76363}"/>
              </a:ext>
            </a:extLst>
          </p:cNvPr>
          <p:cNvSpPr>
            <a:spLocks xmlns:a="http://schemas.openxmlformats.org/drawingml/2006/main" noGrp="1"/>
          </p:cNvSpPr>
          <p:nvPr/>
        </p:nvSpPr>
        <p:spPr>
          <a:xfrm xmlns:a="http://schemas.openxmlformats.org/drawingml/2006/main">
            <a:off x="14030325" y="3705225"/>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111111"/>
                </a:solidFill>
                <a:latin typeface="Apple SD Gothic Neo"/>
                <a:ea typeface="Apple SD Gothic Neo"/>
                <a:cs typeface="Apple SD Gothic Neo"/>
              </a:defRPr>
            </a:defPPr>
            <a:lvl1pPr algn="l">
              <a:defRPr sz="2175" b="1">
                <a:solidFill>
                  <a:srgbClr val="111111"/>
                </a:solidFill>
                <a:latin typeface="Apple SD Gothic Neo"/>
                <a:ea typeface="Apple SD Gothic Neo"/>
                <a:cs typeface="Apple SD Gothic Neo"/>
              </a:defRPr>
            </a:lvl1pPr>
            <a:lvl2pPr algn="l">
              <a:defRPr sz="2175" b="1">
                <a:solidFill>
                  <a:srgbClr val="111111"/>
                </a:solidFill>
                <a:latin typeface="Apple SD Gothic Neo"/>
                <a:ea typeface="Apple SD Gothic Neo"/>
                <a:cs typeface="Apple SD Gothic Neo"/>
              </a:defRPr>
            </a:lvl2pPr>
            <a:lvl3pPr algn="l">
              <a:defRPr sz="2175" b="1">
                <a:solidFill>
                  <a:srgbClr val="111111"/>
                </a:solidFill>
                <a:latin typeface="Apple SD Gothic Neo"/>
                <a:ea typeface="Apple SD Gothic Neo"/>
                <a:cs typeface="Apple SD Gothic Neo"/>
              </a:defRPr>
            </a:lvl3pPr>
            <a:lvl4pPr algn="l">
              <a:defRPr sz="2175" b="1">
                <a:solidFill>
                  <a:srgbClr val="111111"/>
                </a:solidFill>
                <a:latin typeface="Apple SD Gothic Neo"/>
                <a:ea typeface="Apple SD Gothic Neo"/>
                <a:cs typeface="Apple SD Gothic Neo"/>
              </a:defRPr>
            </a:lvl4pPr>
            <a:lvl5pPr algn="l">
              <a:defRPr sz="2175" b="1">
                <a:solidFill>
                  <a:srgbClr val="111111"/>
                </a:solidFill>
                <a:latin typeface="Apple SD Gothic Neo"/>
                <a:ea typeface="Apple SD Gothic Neo"/>
                <a:cs typeface="Apple SD Gothic Neo"/>
              </a:defRPr>
            </a:lvl5pPr>
            <a:lvl6pPr algn="l">
              <a:defRPr sz="2175" b="1">
                <a:solidFill>
                  <a:srgbClr val="111111"/>
                </a:solidFill>
                <a:latin typeface="Apple SD Gothic Neo"/>
                <a:ea typeface="Apple SD Gothic Neo"/>
                <a:cs typeface="Apple SD Gothic Neo"/>
              </a:defRPr>
            </a:lvl6pPr>
            <a:lvl7pPr algn="l">
              <a:defRPr sz="2175" b="1">
                <a:solidFill>
                  <a:srgbClr val="111111"/>
                </a:solidFill>
                <a:latin typeface="Apple SD Gothic Neo"/>
                <a:ea typeface="Apple SD Gothic Neo"/>
                <a:cs typeface="Apple SD Gothic Neo"/>
              </a:defRPr>
            </a:lvl7pPr>
            <a:lvl8pPr algn="l">
              <a:defRPr sz="2175" b="1">
                <a:solidFill>
                  <a:srgbClr val="111111"/>
                </a:solidFill>
                <a:latin typeface="Apple SD Gothic Neo"/>
                <a:ea typeface="Apple SD Gothic Neo"/>
                <a:cs typeface="Apple SD Gothic Neo"/>
              </a:defRPr>
            </a:lvl8pPr>
            <a:lvl9pPr algn="l">
              <a:defRPr sz="2175" b="1">
                <a:solidFill>
                  <a:srgbClr val="111111"/>
                </a:solidFill>
                <a:latin typeface="Apple SD Gothic Neo"/>
                <a:ea typeface="Apple SD Gothic Neo"/>
                <a:cs typeface="Apple SD Gothic Neo"/>
              </a:defRPr>
            </a:lvl9pPr>
          </a:lstStyle>
          <a:p xmlns:a="http://schemas.openxmlformats.org/drawingml/2006/main">
            <a:pPr algn="l">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매번 다시 찾으면</a:t>
            </a:r>
          </a:p>
        </p:txBody>
      </p:sp>
      <p:sp>
        <p:nvSpPr>
          <p:cNvPr id="63" name="DP1 object 47">
            <a:extLst xmlns:a="http://schemas.openxmlformats.org/drawingml/2006/main">
              <a:ext uri="{FF2B5EF4-FFF2-40B4-BE49-F238E27FC236}">
                <a16:creationId xmlns:a16="http://schemas.microsoft.com/office/drawing/2014/main" id="{34CCEE5A-C28D-4391-BF25-0FEAC4123BCC}"/>
              </a:ext>
            </a:extLst>
          </p:cNvPr>
          <p:cNvSpPr>
            <a:spLocks xmlns:a="http://schemas.openxmlformats.org/drawingml/2006/main" noGrp="1"/>
          </p:cNvSpPr>
          <p:nvPr/>
        </p:nvSpPr>
        <p:spPr>
          <a:xfrm xmlns:a="http://schemas.openxmlformats.org/drawingml/2006/main">
            <a:off x="13382625" y="4343400"/>
            <a:ext cx="416242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00" b="1">
                <a:solidFill>
                  <a:srgbClr val="C00000"/>
                </a:solidFill>
                <a:latin typeface="Apple SD Gothic Neo"/>
                <a:ea typeface="Apple SD Gothic Neo"/>
                <a:cs typeface="Apple SD Gothic Neo"/>
              </a:defRPr>
            </a:defPPr>
            <a:lvl1pPr algn="l">
              <a:defRPr sz="2400" b="1">
                <a:solidFill>
                  <a:srgbClr val="C00000"/>
                </a:solidFill>
                <a:latin typeface="Apple SD Gothic Neo"/>
                <a:ea typeface="Apple SD Gothic Neo"/>
                <a:cs typeface="Apple SD Gothic Neo"/>
              </a:defRPr>
            </a:lvl1pPr>
            <a:lvl2pPr algn="l">
              <a:defRPr sz="2400" b="1">
                <a:solidFill>
                  <a:srgbClr val="C00000"/>
                </a:solidFill>
                <a:latin typeface="Apple SD Gothic Neo"/>
                <a:ea typeface="Apple SD Gothic Neo"/>
                <a:cs typeface="Apple SD Gothic Neo"/>
              </a:defRPr>
            </a:lvl2pPr>
            <a:lvl3pPr algn="l">
              <a:defRPr sz="2400" b="1">
                <a:solidFill>
                  <a:srgbClr val="C00000"/>
                </a:solidFill>
                <a:latin typeface="Apple SD Gothic Neo"/>
                <a:ea typeface="Apple SD Gothic Neo"/>
                <a:cs typeface="Apple SD Gothic Neo"/>
              </a:defRPr>
            </a:lvl3pPr>
            <a:lvl4pPr algn="l">
              <a:defRPr sz="2400" b="1">
                <a:solidFill>
                  <a:srgbClr val="C00000"/>
                </a:solidFill>
                <a:latin typeface="Apple SD Gothic Neo"/>
                <a:ea typeface="Apple SD Gothic Neo"/>
                <a:cs typeface="Apple SD Gothic Neo"/>
              </a:defRPr>
            </a:lvl4pPr>
            <a:lvl5pPr algn="l">
              <a:defRPr sz="2400" b="1">
                <a:solidFill>
                  <a:srgbClr val="C00000"/>
                </a:solidFill>
                <a:latin typeface="Apple SD Gothic Neo"/>
                <a:ea typeface="Apple SD Gothic Neo"/>
                <a:cs typeface="Apple SD Gothic Neo"/>
              </a:defRPr>
            </a:lvl5pPr>
            <a:lvl6pPr algn="l">
              <a:defRPr sz="2400" b="1">
                <a:solidFill>
                  <a:srgbClr val="C00000"/>
                </a:solidFill>
                <a:latin typeface="Apple SD Gothic Neo"/>
                <a:ea typeface="Apple SD Gothic Neo"/>
                <a:cs typeface="Apple SD Gothic Neo"/>
              </a:defRPr>
            </a:lvl6pPr>
            <a:lvl7pPr algn="l">
              <a:defRPr sz="2400" b="1">
                <a:solidFill>
                  <a:srgbClr val="C00000"/>
                </a:solidFill>
                <a:latin typeface="Apple SD Gothic Neo"/>
                <a:ea typeface="Apple SD Gothic Neo"/>
                <a:cs typeface="Apple SD Gothic Neo"/>
              </a:defRPr>
            </a:lvl7pPr>
            <a:lvl8pPr algn="l">
              <a:defRPr sz="2400" b="1">
                <a:solidFill>
                  <a:srgbClr val="C00000"/>
                </a:solidFill>
                <a:latin typeface="Apple SD Gothic Neo"/>
                <a:ea typeface="Apple SD Gothic Neo"/>
                <a:cs typeface="Apple SD Gothic Neo"/>
              </a:defRPr>
            </a:lvl8pPr>
            <a:lvl9pPr algn="l">
              <a:defRPr sz="2400" b="1">
                <a:solidFill>
                  <a:srgbClr val="C00000"/>
                </a:solidFill>
                <a:latin typeface="Apple SD Gothic Neo"/>
                <a:ea typeface="Apple SD Gothic Neo"/>
                <a:cs typeface="Apple SD Gothic Neo"/>
              </a:defRPr>
            </a:lvl9pPr>
          </a:lstStyle>
          <a:p xmlns:a="http://schemas.openxmlformats.org/drawingml/2006/main">
            <a:pPr algn="l">
              <a:defRPr sz="2400" b="1">
                <a:solidFill>
                  <a:srgbClr val="C00000"/>
                </a:solidFill>
                <a:latin typeface="Apple SD Gothic Neo"/>
                <a:ea typeface="Apple SD Gothic Neo"/>
                <a:cs typeface="Apple SD Gothic Neo"/>
              </a:defRPr>
            </a:pPr>
            <a:r>
              <a:rPr sz="2400" b="1">
                <a:solidFill>
                  <a:srgbClr val="C00000"/>
                </a:solidFill>
                <a:latin typeface="Apple SD Gothic Neo"/>
                <a:ea typeface="Apple SD Gothic Neo"/>
                <a:cs typeface="Apple SD Gothic Neo"/>
              </a:rPr>
              <a:t>반복 탐색·구성의</a:t>
            </a:r>
          </a:p>
          <a:p xmlns:a="http://schemas.openxmlformats.org/drawingml/2006/main">
            <a:pPr algn="l">
              <a:defRPr sz="2400" b="1">
                <a:solidFill>
                  <a:srgbClr val="C00000"/>
                </a:solidFill>
                <a:latin typeface="Apple SD Gothic Neo"/>
                <a:ea typeface="Apple SD Gothic Neo"/>
                <a:cs typeface="Apple SD Gothic Neo"/>
              </a:defRPr>
            </a:pPr>
            <a:r>
              <a:rPr sz="2400" b="1">
                <a:solidFill>
                  <a:srgbClr val="C00000"/>
                </a:solidFill>
                <a:latin typeface="Apple SD Gothic Neo"/>
                <a:ea typeface="Apple SD Gothic Neo"/>
                <a:cs typeface="Apple SD Gothic Neo"/>
              </a:rPr>
              <a:t>대기가 쌓임</a:t>
            </a:r>
          </a:p>
        </p:txBody>
      </p:sp>
      <p:sp>
        <p:nvSpPr>
          <p:cNvPr id="64" name="Editable path 48">
            <a:extLst xmlns:a="http://schemas.openxmlformats.org/drawingml/2006/main">
              <a:ext uri="{FF2B5EF4-FFF2-40B4-BE49-F238E27FC236}">
                <a16:creationId xmlns:a16="http://schemas.microsoft.com/office/drawing/2014/main" id="{288BF9ED-B6E4-42D0-A83D-DF87DF932028}"/>
              </a:ext>
            </a:extLst>
          </p:cNvPr>
          <p:cNvSpPr>
            <a:spLocks xmlns:a="http://schemas.openxmlformats.org/drawingml/2006/main" noGrp="1"/>
          </p:cNvSpPr>
          <p:nvPr/>
        </p:nvSpPr>
        <p:spPr>
          <a:xfrm xmlns:a="http://schemas.openxmlformats.org/drawingml/2006/main">
            <a:off x="13392150" y="5467350"/>
            <a:ext cx="4076700" cy="953"/>
          </a:xfrm>
          <a:custGeom xmlns:a="http://schemas.openxmlformats.org/drawingml/2006/main">
            <a:pathLst>
              <a:path w="4076700" h="953">
                <a:moveTo>
                  <a:pt x="0" y="0"/>
                </a:moveTo>
                <a:lnTo>
                  <a:pt x="4076700" y="0"/>
                </a:lnTo>
              </a:path>
            </a:pathLst>
          </a:custGeom>
          <a:noFill xmlns:a="http://schemas.openxmlformats.org/drawingml/2006/main"/>
          <a:ln xmlns:a="http://schemas.openxmlformats.org/drawingml/2006/main" w="13335">
            <a:solidFill>
              <a:srgbClr val="B7B9B9"/>
            </a:solidFill>
            <a:prstDash val="solid"/>
          </a:ln>
        </p:spPr>
      </p:sp>
      <p:sp>
        <p:nvSpPr>
          <p:cNvPr id="65" name="DP1 object 49">
            <a:extLst xmlns:a="http://schemas.openxmlformats.org/drawingml/2006/main">
              <a:ext uri="{FF2B5EF4-FFF2-40B4-BE49-F238E27FC236}">
                <a16:creationId xmlns:a16="http://schemas.microsoft.com/office/drawing/2014/main" id="{1076B1B9-4F30-4047-A26C-2BB80295FC36}"/>
              </a:ext>
            </a:extLst>
          </p:cNvPr>
          <p:cNvSpPr>
            <a:spLocks xmlns:a="http://schemas.openxmlformats.org/drawingml/2006/main" noGrp="1"/>
          </p:cNvSpPr>
          <p:nvPr/>
        </p:nvSpPr>
        <p:spPr>
          <a:xfrm xmlns:a="http://schemas.openxmlformats.org/drawingml/2006/main">
            <a:off x="13363575" y="5857875"/>
            <a:ext cx="457200" cy="457200"/>
          </a:xfrm>
          <a:prstGeom xmlns:a="http://schemas.openxmlformats.org/drawingml/2006/main" prst="ellipse">
            <a:avLst/>
          </a:prstGeom>
          <a:solidFill xmlns:a="http://schemas.openxmlformats.org/drawingml/2006/main">
            <a:srgbClr val="C9E1B3"/>
          </a:solidFill>
          <a:ln xmlns:a="http://schemas.openxmlformats.org/drawingml/2006/main" w="0">
            <a:noFill/>
            <a:prstDash val="solid"/>
          </a:ln>
        </p:spPr>
      </p:sp>
      <p:sp>
        <p:nvSpPr>
          <p:cNvPr id="66" name="DP1 object 50">
            <a:extLst xmlns:a="http://schemas.openxmlformats.org/drawingml/2006/main">
              <a:ext uri="{FF2B5EF4-FFF2-40B4-BE49-F238E27FC236}">
                <a16:creationId xmlns:a16="http://schemas.microsoft.com/office/drawing/2014/main" id="{B1603760-49BB-4CA8-A6CF-52091B4C41F6}"/>
              </a:ext>
            </a:extLst>
          </p:cNvPr>
          <p:cNvSpPr>
            <a:spLocks xmlns:a="http://schemas.openxmlformats.org/drawingml/2006/main" noGrp="1"/>
          </p:cNvSpPr>
          <p:nvPr/>
        </p:nvSpPr>
        <p:spPr>
          <a:xfrm xmlns:a="http://schemas.openxmlformats.org/drawingml/2006/main">
            <a:off x="13363575" y="58578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175" b="1">
                <a:solidFill>
                  <a:srgbClr val="111111"/>
                </a:solidFill>
                <a:latin typeface="Apple SD Gothic Neo"/>
                <a:ea typeface="Apple SD Gothic Neo"/>
                <a:cs typeface="Apple SD Gothic Neo"/>
              </a:defRPr>
            </a:defPPr>
            <a:lvl1pPr algn="ctr">
              <a:defRPr sz="2175" b="1">
                <a:solidFill>
                  <a:srgbClr val="111111"/>
                </a:solidFill>
                <a:latin typeface="Apple SD Gothic Neo"/>
                <a:ea typeface="Apple SD Gothic Neo"/>
                <a:cs typeface="Apple SD Gothic Neo"/>
              </a:defRPr>
            </a:lvl1pPr>
            <a:lvl2pPr algn="ctr">
              <a:defRPr sz="2175" b="1">
                <a:solidFill>
                  <a:srgbClr val="111111"/>
                </a:solidFill>
                <a:latin typeface="Apple SD Gothic Neo"/>
                <a:ea typeface="Apple SD Gothic Neo"/>
                <a:cs typeface="Apple SD Gothic Neo"/>
              </a:defRPr>
            </a:lvl2pPr>
            <a:lvl3pPr algn="ctr">
              <a:defRPr sz="2175" b="1">
                <a:solidFill>
                  <a:srgbClr val="111111"/>
                </a:solidFill>
                <a:latin typeface="Apple SD Gothic Neo"/>
                <a:ea typeface="Apple SD Gothic Neo"/>
                <a:cs typeface="Apple SD Gothic Neo"/>
              </a:defRPr>
            </a:lvl3pPr>
            <a:lvl4pPr algn="ctr">
              <a:defRPr sz="2175" b="1">
                <a:solidFill>
                  <a:srgbClr val="111111"/>
                </a:solidFill>
                <a:latin typeface="Apple SD Gothic Neo"/>
                <a:ea typeface="Apple SD Gothic Neo"/>
                <a:cs typeface="Apple SD Gothic Neo"/>
              </a:defRPr>
            </a:lvl4pPr>
            <a:lvl5pPr algn="ctr">
              <a:defRPr sz="2175" b="1">
                <a:solidFill>
                  <a:srgbClr val="111111"/>
                </a:solidFill>
                <a:latin typeface="Apple SD Gothic Neo"/>
                <a:ea typeface="Apple SD Gothic Neo"/>
                <a:cs typeface="Apple SD Gothic Neo"/>
              </a:defRPr>
            </a:lvl5pPr>
            <a:lvl6pPr algn="ctr">
              <a:defRPr sz="2175" b="1">
                <a:solidFill>
                  <a:srgbClr val="111111"/>
                </a:solidFill>
                <a:latin typeface="Apple SD Gothic Neo"/>
                <a:ea typeface="Apple SD Gothic Neo"/>
                <a:cs typeface="Apple SD Gothic Neo"/>
              </a:defRPr>
            </a:lvl6pPr>
            <a:lvl7pPr algn="ctr">
              <a:defRPr sz="2175" b="1">
                <a:solidFill>
                  <a:srgbClr val="111111"/>
                </a:solidFill>
                <a:latin typeface="Apple SD Gothic Neo"/>
                <a:ea typeface="Apple SD Gothic Neo"/>
                <a:cs typeface="Apple SD Gothic Neo"/>
              </a:defRPr>
            </a:lvl7pPr>
            <a:lvl8pPr algn="ctr">
              <a:defRPr sz="2175" b="1">
                <a:solidFill>
                  <a:srgbClr val="111111"/>
                </a:solidFill>
                <a:latin typeface="Apple SD Gothic Neo"/>
                <a:ea typeface="Apple SD Gothic Neo"/>
                <a:cs typeface="Apple SD Gothic Neo"/>
              </a:defRPr>
            </a:lvl8pPr>
            <a:lvl9pPr algn="ctr">
              <a:defRPr sz="2175" b="1">
                <a:solidFill>
                  <a:srgbClr val="111111"/>
                </a:solidFill>
                <a:latin typeface="Apple SD Gothic Neo"/>
                <a:ea typeface="Apple SD Gothic Neo"/>
                <a:cs typeface="Apple SD Gothic Neo"/>
              </a:defRPr>
            </a:lvl9pPr>
          </a:lstStyle>
          <a:p xmlns:a="http://schemas.openxmlformats.org/drawingml/2006/main">
            <a:pPr algn="ctr">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2</a:t>
            </a:r>
          </a:p>
        </p:txBody>
      </p:sp>
      <p:sp>
        <p:nvSpPr>
          <p:cNvPr id="67" name="DP1 object 51">
            <a:extLst xmlns:a="http://schemas.openxmlformats.org/drawingml/2006/main">
              <a:ext uri="{FF2B5EF4-FFF2-40B4-BE49-F238E27FC236}">
                <a16:creationId xmlns:a16="http://schemas.microsoft.com/office/drawing/2014/main" id="{1EA7BD21-F1F2-449D-826C-D8418E1B7F4D}"/>
              </a:ext>
            </a:extLst>
          </p:cNvPr>
          <p:cNvSpPr>
            <a:spLocks xmlns:a="http://schemas.openxmlformats.org/drawingml/2006/main" noGrp="1"/>
          </p:cNvSpPr>
          <p:nvPr/>
        </p:nvSpPr>
        <p:spPr>
          <a:xfrm xmlns:a="http://schemas.openxmlformats.org/drawingml/2006/main">
            <a:off x="14030325" y="5857875"/>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111111"/>
                </a:solidFill>
                <a:latin typeface="Apple SD Gothic Neo"/>
                <a:ea typeface="Apple SD Gothic Neo"/>
                <a:cs typeface="Apple SD Gothic Neo"/>
              </a:defRPr>
            </a:defPPr>
            <a:lvl1pPr algn="l">
              <a:defRPr sz="2175" b="1">
                <a:solidFill>
                  <a:srgbClr val="111111"/>
                </a:solidFill>
                <a:latin typeface="Apple SD Gothic Neo"/>
                <a:ea typeface="Apple SD Gothic Neo"/>
                <a:cs typeface="Apple SD Gothic Neo"/>
              </a:defRPr>
            </a:lvl1pPr>
            <a:lvl2pPr algn="l">
              <a:defRPr sz="2175" b="1">
                <a:solidFill>
                  <a:srgbClr val="111111"/>
                </a:solidFill>
                <a:latin typeface="Apple SD Gothic Neo"/>
                <a:ea typeface="Apple SD Gothic Neo"/>
                <a:cs typeface="Apple SD Gothic Neo"/>
              </a:defRPr>
            </a:lvl2pPr>
            <a:lvl3pPr algn="l">
              <a:defRPr sz="2175" b="1">
                <a:solidFill>
                  <a:srgbClr val="111111"/>
                </a:solidFill>
                <a:latin typeface="Apple SD Gothic Neo"/>
                <a:ea typeface="Apple SD Gothic Neo"/>
                <a:cs typeface="Apple SD Gothic Neo"/>
              </a:defRPr>
            </a:lvl3pPr>
            <a:lvl4pPr algn="l">
              <a:defRPr sz="2175" b="1">
                <a:solidFill>
                  <a:srgbClr val="111111"/>
                </a:solidFill>
                <a:latin typeface="Apple SD Gothic Neo"/>
                <a:ea typeface="Apple SD Gothic Neo"/>
                <a:cs typeface="Apple SD Gothic Neo"/>
              </a:defRPr>
            </a:lvl4pPr>
            <a:lvl5pPr algn="l">
              <a:defRPr sz="2175" b="1">
                <a:solidFill>
                  <a:srgbClr val="111111"/>
                </a:solidFill>
                <a:latin typeface="Apple SD Gothic Neo"/>
                <a:ea typeface="Apple SD Gothic Neo"/>
                <a:cs typeface="Apple SD Gothic Neo"/>
              </a:defRPr>
            </a:lvl5pPr>
            <a:lvl6pPr algn="l">
              <a:defRPr sz="2175" b="1">
                <a:solidFill>
                  <a:srgbClr val="111111"/>
                </a:solidFill>
                <a:latin typeface="Apple SD Gothic Neo"/>
                <a:ea typeface="Apple SD Gothic Neo"/>
                <a:cs typeface="Apple SD Gothic Neo"/>
              </a:defRPr>
            </a:lvl6pPr>
            <a:lvl7pPr algn="l">
              <a:defRPr sz="2175" b="1">
                <a:solidFill>
                  <a:srgbClr val="111111"/>
                </a:solidFill>
                <a:latin typeface="Apple SD Gothic Neo"/>
                <a:ea typeface="Apple SD Gothic Neo"/>
                <a:cs typeface="Apple SD Gothic Neo"/>
              </a:defRPr>
            </a:lvl7pPr>
            <a:lvl8pPr algn="l">
              <a:defRPr sz="2175" b="1">
                <a:solidFill>
                  <a:srgbClr val="111111"/>
                </a:solidFill>
                <a:latin typeface="Apple SD Gothic Neo"/>
                <a:ea typeface="Apple SD Gothic Neo"/>
                <a:cs typeface="Apple SD Gothic Neo"/>
              </a:defRPr>
            </a:lvl8pPr>
            <a:lvl9pPr algn="l">
              <a:defRPr sz="2175" b="1">
                <a:solidFill>
                  <a:srgbClr val="111111"/>
                </a:solidFill>
                <a:latin typeface="Apple SD Gothic Neo"/>
                <a:ea typeface="Apple SD Gothic Neo"/>
                <a:cs typeface="Apple SD Gothic Neo"/>
              </a:defRPr>
            </a:lvl9pPr>
          </a:lstStyle>
          <a:p xmlns:a="http://schemas.openxmlformats.org/drawingml/2006/main">
            <a:pPr algn="l">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이전 근거를 남기면</a:t>
            </a:r>
          </a:p>
        </p:txBody>
      </p:sp>
      <p:sp>
        <p:nvSpPr>
          <p:cNvPr id="68" name="DP1 object 52">
            <a:extLst xmlns:a="http://schemas.openxmlformats.org/drawingml/2006/main">
              <a:ext uri="{FF2B5EF4-FFF2-40B4-BE49-F238E27FC236}">
                <a16:creationId xmlns:a16="http://schemas.microsoft.com/office/drawing/2014/main" id="{57C40657-4D4D-49FA-A0F0-FC7ECE3C94C2}"/>
              </a:ext>
            </a:extLst>
          </p:cNvPr>
          <p:cNvSpPr>
            <a:spLocks xmlns:a="http://schemas.openxmlformats.org/drawingml/2006/main" noGrp="1"/>
          </p:cNvSpPr>
          <p:nvPr/>
        </p:nvSpPr>
        <p:spPr>
          <a:xfrm xmlns:a="http://schemas.openxmlformats.org/drawingml/2006/main">
            <a:off x="13382625" y="6515100"/>
            <a:ext cx="416242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C00000"/>
                </a:solidFill>
                <a:latin typeface="Apple SD Gothic Neo"/>
                <a:ea typeface="Apple SD Gothic Neo"/>
                <a:cs typeface="Apple SD Gothic Neo"/>
              </a:defRPr>
            </a:defPPr>
            <a:lvl1pPr algn="l">
              <a:defRPr sz="2250" b="1">
                <a:solidFill>
                  <a:srgbClr val="C00000"/>
                </a:solidFill>
                <a:latin typeface="Apple SD Gothic Neo"/>
                <a:ea typeface="Apple SD Gothic Neo"/>
                <a:cs typeface="Apple SD Gothic Neo"/>
              </a:defRPr>
            </a:lvl1pPr>
            <a:lvl2pPr algn="l">
              <a:defRPr sz="2250" b="1">
                <a:solidFill>
                  <a:srgbClr val="C00000"/>
                </a:solidFill>
                <a:latin typeface="Apple SD Gothic Neo"/>
                <a:ea typeface="Apple SD Gothic Neo"/>
                <a:cs typeface="Apple SD Gothic Neo"/>
              </a:defRPr>
            </a:lvl2pPr>
            <a:lvl3pPr algn="l">
              <a:defRPr sz="2250" b="1">
                <a:solidFill>
                  <a:srgbClr val="C00000"/>
                </a:solidFill>
                <a:latin typeface="Apple SD Gothic Neo"/>
                <a:ea typeface="Apple SD Gothic Neo"/>
                <a:cs typeface="Apple SD Gothic Neo"/>
              </a:defRPr>
            </a:lvl3pPr>
            <a:lvl4pPr algn="l">
              <a:defRPr sz="2250" b="1">
                <a:solidFill>
                  <a:srgbClr val="C00000"/>
                </a:solidFill>
                <a:latin typeface="Apple SD Gothic Neo"/>
                <a:ea typeface="Apple SD Gothic Neo"/>
                <a:cs typeface="Apple SD Gothic Neo"/>
              </a:defRPr>
            </a:lvl4pPr>
            <a:lvl5pPr algn="l">
              <a:defRPr sz="2250" b="1">
                <a:solidFill>
                  <a:srgbClr val="C00000"/>
                </a:solidFill>
                <a:latin typeface="Apple SD Gothic Neo"/>
                <a:ea typeface="Apple SD Gothic Neo"/>
                <a:cs typeface="Apple SD Gothic Neo"/>
              </a:defRPr>
            </a:lvl5pPr>
            <a:lvl6pPr algn="l">
              <a:defRPr sz="2250" b="1">
                <a:solidFill>
                  <a:srgbClr val="C00000"/>
                </a:solidFill>
                <a:latin typeface="Apple SD Gothic Neo"/>
                <a:ea typeface="Apple SD Gothic Neo"/>
                <a:cs typeface="Apple SD Gothic Neo"/>
              </a:defRPr>
            </a:lvl6pPr>
            <a:lvl7pPr algn="l">
              <a:defRPr sz="2250" b="1">
                <a:solidFill>
                  <a:srgbClr val="C00000"/>
                </a:solidFill>
                <a:latin typeface="Apple SD Gothic Neo"/>
                <a:ea typeface="Apple SD Gothic Neo"/>
                <a:cs typeface="Apple SD Gothic Neo"/>
              </a:defRPr>
            </a:lvl7pPr>
            <a:lvl8pPr algn="l">
              <a:defRPr sz="2250" b="1">
                <a:solidFill>
                  <a:srgbClr val="C00000"/>
                </a:solidFill>
                <a:latin typeface="Apple SD Gothic Neo"/>
                <a:ea typeface="Apple SD Gothic Neo"/>
                <a:cs typeface="Apple SD Gothic Neo"/>
              </a:defRPr>
            </a:lvl8pPr>
            <a:lvl9pPr algn="l">
              <a:defRPr sz="2250" b="1">
                <a:solidFill>
                  <a:srgbClr val="C00000"/>
                </a:solidFill>
                <a:latin typeface="Apple SD Gothic Neo"/>
                <a:ea typeface="Apple SD Gothic Neo"/>
                <a:cs typeface="Apple SD Gothic Neo"/>
              </a:defRPr>
            </a:lvl9pPr>
          </a:lstStyle>
          <a:p xmlns:a="http://schemas.openxmlformats.org/drawingml/2006/main">
            <a:pPr algn="l">
              <a:defRPr sz="2250" b="1">
                <a:solidFill>
                  <a:srgbClr val="C00000"/>
                </a:solidFill>
                <a:latin typeface="Apple SD Gothic Neo"/>
                <a:ea typeface="Apple SD Gothic Neo"/>
                <a:cs typeface="Apple SD Gothic Neo"/>
              </a:defRPr>
            </a:pPr>
            <a:r>
              <a:rPr sz="2250" b="1">
                <a:solidFill>
                  <a:srgbClr val="C00000"/>
                </a:solidFill>
                <a:latin typeface="Apple SD Gothic Neo"/>
                <a:ea typeface="Apple SD Gothic Neo"/>
                <a:cs typeface="Apple SD Gothic Neo"/>
              </a:rPr>
              <a:t>불필요한 유지·입력과</a:t>
            </a:r>
          </a:p>
          <a:p xmlns:a="http://schemas.openxmlformats.org/drawingml/2006/main">
            <a:pPr algn="l">
              <a:defRPr sz="2250" b="1">
                <a:solidFill>
                  <a:srgbClr val="C00000"/>
                </a:solidFill>
                <a:latin typeface="Apple SD Gothic Neo"/>
                <a:ea typeface="Apple SD Gothic Neo"/>
                <a:cs typeface="Apple SD Gothic Neo"/>
              </a:defRPr>
            </a:pPr>
            <a:r>
              <a:rPr sz="2250" b="1">
                <a:solidFill>
                  <a:srgbClr val="C00000"/>
                </a:solidFill>
                <a:latin typeface="Apple SD Gothic Neo"/>
                <a:ea typeface="Apple SD Gothic Neo"/>
                <a:cs typeface="Apple SD Gothic Neo"/>
              </a:rPr>
              <a:t>정정 갱신 비용이 생김</a:t>
            </a:r>
          </a:p>
        </p:txBody>
      </p:sp>
      <p:sp>
        <p:nvSpPr>
          <p:cNvPr id="69" name="Editable path 53">
            <a:extLst xmlns:a="http://schemas.openxmlformats.org/drawingml/2006/main">
              <a:ext uri="{FF2B5EF4-FFF2-40B4-BE49-F238E27FC236}">
                <a16:creationId xmlns:a16="http://schemas.microsoft.com/office/drawing/2014/main" id="{9FD94045-E654-45EE-B0D8-7D970265F699}"/>
              </a:ext>
            </a:extLst>
          </p:cNvPr>
          <p:cNvSpPr>
            <a:spLocks xmlns:a="http://schemas.openxmlformats.org/drawingml/2006/main" noGrp="1"/>
          </p:cNvSpPr>
          <p:nvPr/>
        </p:nvSpPr>
        <p:spPr>
          <a:xfrm xmlns:a="http://schemas.openxmlformats.org/drawingml/2006/main">
            <a:off x="590550" y="8524875"/>
            <a:ext cx="17116425" cy="953"/>
          </a:xfrm>
          <a:custGeom xmlns:a="http://schemas.openxmlformats.org/drawingml/2006/main">
            <a:pathLst>
              <a:path w="17116425" h="953">
                <a:moveTo>
                  <a:pt x="0" y="0"/>
                </a:moveTo>
                <a:lnTo>
                  <a:pt x="17116425" y="0"/>
                </a:lnTo>
              </a:path>
            </a:pathLst>
          </a:custGeom>
          <a:noFill xmlns:a="http://schemas.openxmlformats.org/drawingml/2006/main"/>
          <a:ln xmlns:a="http://schemas.openxmlformats.org/drawingml/2006/main" w="14288">
            <a:solidFill>
              <a:srgbClr val="4676CB"/>
            </a:solidFill>
            <a:prstDash val="solid"/>
          </a:ln>
        </p:spPr>
      </p:sp>
      <p:sp>
        <p:nvSpPr>
          <p:cNvPr id="70" name="DP1 object 54">
            <a:extLst xmlns:a="http://schemas.openxmlformats.org/drawingml/2006/main">
              <a:ext uri="{FF2B5EF4-FFF2-40B4-BE49-F238E27FC236}">
                <a16:creationId xmlns:a16="http://schemas.microsoft.com/office/drawing/2014/main" id="{7872E637-E5F7-424D-9889-F4E8D73763E3}"/>
              </a:ext>
            </a:extLst>
          </p:cNvPr>
          <p:cNvSpPr>
            <a:spLocks xmlns:a="http://schemas.openxmlformats.org/drawingml/2006/main" noGrp="1"/>
          </p:cNvSpPr>
          <p:nvPr/>
        </p:nvSpPr>
        <p:spPr>
          <a:xfrm xmlns:a="http://schemas.openxmlformats.org/drawingml/2006/main">
            <a:off x="628650" y="8829675"/>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550" b="1">
                <a:solidFill>
                  <a:srgbClr val="C00000"/>
                </a:solidFill>
                <a:latin typeface="Apple SD Gothic Neo"/>
                <a:ea typeface="Apple SD Gothic Neo"/>
                <a:cs typeface="Apple SD Gothic Neo"/>
              </a:defRPr>
            </a:defPPr>
            <a:lvl1pPr algn="l">
              <a:defRPr sz="2550" b="1">
                <a:solidFill>
                  <a:srgbClr val="C00000"/>
                </a:solidFill>
                <a:latin typeface="Apple SD Gothic Neo"/>
                <a:ea typeface="Apple SD Gothic Neo"/>
                <a:cs typeface="Apple SD Gothic Neo"/>
              </a:defRPr>
            </a:lvl1pPr>
            <a:lvl2pPr algn="l">
              <a:defRPr sz="2550" b="1">
                <a:solidFill>
                  <a:srgbClr val="C00000"/>
                </a:solidFill>
                <a:latin typeface="Apple SD Gothic Neo"/>
                <a:ea typeface="Apple SD Gothic Neo"/>
                <a:cs typeface="Apple SD Gothic Neo"/>
              </a:defRPr>
            </a:lvl2pPr>
            <a:lvl3pPr algn="l">
              <a:defRPr sz="2550" b="1">
                <a:solidFill>
                  <a:srgbClr val="C00000"/>
                </a:solidFill>
                <a:latin typeface="Apple SD Gothic Neo"/>
                <a:ea typeface="Apple SD Gothic Neo"/>
                <a:cs typeface="Apple SD Gothic Neo"/>
              </a:defRPr>
            </a:lvl3pPr>
            <a:lvl4pPr algn="l">
              <a:defRPr sz="2550" b="1">
                <a:solidFill>
                  <a:srgbClr val="C00000"/>
                </a:solidFill>
                <a:latin typeface="Apple SD Gothic Neo"/>
                <a:ea typeface="Apple SD Gothic Neo"/>
                <a:cs typeface="Apple SD Gothic Neo"/>
              </a:defRPr>
            </a:lvl4pPr>
            <a:lvl5pPr algn="l">
              <a:defRPr sz="2550" b="1">
                <a:solidFill>
                  <a:srgbClr val="C00000"/>
                </a:solidFill>
                <a:latin typeface="Apple SD Gothic Neo"/>
                <a:ea typeface="Apple SD Gothic Neo"/>
                <a:cs typeface="Apple SD Gothic Neo"/>
              </a:defRPr>
            </a:lvl5pPr>
            <a:lvl6pPr algn="l">
              <a:defRPr sz="2550" b="1">
                <a:solidFill>
                  <a:srgbClr val="C00000"/>
                </a:solidFill>
                <a:latin typeface="Apple SD Gothic Neo"/>
                <a:ea typeface="Apple SD Gothic Neo"/>
                <a:cs typeface="Apple SD Gothic Neo"/>
              </a:defRPr>
            </a:lvl6pPr>
            <a:lvl7pPr algn="l">
              <a:defRPr sz="2550" b="1">
                <a:solidFill>
                  <a:srgbClr val="C00000"/>
                </a:solidFill>
                <a:latin typeface="Apple SD Gothic Neo"/>
                <a:ea typeface="Apple SD Gothic Neo"/>
                <a:cs typeface="Apple SD Gothic Neo"/>
              </a:defRPr>
            </a:lvl7pPr>
            <a:lvl8pPr algn="l">
              <a:defRPr sz="2550" b="1">
                <a:solidFill>
                  <a:srgbClr val="C00000"/>
                </a:solidFill>
                <a:latin typeface="Apple SD Gothic Neo"/>
                <a:ea typeface="Apple SD Gothic Neo"/>
                <a:cs typeface="Apple SD Gothic Neo"/>
              </a:defRPr>
            </a:lvl8pPr>
            <a:lvl9pPr algn="l">
              <a:defRPr sz="2550" b="1">
                <a:solidFill>
                  <a:srgbClr val="C00000"/>
                </a:solidFill>
                <a:latin typeface="Apple SD Gothic Neo"/>
                <a:ea typeface="Apple SD Gothic Neo"/>
                <a:cs typeface="Apple SD Gothic Neo"/>
              </a:defRPr>
            </a:lvl9pPr>
          </a:lstStyle>
          <a:p xmlns:a="http://schemas.openxmlformats.org/drawingml/2006/main">
            <a:pPr algn="l">
              <a:defRPr sz="2550" b="1">
                <a:solidFill>
                  <a:srgbClr val="C00000"/>
                </a:solidFill>
                <a:latin typeface="Apple SD Gothic Neo"/>
                <a:ea typeface="Apple SD Gothic Neo"/>
                <a:cs typeface="Apple SD Gothic Neo"/>
              </a:defRPr>
            </a:pPr>
            <a:r>
              <a:rPr sz="2550" b="1">
                <a:solidFill>
                  <a:srgbClr val="C00000"/>
                </a:solidFill>
                <a:latin typeface="Apple SD Gothic Neo"/>
                <a:ea typeface="Apple SD Gothic Neo"/>
                <a:cs typeface="Apple SD Gothic Neo"/>
              </a:rPr>
              <a:t>이 DP의 질문</a:t>
            </a:r>
          </a:p>
        </p:txBody>
      </p:sp>
      <p:sp>
        <p:nvSpPr>
          <p:cNvPr id="71" name="DP1 object 55">
            <a:extLst xmlns:a="http://schemas.openxmlformats.org/drawingml/2006/main">
              <a:ext uri="{FF2B5EF4-FFF2-40B4-BE49-F238E27FC236}">
                <a16:creationId xmlns:a16="http://schemas.microsoft.com/office/drawing/2014/main" id="{F21249D7-12F6-420B-81D6-4CAF37CCCB13}"/>
              </a:ext>
            </a:extLst>
          </p:cNvPr>
          <p:cNvSpPr>
            <a:spLocks xmlns:a="http://schemas.openxmlformats.org/drawingml/2006/main" noGrp="1"/>
          </p:cNvSpPr>
          <p:nvPr/>
        </p:nvSpPr>
        <p:spPr>
          <a:xfrm xmlns:a="http://schemas.openxmlformats.org/drawingml/2006/main">
            <a:off x="3571875" y="8724900"/>
            <a:ext cx="1409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775" b="1">
                <a:solidFill>
                  <a:srgbClr val="111111"/>
                </a:solidFill>
                <a:latin typeface="Apple SD Gothic Neo"/>
                <a:ea typeface="Apple SD Gothic Neo"/>
                <a:cs typeface="Apple SD Gothic Neo"/>
              </a:defRPr>
            </a:defPPr>
            <a:lvl1pPr algn="l">
              <a:defRPr sz="2775" b="1">
                <a:solidFill>
                  <a:srgbClr val="111111"/>
                </a:solidFill>
                <a:latin typeface="Apple SD Gothic Neo"/>
                <a:ea typeface="Apple SD Gothic Neo"/>
                <a:cs typeface="Apple SD Gothic Neo"/>
              </a:defRPr>
            </a:lvl1pPr>
            <a:lvl2pPr algn="l">
              <a:defRPr sz="2775" b="1">
                <a:solidFill>
                  <a:srgbClr val="111111"/>
                </a:solidFill>
                <a:latin typeface="Apple SD Gothic Neo"/>
                <a:ea typeface="Apple SD Gothic Neo"/>
                <a:cs typeface="Apple SD Gothic Neo"/>
              </a:defRPr>
            </a:lvl2pPr>
            <a:lvl3pPr algn="l">
              <a:defRPr sz="2775" b="1">
                <a:solidFill>
                  <a:srgbClr val="111111"/>
                </a:solidFill>
                <a:latin typeface="Apple SD Gothic Neo"/>
                <a:ea typeface="Apple SD Gothic Neo"/>
                <a:cs typeface="Apple SD Gothic Neo"/>
              </a:defRPr>
            </a:lvl3pPr>
            <a:lvl4pPr algn="l">
              <a:defRPr sz="2775" b="1">
                <a:solidFill>
                  <a:srgbClr val="111111"/>
                </a:solidFill>
                <a:latin typeface="Apple SD Gothic Neo"/>
                <a:ea typeface="Apple SD Gothic Neo"/>
                <a:cs typeface="Apple SD Gothic Neo"/>
              </a:defRPr>
            </a:lvl4pPr>
            <a:lvl5pPr algn="l">
              <a:defRPr sz="2775" b="1">
                <a:solidFill>
                  <a:srgbClr val="111111"/>
                </a:solidFill>
                <a:latin typeface="Apple SD Gothic Neo"/>
                <a:ea typeface="Apple SD Gothic Neo"/>
                <a:cs typeface="Apple SD Gothic Neo"/>
              </a:defRPr>
            </a:lvl5pPr>
            <a:lvl6pPr algn="l">
              <a:defRPr sz="2775" b="1">
                <a:solidFill>
                  <a:srgbClr val="111111"/>
                </a:solidFill>
                <a:latin typeface="Apple SD Gothic Neo"/>
                <a:ea typeface="Apple SD Gothic Neo"/>
                <a:cs typeface="Apple SD Gothic Neo"/>
              </a:defRPr>
            </a:lvl6pPr>
            <a:lvl7pPr algn="l">
              <a:defRPr sz="2775" b="1">
                <a:solidFill>
                  <a:srgbClr val="111111"/>
                </a:solidFill>
                <a:latin typeface="Apple SD Gothic Neo"/>
                <a:ea typeface="Apple SD Gothic Neo"/>
                <a:cs typeface="Apple SD Gothic Neo"/>
              </a:defRPr>
            </a:lvl7pPr>
            <a:lvl8pPr algn="l">
              <a:defRPr sz="2775" b="1">
                <a:solidFill>
                  <a:srgbClr val="111111"/>
                </a:solidFill>
                <a:latin typeface="Apple SD Gothic Neo"/>
                <a:ea typeface="Apple SD Gothic Neo"/>
                <a:cs typeface="Apple SD Gothic Neo"/>
              </a:defRPr>
            </a:lvl8pPr>
            <a:lvl9pPr algn="l">
              <a:defRPr sz="2775" b="1">
                <a:solidFill>
                  <a:srgbClr val="111111"/>
                </a:solidFill>
                <a:latin typeface="Apple SD Gothic Neo"/>
                <a:ea typeface="Apple SD Gothic Neo"/>
                <a:cs typeface="Apple SD Gothic Neo"/>
              </a:defRPr>
            </a:lvl9pPr>
          </a:lstStyle>
          <a:p xmlns:a="http://schemas.openxmlformats.org/drawingml/2006/main">
            <a:pPr algn="l">
              <a:defRPr sz="2775" b="1">
                <a:solidFill>
                  <a:srgbClr val="111111"/>
                </a:solidFill>
                <a:latin typeface="Apple SD Gothic Neo"/>
                <a:ea typeface="Apple SD Gothic Neo"/>
                <a:cs typeface="Apple SD Gothic Neo"/>
              </a:defRPr>
            </a:pPr>
            <a:r>
              <a:rPr sz="2775" b="1">
                <a:solidFill>
                  <a:srgbClr val="111111"/>
                </a:solidFill>
                <a:latin typeface="Apple SD Gothic Neo"/>
                <a:ea typeface="Apple SD Gothic Neo"/>
                <a:cs typeface="Apple SD Gothic Neo"/>
              </a:rPr>
              <a:t>앞서 읽은 근거를, 다음 요청에 어떻게 공급할 것인가?</a:t>
            </a:r>
          </a:p>
        </p:txBody>
      </p:sp>
      <p:sp>
        <p:nvSpPr>
          <p:cNvPr id="72" name="DP1 object 56">
            <a:extLst xmlns:a="http://schemas.openxmlformats.org/drawingml/2006/main">
              <a:ext uri="{FF2B5EF4-FFF2-40B4-BE49-F238E27FC236}">
                <a16:creationId xmlns:a16="http://schemas.microsoft.com/office/drawing/2014/main" id="{FC950630-2F06-4C29-B849-D5CDAD071B9D}"/>
              </a:ext>
            </a:extLst>
          </p:cNvPr>
          <p:cNvSpPr>
            <a:spLocks xmlns:a="http://schemas.openxmlformats.org/drawingml/2006/main" noGrp="1"/>
          </p:cNvSpPr>
          <p:nvPr/>
        </p:nvSpPr>
        <p:spPr>
          <a:xfrm xmlns:a="http://schemas.openxmlformats.org/drawingml/2006/main">
            <a:off x="3571875" y="9391650"/>
            <a:ext cx="1409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0">
                <a:solidFill>
                  <a:srgbClr val="111111"/>
                </a:solidFill>
                <a:latin typeface="Apple SD Gothic Neo"/>
                <a:ea typeface="Apple SD Gothic Neo"/>
                <a:cs typeface="Apple SD Gothic Neo"/>
              </a:defRPr>
            </a:defPPr>
            <a:lvl1pPr algn="l">
              <a:defRPr sz="2100" b="0">
                <a:solidFill>
                  <a:srgbClr val="111111"/>
                </a:solidFill>
                <a:latin typeface="Apple SD Gothic Neo"/>
                <a:ea typeface="Apple SD Gothic Neo"/>
                <a:cs typeface="Apple SD Gothic Neo"/>
              </a:defRPr>
            </a:lvl1pPr>
            <a:lvl2pPr algn="l">
              <a:defRPr sz="2100" b="0">
                <a:solidFill>
                  <a:srgbClr val="111111"/>
                </a:solidFill>
                <a:latin typeface="Apple SD Gothic Neo"/>
                <a:ea typeface="Apple SD Gothic Neo"/>
                <a:cs typeface="Apple SD Gothic Neo"/>
              </a:defRPr>
            </a:lvl2pPr>
            <a:lvl3pPr algn="l">
              <a:defRPr sz="2100" b="0">
                <a:solidFill>
                  <a:srgbClr val="111111"/>
                </a:solidFill>
                <a:latin typeface="Apple SD Gothic Neo"/>
                <a:ea typeface="Apple SD Gothic Neo"/>
                <a:cs typeface="Apple SD Gothic Neo"/>
              </a:defRPr>
            </a:lvl3pPr>
            <a:lvl4pPr algn="l">
              <a:defRPr sz="2100" b="0">
                <a:solidFill>
                  <a:srgbClr val="111111"/>
                </a:solidFill>
                <a:latin typeface="Apple SD Gothic Neo"/>
                <a:ea typeface="Apple SD Gothic Neo"/>
                <a:cs typeface="Apple SD Gothic Neo"/>
              </a:defRPr>
            </a:lvl4pPr>
            <a:lvl5pPr algn="l">
              <a:defRPr sz="2100" b="0">
                <a:solidFill>
                  <a:srgbClr val="111111"/>
                </a:solidFill>
                <a:latin typeface="Apple SD Gothic Neo"/>
                <a:ea typeface="Apple SD Gothic Neo"/>
                <a:cs typeface="Apple SD Gothic Neo"/>
              </a:defRPr>
            </a:lvl5pPr>
            <a:lvl6pPr algn="l">
              <a:defRPr sz="2100" b="0">
                <a:solidFill>
                  <a:srgbClr val="111111"/>
                </a:solidFill>
                <a:latin typeface="Apple SD Gothic Neo"/>
                <a:ea typeface="Apple SD Gothic Neo"/>
                <a:cs typeface="Apple SD Gothic Neo"/>
              </a:defRPr>
            </a:lvl6pPr>
            <a:lvl7pPr algn="l">
              <a:defRPr sz="2100" b="0">
                <a:solidFill>
                  <a:srgbClr val="111111"/>
                </a:solidFill>
                <a:latin typeface="Apple SD Gothic Neo"/>
                <a:ea typeface="Apple SD Gothic Neo"/>
                <a:cs typeface="Apple SD Gothic Neo"/>
              </a:defRPr>
            </a:lvl7pPr>
            <a:lvl8pPr algn="l">
              <a:defRPr sz="2100" b="0">
                <a:solidFill>
                  <a:srgbClr val="111111"/>
                </a:solidFill>
                <a:latin typeface="Apple SD Gothic Neo"/>
                <a:ea typeface="Apple SD Gothic Neo"/>
                <a:cs typeface="Apple SD Gothic Neo"/>
              </a:defRPr>
            </a:lvl8pPr>
            <a:lvl9pPr algn="l">
              <a:defRPr sz="2100" b="0">
                <a:solidFill>
                  <a:srgbClr val="111111"/>
                </a:solidFill>
                <a:latin typeface="Apple SD Gothic Neo"/>
                <a:ea typeface="Apple SD Gothic Neo"/>
                <a:cs typeface="Apple SD Gothic Neo"/>
              </a:defRPr>
            </a:lvl9pPr>
          </a:lstStyle>
          <a:p xmlns:a="http://schemas.openxmlformats.org/drawingml/2006/main">
            <a:pPr algn="l">
              <a:defRPr sz="2100" b="0">
                <a:solidFill>
                  <a:srgbClr val="111111"/>
                </a:solidFill>
                <a:latin typeface="Apple SD Gothic Neo"/>
                <a:ea typeface="Apple SD Gothic Neo"/>
                <a:cs typeface="Apple SD Gothic Neo"/>
              </a:defRPr>
            </a:pPr>
            <a:r>
              <a:rPr sz="2100" b="0">
                <a:solidFill>
                  <a:srgbClr val="111111"/>
                </a:solidFill>
                <a:latin typeface="Apple SD Gothic Neo"/>
                <a:ea typeface="Apple SD Gothic Neo"/>
                <a:cs typeface="Apple SD Gothic Neo"/>
              </a:rPr>
              <a:t>요청 사이의 근거 보존 방식과 구성 시점을 선택한다.</a:t>
            </a:r>
          </a:p>
        </p:txBody>
      </p:sp>
    </p:spTree>
    <p:extLst>
      <p:ext uri="{BB962C8B-B14F-4D97-AF65-F5344CB8AC3E}">
        <p14:creationId xmlns:p14="http://schemas.microsoft.com/office/powerpoint/2010/main" val="4086555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 name="Unified slide title">
            <a:extLst xmlns:a="http://schemas.openxmlformats.org/drawingml/2006/main">
              <a:ext uri="{FF2B5EF4-FFF2-40B4-BE49-F238E27FC236}">
                <a16:creationId xmlns:a16="http://schemas.microsoft.com/office/drawing/2014/main" id="{299ED558-8C27-4431-A282-E6F8F85DEA60}"/>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DP1. 현재 요청의 근거 공급 방안 (설계 방안 비교)</a:t>
            </a:r>
          </a:p>
        </p:txBody>
      </p:sp>
      <p:sp>
        <p:nvSpPr>
          <p:cNvPr id="2" name="Workflow 과제 소개">
            <a:extLst xmlns:a="http://schemas.openxmlformats.org/drawingml/2006/main">
              <a:ext uri="{FF2B5EF4-FFF2-40B4-BE49-F238E27FC236}">
                <a16:creationId xmlns:a16="http://schemas.microsoft.com/office/drawing/2014/main" id="{2A4FA950-0ECB-4073-8F36-88BE4F777754}"/>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과제 소개">
            <a:extLst xmlns:a="http://schemas.openxmlformats.org/drawingml/2006/main">
              <a:ext uri="{FF2B5EF4-FFF2-40B4-BE49-F238E27FC236}">
                <a16:creationId xmlns:a16="http://schemas.microsoft.com/office/drawing/2014/main" id="{92441036-9C34-4078-A204-41EC3D82019E}"/>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Workflow 요구사항 분석">
            <a:extLst xmlns:a="http://schemas.openxmlformats.org/drawingml/2006/main">
              <a:ext uri="{FF2B5EF4-FFF2-40B4-BE49-F238E27FC236}">
                <a16:creationId xmlns:a16="http://schemas.microsoft.com/office/drawing/2014/main" id="{9FD603F6-3372-4A86-A009-CF76374F086F}"/>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요구사항 분석">
            <a:extLst xmlns:a="http://schemas.openxmlformats.org/drawingml/2006/main">
              <a:ext uri="{FF2B5EF4-FFF2-40B4-BE49-F238E27FC236}">
                <a16:creationId xmlns:a16="http://schemas.microsoft.com/office/drawing/2014/main" id="{F9CDFE5B-A47E-4D4C-B911-FB568D96684D}"/>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Workflow 설계">
            <a:extLst xmlns:a="http://schemas.openxmlformats.org/drawingml/2006/main">
              <a:ext uri="{FF2B5EF4-FFF2-40B4-BE49-F238E27FC236}">
                <a16:creationId xmlns:a16="http://schemas.microsoft.com/office/drawing/2014/main" id="{276B1400-8DBE-4561-B825-9759A2FBCAF3}"/>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설계">
            <a:extLst xmlns:a="http://schemas.openxmlformats.org/drawingml/2006/main">
              <a:ext uri="{FF2B5EF4-FFF2-40B4-BE49-F238E27FC236}">
                <a16:creationId xmlns:a16="http://schemas.microsoft.com/office/drawing/2014/main" id="{34CCB7C2-9E49-4207-A985-072836E76FD9}"/>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Workflow 구현 및 검증">
            <a:extLst xmlns:a="http://schemas.openxmlformats.org/drawingml/2006/main">
              <a:ext uri="{FF2B5EF4-FFF2-40B4-BE49-F238E27FC236}">
                <a16:creationId xmlns:a16="http://schemas.microsoft.com/office/drawing/2014/main" id="{F058C769-4780-4D84-A445-E2B1E2ED66A4}"/>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구현 및 검증">
            <a:extLst xmlns:a="http://schemas.openxmlformats.org/drawingml/2006/main">
              <a:ext uri="{FF2B5EF4-FFF2-40B4-BE49-F238E27FC236}">
                <a16:creationId xmlns:a16="http://schemas.microsoft.com/office/drawing/2014/main" id="{C6B67774-54B0-48A9-AF07-257DE91550AC}"/>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Workflow 결론">
            <a:extLst xmlns:a="http://schemas.openxmlformats.org/drawingml/2006/main">
              <a:ext uri="{FF2B5EF4-FFF2-40B4-BE49-F238E27FC236}">
                <a16:creationId xmlns:a16="http://schemas.microsoft.com/office/drawing/2014/main" id="{75AA57D7-6587-496A-A902-DF19F46F4976}"/>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결론">
            <a:extLst xmlns:a="http://schemas.openxmlformats.org/drawingml/2006/main">
              <a:ext uri="{FF2B5EF4-FFF2-40B4-BE49-F238E27FC236}">
                <a16:creationId xmlns:a16="http://schemas.microsoft.com/office/drawing/2014/main" id="{37F724EE-6FE0-483B-B5E1-8D40910F3038}"/>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Header rule">
            <a:extLst xmlns:a="http://schemas.openxmlformats.org/drawingml/2006/main">
              <a:ext uri="{FF2B5EF4-FFF2-40B4-BE49-F238E27FC236}">
                <a16:creationId xmlns:a16="http://schemas.microsoft.com/office/drawing/2014/main" id="{1632E95D-3F47-432D-8B3B-38DAE6E3E604}"/>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Continuous slide number">
            <a:extLst xmlns:a="http://schemas.openxmlformats.org/drawingml/2006/main">
              <a:ext uri="{FF2B5EF4-FFF2-40B4-BE49-F238E27FC236}">
                <a16:creationId xmlns:a16="http://schemas.microsoft.com/office/drawing/2014/main" id="{7C8C3542-3181-4B54-8D80-35934FC0F4F0}"/>
              </a:ext>
            </a:extLst>
          </p:cNvPr>
          <p:cNvSpPr>
            <a:spLocks xmlns:a="http://schemas.openxmlformats.org/drawingml/2006/main" noGrp="1"/>
          </p:cNvSpPr>
          <p:nvPr/>
        </p:nvSpPr>
        <p:spPr>
          <a:xfrm xmlns:a="http://schemas.openxmlformats.org/drawingml/2006/main">
            <a:off x="17487900" y="10020300"/>
            <a:ext cx="590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50555B"/>
                </a:solidFill>
                <a:latin typeface="Apple SD Gothic Neo"/>
                <a:ea typeface="Apple SD Gothic Neo"/>
                <a:cs typeface="Apple SD Gothic Neo"/>
              </a:defRPr>
            </a:defPPr>
            <a:lvl1pPr algn="r">
              <a:defRPr sz="1200" b="0">
                <a:solidFill>
                  <a:srgbClr val="50555B"/>
                </a:solidFill>
                <a:latin typeface="Apple SD Gothic Neo"/>
                <a:ea typeface="Apple SD Gothic Neo"/>
                <a:cs typeface="Apple SD Gothic Neo"/>
              </a:defRPr>
            </a:lvl1pPr>
            <a:lvl2pPr algn="r">
              <a:defRPr sz="1200" b="0">
                <a:solidFill>
                  <a:srgbClr val="50555B"/>
                </a:solidFill>
                <a:latin typeface="Apple SD Gothic Neo"/>
                <a:ea typeface="Apple SD Gothic Neo"/>
                <a:cs typeface="Apple SD Gothic Neo"/>
              </a:defRPr>
            </a:lvl2pPr>
            <a:lvl3pPr algn="r">
              <a:defRPr sz="1200" b="0">
                <a:solidFill>
                  <a:srgbClr val="50555B"/>
                </a:solidFill>
                <a:latin typeface="Apple SD Gothic Neo"/>
                <a:ea typeface="Apple SD Gothic Neo"/>
                <a:cs typeface="Apple SD Gothic Neo"/>
              </a:defRPr>
            </a:lvl3pPr>
            <a:lvl4pPr algn="r">
              <a:defRPr sz="1200" b="0">
                <a:solidFill>
                  <a:srgbClr val="50555B"/>
                </a:solidFill>
                <a:latin typeface="Apple SD Gothic Neo"/>
                <a:ea typeface="Apple SD Gothic Neo"/>
                <a:cs typeface="Apple SD Gothic Neo"/>
              </a:defRPr>
            </a:lvl4pPr>
            <a:lvl5pPr algn="r">
              <a:defRPr sz="1200" b="0">
                <a:solidFill>
                  <a:srgbClr val="50555B"/>
                </a:solidFill>
                <a:latin typeface="Apple SD Gothic Neo"/>
                <a:ea typeface="Apple SD Gothic Neo"/>
                <a:cs typeface="Apple SD Gothic Neo"/>
              </a:defRPr>
            </a:lvl5pPr>
            <a:lvl6pPr algn="r">
              <a:defRPr sz="1200" b="0">
                <a:solidFill>
                  <a:srgbClr val="50555B"/>
                </a:solidFill>
                <a:latin typeface="Apple SD Gothic Neo"/>
                <a:ea typeface="Apple SD Gothic Neo"/>
                <a:cs typeface="Apple SD Gothic Neo"/>
              </a:defRPr>
            </a:lvl6pPr>
            <a:lvl7pPr algn="r">
              <a:defRPr sz="1200" b="0">
                <a:solidFill>
                  <a:srgbClr val="50555B"/>
                </a:solidFill>
                <a:latin typeface="Apple SD Gothic Neo"/>
                <a:ea typeface="Apple SD Gothic Neo"/>
                <a:cs typeface="Apple SD Gothic Neo"/>
              </a:defRPr>
            </a:lvl7pPr>
            <a:lvl8pPr algn="r">
              <a:defRPr sz="1200" b="0">
                <a:solidFill>
                  <a:srgbClr val="50555B"/>
                </a:solidFill>
                <a:latin typeface="Apple SD Gothic Neo"/>
                <a:ea typeface="Apple SD Gothic Neo"/>
                <a:cs typeface="Apple SD Gothic Neo"/>
              </a:defRPr>
            </a:lvl8pPr>
            <a:lvl9pPr algn="r">
              <a:defRPr sz="1200" b="0">
                <a:solidFill>
                  <a:srgbClr val="50555B"/>
                </a:solidFill>
                <a:latin typeface="Apple SD Gothic Neo"/>
                <a:ea typeface="Apple SD Gothic Neo"/>
                <a:cs typeface="Apple SD Gothic Neo"/>
              </a:defRPr>
            </a:lvl9pPr>
          </a:lstStyle>
          <a:p xmlns:a="http://schemas.openxmlformats.org/drawingml/2006/main">
            <a:pPr algn="r">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2 / 16</a:t>
            </a:r>
          </a:p>
        </p:txBody>
      </p:sp>
      <p:sp>
        <p:nvSpPr>
          <p:cNvPr id="14" name="DP1 object 57">
            <a:extLst xmlns:a="http://schemas.openxmlformats.org/drawingml/2006/main">
              <a:ext uri="{FF2B5EF4-FFF2-40B4-BE49-F238E27FC236}">
                <a16:creationId xmlns:a16="http://schemas.microsoft.com/office/drawing/2014/main" id="{C64897DA-2E3B-47F8-B733-F36EDD94DFE2}"/>
              </a:ext>
            </a:extLst>
          </p:cNvPr>
          <p:cNvSpPr>
            <a:spLocks xmlns:a="http://schemas.openxmlformats.org/drawingml/2006/main" noGrp="1"/>
          </p:cNvSpPr>
          <p:nvPr/>
        </p:nvSpPr>
        <p:spPr>
          <a:xfrm xmlns:a="http://schemas.openxmlformats.org/drawingml/2006/main">
            <a:off x="266700" y="1181100"/>
            <a:ext cx="17478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111111"/>
                </a:solidFill>
                <a:latin typeface="Apple SD Gothic Neo"/>
                <a:ea typeface="Apple SD Gothic Neo"/>
                <a:cs typeface="Apple SD Gothic Neo"/>
              </a:defRPr>
            </a:defPPr>
            <a:lvl1pPr algn="l">
              <a:defRPr sz="1950" b="1">
                <a:solidFill>
                  <a:srgbClr val="111111"/>
                </a:solidFill>
                <a:latin typeface="Apple SD Gothic Neo"/>
                <a:ea typeface="Apple SD Gothic Neo"/>
                <a:cs typeface="Apple SD Gothic Neo"/>
              </a:defRPr>
            </a:lvl1pPr>
            <a:lvl2pPr algn="l">
              <a:defRPr sz="1950" b="1">
                <a:solidFill>
                  <a:srgbClr val="111111"/>
                </a:solidFill>
                <a:latin typeface="Apple SD Gothic Neo"/>
                <a:ea typeface="Apple SD Gothic Neo"/>
                <a:cs typeface="Apple SD Gothic Neo"/>
              </a:defRPr>
            </a:lvl2pPr>
            <a:lvl3pPr algn="l">
              <a:defRPr sz="1950" b="1">
                <a:solidFill>
                  <a:srgbClr val="111111"/>
                </a:solidFill>
                <a:latin typeface="Apple SD Gothic Neo"/>
                <a:ea typeface="Apple SD Gothic Neo"/>
                <a:cs typeface="Apple SD Gothic Neo"/>
              </a:defRPr>
            </a:lvl3pPr>
            <a:lvl4pPr algn="l">
              <a:defRPr sz="1950" b="1">
                <a:solidFill>
                  <a:srgbClr val="111111"/>
                </a:solidFill>
                <a:latin typeface="Apple SD Gothic Neo"/>
                <a:ea typeface="Apple SD Gothic Neo"/>
                <a:cs typeface="Apple SD Gothic Neo"/>
              </a:defRPr>
            </a:lvl4pPr>
            <a:lvl5pPr algn="l">
              <a:defRPr sz="1950" b="1">
                <a:solidFill>
                  <a:srgbClr val="111111"/>
                </a:solidFill>
                <a:latin typeface="Apple SD Gothic Neo"/>
                <a:ea typeface="Apple SD Gothic Neo"/>
                <a:cs typeface="Apple SD Gothic Neo"/>
              </a:defRPr>
            </a:lvl5pPr>
            <a:lvl6pPr algn="l">
              <a:defRPr sz="1950" b="1">
                <a:solidFill>
                  <a:srgbClr val="111111"/>
                </a:solidFill>
                <a:latin typeface="Apple SD Gothic Neo"/>
                <a:ea typeface="Apple SD Gothic Neo"/>
                <a:cs typeface="Apple SD Gothic Neo"/>
              </a:defRPr>
            </a:lvl6pPr>
            <a:lvl7pPr algn="l">
              <a:defRPr sz="1950" b="1">
                <a:solidFill>
                  <a:srgbClr val="111111"/>
                </a:solidFill>
                <a:latin typeface="Apple SD Gothic Neo"/>
                <a:ea typeface="Apple SD Gothic Neo"/>
                <a:cs typeface="Apple SD Gothic Neo"/>
              </a:defRPr>
            </a:lvl7pPr>
            <a:lvl8pPr algn="l">
              <a:defRPr sz="1950" b="1">
                <a:solidFill>
                  <a:srgbClr val="111111"/>
                </a:solidFill>
                <a:latin typeface="Apple SD Gothic Neo"/>
                <a:ea typeface="Apple SD Gothic Neo"/>
                <a:cs typeface="Apple SD Gothic Neo"/>
              </a:defRPr>
            </a:lvl8pPr>
            <a:lvl9pPr algn="l">
              <a:defRPr sz="1950" b="1">
                <a:solidFill>
                  <a:srgbClr val="111111"/>
                </a:solidFill>
                <a:latin typeface="Apple SD Gothic Neo"/>
                <a:ea typeface="Apple SD Gothic Neo"/>
                <a:cs typeface="Apple SD Gothic Neo"/>
              </a:defRPr>
            </a:lvl9pPr>
          </a:lstStyle>
          <a:p xmlns:a="http://schemas.openxmlformats.org/drawingml/2006/main">
            <a:pPr algn="l">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A: 대화 문맥 재사용   /   B: 요청별 원본 구성   /   C: 독립 생산과 게시 근거 조회</a:t>
            </a:r>
          </a:p>
        </p:txBody>
      </p:sp>
      <p:graphicFrame>
        <p:nvGraphicFramePr>
          <p:cNvPr id="15" name="">
            <a:extLst xmlns:a="http://schemas.openxmlformats.org/drawingml/2006/main">
              <a:ext uri="{FF2B5EF4-FFF2-40B4-BE49-F238E27FC236}">
                <a16:creationId xmlns:a16="http://schemas.microsoft.com/office/drawing/2014/main" id="{3529C5D3-90A1-4472-B919-9CF126DF6173}"/>
              </a:ext>
            </a:extLst>
          </p:cNvPr>
          <p:cNvGraphicFramePr/>
          <p:nvPr/>
        </p:nvGraphicFramePr>
        <p:xfrm>
          <a:off xmlns:a="http://schemas.openxmlformats.org/drawingml/2006/main" x="228600" y="1657350"/>
          <a:ext xmlns:a="http://schemas.openxmlformats.org/drawingml/2006/main" cx="17830800" cy="7620000"/>
        </p:xfrm>
        <a:graphic xmlns:a="http://schemas.openxmlformats.org/drawingml/2006/main">
          <a:graphicData uri="http://schemas.openxmlformats.org/drawingml/2006/table">
            <a:tbl>
              <a:tblPr firstRow="0" bandRow="0" bandCol="0"/>
              <a:tblGrid>
                <a:gridCol w="1638300"/>
                <a:gridCol w="5391150"/>
                <a:gridCol w="5391150"/>
                <a:gridCol w="5410200"/>
              </a:tblGrid>
              <a:tr h="476250">
                <a:tc>
                  <a:txBody>
                    <a:bodyPr anchor="ctr"/>
                    <a:lstStyle/>
                    <a:p>
                      <a:pPr algn="ctr"/>
                      <a:r>
                        <a:rPr sz="1875" b="1">
                          <a:solidFill>
                            <a:srgbClr val="111111"/>
                          </a:solidFill>
                          <a:latin typeface="Apple SD Gothic Neo"/>
                          <a:ea typeface="Apple SD Gothic Neo"/>
                          <a:cs typeface="Apple SD Gothic Neo"/>
                        </a:rPr>
                        <a:t>설계안</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 유효 작업 문맥 유지</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 요청마다 원본 구성</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(C) 별도 근거 생산·게시</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r>
                        <a:rPr sz="2175" b="1">
                          <a:solidFill>
                            <a:srgbClr val="111111"/>
                          </a:solidFill>
                          <a:latin typeface="Apple SD Gothic Neo"/>
                          <a:ea typeface="Apple SD Gothic Neo"/>
                          <a:cs typeface="Apple SD Gothic Neo"/>
                        </a:rPr>
                        <a:t>구조</a:t>
                      </a: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r>
                        <a:rPr sz="1875" b="1">
                          <a:solidFill>
                            <a:srgbClr val="111111"/>
                          </a:solidFill>
                          <a:latin typeface="Apple SD Gothic Neo"/>
                          <a:ea typeface="Apple SD Gothic Neo"/>
                          <a:cs typeface="Apple SD Gothic Neo"/>
                        </a:rPr>
                        <a:t>장점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후속 질문에서 이미 읽은</a:t>
                      </a:r>
                    </a:p>
                    <a:p>
                      <a:pPr algn="ctr"/>
                      <a:r>
                        <a:rPr sz="1650">
                          <a:solidFill>
                            <a:srgbClr val="111111"/>
                          </a:solidFill>
                          <a:latin typeface="Apple SD Gothic Neo"/>
                          <a:ea typeface="Apple SD Gothic Neo"/>
                          <a:cs typeface="Apple SD Gothic Neo"/>
                        </a:rPr>
                        <a:t>근거의 발견·조합을 줄임</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새 목적에 필요한 범위만 구성</a:t>
                      </a:r>
                    </a:p>
                    <a:p>
                      <a:pPr algn="ctr"/>
                      <a:r>
                        <a:rPr sz="1650">
                          <a:solidFill>
                            <a:srgbClr val="111111"/>
                          </a:solidFill>
                          <a:latin typeface="Apple SD Gothic Neo"/>
                          <a:ea typeface="Apple SD Gothic Neo"/>
                          <a:cs typeface="Apple SD Gothic Neo"/>
                        </a:rPr>
                        <a:t>이전 해석 문맥의 유지 부담 감소</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대화가 바뀌어도 게시한</a:t>
                      </a:r>
                    </a:p>
                    <a:p>
                      <a:pPr algn="ctr"/>
                      <a:r>
                        <a:rPr sz="1650">
                          <a:solidFill>
                            <a:srgbClr val="111111"/>
                          </a:solidFill>
                          <a:latin typeface="Apple SD Gothic Neo"/>
                          <a:ea typeface="Apple SD Gothic Neo"/>
                          <a:cs typeface="Apple SD Gothic Neo"/>
                        </a:rPr>
                        <a:t>근거와 관계를 반복 활용</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r>
                        <a:rPr sz="1875" b="1">
                          <a:solidFill>
                            <a:srgbClr val="111111"/>
                          </a:solidFill>
                          <a:latin typeface="Apple SD Gothic Neo"/>
                          <a:ea typeface="Apple SD Gothic Neo"/>
                          <a:cs typeface="Apple SD Gothic Neo"/>
                        </a:rPr>
                        <a:t>단점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75">
                          <a:solidFill>
                            <a:srgbClr val="C00000"/>
                          </a:solidFill>
                          <a:latin typeface="Apple SD Gothic Neo"/>
                          <a:ea typeface="Apple SD Gothic Neo"/>
                          <a:cs typeface="Apple SD Gothic Neo"/>
                        </a:rPr>
                        <a:t>주제 전환 후에도 남는 입력</a:t>
                      </a:r>
                    </a:p>
                    <a:p>
                      <a:pPr algn="ctr"/>
                      <a:r>
                        <a:rPr sz="1575">
                          <a:solidFill>
                            <a:srgbClr val="C00000"/>
                          </a:solidFill>
                          <a:latin typeface="Apple SD Gothic Neo"/>
                          <a:ea typeface="Apple SD Gothic Neo"/>
                          <a:cs typeface="Apple SD Gothic Neo"/>
                        </a:rPr>
                        <a:t>원문 정정에 따른 문맥 갱신</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75">
                          <a:solidFill>
                            <a:srgbClr val="C00000"/>
                          </a:solidFill>
                          <a:latin typeface="Apple SD Gothic Neo"/>
                          <a:ea typeface="Apple SD Gothic Neo"/>
                          <a:cs typeface="Apple SD Gothic Neo"/>
                        </a:rPr>
                        <a:t>같은 자료를 이어 물으면</a:t>
                      </a:r>
                    </a:p>
                    <a:p>
                      <a:pPr algn="ctr"/>
                      <a:r>
                        <a:rPr sz="1575">
                          <a:solidFill>
                            <a:srgbClr val="C00000"/>
                          </a:solidFill>
                          <a:latin typeface="Apple SD Gothic Neo"/>
                          <a:ea typeface="Apple SD Gothic Neo"/>
                          <a:cs typeface="Apple SD Gothic Neo"/>
                        </a:rPr>
                        <a:t>원본 재조회와 재조합 반복</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75">
                          <a:solidFill>
                            <a:srgbClr val="C00000"/>
                          </a:solidFill>
                          <a:latin typeface="Apple SD Gothic Neo"/>
                          <a:ea typeface="Apple SD Gothic Neo"/>
                          <a:cs typeface="Apple SD Gothic Neo"/>
                        </a:rPr>
                        <a:t>사전 생산·갱신·미사용 비용</a:t>
                      </a:r>
                    </a:p>
                    <a:p>
                      <a:pPr algn="ctr"/>
                      <a:r>
                        <a:rPr sz="1575">
                          <a:solidFill>
                            <a:srgbClr val="C00000"/>
                          </a:solidFill>
                          <a:latin typeface="Apple SD Gothic Neo"/>
                          <a:ea typeface="Apple SD Gothic Neo"/>
                          <a:cs typeface="Apple SD Gothic Neo"/>
                        </a:rPr>
                        <a:t>부족한 게시 근거는 원본 보완</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350" b="1">
                          <a:solidFill>
                            <a:srgbClr val="111111"/>
                          </a:solidFill>
                          <a:latin typeface="Apple SD Gothic Neo"/>
                          <a:ea typeface="Apple SD Gothic Neo"/>
                          <a:cs typeface="Apple SD Gothic Neo"/>
                        </a:rPr>
                        <a:t>QA01 첫 응답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6.609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6.267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11.995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350" b="1">
                          <a:solidFill>
                            <a:srgbClr val="111111"/>
                          </a:solidFill>
                          <a:latin typeface="Apple SD Gothic Neo"/>
                          <a:ea typeface="Apple SD Gothic Neo"/>
                          <a:cs typeface="Apple SD Gothic Neo"/>
                        </a:rPr>
                        <a:t>QA02 지칭 집합</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34/36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r>
                        <a:rPr sz="1350" b="1">
                          <a:solidFill>
                            <a:srgbClr val="111111"/>
                          </a:solidFill>
                          <a:latin typeface="Apple SD Gothic Neo"/>
                          <a:ea typeface="Apple SD Gothic Neo"/>
                          <a:cs typeface="Apple SD Gothic Neo"/>
                        </a:rPr>
                        <a:t>QA03 VIA 처리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13.617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14.242 (35/36)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12.364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350" b="1">
                          <a:solidFill>
                            <a:srgbClr val="111111"/>
                          </a:solidFill>
                          <a:latin typeface="Apple SD Gothic Neo"/>
                          <a:ea typeface="Apple SD Gothic Neo"/>
                          <a:cs typeface="Apple SD Gothic Neo"/>
                        </a:rPr>
                        <a:t>QA04 변경 (개)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1.75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1.75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2.00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350" b="1">
                          <a:solidFill>
                            <a:srgbClr val="111111"/>
                          </a:solidFill>
                          <a:latin typeface="Apple SD Gothic Neo"/>
                          <a:ea typeface="Apple SD Gothic Neo"/>
                          <a:cs typeface="Apple SD Gothic Neo"/>
                        </a:rPr>
                        <a:t>QA05 모델 비용 ($)</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0.0674956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0.0699160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0.1630788</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350" b="1">
                          <a:solidFill>
                            <a:srgbClr val="111111"/>
                          </a:solidFill>
                          <a:latin typeface="Apple SD Gothic Neo"/>
                          <a:ea typeface="Apple SD Gothic Neo"/>
                          <a:cs typeface="Apple SD Gothic Neo"/>
                        </a:rPr>
                        <a:t>QA06 RSS (MB)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44.253</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45.318</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50.364</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58">
            <a:extLst xmlns:a="http://schemas.openxmlformats.org/drawingml/2006/main">
              <a:ext uri="{FF2B5EF4-FFF2-40B4-BE49-F238E27FC236}">
                <a16:creationId xmlns:a16="http://schemas.microsoft.com/office/drawing/2014/main" id="{C8F3F738-CFF4-47AE-9EA3-49B82D5CC1DF}"/>
              </a:ext>
            </a:extLst>
          </p:cNvPr>
          <p:cNvSpPr>
            <a:spLocks xmlns:a="http://schemas.openxmlformats.org/drawingml/2006/main" noGrp="1"/>
          </p:cNvSpPr>
          <p:nvPr/>
        </p:nvSpPr>
        <p:spPr>
          <a:xfrm xmlns:a="http://schemas.openxmlformats.org/drawingml/2006/main">
            <a:off x="381000" y="2886075"/>
            <a:ext cx="1323975" cy="6477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7" name="DP1 object 59">
            <a:extLst xmlns:a="http://schemas.openxmlformats.org/drawingml/2006/main">
              <a:ext uri="{FF2B5EF4-FFF2-40B4-BE49-F238E27FC236}">
                <a16:creationId xmlns:a16="http://schemas.microsoft.com/office/drawing/2014/main" id="{C1091FA6-1D66-43DA-8B13-0B98A2AB1784}"/>
              </a:ext>
            </a:extLst>
          </p:cNvPr>
          <p:cNvSpPr>
            <a:spLocks xmlns:a="http://schemas.openxmlformats.org/drawingml/2006/main" noGrp="1"/>
          </p:cNvSpPr>
          <p:nvPr/>
        </p:nvSpPr>
        <p:spPr>
          <a:xfrm xmlns:a="http://schemas.openxmlformats.org/drawingml/2006/main">
            <a:off x="419100" y="2905125"/>
            <a:ext cx="123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Component</a:t>
            </a:r>
          </a:p>
        </p:txBody>
      </p:sp>
      <p:sp>
        <p:nvSpPr>
          <p:cNvPr id="18" name="DP1 object 60">
            <a:extLst xmlns:a="http://schemas.openxmlformats.org/drawingml/2006/main">
              <a:ext uri="{FF2B5EF4-FFF2-40B4-BE49-F238E27FC236}">
                <a16:creationId xmlns:a16="http://schemas.microsoft.com/office/drawing/2014/main" id="{B2500CDC-C4D3-41B5-B1AA-EDD0B7EBFF19}"/>
              </a:ext>
            </a:extLst>
          </p:cNvPr>
          <p:cNvSpPr>
            <a:spLocks xmlns:a="http://schemas.openxmlformats.org/drawingml/2006/main" noGrp="1"/>
          </p:cNvSpPr>
          <p:nvPr/>
        </p:nvSpPr>
        <p:spPr>
          <a:xfrm xmlns:a="http://schemas.openxmlformats.org/drawingml/2006/main">
            <a:off x="466725" y="3209925"/>
            <a:ext cx="1152525" cy="23812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prstDash val="solid"/>
          </a:ln>
        </p:spPr>
      </p:sp>
      <p:sp>
        <p:nvSpPr>
          <p:cNvPr id="19" name="DP1 object 61">
            <a:extLst xmlns:a="http://schemas.openxmlformats.org/drawingml/2006/main">
              <a:ext uri="{FF2B5EF4-FFF2-40B4-BE49-F238E27FC236}">
                <a16:creationId xmlns:a16="http://schemas.microsoft.com/office/drawing/2014/main" id="{B42EDDC1-0B7A-41C7-8593-C3B9562FE6BB}"/>
              </a:ext>
            </a:extLst>
          </p:cNvPr>
          <p:cNvSpPr>
            <a:spLocks xmlns:a="http://schemas.openxmlformats.org/drawingml/2006/main" noGrp="1"/>
          </p:cNvSpPr>
          <p:nvPr/>
        </p:nvSpPr>
        <p:spPr>
          <a:xfrm xmlns:a="http://schemas.openxmlformats.org/drawingml/2006/main">
            <a:off x="485775" y="3209925"/>
            <a:ext cx="1114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내부 처리</a:t>
            </a:r>
          </a:p>
        </p:txBody>
      </p:sp>
      <p:sp>
        <p:nvSpPr>
          <p:cNvPr id="20" name="유지 데이터">
            <a:extLst xmlns:a="http://schemas.openxmlformats.org/drawingml/2006/main">
              <a:ext uri="{FF2B5EF4-FFF2-40B4-BE49-F238E27FC236}">
                <a16:creationId xmlns:a16="http://schemas.microsoft.com/office/drawing/2014/main" id="{35B191B3-E253-4F7A-8149-3A56D28EAE34}"/>
              </a:ext>
            </a:extLst>
          </p:cNvPr>
          <p:cNvSpPr>
            <a:spLocks xmlns:a="http://schemas.openxmlformats.org/drawingml/2006/main" noGrp="1"/>
          </p:cNvSpPr>
          <p:nvPr/>
        </p:nvSpPr>
        <p:spPr>
          <a:xfrm xmlns:a="http://schemas.openxmlformats.org/drawingml/2006/main">
            <a:off x="400050" y="3781425"/>
            <a:ext cx="1285875" cy="5238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1" name="DP1 object 62">
            <a:extLst xmlns:a="http://schemas.openxmlformats.org/drawingml/2006/main">
              <a:ext uri="{FF2B5EF4-FFF2-40B4-BE49-F238E27FC236}">
                <a16:creationId xmlns:a16="http://schemas.microsoft.com/office/drawing/2014/main" id="{9DDE014A-9D54-4274-BD66-D97D25C8BD81}"/>
              </a:ext>
            </a:extLst>
          </p:cNvPr>
          <p:cNvSpPr>
            <a:spLocks xmlns:a="http://schemas.openxmlformats.org/drawingml/2006/main" noGrp="1"/>
          </p:cNvSpPr>
          <p:nvPr/>
        </p:nvSpPr>
        <p:spPr>
          <a:xfrm xmlns:a="http://schemas.openxmlformats.org/drawingml/2006/main">
            <a:off x="447675" y="3886200"/>
            <a:ext cx="1190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상태 / 자료</a:t>
            </a:r>
          </a:p>
        </p:txBody>
      </p:sp>
      <p:sp>
        <p:nvSpPr>
          <p:cNvPr id="22" name="DP1 object 63">
            <a:extLst xmlns:a="http://schemas.openxmlformats.org/drawingml/2006/main">
              <a:ext uri="{FF2B5EF4-FFF2-40B4-BE49-F238E27FC236}">
                <a16:creationId xmlns:a16="http://schemas.microsoft.com/office/drawing/2014/main" id="{2698F155-0545-4B1E-AAF9-569C470DB2B9}"/>
              </a:ext>
            </a:extLst>
          </p:cNvPr>
          <p:cNvSpPr>
            <a:spLocks xmlns:a="http://schemas.openxmlformats.org/drawingml/2006/main" noGrp="1"/>
          </p:cNvSpPr>
          <p:nvPr/>
        </p:nvSpPr>
        <p:spPr>
          <a:xfrm xmlns:a="http://schemas.openxmlformats.org/drawingml/2006/main">
            <a:off x="371475" y="4429125"/>
            <a:ext cx="1371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50555B"/>
                </a:solidFill>
                <a:latin typeface="Apple SD Gothic Neo"/>
                <a:ea typeface="Apple SD Gothic Neo"/>
                <a:cs typeface="Apple SD Gothic Neo"/>
              </a:defRPr>
            </a:defPPr>
            <a:lvl1pPr algn="ctr">
              <a:defRPr sz="1275" b="0">
                <a:solidFill>
                  <a:srgbClr val="50555B"/>
                </a:solidFill>
                <a:latin typeface="Apple SD Gothic Neo"/>
                <a:ea typeface="Apple SD Gothic Neo"/>
                <a:cs typeface="Apple SD Gothic Neo"/>
              </a:defRPr>
            </a:lvl1pPr>
            <a:lvl2pPr algn="ctr">
              <a:defRPr sz="1275" b="0">
                <a:solidFill>
                  <a:srgbClr val="50555B"/>
                </a:solidFill>
                <a:latin typeface="Apple SD Gothic Neo"/>
                <a:ea typeface="Apple SD Gothic Neo"/>
                <a:cs typeface="Apple SD Gothic Neo"/>
              </a:defRPr>
            </a:lvl2pPr>
            <a:lvl3pPr algn="ctr">
              <a:defRPr sz="1275" b="0">
                <a:solidFill>
                  <a:srgbClr val="50555B"/>
                </a:solidFill>
                <a:latin typeface="Apple SD Gothic Neo"/>
                <a:ea typeface="Apple SD Gothic Neo"/>
                <a:cs typeface="Apple SD Gothic Neo"/>
              </a:defRPr>
            </a:lvl3pPr>
            <a:lvl4pPr algn="ctr">
              <a:defRPr sz="1275" b="0">
                <a:solidFill>
                  <a:srgbClr val="50555B"/>
                </a:solidFill>
                <a:latin typeface="Apple SD Gothic Neo"/>
                <a:ea typeface="Apple SD Gothic Neo"/>
                <a:cs typeface="Apple SD Gothic Neo"/>
              </a:defRPr>
            </a:lvl4pPr>
            <a:lvl5pPr algn="ctr">
              <a:defRPr sz="1275" b="0">
                <a:solidFill>
                  <a:srgbClr val="50555B"/>
                </a:solidFill>
                <a:latin typeface="Apple SD Gothic Neo"/>
                <a:ea typeface="Apple SD Gothic Neo"/>
                <a:cs typeface="Apple SD Gothic Neo"/>
              </a:defRPr>
            </a:lvl5pPr>
            <a:lvl6pPr algn="ctr">
              <a:defRPr sz="1275" b="0">
                <a:solidFill>
                  <a:srgbClr val="50555B"/>
                </a:solidFill>
                <a:latin typeface="Apple SD Gothic Neo"/>
                <a:ea typeface="Apple SD Gothic Neo"/>
                <a:cs typeface="Apple SD Gothic Neo"/>
              </a:defRPr>
            </a:lvl6pPr>
            <a:lvl7pPr algn="ctr">
              <a:defRPr sz="1275" b="0">
                <a:solidFill>
                  <a:srgbClr val="50555B"/>
                </a:solidFill>
                <a:latin typeface="Apple SD Gothic Neo"/>
                <a:ea typeface="Apple SD Gothic Neo"/>
                <a:cs typeface="Apple SD Gothic Neo"/>
              </a:defRPr>
            </a:lvl7pPr>
            <a:lvl8pPr algn="ctr">
              <a:defRPr sz="1275" b="0">
                <a:solidFill>
                  <a:srgbClr val="50555B"/>
                </a:solidFill>
                <a:latin typeface="Apple SD Gothic Neo"/>
                <a:ea typeface="Apple SD Gothic Neo"/>
                <a:cs typeface="Apple SD Gothic Neo"/>
              </a:defRPr>
            </a:lvl8pPr>
            <a:lvl9pPr algn="ctr">
              <a:defRPr sz="1275" b="0">
                <a:solidFill>
                  <a:srgbClr val="50555B"/>
                </a:solidFill>
                <a:latin typeface="Apple SD Gothic Neo"/>
                <a:ea typeface="Apple SD Gothic Neo"/>
                <a:cs typeface="Apple SD Gothic Neo"/>
              </a:defRPr>
            </a:lvl9pPr>
          </a:lstStyle>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같은 이름은</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동일 Component의</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단계별 표시</a:t>
            </a:r>
          </a:p>
        </p:txBody>
      </p:sp>
      <p:sp>
        <p:nvSpPr>
          <p:cNvPr id="23" name="DP1 object 64">
            <a:extLst xmlns:a="http://schemas.openxmlformats.org/drawingml/2006/main">
              <a:ext uri="{FF2B5EF4-FFF2-40B4-BE49-F238E27FC236}">
                <a16:creationId xmlns:a16="http://schemas.microsoft.com/office/drawing/2014/main" id="{41357021-7703-4B55-AE46-94A65CDF7F0D}"/>
              </a:ext>
            </a:extLst>
          </p:cNvPr>
          <p:cNvSpPr>
            <a:spLocks xmlns:a="http://schemas.openxmlformats.org/drawingml/2006/main" noGrp="1"/>
          </p:cNvSpPr>
          <p:nvPr/>
        </p:nvSpPr>
        <p:spPr>
          <a:xfrm xmlns:a="http://schemas.openxmlformats.org/drawingml/2006/main">
            <a:off x="333375" y="5172075"/>
            <a:ext cx="14763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50555B"/>
                </a:solidFill>
                <a:latin typeface="Apple SD Gothic Neo"/>
                <a:ea typeface="Apple SD Gothic Neo"/>
                <a:cs typeface="Apple SD Gothic Neo"/>
              </a:defRPr>
            </a:defPPr>
            <a:lvl1pPr algn="ctr">
              <a:defRPr sz="1350" b="0">
                <a:solidFill>
                  <a:srgbClr val="50555B"/>
                </a:solidFill>
                <a:latin typeface="Apple SD Gothic Neo"/>
                <a:ea typeface="Apple SD Gothic Neo"/>
                <a:cs typeface="Apple SD Gothic Neo"/>
              </a:defRPr>
            </a:lvl1pPr>
            <a:lvl2pPr algn="ctr">
              <a:defRPr sz="1350" b="0">
                <a:solidFill>
                  <a:srgbClr val="50555B"/>
                </a:solidFill>
                <a:latin typeface="Apple SD Gothic Neo"/>
                <a:ea typeface="Apple SD Gothic Neo"/>
                <a:cs typeface="Apple SD Gothic Neo"/>
              </a:defRPr>
            </a:lvl2pPr>
            <a:lvl3pPr algn="ctr">
              <a:defRPr sz="1350" b="0">
                <a:solidFill>
                  <a:srgbClr val="50555B"/>
                </a:solidFill>
                <a:latin typeface="Apple SD Gothic Neo"/>
                <a:ea typeface="Apple SD Gothic Neo"/>
                <a:cs typeface="Apple SD Gothic Neo"/>
              </a:defRPr>
            </a:lvl3pPr>
            <a:lvl4pPr algn="ctr">
              <a:defRPr sz="1350" b="0">
                <a:solidFill>
                  <a:srgbClr val="50555B"/>
                </a:solidFill>
                <a:latin typeface="Apple SD Gothic Neo"/>
                <a:ea typeface="Apple SD Gothic Neo"/>
                <a:cs typeface="Apple SD Gothic Neo"/>
              </a:defRPr>
            </a:lvl4pPr>
            <a:lvl5pPr algn="ctr">
              <a:defRPr sz="1350" b="0">
                <a:solidFill>
                  <a:srgbClr val="50555B"/>
                </a:solidFill>
                <a:latin typeface="Apple SD Gothic Neo"/>
                <a:ea typeface="Apple SD Gothic Neo"/>
                <a:cs typeface="Apple SD Gothic Neo"/>
              </a:defRPr>
            </a:lvl5pPr>
            <a:lvl6pPr algn="ctr">
              <a:defRPr sz="1350" b="0">
                <a:solidFill>
                  <a:srgbClr val="50555B"/>
                </a:solidFill>
                <a:latin typeface="Apple SD Gothic Neo"/>
                <a:ea typeface="Apple SD Gothic Neo"/>
                <a:cs typeface="Apple SD Gothic Neo"/>
              </a:defRPr>
            </a:lvl6pPr>
            <a:lvl7pPr algn="ctr">
              <a:defRPr sz="1350" b="0">
                <a:solidFill>
                  <a:srgbClr val="50555B"/>
                </a:solidFill>
                <a:latin typeface="Apple SD Gothic Neo"/>
                <a:ea typeface="Apple SD Gothic Neo"/>
                <a:cs typeface="Apple SD Gothic Neo"/>
              </a:defRPr>
            </a:lvl7pPr>
            <a:lvl8pPr algn="ctr">
              <a:defRPr sz="1350" b="0">
                <a:solidFill>
                  <a:srgbClr val="50555B"/>
                </a:solidFill>
                <a:latin typeface="Apple SD Gothic Neo"/>
                <a:ea typeface="Apple SD Gothic Neo"/>
                <a:cs typeface="Apple SD Gothic Neo"/>
              </a:defRPr>
            </a:lvl8pPr>
            <a:lvl9pPr algn="ctr">
              <a:defRPr sz="1350" b="0">
                <a:solidFill>
                  <a:srgbClr val="50555B"/>
                </a:solidFill>
                <a:latin typeface="Apple SD Gothic Neo"/>
                <a:ea typeface="Apple SD Gothic Neo"/>
                <a:cs typeface="Apple SD Gothic Neo"/>
              </a:defRPr>
            </a:lvl9pPr>
          </a:lstStyle>
          <a:p xmlns:a="http://schemas.openxmlformats.org/drawingml/2006/main">
            <a:pPr algn="ctr">
              <a:defRPr sz="1350" b="0">
                <a:solidFill>
                  <a:srgbClr val="50555B"/>
                </a:solidFill>
                <a:latin typeface="Apple SD Gothic Neo"/>
                <a:ea typeface="Apple SD Gothic Neo"/>
                <a:cs typeface="Apple SD Gothic Neo"/>
              </a:defRPr>
            </a:pPr>
            <a:r>
              <a:rPr sz="1350" b="0">
                <a:solidFill>
                  <a:srgbClr val="50555B"/>
                </a:solidFill>
                <a:latin typeface="Apple SD Gothic Neo"/>
                <a:ea typeface="Apple SD Gothic Neo"/>
                <a:cs typeface="Apple SD Gothic Neo"/>
              </a:rPr>
              <a:t>선: 처리·근거 흐름</a:t>
            </a:r>
          </a:p>
        </p:txBody>
      </p:sp>
      <p:sp>
        <p:nvSpPr>
          <p:cNvPr id="24" name="DP1 object 65">
            <a:extLst xmlns:a="http://schemas.openxmlformats.org/drawingml/2006/main">
              <a:ext uri="{FF2B5EF4-FFF2-40B4-BE49-F238E27FC236}">
                <a16:creationId xmlns:a16="http://schemas.microsoft.com/office/drawing/2014/main" id="{115CB53C-7C63-4BC9-8634-B8BDF2C7D1F3}"/>
              </a:ext>
            </a:extLst>
          </p:cNvPr>
          <p:cNvSpPr>
            <a:spLocks xmlns:a="http://schemas.openxmlformats.org/drawingml/2006/main" noGrp="1"/>
          </p:cNvSpPr>
          <p:nvPr/>
        </p:nvSpPr>
        <p:spPr>
          <a:xfrm xmlns:a="http://schemas.openxmlformats.org/drawingml/2006/main">
            <a:off x="1962150" y="2200275"/>
            <a:ext cx="520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같은 대화의 근거를 다음 요청에 재사용</a:t>
            </a:r>
          </a:p>
        </p:txBody>
      </p:sp>
      <p:sp>
        <p:nvSpPr>
          <p:cNvPr id="25" name="유효 작업 문맥&#10;이전 근거 · 대화 수명">
            <a:extLst xmlns:a="http://schemas.openxmlformats.org/drawingml/2006/main">
              <a:ext uri="{FF2B5EF4-FFF2-40B4-BE49-F238E27FC236}">
                <a16:creationId xmlns:a16="http://schemas.microsoft.com/office/drawing/2014/main" id="{AE87E435-6C44-4552-A7E0-DC88AEA0C20D}"/>
              </a:ext>
            </a:extLst>
          </p:cNvPr>
          <p:cNvSpPr>
            <a:spLocks xmlns:a="http://schemas.openxmlformats.org/drawingml/2006/main" noGrp="1"/>
          </p:cNvSpPr>
          <p:nvPr/>
        </p:nvSpPr>
        <p:spPr>
          <a:xfrm xmlns:a="http://schemas.openxmlformats.org/drawingml/2006/main">
            <a:off x="2133600" y="3114675"/>
            <a:ext cx="2143125" cy="9144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6" name="DP1 object 66">
            <a:extLst xmlns:a="http://schemas.openxmlformats.org/drawingml/2006/main">
              <a:ext uri="{FF2B5EF4-FFF2-40B4-BE49-F238E27FC236}">
                <a16:creationId xmlns:a16="http://schemas.microsoft.com/office/drawing/2014/main" id="{071B7F75-BB88-4360-8780-0B5EC4DA4F44}"/>
              </a:ext>
            </a:extLst>
          </p:cNvPr>
          <p:cNvSpPr>
            <a:spLocks xmlns:a="http://schemas.openxmlformats.org/drawingml/2006/main" noGrp="1"/>
          </p:cNvSpPr>
          <p:nvPr/>
        </p:nvSpPr>
        <p:spPr>
          <a:xfrm xmlns:a="http://schemas.openxmlformats.org/drawingml/2006/main">
            <a:off x="2181225" y="3219450"/>
            <a:ext cx="20478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유효 작업 문맥</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이전 근거 · 대화 수명</a:t>
            </a:r>
          </a:p>
        </p:txBody>
      </p:sp>
      <p:sp>
        <p:nvSpPr>
          <p:cNvPr id="27" name="Request Interpreter Component">
            <a:extLst xmlns:a="http://schemas.openxmlformats.org/drawingml/2006/main">
              <a:ext uri="{FF2B5EF4-FFF2-40B4-BE49-F238E27FC236}">
                <a16:creationId xmlns:a16="http://schemas.microsoft.com/office/drawing/2014/main" id="{598A2731-482E-4EC2-A99C-7553753F0D8B}"/>
              </a:ext>
            </a:extLst>
          </p:cNvPr>
          <p:cNvSpPr>
            <a:spLocks xmlns:a="http://schemas.openxmlformats.org/drawingml/2006/main" noGrp="1"/>
          </p:cNvSpPr>
          <p:nvPr/>
        </p:nvSpPr>
        <p:spPr>
          <a:xfrm xmlns:a="http://schemas.openxmlformats.org/drawingml/2006/main">
            <a:off x="4552950" y="2752725"/>
            <a:ext cx="2400300" cy="9715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28" name="DP1 object 67">
            <a:extLst xmlns:a="http://schemas.openxmlformats.org/drawingml/2006/main">
              <a:ext uri="{FF2B5EF4-FFF2-40B4-BE49-F238E27FC236}">
                <a16:creationId xmlns:a16="http://schemas.microsoft.com/office/drawing/2014/main" id="{E48261C6-24A3-4983-80F9-75179D9E2C5F}"/>
              </a:ext>
            </a:extLst>
          </p:cNvPr>
          <p:cNvSpPr>
            <a:spLocks xmlns:a="http://schemas.openxmlformats.org/drawingml/2006/main" noGrp="1"/>
          </p:cNvSpPr>
          <p:nvPr/>
        </p:nvSpPr>
        <p:spPr>
          <a:xfrm xmlns:a="http://schemas.openxmlformats.org/drawingml/2006/main">
            <a:off x="4610100" y="2771775"/>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Request Interpreter</a:t>
            </a:r>
          </a:p>
        </p:txBody>
      </p:sp>
      <p:sp>
        <p:nvSpPr>
          <p:cNvPr id="29" name="Editable path 68">
            <a:extLst xmlns:a="http://schemas.openxmlformats.org/drawingml/2006/main">
              <a:ext uri="{FF2B5EF4-FFF2-40B4-BE49-F238E27FC236}">
                <a16:creationId xmlns:a16="http://schemas.microsoft.com/office/drawing/2014/main" id="{CA9039CE-7AEC-4604-B7A8-3B38CDE37B29}"/>
              </a:ext>
            </a:extLst>
          </p:cNvPr>
          <p:cNvSpPr>
            <a:spLocks xmlns:a="http://schemas.openxmlformats.org/drawingml/2006/main" noGrp="1"/>
          </p:cNvSpPr>
          <p:nvPr/>
        </p:nvSpPr>
        <p:spPr>
          <a:xfrm xmlns:a="http://schemas.openxmlformats.org/drawingml/2006/main">
            <a:off x="4552950" y="3076575"/>
            <a:ext cx="2400300" cy="953"/>
          </a:xfrm>
          <a:custGeom xmlns:a="http://schemas.openxmlformats.org/drawingml/2006/main">
            <a:pathLst>
              <a:path w="2400300" h="953">
                <a:moveTo>
                  <a:pt x="0" y="0"/>
                </a:moveTo>
                <a:lnTo>
                  <a:pt x="2400300" y="0"/>
                </a:lnTo>
              </a:path>
            </a:pathLst>
          </a:custGeom>
          <a:noFill xmlns:a="http://schemas.openxmlformats.org/drawingml/2006/main"/>
          <a:ln xmlns:a="http://schemas.openxmlformats.org/drawingml/2006/main" w="14288">
            <a:solidFill>
              <a:srgbClr val="111111"/>
            </a:solidFill>
            <a:prstDash val="solid"/>
          </a:ln>
        </p:spPr>
      </p:sp>
      <p:sp>
        <p:nvSpPr>
          <p:cNvPr id="30" name="Request Interpreter internal operation">
            <a:extLst xmlns:a="http://schemas.openxmlformats.org/drawingml/2006/main">
              <a:ext uri="{FF2B5EF4-FFF2-40B4-BE49-F238E27FC236}">
                <a16:creationId xmlns:a16="http://schemas.microsoft.com/office/drawing/2014/main" id="{ABBA7907-6E4B-4B67-B4BA-8261ADDEF541}"/>
              </a:ext>
            </a:extLst>
          </p:cNvPr>
          <p:cNvSpPr>
            <a:spLocks xmlns:a="http://schemas.openxmlformats.org/drawingml/2006/main" noGrp="1"/>
          </p:cNvSpPr>
          <p:nvPr/>
        </p:nvSpPr>
        <p:spPr>
          <a:xfrm xmlns:a="http://schemas.openxmlformats.org/drawingml/2006/main">
            <a:off x="4648200" y="3143250"/>
            <a:ext cx="22098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31" name="DP1 object 69">
            <a:extLst xmlns:a="http://schemas.openxmlformats.org/drawingml/2006/main">
              <a:ext uri="{FF2B5EF4-FFF2-40B4-BE49-F238E27FC236}">
                <a16:creationId xmlns:a16="http://schemas.microsoft.com/office/drawing/2014/main" id="{9CBF470B-748F-4F75-A7EF-E67D438A78E2}"/>
              </a:ext>
            </a:extLst>
          </p:cNvPr>
          <p:cNvSpPr>
            <a:spLocks xmlns:a="http://schemas.openxmlformats.org/drawingml/2006/main" noGrp="1"/>
          </p:cNvSpPr>
          <p:nvPr/>
        </p:nvSpPr>
        <p:spPr>
          <a:xfrm xmlns:a="http://schemas.openxmlformats.org/drawingml/2006/main">
            <a:off x="4695825" y="3162300"/>
            <a:ext cx="21145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근거 해석</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현재 의미 제안</a:t>
            </a:r>
          </a:p>
        </p:txBody>
      </p:sp>
      <p:sp>
        <p:nvSpPr>
          <p:cNvPr id="32" name="DP1 object 70">
            <a:extLst xmlns:a="http://schemas.openxmlformats.org/drawingml/2006/main">
              <a:ext uri="{FF2B5EF4-FFF2-40B4-BE49-F238E27FC236}">
                <a16:creationId xmlns:a16="http://schemas.microsoft.com/office/drawing/2014/main" id="{6715A244-93C9-4C0B-87E4-E21ADA39F27B}"/>
              </a:ext>
            </a:extLst>
          </p:cNvPr>
          <p:cNvSpPr>
            <a:spLocks xmlns:a="http://schemas.openxmlformats.org/drawingml/2006/main" noGrp="1"/>
          </p:cNvSpPr>
          <p:nvPr/>
        </p:nvSpPr>
        <p:spPr>
          <a:xfrm xmlns:a="http://schemas.openxmlformats.org/drawingml/2006/main">
            <a:off x="4772025" y="2486025"/>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1">
                <a:solidFill>
                  <a:srgbClr val="111111"/>
                </a:solidFill>
                <a:latin typeface="Apple SD Gothic Neo"/>
                <a:ea typeface="Apple SD Gothic Neo"/>
                <a:cs typeface="Apple SD Gothic Neo"/>
              </a:defRPr>
            </a:defPPr>
            <a:lvl1pPr algn="ctr">
              <a:defRPr sz="1575" b="1">
                <a:solidFill>
                  <a:srgbClr val="111111"/>
                </a:solidFill>
                <a:latin typeface="Apple SD Gothic Neo"/>
                <a:ea typeface="Apple SD Gothic Neo"/>
                <a:cs typeface="Apple SD Gothic Neo"/>
              </a:defRPr>
            </a:lvl1pPr>
            <a:lvl2pPr algn="ctr">
              <a:defRPr sz="1575" b="1">
                <a:solidFill>
                  <a:srgbClr val="111111"/>
                </a:solidFill>
                <a:latin typeface="Apple SD Gothic Neo"/>
                <a:ea typeface="Apple SD Gothic Neo"/>
                <a:cs typeface="Apple SD Gothic Neo"/>
              </a:defRPr>
            </a:lvl2pPr>
            <a:lvl3pPr algn="ctr">
              <a:defRPr sz="1575" b="1">
                <a:solidFill>
                  <a:srgbClr val="111111"/>
                </a:solidFill>
                <a:latin typeface="Apple SD Gothic Neo"/>
                <a:ea typeface="Apple SD Gothic Neo"/>
                <a:cs typeface="Apple SD Gothic Neo"/>
              </a:defRPr>
            </a:lvl3pPr>
            <a:lvl4pPr algn="ctr">
              <a:defRPr sz="1575" b="1">
                <a:solidFill>
                  <a:srgbClr val="111111"/>
                </a:solidFill>
                <a:latin typeface="Apple SD Gothic Neo"/>
                <a:ea typeface="Apple SD Gothic Neo"/>
                <a:cs typeface="Apple SD Gothic Neo"/>
              </a:defRPr>
            </a:lvl4pPr>
            <a:lvl5pPr algn="ctr">
              <a:defRPr sz="1575" b="1">
                <a:solidFill>
                  <a:srgbClr val="111111"/>
                </a:solidFill>
                <a:latin typeface="Apple SD Gothic Neo"/>
                <a:ea typeface="Apple SD Gothic Neo"/>
                <a:cs typeface="Apple SD Gothic Neo"/>
              </a:defRPr>
            </a:lvl5pPr>
            <a:lvl6pPr algn="ctr">
              <a:defRPr sz="1575" b="1">
                <a:solidFill>
                  <a:srgbClr val="111111"/>
                </a:solidFill>
                <a:latin typeface="Apple SD Gothic Neo"/>
                <a:ea typeface="Apple SD Gothic Neo"/>
                <a:cs typeface="Apple SD Gothic Neo"/>
              </a:defRPr>
            </a:lvl6pPr>
            <a:lvl7pPr algn="ctr">
              <a:defRPr sz="1575" b="1">
                <a:solidFill>
                  <a:srgbClr val="111111"/>
                </a:solidFill>
                <a:latin typeface="Apple SD Gothic Neo"/>
                <a:ea typeface="Apple SD Gothic Neo"/>
                <a:cs typeface="Apple SD Gothic Neo"/>
              </a:defRPr>
            </a:lvl7pPr>
            <a:lvl8pPr algn="ctr">
              <a:defRPr sz="1575" b="1">
                <a:solidFill>
                  <a:srgbClr val="111111"/>
                </a:solidFill>
                <a:latin typeface="Apple SD Gothic Neo"/>
                <a:ea typeface="Apple SD Gothic Neo"/>
                <a:cs typeface="Apple SD Gothic Neo"/>
              </a:defRPr>
            </a:lvl8pPr>
            <a:lvl9pPr algn="ctr">
              <a:defRPr sz="1575" b="1">
                <a:solidFill>
                  <a:srgbClr val="111111"/>
                </a:solidFill>
                <a:latin typeface="Apple SD Gothic Neo"/>
                <a:ea typeface="Apple SD Gothic Neo"/>
                <a:cs typeface="Apple SD Gothic Neo"/>
              </a:defRPr>
            </a:lvl9pPr>
          </a:lstStyle>
          <a:p xmlns:a="http://schemas.openxmlformats.org/drawingml/2006/main">
            <a:pPr algn="ctr">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현재 요청</a:t>
            </a:r>
          </a:p>
        </p:txBody>
      </p:sp>
      <p:sp>
        <p:nvSpPr>
          <p:cNvPr id="33" name="Editable path 71">
            <a:extLst xmlns:a="http://schemas.openxmlformats.org/drawingml/2006/main">
              <a:ext uri="{FF2B5EF4-FFF2-40B4-BE49-F238E27FC236}">
                <a16:creationId xmlns:a16="http://schemas.microsoft.com/office/drawing/2014/main" id="{8380997E-236D-4C96-9CCE-197A06F506CD}"/>
              </a:ext>
            </a:extLst>
          </p:cNvPr>
          <p:cNvSpPr>
            <a:spLocks xmlns:a="http://schemas.openxmlformats.org/drawingml/2006/main" noGrp="1"/>
          </p:cNvSpPr>
          <p:nvPr/>
        </p:nvSpPr>
        <p:spPr>
          <a:xfrm xmlns:a="http://schemas.openxmlformats.org/drawingml/2006/main">
            <a:off x="5753100" y="2724150"/>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19050">
            <a:solidFill>
              <a:srgbClr val="111111"/>
            </a:solidFill>
            <a:prstDash val="solid"/>
          </a:ln>
        </p:spPr>
      </p:sp>
      <p:sp>
        <p:nvSpPr>
          <p:cNvPr id="34" name="Editable arrowhead 72">
            <a:extLst xmlns:a="http://schemas.openxmlformats.org/drawingml/2006/main">
              <a:ext uri="{FF2B5EF4-FFF2-40B4-BE49-F238E27FC236}">
                <a16:creationId xmlns:a16="http://schemas.microsoft.com/office/drawing/2014/main" id="{323C9902-96A8-4BD3-ACE4-3C4859BFA8BD}"/>
              </a:ext>
            </a:extLst>
          </p:cNvPr>
          <p:cNvSpPr>
            <a:spLocks xmlns:a="http://schemas.openxmlformats.org/drawingml/2006/main" noGrp="1"/>
          </p:cNvSpPr>
          <p:nvPr/>
        </p:nvSpPr>
        <p:spPr>
          <a:xfrm xmlns:a="http://schemas.openxmlformats.org/drawingml/2006/main">
            <a:off x="5705475" y="26574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5" name="Editable path 73">
            <a:extLst xmlns:a="http://schemas.openxmlformats.org/drawingml/2006/main">
              <a:ext uri="{FF2B5EF4-FFF2-40B4-BE49-F238E27FC236}">
                <a16:creationId xmlns:a16="http://schemas.microsoft.com/office/drawing/2014/main" id="{25007761-7D08-4229-AB33-A3C25D77E41C}"/>
              </a:ext>
            </a:extLst>
          </p:cNvPr>
          <p:cNvSpPr>
            <a:spLocks xmlns:a="http://schemas.openxmlformats.org/drawingml/2006/main" noGrp="1"/>
          </p:cNvSpPr>
          <p:nvPr/>
        </p:nvSpPr>
        <p:spPr>
          <a:xfrm xmlns:a="http://schemas.openxmlformats.org/drawingml/2006/main">
            <a:off x="4276725" y="3381375"/>
            <a:ext cx="276225" cy="953"/>
          </a:xfrm>
          <a:custGeom xmlns:a="http://schemas.openxmlformats.org/drawingml/2006/main">
            <a:pathLst>
              <a:path w="276225" h="953">
                <a:moveTo>
                  <a:pt x="0" y="0"/>
                </a:moveTo>
                <a:lnTo>
                  <a:pt x="276225" y="0"/>
                </a:lnTo>
              </a:path>
            </a:pathLst>
          </a:custGeom>
          <a:noFill xmlns:a="http://schemas.openxmlformats.org/drawingml/2006/main"/>
          <a:ln xmlns:a="http://schemas.openxmlformats.org/drawingml/2006/main" w="23813">
            <a:solidFill>
              <a:srgbClr val="111111"/>
            </a:solidFill>
            <a:prstDash val="solid"/>
          </a:ln>
        </p:spPr>
      </p:sp>
      <p:sp>
        <p:nvSpPr>
          <p:cNvPr id="36" name="Editable arrowhead 74">
            <a:extLst xmlns:a="http://schemas.openxmlformats.org/drawingml/2006/main">
              <a:ext uri="{FF2B5EF4-FFF2-40B4-BE49-F238E27FC236}">
                <a16:creationId xmlns:a16="http://schemas.microsoft.com/office/drawing/2014/main" id="{8D536EB1-24C7-455B-BABB-3BB122170DB3}"/>
              </a:ext>
            </a:extLst>
          </p:cNvPr>
          <p:cNvSpPr>
            <a:spLocks xmlns:a="http://schemas.openxmlformats.org/drawingml/2006/main" noGrp="1"/>
          </p:cNvSpPr>
          <p:nvPr/>
        </p:nvSpPr>
        <p:spPr>
          <a:xfrm xmlns:a="http://schemas.openxmlformats.org/drawingml/2006/main">
            <a:off x="4457700" y="33337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7" name="Context Manager Component">
            <a:extLst xmlns:a="http://schemas.openxmlformats.org/drawingml/2006/main">
              <a:ext uri="{FF2B5EF4-FFF2-40B4-BE49-F238E27FC236}">
                <a16:creationId xmlns:a16="http://schemas.microsoft.com/office/drawing/2014/main" id="{CB9C68EA-F74E-426D-A268-8F2E3BDDD279}"/>
              </a:ext>
            </a:extLst>
          </p:cNvPr>
          <p:cNvSpPr>
            <a:spLocks xmlns:a="http://schemas.openxmlformats.org/drawingml/2006/main" noGrp="1"/>
          </p:cNvSpPr>
          <p:nvPr/>
        </p:nvSpPr>
        <p:spPr>
          <a:xfrm xmlns:a="http://schemas.openxmlformats.org/drawingml/2006/main">
            <a:off x="4552950" y="4086225"/>
            <a:ext cx="2400300" cy="10096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38" name="DP1 object 75">
            <a:extLst xmlns:a="http://schemas.openxmlformats.org/drawingml/2006/main">
              <a:ext uri="{FF2B5EF4-FFF2-40B4-BE49-F238E27FC236}">
                <a16:creationId xmlns:a16="http://schemas.microsoft.com/office/drawing/2014/main" id="{9190D4C2-3ADC-48F7-A67A-CA70AC01A28F}"/>
              </a:ext>
            </a:extLst>
          </p:cNvPr>
          <p:cNvSpPr>
            <a:spLocks xmlns:a="http://schemas.openxmlformats.org/drawingml/2006/main" noGrp="1"/>
          </p:cNvSpPr>
          <p:nvPr/>
        </p:nvSpPr>
        <p:spPr>
          <a:xfrm xmlns:a="http://schemas.openxmlformats.org/drawingml/2006/main">
            <a:off x="4610100" y="4105275"/>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Context Manager</a:t>
            </a:r>
          </a:p>
        </p:txBody>
      </p:sp>
      <p:sp>
        <p:nvSpPr>
          <p:cNvPr id="39" name="Editable path 76">
            <a:extLst xmlns:a="http://schemas.openxmlformats.org/drawingml/2006/main">
              <a:ext uri="{FF2B5EF4-FFF2-40B4-BE49-F238E27FC236}">
                <a16:creationId xmlns:a16="http://schemas.microsoft.com/office/drawing/2014/main" id="{A5350E4E-CA9C-45A1-B4CD-49ED056E2D44}"/>
              </a:ext>
            </a:extLst>
          </p:cNvPr>
          <p:cNvSpPr>
            <a:spLocks xmlns:a="http://schemas.openxmlformats.org/drawingml/2006/main" noGrp="1"/>
          </p:cNvSpPr>
          <p:nvPr/>
        </p:nvSpPr>
        <p:spPr>
          <a:xfrm xmlns:a="http://schemas.openxmlformats.org/drawingml/2006/main">
            <a:off x="4552950" y="4410075"/>
            <a:ext cx="2400300" cy="953"/>
          </a:xfrm>
          <a:custGeom xmlns:a="http://schemas.openxmlformats.org/drawingml/2006/main">
            <a:pathLst>
              <a:path w="2400300" h="953">
                <a:moveTo>
                  <a:pt x="0" y="0"/>
                </a:moveTo>
                <a:lnTo>
                  <a:pt x="2400300" y="0"/>
                </a:lnTo>
              </a:path>
            </a:pathLst>
          </a:custGeom>
          <a:noFill xmlns:a="http://schemas.openxmlformats.org/drawingml/2006/main"/>
          <a:ln xmlns:a="http://schemas.openxmlformats.org/drawingml/2006/main" w="14288">
            <a:solidFill>
              <a:srgbClr val="111111"/>
            </a:solidFill>
            <a:prstDash val="solid"/>
          </a:ln>
        </p:spPr>
      </p:sp>
      <p:sp>
        <p:nvSpPr>
          <p:cNvPr id="40" name="Context Manager internal operation">
            <a:extLst xmlns:a="http://schemas.openxmlformats.org/drawingml/2006/main">
              <a:ext uri="{FF2B5EF4-FFF2-40B4-BE49-F238E27FC236}">
                <a16:creationId xmlns:a16="http://schemas.microsoft.com/office/drawing/2014/main" id="{4896AE65-E500-413F-A52B-045D61208C30}"/>
              </a:ext>
            </a:extLst>
          </p:cNvPr>
          <p:cNvSpPr>
            <a:spLocks xmlns:a="http://schemas.openxmlformats.org/drawingml/2006/main" noGrp="1"/>
          </p:cNvSpPr>
          <p:nvPr/>
        </p:nvSpPr>
        <p:spPr>
          <a:xfrm xmlns:a="http://schemas.openxmlformats.org/drawingml/2006/main">
            <a:off x="4648200" y="4476750"/>
            <a:ext cx="2209800" cy="542925"/>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41" name="DP1 object 77">
            <a:extLst xmlns:a="http://schemas.openxmlformats.org/drawingml/2006/main">
              <a:ext uri="{FF2B5EF4-FFF2-40B4-BE49-F238E27FC236}">
                <a16:creationId xmlns:a16="http://schemas.microsoft.com/office/drawing/2014/main" id="{A7E06BA8-F276-441E-85B5-0F11BA66EC13}"/>
              </a:ext>
            </a:extLst>
          </p:cNvPr>
          <p:cNvSpPr>
            <a:spLocks xmlns:a="http://schemas.openxmlformats.org/drawingml/2006/main" noGrp="1"/>
          </p:cNvSpPr>
          <p:nvPr/>
        </p:nvSpPr>
        <p:spPr>
          <a:xfrm xmlns:a="http://schemas.openxmlformats.org/drawingml/2006/main">
            <a:off x="4695825" y="4495800"/>
            <a:ext cx="21145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원본 보완·현재성 확인</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채택 후 문맥 갱신</a:t>
            </a:r>
          </a:p>
        </p:txBody>
      </p:sp>
      <p:sp>
        <p:nvSpPr>
          <p:cNvPr id="42" name="Editable path 78">
            <a:extLst xmlns:a="http://schemas.openxmlformats.org/drawingml/2006/main">
              <a:ext uri="{FF2B5EF4-FFF2-40B4-BE49-F238E27FC236}">
                <a16:creationId xmlns:a16="http://schemas.microsoft.com/office/drawing/2014/main" id="{0F172B68-F2C5-44DC-B629-5D50D289EF6A}"/>
              </a:ext>
            </a:extLst>
          </p:cNvPr>
          <p:cNvSpPr>
            <a:spLocks xmlns:a="http://schemas.openxmlformats.org/drawingml/2006/main" noGrp="1"/>
          </p:cNvSpPr>
          <p:nvPr/>
        </p:nvSpPr>
        <p:spPr>
          <a:xfrm xmlns:a="http://schemas.openxmlformats.org/drawingml/2006/main">
            <a:off x="5753100" y="3724275"/>
            <a:ext cx="953" cy="361950"/>
          </a:xfrm>
          <a:custGeom xmlns:a="http://schemas.openxmlformats.org/drawingml/2006/main">
            <a:pathLst>
              <a:path w="953" h="361950">
                <a:moveTo>
                  <a:pt x="0" y="0"/>
                </a:moveTo>
                <a:lnTo>
                  <a:pt x="0" y="361950"/>
                </a:lnTo>
              </a:path>
            </a:pathLst>
          </a:custGeom>
          <a:noFill xmlns:a="http://schemas.openxmlformats.org/drawingml/2006/main"/>
          <a:ln xmlns:a="http://schemas.openxmlformats.org/drawingml/2006/main" w="23813">
            <a:solidFill>
              <a:srgbClr val="111111"/>
            </a:solidFill>
            <a:prstDash val="solid"/>
          </a:ln>
        </p:spPr>
      </p:sp>
      <p:sp>
        <p:nvSpPr>
          <p:cNvPr id="43" name="Editable arrowhead 79">
            <a:extLst xmlns:a="http://schemas.openxmlformats.org/drawingml/2006/main">
              <a:ext uri="{FF2B5EF4-FFF2-40B4-BE49-F238E27FC236}">
                <a16:creationId xmlns:a16="http://schemas.microsoft.com/office/drawing/2014/main" id="{2508EC37-311F-4609-A996-32802B71A6E4}"/>
              </a:ext>
            </a:extLst>
          </p:cNvPr>
          <p:cNvSpPr>
            <a:spLocks xmlns:a="http://schemas.openxmlformats.org/drawingml/2006/main" noGrp="1"/>
          </p:cNvSpPr>
          <p:nvPr/>
        </p:nvSpPr>
        <p:spPr>
          <a:xfrm xmlns:a="http://schemas.openxmlformats.org/drawingml/2006/main">
            <a:off x="5705475" y="39909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4" name="Editable path 80">
            <a:extLst xmlns:a="http://schemas.openxmlformats.org/drawingml/2006/main">
              <a:ext uri="{FF2B5EF4-FFF2-40B4-BE49-F238E27FC236}">
                <a16:creationId xmlns:a16="http://schemas.microsoft.com/office/drawing/2014/main" id="{4F5D74C6-D8E3-4111-AC93-D6750F9799C2}"/>
              </a:ext>
            </a:extLst>
          </p:cNvPr>
          <p:cNvSpPr>
            <a:spLocks xmlns:a="http://schemas.openxmlformats.org/drawingml/2006/main" noGrp="1"/>
          </p:cNvSpPr>
          <p:nvPr/>
        </p:nvSpPr>
        <p:spPr>
          <a:xfrm xmlns:a="http://schemas.openxmlformats.org/drawingml/2006/main">
            <a:off x="6810375" y="3724275"/>
            <a:ext cx="953" cy="361950"/>
          </a:xfrm>
          <a:custGeom xmlns:a="http://schemas.openxmlformats.org/drawingml/2006/main">
            <a:pathLst>
              <a:path w="953" h="361950">
                <a:moveTo>
                  <a:pt x="0" y="361950"/>
                </a:moveTo>
                <a:lnTo>
                  <a:pt x="0" y="0"/>
                </a:lnTo>
              </a:path>
            </a:pathLst>
          </a:custGeom>
          <a:noFill xmlns:a="http://schemas.openxmlformats.org/drawingml/2006/main"/>
          <a:ln xmlns:a="http://schemas.openxmlformats.org/drawingml/2006/main" w="23813">
            <a:solidFill>
              <a:srgbClr val="111111"/>
            </a:solidFill>
            <a:prstDash val="solid"/>
          </a:ln>
        </p:spPr>
      </p:sp>
      <p:sp>
        <p:nvSpPr>
          <p:cNvPr id="45" name="Editable arrowhead 81">
            <a:extLst xmlns:a="http://schemas.openxmlformats.org/drawingml/2006/main">
              <a:ext uri="{FF2B5EF4-FFF2-40B4-BE49-F238E27FC236}">
                <a16:creationId xmlns:a16="http://schemas.microsoft.com/office/drawing/2014/main" id="{6272D64B-3946-49A3-99C7-0A1A6C7BCBE1}"/>
              </a:ext>
            </a:extLst>
          </p:cNvPr>
          <p:cNvSpPr>
            <a:spLocks xmlns:a="http://schemas.openxmlformats.org/drawingml/2006/main" noGrp="1"/>
          </p:cNvSpPr>
          <p:nvPr/>
        </p:nvSpPr>
        <p:spPr>
          <a:xfrm xmlns:a="http://schemas.openxmlformats.org/drawingml/2006/main">
            <a:off x="6762750" y="37242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6" name="DP1 object 82">
            <a:extLst xmlns:a="http://schemas.openxmlformats.org/drawingml/2006/main">
              <a:ext uri="{FF2B5EF4-FFF2-40B4-BE49-F238E27FC236}">
                <a16:creationId xmlns:a16="http://schemas.microsoft.com/office/drawing/2014/main" id="{45A74C60-8E77-4895-BFBB-44093BB8D37D}"/>
              </a:ext>
            </a:extLst>
          </p:cNvPr>
          <p:cNvSpPr>
            <a:spLocks xmlns:a="http://schemas.openxmlformats.org/drawingml/2006/main" noGrp="1"/>
          </p:cNvSpPr>
          <p:nvPr/>
        </p:nvSpPr>
        <p:spPr>
          <a:xfrm xmlns:a="http://schemas.openxmlformats.org/drawingml/2006/main">
            <a:off x="4629150" y="3771900"/>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보완 요청</a:t>
            </a:r>
          </a:p>
        </p:txBody>
      </p:sp>
      <p:sp>
        <p:nvSpPr>
          <p:cNvPr id="47" name="DP1 object 83">
            <a:extLst xmlns:a="http://schemas.openxmlformats.org/drawingml/2006/main">
              <a:ext uri="{FF2B5EF4-FFF2-40B4-BE49-F238E27FC236}">
                <a16:creationId xmlns:a16="http://schemas.microsoft.com/office/drawing/2014/main" id="{66266788-3F35-4FE0-8C2B-11348CEEEE2E}"/>
              </a:ext>
            </a:extLst>
          </p:cNvPr>
          <p:cNvSpPr>
            <a:spLocks xmlns:a="http://schemas.openxmlformats.org/drawingml/2006/main" noGrp="1"/>
          </p:cNvSpPr>
          <p:nvPr/>
        </p:nvSpPr>
        <p:spPr>
          <a:xfrm xmlns:a="http://schemas.openxmlformats.org/drawingml/2006/main">
            <a:off x="5810250" y="3771900"/>
            <a:ext cx="9239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보완 근거</a:t>
            </a:r>
          </a:p>
        </p:txBody>
      </p:sp>
      <p:sp>
        <p:nvSpPr>
          <p:cNvPr id="48" name="Editable path 84">
            <a:extLst xmlns:a="http://schemas.openxmlformats.org/drawingml/2006/main">
              <a:ext uri="{FF2B5EF4-FFF2-40B4-BE49-F238E27FC236}">
                <a16:creationId xmlns:a16="http://schemas.microsoft.com/office/drawing/2014/main" id="{CF5F5D58-966A-4F60-B64F-0397619E77CA}"/>
              </a:ext>
            </a:extLst>
          </p:cNvPr>
          <p:cNvSpPr>
            <a:spLocks xmlns:a="http://schemas.openxmlformats.org/drawingml/2006/main" noGrp="1"/>
          </p:cNvSpPr>
          <p:nvPr/>
        </p:nvSpPr>
        <p:spPr>
          <a:xfrm xmlns:a="http://schemas.openxmlformats.org/drawingml/2006/main">
            <a:off x="3200400" y="4029075"/>
            <a:ext cx="1352550" cy="571500"/>
          </a:xfrm>
          <a:custGeom xmlns:a="http://schemas.openxmlformats.org/drawingml/2006/main">
            <a:pathLst>
              <a:path w="1352550" h="571500">
                <a:moveTo>
                  <a:pt x="1352550" y="571500"/>
                </a:moveTo>
                <a:lnTo>
                  <a:pt x="0" y="571500"/>
                </a:lnTo>
                <a:lnTo>
                  <a:pt x="0" y="0"/>
                </a:lnTo>
              </a:path>
            </a:pathLst>
          </a:custGeom>
          <a:noFill xmlns:a="http://schemas.openxmlformats.org/drawingml/2006/main"/>
          <a:ln xmlns:a="http://schemas.openxmlformats.org/drawingml/2006/main" w="23813">
            <a:solidFill>
              <a:srgbClr val="111111"/>
            </a:solidFill>
            <a:prstDash val="solid"/>
          </a:ln>
        </p:spPr>
      </p:sp>
      <p:sp>
        <p:nvSpPr>
          <p:cNvPr id="49" name="Editable arrowhead 85">
            <a:extLst xmlns:a="http://schemas.openxmlformats.org/drawingml/2006/main">
              <a:ext uri="{FF2B5EF4-FFF2-40B4-BE49-F238E27FC236}">
                <a16:creationId xmlns:a16="http://schemas.microsoft.com/office/drawing/2014/main" id="{31CC73E0-8B16-4517-8270-9DD483BD5039}"/>
              </a:ext>
            </a:extLst>
          </p:cNvPr>
          <p:cNvSpPr>
            <a:spLocks xmlns:a="http://schemas.openxmlformats.org/drawingml/2006/main" noGrp="1"/>
          </p:cNvSpPr>
          <p:nvPr/>
        </p:nvSpPr>
        <p:spPr>
          <a:xfrm xmlns:a="http://schemas.openxmlformats.org/drawingml/2006/main">
            <a:off x="3152775" y="40290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0" name="DP1 object 86">
            <a:extLst xmlns:a="http://schemas.openxmlformats.org/drawingml/2006/main">
              <a:ext uri="{FF2B5EF4-FFF2-40B4-BE49-F238E27FC236}">
                <a16:creationId xmlns:a16="http://schemas.microsoft.com/office/drawing/2014/main" id="{6C7BE308-098E-411B-A6B0-5C4C97E3D85C}"/>
              </a:ext>
            </a:extLst>
          </p:cNvPr>
          <p:cNvSpPr>
            <a:spLocks xmlns:a="http://schemas.openxmlformats.org/drawingml/2006/main" noGrp="1"/>
          </p:cNvSpPr>
          <p:nvPr/>
        </p:nvSpPr>
        <p:spPr>
          <a:xfrm xmlns:a="http://schemas.openxmlformats.org/drawingml/2006/main">
            <a:off x="2085975" y="4686300"/>
            <a:ext cx="22574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채택 후 갱신 → 재사용</a:t>
            </a:r>
          </a:p>
        </p:txBody>
      </p:sp>
      <p:sp>
        <p:nvSpPr>
          <p:cNvPr id="51" name="허용 원본">
            <a:extLst xmlns:a="http://schemas.openxmlformats.org/drawingml/2006/main">
              <a:ext uri="{FF2B5EF4-FFF2-40B4-BE49-F238E27FC236}">
                <a16:creationId xmlns:a16="http://schemas.microsoft.com/office/drawing/2014/main" id="{890253C9-2249-432D-8AA7-E57D6F6448AD}"/>
              </a:ext>
            </a:extLst>
          </p:cNvPr>
          <p:cNvSpPr>
            <a:spLocks xmlns:a="http://schemas.openxmlformats.org/drawingml/2006/main" noGrp="1"/>
          </p:cNvSpPr>
          <p:nvPr/>
        </p:nvSpPr>
        <p:spPr>
          <a:xfrm xmlns:a="http://schemas.openxmlformats.org/drawingml/2006/main">
            <a:off x="2133600" y="5124450"/>
            <a:ext cx="1638300" cy="400050"/>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52" name="DP1 object 87">
            <a:extLst xmlns:a="http://schemas.openxmlformats.org/drawingml/2006/main">
              <a:ext uri="{FF2B5EF4-FFF2-40B4-BE49-F238E27FC236}">
                <a16:creationId xmlns:a16="http://schemas.microsoft.com/office/drawing/2014/main" id="{65012B00-4642-4275-899D-21360A486872}"/>
              </a:ext>
            </a:extLst>
          </p:cNvPr>
          <p:cNvSpPr>
            <a:spLocks xmlns:a="http://schemas.openxmlformats.org/drawingml/2006/main" noGrp="1"/>
          </p:cNvSpPr>
          <p:nvPr/>
        </p:nvSpPr>
        <p:spPr>
          <a:xfrm xmlns:a="http://schemas.openxmlformats.org/drawingml/2006/main">
            <a:off x="2181225" y="5229225"/>
            <a:ext cx="1543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허용 원본</a:t>
            </a:r>
          </a:p>
        </p:txBody>
      </p:sp>
      <p:sp>
        <p:nvSpPr>
          <p:cNvPr id="53" name="Editable path 88">
            <a:extLst xmlns:a="http://schemas.openxmlformats.org/drawingml/2006/main">
              <a:ext uri="{FF2B5EF4-FFF2-40B4-BE49-F238E27FC236}">
                <a16:creationId xmlns:a16="http://schemas.microsoft.com/office/drawing/2014/main" id="{19FA01AC-3171-4113-88C4-69ECE2F78803}"/>
              </a:ext>
            </a:extLst>
          </p:cNvPr>
          <p:cNvSpPr>
            <a:spLocks xmlns:a="http://schemas.openxmlformats.org/drawingml/2006/main" noGrp="1"/>
          </p:cNvSpPr>
          <p:nvPr/>
        </p:nvSpPr>
        <p:spPr>
          <a:xfrm xmlns:a="http://schemas.openxmlformats.org/drawingml/2006/main">
            <a:off x="3771900" y="5095875"/>
            <a:ext cx="1981200" cy="238125"/>
          </a:xfrm>
          <a:custGeom xmlns:a="http://schemas.openxmlformats.org/drawingml/2006/main">
            <a:pathLst>
              <a:path w="1981200" h="238125">
                <a:moveTo>
                  <a:pt x="0" y="238125"/>
                </a:moveTo>
                <a:lnTo>
                  <a:pt x="1981200" y="238125"/>
                </a:lnTo>
                <a:lnTo>
                  <a:pt x="1981200" y="0"/>
                </a:lnTo>
              </a:path>
            </a:pathLst>
          </a:custGeom>
          <a:noFill xmlns:a="http://schemas.openxmlformats.org/drawingml/2006/main"/>
          <a:ln xmlns:a="http://schemas.openxmlformats.org/drawingml/2006/main" w="19050">
            <a:solidFill>
              <a:srgbClr val="111111"/>
            </a:solidFill>
            <a:prstDash val="dash"/>
          </a:ln>
        </p:spPr>
      </p:sp>
      <p:sp>
        <p:nvSpPr>
          <p:cNvPr id="54" name="Editable arrowhead 89">
            <a:extLst xmlns:a="http://schemas.openxmlformats.org/drawingml/2006/main">
              <a:ext uri="{FF2B5EF4-FFF2-40B4-BE49-F238E27FC236}">
                <a16:creationId xmlns:a16="http://schemas.microsoft.com/office/drawing/2014/main" id="{E6F26BD7-F610-4B90-9792-D8F83D9A1D33}"/>
              </a:ext>
            </a:extLst>
          </p:cNvPr>
          <p:cNvSpPr>
            <a:spLocks xmlns:a="http://schemas.openxmlformats.org/drawingml/2006/main" noGrp="1"/>
          </p:cNvSpPr>
          <p:nvPr/>
        </p:nvSpPr>
        <p:spPr>
          <a:xfrm xmlns:a="http://schemas.openxmlformats.org/drawingml/2006/main">
            <a:off x="5705475" y="50958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5" name="DP1 object 90">
            <a:extLst xmlns:a="http://schemas.openxmlformats.org/drawingml/2006/main">
              <a:ext uri="{FF2B5EF4-FFF2-40B4-BE49-F238E27FC236}">
                <a16:creationId xmlns:a16="http://schemas.microsoft.com/office/drawing/2014/main" id="{D1DB816E-CAB3-4D09-A426-447B449210BD}"/>
              </a:ext>
            </a:extLst>
          </p:cNvPr>
          <p:cNvSpPr>
            <a:spLocks xmlns:a="http://schemas.openxmlformats.org/drawingml/2006/main" noGrp="1"/>
          </p:cNvSpPr>
          <p:nvPr/>
        </p:nvSpPr>
        <p:spPr>
          <a:xfrm xmlns:a="http://schemas.openxmlformats.org/drawingml/2006/main">
            <a:off x="3838575" y="5076825"/>
            <a:ext cx="1857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부족·변경 시 읽기</a:t>
            </a:r>
          </a:p>
        </p:txBody>
      </p:sp>
      <p:sp>
        <p:nvSpPr>
          <p:cNvPr id="56" name="DP1 object 91">
            <a:extLst xmlns:a="http://schemas.openxmlformats.org/drawingml/2006/main">
              <a:ext uri="{FF2B5EF4-FFF2-40B4-BE49-F238E27FC236}">
                <a16:creationId xmlns:a16="http://schemas.microsoft.com/office/drawing/2014/main" id="{72F75E9A-98D7-4AC6-BD87-4789C9CFB98E}"/>
              </a:ext>
            </a:extLst>
          </p:cNvPr>
          <p:cNvSpPr>
            <a:spLocks xmlns:a="http://schemas.openxmlformats.org/drawingml/2006/main" noGrp="1"/>
          </p:cNvSpPr>
          <p:nvPr/>
        </p:nvSpPr>
        <p:spPr>
          <a:xfrm xmlns:a="http://schemas.openxmlformats.org/drawingml/2006/main">
            <a:off x="7353300" y="2200275"/>
            <a:ext cx="520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이번 요청에서 읽고 묶음을 해제</a:t>
            </a:r>
          </a:p>
        </p:txBody>
      </p:sp>
      <p:sp>
        <p:nvSpPr>
          <p:cNvPr id="57" name="DP1 object 92">
            <a:extLst xmlns:a="http://schemas.openxmlformats.org/drawingml/2006/main">
              <a:ext uri="{FF2B5EF4-FFF2-40B4-BE49-F238E27FC236}">
                <a16:creationId xmlns:a16="http://schemas.microsoft.com/office/drawing/2014/main" id="{9EEB0963-6F94-474D-A9F7-45C98519423E}"/>
              </a:ext>
            </a:extLst>
          </p:cNvPr>
          <p:cNvSpPr>
            <a:spLocks xmlns:a="http://schemas.openxmlformats.org/drawingml/2006/main" noGrp="1"/>
          </p:cNvSpPr>
          <p:nvPr/>
        </p:nvSpPr>
        <p:spPr>
          <a:xfrm xmlns:a="http://schemas.openxmlformats.org/drawingml/2006/main">
            <a:off x="9401175" y="2505075"/>
            <a:ext cx="3105150" cy="3048000"/>
          </a:xfrm>
          <a:prstGeom xmlns:a="http://schemas.openxmlformats.org/drawingml/2006/main" prst="rect">
            <a:avLst/>
          </a:prstGeom>
          <a:noFill xmlns:a="http://schemas.openxmlformats.org/drawingml/2006/main"/>
          <a:ln xmlns:a="http://schemas.openxmlformats.org/drawingml/2006/main" w="12383">
            <a:solidFill>
              <a:srgbClr val="98999B"/>
            </a:solidFill>
            <a:prstDash val="dash"/>
          </a:ln>
        </p:spPr>
      </p:sp>
      <p:sp>
        <p:nvSpPr>
          <p:cNvPr id="58" name="Request Interpreter Component">
            <a:extLst xmlns:a="http://schemas.openxmlformats.org/drawingml/2006/main">
              <a:ext uri="{FF2B5EF4-FFF2-40B4-BE49-F238E27FC236}">
                <a16:creationId xmlns:a16="http://schemas.microsoft.com/office/drawing/2014/main" id="{4895D352-CED5-46DC-95FA-6392D87CAB42}"/>
              </a:ext>
            </a:extLst>
          </p:cNvPr>
          <p:cNvSpPr>
            <a:spLocks xmlns:a="http://schemas.openxmlformats.org/drawingml/2006/main" noGrp="1"/>
          </p:cNvSpPr>
          <p:nvPr/>
        </p:nvSpPr>
        <p:spPr>
          <a:xfrm xmlns:a="http://schemas.openxmlformats.org/drawingml/2006/main">
            <a:off x="9582150" y="2552700"/>
            <a:ext cx="2771775" cy="7429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59" name="DP1 object 93">
            <a:extLst xmlns:a="http://schemas.openxmlformats.org/drawingml/2006/main">
              <a:ext uri="{FF2B5EF4-FFF2-40B4-BE49-F238E27FC236}">
                <a16:creationId xmlns:a16="http://schemas.microsoft.com/office/drawing/2014/main" id="{9669A48B-DCF3-4CD9-B96D-08C397F2E80E}"/>
              </a:ext>
            </a:extLst>
          </p:cNvPr>
          <p:cNvSpPr>
            <a:spLocks xmlns:a="http://schemas.openxmlformats.org/drawingml/2006/main" noGrp="1"/>
          </p:cNvSpPr>
          <p:nvPr/>
        </p:nvSpPr>
        <p:spPr>
          <a:xfrm xmlns:a="http://schemas.openxmlformats.org/drawingml/2006/main">
            <a:off x="9639300" y="2571750"/>
            <a:ext cx="26574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Request Interpreter</a:t>
            </a:r>
          </a:p>
        </p:txBody>
      </p:sp>
      <p:sp>
        <p:nvSpPr>
          <p:cNvPr id="60" name="Editable path 94">
            <a:extLst xmlns:a="http://schemas.openxmlformats.org/drawingml/2006/main">
              <a:ext uri="{FF2B5EF4-FFF2-40B4-BE49-F238E27FC236}">
                <a16:creationId xmlns:a16="http://schemas.microsoft.com/office/drawing/2014/main" id="{76E221B9-4895-42EE-B40C-12933CC6A081}"/>
              </a:ext>
            </a:extLst>
          </p:cNvPr>
          <p:cNvSpPr>
            <a:spLocks xmlns:a="http://schemas.openxmlformats.org/drawingml/2006/main" noGrp="1"/>
          </p:cNvSpPr>
          <p:nvPr/>
        </p:nvSpPr>
        <p:spPr>
          <a:xfrm xmlns:a="http://schemas.openxmlformats.org/drawingml/2006/main">
            <a:off x="9582150" y="2809875"/>
            <a:ext cx="2771775" cy="953"/>
          </a:xfrm>
          <a:custGeom xmlns:a="http://schemas.openxmlformats.org/drawingml/2006/main">
            <a:pathLst>
              <a:path w="2771775" h="953">
                <a:moveTo>
                  <a:pt x="0" y="0"/>
                </a:moveTo>
                <a:lnTo>
                  <a:pt x="2771775" y="0"/>
                </a:lnTo>
              </a:path>
            </a:pathLst>
          </a:custGeom>
          <a:noFill xmlns:a="http://schemas.openxmlformats.org/drawingml/2006/main"/>
          <a:ln xmlns:a="http://schemas.openxmlformats.org/drawingml/2006/main" w="14288">
            <a:solidFill>
              <a:srgbClr val="111111"/>
            </a:solidFill>
            <a:prstDash val="solid"/>
          </a:ln>
        </p:spPr>
      </p:sp>
      <p:sp>
        <p:nvSpPr>
          <p:cNvPr id="61" name="Request Interpreter internal operation">
            <a:extLst xmlns:a="http://schemas.openxmlformats.org/drawingml/2006/main">
              <a:ext uri="{FF2B5EF4-FFF2-40B4-BE49-F238E27FC236}">
                <a16:creationId xmlns:a16="http://schemas.microsoft.com/office/drawing/2014/main" id="{FE2F160E-B07B-414C-95FF-F42B2CF221B3}"/>
              </a:ext>
            </a:extLst>
          </p:cNvPr>
          <p:cNvSpPr>
            <a:spLocks xmlns:a="http://schemas.openxmlformats.org/drawingml/2006/main" noGrp="1"/>
          </p:cNvSpPr>
          <p:nvPr/>
        </p:nvSpPr>
        <p:spPr>
          <a:xfrm xmlns:a="http://schemas.openxmlformats.org/drawingml/2006/main">
            <a:off x="9677400" y="2876550"/>
            <a:ext cx="2581275" cy="342900"/>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62" name="DP1 object 95">
            <a:extLst xmlns:a="http://schemas.openxmlformats.org/drawingml/2006/main">
              <a:ext uri="{FF2B5EF4-FFF2-40B4-BE49-F238E27FC236}">
                <a16:creationId xmlns:a16="http://schemas.microsoft.com/office/drawing/2014/main" id="{4C4CD0DC-C9C1-4A3E-9CFD-3DDDFA95A56E}"/>
              </a:ext>
            </a:extLst>
          </p:cNvPr>
          <p:cNvSpPr>
            <a:spLocks xmlns:a="http://schemas.openxmlformats.org/drawingml/2006/main" noGrp="1"/>
          </p:cNvSpPr>
          <p:nvPr/>
        </p:nvSpPr>
        <p:spPr>
          <a:xfrm xmlns:a="http://schemas.openxmlformats.org/drawingml/2006/main">
            <a:off x="9725025" y="2895600"/>
            <a:ext cx="2486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현재 입력의 읽기 범위 제안</a:t>
            </a:r>
          </a:p>
        </p:txBody>
      </p:sp>
      <p:sp>
        <p:nvSpPr>
          <p:cNvPr id="63" name="Editable path 96">
            <a:extLst xmlns:a="http://schemas.openxmlformats.org/drawingml/2006/main">
              <a:ext uri="{FF2B5EF4-FFF2-40B4-BE49-F238E27FC236}">
                <a16:creationId xmlns:a16="http://schemas.microsoft.com/office/drawing/2014/main" id="{0FA49DDC-5884-468C-AAB8-05F30FAC4B7E}"/>
              </a:ext>
            </a:extLst>
          </p:cNvPr>
          <p:cNvSpPr>
            <a:spLocks xmlns:a="http://schemas.openxmlformats.org/drawingml/2006/main" noGrp="1"/>
          </p:cNvSpPr>
          <p:nvPr/>
        </p:nvSpPr>
        <p:spPr>
          <a:xfrm xmlns:a="http://schemas.openxmlformats.org/drawingml/2006/main">
            <a:off x="10972800" y="3295650"/>
            <a:ext cx="953" cy="171450"/>
          </a:xfrm>
          <a:custGeom xmlns:a="http://schemas.openxmlformats.org/drawingml/2006/main">
            <a:pathLst>
              <a:path w="953" h="171450">
                <a:moveTo>
                  <a:pt x="0" y="0"/>
                </a:moveTo>
                <a:lnTo>
                  <a:pt x="0" y="171450"/>
                </a:lnTo>
              </a:path>
            </a:pathLst>
          </a:custGeom>
          <a:noFill xmlns:a="http://schemas.openxmlformats.org/drawingml/2006/main"/>
          <a:ln xmlns:a="http://schemas.openxmlformats.org/drawingml/2006/main" w="21908">
            <a:solidFill>
              <a:srgbClr val="111111"/>
            </a:solidFill>
            <a:prstDash val="solid"/>
          </a:ln>
        </p:spPr>
      </p:sp>
      <p:sp>
        <p:nvSpPr>
          <p:cNvPr id="64" name="Editable arrowhead 97">
            <a:extLst xmlns:a="http://schemas.openxmlformats.org/drawingml/2006/main">
              <a:ext uri="{FF2B5EF4-FFF2-40B4-BE49-F238E27FC236}">
                <a16:creationId xmlns:a16="http://schemas.microsoft.com/office/drawing/2014/main" id="{E6F60E51-E5C6-45B0-AC86-2BB3B6297992}"/>
              </a:ext>
            </a:extLst>
          </p:cNvPr>
          <p:cNvSpPr>
            <a:spLocks xmlns:a="http://schemas.openxmlformats.org/drawingml/2006/main" noGrp="1"/>
          </p:cNvSpPr>
          <p:nvPr/>
        </p:nvSpPr>
        <p:spPr>
          <a:xfrm xmlns:a="http://schemas.openxmlformats.org/drawingml/2006/main">
            <a:off x="10925175" y="33718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65" name="Context Manager Component">
            <a:extLst xmlns:a="http://schemas.openxmlformats.org/drawingml/2006/main">
              <a:ext uri="{FF2B5EF4-FFF2-40B4-BE49-F238E27FC236}">
                <a16:creationId xmlns:a16="http://schemas.microsoft.com/office/drawing/2014/main" id="{2B07460D-4855-47EA-8839-6025FD424A95}"/>
              </a:ext>
            </a:extLst>
          </p:cNvPr>
          <p:cNvSpPr>
            <a:spLocks xmlns:a="http://schemas.openxmlformats.org/drawingml/2006/main" noGrp="1"/>
          </p:cNvSpPr>
          <p:nvPr/>
        </p:nvSpPr>
        <p:spPr>
          <a:xfrm xmlns:a="http://schemas.openxmlformats.org/drawingml/2006/main">
            <a:off x="9582150" y="3467100"/>
            <a:ext cx="2771775" cy="7429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66" name="DP1 object 98">
            <a:extLst xmlns:a="http://schemas.openxmlformats.org/drawingml/2006/main">
              <a:ext uri="{FF2B5EF4-FFF2-40B4-BE49-F238E27FC236}">
                <a16:creationId xmlns:a16="http://schemas.microsoft.com/office/drawing/2014/main" id="{40A38ABD-52EB-40D2-9555-61EE27A77D33}"/>
              </a:ext>
            </a:extLst>
          </p:cNvPr>
          <p:cNvSpPr>
            <a:spLocks xmlns:a="http://schemas.openxmlformats.org/drawingml/2006/main" noGrp="1"/>
          </p:cNvSpPr>
          <p:nvPr/>
        </p:nvSpPr>
        <p:spPr>
          <a:xfrm xmlns:a="http://schemas.openxmlformats.org/drawingml/2006/main">
            <a:off x="9639300" y="3486150"/>
            <a:ext cx="26574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Context Manager</a:t>
            </a:r>
          </a:p>
        </p:txBody>
      </p:sp>
      <p:sp>
        <p:nvSpPr>
          <p:cNvPr id="67" name="Editable path 99">
            <a:extLst xmlns:a="http://schemas.openxmlformats.org/drawingml/2006/main">
              <a:ext uri="{FF2B5EF4-FFF2-40B4-BE49-F238E27FC236}">
                <a16:creationId xmlns:a16="http://schemas.microsoft.com/office/drawing/2014/main" id="{68FB7CDC-DDFD-4292-B93C-779679D1B0F4}"/>
              </a:ext>
            </a:extLst>
          </p:cNvPr>
          <p:cNvSpPr>
            <a:spLocks xmlns:a="http://schemas.openxmlformats.org/drawingml/2006/main" noGrp="1"/>
          </p:cNvSpPr>
          <p:nvPr/>
        </p:nvSpPr>
        <p:spPr>
          <a:xfrm xmlns:a="http://schemas.openxmlformats.org/drawingml/2006/main">
            <a:off x="9582150" y="3724275"/>
            <a:ext cx="2771775" cy="953"/>
          </a:xfrm>
          <a:custGeom xmlns:a="http://schemas.openxmlformats.org/drawingml/2006/main">
            <a:pathLst>
              <a:path w="2771775" h="953">
                <a:moveTo>
                  <a:pt x="0" y="0"/>
                </a:moveTo>
                <a:lnTo>
                  <a:pt x="2771775" y="0"/>
                </a:lnTo>
              </a:path>
            </a:pathLst>
          </a:custGeom>
          <a:noFill xmlns:a="http://schemas.openxmlformats.org/drawingml/2006/main"/>
          <a:ln xmlns:a="http://schemas.openxmlformats.org/drawingml/2006/main" w="14288">
            <a:solidFill>
              <a:srgbClr val="111111"/>
            </a:solidFill>
            <a:prstDash val="solid"/>
          </a:ln>
        </p:spPr>
      </p:sp>
      <p:sp>
        <p:nvSpPr>
          <p:cNvPr id="68" name="Context Manager internal operation">
            <a:extLst xmlns:a="http://schemas.openxmlformats.org/drawingml/2006/main">
              <a:ext uri="{FF2B5EF4-FFF2-40B4-BE49-F238E27FC236}">
                <a16:creationId xmlns:a16="http://schemas.microsoft.com/office/drawing/2014/main" id="{2DDEAC34-D93F-4262-BD86-A64461D143C5}"/>
              </a:ext>
            </a:extLst>
          </p:cNvPr>
          <p:cNvSpPr>
            <a:spLocks xmlns:a="http://schemas.openxmlformats.org/drawingml/2006/main" noGrp="1"/>
          </p:cNvSpPr>
          <p:nvPr/>
        </p:nvSpPr>
        <p:spPr>
          <a:xfrm xmlns:a="http://schemas.openxmlformats.org/drawingml/2006/main">
            <a:off x="9677400" y="3790950"/>
            <a:ext cx="2581275" cy="342900"/>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69" name="DP1 object 100">
            <a:extLst xmlns:a="http://schemas.openxmlformats.org/drawingml/2006/main">
              <a:ext uri="{FF2B5EF4-FFF2-40B4-BE49-F238E27FC236}">
                <a16:creationId xmlns:a16="http://schemas.microsoft.com/office/drawing/2014/main" id="{3F1FA49A-B5FC-42FC-B2CA-A25C2AD1019C}"/>
              </a:ext>
            </a:extLst>
          </p:cNvPr>
          <p:cNvSpPr>
            <a:spLocks xmlns:a="http://schemas.openxmlformats.org/drawingml/2006/main" noGrp="1"/>
          </p:cNvSpPr>
          <p:nvPr/>
        </p:nvSpPr>
        <p:spPr>
          <a:xfrm xmlns:a="http://schemas.openxmlformats.org/drawingml/2006/main">
            <a:off x="9725025" y="3810000"/>
            <a:ext cx="2486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허용 원본 조회·구성</a:t>
            </a:r>
          </a:p>
        </p:txBody>
      </p:sp>
      <p:sp>
        <p:nvSpPr>
          <p:cNvPr id="70" name="허용 원본&#10;공통 기록">
            <a:extLst xmlns:a="http://schemas.openxmlformats.org/drawingml/2006/main">
              <a:ext uri="{FF2B5EF4-FFF2-40B4-BE49-F238E27FC236}">
                <a16:creationId xmlns:a16="http://schemas.microsoft.com/office/drawing/2014/main" id="{E0EED7D3-1FC8-4482-9EAA-93BA93254DE5}"/>
              </a:ext>
            </a:extLst>
          </p:cNvPr>
          <p:cNvSpPr>
            <a:spLocks xmlns:a="http://schemas.openxmlformats.org/drawingml/2006/main" noGrp="1"/>
          </p:cNvSpPr>
          <p:nvPr/>
        </p:nvSpPr>
        <p:spPr>
          <a:xfrm xmlns:a="http://schemas.openxmlformats.org/drawingml/2006/main">
            <a:off x="7467600" y="3476625"/>
            <a:ext cx="1647825" cy="685800"/>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71" name="DP1 object 101">
            <a:extLst xmlns:a="http://schemas.openxmlformats.org/drawingml/2006/main">
              <a:ext uri="{FF2B5EF4-FFF2-40B4-BE49-F238E27FC236}">
                <a16:creationId xmlns:a16="http://schemas.microsoft.com/office/drawing/2014/main" id="{11C39C94-3A85-43A9-95CC-FE4E850E10FD}"/>
              </a:ext>
            </a:extLst>
          </p:cNvPr>
          <p:cNvSpPr>
            <a:spLocks xmlns:a="http://schemas.openxmlformats.org/drawingml/2006/main" noGrp="1"/>
          </p:cNvSpPr>
          <p:nvPr/>
        </p:nvSpPr>
        <p:spPr>
          <a:xfrm xmlns:a="http://schemas.openxmlformats.org/drawingml/2006/main">
            <a:off x="7515225" y="3581400"/>
            <a:ext cx="15525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허용 원본</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공통 기록</a:t>
            </a:r>
          </a:p>
        </p:txBody>
      </p:sp>
      <p:sp>
        <p:nvSpPr>
          <p:cNvPr id="72" name="Editable path 102">
            <a:extLst xmlns:a="http://schemas.openxmlformats.org/drawingml/2006/main">
              <a:ext uri="{FF2B5EF4-FFF2-40B4-BE49-F238E27FC236}">
                <a16:creationId xmlns:a16="http://schemas.microsoft.com/office/drawing/2014/main" id="{D2052E6C-501A-4E8F-B8A5-170BB9DF9347}"/>
              </a:ext>
            </a:extLst>
          </p:cNvPr>
          <p:cNvSpPr>
            <a:spLocks xmlns:a="http://schemas.openxmlformats.org/drawingml/2006/main" noGrp="1"/>
          </p:cNvSpPr>
          <p:nvPr/>
        </p:nvSpPr>
        <p:spPr>
          <a:xfrm xmlns:a="http://schemas.openxmlformats.org/drawingml/2006/main">
            <a:off x="9115425" y="3810000"/>
            <a:ext cx="466725" cy="953"/>
          </a:xfrm>
          <a:custGeom xmlns:a="http://schemas.openxmlformats.org/drawingml/2006/main">
            <a:pathLst>
              <a:path w="466725" h="953">
                <a:moveTo>
                  <a:pt x="0" y="0"/>
                </a:moveTo>
                <a:lnTo>
                  <a:pt x="466725" y="0"/>
                </a:lnTo>
              </a:path>
            </a:pathLst>
          </a:custGeom>
          <a:noFill xmlns:a="http://schemas.openxmlformats.org/drawingml/2006/main"/>
          <a:ln xmlns:a="http://schemas.openxmlformats.org/drawingml/2006/main" w="22860">
            <a:solidFill>
              <a:srgbClr val="111111"/>
            </a:solidFill>
            <a:prstDash val="solid"/>
          </a:ln>
        </p:spPr>
      </p:sp>
      <p:sp>
        <p:nvSpPr>
          <p:cNvPr id="73" name="Editable arrowhead 103">
            <a:extLst xmlns:a="http://schemas.openxmlformats.org/drawingml/2006/main">
              <a:ext uri="{FF2B5EF4-FFF2-40B4-BE49-F238E27FC236}">
                <a16:creationId xmlns:a16="http://schemas.microsoft.com/office/drawing/2014/main" id="{2CA3B55D-3A1C-4D65-ADDF-9A82B3DE630D}"/>
              </a:ext>
            </a:extLst>
          </p:cNvPr>
          <p:cNvSpPr>
            <a:spLocks xmlns:a="http://schemas.openxmlformats.org/drawingml/2006/main" noGrp="1"/>
          </p:cNvSpPr>
          <p:nvPr/>
        </p:nvSpPr>
        <p:spPr>
          <a:xfrm xmlns:a="http://schemas.openxmlformats.org/drawingml/2006/main">
            <a:off x="9486900" y="376237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4" name="Editable path 104">
            <a:extLst xmlns:a="http://schemas.openxmlformats.org/drawingml/2006/main">
              <a:ext uri="{FF2B5EF4-FFF2-40B4-BE49-F238E27FC236}">
                <a16:creationId xmlns:a16="http://schemas.microsoft.com/office/drawing/2014/main" id="{604E594A-2EBE-4279-9F9A-87DD12E7F8A3}"/>
              </a:ext>
            </a:extLst>
          </p:cNvPr>
          <p:cNvSpPr>
            <a:spLocks xmlns:a="http://schemas.openxmlformats.org/drawingml/2006/main" noGrp="1"/>
          </p:cNvSpPr>
          <p:nvPr/>
        </p:nvSpPr>
        <p:spPr>
          <a:xfrm xmlns:a="http://schemas.openxmlformats.org/drawingml/2006/main">
            <a:off x="10972800" y="4210050"/>
            <a:ext cx="953" cy="133350"/>
          </a:xfrm>
          <a:custGeom xmlns:a="http://schemas.openxmlformats.org/drawingml/2006/main">
            <a:pathLst>
              <a:path w="953" h="133350">
                <a:moveTo>
                  <a:pt x="0" y="0"/>
                </a:moveTo>
                <a:lnTo>
                  <a:pt x="0" y="133350"/>
                </a:lnTo>
              </a:path>
            </a:pathLst>
          </a:custGeom>
          <a:noFill xmlns:a="http://schemas.openxmlformats.org/drawingml/2006/main"/>
          <a:ln xmlns:a="http://schemas.openxmlformats.org/drawingml/2006/main" w="21908">
            <a:solidFill>
              <a:srgbClr val="111111"/>
            </a:solidFill>
            <a:prstDash val="solid"/>
          </a:ln>
        </p:spPr>
      </p:sp>
      <p:sp>
        <p:nvSpPr>
          <p:cNvPr id="75" name="Editable arrowhead 105">
            <a:extLst xmlns:a="http://schemas.openxmlformats.org/drawingml/2006/main">
              <a:ext uri="{FF2B5EF4-FFF2-40B4-BE49-F238E27FC236}">
                <a16:creationId xmlns:a16="http://schemas.microsoft.com/office/drawing/2014/main" id="{312EEB05-22DC-4440-B1B3-B82C14122AD4}"/>
              </a:ext>
            </a:extLst>
          </p:cNvPr>
          <p:cNvSpPr>
            <a:spLocks xmlns:a="http://schemas.openxmlformats.org/drawingml/2006/main" noGrp="1"/>
          </p:cNvSpPr>
          <p:nvPr/>
        </p:nvSpPr>
        <p:spPr>
          <a:xfrm xmlns:a="http://schemas.openxmlformats.org/drawingml/2006/main">
            <a:off x="10925175" y="42481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6" name="임시 근거 묶음 (요청 수명)">
            <a:extLst xmlns:a="http://schemas.openxmlformats.org/drawingml/2006/main">
              <a:ext uri="{FF2B5EF4-FFF2-40B4-BE49-F238E27FC236}">
                <a16:creationId xmlns:a16="http://schemas.microsoft.com/office/drawing/2014/main" id="{C566367A-2E9D-4A32-8B92-19F2F662FB0A}"/>
              </a:ext>
            </a:extLst>
          </p:cNvPr>
          <p:cNvSpPr>
            <a:spLocks xmlns:a="http://schemas.openxmlformats.org/drawingml/2006/main" noGrp="1"/>
          </p:cNvSpPr>
          <p:nvPr/>
        </p:nvSpPr>
        <p:spPr>
          <a:xfrm xmlns:a="http://schemas.openxmlformats.org/drawingml/2006/main">
            <a:off x="9582150" y="4343400"/>
            <a:ext cx="2771775" cy="4572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77" name="DP1 object 106">
            <a:extLst xmlns:a="http://schemas.openxmlformats.org/drawingml/2006/main">
              <a:ext uri="{FF2B5EF4-FFF2-40B4-BE49-F238E27FC236}">
                <a16:creationId xmlns:a16="http://schemas.microsoft.com/office/drawing/2014/main" id="{8A7822CE-C454-4F88-A5BE-D8758083A450}"/>
              </a:ext>
            </a:extLst>
          </p:cNvPr>
          <p:cNvSpPr>
            <a:spLocks xmlns:a="http://schemas.openxmlformats.org/drawingml/2006/main" noGrp="1"/>
          </p:cNvSpPr>
          <p:nvPr/>
        </p:nvSpPr>
        <p:spPr>
          <a:xfrm xmlns:a="http://schemas.openxmlformats.org/drawingml/2006/main">
            <a:off x="9629775" y="4448175"/>
            <a:ext cx="26765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임시 근거 묶음 (요청 수명)</a:t>
            </a:r>
          </a:p>
        </p:txBody>
      </p:sp>
      <p:sp>
        <p:nvSpPr>
          <p:cNvPr id="78" name="Editable path 107">
            <a:extLst xmlns:a="http://schemas.openxmlformats.org/drawingml/2006/main">
              <a:ext uri="{FF2B5EF4-FFF2-40B4-BE49-F238E27FC236}">
                <a16:creationId xmlns:a16="http://schemas.microsoft.com/office/drawing/2014/main" id="{38C19227-354A-421D-B5A1-2983B8E0B190}"/>
              </a:ext>
            </a:extLst>
          </p:cNvPr>
          <p:cNvSpPr>
            <a:spLocks xmlns:a="http://schemas.openxmlformats.org/drawingml/2006/main" noGrp="1"/>
          </p:cNvSpPr>
          <p:nvPr/>
        </p:nvSpPr>
        <p:spPr>
          <a:xfrm xmlns:a="http://schemas.openxmlformats.org/drawingml/2006/main">
            <a:off x="10972800" y="4800600"/>
            <a:ext cx="953" cy="133350"/>
          </a:xfrm>
          <a:custGeom xmlns:a="http://schemas.openxmlformats.org/drawingml/2006/main">
            <a:pathLst>
              <a:path w="953" h="133350">
                <a:moveTo>
                  <a:pt x="0" y="0"/>
                </a:moveTo>
                <a:lnTo>
                  <a:pt x="0" y="133350"/>
                </a:lnTo>
              </a:path>
            </a:pathLst>
          </a:custGeom>
          <a:noFill xmlns:a="http://schemas.openxmlformats.org/drawingml/2006/main"/>
          <a:ln xmlns:a="http://schemas.openxmlformats.org/drawingml/2006/main" w="21908">
            <a:solidFill>
              <a:srgbClr val="111111"/>
            </a:solidFill>
            <a:prstDash val="solid"/>
          </a:ln>
        </p:spPr>
      </p:sp>
      <p:sp>
        <p:nvSpPr>
          <p:cNvPr id="79" name="Editable arrowhead 108">
            <a:extLst xmlns:a="http://schemas.openxmlformats.org/drawingml/2006/main">
              <a:ext uri="{FF2B5EF4-FFF2-40B4-BE49-F238E27FC236}">
                <a16:creationId xmlns:a16="http://schemas.microsoft.com/office/drawing/2014/main" id="{4496D359-2CE3-4BAD-8EEC-B9DB4CCF79BB}"/>
              </a:ext>
            </a:extLst>
          </p:cNvPr>
          <p:cNvSpPr>
            <a:spLocks xmlns:a="http://schemas.openxmlformats.org/drawingml/2006/main" noGrp="1"/>
          </p:cNvSpPr>
          <p:nvPr/>
        </p:nvSpPr>
        <p:spPr>
          <a:xfrm xmlns:a="http://schemas.openxmlformats.org/drawingml/2006/main">
            <a:off x="10925175" y="48387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0" name="Request Interpreter Component">
            <a:extLst xmlns:a="http://schemas.openxmlformats.org/drawingml/2006/main">
              <a:ext uri="{FF2B5EF4-FFF2-40B4-BE49-F238E27FC236}">
                <a16:creationId xmlns:a16="http://schemas.microsoft.com/office/drawing/2014/main" id="{74947314-060A-4C79-9299-93F957637071}"/>
              </a:ext>
            </a:extLst>
          </p:cNvPr>
          <p:cNvSpPr>
            <a:spLocks xmlns:a="http://schemas.openxmlformats.org/drawingml/2006/main" noGrp="1"/>
          </p:cNvSpPr>
          <p:nvPr/>
        </p:nvSpPr>
        <p:spPr>
          <a:xfrm xmlns:a="http://schemas.openxmlformats.org/drawingml/2006/main">
            <a:off x="9582150" y="4933950"/>
            <a:ext cx="2771775" cy="6096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81" name="DP1 object 109">
            <a:extLst xmlns:a="http://schemas.openxmlformats.org/drawingml/2006/main">
              <a:ext uri="{FF2B5EF4-FFF2-40B4-BE49-F238E27FC236}">
                <a16:creationId xmlns:a16="http://schemas.microsoft.com/office/drawing/2014/main" id="{21615A9B-B323-4F96-BECD-3BB89AD1C814}"/>
              </a:ext>
            </a:extLst>
          </p:cNvPr>
          <p:cNvSpPr>
            <a:spLocks xmlns:a="http://schemas.openxmlformats.org/drawingml/2006/main" noGrp="1"/>
          </p:cNvSpPr>
          <p:nvPr/>
        </p:nvSpPr>
        <p:spPr>
          <a:xfrm xmlns:a="http://schemas.openxmlformats.org/drawingml/2006/main">
            <a:off x="9639300" y="4953000"/>
            <a:ext cx="26574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Request Interpreter</a:t>
            </a:r>
          </a:p>
        </p:txBody>
      </p:sp>
      <p:sp>
        <p:nvSpPr>
          <p:cNvPr id="82" name="Editable path 110">
            <a:extLst xmlns:a="http://schemas.openxmlformats.org/drawingml/2006/main">
              <a:ext uri="{FF2B5EF4-FFF2-40B4-BE49-F238E27FC236}">
                <a16:creationId xmlns:a16="http://schemas.microsoft.com/office/drawing/2014/main" id="{ED9B7762-D6D3-4681-9565-BB13E02D488C}"/>
              </a:ext>
            </a:extLst>
          </p:cNvPr>
          <p:cNvSpPr>
            <a:spLocks xmlns:a="http://schemas.openxmlformats.org/drawingml/2006/main" noGrp="1"/>
          </p:cNvSpPr>
          <p:nvPr/>
        </p:nvSpPr>
        <p:spPr>
          <a:xfrm xmlns:a="http://schemas.openxmlformats.org/drawingml/2006/main">
            <a:off x="9582150" y="5191125"/>
            <a:ext cx="2771775" cy="953"/>
          </a:xfrm>
          <a:custGeom xmlns:a="http://schemas.openxmlformats.org/drawingml/2006/main">
            <a:pathLst>
              <a:path w="2771775" h="953">
                <a:moveTo>
                  <a:pt x="0" y="0"/>
                </a:moveTo>
                <a:lnTo>
                  <a:pt x="2771775" y="0"/>
                </a:lnTo>
              </a:path>
            </a:pathLst>
          </a:custGeom>
          <a:noFill xmlns:a="http://schemas.openxmlformats.org/drawingml/2006/main"/>
          <a:ln xmlns:a="http://schemas.openxmlformats.org/drawingml/2006/main" w="14288">
            <a:solidFill>
              <a:srgbClr val="111111"/>
            </a:solidFill>
            <a:prstDash val="solid"/>
          </a:ln>
        </p:spPr>
      </p:sp>
      <p:sp>
        <p:nvSpPr>
          <p:cNvPr id="83" name="Request Interpreter internal operation">
            <a:extLst xmlns:a="http://schemas.openxmlformats.org/drawingml/2006/main">
              <a:ext uri="{FF2B5EF4-FFF2-40B4-BE49-F238E27FC236}">
                <a16:creationId xmlns:a16="http://schemas.microsoft.com/office/drawing/2014/main" id="{A4ABF4FD-C92C-4B7C-983F-8D9708F6945C}"/>
              </a:ext>
            </a:extLst>
          </p:cNvPr>
          <p:cNvSpPr>
            <a:spLocks xmlns:a="http://schemas.openxmlformats.org/drawingml/2006/main" noGrp="1"/>
          </p:cNvSpPr>
          <p:nvPr/>
        </p:nvSpPr>
        <p:spPr>
          <a:xfrm xmlns:a="http://schemas.openxmlformats.org/drawingml/2006/main">
            <a:off x="9677400" y="5257800"/>
            <a:ext cx="2581275" cy="209550"/>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84" name="DP1 object 111">
            <a:extLst xmlns:a="http://schemas.openxmlformats.org/drawingml/2006/main">
              <a:ext uri="{FF2B5EF4-FFF2-40B4-BE49-F238E27FC236}">
                <a16:creationId xmlns:a16="http://schemas.microsoft.com/office/drawing/2014/main" id="{12696DB9-9800-4E24-94C5-B6890948E55D}"/>
              </a:ext>
            </a:extLst>
          </p:cNvPr>
          <p:cNvSpPr>
            <a:spLocks xmlns:a="http://schemas.openxmlformats.org/drawingml/2006/main" noGrp="1"/>
          </p:cNvSpPr>
          <p:nvPr/>
        </p:nvSpPr>
        <p:spPr>
          <a:xfrm xmlns:a="http://schemas.openxmlformats.org/drawingml/2006/main">
            <a:off x="9725025" y="5276850"/>
            <a:ext cx="24860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현재 의미 제안</a:t>
            </a:r>
          </a:p>
        </p:txBody>
      </p:sp>
      <p:sp>
        <p:nvSpPr>
          <p:cNvPr id="85" name="Editable path 112">
            <a:extLst xmlns:a="http://schemas.openxmlformats.org/drawingml/2006/main">
              <a:ext uri="{FF2B5EF4-FFF2-40B4-BE49-F238E27FC236}">
                <a16:creationId xmlns:a16="http://schemas.microsoft.com/office/drawing/2014/main" id="{5B75B89C-AFB9-4108-AE10-4ED1C66F6837}"/>
              </a:ext>
            </a:extLst>
          </p:cNvPr>
          <p:cNvSpPr>
            <a:spLocks xmlns:a="http://schemas.openxmlformats.org/drawingml/2006/main" noGrp="1"/>
          </p:cNvSpPr>
          <p:nvPr/>
        </p:nvSpPr>
        <p:spPr>
          <a:xfrm xmlns:a="http://schemas.openxmlformats.org/drawingml/2006/main">
            <a:off x="9248775" y="2924175"/>
            <a:ext cx="333375" cy="2476500"/>
          </a:xfrm>
          <a:custGeom xmlns:a="http://schemas.openxmlformats.org/drawingml/2006/main">
            <a:pathLst>
              <a:path w="333375" h="2476500">
                <a:moveTo>
                  <a:pt x="152400" y="2476500"/>
                </a:moveTo>
                <a:lnTo>
                  <a:pt x="0" y="2476500"/>
                </a:lnTo>
                <a:lnTo>
                  <a:pt x="0" y="0"/>
                </a:lnTo>
                <a:lnTo>
                  <a:pt x="333375" y="0"/>
                </a:lnTo>
              </a:path>
            </a:pathLst>
          </a:custGeom>
          <a:noFill xmlns:a="http://schemas.openxmlformats.org/drawingml/2006/main"/>
          <a:ln xmlns:a="http://schemas.openxmlformats.org/drawingml/2006/main" w="17145">
            <a:solidFill>
              <a:srgbClr val="98999B"/>
            </a:solidFill>
            <a:prstDash val="dash"/>
          </a:ln>
        </p:spPr>
      </p:sp>
      <p:sp>
        <p:nvSpPr>
          <p:cNvPr id="86" name="Editable arrowhead 113">
            <a:extLst xmlns:a="http://schemas.openxmlformats.org/drawingml/2006/main">
              <a:ext uri="{FF2B5EF4-FFF2-40B4-BE49-F238E27FC236}">
                <a16:creationId xmlns:a16="http://schemas.microsoft.com/office/drawing/2014/main" id="{45068235-F6BE-4240-BC36-BCEFC62E7DF4}"/>
              </a:ext>
            </a:extLst>
          </p:cNvPr>
          <p:cNvSpPr>
            <a:spLocks xmlns:a="http://schemas.openxmlformats.org/drawingml/2006/main" noGrp="1"/>
          </p:cNvSpPr>
          <p:nvPr/>
        </p:nvSpPr>
        <p:spPr>
          <a:xfrm xmlns:a="http://schemas.openxmlformats.org/drawingml/2006/main">
            <a:off x="9486900" y="28765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98999B"/>
          </a:solidFill>
          <a:ln xmlns:a="http://schemas.openxmlformats.org/drawingml/2006/main" w="5715">
            <a:solidFill>
              <a:srgbClr val="98999B"/>
            </a:solidFill>
            <a:prstDash val="solid"/>
          </a:ln>
        </p:spPr>
      </p:sp>
      <p:sp>
        <p:nvSpPr>
          <p:cNvPr id="87" name="DP1 object 114">
            <a:extLst xmlns:a="http://schemas.openxmlformats.org/drawingml/2006/main">
              <a:ext uri="{FF2B5EF4-FFF2-40B4-BE49-F238E27FC236}">
                <a16:creationId xmlns:a16="http://schemas.microsoft.com/office/drawing/2014/main" id="{2254197E-F439-4E56-9854-25090A63BD32}"/>
              </a:ext>
            </a:extLst>
          </p:cNvPr>
          <p:cNvSpPr>
            <a:spLocks xmlns:a="http://schemas.openxmlformats.org/drawingml/2006/main" noGrp="1"/>
          </p:cNvSpPr>
          <p:nvPr/>
        </p:nvSpPr>
        <p:spPr>
          <a:xfrm xmlns:a="http://schemas.openxmlformats.org/drawingml/2006/main">
            <a:off x="7477125" y="4333875"/>
            <a:ext cx="1638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다음 요청도</a:t>
            </a:r>
          </a:p>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새로 구성</a:t>
            </a:r>
          </a:p>
        </p:txBody>
      </p:sp>
      <p:sp>
        <p:nvSpPr>
          <p:cNvPr id="88" name="DP1 object 115">
            <a:extLst xmlns:a="http://schemas.openxmlformats.org/drawingml/2006/main">
              <a:ext uri="{FF2B5EF4-FFF2-40B4-BE49-F238E27FC236}">
                <a16:creationId xmlns:a16="http://schemas.microsoft.com/office/drawing/2014/main" id="{DF5AC2C4-3EE9-4B6E-9512-A0812B11033D}"/>
              </a:ext>
            </a:extLst>
          </p:cNvPr>
          <p:cNvSpPr>
            <a:spLocks xmlns:a="http://schemas.openxmlformats.org/drawingml/2006/main" noGrp="1"/>
          </p:cNvSpPr>
          <p:nvPr/>
        </p:nvSpPr>
        <p:spPr>
          <a:xfrm xmlns:a="http://schemas.openxmlformats.org/drawingml/2006/main">
            <a:off x="7477125" y="5067300"/>
            <a:ext cx="1666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1">
                <a:solidFill>
                  <a:srgbClr val="C00000"/>
                </a:solidFill>
                <a:latin typeface="Apple SD Gothic Neo"/>
                <a:ea typeface="Apple SD Gothic Neo"/>
                <a:cs typeface="Apple SD Gothic Neo"/>
              </a:defRPr>
            </a:defPPr>
            <a:lvl1pPr algn="ctr">
              <a:defRPr sz="1575" b="1">
                <a:solidFill>
                  <a:srgbClr val="C00000"/>
                </a:solidFill>
                <a:latin typeface="Apple SD Gothic Neo"/>
                <a:ea typeface="Apple SD Gothic Neo"/>
                <a:cs typeface="Apple SD Gothic Neo"/>
              </a:defRPr>
            </a:lvl1pPr>
            <a:lvl2pPr algn="ctr">
              <a:defRPr sz="1575" b="1">
                <a:solidFill>
                  <a:srgbClr val="C00000"/>
                </a:solidFill>
                <a:latin typeface="Apple SD Gothic Neo"/>
                <a:ea typeface="Apple SD Gothic Neo"/>
                <a:cs typeface="Apple SD Gothic Neo"/>
              </a:defRPr>
            </a:lvl2pPr>
            <a:lvl3pPr algn="ctr">
              <a:defRPr sz="1575" b="1">
                <a:solidFill>
                  <a:srgbClr val="C00000"/>
                </a:solidFill>
                <a:latin typeface="Apple SD Gothic Neo"/>
                <a:ea typeface="Apple SD Gothic Neo"/>
                <a:cs typeface="Apple SD Gothic Neo"/>
              </a:defRPr>
            </a:lvl3pPr>
            <a:lvl4pPr algn="ctr">
              <a:defRPr sz="1575" b="1">
                <a:solidFill>
                  <a:srgbClr val="C00000"/>
                </a:solidFill>
                <a:latin typeface="Apple SD Gothic Neo"/>
                <a:ea typeface="Apple SD Gothic Neo"/>
                <a:cs typeface="Apple SD Gothic Neo"/>
              </a:defRPr>
            </a:lvl4pPr>
            <a:lvl5pPr algn="ctr">
              <a:defRPr sz="1575" b="1">
                <a:solidFill>
                  <a:srgbClr val="C00000"/>
                </a:solidFill>
                <a:latin typeface="Apple SD Gothic Neo"/>
                <a:ea typeface="Apple SD Gothic Neo"/>
                <a:cs typeface="Apple SD Gothic Neo"/>
              </a:defRPr>
            </a:lvl5pPr>
            <a:lvl6pPr algn="ctr">
              <a:defRPr sz="1575" b="1">
                <a:solidFill>
                  <a:srgbClr val="C00000"/>
                </a:solidFill>
                <a:latin typeface="Apple SD Gothic Neo"/>
                <a:ea typeface="Apple SD Gothic Neo"/>
                <a:cs typeface="Apple SD Gothic Neo"/>
              </a:defRPr>
            </a:lvl6pPr>
            <a:lvl7pPr algn="ctr">
              <a:defRPr sz="1575" b="1">
                <a:solidFill>
                  <a:srgbClr val="C00000"/>
                </a:solidFill>
                <a:latin typeface="Apple SD Gothic Neo"/>
                <a:ea typeface="Apple SD Gothic Neo"/>
                <a:cs typeface="Apple SD Gothic Neo"/>
              </a:defRPr>
            </a:lvl7pPr>
            <a:lvl8pPr algn="ctr">
              <a:defRPr sz="1575" b="1">
                <a:solidFill>
                  <a:srgbClr val="C00000"/>
                </a:solidFill>
                <a:latin typeface="Apple SD Gothic Neo"/>
                <a:ea typeface="Apple SD Gothic Neo"/>
                <a:cs typeface="Apple SD Gothic Neo"/>
              </a:defRPr>
            </a:lvl8pPr>
            <a:lvl9pPr algn="ctr">
              <a:defRPr sz="1575" b="1">
                <a:solidFill>
                  <a:srgbClr val="C00000"/>
                </a:solidFill>
                <a:latin typeface="Apple SD Gothic Neo"/>
                <a:ea typeface="Apple SD Gothic Neo"/>
                <a:cs typeface="Apple SD Gothic Neo"/>
              </a:defRPr>
            </a:lvl9pPr>
          </a:lstStyle>
          <a:p xmlns:a="http://schemas.openxmlformats.org/drawingml/2006/main">
            <a:pPr algn="ctr">
              <a:defRPr sz="1575" b="1">
                <a:solidFill>
                  <a:srgbClr val="C00000"/>
                </a:solidFill>
                <a:latin typeface="Apple SD Gothic Neo"/>
                <a:ea typeface="Apple SD Gothic Neo"/>
                <a:cs typeface="Apple SD Gothic Neo"/>
              </a:defRPr>
            </a:pPr>
            <a:r>
              <a:rPr sz="1575" b="1">
                <a:solidFill>
                  <a:srgbClr val="C00000"/>
                </a:solidFill>
                <a:latin typeface="Apple SD Gothic Neo"/>
                <a:ea typeface="Apple SD Gothic Neo"/>
                <a:cs typeface="Apple SD Gothic Neo"/>
              </a:rPr>
              <a:t>종료 시</a:t>
            </a:r>
          </a:p>
          <a:p xmlns:a="http://schemas.openxmlformats.org/drawingml/2006/main">
            <a:pPr algn="ctr">
              <a:defRPr sz="1575" b="1">
                <a:solidFill>
                  <a:srgbClr val="C00000"/>
                </a:solidFill>
                <a:latin typeface="Apple SD Gothic Neo"/>
                <a:ea typeface="Apple SD Gothic Neo"/>
                <a:cs typeface="Apple SD Gothic Neo"/>
              </a:defRPr>
            </a:pPr>
            <a:r>
              <a:rPr sz="1575" b="1">
                <a:solidFill>
                  <a:srgbClr val="C00000"/>
                </a:solidFill>
                <a:latin typeface="Apple SD Gothic Neo"/>
                <a:ea typeface="Apple SD Gothic Neo"/>
                <a:cs typeface="Apple SD Gothic Neo"/>
              </a:rPr>
              <a:t>추가 묶음 해제</a:t>
            </a:r>
          </a:p>
        </p:txBody>
      </p:sp>
      <p:sp>
        <p:nvSpPr>
          <p:cNvPr id="89" name="DP1 object 116">
            <a:extLst xmlns:a="http://schemas.openxmlformats.org/drawingml/2006/main">
              <a:ext uri="{FF2B5EF4-FFF2-40B4-BE49-F238E27FC236}">
                <a16:creationId xmlns:a16="http://schemas.microsoft.com/office/drawing/2014/main" id="{8094C8E2-A60E-4BB2-B819-FA661E78EB55}"/>
              </a:ext>
            </a:extLst>
          </p:cNvPr>
          <p:cNvSpPr>
            <a:spLocks xmlns:a="http://schemas.openxmlformats.org/drawingml/2006/main" noGrp="1"/>
          </p:cNvSpPr>
          <p:nvPr/>
        </p:nvSpPr>
        <p:spPr>
          <a:xfrm xmlns:a="http://schemas.openxmlformats.org/drawingml/2006/main">
            <a:off x="12744450" y="2200275"/>
            <a:ext cx="520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요청 밖에서 생산하고 요청 시 조회</a:t>
            </a:r>
          </a:p>
        </p:txBody>
      </p:sp>
      <p:sp>
        <p:nvSpPr>
          <p:cNvPr id="90" name="허용 원본&#10;확정 변경">
            <a:extLst xmlns:a="http://schemas.openxmlformats.org/drawingml/2006/main">
              <a:ext uri="{FF2B5EF4-FFF2-40B4-BE49-F238E27FC236}">
                <a16:creationId xmlns:a16="http://schemas.microsoft.com/office/drawing/2014/main" id="{DECE20E3-D919-433F-A7E5-F68F531E2151}"/>
              </a:ext>
            </a:extLst>
          </p:cNvPr>
          <p:cNvSpPr>
            <a:spLocks xmlns:a="http://schemas.openxmlformats.org/drawingml/2006/main" noGrp="1"/>
          </p:cNvSpPr>
          <p:nvPr/>
        </p:nvSpPr>
        <p:spPr>
          <a:xfrm xmlns:a="http://schemas.openxmlformats.org/drawingml/2006/main">
            <a:off x="12839700" y="2990850"/>
            <a:ext cx="1543050" cy="657225"/>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91" name="DP1 object 117">
            <a:extLst xmlns:a="http://schemas.openxmlformats.org/drawingml/2006/main">
              <a:ext uri="{FF2B5EF4-FFF2-40B4-BE49-F238E27FC236}">
                <a16:creationId xmlns:a16="http://schemas.microsoft.com/office/drawing/2014/main" id="{4147A8F6-387E-4E33-9127-1A16DA02BD48}"/>
              </a:ext>
            </a:extLst>
          </p:cNvPr>
          <p:cNvSpPr>
            <a:spLocks xmlns:a="http://schemas.openxmlformats.org/drawingml/2006/main" noGrp="1"/>
          </p:cNvSpPr>
          <p:nvPr/>
        </p:nvSpPr>
        <p:spPr>
          <a:xfrm xmlns:a="http://schemas.openxmlformats.org/drawingml/2006/main">
            <a:off x="12887325" y="3095625"/>
            <a:ext cx="1447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허용 원본</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확정 변경</a:t>
            </a:r>
          </a:p>
        </p:txBody>
      </p:sp>
      <p:sp>
        <p:nvSpPr>
          <p:cNvPr id="92" name="Context Manager production Component">
            <a:extLst xmlns:a="http://schemas.openxmlformats.org/drawingml/2006/main">
              <a:ext uri="{FF2B5EF4-FFF2-40B4-BE49-F238E27FC236}">
                <a16:creationId xmlns:a16="http://schemas.microsoft.com/office/drawing/2014/main" id="{8B24EFB4-8D12-4CEF-85B8-2A6637238CA1}"/>
              </a:ext>
            </a:extLst>
          </p:cNvPr>
          <p:cNvSpPr>
            <a:spLocks xmlns:a="http://schemas.openxmlformats.org/drawingml/2006/main" noGrp="1"/>
          </p:cNvSpPr>
          <p:nvPr/>
        </p:nvSpPr>
        <p:spPr>
          <a:xfrm xmlns:a="http://schemas.openxmlformats.org/drawingml/2006/main">
            <a:off x="14658975" y="2552700"/>
            <a:ext cx="3190875" cy="16573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93" name="DP1 object 118">
            <a:extLst xmlns:a="http://schemas.openxmlformats.org/drawingml/2006/main">
              <a:ext uri="{FF2B5EF4-FFF2-40B4-BE49-F238E27FC236}">
                <a16:creationId xmlns:a16="http://schemas.microsoft.com/office/drawing/2014/main" id="{54E2D2FE-BC3F-4FB3-8E1C-EEE6A2411261}"/>
              </a:ext>
            </a:extLst>
          </p:cNvPr>
          <p:cNvSpPr>
            <a:spLocks xmlns:a="http://schemas.openxmlformats.org/drawingml/2006/main" noGrp="1"/>
          </p:cNvSpPr>
          <p:nvPr/>
        </p:nvSpPr>
        <p:spPr>
          <a:xfrm xmlns:a="http://schemas.openxmlformats.org/drawingml/2006/main">
            <a:off x="14735175" y="2590800"/>
            <a:ext cx="30384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Context Manager</a:t>
            </a:r>
          </a:p>
        </p:txBody>
      </p:sp>
      <p:sp>
        <p:nvSpPr>
          <p:cNvPr id="94" name="Editable path 119">
            <a:extLst xmlns:a="http://schemas.openxmlformats.org/drawingml/2006/main">
              <a:ext uri="{FF2B5EF4-FFF2-40B4-BE49-F238E27FC236}">
                <a16:creationId xmlns:a16="http://schemas.microsoft.com/office/drawing/2014/main" id="{D49D1C6D-D3A7-410F-BDE3-5CD1A47B3355}"/>
              </a:ext>
            </a:extLst>
          </p:cNvPr>
          <p:cNvSpPr>
            <a:spLocks xmlns:a="http://schemas.openxmlformats.org/drawingml/2006/main" noGrp="1"/>
          </p:cNvSpPr>
          <p:nvPr/>
        </p:nvSpPr>
        <p:spPr>
          <a:xfrm xmlns:a="http://schemas.openxmlformats.org/drawingml/2006/main">
            <a:off x="14658975" y="2914650"/>
            <a:ext cx="3190875" cy="953"/>
          </a:xfrm>
          <a:custGeom xmlns:a="http://schemas.openxmlformats.org/drawingml/2006/main">
            <a:pathLst>
              <a:path w="3190875" h="953">
                <a:moveTo>
                  <a:pt x="0" y="0"/>
                </a:moveTo>
                <a:lnTo>
                  <a:pt x="3190875" y="0"/>
                </a:lnTo>
              </a:path>
            </a:pathLst>
          </a:custGeom>
          <a:noFill xmlns:a="http://schemas.openxmlformats.org/drawingml/2006/main"/>
          <a:ln xmlns:a="http://schemas.openxmlformats.org/drawingml/2006/main" w="14288">
            <a:solidFill>
              <a:srgbClr val="111111"/>
            </a:solidFill>
            <a:prstDash val="solid"/>
          </a:ln>
        </p:spPr>
      </p:sp>
      <p:sp>
        <p:nvSpPr>
          <p:cNvPr id="95" name="DP1 object 120">
            <a:extLst xmlns:a="http://schemas.openxmlformats.org/drawingml/2006/main">
              <a:ext uri="{FF2B5EF4-FFF2-40B4-BE49-F238E27FC236}">
                <a16:creationId xmlns:a16="http://schemas.microsoft.com/office/drawing/2014/main" id="{827E8433-99E1-4A60-AE4E-10FFD0309962}"/>
              </a:ext>
            </a:extLst>
          </p:cNvPr>
          <p:cNvSpPr>
            <a:spLocks xmlns:a="http://schemas.openxmlformats.org/drawingml/2006/main" noGrp="1"/>
          </p:cNvSpPr>
          <p:nvPr/>
        </p:nvSpPr>
        <p:spPr>
          <a:xfrm xmlns:a="http://schemas.openxmlformats.org/drawingml/2006/main">
            <a:off x="14744700" y="2952750"/>
            <a:ext cx="30194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독립 생산 (요청과 별개)</a:t>
            </a:r>
          </a:p>
        </p:txBody>
      </p:sp>
      <p:sp>
        <p:nvSpPr>
          <p:cNvPr id="96" name="Independent evidence production internal operation">
            <a:extLst xmlns:a="http://schemas.openxmlformats.org/drawingml/2006/main">
              <a:ext uri="{FF2B5EF4-FFF2-40B4-BE49-F238E27FC236}">
                <a16:creationId xmlns:a16="http://schemas.microsoft.com/office/drawing/2014/main" id="{0F3EF84B-E0D2-41E9-9DA5-9B1367BE4A19}"/>
              </a:ext>
            </a:extLst>
          </p:cNvPr>
          <p:cNvSpPr>
            <a:spLocks xmlns:a="http://schemas.openxmlformats.org/drawingml/2006/main" noGrp="1"/>
          </p:cNvSpPr>
          <p:nvPr/>
        </p:nvSpPr>
        <p:spPr>
          <a:xfrm xmlns:a="http://schemas.openxmlformats.org/drawingml/2006/main">
            <a:off x="14773275" y="3276600"/>
            <a:ext cx="1628775" cy="752475"/>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97" name="DP1 object 121">
            <a:extLst xmlns:a="http://schemas.openxmlformats.org/drawingml/2006/main">
              <a:ext uri="{FF2B5EF4-FFF2-40B4-BE49-F238E27FC236}">
                <a16:creationId xmlns:a16="http://schemas.microsoft.com/office/drawing/2014/main" id="{06EFFA4B-FFE1-4FF8-B52E-E2C3953D199E}"/>
              </a:ext>
            </a:extLst>
          </p:cNvPr>
          <p:cNvSpPr>
            <a:spLocks xmlns:a="http://schemas.openxmlformats.org/drawingml/2006/main" noGrp="1"/>
          </p:cNvSpPr>
          <p:nvPr/>
        </p:nvSpPr>
        <p:spPr>
          <a:xfrm xmlns:a="http://schemas.openxmlformats.org/drawingml/2006/main">
            <a:off x="14830425" y="3343275"/>
            <a:ext cx="15144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관계 생산</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검증·게시</a:t>
            </a:r>
          </a:p>
        </p:txBody>
      </p:sp>
      <p:sp>
        <p:nvSpPr>
          <p:cNvPr id="98" name="게시 근거">
            <a:extLst xmlns:a="http://schemas.openxmlformats.org/drawingml/2006/main">
              <a:ext uri="{FF2B5EF4-FFF2-40B4-BE49-F238E27FC236}">
                <a16:creationId xmlns:a16="http://schemas.microsoft.com/office/drawing/2014/main" id="{F5268833-B9D2-4834-A87D-EF0D0C138834}"/>
              </a:ext>
            </a:extLst>
          </p:cNvPr>
          <p:cNvSpPr>
            <a:spLocks xmlns:a="http://schemas.openxmlformats.org/drawingml/2006/main" noGrp="1"/>
          </p:cNvSpPr>
          <p:nvPr/>
        </p:nvSpPr>
        <p:spPr>
          <a:xfrm xmlns:a="http://schemas.openxmlformats.org/drawingml/2006/main">
            <a:off x="16602075" y="3333750"/>
            <a:ext cx="1133475" cy="619125"/>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99" name="DP1 object 122">
            <a:extLst xmlns:a="http://schemas.openxmlformats.org/drawingml/2006/main">
              <a:ext uri="{FF2B5EF4-FFF2-40B4-BE49-F238E27FC236}">
                <a16:creationId xmlns:a16="http://schemas.microsoft.com/office/drawing/2014/main" id="{68EC32A0-0FA4-4A12-A736-A783E066455F}"/>
              </a:ext>
            </a:extLst>
          </p:cNvPr>
          <p:cNvSpPr>
            <a:spLocks xmlns:a="http://schemas.openxmlformats.org/drawingml/2006/main" noGrp="1"/>
          </p:cNvSpPr>
          <p:nvPr/>
        </p:nvSpPr>
        <p:spPr>
          <a:xfrm xmlns:a="http://schemas.openxmlformats.org/drawingml/2006/main">
            <a:off x="16649700" y="3438525"/>
            <a:ext cx="10382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게시 근거</a:t>
            </a:r>
          </a:p>
        </p:txBody>
      </p:sp>
      <p:sp>
        <p:nvSpPr>
          <p:cNvPr id="100" name="Editable path 123">
            <a:extLst xmlns:a="http://schemas.openxmlformats.org/drawingml/2006/main">
              <a:ext uri="{FF2B5EF4-FFF2-40B4-BE49-F238E27FC236}">
                <a16:creationId xmlns:a16="http://schemas.microsoft.com/office/drawing/2014/main" id="{EC998A04-8043-4912-8F9A-2BEDF49B0C2B}"/>
              </a:ext>
            </a:extLst>
          </p:cNvPr>
          <p:cNvSpPr>
            <a:spLocks xmlns:a="http://schemas.openxmlformats.org/drawingml/2006/main" noGrp="1"/>
          </p:cNvSpPr>
          <p:nvPr/>
        </p:nvSpPr>
        <p:spPr>
          <a:xfrm xmlns:a="http://schemas.openxmlformats.org/drawingml/2006/main">
            <a:off x="14382750" y="3324225"/>
            <a:ext cx="276225" cy="953"/>
          </a:xfrm>
          <a:custGeom xmlns:a="http://schemas.openxmlformats.org/drawingml/2006/main">
            <a:pathLst>
              <a:path w="276225" h="953">
                <a:moveTo>
                  <a:pt x="0" y="0"/>
                </a:moveTo>
                <a:lnTo>
                  <a:pt x="276225" y="0"/>
                </a:lnTo>
              </a:path>
            </a:pathLst>
          </a:custGeom>
          <a:noFill xmlns:a="http://schemas.openxmlformats.org/drawingml/2006/main"/>
          <a:ln xmlns:a="http://schemas.openxmlformats.org/drawingml/2006/main" w="21908">
            <a:solidFill>
              <a:srgbClr val="111111"/>
            </a:solidFill>
            <a:prstDash val="solid"/>
          </a:ln>
        </p:spPr>
      </p:sp>
      <p:sp>
        <p:nvSpPr>
          <p:cNvPr id="101" name="Editable arrowhead 124">
            <a:extLst xmlns:a="http://schemas.openxmlformats.org/drawingml/2006/main">
              <a:ext uri="{FF2B5EF4-FFF2-40B4-BE49-F238E27FC236}">
                <a16:creationId xmlns:a16="http://schemas.microsoft.com/office/drawing/2014/main" id="{A03D6A4E-50D4-4993-A4BA-91A656246644}"/>
              </a:ext>
            </a:extLst>
          </p:cNvPr>
          <p:cNvSpPr>
            <a:spLocks xmlns:a="http://schemas.openxmlformats.org/drawingml/2006/main" noGrp="1"/>
          </p:cNvSpPr>
          <p:nvPr/>
        </p:nvSpPr>
        <p:spPr>
          <a:xfrm xmlns:a="http://schemas.openxmlformats.org/drawingml/2006/main">
            <a:off x="14563725" y="327660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2" name="Editable path 125">
            <a:extLst xmlns:a="http://schemas.openxmlformats.org/drawingml/2006/main">
              <a:ext uri="{FF2B5EF4-FFF2-40B4-BE49-F238E27FC236}">
                <a16:creationId xmlns:a16="http://schemas.microsoft.com/office/drawing/2014/main" id="{F63DA930-2C9E-43F5-8477-F90EF68A1E99}"/>
              </a:ext>
            </a:extLst>
          </p:cNvPr>
          <p:cNvSpPr>
            <a:spLocks xmlns:a="http://schemas.openxmlformats.org/drawingml/2006/main" noGrp="1"/>
          </p:cNvSpPr>
          <p:nvPr/>
        </p:nvSpPr>
        <p:spPr>
          <a:xfrm xmlns:a="http://schemas.openxmlformats.org/drawingml/2006/main">
            <a:off x="16402050" y="3648075"/>
            <a:ext cx="200025" cy="953"/>
          </a:xfrm>
          <a:custGeom xmlns:a="http://schemas.openxmlformats.org/drawingml/2006/main">
            <a:pathLst>
              <a:path w="200025" h="953">
                <a:moveTo>
                  <a:pt x="0" y="0"/>
                </a:moveTo>
                <a:lnTo>
                  <a:pt x="200025" y="0"/>
                </a:lnTo>
              </a:path>
            </a:pathLst>
          </a:custGeom>
          <a:noFill xmlns:a="http://schemas.openxmlformats.org/drawingml/2006/main"/>
          <a:ln xmlns:a="http://schemas.openxmlformats.org/drawingml/2006/main" w="21908">
            <a:solidFill>
              <a:srgbClr val="111111"/>
            </a:solidFill>
            <a:prstDash val="solid"/>
          </a:ln>
        </p:spPr>
      </p:sp>
      <p:sp>
        <p:nvSpPr>
          <p:cNvPr id="103" name="Editable arrowhead 126">
            <a:extLst xmlns:a="http://schemas.openxmlformats.org/drawingml/2006/main">
              <a:ext uri="{FF2B5EF4-FFF2-40B4-BE49-F238E27FC236}">
                <a16:creationId xmlns:a16="http://schemas.microsoft.com/office/drawing/2014/main" id="{B544D822-AFA2-4DF1-A3B5-175BE640D1F2}"/>
              </a:ext>
            </a:extLst>
          </p:cNvPr>
          <p:cNvSpPr>
            <a:spLocks xmlns:a="http://schemas.openxmlformats.org/drawingml/2006/main" noGrp="1"/>
          </p:cNvSpPr>
          <p:nvPr/>
        </p:nvSpPr>
        <p:spPr>
          <a:xfrm xmlns:a="http://schemas.openxmlformats.org/drawingml/2006/main">
            <a:off x="16506825" y="36004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4" name="Context Manager Component">
            <a:extLst xmlns:a="http://schemas.openxmlformats.org/drawingml/2006/main">
              <a:ext uri="{FF2B5EF4-FFF2-40B4-BE49-F238E27FC236}">
                <a16:creationId xmlns:a16="http://schemas.microsoft.com/office/drawing/2014/main" id="{EE45A8EB-BD6C-4A51-A8F0-FF4B4764F7C8}"/>
              </a:ext>
            </a:extLst>
          </p:cNvPr>
          <p:cNvSpPr>
            <a:spLocks xmlns:a="http://schemas.openxmlformats.org/drawingml/2006/main" noGrp="1"/>
          </p:cNvSpPr>
          <p:nvPr/>
        </p:nvSpPr>
        <p:spPr>
          <a:xfrm xmlns:a="http://schemas.openxmlformats.org/drawingml/2006/main">
            <a:off x="12839700" y="4591050"/>
            <a:ext cx="2333625" cy="9334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05" name="DP1 object 127">
            <a:extLst xmlns:a="http://schemas.openxmlformats.org/drawingml/2006/main">
              <a:ext uri="{FF2B5EF4-FFF2-40B4-BE49-F238E27FC236}">
                <a16:creationId xmlns:a16="http://schemas.microsoft.com/office/drawing/2014/main" id="{AF50C03E-E273-4891-ACCF-0504CD6C6847}"/>
              </a:ext>
            </a:extLst>
          </p:cNvPr>
          <p:cNvSpPr>
            <a:spLocks xmlns:a="http://schemas.openxmlformats.org/drawingml/2006/main" noGrp="1"/>
          </p:cNvSpPr>
          <p:nvPr/>
        </p:nvSpPr>
        <p:spPr>
          <a:xfrm xmlns:a="http://schemas.openxmlformats.org/drawingml/2006/main">
            <a:off x="12896850" y="4610100"/>
            <a:ext cx="2219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Context Manager</a:t>
            </a:r>
          </a:p>
        </p:txBody>
      </p:sp>
      <p:sp>
        <p:nvSpPr>
          <p:cNvPr id="106" name="Editable path 128">
            <a:extLst xmlns:a="http://schemas.openxmlformats.org/drawingml/2006/main">
              <a:ext uri="{FF2B5EF4-FFF2-40B4-BE49-F238E27FC236}">
                <a16:creationId xmlns:a16="http://schemas.microsoft.com/office/drawing/2014/main" id="{7980E2E2-ED23-4F6C-AB7A-A755BD4508AD}"/>
              </a:ext>
            </a:extLst>
          </p:cNvPr>
          <p:cNvSpPr>
            <a:spLocks xmlns:a="http://schemas.openxmlformats.org/drawingml/2006/main" noGrp="1"/>
          </p:cNvSpPr>
          <p:nvPr/>
        </p:nvSpPr>
        <p:spPr>
          <a:xfrm xmlns:a="http://schemas.openxmlformats.org/drawingml/2006/main">
            <a:off x="12839700" y="4914900"/>
            <a:ext cx="2333625" cy="953"/>
          </a:xfrm>
          <a:custGeom xmlns:a="http://schemas.openxmlformats.org/drawingml/2006/main">
            <a:pathLst>
              <a:path w="2333625" h="953">
                <a:moveTo>
                  <a:pt x="0" y="0"/>
                </a:moveTo>
                <a:lnTo>
                  <a:pt x="2333625" y="0"/>
                </a:lnTo>
              </a:path>
            </a:pathLst>
          </a:custGeom>
          <a:noFill xmlns:a="http://schemas.openxmlformats.org/drawingml/2006/main"/>
          <a:ln xmlns:a="http://schemas.openxmlformats.org/drawingml/2006/main" w="14288">
            <a:solidFill>
              <a:srgbClr val="111111"/>
            </a:solidFill>
            <a:prstDash val="solid"/>
          </a:ln>
        </p:spPr>
      </p:sp>
      <p:sp>
        <p:nvSpPr>
          <p:cNvPr id="107" name="Context Manager internal operation">
            <a:extLst xmlns:a="http://schemas.openxmlformats.org/drawingml/2006/main">
              <a:ext uri="{FF2B5EF4-FFF2-40B4-BE49-F238E27FC236}">
                <a16:creationId xmlns:a16="http://schemas.microsoft.com/office/drawing/2014/main" id="{9D3CF438-608F-4B97-8869-128DEF5EF6EE}"/>
              </a:ext>
            </a:extLst>
          </p:cNvPr>
          <p:cNvSpPr>
            <a:spLocks xmlns:a="http://schemas.openxmlformats.org/drawingml/2006/main" noGrp="1"/>
          </p:cNvSpPr>
          <p:nvPr/>
        </p:nvSpPr>
        <p:spPr>
          <a:xfrm xmlns:a="http://schemas.openxmlformats.org/drawingml/2006/main">
            <a:off x="12934950" y="4981575"/>
            <a:ext cx="2143125" cy="466725"/>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108" name="DP1 object 129">
            <a:extLst xmlns:a="http://schemas.openxmlformats.org/drawingml/2006/main">
              <a:ext uri="{FF2B5EF4-FFF2-40B4-BE49-F238E27FC236}">
                <a16:creationId xmlns:a16="http://schemas.microsoft.com/office/drawing/2014/main" id="{6F3E210D-26C4-4F9C-814B-7A90240F89B0}"/>
              </a:ext>
            </a:extLst>
          </p:cNvPr>
          <p:cNvSpPr>
            <a:spLocks xmlns:a="http://schemas.openxmlformats.org/drawingml/2006/main" noGrp="1"/>
          </p:cNvSpPr>
          <p:nvPr/>
        </p:nvSpPr>
        <p:spPr>
          <a:xfrm xmlns:a="http://schemas.openxmlformats.org/drawingml/2006/main">
            <a:off x="12982575" y="5000625"/>
            <a:ext cx="2047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게시 조회·원본 보완</a:t>
            </a:r>
          </a:p>
        </p:txBody>
      </p:sp>
      <p:sp>
        <p:nvSpPr>
          <p:cNvPr id="109" name="Request Interpreter Component">
            <a:extLst xmlns:a="http://schemas.openxmlformats.org/drawingml/2006/main">
              <a:ext uri="{FF2B5EF4-FFF2-40B4-BE49-F238E27FC236}">
                <a16:creationId xmlns:a16="http://schemas.microsoft.com/office/drawing/2014/main" id="{8717C94F-8CB9-4475-82D0-043A0C1E4C74}"/>
              </a:ext>
            </a:extLst>
          </p:cNvPr>
          <p:cNvSpPr>
            <a:spLocks xmlns:a="http://schemas.openxmlformats.org/drawingml/2006/main" noGrp="1"/>
          </p:cNvSpPr>
          <p:nvPr/>
        </p:nvSpPr>
        <p:spPr>
          <a:xfrm xmlns:a="http://schemas.openxmlformats.org/drawingml/2006/main">
            <a:off x="15563850" y="4591050"/>
            <a:ext cx="2286000" cy="9334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10" name="DP1 object 130">
            <a:extLst xmlns:a="http://schemas.openxmlformats.org/drawingml/2006/main">
              <a:ext uri="{FF2B5EF4-FFF2-40B4-BE49-F238E27FC236}">
                <a16:creationId xmlns:a16="http://schemas.microsoft.com/office/drawing/2014/main" id="{F84A6328-876A-4054-A505-DA5988E6CD72}"/>
              </a:ext>
            </a:extLst>
          </p:cNvPr>
          <p:cNvSpPr>
            <a:spLocks xmlns:a="http://schemas.openxmlformats.org/drawingml/2006/main" noGrp="1"/>
          </p:cNvSpPr>
          <p:nvPr/>
        </p:nvSpPr>
        <p:spPr>
          <a:xfrm xmlns:a="http://schemas.openxmlformats.org/drawingml/2006/main">
            <a:off x="15621000" y="4610100"/>
            <a:ext cx="2171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Request Interpreter</a:t>
            </a:r>
          </a:p>
        </p:txBody>
      </p:sp>
      <p:sp>
        <p:nvSpPr>
          <p:cNvPr id="111" name="Editable path 131">
            <a:extLst xmlns:a="http://schemas.openxmlformats.org/drawingml/2006/main">
              <a:ext uri="{FF2B5EF4-FFF2-40B4-BE49-F238E27FC236}">
                <a16:creationId xmlns:a16="http://schemas.microsoft.com/office/drawing/2014/main" id="{08884595-C2C7-4A23-8D0B-EC7F075A9E58}"/>
              </a:ext>
            </a:extLst>
          </p:cNvPr>
          <p:cNvSpPr>
            <a:spLocks xmlns:a="http://schemas.openxmlformats.org/drawingml/2006/main" noGrp="1"/>
          </p:cNvSpPr>
          <p:nvPr/>
        </p:nvSpPr>
        <p:spPr>
          <a:xfrm xmlns:a="http://schemas.openxmlformats.org/drawingml/2006/main">
            <a:off x="15563850" y="4914900"/>
            <a:ext cx="2286000" cy="953"/>
          </a:xfrm>
          <a:custGeom xmlns:a="http://schemas.openxmlformats.org/drawingml/2006/main">
            <a:pathLst>
              <a:path w="2286000" h="953">
                <a:moveTo>
                  <a:pt x="0" y="0"/>
                </a:moveTo>
                <a:lnTo>
                  <a:pt x="2286000" y="0"/>
                </a:lnTo>
              </a:path>
            </a:pathLst>
          </a:custGeom>
          <a:noFill xmlns:a="http://schemas.openxmlformats.org/drawingml/2006/main"/>
          <a:ln xmlns:a="http://schemas.openxmlformats.org/drawingml/2006/main" w="14288">
            <a:solidFill>
              <a:srgbClr val="111111"/>
            </a:solidFill>
            <a:prstDash val="solid"/>
          </a:ln>
        </p:spPr>
      </p:sp>
      <p:sp>
        <p:nvSpPr>
          <p:cNvPr id="112" name="Request Interpreter internal operation">
            <a:extLst xmlns:a="http://schemas.openxmlformats.org/drawingml/2006/main">
              <a:ext uri="{FF2B5EF4-FFF2-40B4-BE49-F238E27FC236}">
                <a16:creationId xmlns:a16="http://schemas.microsoft.com/office/drawing/2014/main" id="{3BA6F9B9-9601-4C29-8B71-676B36C784B9}"/>
              </a:ext>
            </a:extLst>
          </p:cNvPr>
          <p:cNvSpPr>
            <a:spLocks xmlns:a="http://schemas.openxmlformats.org/drawingml/2006/main" noGrp="1"/>
          </p:cNvSpPr>
          <p:nvPr/>
        </p:nvSpPr>
        <p:spPr>
          <a:xfrm xmlns:a="http://schemas.openxmlformats.org/drawingml/2006/main">
            <a:off x="15659100" y="4981575"/>
            <a:ext cx="2095500" cy="466725"/>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113" name="DP1 object 132">
            <a:extLst xmlns:a="http://schemas.openxmlformats.org/drawingml/2006/main">
              <a:ext uri="{FF2B5EF4-FFF2-40B4-BE49-F238E27FC236}">
                <a16:creationId xmlns:a16="http://schemas.microsoft.com/office/drawing/2014/main" id="{21EFD30B-1033-4A98-935C-BF547324DBAA}"/>
              </a:ext>
            </a:extLst>
          </p:cNvPr>
          <p:cNvSpPr>
            <a:spLocks xmlns:a="http://schemas.openxmlformats.org/drawingml/2006/main" noGrp="1"/>
          </p:cNvSpPr>
          <p:nvPr/>
        </p:nvSpPr>
        <p:spPr>
          <a:xfrm xmlns:a="http://schemas.openxmlformats.org/drawingml/2006/main">
            <a:off x="15706725" y="50006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현재 의미 제안</a:t>
            </a:r>
          </a:p>
        </p:txBody>
      </p:sp>
      <p:sp>
        <p:nvSpPr>
          <p:cNvPr id="114" name="Editable path 133">
            <a:extLst xmlns:a="http://schemas.openxmlformats.org/drawingml/2006/main">
              <a:ext uri="{FF2B5EF4-FFF2-40B4-BE49-F238E27FC236}">
                <a16:creationId xmlns:a16="http://schemas.microsoft.com/office/drawing/2014/main" id="{134EFA5D-F545-4429-A5C1-8A457A0FC133}"/>
              </a:ext>
            </a:extLst>
          </p:cNvPr>
          <p:cNvSpPr>
            <a:spLocks xmlns:a="http://schemas.openxmlformats.org/drawingml/2006/main" noGrp="1"/>
          </p:cNvSpPr>
          <p:nvPr/>
        </p:nvSpPr>
        <p:spPr>
          <a:xfrm xmlns:a="http://schemas.openxmlformats.org/drawingml/2006/main">
            <a:off x="14011275" y="3952875"/>
            <a:ext cx="3162300" cy="638175"/>
          </a:xfrm>
          <a:custGeom xmlns:a="http://schemas.openxmlformats.org/drawingml/2006/main">
            <a:pathLst>
              <a:path w="3162300" h="638175">
                <a:moveTo>
                  <a:pt x="3162300" y="0"/>
                </a:moveTo>
                <a:lnTo>
                  <a:pt x="3162300" y="314325"/>
                </a:lnTo>
                <a:lnTo>
                  <a:pt x="0" y="314325"/>
                </a:lnTo>
                <a:lnTo>
                  <a:pt x="0" y="638175"/>
                </a:lnTo>
              </a:path>
            </a:pathLst>
          </a:custGeom>
          <a:noFill xmlns:a="http://schemas.openxmlformats.org/drawingml/2006/main"/>
          <a:ln xmlns:a="http://schemas.openxmlformats.org/drawingml/2006/main" w="21908">
            <a:solidFill>
              <a:srgbClr val="111111"/>
            </a:solidFill>
            <a:prstDash val="solid"/>
          </a:ln>
        </p:spPr>
      </p:sp>
      <p:sp>
        <p:nvSpPr>
          <p:cNvPr id="115" name="Editable arrowhead 134">
            <a:extLst xmlns:a="http://schemas.openxmlformats.org/drawingml/2006/main">
              <a:ext uri="{FF2B5EF4-FFF2-40B4-BE49-F238E27FC236}">
                <a16:creationId xmlns:a16="http://schemas.microsoft.com/office/drawing/2014/main" id="{4D1C2D37-F498-4DA7-BAD3-EB4E7B395A1A}"/>
              </a:ext>
            </a:extLst>
          </p:cNvPr>
          <p:cNvSpPr>
            <a:spLocks xmlns:a="http://schemas.openxmlformats.org/drawingml/2006/main" noGrp="1"/>
          </p:cNvSpPr>
          <p:nvPr/>
        </p:nvSpPr>
        <p:spPr>
          <a:xfrm xmlns:a="http://schemas.openxmlformats.org/drawingml/2006/main">
            <a:off x="13963650" y="44958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16" name="Editable path 135">
            <a:extLst xmlns:a="http://schemas.openxmlformats.org/drawingml/2006/main">
              <a:ext uri="{FF2B5EF4-FFF2-40B4-BE49-F238E27FC236}">
                <a16:creationId xmlns:a16="http://schemas.microsoft.com/office/drawing/2014/main" id="{5C6C1199-A089-4F8A-99AF-27A1BB6A0FAF}"/>
              </a:ext>
            </a:extLst>
          </p:cNvPr>
          <p:cNvSpPr>
            <a:spLocks xmlns:a="http://schemas.openxmlformats.org/drawingml/2006/main" noGrp="1"/>
          </p:cNvSpPr>
          <p:nvPr/>
        </p:nvSpPr>
        <p:spPr>
          <a:xfrm xmlns:a="http://schemas.openxmlformats.org/drawingml/2006/main">
            <a:off x="15173325" y="5143500"/>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21908">
            <a:solidFill>
              <a:srgbClr val="111111"/>
            </a:solidFill>
            <a:prstDash val="solid"/>
          </a:ln>
        </p:spPr>
      </p:sp>
      <p:sp>
        <p:nvSpPr>
          <p:cNvPr id="117" name="Editable arrowhead 136">
            <a:extLst xmlns:a="http://schemas.openxmlformats.org/drawingml/2006/main">
              <a:ext uri="{FF2B5EF4-FFF2-40B4-BE49-F238E27FC236}">
                <a16:creationId xmlns:a16="http://schemas.microsoft.com/office/drawing/2014/main" id="{54BF9497-E5BF-4B78-AA11-3AC9EC970C73}"/>
              </a:ext>
            </a:extLst>
          </p:cNvPr>
          <p:cNvSpPr>
            <a:spLocks xmlns:a="http://schemas.openxmlformats.org/drawingml/2006/main" noGrp="1"/>
          </p:cNvSpPr>
          <p:nvPr/>
        </p:nvSpPr>
        <p:spPr>
          <a:xfrm xmlns:a="http://schemas.openxmlformats.org/drawingml/2006/main">
            <a:off x="15468600" y="509587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18" name="DP1 object 137">
            <a:extLst xmlns:a="http://schemas.openxmlformats.org/drawingml/2006/main">
              <a:ext uri="{FF2B5EF4-FFF2-40B4-BE49-F238E27FC236}">
                <a16:creationId xmlns:a16="http://schemas.microsoft.com/office/drawing/2014/main" id="{AC479A4B-E114-4C12-B73D-EDC78DF15AC4}"/>
              </a:ext>
            </a:extLst>
          </p:cNvPr>
          <p:cNvSpPr>
            <a:spLocks xmlns:a="http://schemas.openxmlformats.org/drawingml/2006/main" noGrp="1"/>
          </p:cNvSpPr>
          <p:nvPr/>
        </p:nvSpPr>
        <p:spPr>
          <a:xfrm xmlns:a="http://schemas.openxmlformats.org/drawingml/2006/main">
            <a:off x="15744825" y="4324350"/>
            <a:ext cx="190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1">
                <a:solidFill>
                  <a:srgbClr val="111111"/>
                </a:solidFill>
                <a:latin typeface="Apple SD Gothic Neo"/>
                <a:ea typeface="Apple SD Gothic Neo"/>
                <a:cs typeface="Apple SD Gothic Neo"/>
              </a:defRPr>
            </a:defPPr>
            <a:lvl1pPr algn="ctr">
              <a:defRPr sz="1575" b="1">
                <a:solidFill>
                  <a:srgbClr val="111111"/>
                </a:solidFill>
                <a:latin typeface="Apple SD Gothic Neo"/>
                <a:ea typeface="Apple SD Gothic Neo"/>
                <a:cs typeface="Apple SD Gothic Neo"/>
              </a:defRPr>
            </a:lvl1pPr>
            <a:lvl2pPr algn="ctr">
              <a:defRPr sz="1575" b="1">
                <a:solidFill>
                  <a:srgbClr val="111111"/>
                </a:solidFill>
                <a:latin typeface="Apple SD Gothic Neo"/>
                <a:ea typeface="Apple SD Gothic Neo"/>
                <a:cs typeface="Apple SD Gothic Neo"/>
              </a:defRPr>
            </a:lvl2pPr>
            <a:lvl3pPr algn="ctr">
              <a:defRPr sz="1575" b="1">
                <a:solidFill>
                  <a:srgbClr val="111111"/>
                </a:solidFill>
                <a:latin typeface="Apple SD Gothic Neo"/>
                <a:ea typeface="Apple SD Gothic Neo"/>
                <a:cs typeface="Apple SD Gothic Neo"/>
              </a:defRPr>
            </a:lvl3pPr>
            <a:lvl4pPr algn="ctr">
              <a:defRPr sz="1575" b="1">
                <a:solidFill>
                  <a:srgbClr val="111111"/>
                </a:solidFill>
                <a:latin typeface="Apple SD Gothic Neo"/>
                <a:ea typeface="Apple SD Gothic Neo"/>
                <a:cs typeface="Apple SD Gothic Neo"/>
              </a:defRPr>
            </a:lvl4pPr>
            <a:lvl5pPr algn="ctr">
              <a:defRPr sz="1575" b="1">
                <a:solidFill>
                  <a:srgbClr val="111111"/>
                </a:solidFill>
                <a:latin typeface="Apple SD Gothic Neo"/>
                <a:ea typeface="Apple SD Gothic Neo"/>
                <a:cs typeface="Apple SD Gothic Neo"/>
              </a:defRPr>
            </a:lvl5pPr>
            <a:lvl6pPr algn="ctr">
              <a:defRPr sz="1575" b="1">
                <a:solidFill>
                  <a:srgbClr val="111111"/>
                </a:solidFill>
                <a:latin typeface="Apple SD Gothic Neo"/>
                <a:ea typeface="Apple SD Gothic Neo"/>
                <a:cs typeface="Apple SD Gothic Neo"/>
              </a:defRPr>
            </a:lvl6pPr>
            <a:lvl7pPr algn="ctr">
              <a:defRPr sz="1575" b="1">
                <a:solidFill>
                  <a:srgbClr val="111111"/>
                </a:solidFill>
                <a:latin typeface="Apple SD Gothic Neo"/>
                <a:ea typeface="Apple SD Gothic Neo"/>
                <a:cs typeface="Apple SD Gothic Neo"/>
              </a:defRPr>
            </a:lvl7pPr>
            <a:lvl8pPr algn="ctr">
              <a:defRPr sz="1575" b="1">
                <a:solidFill>
                  <a:srgbClr val="111111"/>
                </a:solidFill>
                <a:latin typeface="Apple SD Gothic Neo"/>
                <a:ea typeface="Apple SD Gothic Neo"/>
                <a:cs typeface="Apple SD Gothic Neo"/>
              </a:defRPr>
            </a:lvl8pPr>
            <a:lvl9pPr algn="ctr">
              <a:defRPr sz="1575" b="1">
                <a:solidFill>
                  <a:srgbClr val="111111"/>
                </a:solidFill>
                <a:latin typeface="Apple SD Gothic Neo"/>
                <a:ea typeface="Apple SD Gothic Neo"/>
                <a:cs typeface="Apple SD Gothic Neo"/>
              </a:defRPr>
            </a:lvl9pPr>
          </a:lstStyle>
          <a:p xmlns:a="http://schemas.openxmlformats.org/drawingml/2006/main">
            <a:pPr algn="ctr">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현재 요청</a:t>
            </a:r>
          </a:p>
        </p:txBody>
      </p:sp>
      <p:sp>
        <p:nvSpPr>
          <p:cNvPr id="119" name="Editable path 138">
            <a:extLst xmlns:a="http://schemas.openxmlformats.org/drawingml/2006/main">
              <a:ext uri="{FF2B5EF4-FFF2-40B4-BE49-F238E27FC236}">
                <a16:creationId xmlns:a16="http://schemas.microsoft.com/office/drawing/2014/main" id="{6EA04F6A-FC9D-43D8-9F32-A4383CF61B54}"/>
              </a:ext>
            </a:extLst>
          </p:cNvPr>
          <p:cNvSpPr>
            <a:spLocks xmlns:a="http://schemas.openxmlformats.org/drawingml/2006/main" noGrp="1"/>
          </p:cNvSpPr>
          <p:nvPr/>
        </p:nvSpPr>
        <p:spPr>
          <a:xfrm xmlns:a="http://schemas.openxmlformats.org/drawingml/2006/main">
            <a:off x="16716375" y="4533900"/>
            <a:ext cx="953" cy="57150"/>
          </a:xfrm>
          <a:custGeom xmlns:a="http://schemas.openxmlformats.org/drawingml/2006/main">
            <a:pathLst>
              <a:path w="953" h="57150">
                <a:moveTo>
                  <a:pt x="0" y="0"/>
                </a:moveTo>
                <a:lnTo>
                  <a:pt x="0" y="57150"/>
                </a:lnTo>
              </a:path>
            </a:pathLst>
          </a:custGeom>
          <a:noFill xmlns:a="http://schemas.openxmlformats.org/drawingml/2006/main"/>
          <a:ln xmlns:a="http://schemas.openxmlformats.org/drawingml/2006/main" w="17145">
            <a:solidFill>
              <a:srgbClr val="111111"/>
            </a:solidFill>
            <a:prstDash val="solid"/>
          </a:ln>
        </p:spPr>
      </p:sp>
      <p:sp>
        <p:nvSpPr>
          <p:cNvPr id="120" name="Editable arrowhead 139">
            <a:extLst xmlns:a="http://schemas.openxmlformats.org/drawingml/2006/main">
              <a:ext uri="{FF2B5EF4-FFF2-40B4-BE49-F238E27FC236}">
                <a16:creationId xmlns:a16="http://schemas.microsoft.com/office/drawing/2014/main" id="{C8DF04CA-AA1F-42AC-BCE9-382B51476AA2}"/>
              </a:ext>
            </a:extLst>
          </p:cNvPr>
          <p:cNvSpPr>
            <a:spLocks xmlns:a="http://schemas.openxmlformats.org/drawingml/2006/main" noGrp="1"/>
          </p:cNvSpPr>
          <p:nvPr/>
        </p:nvSpPr>
        <p:spPr>
          <a:xfrm xmlns:a="http://schemas.openxmlformats.org/drawingml/2006/main">
            <a:off x="16668750" y="44958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21" name="Editable path 140">
            <a:extLst xmlns:a="http://schemas.openxmlformats.org/drawingml/2006/main">
              <a:ext uri="{FF2B5EF4-FFF2-40B4-BE49-F238E27FC236}">
                <a16:creationId xmlns:a16="http://schemas.microsoft.com/office/drawing/2014/main" id="{F75E3646-6CA7-43C1-B796-9C365B448FD1}"/>
              </a:ext>
            </a:extLst>
          </p:cNvPr>
          <p:cNvSpPr>
            <a:spLocks xmlns:a="http://schemas.openxmlformats.org/drawingml/2006/main" noGrp="1"/>
          </p:cNvSpPr>
          <p:nvPr/>
        </p:nvSpPr>
        <p:spPr>
          <a:xfrm xmlns:a="http://schemas.openxmlformats.org/drawingml/2006/main">
            <a:off x="12715875" y="3324225"/>
            <a:ext cx="123825" cy="1819275"/>
          </a:xfrm>
          <a:custGeom xmlns:a="http://schemas.openxmlformats.org/drawingml/2006/main">
            <a:pathLst>
              <a:path w="123825" h="1819275">
                <a:moveTo>
                  <a:pt x="123825" y="1819275"/>
                </a:moveTo>
                <a:lnTo>
                  <a:pt x="0" y="1819275"/>
                </a:lnTo>
                <a:lnTo>
                  <a:pt x="0" y="0"/>
                </a:lnTo>
                <a:lnTo>
                  <a:pt x="123825" y="0"/>
                </a:lnTo>
              </a:path>
            </a:pathLst>
          </a:custGeom>
          <a:noFill xmlns:a="http://schemas.openxmlformats.org/drawingml/2006/main"/>
          <a:ln xmlns:a="http://schemas.openxmlformats.org/drawingml/2006/main" w="15240">
            <a:solidFill>
              <a:srgbClr val="111111"/>
            </a:solidFill>
            <a:prstDash val="dash"/>
          </a:ln>
        </p:spPr>
      </p:sp>
      <p:sp>
        <p:nvSpPr>
          <p:cNvPr id="122" name="Editable arrowhead 141">
            <a:extLst xmlns:a="http://schemas.openxmlformats.org/drawingml/2006/main">
              <a:ext uri="{FF2B5EF4-FFF2-40B4-BE49-F238E27FC236}">
                <a16:creationId xmlns:a16="http://schemas.microsoft.com/office/drawing/2014/main" id="{34E3F677-D65D-40F8-96C6-850EA220EFF0}"/>
              </a:ext>
            </a:extLst>
          </p:cNvPr>
          <p:cNvSpPr>
            <a:spLocks xmlns:a="http://schemas.openxmlformats.org/drawingml/2006/main" noGrp="1"/>
          </p:cNvSpPr>
          <p:nvPr/>
        </p:nvSpPr>
        <p:spPr>
          <a:xfrm xmlns:a="http://schemas.openxmlformats.org/drawingml/2006/main">
            <a:off x="12744450" y="327660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23" name="DP1 object 142">
            <a:extLst xmlns:a="http://schemas.openxmlformats.org/drawingml/2006/main">
              <a:ext uri="{FF2B5EF4-FFF2-40B4-BE49-F238E27FC236}">
                <a16:creationId xmlns:a16="http://schemas.microsoft.com/office/drawing/2014/main" id="{8A652C7B-BC3C-451F-9C96-58F992CAD979}"/>
              </a:ext>
            </a:extLst>
          </p:cNvPr>
          <p:cNvSpPr>
            <a:spLocks xmlns:a="http://schemas.openxmlformats.org/drawingml/2006/main" noGrp="1"/>
          </p:cNvSpPr>
          <p:nvPr/>
        </p:nvSpPr>
        <p:spPr>
          <a:xfrm xmlns:a="http://schemas.openxmlformats.org/drawingml/2006/main">
            <a:off x="12849225" y="3714750"/>
            <a:ext cx="1619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50555B"/>
                </a:solidFill>
                <a:latin typeface="Apple SD Gothic Neo"/>
                <a:ea typeface="Apple SD Gothic Neo"/>
                <a:cs typeface="Apple SD Gothic Neo"/>
              </a:defRPr>
            </a:defPPr>
            <a:lvl1pPr algn="ctr">
              <a:defRPr sz="1500" b="0">
                <a:solidFill>
                  <a:srgbClr val="50555B"/>
                </a:solidFill>
                <a:latin typeface="Apple SD Gothic Neo"/>
                <a:ea typeface="Apple SD Gothic Neo"/>
                <a:cs typeface="Apple SD Gothic Neo"/>
              </a:defRPr>
            </a:lvl1pPr>
            <a:lvl2pPr algn="ctr">
              <a:defRPr sz="1500" b="0">
                <a:solidFill>
                  <a:srgbClr val="50555B"/>
                </a:solidFill>
                <a:latin typeface="Apple SD Gothic Neo"/>
                <a:ea typeface="Apple SD Gothic Neo"/>
                <a:cs typeface="Apple SD Gothic Neo"/>
              </a:defRPr>
            </a:lvl2pPr>
            <a:lvl3pPr algn="ctr">
              <a:defRPr sz="1500" b="0">
                <a:solidFill>
                  <a:srgbClr val="50555B"/>
                </a:solidFill>
                <a:latin typeface="Apple SD Gothic Neo"/>
                <a:ea typeface="Apple SD Gothic Neo"/>
                <a:cs typeface="Apple SD Gothic Neo"/>
              </a:defRPr>
            </a:lvl3pPr>
            <a:lvl4pPr algn="ctr">
              <a:defRPr sz="1500" b="0">
                <a:solidFill>
                  <a:srgbClr val="50555B"/>
                </a:solidFill>
                <a:latin typeface="Apple SD Gothic Neo"/>
                <a:ea typeface="Apple SD Gothic Neo"/>
                <a:cs typeface="Apple SD Gothic Neo"/>
              </a:defRPr>
            </a:lvl4pPr>
            <a:lvl5pPr algn="ctr">
              <a:defRPr sz="1500" b="0">
                <a:solidFill>
                  <a:srgbClr val="50555B"/>
                </a:solidFill>
                <a:latin typeface="Apple SD Gothic Neo"/>
                <a:ea typeface="Apple SD Gothic Neo"/>
                <a:cs typeface="Apple SD Gothic Neo"/>
              </a:defRPr>
            </a:lvl5pPr>
            <a:lvl6pPr algn="ctr">
              <a:defRPr sz="1500" b="0">
                <a:solidFill>
                  <a:srgbClr val="50555B"/>
                </a:solidFill>
                <a:latin typeface="Apple SD Gothic Neo"/>
                <a:ea typeface="Apple SD Gothic Neo"/>
                <a:cs typeface="Apple SD Gothic Neo"/>
              </a:defRPr>
            </a:lvl6pPr>
            <a:lvl7pPr algn="ctr">
              <a:defRPr sz="1500" b="0">
                <a:solidFill>
                  <a:srgbClr val="50555B"/>
                </a:solidFill>
                <a:latin typeface="Apple SD Gothic Neo"/>
                <a:ea typeface="Apple SD Gothic Neo"/>
                <a:cs typeface="Apple SD Gothic Neo"/>
              </a:defRPr>
            </a:lvl7pPr>
            <a:lvl8pPr algn="ctr">
              <a:defRPr sz="1500" b="0">
                <a:solidFill>
                  <a:srgbClr val="50555B"/>
                </a:solidFill>
                <a:latin typeface="Apple SD Gothic Neo"/>
                <a:ea typeface="Apple SD Gothic Neo"/>
                <a:cs typeface="Apple SD Gothic Neo"/>
              </a:defRPr>
            </a:lvl8pPr>
            <a:lvl9pPr algn="ctr">
              <a:defRPr sz="1500" b="0">
                <a:solidFill>
                  <a:srgbClr val="50555B"/>
                </a:solidFill>
                <a:latin typeface="Apple SD Gothic Neo"/>
                <a:ea typeface="Apple SD Gothic Neo"/>
                <a:cs typeface="Apple SD Gothic Neo"/>
              </a:defRPr>
            </a:lvl9pPr>
          </a:lstStyle>
          <a:p xmlns:a="http://schemas.openxmlformats.org/drawingml/2006/main">
            <a:pPr algn="ctr">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미생산·오류는</a:t>
            </a:r>
          </a:p>
          <a:p xmlns:a="http://schemas.openxmlformats.org/drawingml/2006/main">
            <a:pPr algn="ctr">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원본으로 보완</a:t>
            </a:r>
          </a:p>
        </p:txBody>
      </p:sp>
      <p:sp>
        <p:nvSpPr>
          <p:cNvPr id="124" name="DP1 object 143">
            <a:extLst xmlns:a="http://schemas.openxmlformats.org/drawingml/2006/main">
              <a:ext uri="{FF2B5EF4-FFF2-40B4-BE49-F238E27FC236}">
                <a16:creationId xmlns:a16="http://schemas.microsoft.com/office/drawing/2014/main" id="{2C522992-B89D-49D1-B9F0-48D9650680A5}"/>
              </a:ext>
            </a:extLst>
          </p:cNvPr>
          <p:cNvSpPr>
            <a:spLocks xmlns:a="http://schemas.openxmlformats.org/drawingml/2006/main" noGrp="1"/>
          </p:cNvSpPr>
          <p:nvPr/>
        </p:nvSpPr>
        <p:spPr>
          <a:xfrm xmlns:a="http://schemas.openxmlformats.org/drawingml/2006/main">
            <a:off x="266700" y="9496425"/>
            <a:ext cx="17430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1">
                <a:solidFill>
                  <a:srgbClr val="111111"/>
                </a:solidFill>
                <a:latin typeface="Apple SD Gothic Neo"/>
                <a:ea typeface="Apple SD Gothic Neo"/>
                <a:cs typeface="Apple SD Gothic Neo"/>
              </a:defRPr>
            </a:defPPr>
            <a:lvl1pPr algn="l">
              <a:defRPr sz="1575" b="1">
                <a:solidFill>
                  <a:srgbClr val="111111"/>
                </a:solidFill>
                <a:latin typeface="Apple SD Gothic Neo"/>
                <a:ea typeface="Apple SD Gothic Neo"/>
                <a:cs typeface="Apple SD Gothic Neo"/>
              </a:defRPr>
            </a:lvl1pPr>
            <a:lvl2pPr algn="l">
              <a:defRPr sz="1575" b="1">
                <a:solidFill>
                  <a:srgbClr val="111111"/>
                </a:solidFill>
                <a:latin typeface="Apple SD Gothic Neo"/>
                <a:ea typeface="Apple SD Gothic Neo"/>
                <a:cs typeface="Apple SD Gothic Neo"/>
              </a:defRPr>
            </a:lvl2pPr>
            <a:lvl3pPr algn="l">
              <a:defRPr sz="1575" b="1">
                <a:solidFill>
                  <a:srgbClr val="111111"/>
                </a:solidFill>
                <a:latin typeface="Apple SD Gothic Neo"/>
                <a:ea typeface="Apple SD Gothic Neo"/>
                <a:cs typeface="Apple SD Gothic Neo"/>
              </a:defRPr>
            </a:lvl3pPr>
            <a:lvl4pPr algn="l">
              <a:defRPr sz="1575" b="1">
                <a:solidFill>
                  <a:srgbClr val="111111"/>
                </a:solidFill>
                <a:latin typeface="Apple SD Gothic Neo"/>
                <a:ea typeface="Apple SD Gothic Neo"/>
                <a:cs typeface="Apple SD Gothic Neo"/>
              </a:defRPr>
            </a:lvl4pPr>
            <a:lvl5pPr algn="l">
              <a:defRPr sz="1575" b="1">
                <a:solidFill>
                  <a:srgbClr val="111111"/>
                </a:solidFill>
                <a:latin typeface="Apple SD Gothic Neo"/>
                <a:ea typeface="Apple SD Gothic Neo"/>
                <a:cs typeface="Apple SD Gothic Neo"/>
              </a:defRPr>
            </a:lvl5pPr>
            <a:lvl6pPr algn="l">
              <a:defRPr sz="1575" b="1">
                <a:solidFill>
                  <a:srgbClr val="111111"/>
                </a:solidFill>
                <a:latin typeface="Apple SD Gothic Neo"/>
                <a:ea typeface="Apple SD Gothic Neo"/>
                <a:cs typeface="Apple SD Gothic Neo"/>
              </a:defRPr>
            </a:lvl6pPr>
            <a:lvl7pPr algn="l">
              <a:defRPr sz="1575" b="1">
                <a:solidFill>
                  <a:srgbClr val="111111"/>
                </a:solidFill>
                <a:latin typeface="Apple SD Gothic Neo"/>
                <a:ea typeface="Apple SD Gothic Neo"/>
                <a:cs typeface="Apple SD Gothic Neo"/>
              </a:defRPr>
            </a:lvl7pPr>
            <a:lvl8pPr algn="l">
              <a:defRPr sz="1575" b="1">
                <a:solidFill>
                  <a:srgbClr val="111111"/>
                </a:solidFill>
                <a:latin typeface="Apple SD Gothic Neo"/>
                <a:ea typeface="Apple SD Gothic Neo"/>
                <a:cs typeface="Apple SD Gothic Neo"/>
              </a:defRPr>
            </a:lvl8pPr>
            <a:lvl9pPr algn="l">
              <a:defRPr sz="1575" b="1">
                <a:solidFill>
                  <a:srgbClr val="111111"/>
                </a:solidFill>
                <a:latin typeface="Apple SD Gothic Neo"/>
                <a:ea typeface="Apple SD Gothic Neo"/>
                <a:cs typeface="Apple SD Gothic Neo"/>
              </a:defRPr>
            </a:lvl9pPr>
          </a:lstStyle>
          <a:p xmlns:a="http://schemas.openxmlformats.org/drawingml/2006/main">
            <a:pPr algn="l">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근거 공급 구간 확대도. 읽기 제어와 의미 채택은 Request Controller가 담당. 동일 이름은 같은 Component의 단계별 표시.</a:t>
            </a:r>
          </a:p>
        </p:txBody>
      </p:sp>
      <p:sp>
        <p:nvSpPr>
          <p:cNvPr id="125" name="DP1 object 144">
            <a:extLst xmlns:a="http://schemas.openxmlformats.org/drawingml/2006/main">
              <a:ext uri="{FF2B5EF4-FFF2-40B4-BE49-F238E27FC236}">
                <a16:creationId xmlns:a16="http://schemas.microsoft.com/office/drawing/2014/main" id="{5BA8909E-90D6-4232-B932-A7AD29848998}"/>
              </a:ext>
            </a:extLst>
          </p:cNvPr>
          <p:cNvSpPr>
            <a:spLocks xmlns:a="http://schemas.openxmlformats.org/drawingml/2006/main" noGrp="1"/>
          </p:cNvSpPr>
          <p:nvPr/>
        </p:nvSpPr>
        <p:spPr>
          <a:xfrm xmlns:a="http://schemas.openxmlformats.org/drawingml/2006/main">
            <a:off x="266700" y="9848850"/>
            <a:ext cx="1719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0">
                <a:solidFill>
                  <a:srgbClr val="50555B"/>
                </a:solidFill>
                <a:latin typeface="Apple SD Gothic Neo"/>
                <a:ea typeface="Apple SD Gothic Neo"/>
                <a:cs typeface="Apple SD Gothic Neo"/>
              </a:defRPr>
            </a:defPPr>
            <a:lvl1pPr algn="l">
              <a:defRPr sz="1500" b="0">
                <a:solidFill>
                  <a:srgbClr val="50555B"/>
                </a:solidFill>
                <a:latin typeface="Apple SD Gothic Neo"/>
                <a:ea typeface="Apple SD Gothic Neo"/>
                <a:cs typeface="Apple SD Gothic Neo"/>
              </a:defRPr>
            </a:lvl1pPr>
            <a:lvl2pPr algn="l">
              <a:defRPr sz="1500" b="0">
                <a:solidFill>
                  <a:srgbClr val="50555B"/>
                </a:solidFill>
                <a:latin typeface="Apple SD Gothic Neo"/>
                <a:ea typeface="Apple SD Gothic Neo"/>
                <a:cs typeface="Apple SD Gothic Neo"/>
              </a:defRPr>
            </a:lvl2pPr>
            <a:lvl3pPr algn="l">
              <a:defRPr sz="1500" b="0">
                <a:solidFill>
                  <a:srgbClr val="50555B"/>
                </a:solidFill>
                <a:latin typeface="Apple SD Gothic Neo"/>
                <a:ea typeface="Apple SD Gothic Neo"/>
                <a:cs typeface="Apple SD Gothic Neo"/>
              </a:defRPr>
            </a:lvl3pPr>
            <a:lvl4pPr algn="l">
              <a:defRPr sz="1500" b="0">
                <a:solidFill>
                  <a:srgbClr val="50555B"/>
                </a:solidFill>
                <a:latin typeface="Apple SD Gothic Neo"/>
                <a:ea typeface="Apple SD Gothic Neo"/>
                <a:cs typeface="Apple SD Gothic Neo"/>
              </a:defRPr>
            </a:lvl4pPr>
            <a:lvl5pPr algn="l">
              <a:defRPr sz="1500" b="0">
                <a:solidFill>
                  <a:srgbClr val="50555B"/>
                </a:solidFill>
                <a:latin typeface="Apple SD Gothic Neo"/>
                <a:ea typeface="Apple SD Gothic Neo"/>
                <a:cs typeface="Apple SD Gothic Neo"/>
              </a:defRPr>
            </a:lvl5pPr>
            <a:lvl6pPr algn="l">
              <a:defRPr sz="1500" b="0">
                <a:solidFill>
                  <a:srgbClr val="50555B"/>
                </a:solidFill>
                <a:latin typeface="Apple SD Gothic Neo"/>
                <a:ea typeface="Apple SD Gothic Neo"/>
                <a:cs typeface="Apple SD Gothic Neo"/>
              </a:defRPr>
            </a:lvl6pPr>
            <a:lvl7pPr algn="l">
              <a:defRPr sz="1500" b="0">
                <a:solidFill>
                  <a:srgbClr val="50555B"/>
                </a:solidFill>
                <a:latin typeface="Apple SD Gothic Neo"/>
                <a:ea typeface="Apple SD Gothic Neo"/>
                <a:cs typeface="Apple SD Gothic Neo"/>
              </a:defRPr>
            </a:lvl7pPr>
            <a:lvl8pPr algn="l">
              <a:defRPr sz="1500" b="0">
                <a:solidFill>
                  <a:srgbClr val="50555B"/>
                </a:solidFill>
                <a:latin typeface="Apple SD Gothic Neo"/>
                <a:ea typeface="Apple SD Gothic Neo"/>
                <a:cs typeface="Apple SD Gothic Neo"/>
              </a:defRPr>
            </a:lvl8pPr>
            <a:lvl9pPr algn="l">
              <a:defRPr sz="1500" b="0">
                <a:solidFill>
                  <a:srgbClr val="50555B"/>
                </a:solidFill>
                <a:latin typeface="Apple SD Gothic Neo"/>
                <a:ea typeface="Apple SD Gothic Neo"/>
                <a:cs typeface="Apple SD Gothic Neo"/>
              </a:defRPr>
            </a:lvl9pPr>
          </a:lstStyle>
          <a:p xmlns:a="http://schemas.openxmlformats.org/drawingml/2006/main">
            <a:pPr algn="l">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시간 괄호: 관측/예정 건수 / 기본안별 12episode / QA04 별도 4과제 / 비용은 사전 생산 포함 / RSS는 로컬 실행기 / QA01 A/B 우열 미확정</a:t>
            </a:r>
          </a:p>
        </p:txBody>
      </p:sp>
    </p:spTree>
    <p:extLst>
      <p:ext uri="{BB962C8B-B14F-4D97-AF65-F5344CB8AC3E}">
        <p14:creationId xmlns:p14="http://schemas.microsoft.com/office/powerpoint/2010/main" val="16086068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9" name="Unified slide title">
            <a:extLst xmlns:a="http://schemas.openxmlformats.org/drawingml/2006/main">
              <a:ext uri="{FF2B5EF4-FFF2-40B4-BE49-F238E27FC236}">
                <a16:creationId xmlns:a16="http://schemas.microsoft.com/office/drawing/2014/main" id="{686E88BF-7F20-409C-9860-A4F35B55A64A}"/>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DP1. 현재 요청의 근거 공급 방안 (선택 및 보완)</a:t>
            </a:r>
          </a:p>
        </p:txBody>
      </p:sp>
      <p:sp>
        <p:nvSpPr>
          <p:cNvPr id="2" name="Workflow 과제 소개">
            <a:extLst xmlns:a="http://schemas.openxmlformats.org/drawingml/2006/main">
              <a:ext uri="{FF2B5EF4-FFF2-40B4-BE49-F238E27FC236}">
                <a16:creationId xmlns:a16="http://schemas.microsoft.com/office/drawing/2014/main" id="{40140ADA-AAED-47BE-9D33-522127C0A3A8}"/>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과제 소개">
            <a:extLst xmlns:a="http://schemas.openxmlformats.org/drawingml/2006/main">
              <a:ext uri="{FF2B5EF4-FFF2-40B4-BE49-F238E27FC236}">
                <a16:creationId xmlns:a16="http://schemas.microsoft.com/office/drawing/2014/main" id="{5E54D6F8-2873-4B98-A4A0-13898F0A8DFA}"/>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Workflow 요구사항 분석">
            <a:extLst xmlns:a="http://schemas.openxmlformats.org/drawingml/2006/main">
              <a:ext uri="{FF2B5EF4-FFF2-40B4-BE49-F238E27FC236}">
                <a16:creationId xmlns:a16="http://schemas.microsoft.com/office/drawing/2014/main" id="{E253CECF-01CB-4239-9CFE-1438EB89A99D}"/>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요구사항 분석">
            <a:extLst xmlns:a="http://schemas.openxmlformats.org/drawingml/2006/main">
              <a:ext uri="{FF2B5EF4-FFF2-40B4-BE49-F238E27FC236}">
                <a16:creationId xmlns:a16="http://schemas.microsoft.com/office/drawing/2014/main" id="{9A89964F-CF41-4B34-B69C-A9AFA64BCB28}"/>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Workflow 설계">
            <a:extLst xmlns:a="http://schemas.openxmlformats.org/drawingml/2006/main">
              <a:ext uri="{FF2B5EF4-FFF2-40B4-BE49-F238E27FC236}">
                <a16:creationId xmlns:a16="http://schemas.microsoft.com/office/drawing/2014/main" id="{0408BA40-FD40-4F01-ACBE-49612A919445}"/>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설계">
            <a:extLst xmlns:a="http://schemas.openxmlformats.org/drawingml/2006/main">
              <a:ext uri="{FF2B5EF4-FFF2-40B4-BE49-F238E27FC236}">
                <a16:creationId xmlns:a16="http://schemas.microsoft.com/office/drawing/2014/main" id="{26FFCDB6-AB46-4BD4-A94D-58D346E3EBFC}"/>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Workflow 구현 및 검증">
            <a:extLst xmlns:a="http://schemas.openxmlformats.org/drawingml/2006/main">
              <a:ext uri="{FF2B5EF4-FFF2-40B4-BE49-F238E27FC236}">
                <a16:creationId xmlns:a16="http://schemas.microsoft.com/office/drawing/2014/main" id="{339BC63B-D416-428A-ACD6-7F444C27F592}"/>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구현 및 검증">
            <a:extLst xmlns:a="http://schemas.openxmlformats.org/drawingml/2006/main">
              <a:ext uri="{FF2B5EF4-FFF2-40B4-BE49-F238E27FC236}">
                <a16:creationId xmlns:a16="http://schemas.microsoft.com/office/drawing/2014/main" id="{F897CF69-362D-42EF-A5E3-E1DD8FC81D54}"/>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Workflow 결론">
            <a:extLst xmlns:a="http://schemas.openxmlformats.org/drawingml/2006/main">
              <a:ext uri="{FF2B5EF4-FFF2-40B4-BE49-F238E27FC236}">
                <a16:creationId xmlns:a16="http://schemas.microsoft.com/office/drawing/2014/main" id="{E6AE6AB2-6A57-4C62-BF24-B340AAA6D99D}"/>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결론">
            <a:extLst xmlns:a="http://schemas.openxmlformats.org/drawingml/2006/main">
              <a:ext uri="{FF2B5EF4-FFF2-40B4-BE49-F238E27FC236}">
                <a16:creationId xmlns:a16="http://schemas.microsoft.com/office/drawing/2014/main" id="{15A988F9-C0D3-4086-AF7B-6375EFFBEB9A}"/>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Header rule">
            <a:extLst xmlns:a="http://schemas.openxmlformats.org/drawingml/2006/main">
              <a:ext uri="{FF2B5EF4-FFF2-40B4-BE49-F238E27FC236}">
                <a16:creationId xmlns:a16="http://schemas.microsoft.com/office/drawing/2014/main" id="{DA9B922C-4457-4AF8-B731-617974C9A835}"/>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Continuous slide number">
            <a:extLst xmlns:a="http://schemas.openxmlformats.org/drawingml/2006/main">
              <a:ext uri="{FF2B5EF4-FFF2-40B4-BE49-F238E27FC236}">
                <a16:creationId xmlns:a16="http://schemas.microsoft.com/office/drawing/2014/main" id="{F087C3B1-5418-47DD-983C-7894F0F0A908}"/>
              </a:ext>
            </a:extLst>
          </p:cNvPr>
          <p:cNvSpPr>
            <a:spLocks xmlns:a="http://schemas.openxmlformats.org/drawingml/2006/main" noGrp="1"/>
          </p:cNvSpPr>
          <p:nvPr/>
        </p:nvSpPr>
        <p:spPr>
          <a:xfrm xmlns:a="http://schemas.openxmlformats.org/drawingml/2006/main">
            <a:off x="17487900" y="10020300"/>
            <a:ext cx="590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50555B"/>
                </a:solidFill>
                <a:latin typeface="Apple SD Gothic Neo"/>
                <a:ea typeface="Apple SD Gothic Neo"/>
                <a:cs typeface="Apple SD Gothic Neo"/>
              </a:defRPr>
            </a:defPPr>
            <a:lvl1pPr algn="r">
              <a:defRPr sz="1200" b="0">
                <a:solidFill>
                  <a:srgbClr val="50555B"/>
                </a:solidFill>
                <a:latin typeface="Apple SD Gothic Neo"/>
                <a:ea typeface="Apple SD Gothic Neo"/>
                <a:cs typeface="Apple SD Gothic Neo"/>
              </a:defRPr>
            </a:lvl1pPr>
            <a:lvl2pPr algn="r">
              <a:defRPr sz="1200" b="0">
                <a:solidFill>
                  <a:srgbClr val="50555B"/>
                </a:solidFill>
                <a:latin typeface="Apple SD Gothic Neo"/>
                <a:ea typeface="Apple SD Gothic Neo"/>
                <a:cs typeface="Apple SD Gothic Neo"/>
              </a:defRPr>
            </a:lvl2pPr>
            <a:lvl3pPr algn="r">
              <a:defRPr sz="1200" b="0">
                <a:solidFill>
                  <a:srgbClr val="50555B"/>
                </a:solidFill>
                <a:latin typeface="Apple SD Gothic Neo"/>
                <a:ea typeface="Apple SD Gothic Neo"/>
                <a:cs typeface="Apple SD Gothic Neo"/>
              </a:defRPr>
            </a:lvl3pPr>
            <a:lvl4pPr algn="r">
              <a:defRPr sz="1200" b="0">
                <a:solidFill>
                  <a:srgbClr val="50555B"/>
                </a:solidFill>
                <a:latin typeface="Apple SD Gothic Neo"/>
                <a:ea typeface="Apple SD Gothic Neo"/>
                <a:cs typeface="Apple SD Gothic Neo"/>
              </a:defRPr>
            </a:lvl4pPr>
            <a:lvl5pPr algn="r">
              <a:defRPr sz="1200" b="0">
                <a:solidFill>
                  <a:srgbClr val="50555B"/>
                </a:solidFill>
                <a:latin typeface="Apple SD Gothic Neo"/>
                <a:ea typeface="Apple SD Gothic Neo"/>
                <a:cs typeface="Apple SD Gothic Neo"/>
              </a:defRPr>
            </a:lvl5pPr>
            <a:lvl6pPr algn="r">
              <a:defRPr sz="1200" b="0">
                <a:solidFill>
                  <a:srgbClr val="50555B"/>
                </a:solidFill>
                <a:latin typeface="Apple SD Gothic Neo"/>
                <a:ea typeface="Apple SD Gothic Neo"/>
                <a:cs typeface="Apple SD Gothic Neo"/>
              </a:defRPr>
            </a:lvl6pPr>
            <a:lvl7pPr algn="r">
              <a:defRPr sz="1200" b="0">
                <a:solidFill>
                  <a:srgbClr val="50555B"/>
                </a:solidFill>
                <a:latin typeface="Apple SD Gothic Neo"/>
                <a:ea typeface="Apple SD Gothic Neo"/>
                <a:cs typeface="Apple SD Gothic Neo"/>
              </a:defRPr>
            </a:lvl7pPr>
            <a:lvl8pPr algn="r">
              <a:defRPr sz="1200" b="0">
                <a:solidFill>
                  <a:srgbClr val="50555B"/>
                </a:solidFill>
                <a:latin typeface="Apple SD Gothic Neo"/>
                <a:ea typeface="Apple SD Gothic Neo"/>
                <a:cs typeface="Apple SD Gothic Neo"/>
              </a:defRPr>
            </a:lvl8pPr>
            <a:lvl9pPr algn="r">
              <a:defRPr sz="1200" b="0">
                <a:solidFill>
                  <a:srgbClr val="50555B"/>
                </a:solidFill>
                <a:latin typeface="Apple SD Gothic Neo"/>
                <a:ea typeface="Apple SD Gothic Neo"/>
                <a:cs typeface="Apple SD Gothic Neo"/>
              </a:defRPr>
            </a:lvl9pPr>
          </a:lstStyle>
          <a:p xmlns:a="http://schemas.openxmlformats.org/drawingml/2006/main">
            <a:pPr algn="r">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3 / 16</a:t>
            </a:r>
          </a:p>
        </p:txBody>
      </p:sp>
      <p:sp>
        <p:nvSpPr>
          <p:cNvPr id="14" name="DP1 object 145">
            <a:extLst xmlns:a="http://schemas.openxmlformats.org/drawingml/2006/main">
              <a:ext uri="{FF2B5EF4-FFF2-40B4-BE49-F238E27FC236}">
                <a16:creationId xmlns:a16="http://schemas.microsoft.com/office/drawing/2014/main" id="{989EBAA8-C964-482A-A65F-5E69D4DEA1AD}"/>
              </a:ext>
            </a:extLst>
          </p:cNvPr>
          <p:cNvSpPr>
            <a:spLocks xmlns:a="http://schemas.openxmlformats.org/drawingml/2006/main" noGrp="1"/>
          </p:cNvSpPr>
          <p:nvPr/>
        </p:nvSpPr>
        <p:spPr>
          <a:xfrm xmlns:a="http://schemas.openxmlformats.org/drawingml/2006/main">
            <a:off x="266700" y="1181100"/>
            <a:ext cx="17478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4676CB"/>
                </a:solidFill>
                <a:latin typeface="Apple SD Gothic Neo"/>
                <a:ea typeface="Apple SD Gothic Neo"/>
                <a:cs typeface="Apple SD Gothic Neo"/>
              </a:defRPr>
            </a:defPPr>
            <a:lvl1pPr algn="l">
              <a:defRPr sz="1950" b="1">
                <a:solidFill>
                  <a:srgbClr val="4676CB"/>
                </a:solidFill>
                <a:latin typeface="Apple SD Gothic Neo"/>
                <a:ea typeface="Apple SD Gothic Neo"/>
                <a:cs typeface="Apple SD Gothic Neo"/>
              </a:defRPr>
            </a:lvl1pPr>
            <a:lvl2pPr algn="l">
              <a:defRPr sz="1950" b="1">
                <a:solidFill>
                  <a:srgbClr val="4676CB"/>
                </a:solidFill>
                <a:latin typeface="Apple SD Gothic Neo"/>
                <a:ea typeface="Apple SD Gothic Neo"/>
                <a:cs typeface="Apple SD Gothic Neo"/>
              </a:defRPr>
            </a:lvl2pPr>
            <a:lvl3pPr algn="l">
              <a:defRPr sz="1950" b="1">
                <a:solidFill>
                  <a:srgbClr val="4676CB"/>
                </a:solidFill>
                <a:latin typeface="Apple SD Gothic Neo"/>
                <a:ea typeface="Apple SD Gothic Neo"/>
                <a:cs typeface="Apple SD Gothic Neo"/>
              </a:defRPr>
            </a:lvl3pPr>
            <a:lvl4pPr algn="l">
              <a:defRPr sz="1950" b="1">
                <a:solidFill>
                  <a:srgbClr val="4676CB"/>
                </a:solidFill>
                <a:latin typeface="Apple SD Gothic Neo"/>
                <a:ea typeface="Apple SD Gothic Neo"/>
                <a:cs typeface="Apple SD Gothic Neo"/>
              </a:defRPr>
            </a:lvl4pPr>
            <a:lvl5pPr algn="l">
              <a:defRPr sz="1950" b="1">
                <a:solidFill>
                  <a:srgbClr val="4676CB"/>
                </a:solidFill>
                <a:latin typeface="Apple SD Gothic Neo"/>
                <a:ea typeface="Apple SD Gothic Neo"/>
                <a:cs typeface="Apple SD Gothic Neo"/>
              </a:defRPr>
            </a:lvl5pPr>
            <a:lvl6pPr algn="l">
              <a:defRPr sz="1950" b="1">
                <a:solidFill>
                  <a:srgbClr val="4676CB"/>
                </a:solidFill>
                <a:latin typeface="Apple SD Gothic Neo"/>
                <a:ea typeface="Apple SD Gothic Neo"/>
                <a:cs typeface="Apple SD Gothic Neo"/>
              </a:defRPr>
            </a:lvl6pPr>
            <a:lvl7pPr algn="l">
              <a:defRPr sz="1950" b="1">
                <a:solidFill>
                  <a:srgbClr val="4676CB"/>
                </a:solidFill>
                <a:latin typeface="Apple SD Gothic Neo"/>
                <a:ea typeface="Apple SD Gothic Neo"/>
                <a:cs typeface="Apple SD Gothic Neo"/>
              </a:defRPr>
            </a:lvl7pPr>
            <a:lvl8pPr algn="l">
              <a:defRPr sz="1950" b="1">
                <a:solidFill>
                  <a:srgbClr val="4676CB"/>
                </a:solidFill>
                <a:latin typeface="Apple SD Gothic Neo"/>
                <a:ea typeface="Apple SD Gothic Neo"/>
                <a:cs typeface="Apple SD Gothic Neo"/>
              </a:defRPr>
            </a:lvl8pPr>
            <a:lvl9pPr algn="l">
              <a:defRPr sz="1950" b="1">
                <a:solidFill>
                  <a:srgbClr val="4676CB"/>
                </a:solidFill>
                <a:latin typeface="Apple SD Gothic Neo"/>
                <a:ea typeface="Apple SD Gothic Neo"/>
                <a:cs typeface="Apple SD Gothic Neo"/>
              </a:defRPr>
            </a:lvl9pPr>
          </a:lstStyle>
          <a:p xmlns:a="http://schemas.openxmlformats.org/drawingml/2006/main">
            <a:pPr algn="l">
              <a:defRPr sz="1950" b="1">
                <a:solidFill>
                  <a:srgbClr val="4676CB"/>
                </a:solidFill>
                <a:latin typeface="Apple SD Gothic Neo"/>
                <a:ea typeface="Apple SD Gothic Neo"/>
                <a:cs typeface="Apple SD Gothic Neo"/>
              </a:defRPr>
            </a:pPr>
            <a:r>
              <a:rPr sz="1950" b="1">
                <a:solidFill>
                  <a:srgbClr val="4676CB"/>
                </a:solidFill>
                <a:latin typeface="Apple SD Gothic Neo"/>
                <a:ea typeface="Apple SD Gothic Neo"/>
                <a:cs typeface="Apple SD Gothic Neo"/>
              </a:rPr>
              <a:t>같은 자료를 이어 묻는 조건에서 기본 A 선택 / A2는 재조회 감소를 확인한 보완 후보</a:t>
            </a:r>
          </a:p>
        </p:txBody>
      </p:sp>
      <p:graphicFrame>
        <p:nvGraphicFramePr>
          <p:cNvPr id="15" name="">
            <a:extLst xmlns:a="http://schemas.openxmlformats.org/drawingml/2006/main">
              <a:ext uri="{FF2B5EF4-FFF2-40B4-BE49-F238E27FC236}">
                <a16:creationId xmlns:a16="http://schemas.microsoft.com/office/drawing/2014/main" id="{2E874CB5-D9B4-4B13-81FD-BD341861832D}"/>
              </a:ext>
            </a:extLst>
          </p:cNvPr>
          <p:cNvGraphicFramePr/>
          <p:nvPr/>
        </p:nvGraphicFramePr>
        <p:xfrm>
          <a:off xmlns:a="http://schemas.openxmlformats.org/drawingml/2006/main" x="228600" y="1657350"/>
          <a:ext xmlns:a="http://schemas.openxmlformats.org/drawingml/2006/main" cx="17830800" cy="7620000"/>
        </p:xfrm>
        <a:graphic xmlns:a="http://schemas.openxmlformats.org/drawingml/2006/main">
          <a:graphicData uri="http://schemas.openxmlformats.org/drawingml/2006/table">
            <a:tbl>
              <a:tblPr firstRow="0" bandRow="0" bandCol="0"/>
              <a:tblGrid>
                <a:gridCol w="1638300"/>
                <a:gridCol w="5391150"/>
                <a:gridCol w="5391150"/>
                <a:gridCol w="5410200"/>
              </a:tblGrid>
              <a:tr h="476250">
                <a:tc>
                  <a:txBody>
                    <a:bodyPr anchor="ctr"/>
                    <a:lstStyle/>
                    <a:p>
                      <a:pPr algn="ctr"/>
                      <a:r>
                        <a:rPr sz="1875" b="1">
                          <a:solidFill>
                            <a:srgbClr val="111111"/>
                          </a:solidFill>
                          <a:latin typeface="Apple SD Gothic Neo"/>
                          <a:ea typeface="Apple SD Gothic Neo"/>
                          <a:cs typeface="Apple SD Gothic Neo"/>
                        </a:rPr>
                        <a:t>설계안</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 유효 작업 문맥 유지</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 요청마다 원본 구성</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(C) 별도 근거 생산·게시</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r>
                        <a:rPr sz="2175" b="1">
                          <a:solidFill>
                            <a:srgbClr val="111111"/>
                          </a:solidFill>
                          <a:latin typeface="Apple SD Gothic Neo"/>
                          <a:ea typeface="Apple SD Gothic Neo"/>
                          <a:cs typeface="Apple SD Gothic Neo"/>
                        </a:rPr>
                        <a:t>구조</a:t>
                      </a: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r>
                        <a:rPr sz="1875" b="1">
                          <a:solidFill>
                            <a:srgbClr val="111111"/>
                          </a:solidFill>
                          <a:latin typeface="Apple SD Gothic Neo"/>
                          <a:ea typeface="Apple SD Gothic Neo"/>
                          <a:cs typeface="Apple SD Gothic Neo"/>
                        </a:rPr>
                        <a:t>장점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후속 질문에서 이미 읽은</a:t>
                      </a:r>
                    </a:p>
                    <a:p>
                      <a:pPr algn="ctr"/>
                      <a:r>
                        <a:rPr sz="1650">
                          <a:solidFill>
                            <a:srgbClr val="111111"/>
                          </a:solidFill>
                          <a:latin typeface="Apple SD Gothic Neo"/>
                          <a:ea typeface="Apple SD Gothic Neo"/>
                          <a:cs typeface="Apple SD Gothic Neo"/>
                        </a:rPr>
                        <a:t>근거의 발견·조합을 줄임</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새 목적에 필요한 범위만 구성</a:t>
                      </a:r>
                    </a:p>
                    <a:p>
                      <a:pPr algn="ctr"/>
                      <a:r>
                        <a:rPr sz="1650">
                          <a:solidFill>
                            <a:srgbClr val="111111"/>
                          </a:solidFill>
                          <a:latin typeface="Apple SD Gothic Neo"/>
                          <a:ea typeface="Apple SD Gothic Neo"/>
                          <a:cs typeface="Apple SD Gothic Neo"/>
                        </a:rPr>
                        <a:t>이전 해석 문맥의 유지 부담 감소</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대화가 바뀌어도 게시한</a:t>
                      </a:r>
                    </a:p>
                    <a:p>
                      <a:pPr algn="ctr"/>
                      <a:r>
                        <a:rPr sz="1650">
                          <a:solidFill>
                            <a:srgbClr val="111111"/>
                          </a:solidFill>
                          <a:latin typeface="Apple SD Gothic Neo"/>
                          <a:ea typeface="Apple SD Gothic Neo"/>
                          <a:cs typeface="Apple SD Gothic Neo"/>
                        </a:rPr>
                        <a:t>근거와 관계를 반복 활용</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r>
                        <a:rPr sz="1875" b="1">
                          <a:solidFill>
                            <a:srgbClr val="111111"/>
                          </a:solidFill>
                          <a:latin typeface="Apple SD Gothic Neo"/>
                          <a:ea typeface="Apple SD Gothic Neo"/>
                          <a:cs typeface="Apple SD Gothic Neo"/>
                        </a:rPr>
                        <a:t>단점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500" b="0">
                          <a:solidFill>
                            <a:srgbClr val="C00000"/>
                          </a:solidFill>
                          <a:latin typeface="Apple SD Gothic Neo"/>
                          <a:ea typeface="Apple SD Gothic Neo"/>
                          <a:cs typeface="Apple SD Gothic Neo"/>
                        </a:rPr>
                        <a:t>주제 전환 후에도 남는 입력</a:t>
                      </a:r>
                    </a:p>
                    <a:p>
                      <a:pPr algn="ctr">
                        <a:lnSpc>
                          <a:spcPct val="100000"/>
                        </a:lnSpc>
                        <a:buNone/>
                      </a:pPr>
                      <a:r>
                        <a:rPr sz="1500" b="0">
                          <a:solidFill>
                            <a:srgbClr val="C00000"/>
                          </a:solidFill>
                          <a:latin typeface="Apple SD Gothic Neo"/>
                          <a:ea typeface="Apple SD Gothic Neo"/>
                          <a:cs typeface="Apple SD Gothic Neo"/>
                        </a:rPr>
                        <a:t>원문 정정에 따른 문맥 갱신</a:t>
                      </a:r>
                    </a:p>
                    <a:p>
                      <a:pPr algn="ctr">
                        <a:lnSpc>
                          <a:spcPct val="100000"/>
                        </a:lnSpc>
                        <a:buNone/>
                      </a:pPr>
                      <a:r>
                        <a:rPr sz="1500" b="0">
                          <a:solidFill>
                            <a:srgbClr val="4676CB"/>
                          </a:solidFill>
                          <a:latin typeface="Apple SD Gothic Neo"/>
                          <a:ea typeface="Apple SD Gothic Neo"/>
                          <a:cs typeface="Apple SD Gothic Neo"/>
                        </a:rPr>
                        <a:t>[QA03 보완] A2 변경 조각 갱신 (영향 불명 시 전체 재구성)</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75">
                          <a:solidFill>
                            <a:srgbClr val="C00000"/>
                          </a:solidFill>
                          <a:latin typeface="Apple SD Gothic Neo"/>
                          <a:ea typeface="Apple SD Gothic Neo"/>
                          <a:cs typeface="Apple SD Gothic Neo"/>
                        </a:rPr>
                        <a:t>같은 자료를 이어 물으면</a:t>
                      </a:r>
                    </a:p>
                    <a:p>
                      <a:pPr algn="ctr"/>
                      <a:r>
                        <a:rPr sz="1575">
                          <a:solidFill>
                            <a:srgbClr val="C00000"/>
                          </a:solidFill>
                          <a:latin typeface="Apple SD Gothic Neo"/>
                          <a:ea typeface="Apple SD Gothic Neo"/>
                          <a:cs typeface="Apple SD Gothic Neo"/>
                        </a:rPr>
                        <a:t>원본 재조회와 재조합 반복</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75">
                          <a:solidFill>
                            <a:srgbClr val="C00000"/>
                          </a:solidFill>
                          <a:latin typeface="Apple SD Gothic Neo"/>
                          <a:ea typeface="Apple SD Gothic Neo"/>
                          <a:cs typeface="Apple SD Gothic Neo"/>
                        </a:rPr>
                        <a:t>사전 생산·갱신·미사용 비용</a:t>
                      </a:r>
                    </a:p>
                    <a:p>
                      <a:pPr algn="ctr"/>
                      <a:r>
                        <a:rPr sz="1575">
                          <a:solidFill>
                            <a:srgbClr val="C00000"/>
                          </a:solidFill>
                          <a:latin typeface="Apple SD Gothic Neo"/>
                          <a:ea typeface="Apple SD Gothic Neo"/>
                          <a:cs typeface="Apple SD Gothic Neo"/>
                        </a:rPr>
                        <a:t>부족한 게시 근거는 원본 보완</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350" b="1">
                          <a:solidFill>
                            <a:srgbClr val="111111"/>
                          </a:solidFill>
                          <a:latin typeface="Apple SD Gothic Neo"/>
                          <a:ea typeface="Apple SD Gothic Neo"/>
                          <a:cs typeface="Apple SD Gothic Neo"/>
                        </a:rPr>
                        <a:t>QA01 첫 응답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6.609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6.267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11.995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350" b="1">
                          <a:solidFill>
                            <a:srgbClr val="111111"/>
                          </a:solidFill>
                          <a:latin typeface="Apple SD Gothic Neo"/>
                          <a:ea typeface="Apple SD Gothic Neo"/>
                          <a:cs typeface="Apple SD Gothic Neo"/>
                        </a:rPr>
                        <a:t>QA02 지칭 집합</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34/36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r>
                        <a:rPr sz="1350" b="1">
                          <a:solidFill>
                            <a:srgbClr val="111111"/>
                          </a:solidFill>
                          <a:latin typeface="Apple SD Gothic Neo"/>
                          <a:ea typeface="Apple SD Gothic Neo"/>
                          <a:cs typeface="Apple SD Gothic Neo"/>
                        </a:rPr>
                        <a:t>QA03 VIA 처리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pPr>
                      <a:r>
                        <a:rPr sz="1575" b="0">
                          <a:solidFill>
                            <a:srgbClr val="C00000"/>
                          </a:solidFill>
                          <a:latin typeface="Apple SD Gothic Neo"/>
                          <a:ea typeface="Apple SD Gothic Neo"/>
                          <a:cs typeface="Apple SD Gothic Neo"/>
                        </a:rPr>
                        <a:t>13.617 (36/36)</a:t>
                      </a:r>
                    </a:p>
                    <a:p>
                      <a:pPr algn="ctr">
                        <a:lnSpc>
                          <a:spcPct val="100000"/>
                        </a:lnSpc>
                        <a:buNone/>
                      </a:pPr>
                      <a:r>
                        <a:rPr sz="1575" b="0">
                          <a:solidFill>
                            <a:srgbClr val="4676CB"/>
                          </a:solidFill>
                          <a:latin typeface="Apple SD Gothic Neo"/>
                          <a:ea typeface="Apple SD Gothic Neo"/>
                          <a:cs typeface="Apple SD Gothic Neo"/>
                        </a:rPr>
                        <a:t>[별도 정정 3회] 21.822 → 21.433초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14.242 (35/36)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12.364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350" b="1">
                          <a:solidFill>
                            <a:srgbClr val="111111"/>
                          </a:solidFill>
                          <a:latin typeface="Apple SD Gothic Neo"/>
                          <a:ea typeface="Apple SD Gothic Neo"/>
                          <a:cs typeface="Apple SD Gothic Neo"/>
                        </a:rPr>
                        <a:t>QA04 변경 (개)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1.75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1.75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2.00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350" b="1">
                          <a:solidFill>
                            <a:srgbClr val="111111"/>
                          </a:solidFill>
                          <a:latin typeface="Apple SD Gothic Neo"/>
                          <a:ea typeface="Apple SD Gothic Neo"/>
                          <a:cs typeface="Apple SD Gothic Neo"/>
                        </a:rPr>
                        <a:t>QA05 모델 비용 ($)</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0.0674956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0.0699160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0.1630788</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350" b="1">
                          <a:solidFill>
                            <a:srgbClr val="111111"/>
                          </a:solidFill>
                          <a:latin typeface="Apple SD Gothic Neo"/>
                          <a:ea typeface="Apple SD Gothic Neo"/>
                          <a:cs typeface="Apple SD Gothic Neo"/>
                        </a:rPr>
                        <a:t>QA06 RSS (MB)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44.253</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45.318</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50.364</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146">
            <a:extLst xmlns:a="http://schemas.openxmlformats.org/drawingml/2006/main">
              <a:ext uri="{FF2B5EF4-FFF2-40B4-BE49-F238E27FC236}">
                <a16:creationId xmlns:a16="http://schemas.microsoft.com/office/drawing/2014/main" id="{57CCB6B6-4FD9-4E8E-A2C8-19A4C1EAECC9}"/>
              </a:ext>
            </a:extLst>
          </p:cNvPr>
          <p:cNvSpPr>
            <a:spLocks xmlns:a="http://schemas.openxmlformats.org/drawingml/2006/main" noGrp="1"/>
          </p:cNvSpPr>
          <p:nvPr/>
        </p:nvSpPr>
        <p:spPr>
          <a:xfrm xmlns:a="http://schemas.openxmlformats.org/drawingml/2006/main">
            <a:off x="381000" y="2886075"/>
            <a:ext cx="1323975" cy="6477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7" name="DP1 object 147">
            <a:extLst xmlns:a="http://schemas.openxmlformats.org/drawingml/2006/main">
              <a:ext uri="{FF2B5EF4-FFF2-40B4-BE49-F238E27FC236}">
                <a16:creationId xmlns:a16="http://schemas.microsoft.com/office/drawing/2014/main" id="{E2E7FA7E-EB2B-410F-9711-CBFDEB818A29}"/>
              </a:ext>
            </a:extLst>
          </p:cNvPr>
          <p:cNvSpPr>
            <a:spLocks xmlns:a="http://schemas.openxmlformats.org/drawingml/2006/main" noGrp="1"/>
          </p:cNvSpPr>
          <p:nvPr/>
        </p:nvSpPr>
        <p:spPr>
          <a:xfrm xmlns:a="http://schemas.openxmlformats.org/drawingml/2006/main">
            <a:off x="419100" y="2905125"/>
            <a:ext cx="123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Component</a:t>
            </a:r>
          </a:p>
        </p:txBody>
      </p:sp>
      <p:sp>
        <p:nvSpPr>
          <p:cNvPr id="18" name="DP1 object 148">
            <a:extLst xmlns:a="http://schemas.openxmlformats.org/drawingml/2006/main">
              <a:ext uri="{FF2B5EF4-FFF2-40B4-BE49-F238E27FC236}">
                <a16:creationId xmlns:a16="http://schemas.microsoft.com/office/drawing/2014/main" id="{BFE3A15E-E922-4DAF-8FFB-23EB47E11F50}"/>
              </a:ext>
            </a:extLst>
          </p:cNvPr>
          <p:cNvSpPr>
            <a:spLocks xmlns:a="http://schemas.openxmlformats.org/drawingml/2006/main" noGrp="1"/>
          </p:cNvSpPr>
          <p:nvPr/>
        </p:nvSpPr>
        <p:spPr>
          <a:xfrm xmlns:a="http://schemas.openxmlformats.org/drawingml/2006/main">
            <a:off x="466725" y="3209925"/>
            <a:ext cx="1152525" cy="23812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prstDash val="solid"/>
          </a:ln>
        </p:spPr>
      </p:sp>
      <p:sp>
        <p:nvSpPr>
          <p:cNvPr id="19" name="DP1 object 149">
            <a:extLst xmlns:a="http://schemas.openxmlformats.org/drawingml/2006/main">
              <a:ext uri="{FF2B5EF4-FFF2-40B4-BE49-F238E27FC236}">
                <a16:creationId xmlns:a16="http://schemas.microsoft.com/office/drawing/2014/main" id="{797665C5-1902-4924-A9E6-66F1CBC196DC}"/>
              </a:ext>
            </a:extLst>
          </p:cNvPr>
          <p:cNvSpPr>
            <a:spLocks xmlns:a="http://schemas.openxmlformats.org/drawingml/2006/main" noGrp="1"/>
          </p:cNvSpPr>
          <p:nvPr/>
        </p:nvSpPr>
        <p:spPr>
          <a:xfrm xmlns:a="http://schemas.openxmlformats.org/drawingml/2006/main">
            <a:off x="485775" y="3209925"/>
            <a:ext cx="1114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내부 처리</a:t>
            </a:r>
          </a:p>
        </p:txBody>
      </p:sp>
      <p:sp>
        <p:nvSpPr>
          <p:cNvPr id="20" name="유지 데이터">
            <a:extLst xmlns:a="http://schemas.openxmlformats.org/drawingml/2006/main">
              <a:ext uri="{FF2B5EF4-FFF2-40B4-BE49-F238E27FC236}">
                <a16:creationId xmlns:a16="http://schemas.microsoft.com/office/drawing/2014/main" id="{A5830D4B-06B4-4830-8C74-6D2FC2E40324}"/>
              </a:ext>
            </a:extLst>
          </p:cNvPr>
          <p:cNvSpPr>
            <a:spLocks xmlns:a="http://schemas.openxmlformats.org/drawingml/2006/main" noGrp="1"/>
          </p:cNvSpPr>
          <p:nvPr/>
        </p:nvSpPr>
        <p:spPr>
          <a:xfrm xmlns:a="http://schemas.openxmlformats.org/drawingml/2006/main">
            <a:off x="400050" y="3781425"/>
            <a:ext cx="1285875" cy="5238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1" name="DP1 object 150">
            <a:extLst xmlns:a="http://schemas.openxmlformats.org/drawingml/2006/main">
              <a:ext uri="{FF2B5EF4-FFF2-40B4-BE49-F238E27FC236}">
                <a16:creationId xmlns:a16="http://schemas.microsoft.com/office/drawing/2014/main" id="{9D5DA0D9-701F-481C-B1D9-BA8DB2657BFA}"/>
              </a:ext>
            </a:extLst>
          </p:cNvPr>
          <p:cNvSpPr>
            <a:spLocks xmlns:a="http://schemas.openxmlformats.org/drawingml/2006/main" noGrp="1"/>
          </p:cNvSpPr>
          <p:nvPr/>
        </p:nvSpPr>
        <p:spPr>
          <a:xfrm xmlns:a="http://schemas.openxmlformats.org/drawingml/2006/main">
            <a:off x="447675" y="3886200"/>
            <a:ext cx="1190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상태 / 자료</a:t>
            </a:r>
          </a:p>
        </p:txBody>
      </p:sp>
      <p:sp>
        <p:nvSpPr>
          <p:cNvPr id="22" name="DP1 object 151">
            <a:extLst xmlns:a="http://schemas.openxmlformats.org/drawingml/2006/main">
              <a:ext uri="{FF2B5EF4-FFF2-40B4-BE49-F238E27FC236}">
                <a16:creationId xmlns:a16="http://schemas.microsoft.com/office/drawing/2014/main" id="{34F481D9-7FE9-4978-A002-CBA0AAF4D508}"/>
              </a:ext>
            </a:extLst>
          </p:cNvPr>
          <p:cNvSpPr>
            <a:spLocks xmlns:a="http://schemas.openxmlformats.org/drawingml/2006/main" noGrp="1"/>
          </p:cNvSpPr>
          <p:nvPr/>
        </p:nvSpPr>
        <p:spPr>
          <a:xfrm xmlns:a="http://schemas.openxmlformats.org/drawingml/2006/main">
            <a:off x="371475" y="4429125"/>
            <a:ext cx="1371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50555B"/>
                </a:solidFill>
                <a:latin typeface="Apple SD Gothic Neo"/>
                <a:ea typeface="Apple SD Gothic Neo"/>
                <a:cs typeface="Apple SD Gothic Neo"/>
              </a:defRPr>
            </a:defPPr>
            <a:lvl1pPr algn="ctr">
              <a:defRPr sz="1275" b="0">
                <a:solidFill>
                  <a:srgbClr val="50555B"/>
                </a:solidFill>
                <a:latin typeface="Apple SD Gothic Neo"/>
                <a:ea typeface="Apple SD Gothic Neo"/>
                <a:cs typeface="Apple SD Gothic Neo"/>
              </a:defRPr>
            </a:lvl1pPr>
            <a:lvl2pPr algn="ctr">
              <a:defRPr sz="1275" b="0">
                <a:solidFill>
                  <a:srgbClr val="50555B"/>
                </a:solidFill>
                <a:latin typeface="Apple SD Gothic Neo"/>
                <a:ea typeface="Apple SD Gothic Neo"/>
                <a:cs typeface="Apple SD Gothic Neo"/>
              </a:defRPr>
            </a:lvl2pPr>
            <a:lvl3pPr algn="ctr">
              <a:defRPr sz="1275" b="0">
                <a:solidFill>
                  <a:srgbClr val="50555B"/>
                </a:solidFill>
                <a:latin typeface="Apple SD Gothic Neo"/>
                <a:ea typeface="Apple SD Gothic Neo"/>
                <a:cs typeface="Apple SD Gothic Neo"/>
              </a:defRPr>
            </a:lvl3pPr>
            <a:lvl4pPr algn="ctr">
              <a:defRPr sz="1275" b="0">
                <a:solidFill>
                  <a:srgbClr val="50555B"/>
                </a:solidFill>
                <a:latin typeface="Apple SD Gothic Neo"/>
                <a:ea typeface="Apple SD Gothic Neo"/>
                <a:cs typeface="Apple SD Gothic Neo"/>
              </a:defRPr>
            </a:lvl4pPr>
            <a:lvl5pPr algn="ctr">
              <a:defRPr sz="1275" b="0">
                <a:solidFill>
                  <a:srgbClr val="50555B"/>
                </a:solidFill>
                <a:latin typeface="Apple SD Gothic Neo"/>
                <a:ea typeface="Apple SD Gothic Neo"/>
                <a:cs typeface="Apple SD Gothic Neo"/>
              </a:defRPr>
            </a:lvl5pPr>
            <a:lvl6pPr algn="ctr">
              <a:defRPr sz="1275" b="0">
                <a:solidFill>
                  <a:srgbClr val="50555B"/>
                </a:solidFill>
                <a:latin typeface="Apple SD Gothic Neo"/>
                <a:ea typeface="Apple SD Gothic Neo"/>
                <a:cs typeface="Apple SD Gothic Neo"/>
              </a:defRPr>
            </a:lvl6pPr>
            <a:lvl7pPr algn="ctr">
              <a:defRPr sz="1275" b="0">
                <a:solidFill>
                  <a:srgbClr val="50555B"/>
                </a:solidFill>
                <a:latin typeface="Apple SD Gothic Neo"/>
                <a:ea typeface="Apple SD Gothic Neo"/>
                <a:cs typeface="Apple SD Gothic Neo"/>
              </a:defRPr>
            </a:lvl7pPr>
            <a:lvl8pPr algn="ctr">
              <a:defRPr sz="1275" b="0">
                <a:solidFill>
                  <a:srgbClr val="50555B"/>
                </a:solidFill>
                <a:latin typeface="Apple SD Gothic Neo"/>
                <a:ea typeface="Apple SD Gothic Neo"/>
                <a:cs typeface="Apple SD Gothic Neo"/>
              </a:defRPr>
            </a:lvl8pPr>
            <a:lvl9pPr algn="ctr">
              <a:defRPr sz="1275" b="0">
                <a:solidFill>
                  <a:srgbClr val="50555B"/>
                </a:solidFill>
                <a:latin typeface="Apple SD Gothic Neo"/>
                <a:ea typeface="Apple SD Gothic Neo"/>
                <a:cs typeface="Apple SD Gothic Neo"/>
              </a:defRPr>
            </a:lvl9pPr>
          </a:lstStyle>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같은 이름은</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동일 Component의</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단계별 표시</a:t>
            </a:r>
          </a:p>
        </p:txBody>
      </p:sp>
      <p:sp>
        <p:nvSpPr>
          <p:cNvPr id="23" name="DP1 object 152">
            <a:extLst xmlns:a="http://schemas.openxmlformats.org/drawingml/2006/main">
              <a:ext uri="{FF2B5EF4-FFF2-40B4-BE49-F238E27FC236}">
                <a16:creationId xmlns:a16="http://schemas.microsoft.com/office/drawing/2014/main" id="{9A80C6C0-FB9E-4205-9CCF-9EB9466AEBA3}"/>
              </a:ext>
            </a:extLst>
          </p:cNvPr>
          <p:cNvSpPr>
            <a:spLocks xmlns:a="http://schemas.openxmlformats.org/drawingml/2006/main" noGrp="1"/>
          </p:cNvSpPr>
          <p:nvPr/>
        </p:nvSpPr>
        <p:spPr>
          <a:xfrm xmlns:a="http://schemas.openxmlformats.org/drawingml/2006/main">
            <a:off x="400050" y="5200650"/>
            <a:ext cx="228600" cy="209550"/>
          </a:xfrm>
          <a:prstGeom xmlns:a="http://schemas.openxmlformats.org/drawingml/2006/main" prst="rect">
            <a:avLst/>
          </a:prstGeom>
          <a:solidFill xmlns:a="http://schemas.openxmlformats.org/drawingml/2006/main">
            <a:srgbClr val="FFFFFF"/>
          </a:solidFill>
          <a:ln xmlns:a="http://schemas.openxmlformats.org/drawingml/2006/main" w="28575">
            <a:solidFill>
              <a:srgbClr val="4676CB"/>
            </a:solidFill>
            <a:prstDash val="solid"/>
          </a:ln>
        </p:spPr>
      </p:sp>
      <p:sp>
        <p:nvSpPr>
          <p:cNvPr id="24" name="DP1 object 153">
            <a:extLst xmlns:a="http://schemas.openxmlformats.org/drawingml/2006/main">
              <a:ext uri="{FF2B5EF4-FFF2-40B4-BE49-F238E27FC236}">
                <a16:creationId xmlns:a16="http://schemas.microsoft.com/office/drawing/2014/main" id="{0F122A28-1BB7-4928-B0BA-754DBC93BD5C}"/>
              </a:ext>
            </a:extLst>
          </p:cNvPr>
          <p:cNvSpPr>
            <a:spLocks xmlns:a="http://schemas.openxmlformats.org/drawingml/2006/main" noGrp="1"/>
          </p:cNvSpPr>
          <p:nvPr/>
        </p:nvSpPr>
        <p:spPr>
          <a:xfrm xmlns:a="http://schemas.openxmlformats.org/drawingml/2006/main">
            <a:off x="714375" y="5153025"/>
            <a:ext cx="1076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1">
                <a:solidFill>
                  <a:srgbClr val="4676CB"/>
                </a:solidFill>
                <a:latin typeface="Apple SD Gothic Neo"/>
                <a:ea typeface="Apple SD Gothic Neo"/>
                <a:cs typeface="Apple SD Gothic Neo"/>
              </a:defRPr>
            </a:defPPr>
            <a:lvl1pPr algn="l">
              <a:defRPr sz="1500" b="1">
                <a:solidFill>
                  <a:srgbClr val="4676CB"/>
                </a:solidFill>
                <a:latin typeface="Apple SD Gothic Neo"/>
                <a:ea typeface="Apple SD Gothic Neo"/>
                <a:cs typeface="Apple SD Gothic Neo"/>
              </a:defRPr>
            </a:lvl1pPr>
            <a:lvl2pPr algn="l">
              <a:defRPr sz="1500" b="1">
                <a:solidFill>
                  <a:srgbClr val="4676CB"/>
                </a:solidFill>
                <a:latin typeface="Apple SD Gothic Neo"/>
                <a:ea typeface="Apple SD Gothic Neo"/>
                <a:cs typeface="Apple SD Gothic Neo"/>
              </a:defRPr>
            </a:lvl2pPr>
            <a:lvl3pPr algn="l">
              <a:defRPr sz="1500" b="1">
                <a:solidFill>
                  <a:srgbClr val="4676CB"/>
                </a:solidFill>
                <a:latin typeface="Apple SD Gothic Neo"/>
                <a:ea typeface="Apple SD Gothic Neo"/>
                <a:cs typeface="Apple SD Gothic Neo"/>
              </a:defRPr>
            </a:lvl3pPr>
            <a:lvl4pPr algn="l">
              <a:defRPr sz="1500" b="1">
                <a:solidFill>
                  <a:srgbClr val="4676CB"/>
                </a:solidFill>
                <a:latin typeface="Apple SD Gothic Neo"/>
                <a:ea typeface="Apple SD Gothic Neo"/>
                <a:cs typeface="Apple SD Gothic Neo"/>
              </a:defRPr>
            </a:lvl4pPr>
            <a:lvl5pPr algn="l">
              <a:defRPr sz="1500" b="1">
                <a:solidFill>
                  <a:srgbClr val="4676CB"/>
                </a:solidFill>
                <a:latin typeface="Apple SD Gothic Neo"/>
                <a:ea typeface="Apple SD Gothic Neo"/>
                <a:cs typeface="Apple SD Gothic Neo"/>
              </a:defRPr>
            </a:lvl5pPr>
            <a:lvl6pPr algn="l">
              <a:defRPr sz="1500" b="1">
                <a:solidFill>
                  <a:srgbClr val="4676CB"/>
                </a:solidFill>
                <a:latin typeface="Apple SD Gothic Neo"/>
                <a:ea typeface="Apple SD Gothic Neo"/>
                <a:cs typeface="Apple SD Gothic Neo"/>
              </a:defRPr>
            </a:lvl6pPr>
            <a:lvl7pPr algn="l">
              <a:defRPr sz="1500" b="1">
                <a:solidFill>
                  <a:srgbClr val="4676CB"/>
                </a:solidFill>
                <a:latin typeface="Apple SD Gothic Neo"/>
                <a:ea typeface="Apple SD Gothic Neo"/>
                <a:cs typeface="Apple SD Gothic Neo"/>
              </a:defRPr>
            </a:lvl7pPr>
            <a:lvl8pPr algn="l">
              <a:defRPr sz="1500" b="1">
                <a:solidFill>
                  <a:srgbClr val="4676CB"/>
                </a:solidFill>
                <a:latin typeface="Apple SD Gothic Neo"/>
                <a:ea typeface="Apple SD Gothic Neo"/>
                <a:cs typeface="Apple SD Gothic Neo"/>
              </a:defRPr>
            </a:lvl8pPr>
            <a:lvl9pPr algn="l">
              <a:defRPr sz="1500" b="1">
                <a:solidFill>
                  <a:srgbClr val="4676CB"/>
                </a:solidFill>
                <a:latin typeface="Apple SD Gothic Neo"/>
                <a:ea typeface="Apple SD Gothic Neo"/>
                <a:cs typeface="Apple SD Gothic Neo"/>
              </a:defRPr>
            </a:lvl9pPr>
          </a:lstStyle>
          <a:p xmlns:a="http://schemas.openxmlformats.org/drawingml/2006/main">
            <a:pPr algn="l">
              <a:defRPr sz="1500" b="1">
                <a:solidFill>
                  <a:srgbClr val="4676CB"/>
                </a:solidFill>
                <a:latin typeface="Apple SD Gothic Neo"/>
                <a:ea typeface="Apple SD Gothic Neo"/>
                <a:cs typeface="Apple SD Gothic Neo"/>
              </a:defRPr>
            </a:pPr>
            <a:r>
              <a:rPr sz="1500" b="1">
                <a:solidFill>
                  <a:srgbClr val="4676CB"/>
                </a:solidFill>
                <a:latin typeface="Apple SD Gothic Neo"/>
                <a:ea typeface="Apple SD Gothic Neo"/>
                <a:cs typeface="Apple SD Gothic Neo"/>
              </a:rPr>
              <a:t>보완 A2</a:t>
            </a:r>
          </a:p>
        </p:txBody>
      </p:sp>
      <p:sp>
        <p:nvSpPr>
          <p:cNvPr id="25" name="DP1 object 154">
            <a:extLst xmlns:a="http://schemas.openxmlformats.org/drawingml/2006/main">
              <a:ext uri="{FF2B5EF4-FFF2-40B4-BE49-F238E27FC236}">
                <a16:creationId xmlns:a16="http://schemas.microsoft.com/office/drawing/2014/main" id="{EAD49FF7-BDBB-4F7A-AAEC-EC74F18F970D}"/>
              </a:ext>
            </a:extLst>
          </p:cNvPr>
          <p:cNvSpPr>
            <a:spLocks xmlns:a="http://schemas.openxmlformats.org/drawingml/2006/main" noGrp="1"/>
          </p:cNvSpPr>
          <p:nvPr/>
        </p:nvSpPr>
        <p:spPr>
          <a:xfrm xmlns:a="http://schemas.openxmlformats.org/drawingml/2006/main">
            <a:off x="1962150" y="2200275"/>
            <a:ext cx="520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같은 대화의 근거를 다음 요청에 재사용</a:t>
            </a:r>
          </a:p>
        </p:txBody>
      </p:sp>
      <p:sp>
        <p:nvSpPr>
          <p:cNvPr id="26" name="유효 작업 문맥&#10;이전 근거 · 대화 수명">
            <a:extLst xmlns:a="http://schemas.openxmlformats.org/drawingml/2006/main">
              <a:ext uri="{FF2B5EF4-FFF2-40B4-BE49-F238E27FC236}">
                <a16:creationId xmlns:a16="http://schemas.microsoft.com/office/drawing/2014/main" id="{EB9F6C60-6878-4C95-B0B8-866F56B106A6}"/>
              </a:ext>
            </a:extLst>
          </p:cNvPr>
          <p:cNvSpPr>
            <a:spLocks xmlns:a="http://schemas.openxmlformats.org/drawingml/2006/main" noGrp="1"/>
          </p:cNvSpPr>
          <p:nvPr/>
        </p:nvSpPr>
        <p:spPr>
          <a:xfrm xmlns:a="http://schemas.openxmlformats.org/drawingml/2006/main">
            <a:off x="2133600" y="3114675"/>
            <a:ext cx="2143125" cy="9144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7" name="DP1 object 155">
            <a:extLst xmlns:a="http://schemas.openxmlformats.org/drawingml/2006/main">
              <a:ext uri="{FF2B5EF4-FFF2-40B4-BE49-F238E27FC236}">
                <a16:creationId xmlns:a16="http://schemas.microsoft.com/office/drawing/2014/main" id="{091AEF9A-F1B3-44AC-A895-D05505BBF465}"/>
              </a:ext>
            </a:extLst>
          </p:cNvPr>
          <p:cNvSpPr>
            <a:spLocks xmlns:a="http://schemas.openxmlformats.org/drawingml/2006/main" noGrp="1"/>
          </p:cNvSpPr>
          <p:nvPr/>
        </p:nvSpPr>
        <p:spPr>
          <a:xfrm xmlns:a="http://schemas.openxmlformats.org/drawingml/2006/main">
            <a:off x="2181225" y="3219450"/>
            <a:ext cx="20478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유효 작업 문맥</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이전 근거 · 대화 수명</a:t>
            </a:r>
          </a:p>
        </p:txBody>
      </p:sp>
      <p:sp>
        <p:nvSpPr>
          <p:cNvPr id="28" name="Request Interpreter Component">
            <a:extLst xmlns:a="http://schemas.openxmlformats.org/drawingml/2006/main">
              <a:ext uri="{FF2B5EF4-FFF2-40B4-BE49-F238E27FC236}">
                <a16:creationId xmlns:a16="http://schemas.microsoft.com/office/drawing/2014/main" id="{54629E75-1A16-48BA-AE70-2DE9755E1336}"/>
              </a:ext>
            </a:extLst>
          </p:cNvPr>
          <p:cNvSpPr>
            <a:spLocks xmlns:a="http://schemas.openxmlformats.org/drawingml/2006/main" noGrp="1"/>
          </p:cNvSpPr>
          <p:nvPr/>
        </p:nvSpPr>
        <p:spPr>
          <a:xfrm xmlns:a="http://schemas.openxmlformats.org/drawingml/2006/main">
            <a:off x="4552950" y="2752725"/>
            <a:ext cx="2400300" cy="9715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29" name="DP1 object 156">
            <a:extLst xmlns:a="http://schemas.openxmlformats.org/drawingml/2006/main">
              <a:ext uri="{FF2B5EF4-FFF2-40B4-BE49-F238E27FC236}">
                <a16:creationId xmlns:a16="http://schemas.microsoft.com/office/drawing/2014/main" id="{0857C842-0393-4175-B77C-9A2A450FB327}"/>
              </a:ext>
            </a:extLst>
          </p:cNvPr>
          <p:cNvSpPr>
            <a:spLocks xmlns:a="http://schemas.openxmlformats.org/drawingml/2006/main" noGrp="1"/>
          </p:cNvSpPr>
          <p:nvPr/>
        </p:nvSpPr>
        <p:spPr>
          <a:xfrm xmlns:a="http://schemas.openxmlformats.org/drawingml/2006/main">
            <a:off x="4610100" y="2771775"/>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Request Interpreter</a:t>
            </a:r>
          </a:p>
        </p:txBody>
      </p:sp>
      <p:sp>
        <p:nvSpPr>
          <p:cNvPr id="30" name="Editable path 157">
            <a:extLst xmlns:a="http://schemas.openxmlformats.org/drawingml/2006/main">
              <a:ext uri="{FF2B5EF4-FFF2-40B4-BE49-F238E27FC236}">
                <a16:creationId xmlns:a16="http://schemas.microsoft.com/office/drawing/2014/main" id="{B97BF8A1-7AF9-433F-9DCF-BE665EEDB959}"/>
              </a:ext>
            </a:extLst>
          </p:cNvPr>
          <p:cNvSpPr>
            <a:spLocks xmlns:a="http://schemas.openxmlformats.org/drawingml/2006/main" noGrp="1"/>
          </p:cNvSpPr>
          <p:nvPr/>
        </p:nvSpPr>
        <p:spPr>
          <a:xfrm xmlns:a="http://schemas.openxmlformats.org/drawingml/2006/main">
            <a:off x="4552950" y="3076575"/>
            <a:ext cx="2400300" cy="953"/>
          </a:xfrm>
          <a:custGeom xmlns:a="http://schemas.openxmlformats.org/drawingml/2006/main">
            <a:pathLst>
              <a:path w="2400300" h="953">
                <a:moveTo>
                  <a:pt x="0" y="0"/>
                </a:moveTo>
                <a:lnTo>
                  <a:pt x="2400300" y="0"/>
                </a:lnTo>
              </a:path>
            </a:pathLst>
          </a:custGeom>
          <a:noFill xmlns:a="http://schemas.openxmlformats.org/drawingml/2006/main"/>
          <a:ln xmlns:a="http://schemas.openxmlformats.org/drawingml/2006/main" w="14288">
            <a:solidFill>
              <a:srgbClr val="111111"/>
            </a:solidFill>
            <a:prstDash val="solid"/>
          </a:ln>
        </p:spPr>
      </p:sp>
      <p:sp>
        <p:nvSpPr>
          <p:cNvPr id="31" name="Request Interpreter internal operation">
            <a:extLst xmlns:a="http://schemas.openxmlformats.org/drawingml/2006/main">
              <a:ext uri="{FF2B5EF4-FFF2-40B4-BE49-F238E27FC236}">
                <a16:creationId xmlns:a16="http://schemas.microsoft.com/office/drawing/2014/main" id="{DA1D6E43-400A-4C50-88AE-2FFF43D539C5}"/>
              </a:ext>
            </a:extLst>
          </p:cNvPr>
          <p:cNvSpPr>
            <a:spLocks xmlns:a="http://schemas.openxmlformats.org/drawingml/2006/main" noGrp="1"/>
          </p:cNvSpPr>
          <p:nvPr/>
        </p:nvSpPr>
        <p:spPr>
          <a:xfrm xmlns:a="http://schemas.openxmlformats.org/drawingml/2006/main">
            <a:off x="4648200" y="3143250"/>
            <a:ext cx="22098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32" name="DP1 object 158">
            <a:extLst xmlns:a="http://schemas.openxmlformats.org/drawingml/2006/main">
              <a:ext uri="{FF2B5EF4-FFF2-40B4-BE49-F238E27FC236}">
                <a16:creationId xmlns:a16="http://schemas.microsoft.com/office/drawing/2014/main" id="{A8A90889-DEE2-4EAC-8D36-953A25C310E4}"/>
              </a:ext>
            </a:extLst>
          </p:cNvPr>
          <p:cNvSpPr>
            <a:spLocks xmlns:a="http://schemas.openxmlformats.org/drawingml/2006/main" noGrp="1"/>
          </p:cNvSpPr>
          <p:nvPr/>
        </p:nvSpPr>
        <p:spPr>
          <a:xfrm xmlns:a="http://schemas.openxmlformats.org/drawingml/2006/main">
            <a:off x="4695825" y="3162300"/>
            <a:ext cx="21145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근거 해석</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현재 의미 제안</a:t>
            </a:r>
          </a:p>
        </p:txBody>
      </p:sp>
      <p:sp>
        <p:nvSpPr>
          <p:cNvPr id="33" name="DP1 object 159">
            <a:extLst xmlns:a="http://schemas.openxmlformats.org/drawingml/2006/main">
              <a:ext uri="{FF2B5EF4-FFF2-40B4-BE49-F238E27FC236}">
                <a16:creationId xmlns:a16="http://schemas.microsoft.com/office/drawing/2014/main" id="{B69F7AC7-04C1-4D2B-888F-1DB92F5BE4E0}"/>
              </a:ext>
            </a:extLst>
          </p:cNvPr>
          <p:cNvSpPr>
            <a:spLocks xmlns:a="http://schemas.openxmlformats.org/drawingml/2006/main" noGrp="1"/>
          </p:cNvSpPr>
          <p:nvPr/>
        </p:nvSpPr>
        <p:spPr>
          <a:xfrm xmlns:a="http://schemas.openxmlformats.org/drawingml/2006/main">
            <a:off x="4772025" y="2486025"/>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1">
                <a:solidFill>
                  <a:srgbClr val="111111"/>
                </a:solidFill>
                <a:latin typeface="Apple SD Gothic Neo"/>
                <a:ea typeface="Apple SD Gothic Neo"/>
                <a:cs typeface="Apple SD Gothic Neo"/>
              </a:defRPr>
            </a:defPPr>
            <a:lvl1pPr algn="ctr">
              <a:defRPr sz="1575" b="1">
                <a:solidFill>
                  <a:srgbClr val="111111"/>
                </a:solidFill>
                <a:latin typeface="Apple SD Gothic Neo"/>
                <a:ea typeface="Apple SD Gothic Neo"/>
                <a:cs typeface="Apple SD Gothic Neo"/>
              </a:defRPr>
            </a:lvl1pPr>
            <a:lvl2pPr algn="ctr">
              <a:defRPr sz="1575" b="1">
                <a:solidFill>
                  <a:srgbClr val="111111"/>
                </a:solidFill>
                <a:latin typeface="Apple SD Gothic Neo"/>
                <a:ea typeface="Apple SD Gothic Neo"/>
                <a:cs typeface="Apple SD Gothic Neo"/>
              </a:defRPr>
            </a:lvl2pPr>
            <a:lvl3pPr algn="ctr">
              <a:defRPr sz="1575" b="1">
                <a:solidFill>
                  <a:srgbClr val="111111"/>
                </a:solidFill>
                <a:latin typeface="Apple SD Gothic Neo"/>
                <a:ea typeface="Apple SD Gothic Neo"/>
                <a:cs typeface="Apple SD Gothic Neo"/>
              </a:defRPr>
            </a:lvl3pPr>
            <a:lvl4pPr algn="ctr">
              <a:defRPr sz="1575" b="1">
                <a:solidFill>
                  <a:srgbClr val="111111"/>
                </a:solidFill>
                <a:latin typeface="Apple SD Gothic Neo"/>
                <a:ea typeface="Apple SD Gothic Neo"/>
                <a:cs typeface="Apple SD Gothic Neo"/>
              </a:defRPr>
            </a:lvl4pPr>
            <a:lvl5pPr algn="ctr">
              <a:defRPr sz="1575" b="1">
                <a:solidFill>
                  <a:srgbClr val="111111"/>
                </a:solidFill>
                <a:latin typeface="Apple SD Gothic Neo"/>
                <a:ea typeface="Apple SD Gothic Neo"/>
                <a:cs typeface="Apple SD Gothic Neo"/>
              </a:defRPr>
            </a:lvl5pPr>
            <a:lvl6pPr algn="ctr">
              <a:defRPr sz="1575" b="1">
                <a:solidFill>
                  <a:srgbClr val="111111"/>
                </a:solidFill>
                <a:latin typeface="Apple SD Gothic Neo"/>
                <a:ea typeface="Apple SD Gothic Neo"/>
                <a:cs typeface="Apple SD Gothic Neo"/>
              </a:defRPr>
            </a:lvl6pPr>
            <a:lvl7pPr algn="ctr">
              <a:defRPr sz="1575" b="1">
                <a:solidFill>
                  <a:srgbClr val="111111"/>
                </a:solidFill>
                <a:latin typeface="Apple SD Gothic Neo"/>
                <a:ea typeface="Apple SD Gothic Neo"/>
                <a:cs typeface="Apple SD Gothic Neo"/>
              </a:defRPr>
            </a:lvl7pPr>
            <a:lvl8pPr algn="ctr">
              <a:defRPr sz="1575" b="1">
                <a:solidFill>
                  <a:srgbClr val="111111"/>
                </a:solidFill>
                <a:latin typeface="Apple SD Gothic Neo"/>
                <a:ea typeface="Apple SD Gothic Neo"/>
                <a:cs typeface="Apple SD Gothic Neo"/>
              </a:defRPr>
            </a:lvl8pPr>
            <a:lvl9pPr algn="ctr">
              <a:defRPr sz="1575" b="1">
                <a:solidFill>
                  <a:srgbClr val="111111"/>
                </a:solidFill>
                <a:latin typeface="Apple SD Gothic Neo"/>
                <a:ea typeface="Apple SD Gothic Neo"/>
                <a:cs typeface="Apple SD Gothic Neo"/>
              </a:defRPr>
            </a:lvl9pPr>
          </a:lstStyle>
          <a:p xmlns:a="http://schemas.openxmlformats.org/drawingml/2006/main">
            <a:pPr algn="ctr">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현재 요청</a:t>
            </a:r>
          </a:p>
        </p:txBody>
      </p:sp>
      <p:sp>
        <p:nvSpPr>
          <p:cNvPr id="34" name="Editable path 160">
            <a:extLst xmlns:a="http://schemas.openxmlformats.org/drawingml/2006/main">
              <a:ext uri="{FF2B5EF4-FFF2-40B4-BE49-F238E27FC236}">
                <a16:creationId xmlns:a16="http://schemas.microsoft.com/office/drawing/2014/main" id="{E5C2B021-B362-44E4-8872-3FD748F702E1}"/>
              </a:ext>
            </a:extLst>
          </p:cNvPr>
          <p:cNvSpPr>
            <a:spLocks xmlns:a="http://schemas.openxmlformats.org/drawingml/2006/main" noGrp="1"/>
          </p:cNvSpPr>
          <p:nvPr/>
        </p:nvSpPr>
        <p:spPr>
          <a:xfrm xmlns:a="http://schemas.openxmlformats.org/drawingml/2006/main">
            <a:off x="5753100" y="2724150"/>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19050">
            <a:solidFill>
              <a:srgbClr val="111111"/>
            </a:solidFill>
            <a:prstDash val="solid"/>
          </a:ln>
        </p:spPr>
      </p:sp>
      <p:sp>
        <p:nvSpPr>
          <p:cNvPr id="35" name="Editable arrowhead 161">
            <a:extLst xmlns:a="http://schemas.openxmlformats.org/drawingml/2006/main">
              <a:ext uri="{FF2B5EF4-FFF2-40B4-BE49-F238E27FC236}">
                <a16:creationId xmlns:a16="http://schemas.microsoft.com/office/drawing/2014/main" id="{00E0CC86-3F5A-4522-A69C-2446956F6CA7}"/>
              </a:ext>
            </a:extLst>
          </p:cNvPr>
          <p:cNvSpPr>
            <a:spLocks xmlns:a="http://schemas.openxmlformats.org/drawingml/2006/main" noGrp="1"/>
          </p:cNvSpPr>
          <p:nvPr/>
        </p:nvSpPr>
        <p:spPr>
          <a:xfrm xmlns:a="http://schemas.openxmlformats.org/drawingml/2006/main">
            <a:off x="5705475" y="26574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6" name="Editable path 162">
            <a:extLst xmlns:a="http://schemas.openxmlformats.org/drawingml/2006/main">
              <a:ext uri="{FF2B5EF4-FFF2-40B4-BE49-F238E27FC236}">
                <a16:creationId xmlns:a16="http://schemas.microsoft.com/office/drawing/2014/main" id="{AC7C4695-7020-4497-93E0-CD1077F211E5}"/>
              </a:ext>
            </a:extLst>
          </p:cNvPr>
          <p:cNvSpPr>
            <a:spLocks xmlns:a="http://schemas.openxmlformats.org/drawingml/2006/main" noGrp="1"/>
          </p:cNvSpPr>
          <p:nvPr/>
        </p:nvSpPr>
        <p:spPr>
          <a:xfrm xmlns:a="http://schemas.openxmlformats.org/drawingml/2006/main">
            <a:off x="4276725" y="3381375"/>
            <a:ext cx="276225" cy="953"/>
          </a:xfrm>
          <a:custGeom xmlns:a="http://schemas.openxmlformats.org/drawingml/2006/main">
            <a:pathLst>
              <a:path w="276225" h="953">
                <a:moveTo>
                  <a:pt x="0" y="0"/>
                </a:moveTo>
                <a:lnTo>
                  <a:pt x="276225" y="0"/>
                </a:lnTo>
              </a:path>
            </a:pathLst>
          </a:custGeom>
          <a:noFill xmlns:a="http://schemas.openxmlformats.org/drawingml/2006/main"/>
          <a:ln xmlns:a="http://schemas.openxmlformats.org/drawingml/2006/main" w="23813">
            <a:solidFill>
              <a:srgbClr val="111111"/>
            </a:solidFill>
            <a:prstDash val="solid"/>
          </a:ln>
        </p:spPr>
      </p:sp>
      <p:sp>
        <p:nvSpPr>
          <p:cNvPr id="37" name="Editable arrowhead 163">
            <a:extLst xmlns:a="http://schemas.openxmlformats.org/drawingml/2006/main">
              <a:ext uri="{FF2B5EF4-FFF2-40B4-BE49-F238E27FC236}">
                <a16:creationId xmlns:a16="http://schemas.microsoft.com/office/drawing/2014/main" id="{1AB8BDA8-A32B-4C71-B64A-A324FAAFB2A4}"/>
              </a:ext>
            </a:extLst>
          </p:cNvPr>
          <p:cNvSpPr>
            <a:spLocks xmlns:a="http://schemas.openxmlformats.org/drawingml/2006/main" noGrp="1"/>
          </p:cNvSpPr>
          <p:nvPr/>
        </p:nvSpPr>
        <p:spPr>
          <a:xfrm xmlns:a="http://schemas.openxmlformats.org/drawingml/2006/main">
            <a:off x="4457700" y="33337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8" name="Context Manager Component">
            <a:extLst xmlns:a="http://schemas.openxmlformats.org/drawingml/2006/main">
              <a:ext uri="{FF2B5EF4-FFF2-40B4-BE49-F238E27FC236}">
                <a16:creationId xmlns:a16="http://schemas.microsoft.com/office/drawing/2014/main" id="{E35989C9-1C81-46B1-8D41-B60116CD24A3}"/>
              </a:ext>
            </a:extLst>
          </p:cNvPr>
          <p:cNvSpPr>
            <a:spLocks xmlns:a="http://schemas.openxmlformats.org/drawingml/2006/main" noGrp="1"/>
          </p:cNvSpPr>
          <p:nvPr/>
        </p:nvSpPr>
        <p:spPr>
          <a:xfrm xmlns:a="http://schemas.openxmlformats.org/drawingml/2006/main">
            <a:off x="4552950" y="4086225"/>
            <a:ext cx="2400300" cy="10096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39" name="DP1 object 164">
            <a:extLst xmlns:a="http://schemas.openxmlformats.org/drawingml/2006/main">
              <a:ext uri="{FF2B5EF4-FFF2-40B4-BE49-F238E27FC236}">
                <a16:creationId xmlns:a16="http://schemas.microsoft.com/office/drawing/2014/main" id="{EF7B6423-D684-4D86-A662-124B335F83B9}"/>
              </a:ext>
            </a:extLst>
          </p:cNvPr>
          <p:cNvSpPr>
            <a:spLocks xmlns:a="http://schemas.openxmlformats.org/drawingml/2006/main" noGrp="1"/>
          </p:cNvSpPr>
          <p:nvPr/>
        </p:nvSpPr>
        <p:spPr>
          <a:xfrm xmlns:a="http://schemas.openxmlformats.org/drawingml/2006/main">
            <a:off x="4610100" y="4105275"/>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Context Manager</a:t>
            </a:r>
          </a:p>
        </p:txBody>
      </p:sp>
      <p:sp>
        <p:nvSpPr>
          <p:cNvPr id="40" name="Editable path 165">
            <a:extLst xmlns:a="http://schemas.openxmlformats.org/drawingml/2006/main">
              <a:ext uri="{FF2B5EF4-FFF2-40B4-BE49-F238E27FC236}">
                <a16:creationId xmlns:a16="http://schemas.microsoft.com/office/drawing/2014/main" id="{F01BD563-3328-4A5E-9BA0-EA3D4F23E89F}"/>
              </a:ext>
            </a:extLst>
          </p:cNvPr>
          <p:cNvSpPr>
            <a:spLocks xmlns:a="http://schemas.openxmlformats.org/drawingml/2006/main" noGrp="1"/>
          </p:cNvSpPr>
          <p:nvPr/>
        </p:nvSpPr>
        <p:spPr>
          <a:xfrm xmlns:a="http://schemas.openxmlformats.org/drawingml/2006/main">
            <a:off x="4552950" y="4410075"/>
            <a:ext cx="2400300" cy="953"/>
          </a:xfrm>
          <a:custGeom xmlns:a="http://schemas.openxmlformats.org/drawingml/2006/main">
            <a:pathLst>
              <a:path w="2400300" h="953">
                <a:moveTo>
                  <a:pt x="0" y="0"/>
                </a:moveTo>
                <a:lnTo>
                  <a:pt x="2400300" y="0"/>
                </a:lnTo>
              </a:path>
            </a:pathLst>
          </a:custGeom>
          <a:noFill xmlns:a="http://schemas.openxmlformats.org/drawingml/2006/main"/>
          <a:ln xmlns:a="http://schemas.openxmlformats.org/drawingml/2006/main" w="14288">
            <a:solidFill>
              <a:srgbClr val="111111"/>
            </a:solidFill>
            <a:prstDash val="solid"/>
          </a:ln>
        </p:spPr>
      </p:sp>
      <p:sp>
        <p:nvSpPr>
          <p:cNvPr id="41" name="Context Manager internal operation">
            <a:extLst xmlns:a="http://schemas.openxmlformats.org/drawingml/2006/main">
              <a:ext uri="{FF2B5EF4-FFF2-40B4-BE49-F238E27FC236}">
                <a16:creationId xmlns:a16="http://schemas.microsoft.com/office/drawing/2014/main" id="{8AEC6D53-1B38-4503-8BCA-CC8148AFBB07}"/>
              </a:ext>
            </a:extLst>
          </p:cNvPr>
          <p:cNvSpPr>
            <a:spLocks xmlns:a="http://schemas.openxmlformats.org/drawingml/2006/main" noGrp="1"/>
          </p:cNvSpPr>
          <p:nvPr/>
        </p:nvSpPr>
        <p:spPr>
          <a:xfrm xmlns:a="http://schemas.openxmlformats.org/drawingml/2006/main">
            <a:off x="4648200" y="4476750"/>
            <a:ext cx="2209800" cy="542925"/>
          </a:xfrm>
          <a:prstGeom xmlns:a="http://schemas.openxmlformats.org/drawingml/2006/main" prst="rect">
            <a:avLst/>
          </a:prstGeom>
          <a:solidFill xmlns:a="http://schemas.openxmlformats.org/drawingml/2006/main">
            <a:srgbClr val="FFFFFF"/>
          </a:solidFill>
          <a:ln xmlns:a="http://schemas.openxmlformats.org/drawingml/2006/main" w="28575">
            <a:solidFill>
              <a:srgbClr val="4676CB"/>
            </a:solidFill>
            <a:prstDash val="solid"/>
          </a:ln>
        </p:spPr>
      </p:sp>
      <p:sp>
        <p:nvSpPr>
          <p:cNvPr id="42" name="DP1 object 166">
            <a:extLst xmlns:a="http://schemas.openxmlformats.org/drawingml/2006/main">
              <a:ext uri="{FF2B5EF4-FFF2-40B4-BE49-F238E27FC236}">
                <a16:creationId xmlns:a16="http://schemas.microsoft.com/office/drawing/2014/main" id="{24ABD485-80EE-4895-B998-0BA99A03261C}"/>
              </a:ext>
            </a:extLst>
          </p:cNvPr>
          <p:cNvSpPr>
            <a:spLocks xmlns:a="http://schemas.openxmlformats.org/drawingml/2006/main" noGrp="1"/>
          </p:cNvSpPr>
          <p:nvPr/>
        </p:nvSpPr>
        <p:spPr>
          <a:xfrm xmlns:a="http://schemas.openxmlformats.org/drawingml/2006/main">
            <a:off x="4695825" y="4495800"/>
            <a:ext cx="21145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4676CB"/>
                </a:solidFill>
                <a:latin typeface="Apple SD Gothic Neo"/>
                <a:ea typeface="Apple SD Gothic Neo"/>
                <a:cs typeface="Apple SD Gothic Neo"/>
              </a:defRPr>
            </a:defPPr>
            <a:lvl1pPr algn="ctr">
              <a:defRPr sz="1425" b="1">
                <a:solidFill>
                  <a:srgbClr val="4676CB"/>
                </a:solidFill>
                <a:latin typeface="Apple SD Gothic Neo"/>
                <a:ea typeface="Apple SD Gothic Neo"/>
                <a:cs typeface="Apple SD Gothic Neo"/>
              </a:defRPr>
            </a:lvl1pPr>
            <a:lvl2pPr algn="ctr">
              <a:defRPr sz="1425" b="1">
                <a:solidFill>
                  <a:srgbClr val="4676CB"/>
                </a:solidFill>
                <a:latin typeface="Apple SD Gothic Neo"/>
                <a:ea typeface="Apple SD Gothic Neo"/>
                <a:cs typeface="Apple SD Gothic Neo"/>
              </a:defRPr>
            </a:lvl2pPr>
            <a:lvl3pPr algn="ctr">
              <a:defRPr sz="1425" b="1">
                <a:solidFill>
                  <a:srgbClr val="4676CB"/>
                </a:solidFill>
                <a:latin typeface="Apple SD Gothic Neo"/>
                <a:ea typeface="Apple SD Gothic Neo"/>
                <a:cs typeface="Apple SD Gothic Neo"/>
              </a:defRPr>
            </a:lvl3pPr>
            <a:lvl4pPr algn="ctr">
              <a:defRPr sz="1425" b="1">
                <a:solidFill>
                  <a:srgbClr val="4676CB"/>
                </a:solidFill>
                <a:latin typeface="Apple SD Gothic Neo"/>
                <a:ea typeface="Apple SD Gothic Neo"/>
                <a:cs typeface="Apple SD Gothic Neo"/>
              </a:defRPr>
            </a:lvl4pPr>
            <a:lvl5pPr algn="ctr">
              <a:defRPr sz="1425" b="1">
                <a:solidFill>
                  <a:srgbClr val="4676CB"/>
                </a:solidFill>
                <a:latin typeface="Apple SD Gothic Neo"/>
                <a:ea typeface="Apple SD Gothic Neo"/>
                <a:cs typeface="Apple SD Gothic Neo"/>
              </a:defRPr>
            </a:lvl5pPr>
            <a:lvl6pPr algn="ctr">
              <a:defRPr sz="1425" b="1">
                <a:solidFill>
                  <a:srgbClr val="4676CB"/>
                </a:solidFill>
                <a:latin typeface="Apple SD Gothic Neo"/>
                <a:ea typeface="Apple SD Gothic Neo"/>
                <a:cs typeface="Apple SD Gothic Neo"/>
              </a:defRPr>
            </a:lvl6pPr>
            <a:lvl7pPr algn="ctr">
              <a:defRPr sz="1425" b="1">
                <a:solidFill>
                  <a:srgbClr val="4676CB"/>
                </a:solidFill>
                <a:latin typeface="Apple SD Gothic Neo"/>
                <a:ea typeface="Apple SD Gothic Neo"/>
                <a:cs typeface="Apple SD Gothic Neo"/>
              </a:defRPr>
            </a:lvl7pPr>
            <a:lvl8pPr algn="ctr">
              <a:defRPr sz="1425" b="1">
                <a:solidFill>
                  <a:srgbClr val="4676CB"/>
                </a:solidFill>
                <a:latin typeface="Apple SD Gothic Neo"/>
                <a:ea typeface="Apple SD Gothic Neo"/>
                <a:cs typeface="Apple SD Gothic Neo"/>
              </a:defRPr>
            </a:lvl8pPr>
            <a:lvl9pPr algn="ctr">
              <a:defRPr sz="1425" b="1">
                <a:solidFill>
                  <a:srgbClr val="4676CB"/>
                </a:solidFill>
                <a:latin typeface="Apple SD Gothic Neo"/>
                <a:ea typeface="Apple SD Gothic Neo"/>
                <a:cs typeface="Apple SD Gothic Neo"/>
              </a:defRPr>
            </a:lvl9pPr>
          </a:lstStyle>
          <a:p xmlns:a="http://schemas.openxmlformats.org/drawingml/2006/main">
            <a:pPr algn="ctr">
              <a:defRPr sz="1425" b="1">
                <a:solidFill>
                  <a:srgbClr val="4676CB"/>
                </a:solidFill>
                <a:latin typeface="Apple SD Gothic Neo"/>
                <a:ea typeface="Apple SD Gothic Neo"/>
                <a:cs typeface="Apple SD Gothic Neo"/>
              </a:defRPr>
            </a:pPr>
            <a:r>
              <a:rPr sz="1425" b="1">
                <a:solidFill>
                  <a:srgbClr val="4676CB"/>
                </a:solidFill>
                <a:latin typeface="Apple SD Gothic Neo"/>
                <a:ea typeface="Apple SD Gothic Neo"/>
                <a:cs typeface="Apple SD Gothic Neo"/>
              </a:rPr>
              <a:t>A2 변경 조각 조회·갱신</a:t>
            </a:r>
          </a:p>
          <a:p xmlns:a="http://schemas.openxmlformats.org/drawingml/2006/main">
            <a:pPr algn="ctr">
              <a:defRPr sz="1425" b="1">
                <a:solidFill>
                  <a:srgbClr val="4676CB"/>
                </a:solidFill>
                <a:latin typeface="Apple SD Gothic Neo"/>
                <a:ea typeface="Apple SD Gothic Neo"/>
                <a:cs typeface="Apple SD Gothic Neo"/>
              </a:defRPr>
            </a:pPr>
            <a:r>
              <a:rPr sz="1425" b="1">
                <a:solidFill>
                  <a:srgbClr val="4676CB"/>
                </a:solidFill>
                <a:latin typeface="Apple SD Gothic Neo"/>
                <a:ea typeface="Apple SD Gothic Neo"/>
                <a:cs typeface="Apple SD Gothic Neo"/>
              </a:rPr>
              <a:t>전체 현재성 재검증</a:t>
            </a:r>
          </a:p>
        </p:txBody>
      </p:sp>
      <p:sp>
        <p:nvSpPr>
          <p:cNvPr id="43" name="Editable path 167">
            <a:extLst xmlns:a="http://schemas.openxmlformats.org/drawingml/2006/main">
              <a:ext uri="{FF2B5EF4-FFF2-40B4-BE49-F238E27FC236}">
                <a16:creationId xmlns:a16="http://schemas.microsoft.com/office/drawing/2014/main" id="{922E3C56-AA47-4972-8754-0F4E5B693404}"/>
              </a:ext>
            </a:extLst>
          </p:cNvPr>
          <p:cNvSpPr>
            <a:spLocks xmlns:a="http://schemas.openxmlformats.org/drawingml/2006/main" noGrp="1"/>
          </p:cNvSpPr>
          <p:nvPr/>
        </p:nvSpPr>
        <p:spPr>
          <a:xfrm xmlns:a="http://schemas.openxmlformats.org/drawingml/2006/main">
            <a:off x="5753100" y="3724275"/>
            <a:ext cx="953" cy="361950"/>
          </a:xfrm>
          <a:custGeom xmlns:a="http://schemas.openxmlformats.org/drawingml/2006/main">
            <a:pathLst>
              <a:path w="953" h="361950">
                <a:moveTo>
                  <a:pt x="0" y="0"/>
                </a:moveTo>
                <a:lnTo>
                  <a:pt x="0" y="361950"/>
                </a:lnTo>
              </a:path>
            </a:pathLst>
          </a:custGeom>
          <a:noFill xmlns:a="http://schemas.openxmlformats.org/drawingml/2006/main"/>
          <a:ln xmlns:a="http://schemas.openxmlformats.org/drawingml/2006/main" w="23813">
            <a:solidFill>
              <a:srgbClr val="111111"/>
            </a:solidFill>
            <a:prstDash val="solid"/>
          </a:ln>
        </p:spPr>
      </p:sp>
      <p:sp>
        <p:nvSpPr>
          <p:cNvPr id="44" name="Editable arrowhead 168">
            <a:extLst xmlns:a="http://schemas.openxmlformats.org/drawingml/2006/main">
              <a:ext uri="{FF2B5EF4-FFF2-40B4-BE49-F238E27FC236}">
                <a16:creationId xmlns:a16="http://schemas.microsoft.com/office/drawing/2014/main" id="{66DA774B-A334-4097-A6AB-1DAC7468488A}"/>
              </a:ext>
            </a:extLst>
          </p:cNvPr>
          <p:cNvSpPr>
            <a:spLocks xmlns:a="http://schemas.openxmlformats.org/drawingml/2006/main" noGrp="1"/>
          </p:cNvSpPr>
          <p:nvPr/>
        </p:nvSpPr>
        <p:spPr>
          <a:xfrm xmlns:a="http://schemas.openxmlformats.org/drawingml/2006/main">
            <a:off x="5705475" y="39909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5" name="Editable path 169">
            <a:extLst xmlns:a="http://schemas.openxmlformats.org/drawingml/2006/main">
              <a:ext uri="{FF2B5EF4-FFF2-40B4-BE49-F238E27FC236}">
                <a16:creationId xmlns:a16="http://schemas.microsoft.com/office/drawing/2014/main" id="{AF305AA9-A906-46E6-A5F2-117033932151}"/>
              </a:ext>
            </a:extLst>
          </p:cNvPr>
          <p:cNvSpPr>
            <a:spLocks xmlns:a="http://schemas.openxmlformats.org/drawingml/2006/main" noGrp="1"/>
          </p:cNvSpPr>
          <p:nvPr/>
        </p:nvSpPr>
        <p:spPr>
          <a:xfrm xmlns:a="http://schemas.openxmlformats.org/drawingml/2006/main">
            <a:off x="6810375" y="3724275"/>
            <a:ext cx="953" cy="361950"/>
          </a:xfrm>
          <a:custGeom xmlns:a="http://schemas.openxmlformats.org/drawingml/2006/main">
            <a:pathLst>
              <a:path w="953" h="361950">
                <a:moveTo>
                  <a:pt x="0" y="361950"/>
                </a:moveTo>
                <a:lnTo>
                  <a:pt x="0" y="0"/>
                </a:lnTo>
              </a:path>
            </a:pathLst>
          </a:custGeom>
          <a:noFill xmlns:a="http://schemas.openxmlformats.org/drawingml/2006/main"/>
          <a:ln xmlns:a="http://schemas.openxmlformats.org/drawingml/2006/main" w="23813">
            <a:solidFill>
              <a:srgbClr val="4676CB"/>
            </a:solidFill>
            <a:prstDash val="solid"/>
          </a:ln>
        </p:spPr>
      </p:sp>
      <p:sp>
        <p:nvSpPr>
          <p:cNvPr id="46" name="Editable arrowhead 170">
            <a:extLst xmlns:a="http://schemas.openxmlformats.org/drawingml/2006/main">
              <a:ext uri="{FF2B5EF4-FFF2-40B4-BE49-F238E27FC236}">
                <a16:creationId xmlns:a16="http://schemas.microsoft.com/office/drawing/2014/main" id="{9297ADDC-E44E-4B55-A945-3F418B85213A}"/>
              </a:ext>
            </a:extLst>
          </p:cNvPr>
          <p:cNvSpPr>
            <a:spLocks xmlns:a="http://schemas.openxmlformats.org/drawingml/2006/main" noGrp="1"/>
          </p:cNvSpPr>
          <p:nvPr/>
        </p:nvSpPr>
        <p:spPr>
          <a:xfrm xmlns:a="http://schemas.openxmlformats.org/drawingml/2006/main">
            <a:off x="6762750" y="37242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47" name="DP1 object 171">
            <a:extLst xmlns:a="http://schemas.openxmlformats.org/drawingml/2006/main">
              <a:ext uri="{FF2B5EF4-FFF2-40B4-BE49-F238E27FC236}">
                <a16:creationId xmlns:a16="http://schemas.microsoft.com/office/drawing/2014/main" id="{21E73F10-8375-4730-9A6D-91DFFA91612F}"/>
              </a:ext>
            </a:extLst>
          </p:cNvPr>
          <p:cNvSpPr>
            <a:spLocks xmlns:a="http://schemas.openxmlformats.org/drawingml/2006/main" noGrp="1"/>
          </p:cNvSpPr>
          <p:nvPr/>
        </p:nvSpPr>
        <p:spPr>
          <a:xfrm xmlns:a="http://schemas.openxmlformats.org/drawingml/2006/main">
            <a:off x="4629150" y="3771900"/>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보완 요청</a:t>
            </a:r>
          </a:p>
        </p:txBody>
      </p:sp>
      <p:sp>
        <p:nvSpPr>
          <p:cNvPr id="48" name="DP1 object 172">
            <a:extLst xmlns:a="http://schemas.openxmlformats.org/drawingml/2006/main">
              <a:ext uri="{FF2B5EF4-FFF2-40B4-BE49-F238E27FC236}">
                <a16:creationId xmlns:a16="http://schemas.microsoft.com/office/drawing/2014/main" id="{58997EFA-B4FD-43D8-AE81-D37D20777BE1}"/>
              </a:ext>
            </a:extLst>
          </p:cNvPr>
          <p:cNvSpPr>
            <a:spLocks xmlns:a="http://schemas.openxmlformats.org/drawingml/2006/main" noGrp="1"/>
          </p:cNvSpPr>
          <p:nvPr/>
        </p:nvSpPr>
        <p:spPr>
          <a:xfrm xmlns:a="http://schemas.openxmlformats.org/drawingml/2006/main">
            <a:off x="5810250" y="3771900"/>
            <a:ext cx="9239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4676CB"/>
                </a:solidFill>
                <a:latin typeface="Apple SD Gothic Neo"/>
                <a:ea typeface="Apple SD Gothic Neo"/>
                <a:cs typeface="Apple SD Gothic Neo"/>
              </a:defRPr>
            </a:defPPr>
            <a:lvl1pPr algn="ctr">
              <a:defRPr sz="1350" b="0">
                <a:solidFill>
                  <a:srgbClr val="4676CB"/>
                </a:solidFill>
                <a:latin typeface="Apple SD Gothic Neo"/>
                <a:ea typeface="Apple SD Gothic Neo"/>
                <a:cs typeface="Apple SD Gothic Neo"/>
              </a:defRPr>
            </a:lvl1pPr>
            <a:lvl2pPr algn="ctr">
              <a:defRPr sz="1350" b="0">
                <a:solidFill>
                  <a:srgbClr val="4676CB"/>
                </a:solidFill>
                <a:latin typeface="Apple SD Gothic Neo"/>
                <a:ea typeface="Apple SD Gothic Neo"/>
                <a:cs typeface="Apple SD Gothic Neo"/>
              </a:defRPr>
            </a:lvl2pPr>
            <a:lvl3pPr algn="ctr">
              <a:defRPr sz="1350" b="0">
                <a:solidFill>
                  <a:srgbClr val="4676CB"/>
                </a:solidFill>
                <a:latin typeface="Apple SD Gothic Neo"/>
                <a:ea typeface="Apple SD Gothic Neo"/>
                <a:cs typeface="Apple SD Gothic Neo"/>
              </a:defRPr>
            </a:lvl3pPr>
            <a:lvl4pPr algn="ctr">
              <a:defRPr sz="1350" b="0">
                <a:solidFill>
                  <a:srgbClr val="4676CB"/>
                </a:solidFill>
                <a:latin typeface="Apple SD Gothic Neo"/>
                <a:ea typeface="Apple SD Gothic Neo"/>
                <a:cs typeface="Apple SD Gothic Neo"/>
              </a:defRPr>
            </a:lvl4pPr>
            <a:lvl5pPr algn="ctr">
              <a:defRPr sz="1350" b="0">
                <a:solidFill>
                  <a:srgbClr val="4676CB"/>
                </a:solidFill>
                <a:latin typeface="Apple SD Gothic Neo"/>
                <a:ea typeface="Apple SD Gothic Neo"/>
                <a:cs typeface="Apple SD Gothic Neo"/>
              </a:defRPr>
            </a:lvl5pPr>
            <a:lvl6pPr algn="ctr">
              <a:defRPr sz="1350" b="0">
                <a:solidFill>
                  <a:srgbClr val="4676CB"/>
                </a:solidFill>
                <a:latin typeface="Apple SD Gothic Neo"/>
                <a:ea typeface="Apple SD Gothic Neo"/>
                <a:cs typeface="Apple SD Gothic Neo"/>
              </a:defRPr>
            </a:lvl6pPr>
            <a:lvl7pPr algn="ctr">
              <a:defRPr sz="1350" b="0">
                <a:solidFill>
                  <a:srgbClr val="4676CB"/>
                </a:solidFill>
                <a:latin typeface="Apple SD Gothic Neo"/>
                <a:ea typeface="Apple SD Gothic Neo"/>
                <a:cs typeface="Apple SD Gothic Neo"/>
              </a:defRPr>
            </a:lvl7pPr>
            <a:lvl8pPr algn="ctr">
              <a:defRPr sz="1350" b="0">
                <a:solidFill>
                  <a:srgbClr val="4676CB"/>
                </a:solidFill>
                <a:latin typeface="Apple SD Gothic Neo"/>
                <a:ea typeface="Apple SD Gothic Neo"/>
                <a:cs typeface="Apple SD Gothic Neo"/>
              </a:defRPr>
            </a:lvl8pPr>
            <a:lvl9pPr algn="ctr">
              <a:defRPr sz="1350" b="0">
                <a:solidFill>
                  <a:srgbClr val="4676CB"/>
                </a:solidFill>
                <a:latin typeface="Apple SD Gothic Neo"/>
                <a:ea typeface="Apple SD Gothic Neo"/>
                <a:cs typeface="Apple SD Gothic Neo"/>
              </a:defRPr>
            </a:lvl9pPr>
          </a:lstStyle>
          <a:p xmlns:a="http://schemas.openxmlformats.org/drawingml/2006/main">
            <a:pPr algn="ctr">
              <a:defRPr sz="1350" b="0">
                <a:solidFill>
                  <a:srgbClr val="4676CB"/>
                </a:solidFill>
                <a:latin typeface="Apple SD Gothic Neo"/>
                <a:ea typeface="Apple SD Gothic Neo"/>
                <a:cs typeface="Apple SD Gothic Neo"/>
              </a:defRPr>
            </a:pPr>
            <a:r>
              <a:rPr sz="1350" b="0">
                <a:solidFill>
                  <a:srgbClr val="4676CB"/>
                </a:solidFill>
                <a:latin typeface="Apple SD Gothic Neo"/>
                <a:ea typeface="Apple SD Gothic Neo"/>
                <a:cs typeface="Apple SD Gothic Neo"/>
              </a:rPr>
              <a:t>보완 근거</a:t>
            </a:r>
          </a:p>
        </p:txBody>
      </p:sp>
      <p:sp>
        <p:nvSpPr>
          <p:cNvPr id="49" name="Editable path 173">
            <a:extLst xmlns:a="http://schemas.openxmlformats.org/drawingml/2006/main">
              <a:ext uri="{FF2B5EF4-FFF2-40B4-BE49-F238E27FC236}">
                <a16:creationId xmlns:a16="http://schemas.microsoft.com/office/drawing/2014/main" id="{EC36479E-AB54-4420-A740-4DC1AF29DAF9}"/>
              </a:ext>
            </a:extLst>
          </p:cNvPr>
          <p:cNvSpPr>
            <a:spLocks xmlns:a="http://schemas.openxmlformats.org/drawingml/2006/main" noGrp="1"/>
          </p:cNvSpPr>
          <p:nvPr/>
        </p:nvSpPr>
        <p:spPr>
          <a:xfrm xmlns:a="http://schemas.openxmlformats.org/drawingml/2006/main">
            <a:off x="3200400" y="4029075"/>
            <a:ext cx="1352550" cy="571500"/>
          </a:xfrm>
          <a:custGeom xmlns:a="http://schemas.openxmlformats.org/drawingml/2006/main">
            <a:pathLst>
              <a:path w="1352550" h="571500">
                <a:moveTo>
                  <a:pt x="1352550" y="571500"/>
                </a:moveTo>
                <a:lnTo>
                  <a:pt x="0" y="571500"/>
                </a:lnTo>
                <a:lnTo>
                  <a:pt x="0" y="0"/>
                </a:lnTo>
              </a:path>
            </a:pathLst>
          </a:custGeom>
          <a:noFill xmlns:a="http://schemas.openxmlformats.org/drawingml/2006/main"/>
          <a:ln xmlns:a="http://schemas.openxmlformats.org/drawingml/2006/main" w="23813">
            <a:solidFill>
              <a:srgbClr val="111111"/>
            </a:solidFill>
            <a:prstDash val="solid"/>
          </a:ln>
        </p:spPr>
      </p:sp>
      <p:sp>
        <p:nvSpPr>
          <p:cNvPr id="50" name="Editable arrowhead 174">
            <a:extLst xmlns:a="http://schemas.openxmlformats.org/drawingml/2006/main">
              <a:ext uri="{FF2B5EF4-FFF2-40B4-BE49-F238E27FC236}">
                <a16:creationId xmlns:a16="http://schemas.microsoft.com/office/drawing/2014/main" id="{21981307-8FD7-44BA-B0FD-47D75575B4F1}"/>
              </a:ext>
            </a:extLst>
          </p:cNvPr>
          <p:cNvSpPr>
            <a:spLocks xmlns:a="http://schemas.openxmlformats.org/drawingml/2006/main" noGrp="1"/>
          </p:cNvSpPr>
          <p:nvPr/>
        </p:nvSpPr>
        <p:spPr>
          <a:xfrm xmlns:a="http://schemas.openxmlformats.org/drawingml/2006/main">
            <a:off x="3152775" y="40290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1" name="DP1 object 175">
            <a:extLst xmlns:a="http://schemas.openxmlformats.org/drawingml/2006/main">
              <a:ext uri="{FF2B5EF4-FFF2-40B4-BE49-F238E27FC236}">
                <a16:creationId xmlns:a16="http://schemas.microsoft.com/office/drawing/2014/main" id="{B7DC7AA5-A52A-4525-9068-671B64DD4049}"/>
              </a:ext>
            </a:extLst>
          </p:cNvPr>
          <p:cNvSpPr>
            <a:spLocks xmlns:a="http://schemas.openxmlformats.org/drawingml/2006/main" noGrp="1"/>
          </p:cNvSpPr>
          <p:nvPr/>
        </p:nvSpPr>
        <p:spPr>
          <a:xfrm xmlns:a="http://schemas.openxmlformats.org/drawingml/2006/main">
            <a:off x="2085975" y="4686300"/>
            <a:ext cx="22574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채택 후 갱신 → 재사용</a:t>
            </a:r>
          </a:p>
        </p:txBody>
      </p:sp>
      <p:sp>
        <p:nvSpPr>
          <p:cNvPr id="52" name="허용 원본">
            <a:extLst xmlns:a="http://schemas.openxmlformats.org/drawingml/2006/main">
              <a:ext uri="{FF2B5EF4-FFF2-40B4-BE49-F238E27FC236}">
                <a16:creationId xmlns:a16="http://schemas.microsoft.com/office/drawing/2014/main" id="{50E4DA8D-9835-4B89-8C8A-FF7E53E5F760}"/>
              </a:ext>
            </a:extLst>
          </p:cNvPr>
          <p:cNvSpPr>
            <a:spLocks xmlns:a="http://schemas.openxmlformats.org/drawingml/2006/main" noGrp="1"/>
          </p:cNvSpPr>
          <p:nvPr/>
        </p:nvSpPr>
        <p:spPr>
          <a:xfrm xmlns:a="http://schemas.openxmlformats.org/drawingml/2006/main">
            <a:off x="2133600" y="5124450"/>
            <a:ext cx="1638300" cy="400050"/>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53" name="DP1 object 176">
            <a:extLst xmlns:a="http://schemas.openxmlformats.org/drawingml/2006/main">
              <a:ext uri="{FF2B5EF4-FFF2-40B4-BE49-F238E27FC236}">
                <a16:creationId xmlns:a16="http://schemas.microsoft.com/office/drawing/2014/main" id="{8E045EC5-8845-4F96-AB57-CFA3C6347ECD}"/>
              </a:ext>
            </a:extLst>
          </p:cNvPr>
          <p:cNvSpPr>
            <a:spLocks xmlns:a="http://schemas.openxmlformats.org/drawingml/2006/main" noGrp="1"/>
          </p:cNvSpPr>
          <p:nvPr/>
        </p:nvSpPr>
        <p:spPr>
          <a:xfrm xmlns:a="http://schemas.openxmlformats.org/drawingml/2006/main">
            <a:off x="2181225" y="5229225"/>
            <a:ext cx="1543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허용 원본</a:t>
            </a:r>
          </a:p>
        </p:txBody>
      </p:sp>
      <p:sp>
        <p:nvSpPr>
          <p:cNvPr id="54" name="Editable path 177">
            <a:extLst xmlns:a="http://schemas.openxmlformats.org/drawingml/2006/main">
              <a:ext uri="{FF2B5EF4-FFF2-40B4-BE49-F238E27FC236}">
                <a16:creationId xmlns:a16="http://schemas.microsoft.com/office/drawing/2014/main" id="{B196D007-AB75-4207-B695-B1D8FC57E61B}"/>
              </a:ext>
            </a:extLst>
          </p:cNvPr>
          <p:cNvSpPr>
            <a:spLocks xmlns:a="http://schemas.openxmlformats.org/drawingml/2006/main" noGrp="1"/>
          </p:cNvSpPr>
          <p:nvPr/>
        </p:nvSpPr>
        <p:spPr>
          <a:xfrm xmlns:a="http://schemas.openxmlformats.org/drawingml/2006/main">
            <a:off x="3771900" y="5095875"/>
            <a:ext cx="1981200" cy="238125"/>
          </a:xfrm>
          <a:custGeom xmlns:a="http://schemas.openxmlformats.org/drawingml/2006/main">
            <a:pathLst>
              <a:path w="1981200" h="238125">
                <a:moveTo>
                  <a:pt x="0" y="238125"/>
                </a:moveTo>
                <a:lnTo>
                  <a:pt x="1981200" y="238125"/>
                </a:lnTo>
                <a:lnTo>
                  <a:pt x="1981200" y="0"/>
                </a:lnTo>
              </a:path>
            </a:pathLst>
          </a:custGeom>
          <a:noFill xmlns:a="http://schemas.openxmlformats.org/drawingml/2006/main"/>
          <a:ln xmlns:a="http://schemas.openxmlformats.org/drawingml/2006/main" w="19050">
            <a:solidFill>
              <a:srgbClr val="4676CB"/>
            </a:solidFill>
            <a:prstDash val="dash"/>
          </a:ln>
        </p:spPr>
      </p:sp>
      <p:sp>
        <p:nvSpPr>
          <p:cNvPr id="55" name="Editable arrowhead 178">
            <a:extLst xmlns:a="http://schemas.openxmlformats.org/drawingml/2006/main">
              <a:ext uri="{FF2B5EF4-FFF2-40B4-BE49-F238E27FC236}">
                <a16:creationId xmlns:a16="http://schemas.microsoft.com/office/drawing/2014/main" id="{AB4D9321-2629-4C94-B91F-77879338D7EA}"/>
              </a:ext>
            </a:extLst>
          </p:cNvPr>
          <p:cNvSpPr>
            <a:spLocks xmlns:a="http://schemas.openxmlformats.org/drawingml/2006/main" noGrp="1"/>
          </p:cNvSpPr>
          <p:nvPr/>
        </p:nvSpPr>
        <p:spPr>
          <a:xfrm xmlns:a="http://schemas.openxmlformats.org/drawingml/2006/main">
            <a:off x="5705475" y="50958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56" name="DP1 object 179">
            <a:extLst xmlns:a="http://schemas.openxmlformats.org/drawingml/2006/main">
              <a:ext uri="{FF2B5EF4-FFF2-40B4-BE49-F238E27FC236}">
                <a16:creationId xmlns:a16="http://schemas.microsoft.com/office/drawing/2014/main" id="{4C60A674-96C7-46A6-8D11-0A487E6C0B0D}"/>
              </a:ext>
            </a:extLst>
          </p:cNvPr>
          <p:cNvSpPr>
            <a:spLocks xmlns:a="http://schemas.openxmlformats.org/drawingml/2006/main" noGrp="1"/>
          </p:cNvSpPr>
          <p:nvPr/>
        </p:nvSpPr>
        <p:spPr>
          <a:xfrm xmlns:a="http://schemas.openxmlformats.org/drawingml/2006/main">
            <a:off x="3838575" y="5076825"/>
            <a:ext cx="1857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4676CB"/>
                </a:solidFill>
                <a:latin typeface="Apple SD Gothic Neo"/>
                <a:ea typeface="Apple SD Gothic Neo"/>
                <a:cs typeface="Apple SD Gothic Neo"/>
              </a:defRPr>
            </a:defPPr>
            <a:lvl1pPr algn="ctr">
              <a:defRPr sz="1500" b="0">
                <a:solidFill>
                  <a:srgbClr val="4676CB"/>
                </a:solidFill>
                <a:latin typeface="Apple SD Gothic Neo"/>
                <a:ea typeface="Apple SD Gothic Neo"/>
                <a:cs typeface="Apple SD Gothic Neo"/>
              </a:defRPr>
            </a:lvl1pPr>
            <a:lvl2pPr algn="ctr">
              <a:defRPr sz="1500" b="0">
                <a:solidFill>
                  <a:srgbClr val="4676CB"/>
                </a:solidFill>
                <a:latin typeface="Apple SD Gothic Neo"/>
                <a:ea typeface="Apple SD Gothic Neo"/>
                <a:cs typeface="Apple SD Gothic Neo"/>
              </a:defRPr>
            </a:lvl2pPr>
            <a:lvl3pPr algn="ctr">
              <a:defRPr sz="1500" b="0">
                <a:solidFill>
                  <a:srgbClr val="4676CB"/>
                </a:solidFill>
                <a:latin typeface="Apple SD Gothic Neo"/>
                <a:ea typeface="Apple SD Gothic Neo"/>
                <a:cs typeface="Apple SD Gothic Neo"/>
              </a:defRPr>
            </a:lvl3pPr>
            <a:lvl4pPr algn="ctr">
              <a:defRPr sz="1500" b="0">
                <a:solidFill>
                  <a:srgbClr val="4676CB"/>
                </a:solidFill>
                <a:latin typeface="Apple SD Gothic Neo"/>
                <a:ea typeface="Apple SD Gothic Neo"/>
                <a:cs typeface="Apple SD Gothic Neo"/>
              </a:defRPr>
            </a:lvl4pPr>
            <a:lvl5pPr algn="ctr">
              <a:defRPr sz="1500" b="0">
                <a:solidFill>
                  <a:srgbClr val="4676CB"/>
                </a:solidFill>
                <a:latin typeface="Apple SD Gothic Neo"/>
                <a:ea typeface="Apple SD Gothic Neo"/>
                <a:cs typeface="Apple SD Gothic Neo"/>
              </a:defRPr>
            </a:lvl5pPr>
            <a:lvl6pPr algn="ctr">
              <a:defRPr sz="1500" b="0">
                <a:solidFill>
                  <a:srgbClr val="4676CB"/>
                </a:solidFill>
                <a:latin typeface="Apple SD Gothic Neo"/>
                <a:ea typeface="Apple SD Gothic Neo"/>
                <a:cs typeface="Apple SD Gothic Neo"/>
              </a:defRPr>
            </a:lvl6pPr>
            <a:lvl7pPr algn="ctr">
              <a:defRPr sz="1500" b="0">
                <a:solidFill>
                  <a:srgbClr val="4676CB"/>
                </a:solidFill>
                <a:latin typeface="Apple SD Gothic Neo"/>
                <a:ea typeface="Apple SD Gothic Neo"/>
                <a:cs typeface="Apple SD Gothic Neo"/>
              </a:defRPr>
            </a:lvl7pPr>
            <a:lvl8pPr algn="ctr">
              <a:defRPr sz="1500" b="0">
                <a:solidFill>
                  <a:srgbClr val="4676CB"/>
                </a:solidFill>
                <a:latin typeface="Apple SD Gothic Neo"/>
                <a:ea typeface="Apple SD Gothic Neo"/>
                <a:cs typeface="Apple SD Gothic Neo"/>
              </a:defRPr>
            </a:lvl8pPr>
            <a:lvl9pPr algn="ctr">
              <a:defRPr sz="1500" b="0">
                <a:solidFill>
                  <a:srgbClr val="4676CB"/>
                </a:solidFill>
                <a:latin typeface="Apple SD Gothic Neo"/>
                <a:ea typeface="Apple SD Gothic Neo"/>
                <a:cs typeface="Apple SD Gothic Neo"/>
              </a:defRPr>
            </a:lvl9pPr>
          </a:lstStyle>
          <a:p xmlns:a="http://schemas.openxmlformats.org/drawingml/2006/main">
            <a:pPr algn="ctr">
              <a:defRPr sz="1500" b="0">
                <a:solidFill>
                  <a:srgbClr val="4676CB"/>
                </a:solidFill>
                <a:latin typeface="Apple SD Gothic Neo"/>
                <a:ea typeface="Apple SD Gothic Neo"/>
                <a:cs typeface="Apple SD Gothic Neo"/>
              </a:defRPr>
            </a:pPr>
            <a:r>
              <a:rPr sz="1500" b="0">
                <a:solidFill>
                  <a:srgbClr val="4676CB"/>
                </a:solidFill>
                <a:latin typeface="Apple SD Gothic Neo"/>
                <a:ea typeface="Apple SD Gothic Neo"/>
                <a:cs typeface="Apple SD Gothic Neo"/>
              </a:rPr>
              <a:t>A2 변경 부분 읽기</a:t>
            </a:r>
          </a:p>
        </p:txBody>
      </p:sp>
      <p:sp>
        <p:nvSpPr>
          <p:cNvPr id="57" name="DP1 object 180">
            <a:extLst xmlns:a="http://schemas.openxmlformats.org/drawingml/2006/main">
              <a:ext uri="{FF2B5EF4-FFF2-40B4-BE49-F238E27FC236}">
                <a16:creationId xmlns:a16="http://schemas.microsoft.com/office/drawing/2014/main" id="{5683FBCA-89E9-4F5A-A308-B4DEA42503FB}"/>
              </a:ext>
            </a:extLst>
          </p:cNvPr>
          <p:cNvSpPr>
            <a:spLocks xmlns:a="http://schemas.openxmlformats.org/drawingml/2006/main" noGrp="1"/>
          </p:cNvSpPr>
          <p:nvPr/>
        </p:nvSpPr>
        <p:spPr>
          <a:xfrm xmlns:a="http://schemas.openxmlformats.org/drawingml/2006/main">
            <a:off x="7353300" y="2200275"/>
            <a:ext cx="520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이번 요청에서 읽고 묶음을 해제</a:t>
            </a:r>
          </a:p>
        </p:txBody>
      </p:sp>
      <p:sp>
        <p:nvSpPr>
          <p:cNvPr id="58" name="DP1 object 181">
            <a:extLst xmlns:a="http://schemas.openxmlformats.org/drawingml/2006/main">
              <a:ext uri="{FF2B5EF4-FFF2-40B4-BE49-F238E27FC236}">
                <a16:creationId xmlns:a16="http://schemas.microsoft.com/office/drawing/2014/main" id="{152156E2-B55A-4C16-9013-3B266086EE40}"/>
              </a:ext>
            </a:extLst>
          </p:cNvPr>
          <p:cNvSpPr>
            <a:spLocks xmlns:a="http://schemas.openxmlformats.org/drawingml/2006/main" noGrp="1"/>
          </p:cNvSpPr>
          <p:nvPr/>
        </p:nvSpPr>
        <p:spPr>
          <a:xfrm xmlns:a="http://schemas.openxmlformats.org/drawingml/2006/main">
            <a:off x="9401175" y="2505075"/>
            <a:ext cx="3105150" cy="3048000"/>
          </a:xfrm>
          <a:prstGeom xmlns:a="http://schemas.openxmlformats.org/drawingml/2006/main" prst="rect">
            <a:avLst/>
          </a:prstGeom>
          <a:noFill xmlns:a="http://schemas.openxmlformats.org/drawingml/2006/main"/>
          <a:ln xmlns:a="http://schemas.openxmlformats.org/drawingml/2006/main" w="12383">
            <a:solidFill>
              <a:srgbClr val="98999B"/>
            </a:solidFill>
            <a:prstDash val="dash"/>
          </a:ln>
        </p:spPr>
      </p:sp>
      <p:sp>
        <p:nvSpPr>
          <p:cNvPr id="59" name="Request Interpreter Component">
            <a:extLst xmlns:a="http://schemas.openxmlformats.org/drawingml/2006/main">
              <a:ext uri="{FF2B5EF4-FFF2-40B4-BE49-F238E27FC236}">
                <a16:creationId xmlns:a16="http://schemas.microsoft.com/office/drawing/2014/main" id="{07EE9DDC-CCFD-482C-8A63-AC8BE0083A19}"/>
              </a:ext>
            </a:extLst>
          </p:cNvPr>
          <p:cNvSpPr>
            <a:spLocks xmlns:a="http://schemas.openxmlformats.org/drawingml/2006/main" noGrp="1"/>
          </p:cNvSpPr>
          <p:nvPr/>
        </p:nvSpPr>
        <p:spPr>
          <a:xfrm xmlns:a="http://schemas.openxmlformats.org/drawingml/2006/main">
            <a:off x="9582150" y="2552700"/>
            <a:ext cx="2771775" cy="7429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60" name="DP1 object 182">
            <a:extLst xmlns:a="http://schemas.openxmlformats.org/drawingml/2006/main">
              <a:ext uri="{FF2B5EF4-FFF2-40B4-BE49-F238E27FC236}">
                <a16:creationId xmlns:a16="http://schemas.microsoft.com/office/drawing/2014/main" id="{5C21B5A4-A86C-4D3A-A541-89D641F596F1}"/>
              </a:ext>
            </a:extLst>
          </p:cNvPr>
          <p:cNvSpPr>
            <a:spLocks xmlns:a="http://schemas.openxmlformats.org/drawingml/2006/main" noGrp="1"/>
          </p:cNvSpPr>
          <p:nvPr/>
        </p:nvSpPr>
        <p:spPr>
          <a:xfrm xmlns:a="http://schemas.openxmlformats.org/drawingml/2006/main">
            <a:off x="9639300" y="2571750"/>
            <a:ext cx="26574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Request Interpreter</a:t>
            </a:r>
          </a:p>
        </p:txBody>
      </p:sp>
      <p:sp>
        <p:nvSpPr>
          <p:cNvPr id="61" name="Editable path 183">
            <a:extLst xmlns:a="http://schemas.openxmlformats.org/drawingml/2006/main">
              <a:ext uri="{FF2B5EF4-FFF2-40B4-BE49-F238E27FC236}">
                <a16:creationId xmlns:a16="http://schemas.microsoft.com/office/drawing/2014/main" id="{B9CB90B4-27C6-4AE1-9FA5-C77553F7C757}"/>
              </a:ext>
            </a:extLst>
          </p:cNvPr>
          <p:cNvSpPr>
            <a:spLocks xmlns:a="http://schemas.openxmlformats.org/drawingml/2006/main" noGrp="1"/>
          </p:cNvSpPr>
          <p:nvPr/>
        </p:nvSpPr>
        <p:spPr>
          <a:xfrm xmlns:a="http://schemas.openxmlformats.org/drawingml/2006/main">
            <a:off x="9582150" y="2809875"/>
            <a:ext cx="2771775" cy="953"/>
          </a:xfrm>
          <a:custGeom xmlns:a="http://schemas.openxmlformats.org/drawingml/2006/main">
            <a:pathLst>
              <a:path w="2771775" h="953">
                <a:moveTo>
                  <a:pt x="0" y="0"/>
                </a:moveTo>
                <a:lnTo>
                  <a:pt x="2771775" y="0"/>
                </a:lnTo>
              </a:path>
            </a:pathLst>
          </a:custGeom>
          <a:noFill xmlns:a="http://schemas.openxmlformats.org/drawingml/2006/main"/>
          <a:ln xmlns:a="http://schemas.openxmlformats.org/drawingml/2006/main" w="14288">
            <a:solidFill>
              <a:srgbClr val="111111"/>
            </a:solidFill>
            <a:prstDash val="solid"/>
          </a:ln>
        </p:spPr>
      </p:sp>
      <p:sp>
        <p:nvSpPr>
          <p:cNvPr id="62" name="Request Interpreter internal operation">
            <a:extLst xmlns:a="http://schemas.openxmlformats.org/drawingml/2006/main">
              <a:ext uri="{FF2B5EF4-FFF2-40B4-BE49-F238E27FC236}">
                <a16:creationId xmlns:a16="http://schemas.microsoft.com/office/drawing/2014/main" id="{3AC9E55B-5039-4D9F-9E92-11FE77BB57ED}"/>
              </a:ext>
            </a:extLst>
          </p:cNvPr>
          <p:cNvSpPr>
            <a:spLocks xmlns:a="http://schemas.openxmlformats.org/drawingml/2006/main" noGrp="1"/>
          </p:cNvSpPr>
          <p:nvPr/>
        </p:nvSpPr>
        <p:spPr>
          <a:xfrm xmlns:a="http://schemas.openxmlformats.org/drawingml/2006/main">
            <a:off x="9677400" y="2876550"/>
            <a:ext cx="2581275" cy="342900"/>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63" name="DP1 object 184">
            <a:extLst xmlns:a="http://schemas.openxmlformats.org/drawingml/2006/main">
              <a:ext uri="{FF2B5EF4-FFF2-40B4-BE49-F238E27FC236}">
                <a16:creationId xmlns:a16="http://schemas.microsoft.com/office/drawing/2014/main" id="{C5ECFB86-831A-420A-A737-BDC885A2DF72}"/>
              </a:ext>
            </a:extLst>
          </p:cNvPr>
          <p:cNvSpPr>
            <a:spLocks xmlns:a="http://schemas.openxmlformats.org/drawingml/2006/main" noGrp="1"/>
          </p:cNvSpPr>
          <p:nvPr/>
        </p:nvSpPr>
        <p:spPr>
          <a:xfrm xmlns:a="http://schemas.openxmlformats.org/drawingml/2006/main">
            <a:off x="9725025" y="2895600"/>
            <a:ext cx="2486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현재 입력의 읽기 범위 제안</a:t>
            </a:r>
          </a:p>
        </p:txBody>
      </p:sp>
      <p:sp>
        <p:nvSpPr>
          <p:cNvPr id="64" name="Editable path 185">
            <a:extLst xmlns:a="http://schemas.openxmlformats.org/drawingml/2006/main">
              <a:ext uri="{FF2B5EF4-FFF2-40B4-BE49-F238E27FC236}">
                <a16:creationId xmlns:a16="http://schemas.microsoft.com/office/drawing/2014/main" id="{D8D6EA8B-A46F-4CDE-AFAA-A5C16427B806}"/>
              </a:ext>
            </a:extLst>
          </p:cNvPr>
          <p:cNvSpPr>
            <a:spLocks xmlns:a="http://schemas.openxmlformats.org/drawingml/2006/main" noGrp="1"/>
          </p:cNvSpPr>
          <p:nvPr/>
        </p:nvSpPr>
        <p:spPr>
          <a:xfrm xmlns:a="http://schemas.openxmlformats.org/drawingml/2006/main">
            <a:off x="10972800" y="3295650"/>
            <a:ext cx="953" cy="171450"/>
          </a:xfrm>
          <a:custGeom xmlns:a="http://schemas.openxmlformats.org/drawingml/2006/main">
            <a:pathLst>
              <a:path w="953" h="171450">
                <a:moveTo>
                  <a:pt x="0" y="0"/>
                </a:moveTo>
                <a:lnTo>
                  <a:pt x="0" y="171450"/>
                </a:lnTo>
              </a:path>
            </a:pathLst>
          </a:custGeom>
          <a:noFill xmlns:a="http://schemas.openxmlformats.org/drawingml/2006/main"/>
          <a:ln xmlns:a="http://schemas.openxmlformats.org/drawingml/2006/main" w="21908">
            <a:solidFill>
              <a:srgbClr val="111111"/>
            </a:solidFill>
            <a:prstDash val="solid"/>
          </a:ln>
        </p:spPr>
      </p:sp>
      <p:sp>
        <p:nvSpPr>
          <p:cNvPr id="65" name="Editable arrowhead 186">
            <a:extLst xmlns:a="http://schemas.openxmlformats.org/drawingml/2006/main">
              <a:ext uri="{FF2B5EF4-FFF2-40B4-BE49-F238E27FC236}">
                <a16:creationId xmlns:a16="http://schemas.microsoft.com/office/drawing/2014/main" id="{DB9505A0-EEEC-4036-B283-7DC9065AE52F}"/>
              </a:ext>
            </a:extLst>
          </p:cNvPr>
          <p:cNvSpPr>
            <a:spLocks xmlns:a="http://schemas.openxmlformats.org/drawingml/2006/main" noGrp="1"/>
          </p:cNvSpPr>
          <p:nvPr/>
        </p:nvSpPr>
        <p:spPr>
          <a:xfrm xmlns:a="http://schemas.openxmlformats.org/drawingml/2006/main">
            <a:off x="10925175" y="33718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66" name="Context Manager Component">
            <a:extLst xmlns:a="http://schemas.openxmlformats.org/drawingml/2006/main">
              <a:ext uri="{FF2B5EF4-FFF2-40B4-BE49-F238E27FC236}">
                <a16:creationId xmlns:a16="http://schemas.microsoft.com/office/drawing/2014/main" id="{B05D298A-4425-4E23-9043-AEF70281F91A}"/>
              </a:ext>
            </a:extLst>
          </p:cNvPr>
          <p:cNvSpPr>
            <a:spLocks xmlns:a="http://schemas.openxmlformats.org/drawingml/2006/main" noGrp="1"/>
          </p:cNvSpPr>
          <p:nvPr/>
        </p:nvSpPr>
        <p:spPr>
          <a:xfrm xmlns:a="http://schemas.openxmlformats.org/drawingml/2006/main">
            <a:off x="9582150" y="3467100"/>
            <a:ext cx="2771775" cy="7429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67" name="DP1 object 187">
            <a:extLst xmlns:a="http://schemas.openxmlformats.org/drawingml/2006/main">
              <a:ext uri="{FF2B5EF4-FFF2-40B4-BE49-F238E27FC236}">
                <a16:creationId xmlns:a16="http://schemas.microsoft.com/office/drawing/2014/main" id="{BAB94C43-4D3B-4BE9-B5D4-1CEE0D02A458}"/>
              </a:ext>
            </a:extLst>
          </p:cNvPr>
          <p:cNvSpPr>
            <a:spLocks xmlns:a="http://schemas.openxmlformats.org/drawingml/2006/main" noGrp="1"/>
          </p:cNvSpPr>
          <p:nvPr/>
        </p:nvSpPr>
        <p:spPr>
          <a:xfrm xmlns:a="http://schemas.openxmlformats.org/drawingml/2006/main">
            <a:off x="9639300" y="3486150"/>
            <a:ext cx="26574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Context Manager</a:t>
            </a:r>
          </a:p>
        </p:txBody>
      </p:sp>
      <p:sp>
        <p:nvSpPr>
          <p:cNvPr id="68" name="Editable path 188">
            <a:extLst xmlns:a="http://schemas.openxmlformats.org/drawingml/2006/main">
              <a:ext uri="{FF2B5EF4-FFF2-40B4-BE49-F238E27FC236}">
                <a16:creationId xmlns:a16="http://schemas.microsoft.com/office/drawing/2014/main" id="{577D5969-38A7-450C-B22A-F0444F47589D}"/>
              </a:ext>
            </a:extLst>
          </p:cNvPr>
          <p:cNvSpPr>
            <a:spLocks xmlns:a="http://schemas.openxmlformats.org/drawingml/2006/main" noGrp="1"/>
          </p:cNvSpPr>
          <p:nvPr/>
        </p:nvSpPr>
        <p:spPr>
          <a:xfrm xmlns:a="http://schemas.openxmlformats.org/drawingml/2006/main">
            <a:off x="9582150" y="3724275"/>
            <a:ext cx="2771775" cy="953"/>
          </a:xfrm>
          <a:custGeom xmlns:a="http://schemas.openxmlformats.org/drawingml/2006/main">
            <a:pathLst>
              <a:path w="2771775" h="953">
                <a:moveTo>
                  <a:pt x="0" y="0"/>
                </a:moveTo>
                <a:lnTo>
                  <a:pt x="2771775" y="0"/>
                </a:lnTo>
              </a:path>
            </a:pathLst>
          </a:custGeom>
          <a:noFill xmlns:a="http://schemas.openxmlformats.org/drawingml/2006/main"/>
          <a:ln xmlns:a="http://schemas.openxmlformats.org/drawingml/2006/main" w="14288">
            <a:solidFill>
              <a:srgbClr val="111111"/>
            </a:solidFill>
            <a:prstDash val="solid"/>
          </a:ln>
        </p:spPr>
      </p:sp>
      <p:sp>
        <p:nvSpPr>
          <p:cNvPr id="69" name="Context Manager internal operation">
            <a:extLst xmlns:a="http://schemas.openxmlformats.org/drawingml/2006/main">
              <a:ext uri="{FF2B5EF4-FFF2-40B4-BE49-F238E27FC236}">
                <a16:creationId xmlns:a16="http://schemas.microsoft.com/office/drawing/2014/main" id="{4E1AF213-33E2-4B52-AB5A-C5BF8E68DA4A}"/>
              </a:ext>
            </a:extLst>
          </p:cNvPr>
          <p:cNvSpPr>
            <a:spLocks xmlns:a="http://schemas.openxmlformats.org/drawingml/2006/main" noGrp="1"/>
          </p:cNvSpPr>
          <p:nvPr/>
        </p:nvSpPr>
        <p:spPr>
          <a:xfrm xmlns:a="http://schemas.openxmlformats.org/drawingml/2006/main">
            <a:off x="9677400" y="3790950"/>
            <a:ext cx="2581275" cy="342900"/>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70" name="DP1 object 189">
            <a:extLst xmlns:a="http://schemas.openxmlformats.org/drawingml/2006/main">
              <a:ext uri="{FF2B5EF4-FFF2-40B4-BE49-F238E27FC236}">
                <a16:creationId xmlns:a16="http://schemas.microsoft.com/office/drawing/2014/main" id="{CCEEAEE1-A04A-4132-93AD-D79AFAC12B1D}"/>
              </a:ext>
            </a:extLst>
          </p:cNvPr>
          <p:cNvSpPr>
            <a:spLocks xmlns:a="http://schemas.openxmlformats.org/drawingml/2006/main" noGrp="1"/>
          </p:cNvSpPr>
          <p:nvPr/>
        </p:nvSpPr>
        <p:spPr>
          <a:xfrm xmlns:a="http://schemas.openxmlformats.org/drawingml/2006/main">
            <a:off x="9725025" y="3810000"/>
            <a:ext cx="2486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허용 원본 조회·구성</a:t>
            </a:r>
          </a:p>
        </p:txBody>
      </p:sp>
      <p:sp>
        <p:nvSpPr>
          <p:cNvPr id="71" name="허용 원본&#10;공통 기록">
            <a:extLst xmlns:a="http://schemas.openxmlformats.org/drawingml/2006/main">
              <a:ext uri="{FF2B5EF4-FFF2-40B4-BE49-F238E27FC236}">
                <a16:creationId xmlns:a16="http://schemas.microsoft.com/office/drawing/2014/main" id="{E9C640B7-C8FB-4C57-9AFD-20EB7338158B}"/>
              </a:ext>
            </a:extLst>
          </p:cNvPr>
          <p:cNvSpPr>
            <a:spLocks xmlns:a="http://schemas.openxmlformats.org/drawingml/2006/main" noGrp="1"/>
          </p:cNvSpPr>
          <p:nvPr/>
        </p:nvSpPr>
        <p:spPr>
          <a:xfrm xmlns:a="http://schemas.openxmlformats.org/drawingml/2006/main">
            <a:off x="7467600" y="3476625"/>
            <a:ext cx="1647825" cy="685800"/>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72" name="DP1 object 190">
            <a:extLst xmlns:a="http://schemas.openxmlformats.org/drawingml/2006/main">
              <a:ext uri="{FF2B5EF4-FFF2-40B4-BE49-F238E27FC236}">
                <a16:creationId xmlns:a16="http://schemas.microsoft.com/office/drawing/2014/main" id="{2993D994-C114-4EEF-B704-E2E725643BC9}"/>
              </a:ext>
            </a:extLst>
          </p:cNvPr>
          <p:cNvSpPr>
            <a:spLocks xmlns:a="http://schemas.openxmlformats.org/drawingml/2006/main" noGrp="1"/>
          </p:cNvSpPr>
          <p:nvPr/>
        </p:nvSpPr>
        <p:spPr>
          <a:xfrm xmlns:a="http://schemas.openxmlformats.org/drawingml/2006/main">
            <a:off x="7515225" y="3581400"/>
            <a:ext cx="15525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허용 원본</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공통 기록</a:t>
            </a:r>
          </a:p>
        </p:txBody>
      </p:sp>
      <p:sp>
        <p:nvSpPr>
          <p:cNvPr id="73" name="Editable path 191">
            <a:extLst xmlns:a="http://schemas.openxmlformats.org/drawingml/2006/main">
              <a:ext uri="{FF2B5EF4-FFF2-40B4-BE49-F238E27FC236}">
                <a16:creationId xmlns:a16="http://schemas.microsoft.com/office/drawing/2014/main" id="{DFE8787C-197A-49E9-87C2-4521834B20F9}"/>
              </a:ext>
            </a:extLst>
          </p:cNvPr>
          <p:cNvSpPr>
            <a:spLocks xmlns:a="http://schemas.openxmlformats.org/drawingml/2006/main" noGrp="1"/>
          </p:cNvSpPr>
          <p:nvPr/>
        </p:nvSpPr>
        <p:spPr>
          <a:xfrm xmlns:a="http://schemas.openxmlformats.org/drawingml/2006/main">
            <a:off x="9115425" y="3810000"/>
            <a:ext cx="466725" cy="953"/>
          </a:xfrm>
          <a:custGeom xmlns:a="http://schemas.openxmlformats.org/drawingml/2006/main">
            <a:pathLst>
              <a:path w="466725" h="953">
                <a:moveTo>
                  <a:pt x="0" y="0"/>
                </a:moveTo>
                <a:lnTo>
                  <a:pt x="466725" y="0"/>
                </a:lnTo>
              </a:path>
            </a:pathLst>
          </a:custGeom>
          <a:noFill xmlns:a="http://schemas.openxmlformats.org/drawingml/2006/main"/>
          <a:ln xmlns:a="http://schemas.openxmlformats.org/drawingml/2006/main" w="22860">
            <a:solidFill>
              <a:srgbClr val="111111"/>
            </a:solidFill>
            <a:prstDash val="solid"/>
          </a:ln>
        </p:spPr>
      </p:sp>
      <p:sp>
        <p:nvSpPr>
          <p:cNvPr id="74" name="Editable arrowhead 192">
            <a:extLst xmlns:a="http://schemas.openxmlformats.org/drawingml/2006/main">
              <a:ext uri="{FF2B5EF4-FFF2-40B4-BE49-F238E27FC236}">
                <a16:creationId xmlns:a16="http://schemas.microsoft.com/office/drawing/2014/main" id="{395F5959-97AE-405A-B08B-9342D2F38BCC}"/>
              </a:ext>
            </a:extLst>
          </p:cNvPr>
          <p:cNvSpPr>
            <a:spLocks xmlns:a="http://schemas.openxmlformats.org/drawingml/2006/main" noGrp="1"/>
          </p:cNvSpPr>
          <p:nvPr/>
        </p:nvSpPr>
        <p:spPr>
          <a:xfrm xmlns:a="http://schemas.openxmlformats.org/drawingml/2006/main">
            <a:off x="9486900" y="376237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5" name="Editable path 193">
            <a:extLst xmlns:a="http://schemas.openxmlformats.org/drawingml/2006/main">
              <a:ext uri="{FF2B5EF4-FFF2-40B4-BE49-F238E27FC236}">
                <a16:creationId xmlns:a16="http://schemas.microsoft.com/office/drawing/2014/main" id="{622F1CEA-A1E2-4068-9D67-DBB6474A0B2B}"/>
              </a:ext>
            </a:extLst>
          </p:cNvPr>
          <p:cNvSpPr>
            <a:spLocks xmlns:a="http://schemas.openxmlformats.org/drawingml/2006/main" noGrp="1"/>
          </p:cNvSpPr>
          <p:nvPr/>
        </p:nvSpPr>
        <p:spPr>
          <a:xfrm xmlns:a="http://schemas.openxmlformats.org/drawingml/2006/main">
            <a:off x="10972800" y="4210050"/>
            <a:ext cx="953" cy="133350"/>
          </a:xfrm>
          <a:custGeom xmlns:a="http://schemas.openxmlformats.org/drawingml/2006/main">
            <a:pathLst>
              <a:path w="953" h="133350">
                <a:moveTo>
                  <a:pt x="0" y="0"/>
                </a:moveTo>
                <a:lnTo>
                  <a:pt x="0" y="133350"/>
                </a:lnTo>
              </a:path>
            </a:pathLst>
          </a:custGeom>
          <a:noFill xmlns:a="http://schemas.openxmlformats.org/drawingml/2006/main"/>
          <a:ln xmlns:a="http://schemas.openxmlformats.org/drawingml/2006/main" w="21908">
            <a:solidFill>
              <a:srgbClr val="111111"/>
            </a:solidFill>
            <a:prstDash val="solid"/>
          </a:ln>
        </p:spPr>
      </p:sp>
      <p:sp>
        <p:nvSpPr>
          <p:cNvPr id="76" name="Editable arrowhead 194">
            <a:extLst xmlns:a="http://schemas.openxmlformats.org/drawingml/2006/main">
              <a:ext uri="{FF2B5EF4-FFF2-40B4-BE49-F238E27FC236}">
                <a16:creationId xmlns:a16="http://schemas.microsoft.com/office/drawing/2014/main" id="{CD0A0EE8-48B7-4CB5-9671-B26068B803AB}"/>
              </a:ext>
            </a:extLst>
          </p:cNvPr>
          <p:cNvSpPr>
            <a:spLocks xmlns:a="http://schemas.openxmlformats.org/drawingml/2006/main" noGrp="1"/>
          </p:cNvSpPr>
          <p:nvPr/>
        </p:nvSpPr>
        <p:spPr>
          <a:xfrm xmlns:a="http://schemas.openxmlformats.org/drawingml/2006/main">
            <a:off x="10925175" y="42481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7" name="임시 근거 묶음 (요청 수명)">
            <a:extLst xmlns:a="http://schemas.openxmlformats.org/drawingml/2006/main">
              <a:ext uri="{FF2B5EF4-FFF2-40B4-BE49-F238E27FC236}">
                <a16:creationId xmlns:a16="http://schemas.microsoft.com/office/drawing/2014/main" id="{8E63DD52-1493-46F1-9FD9-BF2A4C3537AF}"/>
              </a:ext>
            </a:extLst>
          </p:cNvPr>
          <p:cNvSpPr>
            <a:spLocks xmlns:a="http://schemas.openxmlformats.org/drawingml/2006/main" noGrp="1"/>
          </p:cNvSpPr>
          <p:nvPr/>
        </p:nvSpPr>
        <p:spPr>
          <a:xfrm xmlns:a="http://schemas.openxmlformats.org/drawingml/2006/main">
            <a:off x="9582150" y="4343400"/>
            <a:ext cx="2771775" cy="4572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78" name="DP1 object 195">
            <a:extLst xmlns:a="http://schemas.openxmlformats.org/drawingml/2006/main">
              <a:ext uri="{FF2B5EF4-FFF2-40B4-BE49-F238E27FC236}">
                <a16:creationId xmlns:a16="http://schemas.microsoft.com/office/drawing/2014/main" id="{5CFE80C9-2A56-4B55-9141-26771DAA7404}"/>
              </a:ext>
            </a:extLst>
          </p:cNvPr>
          <p:cNvSpPr>
            <a:spLocks xmlns:a="http://schemas.openxmlformats.org/drawingml/2006/main" noGrp="1"/>
          </p:cNvSpPr>
          <p:nvPr/>
        </p:nvSpPr>
        <p:spPr>
          <a:xfrm xmlns:a="http://schemas.openxmlformats.org/drawingml/2006/main">
            <a:off x="9629775" y="4448175"/>
            <a:ext cx="26765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임시 근거 묶음 (요청 수명)</a:t>
            </a:r>
          </a:p>
        </p:txBody>
      </p:sp>
      <p:sp>
        <p:nvSpPr>
          <p:cNvPr id="79" name="Editable path 196">
            <a:extLst xmlns:a="http://schemas.openxmlformats.org/drawingml/2006/main">
              <a:ext uri="{FF2B5EF4-FFF2-40B4-BE49-F238E27FC236}">
                <a16:creationId xmlns:a16="http://schemas.microsoft.com/office/drawing/2014/main" id="{477B2138-7DFC-4CCC-81A6-1637B38E2909}"/>
              </a:ext>
            </a:extLst>
          </p:cNvPr>
          <p:cNvSpPr>
            <a:spLocks xmlns:a="http://schemas.openxmlformats.org/drawingml/2006/main" noGrp="1"/>
          </p:cNvSpPr>
          <p:nvPr/>
        </p:nvSpPr>
        <p:spPr>
          <a:xfrm xmlns:a="http://schemas.openxmlformats.org/drawingml/2006/main">
            <a:off x="10972800" y="4800600"/>
            <a:ext cx="953" cy="133350"/>
          </a:xfrm>
          <a:custGeom xmlns:a="http://schemas.openxmlformats.org/drawingml/2006/main">
            <a:pathLst>
              <a:path w="953" h="133350">
                <a:moveTo>
                  <a:pt x="0" y="0"/>
                </a:moveTo>
                <a:lnTo>
                  <a:pt x="0" y="133350"/>
                </a:lnTo>
              </a:path>
            </a:pathLst>
          </a:custGeom>
          <a:noFill xmlns:a="http://schemas.openxmlformats.org/drawingml/2006/main"/>
          <a:ln xmlns:a="http://schemas.openxmlformats.org/drawingml/2006/main" w="21908">
            <a:solidFill>
              <a:srgbClr val="111111"/>
            </a:solidFill>
            <a:prstDash val="solid"/>
          </a:ln>
        </p:spPr>
      </p:sp>
      <p:sp>
        <p:nvSpPr>
          <p:cNvPr id="80" name="Editable arrowhead 197">
            <a:extLst xmlns:a="http://schemas.openxmlformats.org/drawingml/2006/main">
              <a:ext uri="{FF2B5EF4-FFF2-40B4-BE49-F238E27FC236}">
                <a16:creationId xmlns:a16="http://schemas.microsoft.com/office/drawing/2014/main" id="{16AF4182-88AE-4003-B505-933380F3BE06}"/>
              </a:ext>
            </a:extLst>
          </p:cNvPr>
          <p:cNvSpPr>
            <a:spLocks xmlns:a="http://schemas.openxmlformats.org/drawingml/2006/main" noGrp="1"/>
          </p:cNvSpPr>
          <p:nvPr/>
        </p:nvSpPr>
        <p:spPr>
          <a:xfrm xmlns:a="http://schemas.openxmlformats.org/drawingml/2006/main">
            <a:off x="10925175" y="48387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1" name="Request Interpreter Component">
            <a:extLst xmlns:a="http://schemas.openxmlformats.org/drawingml/2006/main">
              <a:ext uri="{FF2B5EF4-FFF2-40B4-BE49-F238E27FC236}">
                <a16:creationId xmlns:a16="http://schemas.microsoft.com/office/drawing/2014/main" id="{27AA88DF-AC51-4156-87F4-B449E06D992C}"/>
              </a:ext>
            </a:extLst>
          </p:cNvPr>
          <p:cNvSpPr>
            <a:spLocks xmlns:a="http://schemas.openxmlformats.org/drawingml/2006/main" noGrp="1"/>
          </p:cNvSpPr>
          <p:nvPr/>
        </p:nvSpPr>
        <p:spPr>
          <a:xfrm xmlns:a="http://schemas.openxmlformats.org/drawingml/2006/main">
            <a:off x="9582150" y="4933950"/>
            <a:ext cx="2771775" cy="6096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82" name="DP1 object 198">
            <a:extLst xmlns:a="http://schemas.openxmlformats.org/drawingml/2006/main">
              <a:ext uri="{FF2B5EF4-FFF2-40B4-BE49-F238E27FC236}">
                <a16:creationId xmlns:a16="http://schemas.microsoft.com/office/drawing/2014/main" id="{A71FF8BC-4799-4C92-9F70-3CD03258059D}"/>
              </a:ext>
            </a:extLst>
          </p:cNvPr>
          <p:cNvSpPr>
            <a:spLocks xmlns:a="http://schemas.openxmlformats.org/drawingml/2006/main" noGrp="1"/>
          </p:cNvSpPr>
          <p:nvPr/>
        </p:nvSpPr>
        <p:spPr>
          <a:xfrm xmlns:a="http://schemas.openxmlformats.org/drawingml/2006/main">
            <a:off x="9639300" y="4953000"/>
            <a:ext cx="26574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Request Interpreter</a:t>
            </a:r>
          </a:p>
        </p:txBody>
      </p:sp>
      <p:sp>
        <p:nvSpPr>
          <p:cNvPr id="83" name="Editable path 199">
            <a:extLst xmlns:a="http://schemas.openxmlformats.org/drawingml/2006/main">
              <a:ext uri="{FF2B5EF4-FFF2-40B4-BE49-F238E27FC236}">
                <a16:creationId xmlns:a16="http://schemas.microsoft.com/office/drawing/2014/main" id="{E98B8790-F9DE-44A6-9741-5AD44E021F19}"/>
              </a:ext>
            </a:extLst>
          </p:cNvPr>
          <p:cNvSpPr>
            <a:spLocks xmlns:a="http://schemas.openxmlformats.org/drawingml/2006/main" noGrp="1"/>
          </p:cNvSpPr>
          <p:nvPr/>
        </p:nvSpPr>
        <p:spPr>
          <a:xfrm xmlns:a="http://schemas.openxmlformats.org/drawingml/2006/main">
            <a:off x="9582150" y="5191125"/>
            <a:ext cx="2771775" cy="953"/>
          </a:xfrm>
          <a:custGeom xmlns:a="http://schemas.openxmlformats.org/drawingml/2006/main">
            <a:pathLst>
              <a:path w="2771775" h="953">
                <a:moveTo>
                  <a:pt x="0" y="0"/>
                </a:moveTo>
                <a:lnTo>
                  <a:pt x="2771775" y="0"/>
                </a:lnTo>
              </a:path>
            </a:pathLst>
          </a:custGeom>
          <a:noFill xmlns:a="http://schemas.openxmlformats.org/drawingml/2006/main"/>
          <a:ln xmlns:a="http://schemas.openxmlformats.org/drawingml/2006/main" w="14288">
            <a:solidFill>
              <a:srgbClr val="111111"/>
            </a:solidFill>
            <a:prstDash val="solid"/>
          </a:ln>
        </p:spPr>
      </p:sp>
      <p:sp>
        <p:nvSpPr>
          <p:cNvPr id="84" name="Request Interpreter internal operation">
            <a:extLst xmlns:a="http://schemas.openxmlformats.org/drawingml/2006/main">
              <a:ext uri="{FF2B5EF4-FFF2-40B4-BE49-F238E27FC236}">
                <a16:creationId xmlns:a16="http://schemas.microsoft.com/office/drawing/2014/main" id="{C193AE13-DBE1-47FD-9925-118997AF4F66}"/>
              </a:ext>
            </a:extLst>
          </p:cNvPr>
          <p:cNvSpPr>
            <a:spLocks xmlns:a="http://schemas.openxmlformats.org/drawingml/2006/main" noGrp="1"/>
          </p:cNvSpPr>
          <p:nvPr/>
        </p:nvSpPr>
        <p:spPr>
          <a:xfrm xmlns:a="http://schemas.openxmlformats.org/drawingml/2006/main">
            <a:off x="9677400" y="5257800"/>
            <a:ext cx="2581275" cy="209550"/>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85" name="DP1 object 200">
            <a:extLst xmlns:a="http://schemas.openxmlformats.org/drawingml/2006/main">
              <a:ext uri="{FF2B5EF4-FFF2-40B4-BE49-F238E27FC236}">
                <a16:creationId xmlns:a16="http://schemas.microsoft.com/office/drawing/2014/main" id="{64A6BC58-531B-405C-8BD3-77B49D0110AE}"/>
              </a:ext>
            </a:extLst>
          </p:cNvPr>
          <p:cNvSpPr>
            <a:spLocks xmlns:a="http://schemas.openxmlformats.org/drawingml/2006/main" noGrp="1"/>
          </p:cNvSpPr>
          <p:nvPr/>
        </p:nvSpPr>
        <p:spPr>
          <a:xfrm xmlns:a="http://schemas.openxmlformats.org/drawingml/2006/main">
            <a:off x="9725025" y="5276850"/>
            <a:ext cx="24860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현재 의미 제안</a:t>
            </a:r>
          </a:p>
        </p:txBody>
      </p:sp>
      <p:sp>
        <p:nvSpPr>
          <p:cNvPr id="86" name="Editable path 201">
            <a:extLst xmlns:a="http://schemas.openxmlformats.org/drawingml/2006/main">
              <a:ext uri="{FF2B5EF4-FFF2-40B4-BE49-F238E27FC236}">
                <a16:creationId xmlns:a16="http://schemas.microsoft.com/office/drawing/2014/main" id="{A2D1786D-6233-46E7-AC5A-6E6BF0BF3406}"/>
              </a:ext>
            </a:extLst>
          </p:cNvPr>
          <p:cNvSpPr>
            <a:spLocks xmlns:a="http://schemas.openxmlformats.org/drawingml/2006/main" noGrp="1"/>
          </p:cNvSpPr>
          <p:nvPr/>
        </p:nvSpPr>
        <p:spPr>
          <a:xfrm xmlns:a="http://schemas.openxmlformats.org/drawingml/2006/main">
            <a:off x="9248775" y="2924175"/>
            <a:ext cx="333375" cy="2476500"/>
          </a:xfrm>
          <a:custGeom xmlns:a="http://schemas.openxmlformats.org/drawingml/2006/main">
            <a:pathLst>
              <a:path w="333375" h="2476500">
                <a:moveTo>
                  <a:pt x="152400" y="2476500"/>
                </a:moveTo>
                <a:lnTo>
                  <a:pt x="0" y="2476500"/>
                </a:lnTo>
                <a:lnTo>
                  <a:pt x="0" y="0"/>
                </a:lnTo>
                <a:lnTo>
                  <a:pt x="333375" y="0"/>
                </a:lnTo>
              </a:path>
            </a:pathLst>
          </a:custGeom>
          <a:noFill xmlns:a="http://schemas.openxmlformats.org/drawingml/2006/main"/>
          <a:ln xmlns:a="http://schemas.openxmlformats.org/drawingml/2006/main" w="17145">
            <a:solidFill>
              <a:srgbClr val="98999B"/>
            </a:solidFill>
            <a:prstDash val="dash"/>
          </a:ln>
        </p:spPr>
      </p:sp>
      <p:sp>
        <p:nvSpPr>
          <p:cNvPr id="87" name="Editable arrowhead 202">
            <a:extLst xmlns:a="http://schemas.openxmlformats.org/drawingml/2006/main">
              <a:ext uri="{FF2B5EF4-FFF2-40B4-BE49-F238E27FC236}">
                <a16:creationId xmlns:a16="http://schemas.microsoft.com/office/drawing/2014/main" id="{69AD2984-44C1-4E25-B612-7D162F24B350}"/>
              </a:ext>
            </a:extLst>
          </p:cNvPr>
          <p:cNvSpPr>
            <a:spLocks xmlns:a="http://schemas.openxmlformats.org/drawingml/2006/main" noGrp="1"/>
          </p:cNvSpPr>
          <p:nvPr/>
        </p:nvSpPr>
        <p:spPr>
          <a:xfrm xmlns:a="http://schemas.openxmlformats.org/drawingml/2006/main">
            <a:off x="9486900" y="28765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98999B"/>
          </a:solidFill>
          <a:ln xmlns:a="http://schemas.openxmlformats.org/drawingml/2006/main" w="5715">
            <a:solidFill>
              <a:srgbClr val="98999B"/>
            </a:solidFill>
            <a:prstDash val="solid"/>
          </a:ln>
        </p:spPr>
      </p:sp>
      <p:sp>
        <p:nvSpPr>
          <p:cNvPr id="88" name="DP1 object 203">
            <a:extLst xmlns:a="http://schemas.openxmlformats.org/drawingml/2006/main">
              <a:ext uri="{FF2B5EF4-FFF2-40B4-BE49-F238E27FC236}">
                <a16:creationId xmlns:a16="http://schemas.microsoft.com/office/drawing/2014/main" id="{61F95B60-13B2-49EF-8EBD-FB205A00E434}"/>
              </a:ext>
            </a:extLst>
          </p:cNvPr>
          <p:cNvSpPr>
            <a:spLocks xmlns:a="http://schemas.openxmlformats.org/drawingml/2006/main" noGrp="1"/>
          </p:cNvSpPr>
          <p:nvPr/>
        </p:nvSpPr>
        <p:spPr>
          <a:xfrm xmlns:a="http://schemas.openxmlformats.org/drawingml/2006/main">
            <a:off x="7477125" y="4333875"/>
            <a:ext cx="1638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다음 요청도</a:t>
            </a:r>
          </a:p>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새로 구성</a:t>
            </a:r>
          </a:p>
        </p:txBody>
      </p:sp>
      <p:sp>
        <p:nvSpPr>
          <p:cNvPr id="89" name="DP1 object 204">
            <a:extLst xmlns:a="http://schemas.openxmlformats.org/drawingml/2006/main">
              <a:ext uri="{FF2B5EF4-FFF2-40B4-BE49-F238E27FC236}">
                <a16:creationId xmlns:a16="http://schemas.microsoft.com/office/drawing/2014/main" id="{3671F7DE-BB36-4869-A707-C7EC8615B050}"/>
              </a:ext>
            </a:extLst>
          </p:cNvPr>
          <p:cNvSpPr>
            <a:spLocks xmlns:a="http://schemas.openxmlformats.org/drawingml/2006/main" noGrp="1"/>
          </p:cNvSpPr>
          <p:nvPr/>
        </p:nvSpPr>
        <p:spPr>
          <a:xfrm xmlns:a="http://schemas.openxmlformats.org/drawingml/2006/main">
            <a:off x="7477125" y="5067300"/>
            <a:ext cx="1666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1">
                <a:solidFill>
                  <a:srgbClr val="C00000"/>
                </a:solidFill>
                <a:latin typeface="Apple SD Gothic Neo"/>
                <a:ea typeface="Apple SD Gothic Neo"/>
                <a:cs typeface="Apple SD Gothic Neo"/>
              </a:defRPr>
            </a:defPPr>
            <a:lvl1pPr algn="ctr">
              <a:defRPr sz="1575" b="1">
                <a:solidFill>
                  <a:srgbClr val="C00000"/>
                </a:solidFill>
                <a:latin typeface="Apple SD Gothic Neo"/>
                <a:ea typeface="Apple SD Gothic Neo"/>
                <a:cs typeface="Apple SD Gothic Neo"/>
              </a:defRPr>
            </a:lvl1pPr>
            <a:lvl2pPr algn="ctr">
              <a:defRPr sz="1575" b="1">
                <a:solidFill>
                  <a:srgbClr val="C00000"/>
                </a:solidFill>
                <a:latin typeface="Apple SD Gothic Neo"/>
                <a:ea typeface="Apple SD Gothic Neo"/>
                <a:cs typeface="Apple SD Gothic Neo"/>
              </a:defRPr>
            </a:lvl2pPr>
            <a:lvl3pPr algn="ctr">
              <a:defRPr sz="1575" b="1">
                <a:solidFill>
                  <a:srgbClr val="C00000"/>
                </a:solidFill>
                <a:latin typeface="Apple SD Gothic Neo"/>
                <a:ea typeface="Apple SD Gothic Neo"/>
                <a:cs typeface="Apple SD Gothic Neo"/>
              </a:defRPr>
            </a:lvl3pPr>
            <a:lvl4pPr algn="ctr">
              <a:defRPr sz="1575" b="1">
                <a:solidFill>
                  <a:srgbClr val="C00000"/>
                </a:solidFill>
                <a:latin typeface="Apple SD Gothic Neo"/>
                <a:ea typeface="Apple SD Gothic Neo"/>
                <a:cs typeface="Apple SD Gothic Neo"/>
              </a:defRPr>
            </a:lvl4pPr>
            <a:lvl5pPr algn="ctr">
              <a:defRPr sz="1575" b="1">
                <a:solidFill>
                  <a:srgbClr val="C00000"/>
                </a:solidFill>
                <a:latin typeface="Apple SD Gothic Neo"/>
                <a:ea typeface="Apple SD Gothic Neo"/>
                <a:cs typeface="Apple SD Gothic Neo"/>
              </a:defRPr>
            </a:lvl5pPr>
            <a:lvl6pPr algn="ctr">
              <a:defRPr sz="1575" b="1">
                <a:solidFill>
                  <a:srgbClr val="C00000"/>
                </a:solidFill>
                <a:latin typeface="Apple SD Gothic Neo"/>
                <a:ea typeface="Apple SD Gothic Neo"/>
                <a:cs typeface="Apple SD Gothic Neo"/>
              </a:defRPr>
            </a:lvl6pPr>
            <a:lvl7pPr algn="ctr">
              <a:defRPr sz="1575" b="1">
                <a:solidFill>
                  <a:srgbClr val="C00000"/>
                </a:solidFill>
                <a:latin typeface="Apple SD Gothic Neo"/>
                <a:ea typeface="Apple SD Gothic Neo"/>
                <a:cs typeface="Apple SD Gothic Neo"/>
              </a:defRPr>
            </a:lvl7pPr>
            <a:lvl8pPr algn="ctr">
              <a:defRPr sz="1575" b="1">
                <a:solidFill>
                  <a:srgbClr val="C00000"/>
                </a:solidFill>
                <a:latin typeface="Apple SD Gothic Neo"/>
                <a:ea typeface="Apple SD Gothic Neo"/>
                <a:cs typeface="Apple SD Gothic Neo"/>
              </a:defRPr>
            </a:lvl8pPr>
            <a:lvl9pPr algn="ctr">
              <a:defRPr sz="1575" b="1">
                <a:solidFill>
                  <a:srgbClr val="C00000"/>
                </a:solidFill>
                <a:latin typeface="Apple SD Gothic Neo"/>
                <a:ea typeface="Apple SD Gothic Neo"/>
                <a:cs typeface="Apple SD Gothic Neo"/>
              </a:defRPr>
            </a:lvl9pPr>
          </a:lstStyle>
          <a:p xmlns:a="http://schemas.openxmlformats.org/drawingml/2006/main">
            <a:pPr algn="ctr">
              <a:defRPr sz="1575" b="1">
                <a:solidFill>
                  <a:srgbClr val="C00000"/>
                </a:solidFill>
                <a:latin typeface="Apple SD Gothic Neo"/>
                <a:ea typeface="Apple SD Gothic Neo"/>
                <a:cs typeface="Apple SD Gothic Neo"/>
              </a:defRPr>
            </a:pPr>
            <a:r>
              <a:rPr sz="1575" b="1">
                <a:solidFill>
                  <a:srgbClr val="C00000"/>
                </a:solidFill>
                <a:latin typeface="Apple SD Gothic Neo"/>
                <a:ea typeface="Apple SD Gothic Neo"/>
                <a:cs typeface="Apple SD Gothic Neo"/>
              </a:rPr>
              <a:t>종료 시</a:t>
            </a:r>
          </a:p>
          <a:p xmlns:a="http://schemas.openxmlformats.org/drawingml/2006/main">
            <a:pPr algn="ctr">
              <a:defRPr sz="1575" b="1">
                <a:solidFill>
                  <a:srgbClr val="C00000"/>
                </a:solidFill>
                <a:latin typeface="Apple SD Gothic Neo"/>
                <a:ea typeface="Apple SD Gothic Neo"/>
                <a:cs typeface="Apple SD Gothic Neo"/>
              </a:defRPr>
            </a:pPr>
            <a:r>
              <a:rPr sz="1575" b="1">
                <a:solidFill>
                  <a:srgbClr val="C00000"/>
                </a:solidFill>
                <a:latin typeface="Apple SD Gothic Neo"/>
                <a:ea typeface="Apple SD Gothic Neo"/>
                <a:cs typeface="Apple SD Gothic Neo"/>
              </a:rPr>
              <a:t>추가 묶음 해제</a:t>
            </a:r>
          </a:p>
        </p:txBody>
      </p:sp>
      <p:sp>
        <p:nvSpPr>
          <p:cNvPr id="90" name="DP1 object 205">
            <a:extLst xmlns:a="http://schemas.openxmlformats.org/drawingml/2006/main">
              <a:ext uri="{FF2B5EF4-FFF2-40B4-BE49-F238E27FC236}">
                <a16:creationId xmlns:a16="http://schemas.microsoft.com/office/drawing/2014/main" id="{B05CFA25-AF87-49EB-B63E-D0D091108DE3}"/>
              </a:ext>
            </a:extLst>
          </p:cNvPr>
          <p:cNvSpPr>
            <a:spLocks xmlns:a="http://schemas.openxmlformats.org/drawingml/2006/main" noGrp="1"/>
          </p:cNvSpPr>
          <p:nvPr/>
        </p:nvSpPr>
        <p:spPr>
          <a:xfrm xmlns:a="http://schemas.openxmlformats.org/drawingml/2006/main">
            <a:off x="12744450" y="2200275"/>
            <a:ext cx="520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요청 밖에서 생산하고 요청 시 조회</a:t>
            </a:r>
          </a:p>
        </p:txBody>
      </p:sp>
      <p:sp>
        <p:nvSpPr>
          <p:cNvPr id="91" name="허용 원본&#10;확정 변경">
            <a:extLst xmlns:a="http://schemas.openxmlformats.org/drawingml/2006/main">
              <a:ext uri="{FF2B5EF4-FFF2-40B4-BE49-F238E27FC236}">
                <a16:creationId xmlns:a16="http://schemas.microsoft.com/office/drawing/2014/main" id="{2A9411C5-A071-4B10-B11A-6D571A7971A4}"/>
              </a:ext>
            </a:extLst>
          </p:cNvPr>
          <p:cNvSpPr>
            <a:spLocks xmlns:a="http://schemas.openxmlformats.org/drawingml/2006/main" noGrp="1"/>
          </p:cNvSpPr>
          <p:nvPr/>
        </p:nvSpPr>
        <p:spPr>
          <a:xfrm xmlns:a="http://schemas.openxmlformats.org/drawingml/2006/main">
            <a:off x="12839700" y="2990850"/>
            <a:ext cx="1543050" cy="657225"/>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92" name="DP1 object 206">
            <a:extLst xmlns:a="http://schemas.openxmlformats.org/drawingml/2006/main">
              <a:ext uri="{FF2B5EF4-FFF2-40B4-BE49-F238E27FC236}">
                <a16:creationId xmlns:a16="http://schemas.microsoft.com/office/drawing/2014/main" id="{05E50D91-A89D-46F2-80B1-261F536C40AA}"/>
              </a:ext>
            </a:extLst>
          </p:cNvPr>
          <p:cNvSpPr>
            <a:spLocks xmlns:a="http://schemas.openxmlformats.org/drawingml/2006/main" noGrp="1"/>
          </p:cNvSpPr>
          <p:nvPr/>
        </p:nvSpPr>
        <p:spPr>
          <a:xfrm xmlns:a="http://schemas.openxmlformats.org/drawingml/2006/main">
            <a:off x="12887325" y="3095625"/>
            <a:ext cx="1447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허용 원본</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확정 변경</a:t>
            </a:r>
          </a:p>
        </p:txBody>
      </p:sp>
      <p:sp>
        <p:nvSpPr>
          <p:cNvPr id="93" name="Context Manager production Component">
            <a:extLst xmlns:a="http://schemas.openxmlformats.org/drawingml/2006/main">
              <a:ext uri="{FF2B5EF4-FFF2-40B4-BE49-F238E27FC236}">
                <a16:creationId xmlns:a16="http://schemas.microsoft.com/office/drawing/2014/main" id="{42A8E280-5035-4582-A977-B016D002ABEC}"/>
              </a:ext>
            </a:extLst>
          </p:cNvPr>
          <p:cNvSpPr>
            <a:spLocks xmlns:a="http://schemas.openxmlformats.org/drawingml/2006/main" noGrp="1"/>
          </p:cNvSpPr>
          <p:nvPr/>
        </p:nvSpPr>
        <p:spPr>
          <a:xfrm xmlns:a="http://schemas.openxmlformats.org/drawingml/2006/main">
            <a:off x="14658975" y="2552700"/>
            <a:ext cx="3190875" cy="16573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94" name="DP1 object 207">
            <a:extLst xmlns:a="http://schemas.openxmlformats.org/drawingml/2006/main">
              <a:ext uri="{FF2B5EF4-FFF2-40B4-BE49-F238E27FC236}">
                <a16:creationId xmlns:a16="http://schemas.microsoft.com/office/drawing/2014/main" id="{31532A1F-9685-4C31-BA50-DFD926D175DE}"/>
              </a:ext>
            </a:extLst>
          </p:cNvPr>
          <p:cNvSpPr>
            <a:spLocks xmlns:a="http://schemas.openxmlformats.org/drawingml/2006/main" noGrp="1"/>
          </p:cNvSpPr>
          <p:nvPr/>
        </p:nvSpPr>
        <p:spPr>
          <a:xfrm xmlns:a="http://schemas.openxmlformats.org/drawingml/2006/main">
            <a:off x="14735175" y="2590800"/>
            <a:ext cx="30384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Context Manager</a:t>
            </a:r>
          </a:p>
        </p:txBody>
      </p:sp>
      <p:sp>
        <p:nvSpPr>
          <p:cNvPr id="95" name="Editable path 208">
            <a:extLst xmlns:a="http://schemas.openxmlformats.org/drawingml/2006/main">
              <a:ext uri="{FF2B5EF4-FFF2-40B4-BE49-F238E27FC236}">
                <a16:creationId xmlns:a16="http://schemas.microsoft.com/office/drawing/2014/main" id="{62A9F8C5-020B-4329-8D2D-FD483138CBD3}"/>
              </a:ext>
            </a:extLst>
          </p:cNvPr>
          <p:cNvSpPr>
            <a:spLocks xmlns:a="http://schemas.openxmlformats.org/drawingml/2006/main" noGrp="1"/>
          </p:cNvSpPr>
          <p:nvPr/>
        </p:nvSpPr>
        <p:spPr>
          <a:xfrm xmlns:a="http://schemas.openxmlformats.org/drawingml/2006/main">
            <a:off x="14658975" y="2914650"/>
            <a:ext cx="3190875" cy="953"/>
          </a:xfrm>
          <a:custGeom xmlns:a="http://schemas.openxmlformats.org/drawingml/2006/main">
            <a:pathLst>
              <a:path w="3190875" h="953">
                <a:moveTo>
                  <a:pt x="0" y="0"/>
                </a:moveTo>
                <a:lnTo>
                  <a:pt x="3190875" y="0"/>
                </a:lnTo>
              </a:path>
            </a:pathLst>
          </a:custGeom>
          <a:noFill xmlns:a="http://schemas.openxmlformats.org/drawingml/2006/main"/>
          <a:ln xmlns:a="http://schemas.openxmlformats.org/drawingml/2006/main" w="14288">
            <a:solidFill>
              <a:srgbClr val="111111"/>
            </a:solidFill>
            <a:prstDash val="solid"/>
          </a:ln>
        </p:spPr>
      </p:sp>
      <p:sp>
        <p:nvSpPr>
          <p:cNvPr id="96" name="DP1 object 209">
            <a:extLst xmlns:a="http://schemas.openxmlformats.org/drawingml/2006/main">
              <a:ext uri="{FF2B5EF4-FFF2-40B4-BE49-F238E27FC236}">
                <a16:creationId xmlns:a16="http://schemas.microsoft.com/office/drawing/2014/main" id="{6A7F3828-000D-4264-A3E4-72D703A6DC2D}"/>
              </a:ext>
            </a:extLst>
          </p:cNvPr>
          <p:cNvSpPr>
            <a:spLocks xmlns:a="http://schemas.openxmlformats.org/drawingml/2006/main" noGrp="1"/>
          </p:cNvSpPr>
          <p:nvPr/>
        </p:nvSpPr>
        <p:spPr>
          <a:xfrm xmlns:a="http://schemas.openxmlformats.org/drawingml/2006/main">
            <a:off x="14744700" y="2952750"/>
            <a:ext cx="30194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독립 생산 (요청과 별개)</a:t>
            </a:r>
          </a:p>
        </p:txBody>
      </p:sp>
      <p:sp>
        <p:nvSpPr>
          <p:cNvPr id="97" name="Independent evidence production internal operation">
            <a:extLst xmlns:a="http://schemas.openxmlformats.org/drawingml/2006/main">
              <a:ext uri="{FF2B5EF4-FFF2-40B4-BE49-F238E27FC236}">
                <a16:creationId xmlns:a16="http://schemas.microsoft.com/office/drawing/2014/main" id="{2C5FD216-8902-49E9-B055-90E99F9375CF}"/>
              </a:ext>
            </a:extLst>
          </p:cNvPr>
          <p:cNvSpPr>
            <a:spLocks xmlns:a="http://schemas.openxmlformats.org/drawingml/2006/main" noGrp="1"/>
          </p:cNvSpPr>
          <p:nvPr/>
        </p:nvSpPr>
        <p:spPr>
          <a:xfrm xmlns:a="http://schemas.openxmlformats.org/drawingml/2006/main">
            <a:off x="14773275" y="3276600"/>
            <a:ext cx="1628775" cy="752475"/>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98" name="DP1 object 210">
            <a:extLst xmlns:a="http://schemas.openxmlformats.org/drawingml/2006/main">
              <a:ext uri="{FF2B5EF4-FFF2-40B4-BE49-F238E27FC236}">
                <a16:creationId xmlns:a16="http://schemas.microsoft.com/office/drawing/2014/main" id="{2C871229-FB58-4935-A5D8-89EEC29754E4}"/>
              </a:ext>
            </a:extLst>
          </p:cNvPr>
          <p:cNvSpPr>
            <a:spLocks xmlns:a="http://schemas.openxmlformats.org/drawingml/2006/main" noGrp="1"/>
          </p:cNvSpPr>
          <p:nvPr/>
        </p:nvSpPr>
        <p:spPr>
          <a:xfrm xmlns:a="http://schemas.openxmlformats.org/drawingml/2006/main">
            <a:off x="14830425" y="3343275"/>
            <a:ext cx="15144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관계 생산</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검증·게시</a:t>
            </a:r>
          </a:p>
        </p:txBody>
      </p:sp>
      <p:sp>
        <p:nvSpPr>
          <p:cNvPr id="99" name="게시 근거">
            <a:extLst xmlns:a="http://schemas.openxmlformats.org/drawingml/2006/main">
              <a:ext uri="{FF2B5EF4-FFF2-40B4-BE49-F238E27FC236}">
                <a16:creationId xmlns:a16="http://schemas.microsoft.com/office/drawing/2014/main" id="{3A7CF74F-A774-4A36-8F03-F42F371BB62E}"/>
              </a:ext>
            </a:extLst>
          </p:cNvPr>
          <p:cNvSpPr>
            <a:spLocks xmlns:a="http://schemas.openxmlformats.org/drawingml/2006/main" noGrp="1"/>
          </p:cNvSpPr>
          <p:nvPr/>
        </p:nvSpPr>
        <p:spPr>
          <a:xfrm xmlns:a="http://schemas.openxmlformats.org/drawingml/2006/main">
            <a:off x="16602075" y="3333750"/>
            <a:ext cx="1133475" cy="619125"/>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100" name="DP1 object 211">
            <a:extLst xmlns:a="http://schemas.openxmlformats.org/drawingml/2006/main">
              <a:ext uri="{FF2B5EF4-FFF2-40B4-BE49-F238E27FC236}">
                <a16:creationId xmlns:a16="http://schemas.microsoft.com/office/drawing/2014/main" id="{E3A24C43-7926-40DE-9715-E191A6009C97}"/>
              </a:ext>
            </a:extLst>
          </p:cNvPr>
          <p:cNvSpPr>
            <a:spLocks xmlns:a="http://schemas.openxmlformats.org/drawingml/2006/main" noGrp="1"/>
          </p:cNvSpPr>
          <p:nvPr/>
        </p:nvSpPr>
        <p:spPr>
          <a:xfrm xmlns:a="http://schemas.openxmlformats.org/drawingml/2006/main">
            <a:off x="16649700" y="3438525"/>
            <a:ext cx="10382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게시 근거</a:t>
            </a:r>
          </a:p>
        </p:txBody>
      </p:sp>
      <p:sp>
        <p:nvSpPr>
          <p:cNvPr id="101" name="Editable path 212">
            <a:extLst xmlns:a="http://schemas.openxmlformats.org/drawingml/2006/main">
              <a:ext uri="{FF2B5EF4-FFF2-40B4-BE49-F238E27FC236}">
                <a16:creationId xmlns:a16="http://schemas.microsoft.com/office/drawing/2014/main" id="{AD69AE6C-6D66-4441-A23A-6C9CD5F92CB4}"/>
              </a:ext>
            </a:extLst>
          </p:cNvPr>
          <p:cNvSpPr>
            <a:spLocks xmlns:a="http://schemas.openxmlformats.org/drawingml/2006/main" noGrp="1"/>
          </p:cNvSpPr>
          <p:nvPr/>
        </p:nvSpPr>
        <p:spPr>
          <a:xfrm xmlns:a="http://schemas.openxmlformats.org/drawingml/2006/main">
            <a:off x="14382750" y="3324225"/>
            <a:ext cx="276225" cy="953"/>
          </a:xfrm>
          <a:custGeom xmlns:a="http://schemas.openxmlformats.org/drawingml/2006/main">
            <a:pathLst>
              <a:path w="276225" h="953">
                <a:moveTo>
                  <a:pt x="0" y="0"/>
                </a:moveTo>
                <a:lnTo>
                  <a:pt x="276225" y="0"/>
                </a:lnTo>
              </a:path>
            </a:pathLst>
          </a:custGeom>
          <a:noFill xmlns:a="http://schemas.openxmlformats.org/drawingml/2006/main"/>
          <a:ln xmlns:a="http://schemas.openxmlformats.org/drawingml/2006/main" w="21908">
            <a:solidFill>
              <a:srgbClr val="111111"/>
            </a:solidFill>
            <a:prstDash val="solid"/>
          </a:ln>
        </p:spPr>
      </p:sp>
      <p:sp>
        <p:nvSpPr>
          <p:cNvPr id="102" name="Editable arrowhead 213">
            <a:extLst xmlns:a="http://schemas.openxmlformats.org/drawingml/2006/main">
              <a:ext uri="{FF2B5EF4-FFF2-40B4-BE49-F238E27FC236}">
                <a16:creationId xmlns:a16="http://schemas.microsoft.com/office/drawing/2014/main" id="{A5ED9D95-FA81-4372-953D-CBDF207C934D}"/>
              </a:ext>
            </a:extLst>
          </p:cNvPr>
          <p:cNvSpPr>
            <a:spLocks xmlns:a="http://schemas.openxmlformats.org/drawingml/2006/main" noGrp="1"/>
          </p:cNvSpPr>
          <p:nvPr/>
        </p:nvSpPr>
        <p:spPr>
          <a:xfrm xmlns:a="http://schemas.openxmlformats.org/drawingml/2006/main">
            <a:off x="14563725" y="327660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3" name="Editable path 214">
            <a:extLst xmlns:a="http://schemas.openxmlformats.org/drawingml/2006/main">
              <a:ext uri="{FF2B5EF4-FFF2-40B4-BE49-F238E27FC236}">
                <a16:creationId xmlns:a16="http://schemas.microsoft.com/office/drawing/2014/main" id="{3A13E079-4CCE-4757-A782-67EA6BA74399}"/>
              </a:ext>
            </a:extLst>
          </p:cNvPr>
          <p:cNvSpPr>
            <a:spLocks xmlns:a="http://schemas.openxmlformats.org/drawingml/2006/main" noGrp="1"/>
          </p:cNvSpPr>
          <p:nvPr/>
        </p:nvSpPr>
        <p:spPr>
          <a:xfrm xmlns:a="http://schemas.openxmlformats.org/drawingml/2006/main">
            <a:off x="16402050" y="3648075"/>
            <a:ext cx="200025" cy="953"/>
          </a:xfrm>
          <a:custGeom xmlns:a="http://schemas.openxmlformats.org/drawingml/2006/main">
            <a:pathLst>
              <a:path w="200025" h="953">
                <a:moveTo>
                  <a:pt x="0" y="0"/>
                </a:moveTo>
                <a:lnTo>
                  <a:pt x="200025" y="0"/>
                </a:lnTo>
              </a:path>
            </a:pathLst>
          </a:custGeom>
          <a:noFill xmlns:a="http://schemas.openxmlformats.org/drawingml/2006/main"/>
          <a:ln xmlns:a="http://schemas.openxmlformats.org/drawingml/2006/main" w="21908">
            <a:solidFill>
              <a:srgbClr val="111111"/>
            </a:solidFill>
            <a:prstDash val="solid"/>
          </a:ln>
        </p:spPr>
      </p:sp>
      <p:sp>
        <p:nvSpPr>
          <p:cNvPr id="104" name="Editable arrowhead 215">
            <a:extLst xmlns:a="http://schemas.openxmlformats.org/drawingml/2006/main">
              <a:ext uri="{FF2B5EF4-FFF2-40B4-BE49-F238E27FC236}">
                <a16:creationId xmlns:a16="http://schemas.microsoft.com/office/drawing/2014/main" id="{91461A8E-FF51-4EF2-9205-20D46B79178B}"/>
              </a:ext>
            </a:extLst>
          </p:cNvPr>
          <p:cNvSpPr>
            <a:spLocks xmlns:a="http://schemas.openxmlformats.org/drawingml/2006/main" noGrp="1"/>
          </p:cNvSpPr>
          <p:nvPr/>
        </p:nvSpPr>
        <p:spPr>
          <a:xfrm xmlns:a="http://schemas.openxmlformats.org/drawingml/2006/main">
            <a:off x="16506825" y="36004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5" name="Context Manager Component">
            <a:extLst xmlns:a="http://schemas.openxmlformats.org/drawingml/2006/main">
              <a:ext uri="{FF2B5EF4-FFF2-40B4-BE49-F238E27FC236}">
                <a16:creationId xmlns:a16="http://schemas.microsoft.com/office/drawing/2014/main" id="{4DA49BFA-1D97-4338-BBC6-B410ECC867A7}"/>
              </a:ext>
            </a:extLst>
          </p:cNvPr>
          <p:cNvSpPr>
            <a:spLocks xmlns:a="http://schemas.openxmlformats.org/drawingml/2006/main" noGrp="1"/>
          </p:cNvSpPr>
          <p:nvPr/>
        </p:nvSpPr>
        <p:spPr>
          <a:xfrm xmlns:a="http://schemas.openxmlformats.org/drawingml/2006/main">
            <a:off x="12839700" y="4591050"/>
            <a:ext cx="2333625" cy="9334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06" name="DP1 object 216">
            <a:extLst xmlns:a="http://schemas.openxmlformats.org/drawingml/2006/main">
              <a:ext uri="{FF2B5EF4-FFF2-40B4-BE49-F238E27FC236}">
                <a16:creationId xmlns:a16="http://schemas.microsoft.com/office/drawing/2014/main" id="{39348D02-3876-44CF-B220-5F45E86649E5}"/>
              </a:ext>
            </a:extLst>
          </p:cNvPr>
          <p:cNvSpPr>
            <a:spLocks xmlns:a="http://schemas.openxmlformats.org/drawingml/2006/main" noGrp="1"/>
          </p:cNvSpPr>
          <p:nvPr/>
        </p:nvSpPr>
        <p:spPr>
          <a:xfrm xmlns:a="http://schemas.openxmlformats.org/drawingml/2006/main">
            <a:off x="12896850" y="4610100"/>
            <a:ext cx="2219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Context Manager</a:t>
            </a:r>
          </a:p>
        </p:txBody>
      </p:sp>
      <p:sp>
        <p:nvSpPr>
          <p:cNvPr id="107" name="Editable path 217">
            <a:extLst xmlns:a="http://schemas.openxmlformats.org/drawingml/2006/main">
              <a:ext uri="{FF2B5EF4-FFF2-40B4-BE49-F238E27FC236}">
                <a16:creationId xmlns:a16="http://schemas.microsoft.com/office/drawing/2014/main" id="{03D5B2AB-99CF-4742-9189-8DF4D2861300}"/>
              </a:ext>
            </a:extLst>
          </p:cNvPr>
          <p:cNvSpPr>
            <a:spLocks xmlns:a="http://schemas.openxmlformats.org/drawingml/2006/main" noGrp="1"/>
          </p:cNvSpPr>
          <p:nvPr/>
        </p:nvSpPr>
        <p:spPr>
          <a:xfrm xmlns:a="http://schemas.openxmlformats.org/drawingml/2006/main">
            <a:off x="12839700" y="4914900"/>
            <a:ext cx="2333625" cy="953"/>
          </a:xfrm>
          <a:custGeom xmlns:a="http://schemas.openxmlformats.org/drawingml/2006/main">
            <a:pathLst>
              <a:path w="2333625" h="953">
                <a:moveTo>
                  <a:pt x="0" y="0"/>
                </a:moveTo>
                <a:lnTo>
                  <a:pt x="2333625" y="0"/>
                </a:lnTo>
              </a:path>
            </a:pathLst>
          </a:custGeom>
          <a:noFill xmlns:a="http://schemas.openxmlformats.org/drawingml/2006/main"/>
          <a:ln xmlns:a="http://schemas.openxmlformats.org/drawingml/2006/main" w="14288">
            <a:solidFill>
              <a:srgbClr val="111111"/>
            </a:solidFill>
            <a:prstDash val="solid"/>
          </a:ln>
        </p:spPr>
      </p:sp>
      <p:sp>
        <p:nvSpPr>
          <p:cNvPr id="108" name="Context Manager internal operation">
            <a:extLst xmlns:a="http://schemas.openxmlformats.org/drawingml/2006/main">
              <a:ext uri="{FF2B5EF4-FFF2-40B4-BE49-F238E27FC236}">
                <a16:creationId xmlns:a16="http://schemas.microsoft.com/office/drawing/2014/main" id="{8944E8C1-41A9-4454-87AF-3688BAC898CF}"/>
              </a:ext>
            </a:extLst>
          </p:cNvPr>
          <p:cNvSpPr>
            <a:spLocks xmlns:a="http://schemas.openxmlformats.org/drawingml/2006/main" noGrp="1"/>
          </p:cNvSpPr>
          <p:nvPr/>
        </p:nvSpPr>
        <p:spPr>
          <a:xfrm xmlns:a="http://schemas.openxmlformats.org/drawingml/2006/main">
            <a:off x="12934950" y="4981575"/>
            <a:ext cx="2143125" cy="466725"/>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109" name="DP1 object 218">
            <a:extLst xmlns:a="http://schemas.openxmlformats.org/drawingml/2006/main">
              <a:ext uri="{FF2B5EF4-FFF2-40B4-BE49-F238E27FC236}">
                <a16:creationId xmlns:a16="http://schemas.microsoft.com/office/drawing/2014/main" id="{D77D6551-3CFC-4361-B566-A26276E9F2AF}"/>
              </a:ext>
            </a:extLst>
          </p:cNvPr>
          <p:cNvSpPr>
            <a:spLocks xmlns:a="http://schemas.openxmlformats.org/drawingml/2006/main" noGrp="1"/>
          </p:cNvSpPr>
          <p:nvPr/>
        </p:nvSpPr>
        <p:spPr>
          <a:xfrm xmlns:a="http://schemas.openxmlformats.org/drawingml/2006/main">
            <a:off x="12982575" y="5000625"/>
            <a:ext cx="2047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게시 조회·원본 보완</a:t>
            </a:r>
          </a:p>
        </p:txBody>
      </p:sp>
      <p:sp>
        <p:nvSpPr>
          <p:cNvPr id="110" name="Request Interpreter Component">
            <a:extLst xmlns:a="http://schemas.openxmlformats.org/drawingml/2006/main">
              <a:ext uri="{FF2B5EF4-FFF2-40B4-BE49-F238E27FC236}">
                <a16:creationId xmlns:a16="http://schemas.microsoft.com/office/drawing/2014/main" id="{FCFF00D2-A343-486F-94CA-48A9046763FB}"/>
              </a:ext>
            </a:extLst>
          </p:cNvPr>
          <p:cNvSpPr>
            <a:spLocks xmlns:a="http://schemas.openxmlformats.org/drawingml/2006/main" noGrp="1"/>
          </p:cNvSpPr>
          <p:nvPr/>
        </p:nvSpPr>
        <p:spPr>
          <a:xfrm xmlns:a="http://schemas.openxmlformats.org/drawingml/2006/main">
            <a:off x="15563850" y="4591050"/>
            <a:ext cx="2286000" cy="9334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11" name="DP1 object 219">
            <a:extLst xmlns:a="http://schemas.openxmlformats.org/drawingml/2006/main">
              <a:ext uri="{FF2B5EF4-FFF2-40B4-BE49-F238E27FC236}">
                <a16:creationId xmlns:a16="http://schemas.microsoft.com/office/drawing/2014/main" id="{921BD94A-ABF3-4926-A932-E332FF9739E4}"/>
              </a:ext>
            </a:extLst>
          </p:cNvPr>
          <p:cNvSpPr>
            <a:spLocks xmlns:a="http://schemas.openxmlformats.org/drawingml/2006/main" noGrp="1"/>
          </p:cNvSpPr>
          <p:nvPr/>
        </p:nvSpPr>
        <p:spPr>
          <a:xfrm xmlns:a="http://schemas.openxmlformats.org/drawingml/2006/main">
            <a:off x="15621000" y="4610100"/>
            <a:ext cx="2171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Request Interpreter</a:t>
            </a:r>
          </a:p>
        </p:txBody>
      </p:sp>
      <p:sp>
        <p:nvSpPr>
          <p:cNvPr id="112" name="Editable path 220">
            <a:extLst xmlns:a="http://schemas.openxmlformats.org/drawingml/2006/main">
              <a:ext uri="{FF2B5EF4-FFF2-40B4-BE49-F238E27FC236}">
                <a16:creationId xmlns:a16="http://schemas.microsoft.com/office/drawing/2014/main" id="{AAB67056-BE73-4841-AC14-F342113CFC16}"/>
              </a:ext>
            </a:extLst>
          </p:cNvPr>
          <p:cNvSpPr>
            <a:spLocks xmlns:a="http://schemas.openxmlformats.org/drawingml/2006/main" noGrp="1"/>
          </p:cNvSpPr>
          <p:nvPr/>
        </p:nvSpPr>
        <p:spPr>
          <a:xfrm xmlns:a="http://schemas.openxmlformats.org/drawingml/2006/main">
            <a:off x="15563850" y="4914900"/>
            <a:ext cx="2286000" cy="953"/>
          </a:xfrm>
          <a:custGeom xmlns:a="http://schemas.openxmlformats.org/drawingml/2006/main">
            <a:pathLst>
              <a:path w="2286000" h="953">
                <a:moveTo>
                  <a:pt x="0" y="0"/>
                </a:moveTo>
                <a:lnTo>
                  <a:pt x="2286000" y="0"/>
                </a:lnTo>
              </a:path>
            </a:pathLst>
          </a:custGeom>
          <a:noFill xmlns:a="http://schemas.openxmlformats.org/drawingml/2006/main"/>
          <a:ln xmlns:a="http://schemas.openxmlformats.org/drawingml/2006/main" w="14288">
            <a:solidFill>
              <a:srgbClr val="111111"/>
            </a:solidFill>
            <a:prstDash val="solid"/>
          </a:ln>
        </p:spPr>
      </p:sp>
      <p:sp>
        <p:nvSpPr>
          <p:cNvPr id="113" name="Request Interpreter internal operation">
            <a:extLst xmlns:a="http://schemas.openxmlformats.org/drawingml/2006/main">
              <a:ext uri="{FF2B5EF4-FFF2-40B4-BE49-F238E27FC236}">
                <a16:creationId xmlns:a16="http://schemas.microsoft.com/office/drawing/2014/main" id="{FA7155F3-9AD4-4509-845B-355825A06B6A}"/>
              </a:ext>
            </a:extLst>
          </p:cNvPr>
          <p:cNvSpPr>
            <a:spLocks xmlns:a="http://schemas.openxmlformats.org/drawingml/2006/main" noGrp="1"/>
          </p:cNvSpPr>
          <p:nvPr/>
        </p:nvSpPr>
        <p:spPr>
          <a:xfrm xmlns:a="http://schemas.openxmlformats.org/drawingml/2006/main">
            <a:off x="15659100" y="4981575"/>
            <a:ext cx="2095500" cy="466725"/>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114" name="DP1 object 221">
            <a:extLst xmlns:a="http://schemas.openxmlformats.org/drawingml/2006/main">
              <a:ext uri="{FF2B5EF4-FFF2-40B4-BE49-F238E27FC236}">
                <a16:creationId xmlns:a16="http://schemas.microsoft.com/office/drawing/2014/main" id="{6590C9FA-4CC5-47D0-A53B-B4EDC564BBEA}"/>
              </a:ext>
            </a:extLst>
          </p:cNvPr>
          <p:cNvSpPr>
            <a:spLocks xmlns:a="http://schemas.openxmlformats.org/drawingml/2006/main" noGrp="1"/>
          </p:cNvSpPr>
          <p:nvPr/>
        </p:nvSpPr>
        <p:spPr>
          <a:xfrm xmlns:a="http://schemas.openxmlformats.org/drawingml/2006/main">
            <a:off x="15706725" y="50006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현재 의미 제안</a:t>
            </a:r>
          </a:p>
        </p:txBody>
      </p:sp>
      <p:sp>
        <p:nvSpPr>
          <p:cNvPr id="115" name="Editable path 222">
            <a:extLst xmlns:a="http://schemas.openxmlformats.org/drawingml/2006/main">
              <a:ext uri="{FF2B5EF4-FFF2-40B4-BE49-F238E27FC236}">
                <a16:creationId xmlns:a16="http://schemas.microsoft.com/office/drawing/2014/main" id="{56913E17-9198-41CF-9BD1-E548D41C51A7}"/>
              </a:ext>
            </a:extLst>
          </p:cNvPr>
          <p:cNvSpPr>
            <a:spLocks xmlns:a="http://schemas.openxmlformats.org/drawingml/2006/main" noGrp="1"/>
          </p:cNvSpPr>
          <p:nvPr/>
        </p:nvSpPr>
        <p:spPr>
          <a:xfrm xmlns:a="http://schemas.openxmlformats.org/drawingml/2006/main">
            <a:off x="14011275" y="3952875"/>
            <a:ext cx="3162300" cy="638175"/>
          </a:xfrm>
          <a:custGeom xmlns:a="http://schemas.openxmlformats.org/drawingml/2006/main">
            <a:pathLst>
              <a:path w="3162300" h="638175">
                <a:moveTo>
                  <a:pt x="3162300" y="0"/>
                </a:moveTo>
                <a:lnTo>
                  <a:pt x="3162300" y="314325"/>
                </a:lnTo>
                <a:lnTo>
                  <a:pt x="0" y="314325"/>
                </a:lnTo>
                <a:lnTo>
                  <a:pt x="0" y="638175"/>
                </a:lnTo>
              </a:path>
            </a:pathLst>
          </a:custGeom>
          <a:noFill xmlns:a="http://schemas.openxmlformats.org/drawingml/2006/main"/>
          <a:ln xmlns:a="http://schemas.openxmlformats.org/drawingml/2006/main" w="21908">
            <a:solidFill>
              <a:srgbClr val="111111"/>
            </a:solidFill>
            <a:prstDash val="solid"/>
          </a:ln>
        </p:spPr>
      </p:sp>
      <p:sp>
        <p:nvSpPr>
          <p:cNvPr id="116" name="Editable arrowhead 223">
            <a:extLst xmlns:a="http://schemas.openxmlformats.org/drawingml/2006/main">
              <a:ext uri="{FF2B5EF4-FFF2-40B4-BE49-F238E27FC236}">
                <a16:creationId xmlns:a16="http://schemas.microsoft.com/office/drawing/2014/main" id="{EFCD45C4-5D50-498D-8C05-D0829928B3BC}"/>
              </a:ext>
            </a:extLst>
          </p:cNvPr>
          <p:cNvSpPr>
            <a:spLocks xmlns:a="http://schemas.openxmlformats.org/drawingml/2006/main" noGrp="1"/>
          </p:cNvSpPr>
          <p:nvPr/>
        </p:nvSpPr>
        <p:spPr>
          <a:xfrm xmlns:a="http://schemas.openxmlformats.org/drawingml/2006/main">
            <a:off x="13963650" y="44958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17" name="Editable path 224">
            <a:extLst xmlns:a="http://schemas.openxmlformats.org/drawingml/2006/main">
              <a:ext uri="{FF2B5EF4-FFF2-40B4-BE49-F238E27FC236}">
                <a16:creationId xmlns:a16="http://schemas.microsoft.com/office/drawing/2014/main" id="{CFA062FD-EE3E-4D53-A21D-351C64CBDB6B}"/>
              </a:ext>
            </a:extLst>
          </p:cNvPr>
          <p:cNvSpPr>
            <a:spLocks xmlns:a="http://schemas.openxmlformats.org/drawingml/2006/main" noGrp="1"/>
          </p:cNvSpPr>
          <p:nvPr/>
        </p:nvSpPr>
        <p:spPr>
          <a:xfrm xmlns:a="http://schemas.openxmlformats.org/drawingml/2006/main">
            <a:off x="15173325" y="5143500"/>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21908">
            <a:solidFill>
              <a:srgbClr val="111111"/>
            </a:solidFill>
            <a:prstDash val="solid"/>
          </a:ln>
        </p:spPr>
      </p:sp>
      <p:sp>
        <p:nvSpPr>
          <p:cNvPr id="118" name="Editable arrowhead 225">
            <a:extLst xmlns:a="http://schemas.openxmlformats.org/drawingml/2006/main">
              <a:ext uri="{FF2B5EF4-FFF2-40B4-BE49-F238E27FC236}">
                <a16:creationId xmlns:a16="http://schemas.microsoft.com/office/drawing/2014/main" id="{4B7569C5-8391-436E-A360-F751B0663B62}"/>
              </a:ext>
            </a:extLst>
          </p:cNvPr>
          <p:cNvSpPr>
            <a:spLocks xmlns:a="http://schemas.openxmlformats.org/drawingml/2006/main" noGrp="1"/>
          </p:cNvSpPr>
          <p:nvPr/>
        </p:nvSpPr>
        <p:spPr>
          <a:xfrm xmlns:a="http://schemas.openxmlformats.org/drawingml/2006/main">
            <a:off x="15468600" y="509587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19" name="DP1 object 226">
            <a:extLst xmlns:a="http://schemas.openxmlformats.org/drawingml/2006/main">
              <a:ext uri="{FF2B5EF4-FFF2-40B4-BE49-F238E27FC236}">
                <a16:creationId xmlns:a16="http://schemas.microsoft.com/office/drawing/2014/main" id="{86731679-2CAA-4806-AE90-BD1CC4540E0F}"/>
              </a:ext>
            </a:extLst>
          </p:cNvPr>
          <p:cNvSpPr>
            <a:spLocks xmlns:a="http://schemas.openxmlformats.org/drawingml/2006/main" noGrp="1"/>
          </p:cNvSpPr>
          <p:nvPr/>
        </p:nvSpPr>
        <p:spPr>
          <a:xfrm xmlns:a="http://schemas.openxmlformats.org/drawingml/2006/main">
            <a:off x="15744825" y="4324350"/>
            <a:ext cx="190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1">
                <a:solidFill>
                  <a:srgbClr val="111111"/>
                </a:solidFill>
                <a:latin typeface="Apple SD Gothic Neo"/>
                <a:ea typeface="Apple SD Gothic Neo"/>
                <a:cs typeface="Apple SD Gothic Neo"/>
              </a:defRPr>
            </a:defPPr>
            <a:lvl1pPr algn="ctr">
              <a:defRPr sz="1575" b="1">
                <a:solidFill>
                  <a:srgbClr val="111111"/>
                </a:solidFill>
                <a:latin typeface="Apple SD Gothic Neo"/>
                <a:ea typeface="Apple SD Gothic Neo"/>
                <a:cs typeface="Apple SD Gothic Neo"/>
              </a:defRPr>
            </a:lvl1pPr>
            <a:lvl2pPr algn="ctr">
              <a:defRPr sz="1575" b="1">
                <a:solidFill>
                  <a:srgbClr val="111111"/>
                </a:solidFill>
                <a:latin typeface="Apple SD Gothic Neo"/>
                <a:ea typeface="Apple SD Gothic Neo"/>
                <a:cs typeface="Apple SD Gothic Neo"/>
              </a:defRPr>
            </a:lvl2pPr>
            <a:lvl3pPr algn="ctr">
              <a:defRPr sz="1575" b="1">
                <a:solidFill>
                  <a:srgbClr val="111111"/>
                </a:solidFill>
                <a:latin typeface="Apple SD Gothic Neo"/>
                <a:ea typeface="Apple SD Gothic Neo"/>
                <a:cs typeface="Apple SD Gothic Neo"/>
              </a:defRPr>
            </a:lvl3pPr>
            <a:lvl4pPr algn="ctr">
              <a:defRPr sz="1575" b="1">
                <a:solidFill>
                  <a:srgbClr val="111111"/>
                </a:solidFill>
                <a:latin typeface="Apple SD Gothic Neo"/>
                <a:ea typeface="Apple SD Gothic Neo"/>
                <a:cs typeface="Apple SD Gothic Neo"/>
              </a:defRPr>
            </a:lvl4pPr>
            <a:lvl5pPr algn="ctr">
              <a:defRPr sz="1575" b="1">
                <a:solidFill>
                  <a:srgbClr val="111111"/>
                </a:solidFill>
                <a:latin typeface="Apple SD Gothic Neo"/>
                <a:ea typeface="Apple SD Gothic Neo"/>
                <a:cs typeface="Apple SD Gothic Neo"/>
              </a:defRPr>
            </a:lvl5pPr>
            <a:lvl6pPr algn="ctr">
              <a:defRPr sz="1575" b="1">
                <a:solidFill>
                  <a:srgbClr val="111111"/>
                </a:solidFill>
                <a:latin typeface="Apple SD Gothic Neo"/>
                <a:ea typeface="Apple SD Gothic Neo"/>
                <a:cs typeface="Apple SD Gothic Neo"/>
              </a:defRPr>
            </a:lvl6pPr>
            <a:lvl7pPr algn="ctr">
              <a:defRPr sz="1575" b="1">
                <a:solidFill>
                  <a:srgbClr val="111111"/>
                </a:solidFill>
                <a:latin typeface="Apple SD Gothic Neo"/>
                <a:ea typeface="Apple SD Gothic Neo"/>
                <a:cs typeface="Apple SD Gothic Neo"/>
              </a:defRPr>
            </a:lvl7pPr>
            <a:lvl8pPr algn="ctr">
              <a:defRPr sz="1575" b="1">
                <a:solidFill>
                  <a:srgbClr val="111111"/>
                </a:solidFill>
                <a:latin typeface="Apple SD Gothic Neo"/>
                <a:ea typeface="Apple SD Gothic Neo"/>
                <a:cs typeface="Apple SD Gothic Neo"/>
              </a:defRPr>
            </a:lvl8pPr>
            <a:lvl9pPr algn="ctr">
              <a:defRPr sz="1575" b="1">
                <a:solidFill>
                  <a:srgbClr val="111111"/>
                </a:solidFill>
                <a:latin typeface="Apple SD Gothic Neo"/>
                <a:ea typeface="Apple SD Gothic Neo"/>
                <a:cs typeface="Apple SD Gothic Neo"/>
              </a:defRPr>
            </a:lvl9pPr>
          </a:lstStyle>
          <a:p xmlns:a="http://schemas.openxmlformats.org/drawingml/2006/main">
            <a:pPr algn="ctr">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현재 요청</a:t>
            </a:r>
          </a:p>
        </p:txBody>
      </p:sp>
      <p:sp>
        <p:nvSpPr>
          <p:cNvPr id="120" name="Editable path 227">
            <a:extLst xmlns:a="http://schemas.openxmlformats.org/drawingml/2006/main">
              <a:ext uri="{FF2B5EF4-FFF2-40B4-BE49-F238E27FC236}">
                <a16:creationId xmlns:a16="http://schemas.microsoft.com/office/drawing/2014/main" id="{98E34489-EE93-48C4-8888-44CEA0C63313}"/>
              </a:ext>
            </a:extLst>
          </p:cNvPr>
          <p:cNvSpPr>
            <a:spLocks xmlns:a="http://schemas.openxmlformats.org/drawingml/2006/main" noGrp="1"/>
          </p:cNvSpPr>
          <p:nvPr/>
        </p:nvSpPr>
        <p:spPr>
          <a:xfrm xmlns:a="http://schemas.openxmlformats.org/drawingml/2006/main">
            <a:off x="16716375" y="4533900"/>
            <a:ext cx="953" cy="57150"/>
          </a:xfrm>
          <a:custGeom xmlns:a="http://schemas.openxmlformats.org/drawingml/2006/main">
            <a:pathLst>
              <a:path w="953" h="57150">
                <a:moveTo>
                  <a:pt x="0" y="0"/>
                </a:moveTo>
                <a:lnTo>
                  <a:pt x="0" y="57150"/>
                </a:lnTo>
              </a:path>
            </a:pathLst>
          </a:custGeom>
          <a:noFill xmlns:a="http://schemas.openxmlformats.org/drawingml/2006/main"/>
          <a:ln xmlns:a="http://schemas.openxmlformats.org/drawingml/2006/main" w="17145">
            <a:solidFill>
              <a:srgbClr val="111111"/>
            </a:solidFill>
            <a:prstDash val="solid"/>
          </a:ln>
        </p:spPr>
      </p:sp>
      <p:sp>
        <p:nvSpPr>
          <p:cNvPr id="121" name="Editable arrowhead 228">
            <a:extLst xmlns:a="http://schemas.openxmlformats.org/drawingml/2006/main">
              <a:ext uri="{FF2B5EF4-FFF2-40B4-BE49-F238E27FC236}">
                <a16:creationId xmlns:a16="http://schemas.microsoft.com/office/drawing/2014/main" id="{FF8ED3E4-6C48-49A6-A954-BBE306B9884D}"/>
              </a:ext>
            </a:extLst>
          </p:cNvPr>
          <p:cNvSpPr>
            <a:spLocks xmlns:a="http://schemas.openxmlformats.org/drawingml/2006/main" noGrp="1"/>
          </p:cNvSpPr>
          <p:nvPr/>
        </p:nvSpPr>
        <p:spPr>
          <a:xfrm xmlns:a="http://schemas.openxmlformats.org/drawingml/2006/main">
            <a:off x="16668750" y="44958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22" name="Editable path 229">
            <a:extLst xmlns:a="http://schemas.openxmlformats.org/drawingml/2006/main">
              <a:ext uri="{FF2B5EF4-FFF2-40B4-BE49-F238E27FC236}">
                <a16:creationId xmlns:a16="http://schemas.microsoft.com/office/drawing/2014/main" id="{92A9EA4C-53CD-48AA-909D-D689391349EF}"/>
              </a:ext>
            </a:extLst>
          </p:cNvPr>
          <p:cNvSpPr>
            <a:spLocks xmlns:a="http://schemas.openxmlformats.org/drawingml/2006/main" noGrp="1"/>
          </p:cNvSpPr>
          <p:nvPr/>
        </p:nvSpPr>
        <p:spPr>
          <a:xfrm xmlns:a="http://schemas.openxmlformats.org/drawingml/2006/main">
            <a:off x="12715875" y="3324225"/>
            <a:ext cx="123825" cy="1819275"/>
          </a:xfrm>
          <a:custGeom xmlns:a="http://schemas.openxmlformats.org/drawingml/2006/main">
            <a:pathLst>
              <a:path w="123825" h="1819275">
                <a:moveTo>
                  <a:pt x="123825" y="1819275"/>
                </a:moveTo>
                <a:lnTo>
                  <a:pt x="0" y="1819275"/>
                </a:lnTo>
                <a:lnTo>
                  <a:pt x="0" y="0"/>
                </a:lnTo>
                <a:lnTo>
                  <a:pt x="123825" y="0"/>
                </a:lnTo>
              </a:path>
            </a:pathLst>
          </a:custGeom>
          <a:noFill xmlns:a="http://schemas.openxmlformats.org/drawingml/2006/main"/>
          <a:ln xmlns:a="http://schemas.openxmlformats.org/drawingml/2006/main" w="15240">
            <a:solidFill>
              <a:srgbClr val="111111"/>
            </a:solidFill>
            <a:prstDash val="dash"/>
          </a:ln>
        </p:spPr>
      </p:sp>
      <p:sp>
        <p:nvSpPr>
          <p:cNvPr id="123" name="Editable arrowhead 230">
            <a:extLst xmlns:a="http://schemas.openxmlformats.org/drawingml/2006/main">
              <a:ext uri="{FF2B5EF4-FFF2-40B4-BE49-F238E27FC236}">
                <a16:creationId xmlns:a16="http://schemas.microsoft.com/office/drawing/2014/main" id="{3E8C904E-91C4-401B-B1A3-28A3BF5F07B8}"/>
              </a:ext>
            </a:extLst>
          </p:cNvPr>
          <p:cNvSpPr>
            <a:spLocks xmlns:a="http://schemas.openxmlformats.org/drawingml/2006/main" noGrp="1"/>
          </p:cNvSpPr>
          <p:nvPr/>
        </p:nvSpPr>
        <p:spPr>
          <a:xfrm xmlns:a="http://schemas.openxmlformats.org/drawingml/2006/main">
            <a:off x="12744450" y="327660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24" name="DP1 object 231">
            <a:extLst xmlns:a="http://schemas.openxmlformats.org/drawingml/2006/main">
              <a:ext uri="{FF2B5EF4-FFF2-40B4-BE49-F238E27FC236}">
                <a16:creationId xmlns:a16="http://schemas.microsoft.com/office/drawing/2014/main" id="{0CFDF541-4929-4048-9BD1-9F8F107BA82E}"/>
              </a:ext>
            </a:extLst>
          </p:cNvPr>
          <p:cNvSpPr>
            <a:spLocks xmlns:a="http://schemas.openxmlformats.org/drawingml/2006/main" noGrp="1"/>
          </p:cNvSpPr>
          <p:nvPr/>
        </p:nvSpPr>
        <p:spPr>
          <a:xfrm xmlns:a="http://schemas.openxmlformats.org/drawingml/2006/main">
            <a:off x="12849225" y="3714750"/>
            <a:ext cx="1619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50555B"/>
                </a:solidFill>
                <a:latin typeface="Apple SD Gothic Neo"/>
                <a:ea typeface="Apple SD Gothic Neo"/>
                <a:cs typeface="Apple SD Gothic Neo"/>
              </a:defRPr>
            </a:defPPr>
            <a:lvl1pPr algn="ctr">
              <a:defRPr sz="1500" b="0">
                <a:solidFill>
                  <a:srgbClr val="50555B"/>
                </a:solidFill>
                <a:latin typeface="Apple SD Gothic Neo"/>
                <a:ea typeface="Apple SD Gothic Neo"/>
                <a:cs typeface="Apple SD Gothic Neo"/>
              </a:defRPr>
            </a:lvl1pPr>
            <a:lvl2pPr algn="ctr">
              <a:defRPr sz="1500" b="0">
                <a:solidFill>
                  <a:srgbClr val="50555B"/>
                </a:solidFill>
                <a:latin typeface="Apple SD Gothic Neo"/>
                <a:ea typeface="Apple SD Gothic Neo"/>
                <a:cs typeface="Apple SD Gothic Neo"/>
              </a:defRPr>
            </a:lvl2pPr>
            <a:lvl3pPr algn="ctr">
              <a:defRPr sz="1500" b="0">
                <a:solidFill>
                  <a:srgbClr val="50555B"/>
                </a:solidFill>
                <a:latin typeface="Apple SD Gothic Neo"/>
                <a:ea typeface="Apple SD Gothic Neo"/>
                <a:cs typeface="Apple SD Gothic Neo"/>
              </a:defRPr>
            </a:lvl3pPr>
            <a:lvl4pPr algn="ctr">
              <a:defRPr sz="1500" b="0">
                <a:solidFill>
                  <a:srgbClr val="50555B"/>
                </a:solidFill>
                <a:latin typeface="Apple SD Gothic Neo"/>
                <a:ea typeface="Apple SD Gothic Neo"/>
                <a:cs typeface="Apple SD Gothic Neo"/>
              </a:defRPr>
            </a:lvl4pPr>
            <a:lvl5pPr algn="ctr">
              <a:defRPr sz="1500" b="0">
                <a:solidFill>
                  <a:srgbClr val="50555B"/>
                </a:solidFill>
                <a:latin typeface="Apple SD Gothic Neo"/>
                <a:ea typeface="Apple SD Gothic Neo"/>
                <a:cs typeface="Apple SD Gothic Neo"/>
              </a:defRPr>
            </a:lvl5pPr>
            <a:lvl6pPr algn="ctr">
              <a:defRPr sz="1500" b="0">
                <a:solidFill>
                  <a:srgbClr val="50555B"/>
                </a:solidFill>
                <a:latin typeface="Apple SD Gothic Neo"/>
                <a:ea typeface="Apple SD Gothic Neo"/>
                <a:cs typeface="Apple SD Gothic Neo"/>
              </a:defRPr>
            </a:lvl6pPr>
            <a:lvl7pPr algn="ctr">
              <a:defRPr sz="1500" b="0">
                <a:solidFill>
                  <a:srgbClr val="50555B"/>
                </a:solidFill>
                <a:latin typeface="Apple SD Gothic Neo"/>
                <a:ea typeface="Apple SD Gothic Neo"/>
                <a:cs typeface="Apple SD Gothic Neo"/>
              </a:defRPr>
            </a:lvl7pPr>
            <a:lvl8pPr algn="ctr">
              <a:defRPr sz="1500" b="0">
                <a:solidFill>
                  <a:srgbClr val="50555B"/>
                </a:solidFill>
                <a:latin typeface="Apple SD Gothic Neo"/>
                <a:ea typeface="Apple SD Gothic Neo"/>
                <a:cs typeface="Apple SD Gothic Neo"/>
              </a:defRPr>
            </a:lvl8pPr>
            <a:lvl9pPr algn="ctr">
              <a:defRPr sz="1500" b="0">
                <a:solidFill>
                  <a:srgbClr val="50555B"/>
                </a:solidFill>
                <a:latin typeface="Apple SD Gothic Neo"/>
                <a:ea typeface="Apple SD Gothic Neo"/>
                <a:cs typeface="Apple SD Gothic Neo"/>
              </a:defRPr>
            </a:lvl9pPr>
          </a:lstStyle>
          <a:p xmlns:a="http://schemas.openxmlformats.org/drawingml/2006/main">
            <a:pPr algn="ctr">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미생산·오류는</a:t>
            </a:r>
          </a:p>
          <a:p xmlns:a="http://schemas.openxmlformats.org/drawingml/2006/main">
            <a:pPr algn="ctr">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원본으로 보완</a:t>
            </a:r>
          </a:p>
        </p:txBody>
      </p:sp>
      <p:sp>
        <p:nvSpPr>
          <p:cNvPr id="125" name="Selected A column">
            <a:extLst xmlns:a="http://schemas.openxmlformats.org/drawingml/2006/main">
              <a:ext uri="{FF2B5EF4-FFF2-40B4-BE49-F238E27FC236}">
                <a16:creationId xmlns:a16="http://schemas.microsoft.com/office/drawing/2014/main" id="{B25B6B6E-BA7A-4F4A-A28F-EE5E0948CA65}"/>
              </a:ext>
            </a:extLst>
          </p:cNvPr>
          <p:cNvSpPr>
            <a:spLocks xmlns:a="http://schemas.openxmlformats.org/drawingml/2006/main" noGrp="1"/>
          </p:cNvSpPr>
          <p:nvPr/>
        </p:nvSpPr>
        <p:spPr>
          <a:xfrm xmlns:a="http://schemas.openxmlformats.org/drawingml/2006/main">
            <a:off x="1866900" y="1657350"/>
            <a:ext cx="5391150" cy="7620000"/>
          </a:xfrm>
          <a:prstGeom xmlns:a="http://schemas.openxmlformats.org/drawingml/2006/main" prst="rect">
            <a:avLst/>
          </a:prstGeom>
          <a:noFill xmlns:a="http://schemas.openxmlformats.org/drawingml/2006/main"/>
          <a:ln xmlns:a="http://schemas.openxmlformats.org/drawingml/2006/main" w="40005">
            <a:solidFill>
              <a:srgbClr val="4676CB"/>
            </a:solidFill>
            <a:prstDash val="solid"/>
          </a:ln>
        </p:spPr>
      </p:sp>
      <p:sp>
        <p:nvSpPr>
          <p:cNvPr id="126" name="DP1 object 232">
            <a:extLst xmlns:a="http://schemas.openxmlformats.org/drawingml/2006/main">
              <a:ext uri="{FF2B5EF4-FFF2-40B4-BE49-F238E27FC236}">
                <a16:creationId xmlns:a16="http://schemas.microsoft.com/office/drawing/2014/main" id="{CFED28C5-3CD7-4150-9D76-71CF18C29E1B}"/>
              </a:ext>
            </a:extLst>
          </p:cNvPr>
          <p:cNvSpPr>
            <a:spLocks xmlns:a="http://schemas.openxmlformats.org/drawingml/2006/main" noGrp="1"/>
          </p:cNvSpPr>
          <p:nvPr/>
        </p:nvSpPr>
        <p:spPr>
          <a:xfrm xmlns:a="http://schemas.openxmlformats.org/drawingml/2006/main">
            <a:off x="1924050" y="1428750"/>
            <a:ext cx="6381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4875" b="1">
                <a:solidFill>
                  <a:srgbClr val="C00000"/>
                </a:solidFill>
                <a:latin typeface="Apple SD Gothic Neo"/>
                <a:ea typeface="Apple SD Gothic Neo"/>
                <a:cs typeface="Apple SD Gothic Neo"/>
              </a:defRPr>
            </a:defPPr>
            <a:lvl1pPr algn="l">
              <a:defRPr sz="4875" b="1">
                <a:solidFill>
                  <a:srgbClr val="C00000"/>
                </a:solidFill>
                <a:latin typeface="Apple SD Gothic Neo"/>
                <a:ea typeface="Apple SD Gothic Neo"/>
                <a:cs typeface="Apple SD Gothic Neo"/>
              </a:defRPr>
            </a:lvl1pPr>
            <a:lvl2pPr algn="l">
              <a:defRPr sz="4875" b="1">
                <a:solidFill>
                  <a:srgbClr val="C00000"/>
                </a:solidFill>
                <a:latin typeface="Apple SD Gothic Neo"/>
                <a:ea typeface="Apple SD Gothic Neo"/>
                <a:cs typeface="Apple SD Gothic Neo"/>
              </a:defRPr>
            </a:lvl2pPr>
            <a:lvl3pPr algn="l">
              <a:defRPr sz="4875" b="1">
                <a:solidFill>
                  <a:srgbClr val="C00000"/>
                </a:solidFill>
                <a:latin typeface="Apple SD Gothic Neo"/>
                <a:ea typeface="Apple SD Gothic Neo"/>
                <a:cs typeface="Apple SD Gothic Neo"/>
              </a:defRPr>
            </a:lvl3pPr>
            <a:lvl4pPr algn="l">
              <a:defRPr sz="4875" b="1">
                <a:solidFill>
                  <a:srgbClr val="C00000"/>
                </a:solidFill>
                <a:latin typeface="Apple SD Gothic Neo"/>
                <a:ea typeface="Apple SD Gothic Neo"/>
                <a:cs typeface="Apple SD Gothic Neo"/>
              </a:defRPr>
            </a:lvl4pPr>
            <a:lvl5pPr algn="l">
              <a:defRPr sz="4875" b="1">
                <a:solidFill>
                  <a:srgbClr val="C00000"/>
                </a:solidFill>
                <a:latin typeface="Apple SD Gothic Neo"/>
                <a:ea typeface="Apple SD Gothic Neo"/>
                <a:cs typeface="Apple SD Gothic Neo"/>
              </a:defRPr>
            </a:lvl5pPr>
            <a:lvl6pPr algn="l">
              <a:defRPr sz="4875" b="1">
                <a:solidFill>
                  <a:srgbClr val="C00000"/>
                </a:solidFill>
                <a:latin typeface="Apple SD Gothic Neo"/>
                <a:ea typeface="Apple SD Gothic Neo"/>
                <a:cs typeface="Apple SD Gothic Neo"/>
              </a:defRPr>
            </a:lvl6pPr>
            <a:lvl7pPr algn="l">
              <a:defRPr sz="4875" b="1">
                <a:solidFill>
                  <a:srgbClr val="C00000"/>
                </a:solidFill>
                <a:latin typeface="Apple SD Gothic Neo"/>
                <a:ea typeface="Apple SD Gothic Neo"/>
                <a:cs typeface="Apple SD Gothic Neo"/>
              </a:defRPr>
            </a:lvl7pPr>
            <a:lvl8pPr algn="l">
              <a:defRPr sz="4875" b="1">
                <a:solidFill>
                  <a:srgbClr val="C00000"/>
                </a:solidFill>
                <a:latin typeface="Apple SD Gothic Neo"/>
                <a:ea typeface="Apple SD Gothic Neo"/>
                <a:cs typeface="Apple SD Gothic Neo"/>
              </a:defRPr>
            </a:lvl8pPr>
            <a:lvl9pPr algn="l">
              <a:defRPr sz="4875" b="1">
                <a:solidFill>
                  <a:srgbClr val="C00000"/>
                </a:solidFill>
                <a:latin typeface="Apple SD Gothic Neo"/>
                <a:ea typeface="Apple SD Gothic Neo"/>
                <a:cs typeface="Apple SD Gothic Neo"/>
              </a:defRPr>
            </a:lvl9pPr>
          </a:lstStyle>
          <a:p xmlns:a="http://schemas.openxmlformats.org/drawingml/2006/main">
            <a:pPr algn="l">
              <a:defRPr sz="4875" b="1">
                <a:solidFill>
                  <a:srgbClr val="C00000"/>
                </a:solidFill>
                <a:latin typeface="Apple SD Gothic Neo"/>
                <a:ea typeface="Apple SD Gothic Neo"/>
                <a:cs typeface="Apple SD Gothic Neo"/>
              </a:defRPr>
            </a:pPr>
            <a:r>
              <a:rPr sz="4875" b="1">
                <a:solidFill>
                  <a:srgbClr val="C00000"/>
                </a:solidFill>
                <a:latin typeface="Apple SD Gothic Neo"/>
                <a:ea typeface="Apple SD Gothic Neo"/>
                <a:cs typeface="Apple SD Gothic Neo"/>
              </a:rPr>
              <a:t>✓</a:t>
            </a:r>
          </a:p>
        </p:txBody>
      </p:sp>
      <p:sp>
        <p:nvSpPr>
          <p:cNvPr id="127" name="DP1 object 233">
            <a:extLst xmlns:a="http://schemas.openxmlformats.org/drawingml/2006/main">
              <a:ext uri="{FF2B5EF4-FFF2-40B4-BE49-F238E27FC236}">
                <a16:creationId xmlns:a16="http://schemas.microsoft.com/office/drawing/2014/main" id="{E467D2B2-605D-4CC5-A64A-F37BBEF0EDF4}"/>
              </a:ext>
            </a:extLst>
          </p:cNvPr>
          <p:cNvSpPr>
            <a:spLocks xmlns:a="http://schemas.openxmlformats.org/drawingml/2006/main" noGrp="1"/>
          </p:cNvSpPr>
          <p:nvPr/>
        </p:nvSpPr>
        <p:spPr>
          <a:xfrm xmlns:a="http://schemas.openxmlformats.org/drawingml/2006/main">
            <a:off x="266700" y="9496425"/>
            <a:ext cx="1724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0">
                <a:solidFill>
                  <a:srgbClr val="4676CB"/>
                </a:solidFill>
                <a:latin typeface="Apple SD Gothic Neo"/>
                <a:ea typeface="Apple SD Gothic Neo"/>
                <a:cs typeface="Apple SD Gothic Neo"/>
              </a:defRPr>
            </a:defPPr>
            <a:lvl1pPr algn="l">
              <a:defRPr sz="1575" b="0">
                <a:solidFill>
                  <a:srgbClr val="4676CB"/>
                </a:solidFill>
                <a:latin typeface="Apple SD Gothic Neo"/>
                <a:ea typeface="Apple SD Gothic Neo"/>
                <a:cs typeface="Apple SD Gothic Neo"/>
              </a:defRPr>
            </a:lvl1pPr>
            <a:lvl2pPr algn="l">
              <a:defRPr sz="1575" b="0">
                <a:solidFill>
                  <a:srgbClr val="4676CB"/>
                </a:solidFill>
                <a:latin typeface="Apple SD Gothic Neo"/>
                <a:ea typeface="Apple SD Gothic Neo"/>
                <a:cs typeface="Apple SD Gothic Neo"/>
              </a:defRPr>
            </a:lvl2pPr>
            <a:lvl3pPr algn="l">
              <a:defRPr sz="1575" b="0">
                <a:solidFill>
                  <a:srgbClr val="4676CB"/>
                </a:solidFill>
                <a:latin typeface="Apple SD Gothic Neo"/>
                <a:ea typeface="Apple SD Gothic Neo"/>
                <a:cs typeface="Apple SD Gothic Neo"/>
              </a:defRPr>
            </a:lvl3pPr>
            <a:lvl4pPr algn="l">
              <a:defRPr sz="1575" b="0">
                <a:solidFill>
                  <a:srgbClr val="4676CB"/>
                </a:solidFill>
                <a:latin typeface="Apple SD Gothic Neo"/>
                <a:ea typeface="Apple SD Gothic Neo"/>
                <a:cs typeface="Apple SD Gothic Neo"/>
              </a:defRPr>
            </a:lvl4pPr>
            <a:lvl5pPr algn="l">
              <a:defRPr sz="1575" b="0">
                <a:solidFill>
                  <a:srgbClr val="4676CB"/>
                </a:solidFill>
                <a:latin typeface="Apple SD Gothic Neo"/>
                <a:ea typeface="Apple SD Gothic Neo"/>
                <a:cs typeface="Apple SD Gothic Neo"/>
              </a:defRPr>
            </a:lvl5pPr>
            <a:lvl6pPr algn="l">
              <a:defRPr sz="1575" b="0">
                <a:solidFill>
                  <a:srgbClr val="4676CB"/>
                </a:solidFill>
                <a:latin typeface="Apple SD Gothic Neo"/>
                <a:ea typeface="Apple SD Gothic Neo"/>
                <a:cs typeface="Apple SD Gothic Neo"/>
              </a:defRPr>
            </a:lvl6pPr>
            <a:lvl7pPr algn="l">
              <a:defRPr sz="1575" b="0">
                <a:solidFill>
                  <a:srgbClr val="4676CB"/>
                </a:solidFill>
                <a:latin typeface="Apple SD Gothic Neo"/>
                <a:ea typeface="Apple SD Gothic Neo"/>
                <a:cs typeface="Apple SD Gothic Neo"/>
              </a:defRPr>
            </a:lvl7pPr>
            <a:lvl8pPr algn="l">
              <a:defRPr sz="1575" b="0">
                <a:solidFill>
                  <a:srgbClr val="4676CB"/>
                </a:solidFill>
                <a:latin typeface="Apple SD Gothic Neo"/>
                <a:ea typeface="Apple SD Gothic Neo"/>
                <a:cs typeface="Apple SD Gothic Neo"/>
              </a:defRPr>
            </a:lvl8pPr>
            <a:lvl9pPr algn="l">
              <a:defRPr sz="1575" b="0">
                <a:solidFill>
                  <a:srgbClr val="4676CB"/>
                </a:solidFill>
                <a:latin typeface="Apple SD Gothic Neo"/>
                <a:ea typeface="Apple SD Gothic Neo"/>
                <a:cs typeface="Apple SD Gothic Neo"/>
              </a:defRPr>
            </a:lvl9pPr>
          </a:lstStyle>
          <a:p xmlns:a="http://schemas.openxmlformats.org/drawingml/2006/main">
            <a:pPr algn="l">
              <a:defRPr sz="1575" b="0">
                <a:solidFill>
                  <a:srgbClr val="4676CB"/>
                </a:solidFill>
                <a:latin typeface="Apple SD Gothic Neo"/>
                <a:ea typeface="Apple SD Gothic Neo"/>
                <a:cs typeface="Apple SD Gothic Neo"/>
              </a:defRPr>
            </a:pPr>
            <a:r>
              <a:rPr sz="1575" b="0">
                <a:solidFill>
                  <a:srgbClr val="4676CB"/>
                </a:solidFill>
                <a:latin typeface="Apple SD Gothic Neo"/>
                <a:ea typeface="Apple SD Gothic Neo"/>
                <a:cs typeface="Apple SD Gothic Neo"/>
              </a:rPr>
              <a:t>파란색: 보완 반영 부분과 별도 관측값. A2는 읽기 12→9회, 호출 12→12회이며 전체 A/C 재비교는 미실시.</a:t>
            </a:r>
          </a:p>
        </p:txBody>
      </p:sp>
      <p:sp>
        <p:nvSpPr>
          <p:cNvPr id="128" name="DP1 object 234">
            <a:extLst xmlns:a="http://schemas.openxmlformats.org/drawingml/2006/main">
              <a:ext uri="{FF2B5EF4-FFF2-40B4-BE49-F238E27FC236}">
                <a16:creationId xmlns:a16="http://schemas.microsoft.com/office/drawing/2014/main" id="{01AD32A0-F534-44D0-A5C2-CFCDDAEF6106}"/>
              </a:ext>
            </a:extLst>
          </p:cNvPr>
          <p:cNvSpPr>
            <a:spLocks xmlns:a="http://schemas.openxmlformats.org/drawingml/2006/main" noGrp="1"/>
          </p:cNvSpPr>
          <p:nvPr/>
        </p:nvSpPr>
        <p:spPr>
          <a:xfrm xmlns:a="http://schemas.openxmlformats.org/drawingml/2006/main">
            <a:off x="266700" y="9848850"/>
            <a:ext cx="1719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0">
                <a:solidFill>
                  <a:srgbClr val="50555B"/>
                </a:solidFill>
                <a:latin typeface="Apple SD Gothic Neo"/>
                <a:ea typeface="Apple SD Gothic Neo"/>
                <a:cs typeface="Apple SD Gothic Neo"/>
              </a:defRPr>
            </a:defPPr>
            <a:lvl1pPr algn="l">
              <a:defRPr sz="1575" b="0">
                <a:solidFill>
                  <a:srgbClr val="50555B"/>
                </a:solidFill>
                <a:latin typeface="Apple SD Gothic Neo"/>
                <a:ea typeface="Apple SD Gothic Neo"/>
                <a:cs typeface="Apple SD Gothic Neo"/>
              </a:defRPr>
            </a:lvl1pPr>
            <a:lvl2pPr algn="l">
              <a:defRPr sz="1575" b="0">
                <a:solidFill>
                  <a:srgbClr val="50555B"/>
                </a:solidFill>
                <a:latin typeface="Apple SD Gothic Neo"/>
                <a:ea typeface="Apple SD Gothic Neo"/>
                <a:cs typeface="Apple SD Gothic Neo"/>
              </a:defRPr>
            </a:lvl2pPr>
            <a:lvl3pPr algn="l">
              <a:defRPr sz="1575" b="0">
                <a:solidFill>
                  <a:srgbClr val="50555B"/>
                </a:solidFill>
                <a:latin typeface="Apple SD Gothic Neo"/>
                <a:ea typeface="Apple SD Gothic Neo"/>
                <a:cs typeface="Apple SD Gothic Neo"/>
              </a:defRPr>
            </a:lvl3pPr>
            <a:lvl4pPr algn="l">
              <a:defRPr sz="1575" b="0">
                <a:solidFill>
                  <a:srgbClr val="50555B"/>
                </a:solidFill>
                <a:latin typeface="Apple SD Gothic Neo"/>
                <a:ea typeface="Apple SD Gothic Neo"/>
                <a:cs typeface="Apple SD Gothic Neo"/>
              </a:defRPr>
            </a:lvl4pPr>
            <a:lvl5pPr algn="l">
              <a:defRPr sz="1575" b="0">
                <a:solidFill>
                  <a:srgbClr val="50555B"/>
                </a:solidFill>
                <a:latin typeface="Apple SD Gothic Neo"/>
                <a:ea typeface="Apple SD Gothic Neo"/>
                <a:cs typeface="Apple SD Gothic Neo"/>
              </a:defRPr>
            </a:lvl5pPr>
            <a:lvl6pPr algn="l">
              <a:defRPr sz="1575" b="0">
                <a:solidFill>
                  <a:srgbClr val="50555B"/>
                </a:solidFill>
                <a:latin typeface="Apple SD Gothic Neo"/>
                <a:ea typeface="Apple SD Gothic Neo"/>
                <a:cs typeface="Apple SD Gothic Neo"/>
              </a:defRPr>
            </a:lvl6pPr>
            <a:lvl7pPr algn="l">
              <a:defRPr sz="1575" b="0">
                <a:solidFill>
                  <a:srgbClr val="50555B"/>
                </a:solidFill>
                <a:latin typeface="Apple SD Gothic Neo"/>
                <a:ea typeface="Apple SD Gothic Neo"/>
                <a:cs typeface="Apple SD Gothic Neo"/>
              </a:defRPr>
            </a:lvl7pPr>
            <a:lvl8pPr algn="l">
              <a:defRPr sz="1575" b="0">
                <a:solidFill>
                  <a:srgbClr val="50555B"/>
                </a:solidFill>
                <a:latin typeface="Apple SD Gothic Neo"/>
                <a:ea typeface="Apple SD Gothic Neo"/>
                <a:cs typeface="Apple SD Gothic Neo"/>
              </a:defRPr>
            </a:lvl8pPr>
            <a:lvl9pPr algn="l">
              <a:defRPr sz="1575" b="0">
                <a:solidFill>
                  <a:srgbClr val="50555B"/>
                </a:solidFill>
                <a:latin typeface="Apple SD Gothic Neo"/>
                <a:ea typeface="Apple SD Gothic Neo"/>
                <a:cs typeface="Apple SD Gothic Neo"/>
              </a:defRPr>
            </a:lvl9pPr>
          </a:lstStyle>
          <a:p xmlns:a="http://schemas.openxmlformats.org/drawingml/2006/main">
            <a:pPr algn="l">
              <a:defRPr sz="1575" b="0">
                <a:solidFill>
                  <a:srgbClr val="50555B"/>
                </a:solidFill>
                <a:latin typeface="Apple SD Gothic Neo"/>
                <a:ea typeface="Apple SD Gothic Neo"/>
                <a:cs typeface="Apple SD Gothic Neo"/>
              </a:defRPr>
            </a:pPr>
            <a:r>
              <a:rPr sz="1575" b="0">
                <a:solidFill>
                  <a:srgbClr val="50555B"/>
                </a:solidFill>
                <a:latin typeface="Apple SD Gothic Neo"/>
                <a:ea typeface="Apple SD Gothic Neo"/>
                <a:cs typeface="Apple SD Gothic Neo"/>
              </a:rPr>
              <a:t>시간 괄호: 관측/예정 건수. 기본 PoC 수치 유지. QA01 우열 미확정. 보완 효과와 비용은 4쪽에 상세 표시.</a:t>
            </a:r>
          </a:p>
        </p:txBody>
      </p:sp>
    </p:spTree>
    <p:extLst>
      <p:ext uri="{BB962C8B-B14F-4D97-AF65-F5344CB8AC3E}">
        <p14:creationId xmlns:p14="http://schemas.microsoft.com/office/powerpoint/2010/main" val="5714480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 name="Unified slide title">
            <a:extLst xmlns:a="http://schemas.openxmlformats.org/drawingml/2006/main">
              <a:ext uri="{FF2B5EF4-FFF2-40B4-BE49-F238E27FC236}">
                <a16:creationId xmlns:a16="http://schemas.microsoft.com/office/drawing/2014/main" id="{1FDD5DC9-5E89-4BCE-BC3F-02D317BC3545}"/>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DP1. 현재 요청의 근거 공급 방안 (보완 효과 상세)</a:t>
            </a:r>
          </a:p>
        </p:txBody>
      </p:sp>
      <p:sp>
        <p:nvSpPr>
          <p:cNvPr id="2" name="Workflow 과제 소개">
            <a:extLst xmlns:a="http://schemas.openxmlformats.org/drawingml/2006/main">
              <a:ext uri="{FF2B5EF4-FFF2-40B4-BE49-F238E27FC236}">
                <a16:creationId xmlns:a16="http://schemas.microsoft.com/office/drawing/2014/main" id="{030A98B1-5748-4471-9D96-F01E9F4AC079}"/>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과제 소개">
            <a:extLst xmlns:a="http://schemas.openxmlformats.org/drawingml/2006/main">
              <a:ext uri="{FF2B5EF4-FFF2-40B4-BE49-F238E27FC236}">
                <a16:creationId xmlns:a16="http://schemas.microsoft.com/office/drawing/2014/main" id="{5DE80600-0F1D-4523-8B8F-6E472AA74D84}"/>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Workflow 요구사항 분석">
            <a:extLst xmlns:a="http://schemas.openxmlformats.org/drawingml/2006/main">
              <a:ext uri="{FF2B5EF4-FFF2-40B4-BE49-F238E27FC236}">
                <a16:creationId xmlns:a16="http://schemas.microsoft.com/office/drawing/2014/main" id="{ECBB1C93-B26B-4DDF-8407-487ACAC624BC}"/>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요구사항 분석">
            <a:extLst xmlns:a="http://schemas.openxmlformats.org/drawingml/2006/main">
              <a:ext uri="{FF2B5EF4-FFF2-40B4-BE49-F238E27FC236}">
                <a16:creationId xmlns:a16="http://schemas.microsoft.com/office/drawing/2014/main" id="{2BFD552A-076B-4519-A0E1-694BFD5F6482}"/>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Workflow 설계">
            <a:extLst xmlns:a="http://schemas.openxmlformats.org/drawingml/2006/main">
              <a:ext uri="{FF2B5EF4-FFF2-40B4-BE49-F238E27FC236}">
                <a16:creationId xmlns:a16="http://schemas.microsoft.com/office/drawing/2014/main" id="{DA6283EB-338D-4241-904C-F93E921FF334}"/>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설계">
            <a:extLst xmlns:a="http://schemas.openxmlformats.org/drawingml/2006/main">
              <a:ext uri="{FF2B5EF4-FFF2-40B4-BE49-F238E27FC236}">
                <a16:creationId xmlns:a16="http://schemas.microsoft.com/office/drawing/2014/main" id="{BC5F5F46-D0DF-4B24-B7FD-3ADADF718C5E}"/>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Workflow 구현 및 검증">
            <a:extLst xmlns:a="http://schemas.openxmlformats.org/drawingml/2006/main">
              <a:ext uri="{FF2B5EF4-FFF2-40B4-BE49-F238E27FC236}">
                <a16:creationId xmlns:a16="http://schemas.microsoft.com/office/drawing/2014/main" id="{8D259966-439A-44D2-A8EF-C89C66799499}"/>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구현 및 검증">
            <a:extLst xmlns:a="http://schemas.openxmlformats.org/drawingml/2006/main">
              <a:ext uri="{FF2B5EF4-FFF2-40B4-BE49-F238E27FC236}">
                <a16:creationId xmlns:a16="http://schemas.microsoft.com/office/drawing/2014/main" id="{5E6B18C6-34DF-4528-85AF-A85D216521A0}"/>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Workflow 결론">
            <a:extLst xmlns:a="http://schemas.openxmlformats.org/drawingml/2006/main">
              <a:ext uri="{FF2B5EF4-FFF2-40B4-BE49-F238E27FC236}">
                <a16:creationId xmlns:a16="http://schemas.microsoft.com/office/drawing/2014/main" id="{DC62045D-D54F-4853-AC4F-33C0B4A55F97}"/>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결론">
            <a:extLst xmlns:a="http://schemas.openxmlformats.org/drawingml/2006/main">
              <a:ext uri="{FF2B5EF4-FFF2-40B4-BE49-F238E27FC236}">
                <a16:creationId xmlns:a16="http://schemas.microsoft.com/office/drawing/2014/main" id="{6C92B520-A340-4779-AD8A-2682B3B27534}"/>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Header rule">
            <a:extLst xmlns:a="http://schemas.openxmlformats.org/drawingml/2006/main">
              <a:ext uri="{FF2B5EF4-FFF2-40B4-BE49-F238E27FC236}">
                <a16:creationId xmlns:a16="http://schemas.microsoft.com/office/drawing/2014/main" id="{73FD8671-86AA-4E08-9872-516B69249275}"/>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Continuous slide number">
            <a:extLst xmlns:a="http://schemas.openxmlformats.org/drawingml/2006/main">
              <a:ext uri="{FF2B5EF4-FFF2-40B4-BE49-F238E27FC236}">
                <a16:creationId xmlns:a16="http://schemas.microsoft.com/office/drawing/2014/main" id="{3553CB79-39EA-406A-860E-CE54C13256E0}"/>
              </a:ext>
            </a:extLst>
          </p:cNvPr>
          <p:cNvSpPr>
            <a:spLocks xmlns:a="http://schemas.openxmlformats.org/drawingml/2006/main" noGrp="1"/>
          </p:cNvSpPr>
          <p:nvPr/>
        </p:nvSpPr>
        <p:spPr>
          <a:xfrm xmlns:a="http://schemas.openxmlformats.org/drawingml/2006/main">
            <a:off x="17487900" y="10020300"/>
            <a:ext cx="590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50555B"/>
                </a:solidFill>
                <a:latin typeface="Apple SD Gothic Neo"/>
                <a:ea typeface="Apple SD Gothic Neo"/>
                <a:cs typeface="Apple SD Gothic Neo"/>
              </a:defRPr>
            </a:defPPr>
            <a:lvl1pPr algn="r">
              <a:defRPr sz="1200" b="0">
                <a:solidFill>
                  <a:srgbClr val="50555B"/>
                </a:solidFill>
                <a:latin typeface="Apple SD Gothic Neo"/>
                <a:ea typeface="Apple SD Gothic Neo"/>
                <a:cs typeface="Apple SD Gothic Neo"/>
              </a:defRPr>
            </a:lvl1pPr>
            <a:lvl2pPr algn="r">
              <a:defRPr sz="1200" b="0">
                <a:solidFill>
                  <a:srgbClr val="50555B"/>
                </a:solidFill>
                <a:latin typeface="Apple SD Gothic Neo"/>
                <a:ea typeface="Apple SD Gothic Neo"/>
                <a:cs typeface="Apple SD Gothic Neo"/>
              </a:defRPr>
            </a:lvl2pPr>
            <a:lvl3pPr algn="r">
              <a:defRPr sz="1200" b="0">
                <a:solidFill>
                  <a:srgbClr val="50555B"/>
                </a:solidFill>
                <a:latin typeface="Apple SD Gothic Neo"/>
                <a:ea typeface="Apple SD Gothic Neo"/>
                <a:cs typeface="Apple SD Gothic Neo"/>
              </a:defRPr>
            </a:lvl3pPr>
            <a:lvl4pPr algn="r">
              <a:defRPr sz="1200" b="0">
                <a:solidFill>
                  <a:srgbClr val="50555B"/>
                </a:solidFill>
                <a:latin typeface="Apple SD Gothic Neo"/>
                <a:ea typeface="Apple SD Gothic Neo"/>
                <a:cs typeface="Apple SD Gothic Neo"/>
              </a:defRPr>
            </a:lvl4pPr>
            <a:lvl5pPr algn="r">
              <a:defRPr sz="1200" b="0">
                <a:solidFill>
                  <a:srgbClr val="50555B"/>
                </a:solidFill>
                <a:latin typeface="Apple SD Gothic Neo"/>
                <a:ea typeface="Apple SD Gothic Neo"/>
                <a:cs typeface="Apple SD Gothic Neo"/>
              </a:defRPr>
            </a:lvl5pPr>
            <a:lvl6pPr algn="r">
              <a:defRPr sz="1200" b="0">
                <a:solidFill>
                  <a:srgbClr val="50555B"/>
                </a:solidFill>
                <a:latin typeface="Apple SD Gothic Neo"/>
                <a:ea typeface="Apple SD Gothic Neo"/>
                <a:cs typeface="Apple SD Gothic Neo"/>
              </a:defRPr>
            </a:lvl6pPr>
            <a:lvl7pPr algn="r">
              <a:defRPr sz="1200" b="0">
                <a:solidFill>
                  <a:srgbClr val="50555B"/>
                </a:solidFill>
                <a:latin typeface="Apple SD Gothic Neo"/>
                <a:ea typeface="Apple SD Gothic Neo"/>
                <a:cs typeface="Apple SD Gothic Neo"/>
              </a:defRPr>
            </a:lvl7pPr>
            <a:lvl8pPr algn="r">
              <a:defRPr sz="1200" b="0">
                <a:solidFill>
                  <a:srgbClr val="50555B"/>
                </a:solidFill>
                <a:latin typeface="Apple SD Gothic Neo"/>
                <a:ea typeface="Apple SD Gothic Neo"/>
                <a:cs typeface="Apple SD Gothic Neo"/>
              </a:defRPr>
            </a:lvl8pPr>
            <a:lvl9pPr algn="r">
              <a:defRPr sz="1200" b="0">
                <a:solidFill>
                  <a:srgbClr val="50555B"/>
                </a:solidFill>
                <a:latin typeface="Apple SD Gothic Neo"/>
                <a:ea typeface="Apple SD Gothic Neo"/>
                <a:cs typeface="Apple SD Gothic Neo"/>
              </a:defRPr>
            </a:lvl9pPr>
          </a:lstStyle>
          <a:p xmlns:a="http://schemas.openxmlformats.org/drawingml/2006/main">
            <a:pPr algn="r">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4 / 16</a:t>
            </a:r>
          </a:p>
        </p:txBody>
      </p:sp>
      <p:sp>
        <p:nvSpPr>
          <p:cNvPr id="14" name="DP1 object 235">
            <a:extLst xmlns:a="http://schemas.openxmlformats.org/drawingml/2006/main">
              <a:ext uri="{FF2B5EF4-FFF2-40B4-BE49-F238E27FC236}">
                <a16:creationId xmlns:a16="http://schemas.microsoft.com/office/drawing/2014/main" id="{147D7907-C2DA-4804-B187-1F98AFBB066D}"/>
              </a:ext>
            </a:extLst>
          </p:cNvPr>
          <p:cNvSpPr>
            <a:spLocks xmlns:a="http://schemas.openxmlformats.org/drawingml/2006/main" noGrp="1"/>
          </p:cNvSpPr>
          <p:nvPr/>
        </p:nvSpPr>
        <p:spPr>
          <a:xfrm xmlns:a="http://schemas.openxmlformats.org/drawingml/2006/main">
            <a:off x="266700" y="1181100"/>
            <a:ext cx="1247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00" b="1">
                <a:solidFill>
                  <a:srgbClr val="4676CB"/>
                </a:solidFill>
                <a:latin typeface="Apple SD Gothic Neo"/>
                <a:ea typeface="Apple SD Gothic Neo"/>
                <a:cs typeface="Apple SD Gothic Neo"/>
              </a:defRPr>
            </a:defPPr>
            <a:lvl1pPr algn="l">
              <a:defRPr sz="2400" b="1">
                <a:solidFill>
                  <a:srgbClr val="4676CB"/>
                </a:solidFill>
                <a:latin typeface="Apple SD Gothic Neo"/>
                <a:ea typeface="Apple SD Gothic Neo"/>
                <a:cs typeface="Apple SD Gothic Neo"/>
              </a:defRPr>
            </a:lvl1pPr>
            <a:lvl2pPr algn="l">
              <a:defRPr sz="2400" b="1">
                <a:solidFill>
                  <a:srgbClr val="4676CB"/>
                </a:solidFill>
                <a:latin typeface="Apple SD Gothic Neo"/>
                <a:ea typeface="Apple SD Gothic Neo"/>
                <a:cs typeface="Apple SD Gothic Neo"/>
              </a:defRPr>
            </a:lvl2pPr>
            <a:lvl3pPr algn="l">
              <a:defRPr sz="2400" b="1">
                <a:solidFill>
                  <a:srgbClr val="4676CB"/>
                </a:solidFill>
                <a:latin typeface="Apple SD Gothic Neo"/>
                <a:ea typeface="Apple SD Gothic Neo"/>
                <a:cs typeface="Apple SD Gothic Neo"/>
              </a:defRPr>
            </a:lvl3pPr>
            <a:lvl4pPr algn="l">
              <a:defRPr sz="2400" b="1">
                <a:solidFill>
                  <a:srgbClr val="4676CB"/>
                </a:solidFill>
                <a:latin typeface="Apple SD Gothic Neo"/>
                <a:ea typeface="Apple SD Gothic Neo"/>
                <a:cs typeface="Apple SD Gothic Neo"/>
              </a:defRPr>
            </a:lvl4pPr>
            <a:lvl5pPr algn="l">
              <a:defRPr sz="2400" b="1">
                <a:solidFill>
                  <a:srgbClr val="4676CB"/>
                </a:solidFill>
                <a:latin typeface="Apple SD Gothic Neo"/>
                <a:ea typeface="Apple SD Gothic Neo"/>
                <a:cs typeface="Apple SD Gothic Neo"/>
              </a:defRPr>
            </a:lvl5pPr>
            <a:lvl6pPr algn="l">
              <a:defRPr sz="2400" b="1">
                <a:solidFill>
                  <a:srgbClr val="4676CB"/>
                </a:solidFill>
                <a:latin typeface="Apple SD Gothic Neo"/>
                <a:ea typeface="Apple SD Gothic Neo"/>
                <a:cs typeface="Apple SD Gothic Neo"/>
              </a:defRPr>
            </a:lvl6pPr>
            <a:lvl7pPr algn="l">
              <a:defRPr sz="2400" b="1">
                <a:solidFill>
                  <a:srgbClr val="4676CB"/>
                </a:solidFill>
                <a:latin typeface="Apple SD Gothic Neo"/>
                <a:ea typeface="Apple SD Gothic Neo"/>
                <a:cs typeface="Apple SD Gothic Neo"/>
              </a:defRPr>
            </a:lvl7pPr>
            <a:lvl8pPr algn="l">
              <a:defRPr sz="2400" b="1">
                <a:solidFill>
                  <a:srgbClr val="4676CB"/>
                </a:solidFill>
                <a:latin typeface="Apple SD Gothic Neo"/>
                <a:ea typeface="Apple SD Gothic Neo"/>
                <a:cs typeface="Apple SD Gothic Neo"/>
              </a:defRPr>
            </a:lvl8pPr>
            <a:lvl9pPr algn="l">
              <a:defRPr sz="2400" b="1">
                <a:solidFill>
                  <a:srgbClr val="4676CB"/>
                </a:solidFill>
                <a:latin typeface="Apple SD Gothic Neo"/>
                <a:ea typeface="Apple SD Gothic Neo"/>
                <a:cs typeface="Apple SD Gothic Neo"/>
              </a:defRPr>
            </a:lvl9pPr>
          </a:lstStyle>
          <a:p xmlns:a="http://schemas.openxmlformats.org/drawingml/2006/main">
            <a:pPr algn="l">
              <a:defRPr sz="2400" b="1">
                <a:solidFill>
                  <a:srgbClr val="4676CB"/>
                </a:solidFill>
                <a:latin typeface="Apple SD Gothic Neo"/>
                <a:ea typeface="Apple SD Gothic Neo"/>
                <a:cs typeface="Apple SD Gothic Neo"/>
              </a:defRPr>
            </a:pPr>
            <a:r>
              <a:rPr sz="2400" b="1">
                <a:solidFill>
                  <a:srgbClr val="4676CB"/>
                </a:solidFill>
                <a:latin typeface="Apple SD Gothic Neo"/>
                <a:ea typeface="Apple SD Gothic Neo"/>
                <a:cs typeface="Apple SD Gothic Neo"/>
              </a:rPr>
              <a:t>같은 자료를 이어 묻는 사용에서 A 선택</a:t>
            </a:r>
          </a:p>
        </p:txBody>
      </p:sp>
      <p:sp>
        <p:nvSpPr>
          <p:cNvPr id="15" name="DP1 object 236">
            <a:extLst xmlns:a="http://schemas.openxmlformats.org/drawingml/2006/main">
              <a:ext uri="{FF2B5EF4-FFF2-40B4-BE49-F238E27FC236}">
                <a16:creationId xmlns:a16="http://schemas.microsoft.com/office/drawing/2014/main" id="{D46E4AFF-CA55-4AF2-AA0E-78F0F7BCA8E2}"/>
              </a:ext>
            </a:extLst>
          </p:cNvPr>
          <p:cNvSpPr>
            <a:spLocks xmlns:a="http://schemas.openxmlformats.org/drawingml/2006/main" noGrp="1"/>
          </p:cNvSpPr>
          <p:nvPr/>
        </p:nvSpPr>
        <p:spPr>
          <a:xfrm xmlns:a="http://schemas.openxmlformats.org/drawingml/2006/main">
            <a:off x="266700" y="1619250"/>
            <a:ext cx="17526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B 대비 동일 자료 답변 호출 6회 감소  /  C의 사전 생산 포함 총 모델 비용은 A의 2.42배</a:t>
            </a:r>
          </a:p>
        </p:txBody>
      </p:sp>
      <p:sp>
        <p:nvSpPr>
          <p:cNvPr id="16" name="DP1 object 237">
            <a:extLst xmlns:a="http://schemas.openxmlformats.org/drawingml/2006/main">
              <a:ext uri="{FF2B5EF4-FFF2-40B4-BE49-F238E27FC236}">
                <a16:creationId xmlns:a16="http://schemas.microsoft.com/office/drawing/2014/main" id="{3CC69B4D-05D1-4C54-BE3E-9A51BA51D787}"/>
              </a:ext>
            </a:extLst>
          </p:cNvPr>
          <p:cNvSpPr>
            <a:spLocks xmlns:a="http://schemas.openxmlformats.org/drawingml/2006/main" noGrp="1"/>
          </p:cNvSpPr>
          <p:nvPr/>
        </p:nvSpPr>
        <p:spPr>
          <a:xfrm xmlns:a="http://schemas.openxmlformats.org/drawingml/2006/main">
            <a:off x="228600" y="2085975"/>
            <a:ext cx="5810250" cy="7229475"/>
          </a:xfrm>
          <a:prstGeom xmlns:a="http://schemas.openxmlformats.org/drawingml/2006/main" prst="rect">
            <a:avLst/>
          </a:prstGeom>
          <a:noFill xmlns:a="http://schemas.openxmlformats.org/drawingml/2006/main"/>
          <a:ln xmlns:a="http://schemas.openxmlformats.org/drawingml/2006/main" w="36195">
            <a:solidFill>
              <a:srgbClr val="4676CB"/>
            </a:solidFill>
            <a:prstDash val="solid"/>
          </a:ln>
        </p:spPr>
      </p:sp>
      <p:sp>
        <p:nvSpPr>
          <p:cNvPr id="17" name="DP1 object 238">
            <a:extLst xmlns:a="http://schemas.openxmlformats.org/drawingml/2006/main">
              <a:ext uri="{FF2B5EF4-FFF2-40B4-BE49-F238E27FC236}">
                <a16:creationId xmlns:a16="http://schemas.microsoft.com/office/drawing/2014/main" id="{4EC7F90E-A14A-4CEE-BC6B-8F3134BA7399}"/>
              </a:ext>
            </a:extLst>
          </p:cNvPr>
          <p:cNvSpPr>
            <a:spLocks xmlns:a="http://schemas.openxmlformats.org/drawingml/2006/main" noGrp="1"/>
          </p:cNvSpPr>
          <p:nvPr/>
        </p:nvSpPr>
        <p:spPr>
          <a:xfrm xmlns:a="http://schemas.openxmlformats.org/drawingml/2006/main">
            <a:off x="228600" y="2085975"/>
            <a:ext cx="5810250" cy="495300"/>
          </a:xfrm>
          <a:prstGeom xmlns:a="http://schemas.openxmlformats.org/drawingml/2006/main" prst="rect">
            <a:avLst/>
          </a:prstGeom>
          <a:solidFill xmlns:a="http://schemas.openxmlformats.org/drawingml/2006/main">
            <a:srgbClr val="C9E1B3"/>
          </a:solidFill>
          <a:ln xmlns:a="http://schemas.openxmlformats.org/drawingml/2006/main" w="0">
            <a:noFill/>
            <a:prstDash val="solid"/>
          </a:ln>
        </p:spPr>
      </p:sp>
      <p:sp>
        <p:nvSpPr>
          <p:cNvPr id="18" name="DP1 object 239">
            <a:extLst xmlns:a="http://schemas.openxmlformats.org/drawingml/2006/main">
              <a:ext uri="{FF2B5EF4-FFF2-40B4-BE49-F238E27FC236}">
                <a16:creationId xmlns:a16="http://schemas.microsoft.com/office/drawing/2014/main" id="{77639030-F460-448C-89C6-1713005C133D}"/>
              </a:ext>
            </a:extLst>
          </p:cNvPr>
          <p:cNvSpPr>
            <a:spLocks xmlns:a="http://schemas.openxmlformats.org/drawingml/2006/main" noGrp="1"/>
          </p:cNvSpPr>
          <p:nvPr/>
        </p:nvSpPr>
        <p:spPr>
          <a:xfrm xmlns:a="http://schemas.openxmlformats.org/drawingml/2006/main">
            <a:off x="342900" y="1971675"/>
            <a:ext cx="571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4050" b="1">
                <a:solidFill>
                  <a:srgbClr val="C00000"/>
                </a:solidFill>
                <a:latin typeface="Apple SD Gothic Neo"/>
                <a:ea typeface="Apple SD Gothic Neo"/>
                <a:cs typeface="Apple SD Gothic Neo"/>
              </a:defRPr>
            </a:defPPr>
            <a:lvl1pPr algn="l">
              <a:defRPr sz="4050" b="1">
                <a:solidFill>
                  <a:srgbClr val="C00000"/>
                </a:solidFill>
                <a:latin typeface="Apple SD Gothic Neo"/>
                <a:ea typeface="Apple SD Gothic Neo"/>
                <a:cs typeface="Apple SD Gothic Neo"/>
              </a:defRPr>
            </a:lvl1pPr>
            <a:lvl2pPr algn="l">
              <a:defRPr sz="4050" b="1">
                <a:solidFill>
                  <a:srgbClr val="C00000"/>
                </a:solidFill>
                <a:latin typeface="Apple SD Gothic Neo"/>
                <a:ea typeface="Apple SD Gothic Neo"/>
                <a:cs typeface="Apple SD Gothic Neo"/>
              </a:defRPr>
            </a:lvl2pPr>
            <a:lvl3pPr algn="l">
              <a:defRPr sz="4050" b="1">
                <a:solidFill>
                  <a:srgbClr val="C00000"/>
                </a:solidFill>
                <a:latin typeface="Apple SD Gothic Neo"/>
                <a:ea typeface="Apple SD Gothic Neo"/>
                <a:cs typeface="Apple SD Gothic Neo"/>
              </a:defRPr>
            </a:lvl3pPr>
            <a:lvl4pPr algn="l">
              <a:defRPr sz="4050" b="1">
                <a:solidFill>
                  <a:srgbClr val="C00000"/>
                </a:solidFill>
                <a:latin typeface="Apple SD Gothic Neo"/>
                <a:ea typeface="Apple SD Gothic Neo"/>
                <a:cs typeface="Apple SD Gothic Neo"/>
              </a:defRPr>
            </a:lvl4pPr>
            <a:lvl5pPr algn="l">
              <a:defRPr sz="4050" b="1">
                <a:solidFill>
                  <a:srgbClr val="C00000"/>
                </a:solidFill>
                <a:latin typeface="Apple SD Gothic Neo"/>
                <a:ea typeface="Apple SD Gothic Neo"/>
                <a:cs typeface="Apple SD Gothic Neo"/>
              </a:defRPr>
            </a:lvl5pPr>
            <a:lvl6pPr algn="l">
              <a:defRPr sz="4050" b="1">
                <a:solidFill>
                  <a:srgbClr val="C00000"/>
                </a:solidFill>
                <a:latin typeface="Apple SD Gothic Neo"/>
                <a:ea typeface="Apple SD Gothic Neo"/>
                <a:cs typeface="Apple SD Gothic Neo"/>
              </a:defRPr>
            </a:lvl6pPr>
            <a:lvl7pPr algn="l">
              <a:defRPr sz="4050" b="1">
                <a:solidFill>
                  <a:srgbClr val="C00000"/>
                </a:solidFill>
                <a:latin typeface="Apple SD Gothic Neo"/>
                <a:ea typeface="Apple SD Gothic Neo"/>
                <a:cs typeface="Apple SD Gothic Neo"/>
              </a:defRPr>
            </a:lvl7pPr>
            <a:lvl8pPr algn="l">
              <a:defRPr sz="4050" b="1">
                <a:solidFill>
                  <a:srgbClr val="C00000"/>
                </a:solidFill>
                <a:latin typeface="Apple SD Gothic Neo"/>
                <a:ea typeface="Apple SD Gothic Neo"/>
                <a:cs typeface="Apple SD Gothic Neo"/>
              </a:defRPr>
            </a:lvl8pPr>
            <a:lvl9pPr algn="l">
              <a:defRPr sz="4050" b="1">
                <a:solidFill>
                  <a:srgbClr val="C00000"/>
                </a:solidFill>
                <a:latin typeface="Apple SD Gothic Neo"/>
                <a:ea typeface="Apple SD Gothic Neo"/>
                <a:cs typeface="Apple SD Gothic Neo"/>
              </a:defRPr>
            </a:lvl9pPr>
          </a:lstStyle>
          <a:p xmlns:a="http://schemas.openxmlformats.org/drawingml/2006/main">
            <a:pPr algn="l">
              <a:defRPr sz="4050" b="1">
                <a:solidFill>
                  <a:srgbClr val="C00000"/>
                </a:solidFill>
                <a:latin typeface="Apple SD Gothic Neo"/>
                <a:ea typeface="Apple SD Gothic Neo"/>
                <a:cs typeface="Apple SD Gothic Neo"/>
              </a:defRPr>
            </a:pPr>
            <a:r>
              <a:rPr sz="4050" b="1">
                <a:solidFill>
                  <a:srgbClr val="C00000"/>
                </a:solidFill>
                <a:latin typeface="Apple SD Gothic Neo"/>
                <a:ea typeface="Apple SD Gothic Neo"/>
                <a:cs typeface="Apple SD Gothic Neo"/>
              </a:rPr>
              <a:t>✓</a:t>
            </a:r>
          </a:p>
        </p:txBody>
      </p:sp>
      <p:sp>
        <p:nvSpPr>
          <p:cNvPr id="19" name="DP1 object 240">
            <a:extLst xmlns:a="http://schemas.openxmlformats.org/drawingml/2006/main">
              <a:ext uri="{FF2B5EF4-FFF2-40B4-BE49-F238E27FC236}">
                <a16:creationId xmlns:a16="http://schemas.microsoft.com/office/drawing/2014/main" id="{6B34DC1B-9CA6-4D83-BEC1-98B5DB5B6C3C}"/>
              </a:ext>
            </a:extLst>
          </p:cNvPr>
          <p:cNvSpPr>
            <a:spLocks xmlns:a="http://schemas.openxmlformats.org/drawingml/2006/main" noGrp="1"/>
          </p:cNvSpPr>
          <p:nvPr/>
        </p:nvSpPr>
        <p:spPr>
          <a:xfrm xmlns:a="http://schemas.openxmlformats.org/drawingml/2006/main">
            <a:off x="1019175" y="211455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111111"/>
                </a:solidFill>
                <a:latin typeface="Apple SD Gothic Neo"/>
                <a:ea typeface="Apple SD Gothic Neo"/>
                <a:cs typeface="Apple SD Gothic Neo"/>
              </a:defRPr>
            </a:defPPr>
            <a:lvl1pPr algn="l">
              <a:defRPr sz="2250" b="1">
                <a:solidFill>
                  <a:srgbClr val="111111"/>
                </a:solidFill>
                <a:latin typeface="Apple SD Gothic Neo"/>
                <a:ea typeface="Apple SD Gothic Neo"/>
                <a:cs typeface="Apple SD Gothic Neo"/>
              </a:defRPr>
            </a:lvl1pPr>
            <a:lvl2pPr algn="l">
              <a:defRPr sz="2250" b="1">
                <a:solidFill>
                  <a:srgbClr val="111111"/>
                </a:solidFill>
                <a:latin typeface="Apple SD Gothic Neo"/>
                <a:ea typeface="Apple SD Gothic Neo"/>
                <a:cs typeface="Apple SD Gothic Neo"/>
              </a:defRPr>
            </a:lvl2pPr>
            <a:lvl3pPr algn="l">
              <a:defRPr sz="2250" b="1">
                <a:solidFill>
                  <a:srgbClr val="111111"/>
                </a:solidFill>
                <a:latin typeface="Apple SD Gothic Neo"/>
                <a:ea typeface="Apple SD Gothic Neo"/>
                <a:cs typeface="Apple SD Gothic Neo"/>
              </a:defRPr>
            </a:lvl3pPr>
            <a:lvl4pPr algn="l">
              <a:defRPr sz="2250" b="1">
                <a:solidFill>
                  <a:srgbClr val="111111"/>
                </a:solidFill>
                <a:latin typeface="Apple SD Gothic Neo"/>
                <a:ea typeface="Apple SD Gothic Neo"/>
                <a:cs typeface="Apple SD Gothic Neo"/>
              </a:defRPr>
            </a:lvl4pPr>
            <a:lvl5pPr algn="l">
              <a:defRPr sz="2250" b="1">
                <a:solidFill>
                  <a:srgbClr val="111111"/>
                </a:solidFill>
                <a:latin typeface="Apple SD Gothic Neo"/>
                <a:ea typeface="Apple SD Gothic Neo"/>
                <a:cs typeface="Apple SD Gothic Neo"/>
              </a:defRPr>
            </a:lvl5pPr>
            <a:lvl6pPr algn="l">
              <a:defRPr sz="2250" b="1">
                <a:solidFill>
                  <a:srgbClr val="111111"/>
                </a:solidFill>
                <a:latin typeface="Apple SD Gothic Neo"/>
                <a:ea typeface="Apple SD Gothic Neo"/>
                <a:cs typeface="Apple SD Gothic Neo"/>
              </a:defRPr>
            </a:lvl6pPr>
            <a:lvl7pPr algn="l">
              <a:defRPr sz="2250" b="1">
                <a:solidFill>
                  <a:srgbClr val="111111"/>
                </a:solidFill>
                <a:latin typeface="Apple SD Gothic Neo"/>
                <a:ea typeface="Apple SD Gothic Neo"/>
                <a:cs typeface="Apple SD Gothic Neo"/>
              </a:defRPr>
            </a:lvl7pPr>
            <a:lvl8pPr algn="l">
              <a:defRPr sz="2250" b="1">
                <a:solidFill>
                  <a:srgbClr val="111111"/>
                </a:solidFill>
                <a:latin typeface="Apple SD Gothic Neo"/>
                <a:ea typeface="Apple SD Gothic Neo"/>
                <a:cs typeface="Apple SD Gothic Neo"/>
              </a:defRPr>
            </a:lvl8pPr>
            <a:lvl9pPr algn="l">
              <a:defRPr sz="2250" b="1">
                <a:solidFill>
                  <a:srgbClr val="111111"/>
                </a:solidFill>
                <a:latin typeface="Apple SD Gothic Neo"/>
                <a:ea typeface="Apple SD Gothic Neo"/>
                <a:cs typeface="Apple SD Gothic Neo"/>
              </a:defRPr>
            </a:lvl9pPr>
          </a:lstStyle>
          <a:p xmlns:a="http://schemas.openxmlformats.org/drawingml/2006/main">
            <a:pPr algn="l">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A. 유효 작업 문맥 유지</a:t>
            </a:r>
          </a:p>
        </p:txBody>
      </p:sp>
      <p:sp>
        <p:nvSpPr>
          <p:cNvPr id="20" name="DP1 object 241">
            <a:extLst xmlns:a="http://schemas.openxmlformats.org/drawingml/2006/main">
              <a:ext uri="{FF2B5EF4-FFF2-40B4-BE49-F238E27FC236}">
                <a16:creationId xmlns:a16="http://schemas.microsoft.com/office/drawing/2014/main" id="{DB488A01-2EE9-4B4F-B6EF-18BF2172E431}"/>
              </a:ext>
            </a:extLst>
          </p:cNvPr>
          <p:cNvSpPr>
            <a:spLocks xmlns:a="http://schemas.openxmlformats.org/drawingml/2006/main" noGrp="1"/>
          </p:cNvSpPr>
          <p:nvPr/>
        </p:nvSpPr>
        <p:spPr>
          <a:xfrm xmlns:a="http://schemas.openxmlformats.org/drawingml/2006/main">
            <a:off x="419100" y="2705100"/>
            <a:ext cx="542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기본 구조: 읽은 근거를 다음 요청에 유지</a:t>
            </a:r>
          </a:p>
        </p:txBody>
      </p:sp>
      <p:sp>
        <p:nvSpPr>
          <p:cNvPr id="21" name="유효 작업 문맥&#10;출처와 의존 판본">
            <a:extLst xmlns:a="http://schemas.openxmlformats.org/drawingml/2006/main">
              <a:ext uri="{FF2B5EF4-FFF2-40B4-BE49-F238E27FC236}">
                <a16:creationId xmlns:a16="http://schemas.microsoft.com/office/drawing/2014/main" id="{D7AE3BF7-95BA-4DAF-AB4F-07DDE8A593FA}"/>
              </a:ext>
            </a:extLst>
          </p:cNvPr>
          <p:cNvSpPr>
            <a:spLocks xmlns:a="http://schemas.openxmlformats.org/drawingml/2006/main" noGrp="1"/>
          </p:cNvSpPr>
          <p:nvPr/>
        </p:nvSpPr>
        <p:spPr>
          <a:xfrm xmlns:a="http://schemas.openxmlformats.org/drawingml/2006/main">
            <a:off x="542925" y="3409950"/>
            <a:ext cx="2266950" cy="9620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2" name="DP1 object 242">
            <a:extLst xmlns:a="http://schemas.openxmlformats.org/drawingml/2006/main">
              <a:ext uri="{FF2B5EF4-FFF2-40B4-BE49-F238E27FC236}">
                <a16:creationId xmlns:a16="http://schemas.microsoft.com/office/drawing/2014/main" id="{005F367F-69B7-4C9D-AFF2-1FACDAC7F91E}"/>
              </a:ext>
            </a:extLst>
          </p:cNvPr>
          <p:cNvSpPr>
            <a:spLocks xmlns:a="http://schemas.openxmlformats.org/drawingml/2006/main" noGrp="1"/>
          </p:cNvSpPr>
          <p:nvPr/>
        </p:nvSpPr>
        <p:spPr>
          <a:xfrm xmlns:a="http://schemas.openxmlformats.org/drawingml/2006/main">
            <a:off x="590550" y="3514725"/>
            <a:ext cx="21717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0">
                <a:solidFill>
                  <a:srgbClr val="111111"/>
                </a:solidFill>
                <a:latin typeface="Apple SD Gothic Neo"/>
                <a:ea typeface="Apple SD Gothic Neo"/>
                <a:cs typeface="Apple SD Gothic Neo"/>
              </a:defRPr>
            </a:defPPr>
            <a:lvl1pPr algn="ctr">
              <a:defRPr sz="2025" b="0">
                <a:solidFill>
                  <a:srgbClr val="111111"/>
                </a:solidFill>
                <a:latin typeface="Apple SD Gothic Neo"/>
                <a:ea typeface="Apple SD Gothic Neo"/>
                <a:cs typeface="Apple SD Gothic Neo"/>
              </a:defRPr>
            </a:lvl1pPr>
            <a:lvl2pPr algn="ctr">
              <a:defRPr sz="2025" b="0">
                <a:solidFill>
                  <a:srgbClr val="111111"/>
                </a:solidFill>
                <a:latin typeface="Apple SD Gothic Neo"/>
                <a:ea typeface="Apple SD Gothic Neo"/>
                <a:cs typeface="Apple SD Gothic Neo"/>
              </a:defRPr>
            </a:lvl2pPr>
            <a:lvl3pPr algn="ctr">
              <a:defRPr sz="2025" b="0">
                <a:solidFill>
                  <a:srgbClr val="111111"/>
                </a:solidFill>
                <a:latin typeface="Apple SD Gothic Neo"/>
                <a:ea typeface="Apple SD Gothic Neo"/>
                <a:cs typeface="Apple SD Gothic Neo"/>
              </a:defRPr>
            </a:lvl3pPr>
            <a:lvl4pPr algn="ctr">
              <a:defRPr sz="2025" b="0">
                <a:solidFill>
                  <a:srgbClr val="111111"/>
                </a:solidFill>
                <a:latin typeface="Apple SD Gothic Neo"/>
                <a:ea typeface="Apple SD Gothic Neo"/>
                <a:cs typeface="Apple SD Gothic Neo"/>
              </a:defRPr>
            </a:lvl4pPr>
            <a:lvl5pPr algn="ctr">
              <a:defRPr sz="2025" b="0">
                <a:solidFill>
                  <a:srgbClr val="111111"/>
                </a:solidFill>
                <a:latin typeface="Apple SD Gothic Neo"/>
                <a:ea typeface="Apple SD Gothic Neo"/>
                <a:cs typeface="Apple SD Gothic Neo"/>
              </a:defRPr>
            </a:lvl5pPr>
            <a:lvl6pPr algn="ctr">
              <a:defRPr sz="2025" b="0">
                <a:solidFill>
                  <a:srgbClr val="111111"/>
                </a:solidFill>
                <a:latin typeface="Apple SD Gothic Neo"/>
                <a:ea typeface="Apple SD Gothic Neo"/>
                <a:cs typeface="Apple SD Gothic Neo"/>
              </a:defRPr>
            </a:lvl6pPr>
            <a:lvl7pPr algn="ctr">
              <a:defRPr sz="2025" b="0">
                <a:solidFill>
                  <a:srgbClr val="111111"/>
                </a:solidFill>
                <a:latin typeface="Apple SD Gothic Neo"/>
                <a:ea typeface="Apple SD Gothic Neo"/>
                <a:cs typeface="Apple SD Gothic Neo"/>
              </a:defRPr>
            </a:lvl7pPr>
            <a:lvl8pPr algn="ctr">
              <a:defRPr sz="2025" b="0">
                <a:solidFill>
                  <a:srgbClr val="111111"/>
                </a:solidFill>
                <a:latin typeface="Apple SD Gothic Neo"/>
                <a:ea typeface="Apple SD Gothic Neo"/>
                <a:cs typeface="Apple SD Gothic Neo"/>
              </a:defRPr>
            </a:lvl8pPr>
            <a:lvl9pPr algn="ctr">
              <a:defRPr sz="2025" b="0">
                <a:solidFill>
                  <a:srgbClr val="111111"/>
                </a:solidFill>
                <a:latin typeface="Apple SD Gothic Neo"/>
                <a:ea typeface="Apple SD Gothic Neo"/>
                <a:cs typeface="Apple SD Gothic Neo"/>
              </a:defRPr>
            </a:lvl9pPr>
          </a:lstStyle>
          <a:p xmlns:a="http://schemas.openxmlformats.org/drawingml/2006/main">
            <a:pPr algn="ctr">
              <a:defRPr sz="2025" b="0">
                <a:solidFill>
                  <a:srgbClr val="111111"/>
                </a:solidFill>
                <a:latin typeface="Apple SD Gothic Neo"/>
                <a:ea typeface="Apple SD Gothic Neo"/>
                <a:cs typeface="Apple SD Gothic Neo"/>
              </a:defRPr>
            </a:pPr>
            <a:r>
              <a:rPr sz="2025" b="0">
                <a:solidFill>
                  <a:srgbClr val="111111"/>
                </a:solidFill>
                <a:latin typeface="Apple SD Gothic Neo"/>
                <a:ea typeface="Apple SD Gothic Neo"/>
                <a:cs typeface="Apple SD Gothic Neo"/>
              </a:rPr>
              <a:t>유효 작업 문맥</a:t>
            </a:r>
          </a:p>
          <a:p xmlns:a="http://schemas.openxmlformats.org/drawingml/2006/main">
            <a:pPr algn="ctr">
              <a:defRPr sz="2025" b="0">
                <a:solidFill>
                  <a:srgbClr val="111111"/>
                </a:solidFill>
                <a:latin typeface="Apple SD Gothic Neo"/>
                <a:ea typeface="Apple SD Gothic Neo"/>
                <a:cs typeface="Apple SD Gothic Neo"/>
              </a:defRPr>
            </a:pPr>
            <a:r>
              <a:rPr sz="2025" b="0">
                <a:solidFill>
                  <a:srgbClr val="111111"/>
                </a:solidFill>
                <a:latin typeface="Apple SD Gothic Neo"/>
                <a:ea typeface="Apple SD Gothic Neo"/>
                <a:cs typeface="Apple SD Gothic Neo"/>
              </a:rPr>
              <a:t>출처와 의존 판본</a:t>
            </a:r>
          </a:p>
        </p:txBody>
      </p:sp>
      <p:sp>
        <p:nvSpPr>
          <p:cNvPr id="23" name="Request Interpreter&#10;현재 의미 판단">
            <a:extLst xmlns:a="http://schemas.openxmlformats.org/drawingml/2006/main">
              <a:ext uri="{FF2B5EF4-FFF2-40B4-BE49-F238E27FC236}">
                <a16:creationId xmlns:a16="http://schemas.microsoft.com/office/drawing/2014/main" id="{6D4BA643-FC44-48D6-A3A1-1F46982667FB}"/>
              </a:ext>
            </a:extLst>
          </p:cNvPr>
          <p:cNvSpPr>
            <a:spLocks xmlns:a="http://schemas.openxmlformats.org/drawingml/2006/main" noGrp="1"/>
          </p:cNvSpPr>
          <p:nvPr/>
        </p:nvSpPr>
        <p:spPr>
          <a:xfrm xmlns:a="http://schemas.openxmlformats.org/drawingml/2006/main">
            <a:off x="3209925" y="3219450"/>
            <a:ext cx="2447925" cy="809625"/>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24" name="DP1 object 243">
            <a:extLst xmlns:a="http://schemas.openxmlformats.org/drawingml/2006/main">
              <a:ext uri="{FF2B5EF4-FFF2-40B4-BE49-F238E27FC236}">
                <a16:creationId xmlns:a16="http://schemas.microsoft.com/office/drawing/2014/main" id="{FCF4BF11-DCF7-4769-9E26-A7D441B36319}"/>
              </a:ext>
            </a:extLst>
          </p:cNvPr>
          <p:cNvSpPr>
            <a:spLocks xmlns:a="http://schemas.openxmlformats.org/drawingml/2006/main" noGrp="1"/>
          </p:cNvSpPr>
          <p:nvPr/>
        </p:nvSpPr>
        <p:spPr>
          <a:xfrm xmlns:a="http://schemas.openxmlformats.org/drawingml/2006/main">
            <a:off x="3276600" y="3257550"/>
            <a:ext cx="231457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Request Interpreter</a:t>
            </a:r>
          </a:p>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현재 의미 판단</a:t>
            </a:r>
          </a:p>
        </p:txBody>
      </p:sp>
      <p:sp>
        <p:nvSpPr>
          <p:cNvPr id="25" name="DP1 object 244">
            <a:extLst xmlns:a="http://schemas.openxmlformats.org/drawingml/2006/main">
              <a:ext uri="{FF2B5EF4-FFF2-40B4-BE49-F238E27FC236}">
                <a16:creationId xmlns:a16="http://schemas.microsoft.com/office/drawing/2014/main" id="{28C6CDBC-E5E0-440D-91F8-AFDFAD86EEAD}"/>
              </a:ext>
            </a:extLst>
          </p:cNvPr>
          <p:cNvSpPr>
            <a:spLocks xmlns:a="http://schemas.openxmlformats.org/drawingml/2006/main" noGrp="1"/>
          </p:cNvSpPr>
          <p:nvPr/>
        </p:nvSpPr>
        <p:spPr>
          <a:xfrm xmlns:a="http://schemas.openxmlformats.org/drawingml/2006/main">
            <a:off x="3400425" y="2943225"/>
            <a:ext cx="200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현재 요청</a:t>
            </a:r>
          </a:p>
        </p:txBody>
      </p:sp>
      <p:sp>
        <p:nvSpPr>
          <p:cNvPr id="26" name="Editable path 245">
            <a:extLst xmlns:a="http://schemas.openxmlformats.org/drawingml/2006/main">
              <a:ext uri="{FF2B5EF4-FFF2-40B4-BE49-F238E27FC236}">
                <a16:creationId xmlns:a16="http://schemas.microsoft.com/office/drawing/2014/main" id="{D6A28EE9-2DA4-4D08-AB86-F50E10D8C107}"/>
              </a:ext>
            </a:extLst>
          </p:cNvPr>
          <p:cNvSpPr>
            <a:spLocks xmlns:a="http://schemas.openxmlformats.org/drawingml/2006/main" noGrp="1"/>
          </p:cNvSpPr>
          <p:nvPr/>
        </p:nvSpPr>
        <p:spPr>
          <a:xfrm xmlns:a="http://schemas.openxmlformats.org/drawingml/2006/main">
            <a:off x="4429125" y="3200400"/>
            <a:ext cx="953" cy="19050"/>
          </a:xfrm>
          <a:custGeom xmlns:a="http://schemas.openxmlformats.org/drawingml/2006/main">
            <a:pathLst>
              <a:path w="953" h="19050">
                <a:moveTo>
                  <a:pt x="0" y="0"/>
                </a:moveTo>
                <a:lnTo>
                  <a:pt x="0" y="19050"/>
                </a:lnTo>
              </a:path>
            </a:pathLst>
          </a:custGeom>
          <a:noFill xmlns:a="http://schemas.openxmlformats.org/drawingml/2006/main"/>
          <a:ln xmlns:a="http://schemas.openxmlformats.org/drawingml/2006/main" w="19050">
            <a:solidFill>
              <a:srgbClr val="111111"/>
            </a:solidFill>
            <a:prstDash val="solid"/>
          </a:ln>
        </p:spPr>
      </p:sp>
      <p:sp>
        <p:nvSpPr>
          <p:cNvPr id="27" name="Editable arrowhead 246">
            <a:extLst xmlns:a="http://schemas.openxmlformats.org/drawingml/2006/main">
              <a:ext uri="{FF2B5EF4-FFF2-40B4-BE49-F238E27FC236}">
                <a16:creationId xmlns:a16="http://schemas.microsoft.com/office/drawing/2014/main" id="{CD1591B3-609F-48C3-A45A-C9D228C8B3E7}"/>
              </a:ext>
            </a:extLst>
          </p:cNvPr>
          <p:cNvSpPr>
            <a:spLocks xmlns:a="http://schemas.openxmlformats.org/drawingml/2006/main" noGrp="1"/>
          </p:cNvSpPr>
          <p:nvPr/>
        </p:nvSpPr>
        <p:spPr>
          <a:xfrm xmlns:a="http://schemas.openxmlformats.org/drawingml/2006/main">
            <a:off x="4381500" y="31242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28" name="Editable path 247">
            <a:extLst xmlns:a="http://schemas.openxmlformats.org/drawingml/2006/main">
              <a:ext uri="{FF2B5EF4-FFF2-40B4-BE49-F238E27FC236}">
                <a16:creationId xmlns:a16="http://schemas.microsoft.com/office/drawing/2014/main" id="{9C8EE2E2-077F-453A-8637-2F1E72632CBF}"/>
              </a:ext>
            </a:extLst>
          </p:cNvPr>
          <p:cNvSpPr>
            <a:spLocks xmlns:a="http://schemas.openxmlformats.org/drawingml/2006/main" noGrp="1"/>
          </p:cNvSpPr>
          <p:nvPr/>
        </p:nvSpPr>
        <p:spPr>
          <a:xfrm xmlns:a="http://schemas.openxmlformats.org/drawingml/2006/main">
            <a:off x="2809875" y="3705225"/>
            <a:ext cx="400050" cy="953"/>
          </a:xfrm>
          <a:custGeom xmlns:a="http://schemas.openxmlformats.org/drawingml/2006/main">
            <a:pathLst>
              <a:path w="400050" h="953">
                <a:moveTo>
                  <a:pt x="0" y="0"/>
                </a:moveTo>
                <a:lnTo>
                  <a:pt x="400050" y="0"/>
                </a:lnTo>
              </a:path>
            </a:pathLst>
          </a:custGeom>
          <a:noFill xmlns:a="http://schemas.openxmlformats.org/drawingml/2006/main"/>
          <a:ln xmlns:a="http://schemas.openxmlformats.org/drawingml/2006/main" w="23813">
            <a:solidFill>
              <a:srgbClr val="111111"/>
            </a:solidFill>
            <a:prstDash val="solid"/>
          </a:ln>
        </p:spPr>
      </p:sp>
      <p:sp>
        <p:nvSpPr>
          <p:cNvPr id="29" name="Editable arrowhead 248">
            <a:extLst xmlns:a="http://schemas.openxmlformats.org/drawingml/2006/main">
              <a:ext uri="{FF2B5EF4-FFF2-40B4-BE49-F238E27FC236}">
                <a16:creationId xmlns:a16="http://schemas.microsoft.com/office/drawing/2014/main" id="{C6FBE489-290B-47A9-83D6-EAF036399956}"/>
              </a:ext>
            </a:extLst>
          </p:cNvPr>
          <p:cNvSpPr>
            <a:spLocks xmlns:a="http://schemas.openxmlformats.org/drawingml/2006/main" noGrp="1"/>
          </p:cNvSpPr>
          <p:nvPr/>
        </p:nvSpPr>
        <p:spPr>
          <a:xfrm xmlns:a="http://schemas.openxmlformats.org/drawingml/2006/main">
            <a:off x="3114675" y="365760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0" name="Context Manager&#10;유효 문맥 갱신">
            <a:extLst xmlns:a="http://schemas.openxmlformats.org/drawingml/2006/main">
              <a:ext uri="{FF2B5EF4-FFF2-40B4-BE49-F238E27FC236}">
                <a16:creationId xmlns:a16="http://schemas.microsoft.com/office/drawing/2014/main" id="{93236AB7-65F4-4938-9DF4-51892B63FB77}"/>
              </a:ext>
            </a:extLst>
          </p:cNvPr>
          <p:cNvSpPr>
            <a:spLocks xmlns:a="http://schemas.openxmlformats.org/drawingml/2006/main" noGrp="1"/>
          </p:cNvSpPr>
          <p:nvPr/>
        </p:nvSpPr>
        <p:spPr>
          <a:xfrm xmlns:a="http://schemas.openxmlformats.org/drawingml/2006/main">
            <a:off x="3209925" y="4486275"/>
            <a:ext cx="2447925" cy="6477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31" name="DP1 object 249">
            <a:extLst xmlns:a="http://schemas.openxmlformats.org/drawingml/2006/main">
              <a:ext uri="{FF2B5EF4-FFF2-40B4-BE49-F238E27FC236}">
                <a16:creationId xmlns:a16="http://schemas.microsoft.com/office/drawing/2014/main" id="{A3242B33-EA57-4080-92DE-BC5E32CA2764}"/>
              </a:ext>
            </a:extLst>
          </p:cNvPr>
          <p:cNvSpPr>
            <a:spLocks xmlns:a="http://schemas.openxmlformats.org/drawingml/2006/main" noGrp="1"/>
          </p:cNvSpPr>
          <p:nvPr/>
        </p:nvSpPr>
        <p:spPr>
          <a:xfrm xmlns:a="http://schemas.openxmlformats.org/drawingml/2006/main">
            <a:off x="3276600" y="4524375"/>
            <a:ext cx="23145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0">
                <a:solidFill>
                  <a:srgbClr val="111111"/>
                </a:solidFill>
                <a:latin typeface="Apple SD Gothic Neo"/>
                <a:ea typeface="Apple SD Gothic Neo"/>
                <a:cs typeface="Apple SD Gothic Neo"/>
              </a:defRPr>
            </a:defPPr>
            <a:lvl1pPr algn="ctr">
              <a:defRPr sz="1800" b="0">
                <a:solidFill>
                  <a:srgbClr val="111111"/>
                </a:solidFill>
                <a:latin typeface="Apple SD Gothic Neo"/>
                <a:ea typeface="Apple SD Gothic Neo"/>
                <a:cs typeface="Apple SD Gothic Neo"/>
              </a:defRPr>
            </a:lvl1pPr>
            <a:lvl2pPr algn="ctr">
              <a:defRPr sz="1800" b="0">
                <a:solidFill>
                  <a:srgbClr val="111111"/>
                </a:solidFill>
                <a:latin typeface="Apple SD Gothic Neo"/>
                <a:ea typeface="Apple SD Gothic Neo"/>
                <a:cs typeface="Apple SD Gothic Neo"/>
              </a:defRPr>
            </a:lvl2pPr>
            <a:lvl3pPr algn="ctr">
              <a:defRPr sz="1800" b="0">
                <a:solidFill>
                  <a:srgbClr val="111111"/>
                </a:solidFill>
                <a:latin typeface="Apple SD Gothic Neo"/>
                <a:ea typeface="Apple SD Gothic Neo"/>
                <a:cs typeface="Apple SD Gothic Neo"/>
              </a:defRPr>
            </a:lvl3pPr>
            <a:lvl4pPr algn="ctr">
              <a:defRPr sz="1800" b="0">
                <a:solidFill>
                  <a:srgbClr val="111111"/>
                </a:solidFill>
                <a:latin typeface="Apple SD Gothic Neo"/>
                <a:ea typeface="Apple SD Gothic Neo"/>
                <a:cs typeface="Apple SD Gothic Neo"/>
              </a:defRPr>
            </a:lvl4pPr>
            <a:lvl5pPr algn="ctr">
              <a:defRPr sz="1800" b="0">
                <a:solidFill>
                  <a:srgbClr val="111111"/>
                </a:solidFill>
                <a:latin typeface="Apple SD Gothic Neo"/>
                <a:ea typeface="Apple SD Gothic Neo"/>
                <a:cs typeface="Apple SD Gothic Neo"/>
              </a:defRPr>
            </a:lvl5pPr>
            <a:lvl6pPr algn="ctr">
              <a:defRPr sz="1800" b="0">
                <a:solidFill>
                  <a:srgbClr val="111111"/>
                </a:solidFill>
                <a:latin typeface="Apple SD Gothic Neo"/>
                <a:ea typeface="Apple SD Gothic Neo"/>
                <a:cs typeface="Apple SD Gothic Neo"/>
              </a:defRPr>
            </a:lvl6pPr>
            <a:lvl7pPr algn="ctr">
              <a:defRPr sz="1800" b="0">
                <a:solidFill>
                  <a:srgbClr val="111111"/>
                </a:solidFill>
                <a:latin typeface="Apple SD Gothic Neo"/>
                <a:ea typeface="Apple SD Gothic Neo"/>
                <a:cs typeface="Apple SD Gothic Neo"/>
              </a:defRPr>
            </a:lvl7pPr>
            <a:lvl8pPr algn="ctr">
              <a:defRPr sz="1800" b="0">
                <a:solidFill>
                  <a:srgbClr val="111111"/>
                </a:solidFill>
                <a:latin typeface="Apple SD Gothic Neo"/>
                <a:ea typeface="Apple SD Gothic Neo"/>
                <a:cs typeface="Apple SD Gothic Neo"/>
              </a:defRPr>
            </a:lvl8pPr>
            <a:lvl9pPr algn="ctr">
              <a:defRPr sz="1800" b="0">
                <a:solidFill>
                  <a:srgbClr val="111111"/>
                </a:solidFill>
                <a:latin typeface="Apple SD Gothic Neo"/>
                <a:ea typeface="Apple SD Gothic Neo"/>
                <a:cs typeface="Apple SD Gothic Neo"/>
              </a:defRPr>
            </a:lvl9pPr>
          </a:lstStyle>
          <a:p xmlns:a="http://schemas.openxmlformats.org/drawingml/2006/main">
            <a:pPr algn="ctr">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Context Manager</a:t>
            </a:r>
          </a:p>
          <a:p xmlns:a="http://schemas.openxmlformats.org/drawingml/2006/main">
            <a:pPr algn="ctr">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유효 문맥 갱신</a:t>
            </a:r>
          </a:p>
        </p:txBody>
      </p:sp>
      <p:sp>
        <p:nvSpPr>
          <p:cNvPr id="32" name="Editable path 250">
            <a:extLst xmlns:a="http://schemas.openxmlformats.org/drawingml/2006/main">
              <a:ext uri="{FF2B5EF4-FFF2-40B4-BE49-F238E27FC236}">
                <a16:creationId xmlns:a16="http://schemas.microsoft.com/office/drawing/2014/main" id="{0F5F16EA-1B84-4DE3-89FF-9ADBF40115DD}"/>
              </a:ext>
            </a:extLst>
          </p:cNvPr>
          <p:cNvSpPr>
            <a:spLocks xmlns:a="http://schemas.openxmlformats.org/drawingml/2006/main" noGrp="1"/>
          </p:cNvSpPr>
          <p:nvPr/>
        </p:nvSpPr>
        <p:spPr>
          <a:xfrm xmlns:a="http://schemas.openxmlformats.org/drawingml/2006/main">
            <a:off x="4429125" y="4029075"/>
            <a:ext cx="953" cy="457200"/>
          </a:xfrm>
          <a:custGeom xmlns:a="http://schemas.openxmlformats.org/drawingml/2006/main">
            <a:pathLst>
              <a:path w="953" h="457200">
                <a:moveTo>
                  <a:pt x="0" y="0"/>
                </a:moveTo>
                <a:lnTo>
                  <a:pt x="0" y="457200"/>
                </a:lnTo>
              </a:path>
            </a:pathLst>
          </a:custGeom>
          <a:noFill xmlns:a="http://schemas.openxmlformats.org/drawingml/2006/main"/>
          <a:ln xmlns:a="http://schemas.openxmlformats.org/drawingml/2006/main" w="23813">
            <a:solidFill>
              <a:srgbClr val="111111"/>
            </a:solidFill>
            <a:prstDash val="solid"/>
          </a:ln>
        </p:spPr>
      </p:sp>
      <p:sp>
        <p:nvSpPr>
          <p:cNvPr id="33" name="Editable arrowhead 251">
            <a:extLst xmlns:a="http://schemas.openxmlformats.org/drawingml/2006/main">
              <a:ext uri="{FF2B5EF4-FFF2-40B4-BE49-F238E27FC236}">
                <a16:creationId xmlns:a16="http://schemas.microsoft.com/office/drawing/2014/main" id="{F01A1952-E4A6-442D-8CDB-8DB53C8E54DA}"/>
              </a:ext>
            </a:extLst>
          </p:cNvPr>
          <p:cNvSpPr>
            <a:spLocks xmlns:a="http://schemas.openxmlformats.org/drawingml/2006/main" noGrp="1"/>
          </p:cNvSpPr>
          <p:nvPr/>
        </p:nvSpPr>
        <p:spPr>
          <a:xfrm xmlns:a="http://schemas.openxmlformats.org/drawingml/2006/main">
            <a:off x="4381500" y="43910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4" name="Editable path 252">
            <a:extLst xmlns:a="http://schemas.openxmlformats.org/drawingml/2006/main">
              <a:ext uri="{FF2B5EF4-FFF2-40B4-BE49-F238E27FC236}">
                <a16:creationId xmlns:a16="http://schemas.microsoft.com/office/drawing/2014/main" id="{B705190D-C3F5-4039-9373-06A2D9949988}"/>
              </a:ext>
            </a:extLst>
          </p:cNvPr>
          <p:cNvSpPr>
            <a:spLocks xmlns:a="http://schemas.openxmlformats.org/drawingml/2006/main" noGrp="1"/>
          </p:cNvSpPr>
          <p:nvPr/>
        </p:nvSpPr>
        <p:spPr>
          <a:xfrm xmlns:a="http://schemas.openxmlformats.org/drawingml/2006/main">
            <a:off x="1666875" y="4371975"/>
            <a:ext cx="1543050" cy="438150"/>
          </a:xfrm>
          <a:custGeom xmlns:a="http://schemas.openxmlformats.org/drawingml/2006/main">
            <a:pathLst>
              <a:path w="1543050" h="438150">
                <a:moveTo>
                  <a:pt x="1543050" y="438150"/>
                </a:moveTo>
                <a:lnTo>
                  <a:pt x="0" y="438150"/>
                </a:lnTo>
                <a:lnTo>
                  <a:pt x="0" y="0"/>
                </a:lnTo>
              </a:path>
            </a:pathLst>
          </a:custGeom>
          <a:noFill xmlns:a="http://schemas.openxmlformats.org/drawingml/2006/main"/>
          <a:ln xmlns:a="http://schemas.openxmlformats.org/drawingml/2006/main" w="23813">
            <a:solidFill>
              <a:srgbClr val="111111"/>
            </a:solidFill>
            <a:prstDash val="solid"/>
          </a:ln>
        </p:spPr>
      </p:sp>
      <p:sp>
        <p:nvSpPr>
          <p:cNvPr id="35" name="Editable arrowhead 253">
            <a:extLst xmlns:a="http://schemas.openxmlformats.org/drawingml/2006/main">
              <a:ext uri="{FF2B5EF4-FFF2-40B4-BE49-F238E27FC236}">
                <a16:creationId xmlns:a16="http://schemas.microsoft.com/office/drawing/2014/main" id="{930846C7-87CB-462B-B56D-506A0A9AFD85}"/>
              </a:ext>
            </a:extLst>
          </p:cNvPr>
          <p:cNvSpPr>
            <a:spLocks xmlns:a="http://schemas.openxmlformats.org/drawingml/2006/main" noGrp="1"/>
          </p:cNvSpPr>
          <p:nvPr/>
        </p:nvSpPr>
        <p:spPr>
          <a:xfrm xmlns:a="http://schemas.openxmlformats.org/drawingml/2006/main">
            <a:off x="1619250" y="43719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6" name="DP1 object 254">
            <a:extLst xmlns:a="http://schemas.openxmlformats.org/drawingml/2006/main">
              <a:ext uri="{FF2B5EF4-FFF2-40B4-BE49-F238E27FC236}">
                <a16:creationId xmlns:a16="http://schemas.microsoft.com/office/drawing/2014/main" id="{0DDE7810-D80B-4100-A809-DF29034C6719}"/>
              </a:ext>
            </a:extLst>
          </p:cNvPr>
          <p:cNvSpPr>
            <a:spLocks xmlns:a="http://schemas.openxmlformats.org/drawingml/2006/main" noGrp="1"/>
          </p:cNvSpPr>
          <p:nvPr/>
        </p:nvSpPr>
        <p:spPr>
          <a:xfrm xmlns:a="http://schemas.openxmlformats.org/drawingml/2006/main">
            <a:off x="647700" y="5172075"/>
            <a:ext cx="5010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채택 후 갱신 → 다음 요청</a:t>
            </a:r>
          </a:p>
        </p:txBody>
      </p:sp>
      <p:sp>
        <p:nvSpPr>
          <p:cNvPr id="37" name="Editable path 255">
            <a:extLst xmlns:a="http://schemas.openxmlformats.org/drawingml/2006/main">
              <a:ext uri="{FF2B5EF4-FFF2-40B4-BE49-F238E27FC236}">
                <a16:creationId xmlns:a16="http://schemas.microsoft.com/office/drawing/2014/main" id="{4ECDF902-908D-4F75-ABA0-9B3513680346}"/>
              </a:ext>
            </a:extLst>
          </p:cNvPr>
          <p:cNvSpPr>
            <a:spLocks xmlns:a="http://schemas.openxmlformats.org/drawingml/2006/main" noGrp="1"/>
          </p:cNvSpPr>
          <p:nvPr/>
        </p:nvSpPr>
        <p:spPr>
          <a:xfrm xmlns:a="http://schemas.openxmlformats.org/drawingml/2006/main">
            <a:off x="447675" y="5667375"/>
            <a:ext cx="5381625" cy="953"/>
          </a:xfrm>
          <a:custGeom xmlns:a="http://schemas.openxmlformats.org/drawingml/2006/main">
            <a:pathLst>
              <a:path w="5381625" h="953">
                <a:moveTo>
                  <a:pt x="0" y="0"/>
                </a:moveTo>
                <a:lnTo>
                  <a:pt x="5381625" y="0"/>
                </a:lnTo>
              </a:path>
            </a:pathLst>
          </a:custGeom>
          <a:noFill xmlns:a="http://schemas.openxmlformats.org/drawingml/2006/main"/>
          <a:ln xmlns:a="http://schemas.openxmlformats.org/drawingml/2006/main" w="16193">
            <a:solidFill>
              <a:srgbClr val="4676CB"/>
            </a:solidFill>
            <a:prstDash val="solid"/>
          </a:ln>
        </p:spPr>
      </p:sp>
      <p:sp>
        <p:nvSpPr>
          <p:cNvPr id="38" name="DP1 object 256">
            <a:extLst xmlns:a="http://schemas.openxmlformats.org/drawingml/2006/main">
              <a:ext uri="{FF2B5EF4-FFF2-40B4-BE49-F238E27FC236}">
                <a16:creationId xmlns:a16="http://schemas.microsoft.com/office/drawing/2014/main" id="{E97B1268-7F57-4F43-AF8E-EDE2CF45395D}"/>
              </a:ext>
            </a:extLst>
          </p:cNvPr>
          <p:cNvSpPr>
            <a:spLocks xmlns:a="http://schemas.openxmlformats.org/drawingml/2006/main" noGrp="1"/>
          </p:cNvSpPr>
          <p:nvPr/>
        </p:nvSpPr>
        <p:spPr>
          <a:xfrm xmlns:a="http://schemas.openxmlformats.org/drawingml/2006/main">
            <a:off x="504825" y="5819775"/>
            <a:ext cx="5238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4676CB"/>
                </a:solidFill>
                <a:latin typeface="Apple SD Gothic Neo"/>
                <a:ea typeface="Apple SD Gothic Neo"/>
                <a:cs typeface="Apple SD Gothic Neo"/>
              </a:defRPr>
            </a:defPPr>
            <a:lvl1pPr algn="l">
              <a:defRPr sz="2175" b="1">
                <a:solidFill>
                  <a:srgbClr val="4676CB"/>
                </a:solidFill>
                <a:latin typeface="Apple SD Gothic Neo"/>
                <a:ea typeface="Apple SD Gothic Neo"/>
                <a:cs typeface="Apple SD Gothic Neo"/>
              </a:defRPr>
            </a:lvl1pPr>
            <a:lvl2pPr algn="l">
              <a:defRPr sz="2175" b="1">
                <a:solidFill>
                  <a:srgbClr val="4676CB"/>
                </a:solidFill>
                <a:latin typeface="Apple SD Gothic Neo"/>
                <a:ea typeface="Apple SD Gothic Neo"/>
                <a:cs typeface="Apple SD Gothic Neo"/>
              </a:defRPr>
            </a:lvl2pPr>
            <a:lvl3pPr algn="l">
              <a:defRPr sz="2175" b="1">
                <a:solidFill>
                  <a:srgbClr val="4676CB"/>
                </a:solidFill>
                <a:latin typeface="Apple SD Gothic Neo"/>
                <a:ea typeface="Apple SD Gothic Neo"/>
                <a:cs typeface="Apple SD Gothic Neo"/>
              </a:defRPr>
            </a:lvl3pPr>
            <a:lvl4pPr algn="l">
              <a:defRPr sz="2175" b="1">
                <a:solidFill>
                  <a:srgbClr val="4676CB"/>
                </a:solidFill>
                <a:latin typeface="Apple SD Gothic Neo"/>
                <a:ea typeface="Apple SD Gothic Neo"/>
                <a:cs typeface="Apple SD Gothic Neo"/>
              </a:defRPr>
            </a:lvl4pPr>
            <a:lvl5pPr algn="l">
              <a:defRPr sz="2175" b="1">
                <a:solidFill>
                  <a:srgbClr val="4676CB"/>
                </a:solidFill>
                <a:latin typeface="Apple SD Gothic Neo"/>
                <a:ea typeface="Apple SD Gothic Neo"/>
                <a:cs typeface="Apple SD Gothic Neo"/>
              </a:defRPr>
            </a:lvl5pPr>
            <a:lvl6pPr algn="l">
              <a:defRPr sz="2175" b="1">
                <a:solidFill>
                  <a:srgbClr val="4676CB"/>
                </a:solidFill>
                <a:latin typeface="Apple SD Gothic Neo"/>
                <a:ea typeface="Apple SD Gothic Neo"/>
                <a:cs typeface="Apple SD Gothic Neo"/>
              </a:defRPr>
            </a:lvl6pPr>
            <a:lvl7pPr algn="l">
              <a:defRPr sz="2175" b="1">
                <a:solidFill>
                  <a:srgbClr val="4676CB"/>
                </a:solidFill>
                <a:latin typeface="Apple SD Gothic Neo"/>
                <a:ea typeface="Apple SD Gothic Neo"/>
                <a:cs typeface="Apple SD Gothic Neo"/>
              </a:defRPr>
            </a:lvl7pPr>
            <a:lvl8pPr algn="l">
              <a:defRPr sz="2175" b="1">
                <a:solidFill>
                  <a:srgbClr val="4676CB"/>
                </a:solidFill>
                <a:latin typeface="Apple SD Gothic Neo"/>
                <a:ea typeface="Apple SD Gothic Neo"/>
                <a:cs typeface="Apple SD Gothic Neo"/>
              </a:defRPr>
            </a:lvl8pPr>
            <a:lvl9pPr algn="l">
              <a:defRPr sz="2175" b="1">
                <a:solidFill>
                  <a:srgbClr val="4676CB"/>
                </a:solidFill>
                <a:latin typeface="Apple SD Gothic Neo"/>
                <a:ea typeface="Apple SD Gothic Neo"/>
                <a:cs typeface="Apple SD Gothic Neo"/>
              </a:defRPr>
            </a:lvl9pPr>
          </a:lstStyle>
          <a:p xmlns:a="http://schemas.openxmlformats.org/drawingml/2006/main">
            <a:pPr algn="l">
              <a:defRPr sz="2175" b="1">
                <a:solidFill>
                  <a:srgbClr val="4676CB"/>
                </a:solidFill>
                <a:latin typeface="Apple SD Gothic Neo"/>
                <a:ea typeface="Apple SD Gothic Neo"/>
                <a:cs typeface="Apple SD Gothic Neo"/>
              </a:defRPr>
            </a:pPr>
            <a:r>
              <a:rPr sz="2175" b="1">
                <a:solidFill>
                  <a:srgbClr val="4676CB"/>
                </a:solidFill>
                <a:latin typeface="Apple SD Gothic Neo"/>
                <a:ea typeface="Apple SD Gothic Neo"/>
                <a:cs typeface="Apple SD Gothic Neo"/>
              </a:rPr>
              <a:t>A2  정정 시 변경 조각 갱신</a:t>
            </a:r>
          </a:p>
        </p:txBody>
      </p:sp>
      <p:sp>
        <p:nvSpPr>
          <p:cNvPr id="39" name="원문 변경&#10;v1 → v2">
            <a:extLst xmlns:a="http://schemas.openxmlformats.org/drawingml/2006/main">
              <a:ext uri="{FF2B5EF4-FFF2-40B4-BE49-F238E27FC236}">
                <a16:creationId xmlns:a16="http://schemas.microsoft.com/office/drawing/2014/main" id="{90EB4795-75DC-4A48-88DE-D33D51FC912E}"/>
              </a:ext>
            </a:extLst>
          </p:cNvPr>
          <p:cNvSpPr>
            <a:spLocks xmlns:a="http://schemas.openxmlformats.org/drawingml/2006/main" noGrp="1"/>
          </p:cNvSpPr>
          <p:nvPr/>
        </p:nvSpPr>
        <p:spPr>
          <a:xfrm xmlns:a="http://schemas.openxmlformats.org/drawingml/2006/main">
            <a:off x="552450" y="6638925"/>
            <a:ext cx="1628775" cy="819150"/>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40" name="DP1 object 257">
            <a:extLst xmlns:a="http://schemas.openxmlformats.org/drawingml/2006/main">
              <a:ext uri="{FF2B5EF4-FFF2-40B4-BE49-F238E27FC236}">
                <a16:creationId xmlns:a16="http://schemas.microsoft.com/office/drawing/2014/main" id="{BFEBD77C-1BF4-42DE-9585-B6FF9904BE54}"/>
              </a:ext>
            </a:extLst>
          </p:cNvPr>
          <p:cNvSpPr>
            <a:spLocks xmlns:a="http://schemas.openxmlformats.org/drawingml/2006/main" noGrp="1"/>
          </p:cNvSpPr>
          <p:nvPr/>
        </p:nvSpPr>
        <p:spPr>
          <a:xfrm xmlns:a="http://schemas.openxmlformats.org/drawingml/2006/main">
            <a:off x="600075" y="6743700"/>
            <a:ext cx="15335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0">
                <a:solidFill>
                  <a:srgbClr val="111111"/>
                </a:solidFill>
                <a:latin typeface="Apple SD Gothic Neo"/>
                <a:ea typeface="Apple SD Gothic Neo"/>
                <a:cs typeface="Apple SD Gothic Neo"/>
              </a:defRPr>
            </a:defPPr>
            <a:lvl1pPr algn="ctr">
              <a:defRPr sz="1875" b="0">
                <a:solidFill>
                  <a:srgbClr val="111111"/>
                </a:solidFill>
                <a:latin typeface="Apple SD Gothic Neo"/>
                <a:ea typeface="Apple SD Gothic Neo"/>
                <a:cs typeface="Apple SD Gothic Neo"/>
              </a:defRPr>
            </a:lvl1pPr>
            <a:lvl2pPr algn="ctr">
              <a:defRPr sz="1875" b="0">
                <a:solidFill>
                  <a:srgbClr val="111111"/>
                </a:solidFill>
                <a:latin typeface="Apple SD Gothic Neo"/>
                <a:ea typeface="Apple SD Gothic Neo"/>
                <a:cs typeface="Apple SD Gothic Neo"/>
              </a:defRPr>
            </a:lvl2pPr>
            <a:lvl3pPr algn="ctr">
              <a:defRPr sz="1875" b="0">
                <a:solidFill>
                  <a:srgbClr val="111111"/>
                </a:solidFill>
                <a:latin typeface="Apple SD Gothic Neo"/>
                <a:ea typeface="Apple SD Gothic Neo"/>
                <a:cs typeface="Apple SD Gothic Neo"/>
              </a:defRPr>
            </a:lvl3pPr>
            <a:lvl4pPr algn="ctr">
              <a:defRPr sz="1875" b="0">
                <a:solidFill>
                  <a:srgbClr val="111111"/>
                </a:solidFill>
                <a:latin typeface="Apple SD Gothic Neo"/>
                <a:ea typeface="Apple SD Gothic Neo"/>
                <a:cs typeface="Apple SD Gothic Neo"/>
              </a:defRPr>
            </a:lvl4pPr>
            <a:lvl5pPr algn="ctr">
              <a:defRPr sz="1875" b="0">
                <a:solidFill>
                  <a:srgbClr val="111111"/>
                </a:solidFill>
                <a:latin typeface="Apple SD Gothic Neo"/>
                <a:ea typeface="Apple SD Gothic Neo"/>
                <a:cs typeface="Apple SD Gothic Neo"/>
              </a:defRPr>
            </a:lvl5pPr>
            <a:lvl6pPr algn="ctr">
              <a:defRPr sz="1875" b="0">
                <a:solidFill>
                  <a:srgbClr val="111111"/>
                </a:solidFill>
                <a:latin typeface="Apple SD Gothic Neo"/>
                <a:ea typeface="Apple SD Gothic Neo"/>
                <a:cs typeface="Apple SD Gothic Neo"/>
              </a:defRPr>
            </a:lvl6pPr>
            <a:lvl7pPr algn="ctr">
              <a:defRPr sz="1875" b="0">
                <a:solidFill>
                  <a:srgbClr val="111111"/>
                </a:solidFill>
                <a:latin typeface="Apple SD Gothic Neo"/>
                <a:ea typeface="Apple SD Gothic Neo"/>
                <a:cs typeface="Apple SD Gothic Neo"/>
              </a:defRPr>
            </a:lvl7pPr>
            <a:lvl8pPr algn="ctr">
              <a:defRPr sz="1875" b="0">
                <a:solidFill>
                  <a:srgbClr val="111111"/>
                </a:solidFill>
                <a:latin typeface="Apple SD Gothic Neo"/>
                <a:ea typeface="Apple SD Gothic Neo"/>
                <a:cs typeface="Apple SD Gothic Neo"/>
              </a:defRPr>
            </a:lvl8pPr>
            <a:lvl9pPr algn="ctr">
              <a:defRPr sz="1875" b="0">
                <a:solidFill>
                  <a:srgbClr val="111111"/>
                </a:solidFill>
                <a:latin typeface="Apple SD Gothic Neo"/>
                <a:ea typeface="Apple SD Gothic Neo"/>
                <a:cs typeface="Apple SD Gothic Neo"/>
              </a:defRPr>
            </a:lvl9pPr>
          </a:lstStyle>
          <a:p xmlns:a="http://schemas.openxmlformats.org/drawingml/2006/main">
            <a:pPr algn="ctr">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원문 변경</a:t>
            </a:r>
          </a:p>
          <a:p xmlns:a="http://schemas.openxmlformats.org/drawingml/2006/main">
            <a:pPr algn="ctr">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v1 → v2</a:t>
            </a:r>
          </a:p>
        </p:txBody>
      </p:sp>
      <p:sp>
        <p:nvSpPr>
          <p:cNvPr id="41" name="영향 근거 식별&#10;변경 부분만 읽기">
            <a:extLst xmlns:a="http://schemas.openxmlformats.org/drawingml/2006/main">
              <a:ext uri="{FF2B5EF4-FFF2-40B4-BE49-F238E27FC236}">
                <a16:creationId xmlns:a16="http://schemas.microsoft.com/office/drawing/2014/main" id="{011AA908-C4AA-45DB-93F2-1314D18C743C}"/>
              </a:ext>
            </a:extLst>
          </p:cNvPr>
          <p:cNvSpPr>
            <a:spLocks xmlns:a="http://schemas.openxmlformats.org/drawingml/2006/main" noGrp="1"/>
          </p:cNvSpPr>
          <p:nvPr/>
        </p:nvSpPr>
        <p:spPr>
          <a:xfrm xmlns:a="http://schemas.openxmlformats.org/drawingml/2006/main">
            <a:off x="2800350" y="6467475"/>
            <a:ext cx="2857500" cy="723900"/>
          </a:xfrm>
          <a:prstGeom xmlns:a="http://schemas.openxmlformats.org/drawingml/2006/main" prst="rect">
            <a:avLst/>
          </a:prstGeom>
          <a:solidFill xmlns:a="http://schemas.openxmlformats.org/drawingml/2006/main">
            <a:srgbClr val="FFF6DD"/>
          </a:solidFill>
          <a:ln xmlns:a="http://schemas.openxmlformats.org/drawingml/2006/main" w="28575">
            <a:solidFill>
              <a:srgbClr val="4676CB"/>
            </a:solidFill>
            <a:prstDash val="solid"/>
          </a:ln>
        </p:spPr>
      </p:sp>
      <p:sp>
        <p:nvSpPr>
          <p:cNvPr id="42" name="DP1 object 258">
            <a:extLst xmlns:a="http://schemas.openxmlformats.org/drawingml/2006/main">
              <a:ext uri="{FF2B5EF4-FFF2-40B4-BE49-F238E27FC236}">
                <a16:creationId xmlns:a16="http://schemas.microsoft.com/office/drawing/2014/main" id="{4496195A-3FB4-47E1-AAEA-626EC91878DD}"/>
              </a:ext>
            </a:extLst>
          </p:cNvPr>
          <p:cNvSpPr>
            <a:spLocks xmlns:a="http://schemas.openxmlformats.org/drawingml/2006/main" noGrp="1"/>
          </p:cNvSpPr>
          <p:nvPr/>
        </p:nvSpPr>
        <p:spPr>
          <a:xfrm xmlns:a="http://schemas.openxmlformats.org/drawingml/2006/main">
            <a:off x="2867025" y="6505575"/>
            <a:ext cx="2724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0">
                <a:solidFill>
                  <a:srgbClr val="4676CB"/>
                </a:solidFill>
                <a:latin typeface="Apple SD Gothic Neo"/>
                <a:ea typeface="Apple SD Gothic Neo"/>
                <a:cs typeface="Apple SD Gothic Neo"/>
              </a:defRPr>
            </a:defPPr>
            <a:lvl1pPr algn="ctr">
              <a:defRPr sz="1875" b="0">
                <a:solidFill>
                  <a:srgbClr val="4676CB"/>
                </a:solidFill>
                <a:latin typeface="Apple SD Gothic Neo"/>
                <a:ea typeface="Apple SD Gothic Neo"/>
                <a:cs typeface="Apple SD Gothic Neo"/>
              </a:defRPr>
            </a:lvl1pPr>
            <a:lvl2pPr algn="ctr">
              <a:defRPr sz="1875" b="0">
                <a:solidFill>
                  <a:srgbClr val="4676CB"/>
                </a:solidFill>
                <a:latin typeface="Apple SD Gothic Neo"/>
                <a:ea typeface="Apple SD Gothic Neo"/>
                <a:cs typeface="Apple SD Gothic Neo"/>
              </a:defRPr>
            </a:lvl2pPr>
            <a:lvl3pPr algn="ctr">
              <a:defRPr sz="1875" b="0">
                <a:solidFill>
                  <a:srgbClr val="4676CB"/>
                </a:solidFill>
                <a:latin typeface="Apple SD Gothic Neo"/>
                <a:ea typeface="Apple SD Gothic Neo"/>
                <a:cs typeface="Apple SD Gothic Neo"/>
              </a:defRPr>
            </a:lvl3pPr>
            <a:lvl4pPr algn="ctr">
              <a:defRPr sz="1875" b="0">
                <a:solidFill>
                  <a:srgbClr val="4676CB"/>
                </a:solidFill>
                <a:latin typeface="Apple SD Gothic Neo"/>
                <a:ea typeface="Apple SD Gothic Neo"/>
                <a:cs typeface="Apple SD Gothic Neo"/>
              </a:defRPr>
            </a:lvl4pPr>
            <a:lvl5pPr algn="ctr">
              <a:defRPr sz="1875" b="0">
                <a:solidFill>
                  <a:srgbClr val="4676CB"/>
                </a:solidFill>
                <a:latin typeface="Apple SD Gothic Neo"/>
                <a:ea typeface="Apple SD Gothic Neo"/>
                <a:cs typeface="Apple SD Gothic Neo"/>
              </a:defRPr>
            </a:lvl5pPr>
            <a:lvl6pPr algn="ctr">
              <a:defRPr sz="1875" b="0">
                <a:solidFill>
                  <a:srgbClr val="4676CB"/>
                </a:solidFill>
                <a:latin typeface="Apple SD Gothic Neo"/>
                <a:ea typeface="Apple SD Gothic Neo"/>
                <a:cs typeface="Apple SD Gothic Neo"/>
              </a:defRPr>
            </a:lvl6pPr>
            <a:lvl7pPr algn="ctr">
              <a:defRPr sz="1875" b="0">
                <a:solidFill>
                  <a:srgbClr val="4676CB"/>
                </a:solidFill>
                <a:latin typeface="Apple SD Gothic Neo"/>
                <a:ea typeface="Apple SD Gothic Neo"/>
                <a:cs typeface="Apple SD Gothic Neo"/>
              </a:defRPr>
            </a:lvl7pPr>
            <a:lvl8pPr algn="ctr">
              <a:defRPr sz="1875" b="0">
                <a:solidFill>
                  <a:srgbClr val="4676CB"/>
                </a:solidFill>
                <a:latin typeface="Apple SD Gothic Neo"/>
                <a:ea typeface="Apple SD Gothic Neo"/>
                <a:cs typeface="Apple SD Gothic Neo"/>
              </a:defRPr>
            </a:lvl8pPr>
            <a:lvl9pPr algn="ctr">
              <a:defRPr sz="1875" b="0">
                <a:solidFill>
                  <a:srgbClr val="4676CB"/>
                </a:solidFill>
                <a:latin typeface="Apple SD Gothic Neo"/>
                <a:ea typeface="Apple SD Gothic Neo"/>
                <a:cs typeface="Apple SD Gothic Neo"/>
              </a:defRPr>
            </a:lvl9pPr>
          </a:lstStyle>
          <a:p xmlns:a="http://schemas.openxmlformats.org/drawingml/2006/main">
            <a:pPr algn="ctr">
              <a:defRPr sz="1875" b="0">
                <a:solidFill>
                  <a:srgbClr val="4676CB"/>
                </a:solidFill>
                <a:latin typeface="Apple SD Gothic Neo"/>
                <a:ea typeface="Apple SD Gothic Neo"/>
                <a:cs typeface="Apple SD Gothic Neo"/>
              </a:defRPr>
            </a:pPr>
            <a:r>
              <a:rPr sz="1875" b="0">
                <a:solidFill>
                  <a:srgbClr val="4676CB"/>
                </a:solidFill>
                <a:latin typeface="Apple SD Gothic Neo"/>
                <a:ea typeface="Apple SD Gothic Neo"/>
                <a:cs typeface="Apple SD Gothic Neo"/>
              </a:rPr>
              <a:t>영향 근거 식별</a:t>
            </a:r>
          </a:p>
          <a:p xmlns:a="http://schemas.openxmlformats.org/drawingml/2006/main">
            <a:pPr algn="ctr">
              <a:defRPr sz="1875" b="0">
                <a:solidFill>
                  <a:srgbClr val="4676CB"/>
                </a:solidFill>
                <a:latin typeface="Apple SD Gothic Neo"/>
                <a:ea typeface="Apple SD Gothic Neo"/>
                <a:cs typeface="Apple SD Gothic Neo"/>
              </a:defRPr>
            </a:pPr>
            <a:r>
              <a:rPr sz="1875" b="0">
                <a:solidFill>
                  <a:srgbClr val="4676CB"/>
                </a:solidFill>
                <a:latin typeface="Apple SD Gothic Neo"/>
                <a:ea typeface="Apple SD Gothic Neo"/>
                <a:cs typeface="Apple SD Gothic Neo"/>
              </a:rPr>
              <a:t>변경 부분만 읽기</a:t>
            </a:r>
          </a:p>
        </p:txBody>
      </p:sp>
      <p:sp>
        <p:nvSpPr>
          <p:cNvPr id="43" name="전체 현재성 재검증">
            <a:extLst xmlns:a="http://schemas.openxmlformats.org/drawingml/2006/main">
              <a:ext uri="{FF2B5EF4-FFF2-40B4-BE49-F238E27FC236}">
                <a16:creationId xmlns:a16="http://schemas.microsoft.com/office/drawing/2014/main" id="{22CE0C60-5787-46BD-A366-03060A3C09AD}"/>
              </a:ext>
            </a:extLst>
          </p:cNvPr>
          <p:cNvSpPr>
            <a:spLocks xmlns:a="http://schemas.openxmlformats.org/drawingml/2006/main" noGrp="1"/>
          </p:cNvSpPr>
          <p:nvPr/>
        </p:nvSpPr>
        <p:spPr>
          <a:xfrm xmlns:a="http://schemas.openxmlformats.org/drawingml/2006/main">
            <a:off x="2800350" y="7610475"/>
            <a:ext cx="2857500" cy="542925"/>
          </a:xfrm>
          <a:prstGeom xmlns:a="http://schemas.openxmlformats.org/drawingml/2006/main" prst="rect">
            <a:avLst/>
          </a:prstGeom>
          <a:solidFill xmlns:a="http://schemas.openxmlformats.org/drawingml/2006/main">
            <a:srgbClr val="FFF6DD"/>
          </a:solidFill>
          <a:ln xmlns:a="http://schemas.openxmlformats.org/drawingml/2006/main" w="28575">
            <a:solidFill>
              <a:srgbClr val="4676CB"/>
            </a:solidFill>
            <a:prstDash val="solid"/>
          </a:ln>
        </p:spPr>
      </p:sp>
      <p:sp>
        <p:nvSpPr>
          <p:cNvPr id="44" name="DP1 object 259">
            <a:extLst xmlns:a="http://schemas.openxmlformats.org/drawingml/2006/main">
              <a:ext uri="{FF2B5EF4-FFF2-40B4-BE49-F238E27FC236}">
                <a16:creationId xmlns:a16="http://schemas.microsoft.com/office/drawing/2014/main" id="{C134743C-27A1-4ED9-A62E-8B570723D4E4}"/>
              </a:ext>
            </a:extLst>
          </p:cNvPr>
          <p:cNvSpPr>
            <a:spLocks xmlns:a="http://schemas.openxmlformats.org/drawingml/2006/main" noGrp="1"/>
          </p:cNvSpPr>
          <p:nvPr/>
        </p:nvSpPr>
        <p:spPr>
          <a:xfrm xmlns:a="http://schemas.openxmlformats.org/drawingml/2006/main">
            <a:off x="2867025" y="7648575"/>
            <a:ext cx="27241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0">
                <a:solidFill>
                  <a:srgbClr val="4676CB"/>
                </a:solidFill>
                <a:latin typeface="Apple SD Gothic Neo"/>
                <a:ea typeface="Apple SD Gothic Neo"/>
                <a:cs typeface="Apple SD Gothic Neo"/>
              </a:defRPr>
            </a:defPPr>
            <a:lvl1pPr algn="ctr">
              <a:defRPr sz="1875" b="0">
                <a:solidFill>
                  <a:srgbClr val="4676CB"/>
                </a:solidFill>
                <a:latin typeface="Apple SD Gothic Neo"/>
                <a:ea typeface="Apple SD Gothic Neo"/>
                <a:cs typeface="Apple SD Gothic Neo"/>
              </a:defRPr>
            </a:lvl1pPr>
            <a:lvl2pPr algn="ctr">
              <a:defRPr sz="1875" b="0">
                <a:solidFill>
                  <a:srgbClr val="4676CB"/>
                </a:solidFill>
                <a:latin typeface="Apple SD Gothic Neo"/>
                <a:ea typeface="Apple SD Gothic Neo"/>
                <a:cs typeface="Apple SD Gothic Neo"/>
              </a:defRPr>
            </a:lvl2pPr>
            <a:lvl3pPr algn="ctr">
              <a:defRPr sz="1875" b="0">
                <a:solidFill>
                  <a:srgbClr val="4676CB"/>
                </a:solidFill>
                <a:latin typeface="Apple SD Gothic Neo"/>
                <a:ea typeface="Apple SD Gothic Neo"/>
                <a:cs typeface="Apple SD Gothic Neo"/>
              </a:defRPr>
            </a:lvl3pPr>
            <a:lvl4pPr algn="ctr">
              <a:defRPr sz="1875" b="0">
                <a:solidFill>
                  <a:srgbClr val="4676CB"/>
                </a:solidFill>
                <a:latin typeface="Apple SD Gothic Neo"/>
                <a:ea typeface="Apple SD Gothic Neo"/>
                <a:cs typeface="Apple SD Gothic Neo"/>
              </a:defRPr>
            </a:lvl4pPr>
            <a:lvl5pPr algn="ctr">
              <a:defRPr sz="1875" b="0">
                <a:solidFill>
                  <a:srgbClr val="4676CB"/>
                </a:solidFill>
                <a:latin typeface="Apple SD Gothic Neo"/>
                <a:ea typeface="Apple SD Gothic Neo"/>
                <a:cs typeface="Apple SD Gothic Neo"/>
              </a:defRPr>
            </a:lvl5pPr>
            <a:lvl6pPr algn="ctr">
              <a:defRPr sz="1875" b="0">
                <a:solidFill>
                  <a:srgbClr val="4676CB"/>
                </a:solidFill>
                <a:latin typeface="Apple SD Gothic Neo"/>
                <a:ea typeface="Apple SD Gothic Neo"/>
                <a:cs typeface="Apple SD Gothic Neo"/>
              </a:defRPr>
            </a:lvl6pPr>
            <a:lvl7pPr algn="ctr">
              <a:defRPr sz="1875" b="0">
                <a:solidFill>
                  <a:srgbClr val="4676CB"/>
                </a:solidFill>
                <a:latin typeface="Apple SD Gothic Neo"/>
                <a:ea typeface="Apple SD Gothic Neo"/>
                <a:cs typeface="Apple SD Gothic Neo"/>
              </a:defRPr>
            </a:lvl7pPr>
            <a:lvl8pPr algn="ctr">
              <a:defRPr sz="1875" b="0">
                <a:solidFill>
                  <a:srgbClr val="4676CB"/>
                </a:solidFill>
                <a:latin typeface="Apple SD Gothic Neo"/>
                <a:ea typeface="Apple SD Gothic Neo"/>
                <a:cs typeface="Apple SD Gothic Neo"/>
              </a:defRPr>
            </a:lvl8pPr>
            <a:lvl9pPr algn="ctr">
              <a:defRPr sz="1875" b="0">
                <a:solidFill>
                  <a:srgbClr val="4676CB"/>
                </a:solidFill>
                <a:latin typeface="Apple SD Gothic Neo"/>
                <a:ea typeface="Apple SD Gothic Neo"/>
                <a:cs typeface="Apple SD Gothic Neo"/>
              </a:defRPr>
            </a:lvl9pPr>
          </a:lstStyle>
          <a:p xmlns:a="http://schemas.openxmlformats.org/drawingml/2006/main">
            <a:pPr algn="ctr">
              <a:defRPr sz="1875" b="0">
                <a:solidFill>
                  <a:srgbClr val="4676CB"/>
                </a:solidFill>
                <a:latin typeface="Apple SD Gothic Neo"/>
                <a:ea typeface="Apple SD Gothic Neo"/>
                <a:cs typeface="Apple SD Gothic Neo"/>
              </a:defRPr>
            </a:pPr>
            <a:r>
              <a:rPr sz="1875" b="0">
                <a:solidFill>
                  <a:srgbClr val="4676CB"/>
                </a:solidFill>
                <a:latin typeface="Apple SD Gothic Neo"/>
                <a:ea typeface="Apple SD Gothic Neo"/>
                <a:cs typeface="Apple SD Gothic Neo"/>
              </a:rPr>
              <a:t>전체 현재성 재검증</a:t>
            </a:r>
          </a:p>
        </p:txBody>
      </p:sp>
      <p:sp>
        <p:nvSpPr>
          <p:cNvPr id="45" name="Editable path 260">
            <a:extLst xmlns:a="http://schemas.openxmlformats.org/drawingml/2006/main">
              <a:ext uri="{FF2B5EF4-FFF2-40B4-BE49-F238E27FC236}">
                <a16:creationId xmlns:a16="http://schemas.microsoft.com/office/drawing/2014/main" id="{7781C19B-85A8-48BA-BE8B-E59571C4C5AA}"/>
              </a:ext>
            </a:extLst>
          </p:cNvPr>
          <p:cNvSpPr>
            <a:spLocks xmlns:a="http://schemas.openxmlformats.org/drawingml/2006/main" noGrp="1"/>
          </p:cNvSpPr>
          <p:nvPr/>
        </p:nvSpPr>
        <p:spPr>
          <a:xfrm xmlns:a="http://schemas.openxmlformats.org/drawingml/2006/main">
            <a:off x="2181225" y="6829425"/>
            <a:ext cx="619125" cy="190500"/>
          </a:xfrm>
          <a:custGeom xmlns:a="http://schemas.openxmlformats.org/drawingml/2006/main">
            <a:pathLst>
              <a:path w="619125" h="190500">
                <a:moveTo>
                  <a:pt x="0" y="190500"/>
                </a:moveTo>
                <a:lnTo>
                  <a:pt x="619125" y="0"/>
                </a:lnTo>
              </a:path>
            </a:pathLst>
          </a:custGeom>
          <a:noFill xmlns:a="http://schemas.openxmlformats.org/drawingml/2006/main"/>
          <a:ln xmlns:a="http://schemas.openxmlformats.org/drawingml/2006/main" w="23813">
            <a:solidFill>
              <a:srgbClr val="4676CB"/>
            </a:solidFill>
            <a:prstDash val="solid"/>
          </a:ln>
        </p:spPr>
      </p:sp>
      <p:sp>
        <p:nvSpPr>
          <p:cNvPr id="46" name="Editable arrowhead 261">
            <a:extLst xmlns:a="http://schemas.openxmlformats.org/drawingml/2006/main">
              <a:ext uri="{FF2B5EF4-FFF2-40B4-BE49-F238E27FC236}">
                <a16:creationId xmlns:a16="http://schemas.microsoft.com/office/drawing/2014/main" id="{BA307710-C54D-4535-B67B-E8F74EE81DF5}"/>
              </a:ext>
            </a:extLst>
          </p:cNvPr>
          <p:cNvSpPr>
            <a:spLocks xmlns:a="http://schemas.openxmlformats.org/drawingml/2006/main" noGrp="1"/>
          </p:cNvSpPr>
          <p:nvPr/>
        </p:nvSpPr>
        <p:spPr>
          <a:xfrm xmlns:a="http://schemas.openxmlformats.org/drawingml/2006/main">
            <a:off x="2695306" y="6811918"/>
            <a:ext cx="105044" cy="91038"/>
          </a:xfrm>
          <a:custGeom xmlns:a="http://schemas.openxmlformats.org/drawingml/2006/main">
            <a:pathLst>
              <a:path w="105044" h="91038">
                <a:moveTo>
                  <a:pt x="105044" y="17507"/>
                </a:moveTo>
                <a:lnTo>
                  <a:pt x="0" y="0"/>
                </a:lnTo>
                <a:lnTo>
                  <a:pt x="28012" y="91038"/>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47" name="Editable path 262">
            <a:extLst xmlns:a="http://schemas.openxmlformats.org/drawingml/2006/main">
              <a:ext uri="{FF2B5EF4-FFF2-40B4-BE49-F238E27FC236}">
                <a16:creationId xmlns:a16="http://schemas.microsoft.com/office/drawing/2014/main" id="{04EA1F8C-6BAB-41CC-ADC0-000FE0005E3F}"/>
              </a:ext>
            </a:extLst>
          </p:cNvPr>
          <p:cNvSpPr>
            <a:spLocks xmlns:a="http://schemas.openxmlformats.org/drawingml/2006/main" noGrp="1"/>
          </p:cNvSpPr>
          <p:nvPr/>
        </p:nvSpPr>
        <p:spPr>
          <a:xfrm xmlns:a="http://schemas.openxmlformats.org/drawingml/2006/main">
            <a:off x="4229100" y="7191375"/>
            <a:ext cx="953" cy="419100"/>
          </a:xfrm>
          <a:custGeom xmlns:a="http://schemas.openxmlformats.org/drawingml/2006/main">
            <a:pathLst>
              <a:path w="953" h="419100">
                <a:moveTo>
                  <a:pt x="0" y="0"/>
                </a:moveTo>
                <a:lnTo>
                  <a:pt x="0" y="419100"/>
                </a:lnTo>
              </a:path>
            </a:pathLst>
          </a:custGeom>
          <a:noFill xmlns:a="http://schemas.openxmlformats.org/drawingml/2006/main"/>
          <a:ln xmlns:a="http://schemas.openxmlformats.org/drawingml/2006/main" w="23813">
            <a:solidFill>
              <a:srgbClr val="4676CB"/>
            </a:solidFill>
            <a:prstDash val="solid"/>
          </a:ln>
        </p:spPr>
      </p:sp>
      <p:sp>
        <p:nvSpPr>
          <p:cNvPr id="48" name="Editable arrowhead 263">
            <a:extLst xmlns:a="http://schemas.openxmlformats.org/drawingml/2006/main">
              <a:ext uri="{FF2B5EF4-FFF2-40B4-BE49-F238E27FC236}">
                <a16:creationId xmlns:a16="http://schemas.microsoft.com/office/drawing/2014/main" id="{CCD345F7-DA89-477C-9CD9-2205F00674DB}"/>
              </a:ext>
            </a:extLst>
          </p:cNvPr>
          <p:cNvSpPr>
            <a:spLocks xmlns:a="http://schemas.openxmlformats.org/drawingml/2006/main" noGrp="1"/>
          </p:cNvSpPr>
          <p:nvPr/>
        </p:nvSpPr>
        <p:spPr>
          <a:xfrm xmlns:a="http://schemas.openxmlformats.org/drawingml/2006/main">
            <a:off x="4181475" y="75152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49" name="Editable path 264">
            <a:extLst xmlns:a="http://schemas.openxmlformats.org/drawingml/2006/main">
              <a:ext uri="{FF2B5EF4-FFF2-40B4-BE49-F238E27FC236}">
                <a16:creationId xmlns:a16="http://schemas.microsoft.com/office/drawing/2014/main" id="{1A4917C2-0126-47AD-87FF-790FE39ECBC5}"/>
              </a:ext>
            </a:extLst>
          </p:cNvPr>
          <p:cNvSpPr>
            <a:spLocks xmlns:a="http://schemas.openxmlformats.org/drawingml/2006/main" noGrp="1"/>
          </p:cNvSpPr>
          <p:nvPr/>
        </p:nvSpPr>
        <p:spPr>
          <a:xfrm xmlns:a="http://schemas.openxmlformats.org/drawingml/2006/main">
            <a:off x="5657850" y="4810125"/>
            <a:ext cx="200025" cy="3067050"/>
          </a:xfrm>
          <a:custGeom xmlns:a="http://schemas.openxmlformats.org/drawingml/2006/main">
            <a:pathLst>
              <a:path w="200025" h="3067050">
                <a:moveTo>
                  <a:pt x="0" y="3067050"/>
                </a:moveTo>
                <a:lnTo>
                  <a:pt x="200025" y="3067050"/>
                </a:lnTo>
                <a:lnTo>
                  <a:pt x="200025" y="0"/>
                </a:lnTo>
                <a:lnTo>
                  <a:pt x="0" y="0"/>
                </a:lnTo>
              </a:path>
            </a:pathLst>
          </a:custGeom>
          <a:noFill xmlns:a="http://schemas.openxmlformats.org/drawingml/2006/main"/>
          <a:ln xmlns:a="http://schemas.openxmlformats.org/drawingml/2006/main" w="20955">
            <a:solidFill>
              <a:srgbClr val="4676CB"/>
            </a:solidFill>
            <a:prstDash val="solid"/>
          </a:ln>
        </p:spPr>
      </p:sp>
      <p:sp>
        <p:nvSpPr>
          <p:cNvPr id="50" name="Editable arrowhead 265">
            <a:extLst xmlns:a="http://schemas.openxmlformats.org/drawingml/2006/main">
              <a:ext uri="{FF2B5EF4-FFF2-40B4-BE49-F238E27FC236}">
                <a16:creationId xmlns:a16="http://schemas.microsoft.com/office/drawing/2014/main" id="{5AFB1D4C-DEE1-4851-97A0-B8E9082A0A13}"/>
              </a:ext>
            </a:extLst>
          </p:cNvPr>
          <p:cNvSpPr>
            <a:spLocks xmlns:a="http://schemas.openxmlformats.org/drawingml/2006/main" noGrp="1"/>
          </p:cNvSpPr>
          <p:nvPr/>
        </p:nvSpPr>
        <p:spPr>
          <a:xfrm xmlns:a="http://schemas.openxmlformats.org/drawingml/2006/main">
            <a:off x="5657850" y="47625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51" name="DP1 object 266">
            <a:extLst xmlns:a="http://schemas.openxmlformats.org/drawingml/2006/main">
              <a:ext uri="{FF2B5EF4-FFF2-40B4-BE49-F238E27FC236}">
                <a16:creationId xmlns:a16="http://schemas.microsoft.com/office/drawing/2014/main" id="{385BEA3F-B4D4-4CAF-8131-845B45BAD317}"/>
              </a:ext>
            </a:extLst>
          </p:cNvPr>
          <p:cNvSpPr>
            <a:spLocks xmlns:a="http://schemas.openxmlformats.org/drawingml/2006/main" noGrp="1"/>
          </p:cNvSpPr>
          <p:nvPr/>
        </p:nvSpPr>
        <p:spPr>
          <a:xfrm xmlns:a="http://schemas.openxmlformats.org/drawingml/2006/main">
            <a:off x="514350" y="8362950"/>
            <a:ext cx="519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4676CB"/>
                </a:solidFill>
                <a:latin typeface="Apple SD Gothic Neo"/>
                <a:ea typeface="Apple SD Gothic Neo"/>
                <a:cs typeface="Apple SD Gothic Neo"/>
              </a:defRPr>
            </a:defPPr>
            <a:lvl1pPr algn="ctr">
              <a:defRPr sz="1725" b="1">
                <a:solidFill>
                  <a:srgbClr val="4676CB"/>
                </a:solidFill>
                <a:latin typeface="Apple SD Gothic Neo"/>
                <a:ea typeface="Apple SD Gothic Neo"/>
                <a:cs typeface="Apple SD Gothic Neo"/>
              </a:defRPr>
            </a:lvl1pPr>
            <a:lvl2pPr algn="ctr">
              <a:defRPr sz="1725" b="1">
                <a:solidFill>
                  <a:srgbClr val="4676CB"/>
                </a:solidFill>
                <a:latin typeface="Apple SD Gothic Neo"/>
                <a:ea typeface="Apple SD Gothic Neo"/>
                <a:cs typeface="Apple SD Gothic Neo"/>
              </a:defRPr>
            </a:lvl2pPr>
            <a:lvl3pPr algn="ctr">
              <a:defRPr sz="1725" b="1">
                <a:solidFill>
                  <a:srgbClr val="4676CB"/>
                </a:solidFill>
                <a:latin typeface="Apple SD Gothic Neo"/>
                <a:ea typeface="Apple SD Gothic Neo"/>
                <a:cs typeface="Apple SD Gothic Neo"/>
              </a:defRPr>
            </a:lvl3pPr>
            <a:lvl4pPr algn="ctr">
              <a:defRPr sz="1725" b="1">
                <a:solidFill>
                  <a:srgbClr val="4676CB"/>
                </a:solidFill>
                <a:latin typeface="Apple SD Gothic Neo"/>
                <a:ea typeface="Apple SD Gothic Neo"/>
                <a:cs typeface="Apple SD Gothic Neo"/>
              </a:defRPr>
            </a:lvl4pPr>
            <a:lvl5pPr algn="ctr">
              <a:defRPr sz="1725" b="1">
                <a:solidFill>
                  <a:srgbClr val="4676CB"/>
                </a:solidFill>
                <a:latin typeface="Apple SD Gothic Neo"/>
                <a:ea typeface="Apple SD Gothic Neo"/>
                <a:cs typeface="Apple SD Gothic Neo"/>
              </a:defRPr>
            </a:lvl5pPr>
            <a:lvl6pPr algn="ctr">
              <a:defRPr sz="1725" b="1">
                <a:solidFill>
                  <a:srgbClr val="4676CB"/>
                </a:solidFill>
                <a:latin typeface="Apple SD Gothic Neo"/>
                <a:ea typeface="Apple SD Gothic Neo"/>
                <a:cs typeface="Apple SD Gothic Neo"/>
              </a:defRPr>
            </a:lvl6pPr>
            <a:lvl7pPr algn="ctr">
              <a:defRPr sz="1725" b="1">
                <a:solidFill>
                  <a:srgbClr val="4676CB"/>
                </a:solidFill>
                <a:latin typeface="Apple SD Gothic Neo"/>
                <a:ea typeface="Apple SD Gothic Neo"/>
                <a:cs typeface="Apple SD Gothic Neo"/>
              </a:defRPr>
            </a:lvl7pPr>
            <a:lvl8pPr algn="ctr">
              <a:defRPr sz="1725" b="1">
                <a:solidFill>
                  <a:srgbClr val="4676CB"/>
                </a:solidFill>
                <a:latin typeface="Apple SD Gothic Neo"/>
                <a:ea typeface="Apple SD Gothic Neo"/>
                <a:cs typeface="Apple SD Gothic Neo"/>
              </a:defRPr>
            </a:lvl8pPr>
            <a:lvl9pPr algn="ctr">
              <a:defRPr sz="1725" b="1">
                <a:solidFill>
                  <a:srgbClr val="4676CB"/>
                </a:solidFill>
                <a:latin typeface="Apple SD Gothic Neo"/>
                <a:ea typeface="Apple SD Gothic Neo"/>
                <a:cs typeface="Apple SD Gothic Neo"/>
              </a:defRPr>
            </a:lvl9pPr>
          </a:lstStyle>
          <a:p xmlns:a="http://schemas.openxmlformats.org/drawingml/2006/main">
            <a:pPr algn="ctr">
              <a:defRPr sz="1725" b="1">
                <a:solidFill>
                  <a:srgbClr val="4676CB"/>
                </a:solidFill>
                <a:latin typeface="Apple SD Gothic Neo"/>
                <a:ea typeface="Apple SD Gothic Neo"/>
                <a:cs typeface="Apple SD Gothic Neo"/>
              </a:defRPr>
            </a:pPr>
            <a:r>
              <a:rPr sz="1725" b="1">
                <a:solidFill>
                  <a:srgbClr val="4676CB"/>
                </a:solidFill>
                <a:latin typeface="Apple SD Gothic Neo"/>
                <a:ea typeface="Apple SD Gothic Neo"/>
                <a:cs typeface="Apple SD Gothic Neo"/>
              </a:rPr>
              <a:t>영향 범위가 불명확하면 전체 재구성</a:t>
            </a:r>
          </a:p>
        </p:txBody>
      </p:sp>
      <p:sp>
        <p:nvSpPr>
          <p:cNvPr id="52" name="DP1 object 267">
            <a:extLst xmlns:a="http://schemas.openxmlformats.org/drawingml/2006/main">
              <a:ext uri="{FF2B5EF4-FFF2-40B4-BE49-F238E27FC236}">
                <a16:creationId xmlns:a16="http://schemas.microsoft.com/office/drawing/2014/main" id="{4E6C2B85-DF28-4A34-90EA-819F80E6E6EF}"/>
              </a:ext>
            </a:extLst>
          </p:cNvPr>
          <p:cNvSpPr>
            <a:spLocks xmlns:a="http://schemas.openxmlformats.org/drawingml/2006/main" noGrp="1"/>
          </p:cNvSpPr>
          <p:nvPr/>
        </p:nvSpPr>
        <p:spPr>
          <a:xfrm xmlns:a="http://schemas.openxmlformats.org/drawingml/2006/main">
            <a:off x="533400" y="8791575"/>
            <a:ext cx="51530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50555B"/>
                </a:solidFill>
                <a:latin typeface="Apple SD Gothic Neo"/>
                <a:ea typeface="Apple SD Gothic Neo"/>
                <a:cs typeface="Apple SD Gothic Neo"/>
              </a:defRPr>
            </a:defPPr>
            <a:lvl1pPr algn="ctr">
              <a:defRPr sz="1650" b="0">
                <a:solidFill>
                  <a:srgbClr val="50555B"/>
                </a:solidFill>
                <a:latin typeface="Apple SD Gothic Neo"/>
                <a:ea typeface="Apple SD Gothic Neo"/>
                <a:cs typeface="Apple SD Gothic Neo"/>
              </a:defRPr>
            </a:lvl1pPr>
            <a:lvl2pPr algn="ctr">
              <a:defRPr sz="1650" b="0">
                <a:solidFill>
                  <a:srgbClr val="50555B"/>
                </a:solidFill>
                <a:latin typeface="Apple SD Gothic Neo"/>
                <a:ea typeface="Apple SD Gothic Neo"/>
                <a:cs typeface="Apple SD Gothic Neo"/>
              </a:defRPr>
            </a:lvl2pPr>
            <a:lvl3pPr algn="ctr">
              <a:defRPr sz="1650" b="0">
                <a:solidFill>
                  <a:srgbClr val="50555B"/>
                </a:solidFill>
                <a:latin typeface="Apple SD Gothic Neo"/>
                <a:ea typeface="Apple SD Gothic Neo"/>
                <a:cs typeface="Apple SD Gothic Neo"/>
              </a:defRPr>
            </a:lvl3pPr>
            <a:lvl4pPr algn="ctr">
              <a:defRPr sz="1650" b="0">
                <a:solidFill>
                  <a:srgbClr val="50555B"/>
                </a:solidFill>
                <a:latin typeface="Apple SD Gothic Neo"/>
                <a:ea typeface="Apple SD Gothic Neo"/>
                <a:cs typeface="Apple SD Gothic Neo"/>
              </a:defRPr>
            </a:lvl4pPr>
            <a:lvl5pPr algn="ctr">
              <a:defRPr sz="1650" b="0">
                <a:solidFill>
                  <a:srgbClr val="50555B"/>
                </a:solidFill>
                <a:latin typeface="Apple SD Gothic Neo"/>
                <a:ea typeface="Apple SD Gothic Neo"/>
                <a:cs typeface="Apple SD Gothic Neo"/>
              </a:defRPr>
            </a:lvl5pPr>
            <a:lvl6pPr algn="ctr">
              <a:defRPr sz="1650" b="0">
                <a:solidFill>
                  <a:srgbClr val="50555B"/>
                </a:solidFill>
                <a:latin typeface="Apple SD Gothic Neo"/>
                <a:ea typeface="Apple SD Gothic Neo"/>
                <a:cs typeface="Apple SD Gothic Neo"/>
              </a:defRPr>
            </a:lvl6pPr>
            <a:lvl7pPr algn="ctr">
              <a:defRPr sz="1650" b="0">
                <a:solidFill>
                  <a:srgbClr val="50555B"/>
                </a:solidFill>
                <a:latin typeface="Apple SD Gothic Neo"/>
                <a:ea typeface="Apple SD Gothic Neo"/>
                <a:cs typeface="Apple SD Gothic Neo"/>
              </a:defRPr>
            </a:lvl7pPr>
            <a:lvl8pPr algn="ctr">
              <a:defRPr sz="1650" b="0">
                <a:solidFill>
                  <a:srgbClr val="50555B"/>
                </a:solidFill>
                <a:latin typeface="Apple SD Gothic Neo"/>
                <a:ea typeface="Apple SD Gothic Neo"/>
                <a:cs typeface="Apple SD Gothic Neo"/>
              </a:defRPr>
            </a:lvl8pPr>
            <a:lvl9pPr algn="ctr">
              <a:defRPr sz="1650" b="0">
                <a:solidFill>
                  <a:srgbClr val="50555B"/>
                </a:solidFill>
                <a:latin typeface="Apple SD Gothic Neo"/>
                <a:ea typeface="Apple SD Gothic Neo"/>
                <a:cs typeface="Apple SD Gothic Neo"/>
              </a:defRPr>
            </a:lvl9pPr>
          </a:lstStyle>
          <a:p xmlns:a="http://schemas.openxmlformats.org/drawingml/2006/main">
            <a:pPr algn="ctr">
              <a:defRPr sz="1650" b="0">
                <a:solidFill>
                  <a:srgbClr val="50555B"/>
                </a:solidFill>
                <a:latin typeface="Apple SD Gothic Neo"/>
                <a:ea typeface="Apple SD Gothic Neo"/>
                <a:cs typeface="Apple SD Gothic Neo"/>
              </a:defRPr>
            </a:pPr>
            <a:r>
              <a:rPr sz="1650" b="0">
                <a:solidFill>
                  <a:srgbClr val="50555B"/>
                </a:solidFill>
                <a:latin typeface="Apple SD Gothic Neo"/>
                <a:ea typeface="Apple SD Gothic Neo"/>
                <a:cs typeface="Apple SD Gothic Neo"/>
              </a:rPr>
              <a:t>파란 경로: 보완안 A2</a:t>
            </a:r>
          </a:p>
          <a:p xmlns:a="http://schemas.openxmlformats.org/drawingml/2006/main">
            <a:pPr algn="ctr">
              <a:defRPr sz="1650" b="0">
                <a:solidFill>
                  <a:srgbClr val="50555B"/>
                </a:solidFill>
                <a:latin typeface="Apple SD Gothic Neo"/>
                <a:ea typeface="Apple SD Gothic Neo"/>
                <a:cs typeface="Apple SD Gothic Neo"/>
              </a:defRPr>
            </a:pPr>
            <a:r>
              <a:rPr sz="1650" b="0">
                <a:solidFill>
                  <a:srgbClr val="50555B"/>
                </a:solidFill>
                <a:latin typeface="Apple SD Gothic Neo"/>
                <a:ea typeface="Apple SD Gothic Neo"/>
                <a:cs typeface="Apple SD Gothic Neo"/>
              </a:rPr>
              <a:t>대규모 성능 개선으로는 채택하지 않음</a:t>
            </a:r>
          </a:p>
        </p:txBody>
      </p:sp>
      <p:sp>
        <p:nvSpPr>
          <p:cNvPr id="53" name="DP1 object 268">
            <a:extLst xmlns:a="http://schemas.openxmlformats.org/drawingml/2006/main">
              <a:ext uri="{FF2B5EF4-FFF2-40B4-BE49-F238E27FC236}">
                <a16:creationId xmlns:a16="http://schemas.microsoft.com/office/drawing/2014/main" id="{AD6BD30E-7845-44B8-8076-2DAB7F8A28D7}"/>
              </a:ext>
            </a:extLst>
          </p:cNvPr>
          <p:cNvSpPr>
            <a:spLocks xmlns:a="http://schemas.openxmlformats.org/drawingml/2006/main" noGrp="1"/>
          </p:cNvSpPr>
          <p:nvPr/>
        </p:nvSpPr>
        <p:spPr>
          <a:xfrm xmlns:a="http://schemas.openxmlformats.org/drawingml/2006/main">
            <a:off x="6410325" y="2066925"/>
            <a:ext cx="11430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111111"/>
                </a:solidFill>
                <a:latin typeface="Apple SD Gothic Neo"/>
                <a:ea typeface="Apple SD Gothic Neo"/>
                <a:cs typeface="Apple SD Gothic Neo"/>
              </a:defRPr>
            </a:defPPr>
            <a:lvl1pPr algn="l">
              <a:defRPr sz="2175" b="1">
                <a:solidFill>
                  <a:srgbClr val="111111"/>
                </a:solidFill>
                <a:latin typeface="Apple SD Gothic Neo"/>
                <a:ea typeface="Apple SD Gothic Neo"/>
                <a:cs typeface="Apple SD Gothic Neo"/>
              </a:defRPr>
            </a:lvl1pPr>
            <a:lvl2pPr algn="l">
              <a:defRPr sz="2175" b="1">
                <a:solidFill>
                  <a:srgbClr val="111111"/>
                </a:solidFill>
                <a:latin typeface="Apple SD Gothic Neo"/>
                <a:ea typeface="Apple SD Gothic Neo"/>
                <a:cs typeface="Apple SD Gothic Neo"/>
              </a:defRPr>
            </a:lvl2pPr>
            <a:lvl3pPr algn="l">
              <a:defRPr sz="2175" b="1">
                <a:solidFill>
                  <a:srgbClr val="111111"/>
                </a:solidFill>
                <a:latin typeface="Apple SD Gothic Neo"/>
                <a:ea typeface="Apple SD Gothic Neo"/>
                <a:cs typeface="Apple SD Gothic Neo"/>
              </a:defRPr>
            </a:lvl3pPr>
            <a:lvl4pPr algn="l">
              <a:defRPr sz="2175" b="1">
                <a:solidFill>
                  <a:srgbClr val="111111"/>
                </a:solidFill>
                <a:latin typeface="Apple SD Gothic Neo"/>
                <a:ea typeface="Apple SD Gothic Neo"/>
                <a:cs typeface="Apple SD Gothic Neo"/>
              </a:defRPr>
            </a:lvl4pPr>
            <a:lvl5pPr algn="l">
              <a:defRPr sz="2175" b="1">
                <a:solidFill>
                  <a:srgbClr val="111111"/>
                </a:solidFill>
                <a:latin typeface="Apple SD Gothic Neo"/>
                <a:ea typeface="Apple SD Gothic Neo"/>
                <a:cs typeface="Apple SD Gothic Neo"/>
              </a:defRPr>
            </a:lvl5pPr>
            <a:lvl6pPr algn="l">
              <a:defRPr sz="2175" b="1">
                <a:solidFill>
                  <a:srgbClr val="111111"/>
                </a:solidFill>
                <a:latin typeface="Apple SD Gothic Neo"/>
                <a:ea typeface="Apple SD Gothic Neo"/>
                <a:cs typeface="Apple SD Gothic Neo"/>
              </a:defRPr>
            </a:lvl6pPr>
            <a:lvl7pPr algn="l">
              <a:defRPr sz="2175" b="1">
                <a:solidFill>
                  <a:srgbClr val="111111"/>
                </a:solidFill>
                <a:latin typeface="Apple SD Gothic Neo"/>
                <a:ea typeface="Apple SD Gothic Neo"/>
                <a:cs typeface="Apple SD Gothic Neo"/>
              </a:defRPr>
            </a:lvl7pPr>
            <a:lvl8pPr algn="l">
              <a:defRPr sz="2175" b="1">
                <a:solidFill>
                  <a:srgbClr val="111111"/>
                </a:solidFill>
                <a:latin typeface="Apple SD Gothic Neo"/>
                <a:ea typeface="Apple SD Gothic Neo"/>
                <a:cs typeface="Apple SD Gothic Neo"/>
              </a:defRPr>
            </a:lvl8pPr>
            <a:lvl9pPr algn="l">
              <a:defRPr sz="2175" b="1">
                <a:solidFill>
                  <a:srgbClr val="111111"/>
                </a:solidFill>
                <a:latin typeface="Apple SD Gothic Neo"/>
                <a:ea typeface="Apple SD Gothic Neo"/>
                <a:cs typeface="Apple SD Gothic Neo"/>
              </a:defRPr>
            </a:lvl9pPr>
          </a:lstStyle>
          <a:p xmlns:a="http://schemas.openxmlformats.org/drawingml/2006/main">
            <a:pPr algn="l">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기본 PoC에서 관측한 A의 QA 약점</a:t>
            </a:r>
          </a:p>
        </p:txBody>
      </p:sp>
      <p:graphicFrame>
        <p:nvGraphicFramePr>
          <p:cNvPr id="54" name="">
            <a:extLst xmlns:a="http://schemas.openxmlformats.org/drawingml/2006/main">
              <a:ext uri="{FF2B5EF4-FFF2-40B4-BE49-F238E27FC236}">
                <a16:creationId xmlns:a16="http://schemas.microsoft.com/office/drawing/2014/main" id="{9A17D0F5-0C1B-4E45-ABA2-E620911831DF}"/>
              </a:ext>
            </a:extLst>
          </p:cNvPr>
          <p:cNvGraphicFramePr/>
          <p:nvPr/>
        </p:nvGraphicFramePr>
        <p:xfrm>
          <a:off xmlns:a="http://schemas.openxmlformats.org/drawingml/2006/main" x="6391275" y="2543175"/>
          <a:ext xmlns:a="http://schemas.openxmlformats.org/drawingml/2006/main" cx="11677650" cy="1381125"/>
        </p:xfrm>
        <a:graphic xmlns:a="http://schemas.openxmlformats.org/drawingml/2006/main">
          <a:graphicData uri="http://schemas.openxmlformats.org/drawingml/2006/table">
            <a:tbl>
              <a:tblPr firstRow="0" bandRow="0" bandCol="0"/>
              <a:tblGrid>
                <a:gridCol w="2505075"/>
                <a:gridCol w="2047875"/>
                <a:gridCol w="2476500"/>
                <a:gridCol w="4648200"/>
              </a:tblGrid>
              <a:tr h="409575">
                <a:tc>
                  <a:txBody>
                    <a:bodyPr anchor="ctr"/>
                    <a:lstStyle/>
                    <a:p>
                      <a:pPr algn="ctr"/>
                      <a:r>
                        <a:rPr sz="1875" b="1">
                          <a:solidFill>
                            <a:srgbClr val="111111"/>
                          </a:solidFill>
                          <a:latin typeface="Apple SD Gothic Neo"/>
                          <a:ea typeface="Apple SD Gothic Neo"/>
                          <a:cs typeface="Apple SD Gothic Neo"/>
                        </a:rPr>
                        <a:t>QA</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비교안</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해석</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85775">
                <a:tc>
                  <a:txBody>
                    <a:bodyPr anchor="ctr"/>
                    <a:lstStyle/>
                    <a:p>
                      <a:pPr algn="ctr"/>
                      <a:r>
                        <a:rPr sz="1875">
                          <a:solidFill>
                            <a:srgbClr val="111111"/>
                          </a:solidFill>
                          <a:latin typeface="Apple SD Gothic Neo"/>
                          <a:ea typeface="Apple SD Gothic Neo"/>
                          <a:cs typeface="Apple SD Gothic Neo"/>
                        </a:rPr>
                        <a:t>QA03 VIA 처리</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2025" b="1">
                          <a:solidFill>
                            <a:srgbClr val="C00000"/>
                          </a:solidFill>
                          <a:latin typeface="Apple SD Gothic Neo"/>
                          <a:ea typeface="Apple SD Gothic Neo"/>
                          <a:cs typeface="Apple SD Gothic Neo"/>
                        </a:rPr>
                        <a:t>13.617초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2025" b="1">
                          <a:solidFill>
                            <a:srgbClr val="111111"/>
                          </a:solidFill>
                          <a:latin typeface="Apple SD Gothic Neo"/>
                          <a:ea typeface="Apple SD Gothic Neo"/>
                          <a:cs typeface="Apple SD Gothic Neo"/>
                        </a:rPr>
                        <a:t>C 12.364초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875">
                          <a:solidFill>
                            <a:srgbClr val="111111"/>
                          </a:solidFill>
                          <a:latin typeface="Apple SD Gothic Neo"/>
                          <a:ea typeface="Apple SD Gothic Neo"/>
                          <a:cs typeface="Apple SD Gothic Neo"/>
                        </a:rPr>
                        <a:t>관측: A가 1.253초 더 걸림</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r>
                        <a:rPr sz="1875">
                          <a:solidFill>
                            <a:srgbClr val="111111"/>
                          </a:solidFill>
                          <a:latin typeface="Apple SD Gothic Neo"/>
                          <a:ea typeface="Apple SD Gothic Neo"/>
                          <a:cs typeface="Apple SD Gothic Neo"/>
                        </a:rPr>
                        <a:t>QA01 첫 응답</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875">
                          <a:solidFill>
                            <a:srgbClr val="111111"/>
                          </a:solidFill>
                          <a:latin typeface="Apple SD Gothic Neo"/>
                          <a:ea typeface="Apple SD Gothic Neo"/>
                          <a:cs typeface="Apple SD Gothic Neo"/>
                        </a:rPr>
                        <a:t>6.609초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875">
                          <a:solidFill>
                            <a:srgbClr val="111111"/>
                          </a:solidFill>
                          <a:latin typeface="Apple SD Gothic Neo"/>
                          <a:ea typeface="Apple SD Gothic Neo"/>
                          <a:cs typeface="Apple SD Gothic Neo"/>
                        </a:rPr>
                        <a:t>B 6.267초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725" b="0">
                          <a:solidFill>
                            <a:srgbClr val="50555B"/>
                          </a:solidFill>
                          <a:latin typeface="Apple SD Gothic Neo"/>
                          <a:ea typeface="Apple SD Gothic Neo"/>
                          <a:cs typeface="Apple SD Gothic Neo"/>
                        </a:rPr>
                        <a:t>관측 차이 0.342초 / 우열 미확정</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DP1 object 269">
            <a:extLst xmlns:a="http://schemas.openxmlformats.org/drawingml/2006/main">
              <a:ext uri="{FF2B5EF4-FFF2-40B4-BE49-F238E27FC236}">
                <a16:creationId xmlns:a16="http://schemas.microsoft.com/office/drawing/2014/main" id="{05923FC8-F94D-4173-B07A-1CACE00CEB49}"/>
              </a:ext>
            </a:extLst>
          </p:cNvPr>
          <p:cNvSpPr>
            <a:spLocks xmlns:a="http://schemas.openxmlformats.org/drawingml/2006/main" noGrp="1"/>
          </p:cNvSpPr>
          <p:nvPr/>
        </p:nvSpPr>
        <p:spPr>
          <a:xfrm xmlns:a="http://schemas.openxmlformats.org/drawingml/2006/main">
            <a:off x="6419850" y="4162425"/>
            <a:ext cx="11525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4676CB"/>
                </a:solidFill>
                <a:latin typeface="Apple SD Gothic Neo"/>
                <a:ea typeface="Apple SD Gothic Neo"/>
                <a:cs typeface="Apple SD Gothic Neo"/>
              </a:defRPr>
            </a:defPPr>
            <a:lvl1pPr algn="l">
              <a:defRPr sz="2250" b="1">
                <a:solidFill>
                  <a:srgbClr val="4676CB"/>
                </a:solidFill>
                <a:latin typeface="Apple SD Gothic Neo"/>
                <a:ea typeface="Apple SD Gothic Neo"/>
                <a:cs typeface="Apple SD Gothic Neo"/>
              </a:defRPr>
            </a:lvl1pPr>
            <a:lvl2pPr algn="l">
              <a:defRPr sz="2250" b="1">
                <a:solidFill>
                  <a:srgbClr val="4676CB"/>
                </a:solidFill>
                <a:latin typeface="Apple SD Gothic Neo"/>
                <a:ea typeface="Apple SD Gothic Neo"/>
                <a:cs typeface="Apple SD Gothic Neo"/>
              </a:defRPr>
            </a:lvl2pPr>
            <a:lvl3pPr algn="l">
              <a:defRPr sz="2250" b="1">
                <a:solidFill>
                  <a:srgbClr val="4676CB"/>
                </a:solidFill>
                <a:latin typeface="Apple SD Gothic Neo"/>
                <a:ea typeface="Apple SD Gothic Neo"/>
                <a:cs typeface="Apple SD Gothic Neo"/>
              </a:defRPr>
            </a:lvl3pPr>
            <a:lvl4pPr algn="l">
              <a:defRPr sz="2250" b="1">
                <a:solidFill>
                  <a:srgbClr val="4676CB"/>
                </a:solidFill>
                <a:latin typeface="Apple SD Gothic Neo"/>
                <a:ea typeface="Apple SD Gothic Neo"/>
                <a:cs typeface="Apple SD Gothic Neo"/>
              </a:defRPr>
            </a:lvl4pPr>
            <a:lvl5pPr algn="l">
              <a:defRPr sz="2250" b="1">
                <a:solidFill>
                  <a:srgbClr val="4676CB"/>
                </a:solidFill>
                <a:latin typeface="Apple SD Gothic Neo"/>
                <a:ea typeface="Apple SD Gothic Neo"/>
                <a:cs typeface="Apple SD Gothic Neo"/>
              </a:defRPr>
            </a:lvl5pPr>
            <a:lvl6pPr algn="l">
              <a:defRPr sz="2250" b="1">
                <a:solidFill>
                  <a:srgbClr val="4676CB"/>
                </a:solidFill>
                <a:latin typeface="Apple SD Gothic Neo"/>
                <a:ea typeface="Apple SD Gothic Neo"/>
                <a:cs typeface="Apple SD Gothic Neo"/>
              </a:defRPr>
            </a:lvl6pPr>
            <a:lvl7pPr algn="l">
              <a:defRPr sz="2250" b="1">
                <a:solidFill>
                  <a:srgbClr val="4676CB"/>
                </a:solidFill>
                <a:latin typeface="Apple SD Gothic Neo"/>
                <a:ea typeface="Apple SD Gothic Neo"/>
                <a:cs typeface="Apple SD Gothic Neo"/>
              </a:defRPr>
            </a:lvl7pPr>
            <a:lvl8pPr algn="l">
              <a:defRPr sz="2250" b="1">
                <a:solidFill>
                  <a:srgbClr val="4676CB"/>
                </a:solidFill>
                <a:latin typeface="Apple SD Gothic Neo"/>
                <a:ea typeface="Apple SD Gothic Neo"/>
                <a:cs typeface="Apple SD Gothic Neo"/>
              </a:defRPr>
            </a:lvl8pPr>
            <a:lvl9pPr algn="l">
              <a:defRPr sz="2250" b="1">
                <a:solidFill>
                  <a:srgbClr val="4676CB"/>
                </a:solidFill>
                <a:latin typeface="Apple SD Gothic Neo"/>
                <a:ea typeface="Apple SD Gothic Neo"/>
                <a:cs typeface="Apple SD Gothic Neo"/>
              </a:defRPr>
            </a:lvl9pPr>
          </a:lstStyle>
          <a:p xmlns:a="http://schemas.openxmlformats.org/drawingml/2006/main">
            <a:pPr algn="l">
              <a:defRPr sz="2250" b="1">
                <a:solidFill>
                  <a:srgbClr val="4676CB"/>
                </a:solidFill>
                <a:latin typeface="Apple SD Gothic Neo"/>
                <a:ea typeface="Apple SD Gothic Neo"/>
                <a:cs typeface="Apple SD Gothic Neo"/>
              </a:defRPr>
            </a:pPr>
            <a:r>
              <a:rPr sz="2250" b="1">
                <a:solidFill>
                  <a:srgbClr val="4676CB"/>
                </a:solidFill>
                <a:latin typeface="Apple SD Gothic Neo"/>
                <a:ea typeface="Apple SD Gothic Neo"/>
                <a:cs typeface="Apple SD Gothic Neo"/>
              </a:rPr>
              <a:t>보완 ①  QA03 — 변경 조각만 읽고 갱신</a:t>
            </a:r>
          </a:p>
        </p:txBody>
      </p:sp>
      <p:sp>
        <p:nvSpPr>
          <p:cNvPr id="56" name="DP1 object 270">
            <a:extLst xmlns:a="http://schemas.openxmlformats.org/drawingml/2006/main">
              <a:ext uri="{FF2B5EF4-FFF2-40B4-BE49-F238E27FC236}">
                <a16:creationId xmlns:a16="http://schemas.microsoft.com/office/drawing/2014/main" id="{D173CACF-48F8-4977-8E0D-14A4D2CAFA69}"/>
              </a:ext>
            </a:extLst>
          </p:cNvPr>
          <p:cNvSpPr>
            <a:spLocks xmlns:a="http://schemas.openxmlformats.org/drawingml/2006/main" noGrp="1"/>
          </p:cNvSpPr>
          <p:nvPr/>
        </p:nvSpPr>
        <p:spPr>
          <a:xfrm xmlns:a="http://schemas.openxmlformats.org/drawingml/2006/main">
            <a:off x="6419850" y="4581525"/>
            <a:ext cx="1152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50555B"/>
                </a:solidFill>
                <a:latin typeface="Apple SD Gothic Neo"/>
                <a:ea typeface="Apple SD Gothic Neo"/>
                <a:cs typeface="Apple SD Gothic Neo"/>
              </a:defRPr>
            </a:defPPr>
            <a:lvl1pPr algn="l">
              <a:defRPr sz="1725" b="0">
                <a:solidFill>
                  <a:srgbClr val="50555B"/>
                </a:solidFill>
                <a:latin typeface="Apple SD Gothic Neo"/>
                <a:ea typeface="Apple SD Gothic Neo"/>
                <a:cs typeface="Apple SD Gothic Neo"/>
              </a:defRPr>
            </a:lvl1pPr>
            <a:lvl2pPr algn="l">
              <a:defRPr sz="1725" b="0">
                <a:solidFill>
                  <a:srgbClr val="50555B"/>
                </a:solidFill>
                <a:latin typeface="Apple SD Gothic Neo"/>
                <a:ea typeface="Apple SD Gothic Neo"/>
                <a:cs typeface="Apple SD Gothic Neo"/>
              </a:defRPr>
            </a:lvl2pPr>
            <a:lvl3pPr algn="l">
              <a:defRPr sz="1725" b="0">
                <a:solidFill>
                  <a:srgbClr val="50555B"/>
                </a:solidFill>
                <a:latin typeface="Apple SD Gothic Neo"/>
                <a:ea typeface="Apple SD Gothic Neo"/>
                <a:cs typeface="Apple SD Gothic Neo"/>
              </a:defRPr>
            </a:lvl3pPr>
            <a:lvl4pPr algn="l">
              <a:defRPr sz="1725" b="0">
                <a:solidFill>
                  <a:srgbClr val="50555B"/>
                </a:solidFill>
                <a:latin typeface="Apple SD Gothic Neo"/>
                <a:ea typeface="Apple SD Gothic Neo"/>
                <a:cs typeface="Apple SD Gothic Neo"/>
              </a:defRPr>
            </a:lvl4pPr>
            <a:lvl5pPr algn="l">
              <a:defRPr sz="1725" b="0">
                <a:solidFill>
                  <a:srgbClr val="50555B"/>
                </a:solidFill>
                <a:latin typeface="Apple SD Gothic Neo"/>
                <a:ea typeface="Apple SD Gothic Neo"/>
                <a:cs typeface="Apple SD Gothic Neo"/>
              </a:defRPr>
            </a:lvl5pPr>
            <a:lvl6pPr algn="l">
              <a:defRPr sz="1725" b="0">
                <a:solidFill>
                  <a:srgbClr val="50555B"/>
                </a:solidFill>
                <a:latin typeface="Apple SD Gothic Neo"/>
                <a:ea typeface="Apple SD Gothic Neo"/>
                <a:cs typeface="Apple SD Gothic Neo"/>
              </a:defRPr>
            </a:lvl6pPr>
            <a:lvl7pPr algn="l">
              <a:defRPr sz="1725" b="0">
                <a:solidFill>
                  <a:srgbClr val="50555B"/>
                </a:solidFill>
                <a:latin typeface="Apple SD Gothic Neo"/>
                <a:ea typeface="Apple SD Gothic Neo"/>
                <a:cs typeface="Apple SD Gothic Neo"/>
              </a:defRPr>
            </a:lvl7pPr>
            <a:lvl8pPr algn="l">
              <a:defRPr sz="1725" b="0">
                <a:solidFill>
                  <a:srgbClr val="50555B"/>
                </a:solidFill>
                <a:latin typeface="Apple SD Gothic Neo"/>
                <a:ea typeface="Apple SD Gothic Neo"/>
                <a:cs typeface="Apple SD Gothic Neo"/>
              </a:defRPr>
            </a:lvl8pPr>
            <a:lvl9pPr algn="l">
              <a:defRPr sz="1725" b="0">
                <a:solidFill>
                  <a:srgbClr val="50555B"/>
                </a:solidFill>
                <a:latin typeface="Apple SD Gothic Neo"/>
                <a:ea typeface="Apple SD Gothic Neo"/>
                <a:cs typeface="Apple SD Gothic Neo"/>
              </a:defRPr>
            </a:lvl9pPr>
          </a:lstStyle>
          <a:p xmlns:a="http://schemas.openxmlformats.org/drawingml/2006/main">
            <a:pPr algn="l">
              <a:defRPr sz="1725" b="0">
                <a:solidFill>
                  <a:srgbClr val="50555B"/>
                </a:solidFill>
                <a:latin typeface="Apple SD Gothic Neo"/>
                <a:ea typeface="Apple SD Gothic Neo"/>
                <a:cs typeface="Apple SD Gothic Neo"/>
              </a:defRPr>
            </a:pPr>
            <a:r>
              <a:rPr sz="1725" b="0">
                <a:solidFill>
                  <a:srgbClr val="50555B"/>
                </a:solidFill>
                <a:latin typeface="Apple SD Gothic Neo"/>
                <a:ea typeface="Apple SD Gothic Neo"/>
                <a:cs typeface="Apple SD Gothic Neo"/>
              </a:rPr>
              <a:t>정정 사례 3회에서 기본 A와 A+A2를 비교</a:t>
            </a:r>
          </a:p>
        </p:txBody>
      </p:sp>
      <p:graphicFrame>
        <p:nvGraphicFramePr>
          <p:cNvPr id="57" name="">
            <a:extLst xmlns:a="http://schemas.openxmlformats.org/drawingml/2006/main">
              <a:ext uri="{FF2B5EF4-FFF2-40B4-BE49-F238E27FC236}">
                <a16:creationId xmlns:a16="http://schemas.microsoft.com/office/drawing/2014/main" id="{8EC06261-1347-4FF0-AAD9-EF3DC607CAC7}"/>
              </a:ext>
            </a:extLst>
          </p:cNvPr>
          <p:cNvGraphicFramePr/>
          <p:nvPr/>
        </p:nvGraphicFramePr>
        <p:xfrm>
          <a:off xmlns:a="http://schemas.openxmlformats.org/drawingml/2006/main" x="6391275" y="4953000"/>
          <a:ext xmlns:a="http://schemas.openxmlformats.org/drawingml/2006/main" cx="11677650" cy="1333500"/>
        </p:xfrm>
        <a:graphic xmlns:a="http://schemas.openxmlformats.org/drawingml/2006/main">
          <a:graphicData uri="http://schemas.openxmlformats.org/drawingml/2006/table">
            <a:tbl>
              <a:tblPr firstRow="0" bandRow="0" bandCol="0"/>
              <a:tblGrid>
                <a:gridCol w="4229100"/>
                <a:gridCol w="3724275"/>
                <a:gridCol w="3724275"/>
              </a:tblGrid>
              <a:tr h="381000">
                <a:tc>
                  <a:txBody>
                    <a:bodyPr anchor="ctr"/>
                    <a:lstStyle/>
                    <a:p>
                      <a:pPr algn="ctr"/>
                      <a:r>
                        <a:rPr sz="1875" b="1">
                          <a:solidFill>
                            <a:srgbClr val="111111"/>
                          </a:solidFill>
                          <a:latin typeface="Apple SD Gothic Neo"/>
                          <a:ea typeface="Apple SD Gothic Neo"/>
                          <a:cs typeface="Apple SD Gothic Neo"/>
                        </a:rPr>
                        <a:t>항목</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r>
                        <a:rPr sz="1875" b="1">
                          <a:solidFill>
                            <a:srgbClr val="111111"/>
                          </a:solidFill>
                          <a:latin typeface="Apple SD Gothic Neo"/>
                          <a:ea typeface="Apple SD Gothic Neo"/>
                          <a:cs typeface="Apple SD Gothic Neo"/>
                        </a:rPr>
                        <a:t>기본 A</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r>
                        <a:rPr sz="1875" b="1">
                          <a:solidFill>
                            <a:srgbClr val="111111"/>
                          </a:solidFill>
                          <a:latin typeface="Apple SD Gothic Neo"/>
                          <a:ea typeface="Apple SD Gothic Neo"/>
                          <a:cs typeface="Apple SD Gothic Neo"/>
                        </a:rPr>
                        <a:t>A + A2</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r>
              <a:tr h="542925">
                <a:tc>
                  <a:txBody>
                    <a:bodyPr anchor="ctr"/>
                    <a:lstStyle/>
                    <a:p>
                      <a:pPr algn="ctr"/>
                      <a:r>
                        <a:rPr sz="1875">
                          <a:solidFill>
                            <a:srgbClr val="111111"/>
                          </a:solidFill>
                          <a:latin typeface="Apple SD Gothic Neo"/>
                          <a:ea typeface="Apple SD Gothic Neo"/>
                          <a:cs typeface="Apple SD Gothic Neo"/>
                        </a:rPr>
                        <a:t>QA03 VIA 처리</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2550" b="1">
                          <a:solidFill>
                            <a:srgbClr val="111111"/>
                          </a:solidFill>
                          <a:latin typeface="Apple SD Gothic Neo"/>
                          <a:ea typeface="Apple SD Gothic Neo"/>
                          <a:cs typeface="Apple SD Gothic Neo"/>
                        </a:rPr>
                        <a:t>21.822초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2550" b="1">
                          <a:solidFill>
                            <a:srgbClr val="4676CB"/>
                          </a:solidFill>
                          <a:latin typeface="Apple SD Gothic Neo"/>
                          <a:ea typeface="Apple SD Gothic Neo"/>
                          <a:cs typeface="Apple SD Gothic Neo"/>
                        </a:rPr>
                        <a:t>21.433초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09575">
                <a:tc>
                  <a:txBody>
                    <a:bodyPr anchor="ctr"/>
                    <a:lstStyle/>
                    <a:p>
                      <a:pPr algn="ctr"/>
                      <a:r>
                        <a:rPr sz="1875">
                          <a:solidFill>
                            <a:srgbClr val="111111"/>
                          </a:solidFill>
                          <a:latin typeface="Apple SD Gothic Neo"/>
                          <a:ea typeface="Apple SD Gothic Neo"/>
                          <a:cs typeface="Apple SD Gothic Neo"/>
                        </a:rPr>
                        <a:t>원본 읽기 / 모델 호출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875">
                          <a:solidFill>
                            <a:srgbClr val="111111"/>
                          </a:solidFill>
                          <a:latin typeface="Apple SD Gothic Neo"/>
                          <a:ea typeface="Apple SD Gothic Neo"/>
                          <a:cs typeface="Apple SD Gothic Neo"/>
                        </a:rPr>
                        <a:t>12회 / 12회</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875">
                          <a:solidFill>
                            <a:srgbClr val="111111"/>
                          </a:solidFill>
                          <a:latin typeface="Apple SD Gothic Neo"/>
                          <a:ea typeface="Apple SD Gothic Neo"/>
                          <a:cs typeface="Apple SD Gothic Neo"/>
                        </a:rPr>
                        <a:t>9회 / 12회</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8" name="DP1 object 271">
            <a:extLst xmlns:a="http://schemas.openxmlformats.org/drawingml/2006/main">
              <a:ext uri="{FF2B5EF4-FFF2-40B4-BE49-F238E27FC236}">
                <a16:creationId xmlns:a16="http://schemas.microsoft.com/office/drawing/2014/main" id="{1DE2E513-BD20-4A7F-89A9-4F50E31294CB}"/>
              </a:ext>
            </a:extLst>
          </p:cNvPr>
          <p:cNvSpPr>
            <a:spLocks xmlns:a="http://schemas.openxmlformats.org/drawingml/2006/main" noGrp="1"/>
          </p:cNvSpPr>
          <p:nvPr/>
        </p:nvSpPr>
        <p:spPr>
          <a:xfrm xmlns:a="http://schemas.openxmlformats.org/drawingml/2006/main">
            <a:off x="6419850" y="6353175"/>
            <a:ext cx="11525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50555B"/>
                </a:solidFill>
                <a:latin typeface="Apple SD Gothic Neo"/>
                <a:ea typeface="Apple SD Gothic Neo"/>
                <a:cs typeface="Apple SD Gothic Neo"/>
              </a:defRPr>
            </a:defPPr>
            <a:lvl1pPr algn="l">
              <a:defRPr sz="1725" b="0">
                <a:solidFill>
                  <a:srgbClr val="50555B"/>
                </a:solidFill>
                <a:latin typeface="Apple SD Gothic Neo"/>
                <a:ea typeface="Apple SD Gothic Neo"/>
                <a:cs typeface="Apple SD Gothic Neo"/>
              </a:defRPr>
            </a:lvl1pPr>
            <a:lvl2pPr algn="l">
              <a:defRPr sz="1725" b="0">
                <a:solidFill>
                  <a:srgbClr val="50555B"/>
                </a:solidFill>
                <a:latin typeface="Apple SD Gothic Neo"/>
                <a:ea typeface="Apple SD Gothic Neo"/>
                <a:cs typeface="Apple SD Gothic Neo"/>
              </a:defRPr>
            </a:lvl2pPr>
            <a:lvl3pPr algn="l">
              <a:defRPr sz="1725" b="0">
                <a:solidFill>
                  <a:srgbClr val="50555B"/>
                </a:solidFill>
                <a:latin typeface="Apple SD Gothic Neo"/>
                <a:ea typeface="Apple SD Gothic Neo"/>
                <a:cs typeface="Apple SD Gothic Neo"/>
              </a:defRPr>
            </a:lvl3pPr>
            <a:lvl4pPr algn="l">
              <a:defRPr sz="1725" b="0">
                <a:solidFill>
                  <a:srgbClr val="50555B"/>
                </a:solidFill>
                <a:latin typeface="Apple SD Gothic Neo"/>
                <a:ea typeface="Apple SD Gothic Neo"/>
                <a:cs typeface="Apple SD Gothic Neo"/>
              </a:defRPr>
            </a:lvl4pPr>
            <a:lvl5pPr algn="l">
              <a:defRPr sz="1725" b="0">
                <a:solidFill>
                  <a:srgbClr val="50555B"/>
                </a:solidFill>
                <a:latin typeface="Apple SD Gothic Neo"/>
                <a:ea typeface="Apple SD Gothic Neo"/>
                <a:cs typeface="Apple SD Gothic Neo"/>
              </a:defRPr>
            </a:lvl5pPr>
            <a:lvl6pPr algn="l">
              <a:defRPr sz="1725" b="0">
                <a:solidFill>
                  <a:srgbClr val="50555B"/>
                </a:solidFill>
                <a:latin typeface="Apple SD Gothic Neo"/>
                <a:ea typeface="Apple SD Gothic Neo"/>
                <a:cs typeface="Apple SD Gothic Neo"/>
              </a:defRPr>
            </a:lvl6pPr>
            <a:lvl7pPr algn="l">
              <a:defRPr sz="1725" b="0">
                <a:solidFill>
                  <a:srgbClr val="50555B"/>
                </a:solidFill>
                <a:latin typeface="Apple SD Gothic Neo"/>
                <a:ea typeface="Apple SD Gothic Neo"/>
                <a:cs typeface="Apple SD Gothic Neo"/>
              </a:defRPr>
            </a:lvl7pPr>
            <a:lvl8pPr algn="l">
              <a:defRPr sz="1725" b="0">
                <a:solidFill>
                  <a:srgbClr val="50555B"/>
                </a:solidFill>
                <a:latin typeface="Apple SD Gothic Neo"/>
                <a:ea typeface="Apple SD Gothic Neo"/>
                <a:cs typeface="Apple SD Gothic Neo"/>
              </a:defRPr>
            </a:lvl8pPr>
            <a:lvl9pPr algn="l">
              <a:defRPr sz="1725" b="0">
                <a:solidFill>
                  <a:srgbClr val="50555B"/>
                </a:solidFill>
                <a:latin typeface="Apple SD Gothic Neo"/>
                <a:ea typeface="Apple SD Gothic Neo"/>
                <a:cs typeface="Apple SD Gothic Neo"/>
              </a:defRPr>
            </a:lvl9pPr>
          </a:lstStyle>
          <a:p xmlns:a="http://schemas.openxmlformats.org/drawingml/2006/main">
            <a:pPr algn="l">
              <a:defRPr sz="1725" b="0">
                <a:solidFill>
                  <a:srgbClr val="50555B"/>
                </a:solidFill>
                <a:latin typeface="Apple SD Gothic Neo"/>
                <a:ea typeface="Apple SD Gothic Neo"/>
                <a:cs typeface="Apple SD Gothic Neo"/>
              </a:defRPr>
            </a:pPr>
            <a:r>
              <a:rPr sz="1725" b="0">
                <a:solidFill>
                  <a:srgbClr val="50555B"/>
                </a:solidFill>
                <a:latin typeface="Apple SD Gothic Neo"/>
                <a:ea typeface="Apple SD Gothic Neo"/>
                <a:cs typeface="Apple SD Gothic Neo"/>
              </a:rPr>
              <a:t>정정 사례 관측: 0.389초 감소. 재조회 감소만 확인했으며 전체 A/C 재비교는 미실시.</a:t>
            </a:r>
          </a:p>
        </p:txBody>
      </p:sp>
      <p:sp>
        <p:nvSpPr>
          <p:cNvPr id="59" name="DP1 object 272">
            <a:extLst xmlns:a="http://schemas.openxmlformats.org/drawingml/2006/main">
              <a:ext uri="{FF2B5EF4-FFF2-40B4-BE49-F238E27FC236}">
                <a16:creationId xmlns:a16="http://schemas.microsoft.com/office/drawing/2014/main" id="{549D6E24-B2CC-46CF-8154-B198DC283FCF}"/>
              </a:ext>
            </a:extLst>
          </p:cNvPr>
          <p:cNvSpPr>
            <a:spLocks xmlns:a="http://schemas.openxmlformats.org/drawingml/2006/main" noGrp="1"/>
          </p:cNvSpPr>
          <p:nvPr/>
        </p:nvSpPr>
        <p:spPr>
          <a:xfrm xmlns:a="http://schemas.openxmlformats.org/drawingml/2006/main">
            <a:off x="6419850" y="6886575"/>
            <a:ext cx="11525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4676CB"/>
                </a:solidFill>
                <a:latin typeface="Apple SD Gothic Neo"/>
                <a:ea typeface="Apple SD Gothic Neo"/>
                <a:cs typeface="Apple SD Gothic Neo"/>
              </a:defRPr>
            </a:defPPr>
            <a:lvl1pPr algn="l">
              <a:defRPr sz="2175" b="1">
                <a:solidFill>
                  <a:srgbClr val="4676CB"/>
                </a:solidFill>
                <a:latin typeface="Apple SD Gothic Neo"/>
                <a:ea typeface="Apple SD Gothic Neo"/>
                <a:cs typeface="Apple SD Gothic Neo"/>
              </a:defRPr>
            </a:lvl1pPr>
            <a:lvl2pPr algn="l">
              <a:defRPr sz="2175" b="1">
                <a:solidFill>
                  <a:srgbClr val="4676CB"/>
                </a:solidFill>
                <a:latin typeface="Apple SD Gothic Neo"/>
                <a:ea typeface="Apple SD Gothic Neo"/>
                <a:cs typeface="Apple SD Gothic Neo"/>
              </a:defRPr>
            </a:lvl2pPr>
            <a:lvl3pPr algn="l">
              <a:defRPr sz="2175" b="1">
                <a:solidFill>
                  <a:srgbClr val="4676CB"/>
                </a:solidFill>
                <a:latin typeface="Apple SD Gothic Neo"/>
                <a:ea typeface="Apple SD Gothic Neo"/>
                <a:cs typeface="Apple SD Gothic Neo"/>
              </a:defRPr>
            </a:lvl3pPr>
            <a:lvl4pPr algn="l">
              <a:defRPr sz="2175" b="1">
                <a:solidFill>
                  <a:srgbClr val="4676CB"/>
                </a:solidFill>
                <a:latin typeface="Apple SD Gothic Neo"/>
                <a:ea typeface="Apple SD Gothic Neo"/>
                <a:cs typeface="Apple SD Gothic Neo"/>
              </a:defRPr>
            </a:lvl4pPr>
            <a:lvl5pPr algn="l">
              <a:defRPr sz="2175" b="1">
                <a:solidFill>
                  <a:srgbClr val="4676CB"/>
                </a:solidFill>
                <a:latin typeface="Apple SD Gothic Neo"/>
                <a:ea typeface="Apple SD Gothic Neo"/>
                <a:cs typeface="Apple SD Gothic Neo"/>
              </a:defRPr>
            </a:lvl5pPr>
            <a:lvl6pPr algn="l">
              <a:defRPr sz="2175" b="1">
                <a:solidFill>
                  <a:srgbClr val="4676CB"/>
                </a:solidFill>
                <a:latin typeface="Apple SD Gothic Neo"/>
                <a:ea typeface="Apple SD Gothic Neo"/>
                <a:cs typeface="Apple SD Gothic Neo"/>
              </a:defRPr>
            </a:lvl6pPr>
            <a:lvl7pPr algn="l">
              <a:defRPr sz="2175" b="1">
                <a:solidFill>
                  <a:srgbClr val="4676CB"/>
                </a:solidFill>
                <a:latin typeface="Apple SD Gothic Neo"/>
                <a:ea typeface="Apple SD Gothic Neo"/>
                <a:cs typeface="Apple SD Gothic Neo"/>
              </a:defRPr>
            </a:lvl7pPr>
            <a:lvl8pPr algn="l">
              <a:defRPr sz="2175" b="1">
                <a:solidFill>
                  <a:srgbClr val="4676CB"/>
                </a:solidFill>
                <a:latin typeface="Apple SD Gothic Neo"/>
                <a:ea typeface="Apple SD Gothic Neo"/>
                <a:cs typeface="Apple SD Gothic Neo"/>
              </a:defRPr>
            </a:lvl8pPr>
            <a:lvl9pPr algn="l">
              <a:defRPr sz="2175" b="1">
                <a:solidFill>
                  <a:srgbClr val="4676CB"/>
                </a:solidFill>
                <a:latin typeface="Apple SD Gothic Neo"/>
                <a:ea typeface="Apple SD Gothic Neo"/>
                <a:cs typeface="Apple SD Gothic Neo"/>
              </a:defRPr>
            </a:lvl9pPr>
          </a:lstStyle>
          <a:p xmlns:a="http://schemas.openxmlformats.org/drawingml/2006/main">
            <a:pPr algn="l">
              <a:defRPr sz="2175" b="1">
                <a:solidFill>
                  <a:srgbClr val="4676CB"/>
                </a:solidFill>
                <a:latin typeface="Apple SD Gothic Neo"/>
                <a:ea typeface="Apple SD Gothic Neo"/>
                <a:cs typeface="Apple SD Gothic Neo"/>
              </a:defRPr>
            </a:pPr>
            <a:r>
              <a:rPr sz="2175" b="1">
                <a:solidFill>
                  <a:srgbClr val="4676CB"/>
                </a:solidFill>
                <a:latin typeface="Apple SD Gothic Neo"/>
                <a:ea typeface="Apple SD Gothic Neo"/>
                <a:cs typeface="Apple SD Gothic Neo"/>
              </a:rPr>
              <a:t>보완 ②  QA01 — 채택한 근거·처리 의도를 먼저 안내</a:t>
            </a:r>
          </a:p>
        </p:txBody>
      </p:sp>
      <p:sp>
        <p:nvSpPr>
          <p:cNvPr id="60" name="DP1 object 273">
            <a:extLst xmlns:a="http://schemas.openxmlformats.org/drawingml/2006/main">
              <a:ext uri="{FF2B5EF4-FFF2-40B4-BE49-F238E27FC236}">
                <a16:creationId xmlns:a16="http://schemas.microsoft.com/office/drawing/2014/main" id="{FA862D93-B0AA-446F-A0C3-9A39D3AD167F}"/>
              </a:ext>
            </a:extLst>
          </p:cNvPr>
          <p:cNvSpPr>
            <a:spLocks xmlns:a="http://schemas.openxmlformats.org/drawingml/2006/main" noGrp="1"/>
          </p:cNvSpPr>
          <p:nvPr/>
        </p:nvSpPr>
        <p:spPr>
          <a:xfrm xmlns:a="http://schemas.openxmlformats.org/drawingml/2006/main">
            <a:off x="6419850" y="7286625"/>
            <a:ext cx="1152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50555B"/>
                </a:solidFill>
                <a:latin typeface="Apple SD Gothic Neo"/>
                <a:ea typeface="Apple SD Gothic Neo"/>
                <a:cs typeface="Apple SD Gothic Neo"/>
              </a:defRPr>
            </a:defPPr>
            <a:lvl1pPr algn="l">
              <a:defRPr sz="1725" b="0">
                <a:solidFill>
                  <a:srgbClr val="50555B"/>
                </a:solidFill>
                <a:latin typeface="Apple SD Gothic Neo"/>
                <a:ea typeface="Apple SD Gothic Neo"/>
                <a:cs typeface="Apple SD Gothic Neo"/>
              </a:defRPr>
            </a:lvl1pPr>
            <a:lvl2pPr algn="l">
              <a:defRPr sz="1725" b="0">
                <a:solidFill>
                  <a:srgbClr val="50555B"/>
                </a:solidFill>
                <a:latin typeface="Apple SD Gothic Neo"/>
                <a:ea typeface="Apple SD Gothic Neo"/>
                <a:cs typeface="Apple SD Gothic Neo"/>
              </a:defRPr>
            </a:lvl2pPr>
            <a:lvl3pPr algn="l">
              <a:defRPr sz="1725" b="0">
                <a:solidFill>
                  <a:srgbClr val="50555B"/>
                </a:solidFill>
                <a:latin typeface="Apple SD Gothic Neo"/>
                <a:ea typeface="Apple SD Gothic Neo"/>
                <a:cs typeface="Apple SD Gothic Neo"/>
              </a:defRPr>
            </a:lvl3pPr>
            <a:lvl4pPr algn="l">
              <a:defRPr sz="1725" b="0">
                <a:solidFill>
                  <a:srgbClr val="50555B"/>
                </a:solidFill>
                <a:latin typeface="Apple SD Gothic Neo"/>
                <a:ea typeface="Apple SD Gothic Neo"/>
                <a:cs typeface="Apple SD Gothic Neo"/>
              </a:defRPr>
            </a:lvl4pPr>
            <a:lvl5pPr algn="l">
              <a:defRPr sz="1725" b="0">
                <a:solidFill>
                  <a:srgbClr val="50555B"/>
                </a:solidFill>
                <a:latin typeface="Apple SD Gothic Neo"/>
                <a:ea typeface="Apple SD Gothic Neo"/>
                <a:cs typeface="Apple SD Gothic Neo"/>
              </a:defRPr>
            </a:lvl5pPr>
            <a:lvl6pPr algn="l">
              <a:defRPr sz="1725" b="0">
                <a:solidFill>
                  <a:srgbClr val="50555B"/>
                </a:solidFill>
                <a:latin typeface="Apple SD Gothic Neo"/>
                <a:ea typeface="Apple SD Gothic Neo"/>
                <a:cs typeface="Apple SD Gothic Neo"/>
              </a:defRPr>
            </a:lvl6pPr>
            <a:lvl7pPr algn="l">
              <a:defRPr sz="1725" b="0">
                <a:solidFill>
                  <a:srgbClr val="50555B"/>
                </a:solidFill>
                <a:latin typeface="Apple SD Gothic Neo"/>
                <a:ea typeface="Apple SD Gothic Neo"/>
                <a:cs typeface="Apple SD Gothic Neo"/>
              </a:defRPr>
            </a:lvl7pPr>
            <a:lvl8pPr algn="l">
              <a:defRPr sz="1725" b="0">
                <a:solidFill>
                  <a:srgbClr val="50555B"/>
                </a:solidFill>
                <a:latin typeface="Apple SD Gothic Neo"/>
                <a:ea typeface="Apple SD Gothic Neo"/>
                <a:cs typeface="Apple SD Gothic Neo"/>
              </a:defRPr>
            </a:lvl8pPr>
            <a:lvl9pPr algn="l">
              <a:defRPr sz="1725" b="0">
                <a:solidFill>
                  <a:srgbClr val="50555B"/>
                </a:solidFill>
                <a:latin typeface="Apple SD Gothic Neo"/>
                <a:ea typeface="Apple SD Gothic Neo"/>
                <a:cs typeface="Apple SD Gothic Neo"/>
              </a:defRPr>
            </a:lvl9pPr>
          </a:lstStyle>
          <a:p xmlns:a="http://schemas.openxmlformats.org/drawingml/2006/main">
            <a:pPr algn="l">
              <a:defRPr sz="1725" b="0">
                <a:solidFill>
                  <a:srgbClr val="50555B"/>
                </a:solidFill>
                <a:latin typeface="Apple SD Gothic Neo"/>
                <a:ea typeface="Apple SD Gothic Neo"/>
                <a:cs typeface="Apple SD Gothic Neo"/>
              </a:defRPr>
            </a:pPr>
            <a:r>
              <a:rPr sz="1725" b="0">
                <a:solidFill>
                  <a:srgbClr val="50555B"/>
                </a:solidFill>
                <a:latin typeface="Apple SD Gothic Neo"/>
                <a:ea typeface="Apple SD Gothic Neo"/>
                <a:cs typeface="Apple SD Gothic Neo"/>
              </a:rPr>
              <a:t>A/B/C 공통 보완을 A에 적용한 별도 E3 비교</a:t>
            </a:r>
          </a:p>
        </p:txBody>
      </p:sp>
      <p:sp>
        <p:nvSpPr>
          <p:cNvPr id="61" name="DP1 object 274">
            <a:extLst xmlns:a="http://schemas.openxmlformats.org/drawingml/2006/main">
              <a:ext uri="{FF2B5EF4-FFF2-40B4-BE49-F238E27FC236}">
                <a16:creationId xmlns:a16="http://schemas.microsoft.com/office/drawing/2014/main" id="{7AF19577-15DC-4C07-AE88-8B176A45A684}"/>
              </a:ext>
            </a:extLst>
          </p:cNvPr>
          <p:cNvSpPr>
            <a:spLocks xmlns:a="http://schemas.openxmlformats.org/drawingml/2006/main" noGrp="1"/>
          </p:cNvSpPr>
          <p:nvPr/>
        </p:nvSpPr>
        <p:spPr>
          <a:xfrm xmlns:a="http://schemas.openxmlformats.org/drawingml/2006/main">
            <a:off x="6419850" y="7734300"/>
            <a:ext cx="23336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1">
                <a:solidFill>
                  <a:srgbClr val="111111"/>
                </a:solidFill>
                <a:latin typeface="Apple SD Gothic Neo"/>
                <a:ea typeface="Apple SD Gothic Neo"/>
                <a:cs typeface="Apple SD Gothic Neo"/>
              </a:defRPr>
            </a:defPPr>
            <a:lvl1pPr algn="l">
              <a:defRPr sz="2100" b="1">
                <a:solidFill>
                  <a:srgbClr val="111111"/>
                </a:solidFill>
                <a:latin typeface="Apple SD Gothic Neo"/>
                <a:ea typeface="Apple SD Gothic Neo"/>
                <a:cs typeface="Apple SD Gothic Neo"/>
              </a:defRPr>
            </a:lvl1pPr>
            <a:lvl2pPr algn="l">
              <a:defRPr sz="2100" b="1">
                <a:solidFill>
                  <a:srgbClr val="111111"/>
                </a:solidFill>
                <a:latin typeface="Apple SD Gothic Neo"/>
                <a:ea typeface="Apple SD Gothic Neo"/>
                <a:cs typeface="Apple SD Gothic Neo"/>
              </a:defRPr>
            </a:lvl2pPr>
            <a:lvl3pPr algn="l">
              <a:defRPr sz="2100" b="1">
                <a:solidFill>
                  <a:srgbClr val="111111"/>
                </a:solidFill>
                <a:latin typeface="Apple SD Gothic Neo"/>
                <a:ea typeface="Apple SD Gothic Neo"/>
                <a:cs typeface="Apple SD Gothic Neo"/>
              </a:defRPr>
            </a:lvl3pPr>
            <a:lvl4pPr algn="l">
              <a:defRPr sz="2100" b="1">
                <a:solidFill>
                  <a:srgbClr val="111111"/>
                </a:solidFill>
                <a:latin typeface="Apple SD Gothic Neo"/>
                <a:ea typeface="Apple SD Gothic Neo"/>
                <a:cs typeface="Apple SD Gothic Neo"/>
              </a:defRPr>
            </a:lvl4pPr>
            <a:lvl5pPr algn="l">
              <a:defRPr sz="2100" b="1">
                <a:solidFill>
                  <a:srgbClr val="111111"/>
                </a:solidFill>
                <a:latin typeface="Apple SD Gothic Neo"/>
                <a:ea typeface="Apple SD Gothic Neo"/>
                <a:cs typeface="Apple SD Gothic Neo"/>
              </a:defRPr>
            </a:lvl5pPr>
            <a:lvl6pPr algn="l">
              <a:defRPr sz="2100" b="1">
                <a:solidFill>
                  <a:srgbClr val="111111"/>
                </a:solidFill>
                <a:latin typeface="Apple SD Gothic Neo"/>
                <a:ea typeface="Apple SD Gothic Neo"/>
                <a:cs typeface="Apple SD Gothic Neo"/>
              </a:defRPr>
            </a:lvl6pPr>
            <a:lvl7pPr algn="l">
              <a:defRPr sz="2100" b="1">
                <a:solidFill>
                  <a:srgbClr val="111111"/>
                </a:solidFill>
                <a:latin typeface="Apple SD Gothic Neo"/>
                <a:ea typeface="Apple SD Gothic Neo"/>
                <a:cs typeface="Apple SD Gothic Neo"/>
              </a:defRPr>
            </a:lvl7pPr>
            <a:lvl8pPr algn="l">
              <a:defRPr sz="2100" b="1">
                <a:solidFill>
                  <a:srgbClr val="111111"/>
                </a:solidFill>
                <a:latin typeface="Apple SD Gothic Neo"/>
                <a:ea typeface="Apple SD Gothic Neo"/>
                <a:cs typeface="Apple SD Gothic Neo"/>
              </a:defRPr>
            </a:lvl8pPr>
            <a:lvl9pPr algn="l">
              <a:defRPr sz="2100" b="1">
                <a:solidFill>
                  <a:srgbClr val="111111"/>
                </a:solidFill>
                <a:latin typeface="Apple SD Gothic Neo"/>
                <a:ea typeface="Apple SD Gothic Neo"/>
                <a:cs typeface="Apple SD Gothic Neo"/>
              </a:defRPr>
            </a:lvl9pPr>
          </a:lstStyle>
          <a:p xmlns:a="http://schemas.openxmlformats.org/drawingml/2006/main">
            <a:pPr algn="l">
              <a:defRPr sz="2100" b="1">
                <a:solidFill>
                  <a:srgbClr val="111111"/>
                </a:solidFill>
                <a:latin typeface="Apple SD Gothic Neo"/>
                <a:ea typeface="Apple SD Gothic Neo"/>
                <a:cs typeface="Apple SD Gothic Neo"/>
              </a:defRPr>
            </a:pPr>
            <a:r>
              <a:rPr sz="2100" b="1">
                <a:solidFill>
                  <a:srgbClr val="111111"/>
                </a:solidFill>
                <a:latin typeface="Apple SD Gothic Neo"/>
                <a:ea typeface="Apple SD Gothic Neo"/>
                <a:cs typeface="Apple SD Gothic Neo"/>
              </a:rPr>
              <a:t>첫 응답</a:t>
            </a:r>
          </a:p>
        </p:txBody>
      </p:sp>
      <p:sp>
        <p:nvSpPr>
          <p:cNvPr id="62" name="DP1 object 275">
            <a:extLst xmlns:a="http://schemas.openxmlformats.org/drawingml/2006/main">
              <a:ext uri="{FF2B5EF4-FFF2-40B4-BE49-F238E27FC236}">
                <a16:creationId xmlns:a16="http://schemas.microsoft.com/office/drawing/2014/main" id="{E3CA1CCF-2510-43A1-9C77-E8C57638C51B}"/>
              </a:ext>
            </a:extLst>
          </p:cNvPr>
          <p:cNvSpPr>
            <a:spLocks xmlns:a="http://schemas.openxmlformats.org/drawingml/2006/main" noGrp="1"/>
          </p:cNvSpPr>
          <p:nvPr/>
        </p:nvSpPr>
        <p:spPr>
          <a:xfrm xmlns:a="http://schemas.openxmlformats.org/drawingml/2006/main">
            <a:off x="8801100" y="7629525"/>
            <a:ext cx="2800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375" b="1">
                <a:solidFill>
                  <a:srgbClr val="111111"/>
                </a:solidFill>
                <a:latin typeface="Apple SD Gothic Neo"/>
                <a:ea typeface="Apple SD Gothic Neo"/>
                <a:cs typeface="Apple SD Gothic Neo"/>
              </a:defRPr>
            </a:defPPr>
            <a:lvl1pPr algn="l">
              <a:defRPr sz="3375" b="1">
                <a:solidFill>
                  <a:srgbClr val="111111"/>
                </a:solidFill>
                <a:latin typeface="Apple SD Gothic Neo"/>
                <a:ea typeface="Apple SD Gothic Neo"/>
                <a:cs typeface="Apple SD Gothic Neo"/>
              </a:defRPr>
            </a:lvl1pPr>
            <a:lvl2pPr algn="l">
              <a:defRPr sz="3375" b="1">
                <a:solidFill>
                  <a:srgbClr val="111111"/>
                </a:solidFill>
                <a:latin typeface="Apple SD Gothic Neo"/>
                <a:ea typeface="Apple SD Gothic Neo"/>
                <a:cs typeface="Apple SD Gothic Neo"/>
              </a:defRPr>
            </a:lvl2pPr>
            <a:lvl3pPr algn="l">
              <a:defRPr sz="3375" b="1">
                <a:solidFill>
                  <a:srgbClr val="111111"/>
                </a:solidFill>
                <a:latin typeface="Apple SD Gothic Neo"/>
                <a:ea typeface="Apple SD Gothic Neo"/>
                <a:cs typeface="Apple SD Gothic Neo"/>
              </a:defRPr>
            </a:lvl3pPr>
            <a:lvl4pPr algn="l">
              <a:defRPr sz="3375" b="1">
                <a:solidFill>
                  <a:srgbClr val="111111"/>
                </a:solidFill>
                <a:latin typeface="Apple SD Gothic Neo"/>
                <a:ea typeface="Apple SD Gothic Neo"/>
                <a:cs typeface="Apple SD Gothic Neo"/>
              </a:defRPr>
            </a:lvl4pPr>
            <a:lvl5pPr algn="l">
              <a:defRPr sz="3375" b="1">
                <a:solidFill>
                  <a:srgbClr val="111111"/>
                </a:solidFill>
                <a:latin typeface="Apple SD Gothic Neo"/>
                <a:ea typeface="Apple SD Gothic Neo"/>
                <a:cs typeface="Apple SD Gothic Neo"/>
              </a:defRPr>
            </a:lvl5pPr>
            <a:lvl6pPr algn="l">
              <a:defRPr sz="3375" b="1">
                <a:solidFill>
                  <a:srgbClr val="111111"/>
                </a:solidFill>
                <a:latin typeface="Apple SD Gothic Neo"/>
                <a:ea typeface="Apple SD Gothic Neo"/>
                <a:cs typeface="Apple SD Gothic Neo"/>
              </a:defRPr>
            </a:lvl6pPr>
            <a:lvl7pPr algn="l">
              <a:defRPr sz="3375" b="1">
                <a:solidFill>
                  <a:srgbClr val="111111"/>
                </a:solidFill>
                <a:latin typeface="Apple SD Gothic Neo"/>
                <a:ea typeface="Apple SD Gothic Neo"/>
                <a:cs typeface="Apple SD Gothic Neo"/>
              </a:defRPr>
            </a:lvl7pPr>
            <a:lvl8pPr algn="l">
              <a:defRPr sz="3375" b="1">
                <a:solidFill>
                  <a:srgbClr val="111111"/>
                </a:solidFill>
                <a:latin typeface="Apple SD Gothic Neo"/>
                <a:ea typeface="Apple SD Gothic Neo"/>
                <a:cs typeface="Apple SD Gothic Neo"/>
              </a:defRPr>
            </a:lvl8pPr>
            <a:lvl9pPr algn="l">
              <a:defRPr sz="3375" b="1">
                <a:solidFill>
                  <a:srgbClr val="111111"/>
                </a:solidFill>
                <a:latin typeface="Apple SD Gothic Neo"/>
                <a:ea typeface="Apple SD Gothic Neo"/>
                <a:cs typeface="Apple SD Gothic Neo"/>
              </a:defRPr>
            </a:lvl9pPr>
          </a:lstStyle>
          <a:p xmlns:a="http://schemas.openxmlformats.org/drawingml/2006/main">
            <a:pPr algn="l">
              <a:defRPr sz="3375" b="1">
                <a:solidFill>
                  <a:srgbClr val="111111"/>
                </a:solidFill>
                <a:latin typeface="Apple SD Gothic Neo"/>
                <a:ea typeface="Apple SD Gothic Neo"/>
                <a:cs typeface="Apple SD Gothic Neo"/>
              </a:defRPr>
            </a:pPr>
            <a:r>
              <a:rPr sz="3375" b="1">
                <a:solidFill>
                  <a:srgbClr val="111111"/>
                </a:solidFill>
                <a:latin typeface="Apple SD Gothic Neo"/>
                <a:ea typeface="Apple SD Gothic Neo"/>
                <a:cs typeface="Apple SD Gothic Neo"/>
              </a:rPr>
              <a:t>7.092초</a:t>
            </a:r>
          </a:p>
        </p:txBody>
      </p:sp>
      <p:sp>
        <p:nvSpPr>
          <p:cNvPr id="63" name="DP1 object 276">
            <a:extLst xmlns:a="http://schemas.openxmlformats.org/drawingml/2006/main">
              <a:ext uri="{FF2B5EF4-FFF2-40B4-BE49-F238E27FC236}">
                <a16:creationId xmlns:a16="http://schemas.microsoft.com/office/drawing/2014/main" id="{D6215940-97AA-4D91-9ACF-C01B055CA914}"/>
              </a:ext>
            </a:extLst>
          </p:cNvPr>
          <p:cNvSpPr>
            <a:spLocks xmlns:a="http://schemas.openxmlformats.org/drawingml/2006/main" noGrp="1"/>
          </p:cNvSpPr>
          <p:nvPr/>
        </p:nvSpPr>
        <p:spPr>
          <a:xfrm xmlns:a="http://schemas.openxmlformats.org/drawingml/2006/main">
            <a:off x="11725275" y="7629525"/>
            <a:ext cx="904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3525" b="0">
                <a:solidFill>
                  <a:srgbClr val="4676CB"/>
                </a:solidFill>
                <a:latin typeface="Apple SD Gothic Neo"/>
                <a:ea typeface="Apple SD Gothic Neo"/>
                <a:cs typeface="Apple SD Gothic Neo"/>
              </a:defRPr>
            </a:defPPr>
            <a:lvl1pPr algn="ctr">
              <a:defRPr sz="3525" b="0">
                <a:solidFill>
                  <a:srgbClr val="4676CB"/>
                </a:solidFill>
                <a:latin typeface="Apple SD Gothic Neo"/>
                <a:ea typeface="Apple SD Gothic Neo"/>
                <a:cs typeface="Apple SD Gothic Neo"/>
              </a:defRPr>
            </a:lvl1pPr>
            <a:lvl2pPr algn="ctr">
              <a:defRPr sz="3525" b="0">
                <a:solidFill>
                  <a:srgbClr val="4676CB"/>
                </a:solidFill>
                <a:latin typeface="Apple SD Gothic Neo"/>
                <a:ea typeface="Apple SD Gothic Neo"/>
                <a:cs typeface="Apple SD Gothic Neo"/>
              </a:defRPr>
            </a:lvl2pPr>
            <a:lvl3pPr algn="ctr">
              <a:defRPr sz="3525" b="0">
                <a:solidFill>
                  <a:srgbClr val="4676CB"/>
                </a:solidFill>
                <a:latin typeface="Apple SD Gothic Neo"/>
                <a:ea typeface="Apple SD Gothic Neo"/>
                <a:cs typeface="Apple SD Gothic Neo"/>
              </a:defRPr>
            </a:lvl3pPr>
            <a:lvl4pPr algn="ctr">
              <a:defRPr sz="3525" b="0">
                <a:solidFill>
                  <a:srgbClr val="4676CB"/>
                </a:solidFill>
                <a:latin typeface="Apple SD Gothic Neo"/>
                <a:ea typeface="Apple SD Gothic Neo"/>
                <a:cs typeface="Apple SD Gothic Neo"/>
              </a:defRPr>
            </a:lvl4pPr>
            <a:lvl5pPr algn="ctr">
              <a:defRPr sz="3525" b="0">
                <a:solidFill>
                  <a:srgbClr val="4676CB"/>
                </a:solidFill>
                <a:latin typeface="Apple SD Gothic Neo"/>
                <a:ea typeface="Apple SD Gothic Neo"/>
                <a:cs typeface="Apple SD Gothic Neo"/>
              </a:defRPr>
            </a:lvl5pPr>
            <a:lvl6pPr algn="ctr">
              <a:defRPr sz="3525" b="0">
                <a:solidFill>
                  <a:srgbClr val="4676CB"/>
                </a:solidFill>
                <a:latin typeface="Apple SD Gothic Neo"/>
                <a:ea typeface="Apple SD Gothic Neo"/>
                <a:cs typeface="Apple SD Gothic Neo"/>
              </a:defRPr>
            </a:lvl6pPr>
            <a:lvl7pPr algn="ctr">
              <a:defRPr sz="3525" b="0">
                <a:solidFill>
                  <a:srgbClr val="4676CB"/>
                </a:solidFill>
                <a:latin typeface="Apple SD Gothic Neo"/>
                <a:ea typeface="Apple SD Gothic Neo"/>
                <a:cs typeface="Apple SD Gothic Neo"/>
              </a:defRPr>
            </a:lvl7pPr>
            <a:lvl8pPr algn="ctr">
              <a:defRPr sz="3525" b="0">
                <a:solidFill>
                  <a:srgbClr val="4676CB"/>
                </a:solidFill>
                <a:latin typeface="Apple SD Gothic Neo"/>
                <a:ea typeface="Apple SD Gothic Neo"/>
                <a:cs typeface="Apple SD Gothic Neo"/>
              </a:defRPr>
            </a:lvl8pPr>
            <a:lvl9pPr algn="ctr">
              <a:defRPr sz="3525" b="0">
                <a:solidFill>
                  <a:srgbClr val="4676CB"/>
                </a:solidFill>
                <a:latin typeface="Apple SD Gothic Neo"/>
                <a:ea typeface="Apple SD Gothic Neo"/>
                <a:cs typeface="Apple SD Gothic Neo"/>
              </a:defRPr>
            </a:lvl9pPr>
          </a:lstStyle>
          <a:p xmlns:a="http://schemas.openxmlformats.org/drawingml/2006/main">
            <a:pPr algn="ctr">
              <a:defRPr sz="3525" b="0">
                <a:solidFill>
                  <a:srgbClr val="4676CB"/>
                </a:solidFill>
                <a:latin typeface="Apple SD Gothic Neo"/>
                <a:ea typeface="Apple SD Gothic Neo"/>
                <a:cs typeface="Apple SD Gothic Neo"/>
              </a:defRPr>
            </a:pPr>
            <a:r>
              <a:rPr sz="3525" b="0">
                <a:solidFill>
                  <a:srgbClr val="4676CB"/>
                </a:solidFill>
                <a:latin typeface="Apple SD Gothic Neo"/>
                <a:ea typeface="Apple SD Gothic Neo"/>
                <a:cs typeface="Apple SD Gothic Neo"/>
              </a:rPr>
              <a:t>→</a:t>
            </a:r>
          </a:p>
        </p:txBody>
      </p:sp>
      <p:sp>
        <p:nvSpPr>
          <p:cNvPr id="64" name="DP1 object 277">
            <a:extLst xmlns:a="http://schemas.openxmlformats.org/drawingml/2006/main">
              <a:ext uri="{FF2B5EF4-FFF2-40B4-BE49-F238E27FC236}">
                <a16:creationId xmlns:a16="http://schemas.microsoft.com/office/drawing/2014/main" id="{C50C8545-8678-43FA-A4E2-C88F45333E36}"/>
              </a:ext>
            </a:extLst>
          </p:cNvPr>
          <p:cNvSpPr>
            <a:spLocks xmlns:a="http://schemas.openxmlformats.org/drawingml/2006/main" noGrp="1"/>
          </p:cNvSpPr>
          <p:nvPr/>
        </p:nvSpPr>
        <p:spPr>
          <a:xfrm xmlns:a="http://schemas.openxmlformats.org/drawingml/2006/main">
            <a:off x="12858750" y="7629525"/>
            <a:ext cx="41624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4676CB"/>
                </a:solidFill>
                <a:latin typeface="Apple SD Gothic Neo"/>
                <a:ea typeface="Apple SD Gothic Neo"/>
                <a:cs typeface="Apple SD Gothic Neo"/>
              </a:defRPr>
            </a:defPPr>
            <a:lvl1pPr algn="l">
              <a:defRPr sz="3600" b="1">
                <a:solidFill>
                  <a:srgbClr val="4676CB"/>
                </a:solidFill>
                <a:latin typeface="Apple SD Gothic Neo"/>
                <a:ea typeface="Apple SD Gothic Neo"/>
                <a:cs typeface="Apple SD Gothic Neo"/>
              </a:defRPr>
            </a:lvl1pPr>
            <a:lvl2pPr algn="l">
              <a:defRPr sz="3600" b="1">
                <a:solidFill>
                  <a:srgbClr val="4676CB"/>
                </a:solidFill>
                <a:latin typeface="Apple SD Gothic Neo"/>
                <a:ea typeface="Apple SD Gothic Neo"/>
                <a:cs typeface="Apple SD Gothic Neo"/>
              </a:defRPr>
            </a:lvl2pPr>
            <a:lvl3pPr algn="l">
              <a:defRPr sz="3600" b="1">
                <a:solidFill>
                  <a:srgbClr val="4676CB"/>
                </a:solidFill>
                <a:latin typeface="Apple SD Gothic Neo"/>
                <a:ea typeface="Apple SD Gothic Neo"/>
                <a:cs typeface="Apple SD Gothic Neo"/>
              </a:defRPr>
            </a:lvl3pPr>
            <a:lvl4pPr algn="l">
              <a:defRPr sz="3600" b="1">
                <a:solidFill>
                  <a:srgbClr val="4676CB"/>
                </a:solidFill>
                <a:latin typeface="Apple SD Gothic Neo"/>
                <a:ea typeface="Apple SD Gothic Neo"/>
                <a:cs typeface="Apple SD Gothic Neo"/>
              </a:defRPr>
            </a:lvl4pPr>
            <a:lvl5pPr algn="l">
              <a:defRPr sz="3600" b="1">
                <a:solidFill>
                  <a:srgbClr val="4676CB"/>
                </a:solidFill>
                <a:latin typeface="Apple SD Gothic Neo"/>
                <a:ea typeface="Apple SD Gothic Neo"/>
                <a:cs typeface="Apple SD Gothic Neo"/>
              </a:defRPr>
            </a:lvl5pPr>
            <a:lvl6pPr algn="l">
              <a:defRPr sz="3600" b="1">
                <a:solidFill>
                  <a:srgbClr val="4676CB"/>
                </a:solidFill>
                <a:latin typeface="Apple SD Gothic Neo"/>
                <a:ea typeface="Apple SD Gothic Neo"/>
                <a:cs typeface="Apple SD Gothic Neo"/>
              </a:defRPr>
            </a:lvl6pPr>
            <a:lvl7pPr algn="l">
              <a:defRPr sz="3600" b="1">
                <a:solidFill>
                  <a:srgbClr val="4676CB"/>
                </a:solidFill>
                <a:latin typeface="Apple SD Gothic Neo"/>
                <a:ea typeface="Apple SD Gothic Neo"/>
                <a:cs typeface="Apple SD Gothic Neo"/>
              </a:defRPr>
            </a:lvl7pPr>
            <a:lvl8pPr algn="l">
              <a:defRPr sz="3600" b="1">
                <a:solidFill>
                  <a:srgbClr val="4676CB"/>
                </a:solidFill>
                <a:latin typeface="Apple SD Gothic Neo"/>
                <a:ea typeface="Apple SD Gothic Neo"/>
                <a:cs typeface="Apple SD Gothic Neo"/>
              </a:defRPr>
            </a:lvl8pPr>
            <a:lvl9pPr algn="l">
              <a:defRPr sz="3600" b="1">
                <a:solidFill>
                  <a:srgbClr val="4676CB"/>
                </a:solidFill>
                <a:latin typeface="Apple SD Gothic Neo"/>
                <a:ea typeface="Apple SD Gothic Neo"/>
                <a:cs typeface="Apple SD Gothic Neo"/>
              </a:defRPr>
            </a:lvl9pPr>
          </a:lstStyle>
          <a:p xmlns:a="http://schemas.openxmlformats.org/drawingml/2006/main">
            <a:pPr algn="l">
              <a:defRPr sz="3600" b="1">
                <a:solidFill>
                  <a:srgbClr val="4676CB"/>
                </a:solidFill>
                <a:latin typeface="Apple SD Gothic Neo"/>
                <a:ea typeface="Apple SD Gothic Neo"/>
                <a:cs typeface="Apple SD Gothic Neo"/>
              </a:defRPr>
            </a:pPr>
            <a:r>
              <a:rPr sz="3600" b="1">
                <a:solidFill>
                  <a:srgbClr val="4676CB"/>
                </a:solidFill>
                <a:latin typeface="Apple SD Gothic Neo"/>
                <a:ea typeface="Apple SD Gothic Neo"/>
                <a:cs typeface="Apple SD Gothic Neo"/>
              </a:rPr>
              <a:t>1.905초</a:t>
            </a:r>
          </a:p>
        </p:txBody>
      </p:sp>
      <p:sp>
        <p:nvSpPr>
          <p:cNvPr id="65" name="DP1 object 278">
            <a:extLst xmlns:a="http://schemas.openxmlformats.org/drawingml/2006/main">
              <a:ext uri="{FF2B5EF4-FFF2-40B4-BE49-F238E27FC236}">
                <a16:creationId xmlns:a16="http://schemas.microsoft.com/office/drawing/2014/main" id="{9FF401F8-E130-499D-AB41-489E8580E76F}"/>
              </a:ext>
            </a:extLst>
          </p:cNvPr>
          <p:cNvSpPr>
            <a:spLocks xmlns:a="http://schemas.openxmlformats.org/drawingml/2006/main" noGrp="1"/>
          </p:cNvSpPr>
          <p:nvPr/>
        </p:nvSpPr>
        <p:spPr>
          <a:xfrm xmlns:a="http://schemas.openxmlformats.org/drawingml/2006/main">
            <a:off x="6419850" y="8391525"/>
            <a:ext cx="1152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1">
                <a:solidFill>
                  <a:srgbClr val="C00000"/>
                </a:solidFill>
                <a:latin typeface="Apple SD Gothic Neo"/>
                <a:ea typeface="Apple SD Gothic Neo"/>
                <a:cs typeface="Apple SD Gothic Neo"/>
              </a:defRPr>
            </a:defPPr>
            <a:lvl1pPr algn="l">
              <a:defRPr sz="1875" b="1">
                <a:solidFill>
                  <a:srgbClr val="C00000"/>
                </a:solidFill>
                <a:latin typeface="Apple SD Gothic Neo"/>
                <a:ea typeface="Apple SD Gothic Neo"/>
                <a:cs typeface="Apple SD Gothic Neo"/>
              </a:defRPr>
            </a:lvl1pPr>
            <a:lvl2pPr algn="l">
              <a:defRPr sz="1875" b="1">
                <a:solidFill>
                  <a:srgbClr val="C00000"/>
                </a:solidFill>
                <a:latin typeface="Apple SD Gothic Neo"/>
                <a:ea typeface="Apple SD Gothic Neo"/>
                <a:cs typeface="Apple SD Gothic Neo"/>
              </a:defRPr>
            </a:lvl2pPr>
            <a:lvl3pPr algn="l">
              <a:defRPr sz="1875" b="1">
                <a:solidFill>
                  <a:srgbClr val="C00000"/>
                </a:solidFill>
                <a:latin typeface="Apple SD Gothic Neo"/>
                <a:ea typeface="Apple SD Gothic Neo"/>
                <a:cs typeface="Apple SD Gothic Neo"/>
              </a:defRPr>
            </a:lvl3pPr>
            <a:lvl4pPr algn="l">
              <a:defRPr sz="1875" b="1">
                <a:solidFill>
                  <a:srgbClr val="C00000"/>
                </a:solidFill>
                <a:latin typeface="Apple SD Gothic Neo"/>
                <a:ea typeface="Apple SD Gothic Neo"/>
                <a:cs typeface="Apple SD Gothic Neo"/>
              </a:defRPr>
            </a:lvl4pPr>
            <a:lvl5pPr algn="l">
              <a:defRPr sz="1875" b="1">
                <a:solidFill>
                  <a:srgbClr val="C00000"/>
                </a:solidFill>
                <a:latin typeface="Apple SD Gothic Neo"/>
                <a:ea typeface="Apple SD Gothic Neo"/>
                <a:cs typeface="Apple SD Gothic Neo"/>
              </a:defRPr>
            </a:lvl5pPr>
            <a:lvl6pPr algn="l">
              <a:defRPr sz="1875" b="1">
                <a:solidFill>
                  <a:srgbClr val="C00000"/>
                </a:solidFill>
                <a:latin typeface="Apple SD Gothic Neo"/>
                <a:ea typeface="Apple SD Gothic Neo"/>
                <a:cs typeface="Apple SD Gothic Neo"/>
              </a:defRPr>
            </a:lvl6pPr>
            <a:lvl7pPr algn="l">
              <a:defRPr sz="1875" b="1">
                <a:solidFill>
                  <a:srgbClr val="C00000"/>
                </a:solidFill>
                <a:latin typeface="Apple SD Gothic Neo"/>
                <a:ea typeface="Apple SD Gothic Neo"/>
                <a:cs typeface="Apple SD Gothic Neo"/>
              </a:defRPr>
            </a:lvl7pPr>
            <a:lvl8pPr algn="l">
              <a:defRPr sz="1875" b="1">
                <a:solidFill>
                  <a:srgbClr val="C00000"/>
                </a:solidFill>
                <a:latin typeface="Apple SD Gothic Neo"/>
                <a:ea typeface="Apple SD Gothic Neo"/>
                <a:cs typeface="Apple SD Gothic Neo"/>
              </a:defRPr>
            </a:lvl8pPr>
            <a:lvl9pPr algn="l">
              <a:defRPr sz="1875" b="1">
                <a:solidFill>
                  <a:srgbClr val="C00000"/>
                </a:solidFill>
                <a:latin typeface="Apple SD Gothic Neo"/>
                <a:ea typeface="Apple SD Gothic Neo"/>
                <a:cs typeface="Apple SD Gothic Neo"/>
              </a:defRPr>
            </a:lvl9pPr>
          </a:lstStyle>
          <a:p xmlns:a="http://schemas.openxmlformats.org/drawingml/2006/main">
            <a:pPr algn="l">
              <a:defRPr sz="1875" b="1">
                <a:solidFill>
                  <a:srgbClr val="C00000"/>
                </a:solidFill>
                <a:latin typeface="Apple SD Gothic Neo"/>
                <a:ea typeface="Apple SD Gothic Neo"/>
                <a:cs typeface="Apple SD Gothic Neo"/>
              </a:defRPr>
            </a:pPr>
            <a:r>
              <a:rPr sz="1875" b="1">
                <a:solidFill>
                  <a:srgbClr val="C00000"/>
                </a:solidFill>
                <a:latin typeface="Apple SD Gothic Neo"/>
                <a:ea typeface="Apple SD Gothic Neo"/>
                <a:cs typeface="Apple SD Gothic Neo"/>
              </a:rPr>
              <a:t>대가  QA03 21.508 → 23.118초   /   모델 호출 12 → 18회</a:t>
            </a:r>
          </a:p>
        </p:txBody>
      </p:sp>
      <p:sp>
        <p:nvSpPr>
          <p:cNvPr id="66" name="DP1 object 279">
            <a:extLst xmlns:a="http://schemas.openxmlformats.org/drawingml/2006/main">
              <a:ext uri="{FF2B5EF4-FFF2-40B4-BE49-F238E27FC236}">
                <a16:creationId xmlns:a16="http://schemas.microsoft.com/office/drawing/2014/main" id="{8BF351B9-7B3D-4E7D-A618-9D3924856BAE}"/>
              </a:ext>
            </a:extLst>
          </p:cNvPr>
          <p:cNvSpPr>
            <a:spLocks xmlns:a="http://schemas.openxmlformats.org/drawingml/2006/main" noGrp="1"/>
          </p:cNvSpPr>
          <p:nvPr/>
        </p:nvSpPr>
        <p:spPr>
          <a:xfrm xmlns:a="http://schemas.openxmlformats.org/drawingml/2006/main">
            <a:off x="6419850" y="8791575"/>
            <a:ext cx="11525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50555B"/>
                </a:solidFill>
                <a:latin typeface="Apple SD Gothic Neo"/>
                <a:ea typeface="Apple SD Gothic Neo"/>
                <a:cs typeface="Apple SD Gothic Neo"/>
              </a:defRPr>
            </a:defPPr>
            <a:lvl1pPr algn="l">
              <a:defRPr sz="1800" b="0">
                <a:solidFill>
                  <a:srgbClr val="50555B"/>
                </a:solidFill>
                <a:latin typeface="Apple SD Gothic Neo"/>
                <a:ea typeface="Apple SD Gothic Neo"/>
                <a:cs typeface="Apple SD Gothic Neo"/>
              </a:defRPr>
            </a:lvl1pPr>
            <a:lvl2pPr algn="l">
              <a:defRPr sz="1800" b="0">
                <a:solidFill>
                  <a:srgbClr val="50555B"/>
                </a:solidFill>
                <a:latin typeface="Apple SD Gothic Neo"/>
                <a:ea typeface="Apple SD Gothic Neo"/>
                <a:cs typeface="Apple SD Gothic Neo"/>
              </a:defRPr>
            </a:lvl2pPr>
            <a:lvl3pPr algn="l">
              <a:defRPr sz="1800" b="0">
                <a:solidFill>
                  <a:srgbClr val="50555B"/>
                </a:solidFill>
                <a:latin typeface="Apple SD Gothic Neo"/>
                <a:ea typeface="Apple SD Gothic Neo"/>
                <a:cs typeface="Apple SD Gothic Neo"/>
              </a:defRPr>
            </a:lvl3pPr>
            <a:lvl4pPr algn="l">
              <a:defRPr sz="1800" b="0">
                <a:solidFill>
                  <a:srgbClr val="50555B"/>
                </a:solidFill>
                <a:latin typeface="Apple SD Gothic Neo"/>
                <a:ea typeface="Apple SD Gothic Neo"/>
                <a:cs typeface="Apple SD Gothic Neo"/>
              </a:defRPr>
            </a:lvl4pPr>
            <a:lvl5pPr algn="l">
              <a:defRPr sz="1800" b="0">
                <a:solidFill>
                  <a:srgbClr val="50555B"/>
                </a:solidFill>
                <a:latin typeface="Apple SD Gothic Neo"/>
                <a:ea typeface="Apple SD Gothic Neo"/>
                <a:cs typeface="Apple SD Gothic Neo"/>
              </a:defRPr>
            </a:lvl5pPr>
            <a:lvl6pPr algn="l">
              <a:defRPr sz="1800" b="0">
                <a:solidFill>
                  <a:srgbClr val="50555B"/>
                </a:solidFill>
                <a:latin typeface="Apple SD Gothic Neo"/>
                <a:ea typeface="Apple SD Gothic Neo"/>
                <a:cs typeface="Apple SD Gothic Neo"/>
              </a:defRPr>
            </a:lvl6pPr>
            <a:lvl7pPr algn="l">
              <a:defRPr sz="1800" b="0">
                <a:solidFill>
                  <a:srgbClr val="50555B"/>
                </a:solidFill>
                <a:latin typeface="Apple SD Gothic Neo"/>
                <a:ea typeface="Apple SD Gothic Neo"/>
                <a:cs typeface="Apple SD Gothic Neo"/>
              </a:defRPr>
            </a:lvl7pPr>
            <a:lvl8pPr algn="l">
              <a:defRPr sz="1800" b="0">
                <a:solidFill>
                  <a:srgbClr val="50555B"/>
                </a:solidFill>
                <a:latin typeface="Apple SD Gothic Neo"/>
                <a:ea typeface="Apple SD Gothic Neo"/>
                <a:cs typeface="Apple SD Gothic Neo"/>
              </a:defRPr>
            </a:lvl8pPr>
            <a:lvl9pPr algn="l">
              <a:defRPr sz="1800" b="0">
                <a:solidFill>
                  <a:srgbClr val="50555B"/>
                </a:solidFill>
                <a:latin typeface="Apple SD Gothic Neo"/>
                <a:ea typeface="Apple SD Gothic Neo"/>
                <a:cs typeface="Apple SD Gothic Neo"/>
              </a:defRPr>
            </a:lvl9pPr>
          </a:lstStyle>
          <a:p xmlns:a="http://schemas.openxmlformats.org/drawingml/2006/main">
            <a:pPr algn="l">
              <a:defRPr sz="1800" b="0">
                <a:solidFill>
                  <a:srgbClr val="50555B"/>
                </a:solidFill>
                <a:latin typeface="Apple SD Gothic Neo"/>
                <a:ea typeface="Apple SD Gothic Neo"/>
                <a:cs typeface="Apple SD Gothic Neo"/>
              </a:defRPr>
            </a:pPr>
            <a:r>
              <a:rPr sz="1800" b="0">
                <a:solidFill>
                  <a:srgbClr val="50555B"/>
                </a:solidFill>
                <a:latin typeface="Apple SD Gothic Neo"/>
                <a:ea typeface="Apple SD Gothic Neo"/>
                <a:cs typeface="Apple SD Gothic Neo"/>
              </a:rPr>
              <a:t>모델 비용 $0.0146552 → $0.0157364. 본문 조건 충족 3/6은 그대로.</a:t>
            </a:r>
          </a:p>
        </p:txBody>
      </p:sp>
      <p:sp>
        <p:nvSpPr>
          <p:cNvPr id="67" name="Editable path 280">
            <a:extLst xmlns:a="http://schemas.openxmlformats.org/drawingml/2006/main">
              <a:ext uri="{FF2B5EF4-FFF2-40B4-BE49-F238E27FC236}">
                <a16:creationId xmlns:a16="http://schemas.microsoft.com/office/drawing/2014/main" id="{A84B6971-D6D6-4793-9506-6243A114DA04}"/>
              </a:ext>
            </a:extLst>
          </p:cNvPr>
          <p:cNvSpPr>
            <a:spLocks xmlns:a="http://schemas.openxmlformats.org/drawingml/2006/main" noGrp="1"/>
          </p:cNvSpPr>
          <p:nvPr/>
        </p:nvSpPr>
        <p:spPr>
          <a:xfrm xmlns:a="http://schemas.openxmlformats.org/drawingml/2006/main">
            <a:off x="257175" y="9496425"/>
            <a:ext cx="17783175" cy="953"/>
          </a:xfrm>
          <a:custGeom xmlns:a="http://schemas.openxmlformats.org/drawingml/2006/main">
            <a:pathLst>
              <a:path w="17783175" h="953">
                <a:moveTo>
                  <a:pt x="0" y="0"/>
                </a:moveTo>
                <a:lnTo>
                  <a:pt x="17783175" y="0"/>
                </a:lnTo>
              </a:path>
            </a:pathLst>
          </a:custGeom>
          <a:noFill xmlns:a="http://schemas.openxmlformats.org/drawingml/2006/main"/>
          <a:ln xmlns:a="http://schemas.openxmlformats.org/drawingml/2006/main" w="14288">
            <a:solidFill>
              <a:srgbClr val="4676CB"/>
            </a:solidFill>
            <a:prstDash val="solid"/>
          </a:ln>
        </p:spPr>
      </p:sp>
      <p:sp>
        <p:nvSpPr>
          <p:cNvPr id="68" name="DP1 object 281">
            <a:extLst xmlns:a="http://schemas.openxmlformats.org/drawingml/2006/main">
              <a:ext uri="{FF2B5EF4-FFF2-40B4-BE49-F238E27FC236}">
                <a16:creationId xmlns:a16="http://schemas.microsoft.com/office/drawing/2014/main" id="{1E074460-8E02-4AAA-B18E-5043040D9A92}"/>
              </a:ext>
            </a:extLst>
          </p:cNvPr>
          <p:cNvSpPr>
            <a:spLocks xmlns:a="http://schemas.openxmlformats.org/drawingml/2006/main" noGrp="1"/>
          </p:cNvSpPr>
          <p:nvPr/>
        </p:nvSpPr>
        <p:spPr>
          <a:xfrm xmlns:a="http://schemas.openxmlformats.org/drawingml/2006/main">
            <a:off x="266700" y="9620250"/>
            <a:ext cx="17287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1">
                <a:solidFill>
                  <a:srgbClr val="111111"/>
                </a:solidFill>
                <a:latin typeface="Apple SD Gothic Neo"/>
                <a:ea typeface="Apple SD Gothic Neo"/>
                <a:cs typeface="Apple SD Gothic Neo"/>
              </a:defRPr>
            </a:defPPr>
            <a:lvl1pPr algn="l">
              <a:defRPr sz="1650" b="1">
                <a:solidFill>
                  <a:srgbClr val="111111"/>
                </a:solidFill>
                <a:latin typeface="Apple SD Gothic Neo"/>
                <a:ea typeface="Apple SD Gothic Neo"/>
                <a:cs typeface="Apple SD Gothic Neo"/>
              </a:defRPr>
            </a:lvl1pPr>
            <a:lvl2pPr algn="l">
              <a:defRPr sz="1650" b="1">
                <a:solidFill>
                  <a:srgbClr val="111111"/>
                </a:solidFill>
                <a:latin typeface="Apple SD Gothic Neo"/>
                <a:ea typeface="Apple SD Gothic Neo"/>
                <a:cs typeface="Apple SD Gothic Neo"/>
              </a:defRPr>
            </a:lvl2pPr>
            <a:lvl3pPr algn="l">
              <a:defRPr sz="1650" b="1">
                <a:solidFill>
                  <a:srgbClr val="111111"/>
                </a:solidFill>
                <a:latin typeface="Apple SD Gothic Neo"/>
                <a:ea typeface="Apple SD Gothic Neo"/>
                <a:cs typeface="Apple SD Gothic Neo"/>
              </a:defRPr>
            </a:lvl3pPr>
            <a:lvl4pPr algn="l">
              <a:defRPr sz="1650" b="1">
                <a:solidFill>
                  <a:srgbClr val="111111"/>
                </a:solidFill>
                <a:latin typeface="Apple SD Gothic Neo"/>
                <a:ea typeface="Apple SD Gothic Neo"/>
                <a:cs typeface="Apple SD Gothic Neo"/>
              </a:defRPr>
            </a:lvl4pPr>
            <a:lvl5pPr algn="l">
              <a:defRPr sz="1650" b="1">
                <a:solidFill>
                  <a:srgbClr val="111111"/>
                </a:solidFill>
                <a:latin typeface="Apple SD Gothic Neo"/>
                <a:ea typeface="Apple SD Gothic Neo"/>
                <a:cs typeface="Apple SD Gothic Neo"/>
              </a:defRPr>
            </a:lvl5pPr>
            <a:lvl6pPr algn="l">
              <a:defRPr sz="1650" b="1">
                <a:solidFill>
                  <a:srgbClr val="111111"/>
                </a:solidFill>
                <a:latin typeface="Apple SD Gothic Neo"/>
                <a:ea typeface="Apple SD Gothic Neo"/>
                <a:cs typeface="Apple SD Gothic Neo"/>
              </a:defRPr>
            </a:lvl6pPr>
            <a:lvl7pPr algn="l">
              <a:defRPr sz="1650" b="1">
                <a:solidFill>
                  <a:srgbClr val="111111"/>
                </a:solidFill>
                <a:latin typeface="Apple SD Gothic Neo"/>
                <a:ea typeface="Apple SD Gothic Neo"/>
                <a:cs typeface="Apple SD Gothic Neo"/>
              </a:defRPr>
            </a:lvl7pPr>
            <a:lvl8pPr algn="l">
              <a:defRPr sz="1650" b="1">
                <a:solidFill>
                  <a:srgbClr val="111111"/>
                </a:solidFill>
                <a:latin typeface="Apple SD Gothic Neo"/>
                <a:ea typeface="Apple SD Gothic Neo"/>
                <a:cs typeface="Apple SD Gothic Neo"/>
              </a:defRPr>
            </a:lvl8pPr>
            <a:lvl9pPr algn="l">
              <a:defRPr sz="1650" b="1">
                <a:solidFill>
                  <a:srgbClr val="111111"/>
                </a:solidFill>
                <a:latin typeface="Apple SD Gothic Neo"/>
                <a:ea typeface="Apple SD Gothic Neo"/>
                <a:cs typeface="Apple SD Gothic Neo"/>
              </a:defRPr>
            </a:lvl9pPr>
          </a:lstStyle>
          <a:p xmlns:a="http://schemas.openxmlformats.org/drawingml/2006/main">
            <a:pPr algn="l">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보완 전후는 각각 동일 조건의 별도 비교값이며 기본 비교표의 A 수치를 교체하지 않는다. 두 보완의 결합 효과는 미측정.</a:t>
            </a:r>
          </a:p>
        </p:txBody>
      </p:sp>
      <p:sp>
        <p:nvSpPr>
          <p:cNvPr id="69" name="DP1 object 282">
            <a:extLst xmlns:a="http://schemas.openxmlformats.org/drawingml/2006/main">
              <a:ext uri="{FF2B5EF4-FFF2-40B4-BE49-F238E27FC236}">
                <a16:creationId xmlns:a16="http://schemas.microsoft.com/office/drawing/2014/main" id="{D399430E-9FAB-4EEB-A5FC-773D1D8F1977}"/>
              </a:ext>
            </a:extLst>
          </p:cNvPr>
          <p:cNvSpPr>
            <a:spLocks xmlns:a="http://schemas.openxmlformats.org/drawingml/2006/main" noGrp="1"/>
          </p:cNvSpPr>
          <p:nvPr/>
        </p:nvSpPr>
        <p:spPr>
          <a:xfrm xmlns:a="http://schemas.openxmlformats.org/drawingml/2006/main">
            <a:off x="266700" y="9963150"/>
            <a:ext cx="1695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0">
                <a:solidFill>
                  <a:srgbClr val="50555B"/>
                </a:solidFill>
                <a:latin typeface="Apple SD Gothic Neo"/>
                <a:ea typeface="Apple SD Gothic Neo"/>
                <a:cs typeface="Apple SD Gothic Neo"/>
              </a:defRPr>
            </a:defPPr>
            <a:lvl1pPr algn="l">
              <a:defRPr sz="1500" b="0">
                <a:solidFill>
                  <a:srgbClr val="50555B"/>
                </a:solidFill>
                <a:latin typeface="Apple SD Gothic Neo"/>
                <a:ea typeface="Apple SD Gothic Neo"/>
                <a:cs typeface="Apple SD Gothic Neo"/>
              </a:defRPr>
            </a:lvl1pPr>
            <a:lvl2pPr algn="l">
              <a:defRPr sz="1500" b="0">
                <a:solidFill>
                  <a:srgbClr val="50555B"/>
                </a:solidFill>
                <a:latin typeface="Apple SD Gothic Neo"/>
                <a:ea typeface="Apple SD Gothic Neo"/>
                <a:cs typeface="Apple SD Gothic Neo"/>
              </a:defRPr>
            </a:lvl2pPr>
            <a:lvl3pPr algn="l">
              <a:defRPr sz="1500" b="0">
                <a:solidFill>
                  <a:srgbClr val="50555B"/>
                </a:solidFill>
                <a:latin typeface="Apple SD Gothic Neo"/>
                <a:ea typeface="Apple SD Gothic Neo"/>
                <a:cs typeface="Apple SD Gothic Neo"/>
              </a:defRPr>
            </a:lvl3pPr>
            <a:lvl4pPr algn="l">
              <a:defRPr sz="1500" b="0">
                <a:solidFill>
                  <a:srgbClr val="50555B"/>
                </a:solidFill>
                <a:latin typeface="Apple SD Gothic Neo"/>
                <a:ea typeface="Apple SD Gothic Neo"/>
                <a:cs typeface="Apple SD Gothic Neo"/>
              </a:defRPr>
            </a:lvl4pPr>
            <a:lvl5pPr algn="l">
              <a:defRPr sz="1500" b="0">
                <a:solidFill>
                  <a:srgbClr val="50555B"/>
                </a:solidFill>
                <a:latin typeface="Apple SD Gothic Neo"/>
                <a:ea typeface="Apple SD Gothic Neo"/>
                <a:cs typeface="Apple SD Gothic Neo"/>
              </a:defRPr>
            </a:lvl5pPr>
            <a:lvl6pPr algn="l">
              <a:defRPr sz="1500" b="0">
                <a:solidFill>
                  <a:srgbClr val="50555B"/>
                </a:solidFill>
                <a:latin typeface="Apple SD Gothic Neo"/>
                <a:ea typeface="Apple SD Gothic Neo"/>
                <a:cs typeface="Apple SD Gothic Neo"/>
              </a:defRPr>
            </a:lvl6pPr>
            <a:lvl7pPr algn="l">
              <a:defRPr sz="1500" b="0">
                <a:solidFill>
                  <a:srgbClr val="50555B"/>
                </a:solidFill>
                <a:latin typeface="Apple SD Gothic Neo"/>
                <a:ea typeface="Apple SD Gothic Neo"/>
                <a:cs typeface="Apple SD Gothic Neo"/>
              </a:defRPr>
            </a:lvl7pPr>
            <a:lvl8pPr algn="l">
              <a:defRPr sz="1500" b="0">
                <a:solidFill>
                  <a:srgbClr val="50555B"/>
                </a:solidFill>
                <a:latin typeface="Apple SD Gothic Neo"/>
                <a:ea typeface="Apple SD Gothic Neo"/>
                <a:cs typeface="Apple SD Gothic Neo"/>
              </a:defRPr>
            </a:lvl8pPr>
            <a:lvl9pPr algn="l">
              <a:defRPr sz="1500" b="0">
                <a:solidFill>
                  <a:srgbClr val="50555B"/>
                </a:solidFill>
                <a:latin typeface="Apple SD Gothic Neo"/>
                <a:ea typeface="Apple SD Gothic Neo"/>
                <a:cs typeface="Apple SD Gothic Neo"/>
              </a:defRPr>
            </a:lvl9pPr>
          </a:lstStyle>
          <a:p xmlns:a="http://schemas.openxmlformats.org/drawingml/2006/main">
            <a:pPr algn="l">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원격 모델 PoC의 제한된 관측값. 첫 안내는 callback proxy 기준이며 제품 UI 끝단 성능을 뜻하지 않는다.</a:t>
            </a:r>
          </a:p>
        </p:txBody>
      </p:sp>
    </p:spTree>
    <p:extLst>
      <p:ext uri="{BB962C8B-B14F-4D97-AF65-F5344CB8AC3E}">
        <p14:creationId xmlns:p14="http://schemas.microsoft.com/office/powerpoint/2010/main" val="16230692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Unified slide title">
            <a:extLst xmlns:a="http://schemas.openxmlformats.org/drawingml/2006/main">
              <a:ext uri="{FF2B5EF4-FFF2-40B4-BE49-F238E27FC236}">
                <a16:creationId xmlns:a16="http://schemas.microsoft.com/office/drawing/2014/main" id="{65A37746-AE49-484B-8F2F-F58F51A0E67D}"/>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DP2. 후속 입력의 의미 판단 실행 방안 (배경)</a:t>
            </a:r>
          </a:p>
        </p:txBody>
      </p:sp>
      <p:sp>
        <p:nvSpPr>
          <p:cNvPr id="2" name="Workflow 과제 소개">
            <a:extLst xmlns:a="http://schemas.openxmlformats.org/drawingml/2006/main">
              <a:ext uri="{FF2B5EF4-FFF2-40B4-BE49-F238E27FC236}">
                <a16:creationId xmlns:a16="http://schemas.microsoft.com/office/drawing/2014/main" id="{4B81AAAA-2592-44AA-BBC0-A95946FC6F76}"/>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과제 소개">
            <a:extLst xmlns:a="http://schemas.openxmlformats.org/drawingml/2006/main">
              <a:ext uri="{FF2B5EF4-FFF2-40B4-BE49-F238E27FC236}">
                <a16:creationId xmlns:a16="http://schemas.microsoft.com/office/drawing/2014/main" id="{93FEC150-06BC-4DCC-86E2-3E38A8DEB4BC}"/>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Workflow 요구사항 분석">
            <a:extLst xmlns:a="http://schemas.openxmlformats.org/drawingml/2006/main">
              <a:ext uri="{FF2B5EF4-FFF2-40B4-BE49-F238E27FC236}">
                <a16:creationId xmlns:a16="http://schemas.microsoft.com/office/drawing/2014/main" id="{A353D714-6794-4E5C-A120-A090C1AAE292}"/>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요구사항 분석">
            <a:extLst xmlns:a="http://schemas.openxmlformats.org/drawingml/2006/main">
              <a:ext uri="{FF2B5EF4-FFF2-40B4-BE49-F238E27FC236}">
                <a16:creationId xmlns:a16="http://schemas.microsoft.com/office/drawing/2014/main" id="{BA2D06E4-60B7-4765-8E67-195143943EF1}"/>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Workflow 설계">
            <a:extLst xmlns:a="http://schemas.openxmlformats.org/drawingml/2006/main">
              <a:ext uri="{FF2B5EF4-FFF2-40B4-BE49-F238E27FC236}">
                <a16:creationId xmlns:a16="http://schemas.microsoft.com/office/drawing/2014/main" id="{56BC4446-0E28-452D-A5D4-D682DCB1C037}"/>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설계">
            <a:extLst xmlns:a="http://schemas.openxmlformats.org/drawingml/2006/main">
              <a:ext uri="{FF2B5EF4-FFF2-40B4-BE49-F238E27FC236}">
                <a16:creationId xmlns:a16="http://schemas.microsoft.com/office/drawing/2014/main" id="{FA46FA47-5AF4-4BAC-96BB-0C1FAEF038E2}"/>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Workflow 구현 및 검증">
            <a:extLst xmlns:a="http://schemas.openxmlformats.org/drawingml/2006/main">
              <a:ext uri="{FF2B5EF4-FFF2-40B4-BE49-F238E27FC236}">
                <a16:creationId xmlns:a16="http://schemas.microsoft.com/office/drawing/2014/main" id="{AA5D3CAB-C9B9-4548-8654-8DE206C8C942}"/>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구현 및 검증">
            <a:extLst xmlns:a="http://schemas.openxmlformats.org/drawingml/2006/main">
              <a:ext uri="{FF2B5EF4-FFF2-40B4-BE49-F238E27FC236}">
                <a16:creationId xmlns:a16="http://schemas.microsoft.com/office/drawing/2014/main" id="{BA6FDA03-C6C7-432A-9823-DFC4EB2822ED}"/>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Workflow 결론">
            <a:extLst xmlns:a="http://schemas.openxmlformats.org/drawingml/2006/main">
              <a:ext uri="{FF2B5EF4-FFF2-40B4-BE49-F238E27FC236}">
                <a16:creationId xmlns:a16="http://schemas.microsoft.com/office/drawing/2014/main" id="{D7FFEED6-17D1-472E-AA76-01ECE4C0B371}"/>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결론">
            <a:extLst xmlns:a="http://schemas.openxmlformats.org/drawingml/2006/main">
              <a:ext uri="{FF2B5EF4-FFF2-40B4-BE49-F238E27FC236}">
                <a16:creationId xmlns:a16="http://schemas.microsoft.com/office/drawing/2014/main" id="{23C6F64C-796B-4F53-98CA-6F3B63D2AF40}"/>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Header rule">
            <a:extLst xmlns:a="http://schemas.openxmlformats.org/drawingml/2006/main">
              <a:ext uri="{FF2B5EF4-FFF2-40B4-BE49-F238E27FC236}">
                <a16:creationId xmlns:a16="http://schemas.microsoft.com/office/drawing/2014/main" id="{5D24798C-8460-45D8-9873-21615B853BCE}"/>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Continuous slide number">
            <a:extLst xmlns:a="http://schemas.openxmlformats.org/drawingml/2006/main">
              <a:ext uri="{FF2B5EF4-FFF2-40B4-BE49-F238E27FC236}">
                <a16:creationId xmlns:a16="http://schemas.microsoft.com/office/drawing/2014/main" id="{96A285BF-12E1-496F-B928-AA7C86B01BA7}"/>
              </a:ext>
            </a:extLst>
          </p:cNvPr>
          <p:cNvSpPr>
            <a:spLocks xmlns:a="http://schemas.openxmlformats.org/drawingml/2006/main" noGrp="1"/>
          </p:cNvSpPr>
          <p:nvPr/>
        </p:nvSpPr>
        <p:spPr>
          <a:xfrm xmlns:a="http://schemas.openxmlformats.org/drawingml/2006/main">
            <a:off x="17487900" y="10020300"/>
            <a:ext cx="590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50555B"/>
                </a:solidFill>
                <a:latin typeface="Apple SD Gothic Neo"/>
                <a:ea typeface="Apple SD Gothic Neo"/>
                <a:cs typeface="Apple SD Gothic Neo"/>
              </a:defRPr>
            </a:defPPr>
            <a:lvl1pPr algn="r">
              <a:defRPr sz="1200" b="0">
                <a:solidFill>
                  <a:srgbClr val="50555B"/>
                </a:solidFill>
                <a:latin typeface="Apple SD Gothic Neo"/>
                <a:ea typeface="Apple SD Gothic Neo"/>
                <a:cs typeface="Apple SD Gothic Neo"/>
              </a:defRPr>
            </a:lvl1pPr>
            <a:lvl2pPr algn="r">
              <a:defRPr sz="1200" b="0">
                <a:solidFill>
                  <a:srgbClr val="50555B"/>
                </a:solidFill>
                <a:latin typeface="Apple SD Gothic Neo"/>
                <a:ea typeface="Apple SD Gothic Neo"/>
                <a:cs typeface="Apple SD Gothic Neo"/>
              </a:defRPr>
            </a:lvl2pPr>
            <a:lvl3pPr algn="r">
              <a:defRPr sz="1200" b="0">
                <a:solidFill>
                  <a:srgbClr val="50555B"/>
                </a:solidFill>
                <a:latin typeface="Apple SD Gothic Neo"/>
                <a:ea typeface="Apple SD Gothic Neo"/>
                <a:cs typeface="Apple SD Gothic Neo"/>
              </a:defRPr>
            </a:lvl3pPr>
            <a:lvl4pPr algn="r">
              <a:defRPr sz="1200" b="0">
                <a:solidFill>
                  <a:srgbClr val="50555B"/>
                </a:solidFill>
                <a:latin typeface="Apple SD Gothic Neo"/>
                <a:ea typeface="Apple SD Gothic Neo"/>
                <a:cs typeface="Apple SD Gothic Neo"/>
              </a:defRPr>
            </a:lvl4pPr>
            <a:lvl5pPr algn="r">
              <a:defRPr sz="1200" b="0">
                <a:solidFill>
                  <a:srgbClr val="50555B"/>
                </a:solidFill>
                <a:latin typeface="Apple SD Gothic Neo"/>
                <a:ea typeface="Apple SD Gothic Neo"/>
                <a:cs typeface="Apple SD Gothic Neo"/>
              </a:defRPr>
            </a:lvl5pPr>
            <a:lvl6pPr algn="r">
              <a:defRPr sz="1200" b="0">
                <a:solidFill>
                  <a:srgbClr val="50555B"/>
                </a:solidFill>
                <a:latin typeface="Apple SD Gothic Neo"/>
                <a:ea typeface="Apple SD Gothic Neo"/>
                <a:cs typeface="Apple SD Gothic Neo"/>
              </a:defRPr>
            </a:lvl6pPr>
            <a:lvl7pPr algn="r">
              <a:defRPr sz="1200" b="0">
                <a:solidFill>
                  <a:srgbClr val="50555B"/>
                </a:solidFill>
                <a:latin typeface="Apple SD Gothic Neo"/>
                <a:ea typeface="Apple SD Gothic Neo"/>
                <a:cs typeface="Apple SD Gothic Neo"/>
              </a:defRPr>
            </a:lvl7pPr>
            <a:lvl8pPr algn="r">
              <a:defRPr sz="1200" b="0">
                <a:solidFill>
                  <a:srgbClr val="50555B"/>
                </a:solidFill>
                <a:latin typeface="Apple SD Gothic Neo"/>
                <a:ea typeface="Apple SD Gothic Neo"/>
                <a:cs typeface="Apple SD Gothic Neo"/>
              </a:defRPr>
            </a:lvl8pPr>
            <a:lvl9pPr algn="r">
              <a:defRPr sz="1200" b="0">
                <a:solidFill>
                  <a:srgbClr val="50555B"/>
                </a:solidFill>
                <a:latin typeface="Apple SD Gothic Neo"/>
                <a:ea typeface="Apple SD Gothic Neo"/>
                <a:cs typeface="Apple SD Gothic Neo"/>
              </a:defRPr>
            </a:lvl9pPr>
          </a:lstStyle>
          <a:p xmlns:a="http://schemas.openxmlformats.org/drawingml/2006/main">
            <a:pPr algn="r">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5 / 16</a:t>
            </a:r>
          </a:p>
        </p:txBody>
      </p:sp>
      <p:sp>
        <p:nvSpPr>
          <p:cNvPr id="14" name="DP2 object 1">
            <a:extLst xmlns:a="http://schemas.openxmlformats.org/drawingml/2006/main">
              <a:ext uri="{FF2B5EF4-FFF2-40B4-BE49-F238E27FC236}">
                <a16:creationId xmlns:a16="http://schemas.microsoft.com/office/drawing/2014/main" id="{BFA09432-40E5-4533-966D-9DFECE5B84EC}"/>
              </a:ext>
            </a:extLst>
          </p:cNvPr>
          <p:cNvSpPr>
            <a:spLocks xmlns:a="http://schemas.openxmlformats.org/drawingml/2006/main" noGrp="1"/>
          </p:cNvSpPr>
          <p:nvPr/>
        </p:nvSpPr>
        <p:spPr>
          <a:xfrm xmlns:a="http://schemas.openxmlformats.org/drawingml/2006/main">
            <a:off x="628650" y="1381125"/>
            <a:ext cx="17002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225" b="1">
                <a:solidFill>
                  <a:srgbClr val="111111"/>
                </a:solidFill>
                <a:latin typeface="Apple SD Gothic Neo"/>
                <a:ea typeface="Apple SD Gothic Neo"/>
                <a:cs typeface="Apple SD Gothic Neo"/>
              </a:defRPr>
            </a:defPPr>
            <a:lvl1pPr algn="l">
              <a:defRPr sz="3225" b="1">
                <a:solidFill>
                  <a:srgbClr val="111111"/>
                </a:solidFill>
                <a:latin typeface="Apple SD Gothic Neo"/>
                <a:ea typeface="Apple SD Gothic Neo"/>
                <a:cs typeface="Apple SD Gothic Neo"/>
              </a:defRPr>
            </a:lvl1pPr>
            <a:lvl2pPr algn="l">
              <a:defRPr sz="3225" b="1">
                <a:solidFill>
                  <a:srgbClr val="111111"/>
                </a:solidFill>
                <a:latin typeface="Apple SD Gothic Neo"/>
                <a:ea typeface="Apple SD Gothic Neo"/>
                <a:cs typeface="Apple SD Gothic Neo"/>
              </a:defRPr>
            </a:lvl2pPr>
            <a:lvl3pPr algn="l">
              <a:defRPr sz="3225" b="1">
                <a:solidFill>
                  <a:srgbClr val="111111"/>
                </a:solidFill>
                <a:latin typeface="Apple SD Gothic Neo"/>
                <a:ea typeface="Apple SD Gothic Neo"/>
                <a:cs typeface="Apple SD Gothic Neo"/>
              </a:defRPr>
            </a:lvl3pPr>
            <a:lvl4pPr algn="l">
              <a:defRPr sz="3225" b="1">
                <a:solidFill>
                  <a:srgbClr val="111111"/>
                </a:solidFill>
                <a:latin typeface="Apple SD Gothic Neo"/>
                <a:ea typeface="Apple SD Gothic Neo"/>
                <a:cs typeface="Apple SD Gothic Neo"/>
              </a:defRPr>
            </a:lvl4pPr>
            <a:lvl5pPr algn="l">
              <a:defRPr sz="3225" b="1">
                <a:solidFill>
                  <a:srgbClr val="111111"/>
                </a:solidFill>
                <a:latin typeface="Apple SD Gothic Neo"/>
                <a:ea typeface="Apple SD Gothic Neo"/>
                <a:cs typeface="Apple SD Gothic Neo"/>
              </a:defRPr>
            </a:lvl5pPr>
            <a:lvl6pPr algn="l">
              <a:defRPr sz="3225" b="1">
                <a:solidFill>
                  <a:srgbClr val="111111"/>
                </a:solidFill>
                <a:latin typeface="Apple SD Gothic Neo"/>
                <a:ea typeface="Apple SD Gothic Neo"/>
                <a:cs typeface="Apple SD Gothic Neo"/>
              </a:defRPr>
            </a:lvl6pPr>
            <a:lvl7pPr algn="l">
              <a:defRPr sz="3225" b="1">
                <a:solidFill>
                  <a:srgbClr val="111111"/>
                </a:solidFill>
                <a:latin typeface="Apple SD Gothic Neo"/>
                <a:ea typeface="Apple SD Gothic Neo"/>
                <a:cs typeface="Apple SD Gothic Neo"/>
              </a:defRPr>
            </a:lvl7pPr>
            <a:lvl8pPr algn="l">
              <a:defRPr sz="3225" b="1">
                <a:solidFill>
                  <a:srgbClr val="111111"/>
                </a:solidFill>
                <a:latin typeface="Apple SD Gothic Neo"/>
                <a:ea typeface="Apple SD Gothic Neo"/>
                <a:cs typeface="Apple SD Gothic Neo"/>
              </a:defRPr>
            </a:lvl8pPr>
            <a:lvl9pPr algn="l">
              <a:defRPr sz="3225" b="1">
                <a:solidFill>
                  <a:srgbClr val="111111"/>
                </a:solidFill>
                <a:latin typeface="Apple SD Gothic Neo"/>
                <a:ea typeface="Apple SD Gothic Neo"/>
                <a:cs typeface="Apple SD Gothic Neo"/>
              </a:defRPr>
            </a:lvl9pPr>
          </a:lstStyle>
          <a:p xmlns:a="http://schemas.openxmlformats.org/drawingml/2006/main">
            <a:pPr algn="l">
              <a:defRPr sz="3225" b="1">
                <a:solidFill>
                  <a:srgbClr val="111111"/>
                </a:solidFill>
                <a:latin typeface="Apple SD Gothic Neo"/>
                <a:ea typeface="Apple SD Gothic Neo"/>
                <a:cs typeface="Apple SD Gothic Neo"/>
              </a:defRPr>
            </a:pPr>
            <a:r>
              <a:rPr sz="3225" b="1">
                <a:solidFill>
                  <a:srgbClr val="111111"/>
                </a:solidFill>
                <a:latin typeface="Apple SD Gothic Neo"/>
                <a:ea typeface="Apple SD Gothic Neo"/>
                <a:cs typeface="Apple SD Gothic Neo"/>
              </a:rPr>
              <a:t>앞선 판단이 끝나기 전에 새 질문이 들어온다</a:t>
            </a:r>
          </a:p>
        </p:txBody>
      </p:sp>
      <p:sp>
        <p:nvSpPr>
          <p:cNvPr id="15" name="DP2 object 2">
            <a:extLst xmlns:a="http://schemas.openxmlformats.org/drawingml/2006/main">
              <a:ext uri="{FF2B5EF4-FFF2-40B4-BE49-F238E27FC236}">
                <a16:creationId xmlns:a16="http://schemas.microsoft.com/office/drawing/2014/main" id="{D712FD6B-E576-48DE-9313-96BF8171248F}"/>
              </a:ext>
            </a:extLst>
          </p:cNvPr>
          <p:cNvSpPr>
            <a:spLocks xmlns:a="http://schemas.openxmlformats.org/drawingml/2006/main" noGrp="1"/>
          </p:cNvSpPr>
          <p:nvPr/>
        </p:nvSpPr>
        <p:spPr>
          <a:xfrm xmlns:a="http://schemas.openxmlformats.org/drawingml/2006/main">
            <a:off x="647700" y="2009775"/>
            <a:ext cx="1676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0">
                <a:solidFill>
                  <a:srgbClr val="111111"/>
                </a:solidFill>
                <a:latin typeface="Apple SD Gothic Neo"/>
                <a:ea typeface="Apple SD Gothic Neo"/>
                <a:cs typeface="Apple SD Gothic Neo"/>
              </a:defRPr>
            </a:defPPr>
            <a:lvl1pPr algn="l">
              <a:defRPr sz="2025" b="0">
                <a:solidFill>
                  <a:srgbClr val="111111"/>
                </a:solidFill>
                <a:latin typeface="Apple SD Gothic Neo"/>
                <a:ea typeface="Apple SD Gothic Neo"/>
                <a:cs typeface="Apple SD Gothic Neo"/>
              </a:defRPr>
            </a:lvl1pPr>
            <a:lvl2pPr algn="l">
              <a:defRPr sz="2025" b="0">
                <a:solidFill>
                  <a:srgbClr val="111111"/>
                </a:solidFill>
                <a:latin typeface="Apple SD Gothic Neo"/>
                <a:ea typeface="Apple SD Gothic Neo"/>
                <a:cs typeface="Apple SD Gothic Neo"/>
              </a:defRPr>
            </a:lvl2pPr>
            <a:lvl3pPr algn="l">
              <a:defRPr sz="2025" b="0">
                <a:solidFill>
                  <a:srgbClr val="111111"/>
                </a:solidFill>
                <a:latin typeface="Apple SD Gothic Neo"/>
                <a:ea typeface="Apple SD Gothic Neo"/>
                <a:cs typeface="Apple SD Gothic Neo"/>
              </a:defRPr>
            </a:lvl3pPr>
            <a:lvl4pPr algn="l">
              <a:defRPr sz="2025" b="0">
                <a:solidFill>
                  <a:srgbClr val="111111"/>
                </a:solidFill>
                <a:latin typeface="Apple SD Gothic Neo"/>
                <a:ea typeface="Apple SD Gothic Neo"/>
                <a:cs typeface="Apple SD Gothic Neo"/>
              </a:defRPr>
            </a:lvl4pPr>
            <a:lvl5pPr algn="l">
              <a:defRPr sz="2025" b="0">
                <a:solidFill>
                  <a:srgbClr val="111111"/>
                </a:solidFill>
                <a:latin typeface="Apple SD Gothic Neo"/>
                <a:ea typeface="Apple SD Gothic Neo"/>
                <a:cs typeface="Apple SD Gothic Neo"/>
              </a:defRPr>
            </a:lvl5pPr>
            <a:lvl6pPr algn="l">
              <a:defRPr sz="2025" b="0">
                <a:solidFill>
                  <a:srgbClr val="111111"/>
                </a:solidFill>
                <a:latin typeface="Apple SD Gothic Neo"/>
                <a:ea typeface="Apple SD Gothic Neo"/>
                <a:cs typeface="Apple SD Gothic Neo"/>
              </a:defRPr>
            </a:lvl6pPr>
            <a:lvl7pPr algn="l">
              <a:defRPr sz="2025" b="0">
                <a:solidFill>
                  <a:srgbClr val="111111"/>
                </a:solidFill>
                <a:latin typeface="Apple SD Gothic Neo"/>
                <a:ea typeface="Apple SD Gothic Neo"/>
                <a:cs typeface="Apple SD Gothic Neo"/>
              </a:defRPr>
            </a:lvl7pPr>
            <a:lvl8pPr algn="l">
              <a:defRPr sz="2025" b="0">
                <a:solidFill>
                  <a:srgbClr val="111111"/>
                </a:solidFill>
                <a:latin typeface="Apple SD Gothic Neo"/>
                <a:ea typeface="Apple SD Gothic Neo"/>
                <a:cs typeface="Apple SD Gothic Neo"/>
              </a:defRPr>
            </a:lvl8pPr>
            <a:lvl9pPr algn="l">
              <a:defRPr sz="2025" b="0">
                <a:solidFill>
                  <a:srgbClr val="111111"/>
                </a:solidFill>
                <a:latin typeface="Apple SD Gothic Neo"/>
                <a:ea typeface="Apple SD Gothic Neo"/>
                <a:cs typeface="Apple SD Gothic Neo"/>
              </a:defRPr>
            </a:lvl9pPr>
          </a:lstStyle>
          <a:p xmlns:a="http://schemas.openxmlformats.org/drawingml/2006/main">
            <a:pPr algn="l">
              <a:defRPr sz="2025" b="0">
                <a:solidFill>
                  <a:srgbClr val="111111"/>
                </a:solidFill>
                <a:latin typeface="Apple SD Gothic Neo"/>
                <a:ea typeface="Apple SD Gothic Neo"/>
                <a:cs typeface="Apple SD Gothic Neo"/>
              </a:defRPr>
            </a:pPr>
            <a:r>
              <a:rPr sz="2025" b="0">
                <a:solidFill>
                  <a:srgbClr val="111111"/>
                </a:solidFill>
                <a:latin typeface="Apple SD Gothic Neo"/>
                <a:ea typeface="Apple SD Gothic Neo"/>
                <a:cs typeface="Apple SD Gothic Neo"/>
              </a:rPr>
              <a:t>VIA는 입력을 계속 받으면서 원래 목표와 새 요청을 함께 이어가야 한다.</a:t>
            </a:r>
          </a:p>
        </p:txBody>
      </p:sp>
      <p:sp>
        <p:nvSpPr>
          <p:cNvPr id="16" name="Editable path 3">
            <a:extLst xmlns:a="http://schemas.openxmlformats.org/drawingml/2006/main">
              <a:ext uri="{FF2B5EF4-FFF2-40B4-BE49-F238E27FC236}">
                <a16:creationId xmlns:a16="http://schemas.microsoft.com/office/drawing/2014/main" id="{278EDC79-A4B5-4ACA-B7EE-8FDBF023BC89}"/>
              </a:ext>
            </a:extLst>
          </p:cNvPr>
          <p:cNvSpPr>
            <a:spLocks xmlns:a="http://schemas.openxmlformats.org/drawingml/2006/main" noGrp="1"/>
          </p:cNvSpPr>
          <p:nvPr/>
        </p:nvSpPr>
        <p:spPr>
          <a:xfrm xmlns:a="http://schemas.openxmlformats.org/drawingml/2006/main">
            <a:off x="12858750" y="2781300"/>
            <a:ext cx="953" cy="5314950"/>
          </a:xfrm>
          <a:custGeom xmlns:a="http://schemas.openxmlformats.org/drawingml/2006/main">
            <a:pathLst>
              <a:path w="953" h="5314950">
                <a:moveTo>
                  <a:pt x="0" y="0"/>
                </a:moveTo>
                <a:lnTo>
                  <a:pt x="0" y="5314950"/>
                </a:lnTo>
              </a:path>
            </a:pathLst>
          </a:custGeom>
          <a:noFill xmlns:a="http://schemas.openxmlformats.org/drawingml/2006/main"/>
          <a:ln xmlns:a="http://schemas.openxmlformats.org/drawingml/2006/main" w="12383">
            <a:solidFill>
              <a:srgbClr val="4676CB"/>
            </a:solidFill>
            <a:prstDash val="solid"/>
          </a:ln>
        </p:spPr>
      </p:sp>
      <p:sp>
        <p:nvSpPr>
          <p:cNvPr id="17" name="“문서 D1과 D2를 비교해줘.”">
            <a:extLst xmlns:a="http://schemas.openxmlformats.org/drawingml/2006/main">
              <a:ext uri="{FF2B5EF4-FFF2-40B4-BE49-F238E27FC236}">
                <a16:creationId xmlns:a16="http://schemas.microsoft.com/office/drawing/2014/main" id="{2DC7D8F9-0269-42AF-954D-42AFD2B1C6CA}"/>
              </a:ext>
            </a:extLst>
          </p:cNvPr>
          <p:cNvSpPr>
            <a:spLocks xmlns:a="http://schemas.openxmlformats.org/drawingml/2006/main" noGrp="1"/>
          </p:cNvSpPr>
          <p:nvPr/>
        </p:nvSpPr>
        <p:spPr>
          <a:xfrm xmlns:a="http://schemas.openxmlformats.org/drawingml/2006/main">
            <a:off x="876300" y="2895600"/>
            <a:ext cx="4667250" cy="8667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18" name="DP2 object 4">
            <a:extLst xmlns:a="http://schemas.openxmlformats.org/drawingml/2006/main">
              <a:ext uri="{FF2B5EF4-FFF2-40B4-BE49-F238E27FC236}">
                <a16:creationId xmlns:a16="http://schemas.microsoft.com/office/drawing/2014/main" id="{963B51DA-EF0E-4182-9B89-2F0CF1DBB1EA}"/>
              </a:ext>
            </a:extLst>
          </p:cNvPr>
          <p:cNvSpPr>
            <a:spLocks xmlns:a="http://schemas.openxmlformats.org/drawingml/2006/main" noGrp="1"/>
          </p:cNvSpPr>
          <p:nvPr/>
        </p:nvSpPr>
        <p:spPr>
          <a:xfrm xmlns:a="http://schemas.openxmlformats.org/drawingml/2006/main">
            <a:off x="942975" y="2933700"/>
            <a:ext cx="45339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325" b="1">
                <a:solidFill>
                  <a:srgbClr val="111111"/>
                </a:solidFill>
                <a:latin typeface="Apple SD Gothic Neo"/>
                <a:ea typeface="Apple SD Gothic Neo"/>
                <a:cs typeface="Apple SD Gothic Neo"/>
              </a:defRPr>
            </a:defPPr>
            <a:lvl1pPr algn="ctr">
              <a:defRPr sz="2325" b="1">
                <a:solidFill>
                  <a:srgbClr val="111111"/>
                </a:solidFill>
                <a:latin typeface="Apple SD Gothic Neo"/>
                <a:ea typeface="Apple SD Gothic Neo"/>
                <a:cs typeface="Apple SD Gothic Neo"/>
              </a:defRPr>
            </a:lvl1pPr>
            <a:lvl2pPr algn="ctr">
              <a:defRPr sz="2325" b="1">
                <a:solidFill>
                  <a:srgbClr val="111111"/>
                </a:solidFill>
                <a:latin typeface="Apple SD Gothic Neo"/>
                <a:ea typeface="Apple SD Gothic Neo"/>
                <a:cs typeface="Apple SD Gothic Neo"/>
              </a:defRPr>
            </a:lvl2pPr>
            <a:lvl3pPr algn="ctr">
              <a:defRPr sz="2325" b="1">
                <a:solidFill>
                  <a:srgbClr val="111111"/>
                </a:solidFill>
                <a:latin typeface="Apple SD Gothic Neo"/>
                <a:ea typeface="Apple SD Gothic Neo"/>
                <a:cs typeface="Apple SD Gothic Neo"/>
              </a:defRPr>
            </a:lvl3pPr>
            <a:lvl4pPr algn="ctr">
              <a:defRPr sz="2325" b="1">
                <a:solidFill>
                  <a:srgbClr val="111111"/>
                </a:solidFill>
                <a:latin typeface="Apple SD Gothic Neo"/>
                <a:ea typeface="Apple SD Gothic Neo"/>
                <a:cs typeface="Apple SD Gothic Neo"/>
              </a:defRPr>
            </a:lvl4pPr>
            <a:lvl5pPr algn="ctr">
              <a:defRPr sz="2325" b="1">
                <a:solidFill>
                  <a:srgbClr val="111111"/>
                </a:solidFill>
                <a:latin typeface="Apple SD Gothic Neo"/>
                <a:ea typeface="Apple SD Gothic Neo"/>
                <a:cs typeface="Apple SD Gothic Neo"/>
              </a:defRPr>
            </a:lvl5pPr>
            <a:lvl6pPr algn="ctr">
              <a:defRPr sz="2325" b="1">
                <a:solidFill>
                  <a:srgbClr val="111111"/>
                </a:solidFill>
                <a:latin typeface="Apple SD Gothic Neo"/>
                <a:ea typeface="Apple SD Gothic Neo"/>
                <a:cs typeface="Apple SD Gothic Neo"/>
              </a:defRPr>
            </a:lvl6pPr>
            <a:lvl7pPr algn="ctr">
              <a:defRPr sz="2325" b="1">
                <a:solidFill>
                  <a:srgbClr val="111111"/>
                </a:solidFill>
                <a:latin typeface="Apple SD Gothic Neo"/>
                <a:ea typeface="Apple SD Gothic Neo"/>
                <a:cs typeface="Apple SD Gothic Neo"/>
              </a:defRPr>
            </a:lvl7pPr>
            <a:lvl8pPr algn="ctr">
              <a:defRPr sz="2325" b="1">
                <a:solidFill>
                  <a:srgbClr val="111111"/>
                </a:solidFill>
                <a:latin typeface="Apple SD Gothic Neo"/>
                <a:ea typeface="Apple SD Gothic Neo"/>
                <a:cs typeface="Apple SD Gothic Neo"/>
              </a:defRPr>
            </a:lvl8pPr>
            <a:lvl9pPr algn="ctr">
              <a:defRPr sz="2325" b="1">
                <a:solidFill>
                  <a:srgbClr val="111111"/>
                </a:solidFill>
                <a:latin typeface="Apple SD Gothic Neo"/>
                <a:ea typeface="Apple SD Gothic Neo"/>
                <a:cs typeface="Apple SD Gothic Neo"/>
              </a:defRPr>
            </a:lvl9pPr>
          </a:lstStyle>
          <a:p xmlns:a="http://schemas.openxmlformats.org/drawingml/2006/main">
            <a:pPr algn="ctr">
              <a:defRPr sz="2325" b="1">
                <a:solidFill>
                  <a:srgbClr val="111111"/>
                </a:solidFill>
                <a:latin typeface="Apple SD Gothic Neo"/>
                <a:ea typeface="Apple SD Gothic Neo"/>
                <a:cs typeface="Apple SD Gothic Neo"/>
              </a:defRPr>
            </a:pPr>
            <a:r>
              <a:rPr sz="2325" b="1">
                <a:solidFill>
                  <a:srgbClr val="111111"/>
                </a:solidFill>
                <a:latin typeface="Apple SD Gothic Neo"/>
                <a:ea typeface="Apple SD Gothic Neo"/>
                <a:cs typeface="Apple SD Gothic Neo"/>
              </a:rPr>
              <a:t>“문서 D1과 D2를 비교해줘.”</a:t>
            </a:r>
          </a:p>
        </p:txBody>
      </p:sp>
      <p:sp>
        <p:nvSpPr>
          <p:cNvPr id="19" name="DP2 object 5">
            <a:extLst xmlns:a="http://schemas.openxmlformats.org/drawingml/2006/main">
              <a:ext uri="{FF2B5EF4-FFF2-40B4-BE49-F238E27FC236}">
                <a16:creationId xmlns:a16="http://schemas.microsoft.com/office/drawing/2014/main" id="{58CC8ABB-56F1-46A3-9655-C0E56561DEF4}"/>
              </a:ext>
            </a:extLst>
          </p:cNvPr>
          <p:cNvSpPr>
            <a:spLocks xmlns:a="http://schemas.openxmlformats.org/drawingml/2006/main" noGrp="1"/>
          </p:cNvSpPr>
          <p:nvPr/>
        </p:nvSpPr>
        <p:spPr>
          <a:xfrm xmlns:a="http://schemas.openxmlformats.org/drawingml/2006/main">
            <a:off x="6324600" y="2886075"/>
            <a:ext cx="5867400" cy="1209675"/>
          </a:xfrm>
          <a:prstGeom xmlns:a="http://schemas.openxmlformats.org/drawingml/2006/main" prst="roundRect">
            <a:avLst>
              <a:gd name="adj" fmla="val 6299"/>
            </a:avLst>
          </a:prstGeom>
          <a:solidFill xmlns:a="http://schemas.openxmlformats.org/drawingml/2006/main">
            <a:srgbClr val="F1F6FC"/>
          </a:solidFill>
          <a:ln xmlns:a="http://schemas.openxmlformats.org/drawingml/2006/main" w="21908">
            <a:solidFill>
              <a:srgbClr val="4676CB"/>
            </a:solidFill>
            <a:prstDash val="solid"/>
          </a:ln>
        </p:spPr>
      </p:sp>
      <p:sp>
        <p:nvSpPr>
          <p:cNvPr id="20" name="DP2 object 6">
            <a:extLst xmlns:a="http://schemas.openxmlformats.org/drawingml/2006/main">
              <a:ext uri="{FF2B5EF4-FFF2-40B4-BE49-F238E27FC236}">
                <a16:creationId xmlns:a16="http://schemas.microsoft.com/office/drawing/2014/main" id="{B87FE42F-0446-4B2C-9923-D6D32B00D69F}"/>
              </a:ext>
            </a:extLst>
          </p:cNvPr>
          <p:cNvSpPr>
            <a:spLocks xmlns:a="http://schemas.openxmlformats.org/drawingml/2006/main" noGrp="1"/>
          </p:cNvSpPr>
          <p:nvPr/>
        </p:nvSpPr>
        <p:spPr>
          <a:xfrm xmlns:a="http://schemas.openxmlformats.org/drawingml/2006/main">
            <a:off x="6543675" y="3000375"/>
            <a:ext cx="531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1">
                <a:solidFill>
                  <a:srgbClr val="4676CB"/>
                </a:solidFill>
                <a:latin typeface="Apple SD Gothic Neo"/>
                <a:ea typeface="Apple SD Gothic Neo"/>
                <a:cs typeface="Apple SD Gothic Neo"/>
              </a:defRPr>
            </a:defPPr>
            <a:lvl1pPr algn="l">
              <a:defRPr sz="1725" b="1">
                <a:solidFill>
                  <a:srgbClr val="4676CB"/>
                </a:solidFill>
                <a:latin typeface="Apple SD Gothic Neo"/>
                <a:ea typeface="Apple SD Gothic Neo"/>
                <a:cs typeface="Apple SD Gothic Neo"/>
              </a:defRPr>
            </a:lvl1pPr>
            <a:lvl2pPr algn="l">
              <a:defRPr sz="1725" b="1">
                <a:solidFill>
                  <a:srgbClr val="4676CB"/>
                </a:solidFill>
                <a:latin typeface="Apple SD Gothic Neo"/>
                <a:ea typeface="Apple SD Gothic Neo"/>
                <a:cs typeface="Apple SD Gothic Neo"/>
              </a:defRPr>
            </a:lvl2pPr>
            <a:lvl3pPr algn="l">
              <a:defRPr sz="1725" b="1">
                <a:solidFill>
                  <a:srgbClr val="4676CB"/>
                </a:solidFill>
                <a:latin typeface="Apple SD Gothic Neo"/>
                <a:ea typeface="Apple SD Gothic Neo"/>
                <a:cs typeface="Apple SD Gothic Neo"/>
              </a:defRPr>
            </a:lvl3pPr>
            <a:lvl4pPr algn="l">
              <a:defRPr sz="1725" b="1">
                <a:solidFill>
                  <a:srgbClr val="4676CB"/>
                </a:solidFill>
                <a:latin typeface="Apple SD Gothic Neo"/>
                <a:ea typeface="Apple SD Gothic Neo"/>
                <a:cs typeface="Apple SD Gothic Neo"/>
              </a:defRPr>
            </a:lvl4pPr>
            <a:lvl5pPr algn="l">
              <a:defRPr sz="1725" b="1">
                <a:solidFill>
                  <a:srgbClr val="4676CB"/>
                </a:solidFill>
                <a:latin typeface="Apple SD Gothic Neo"/>
                <a:ea typeface="Apple SD Gothic Neo"/>
                <a:cs typeface="Apple SD Gothic Neo"/>
              </a:defRPr>
            </a:lvl5pPr>
            <a:lvl6pPr algn="l">
              <a:defRPr sz="1725" b="1">
                <a:solidFill>
                  <a:srgbClr val="4676CB"/>
                </a:solidFill>
                <a:latin typeface="Apple SD Gothic Neo"/>
                <a:ea typeface="Apple SD Gothic Neo"/>
                <a:cs typeface="Apple SD Gothic Neo"/>
              </a:defRPr>
            </a:lvl6pPr>
            <a:lvl7pPr algn="l">
              <a:defRPr sz="1725" b="1">
                <a:solidFill>
                  <a:srgbClr val="4676CB"/>
                </a:solidFill>
                <a:latin typeface="Apple SD Gothic Neo"/>
                <a:ea typeface="Apple SD Gothic Neo"/>
                <a:cs typeface="Apple SD Gothic Neo"/>
              </a:defRPr>
            </a:lvl7pPr>
            <a:lvl8pPr algn="l">
              <a:defRPr sz="1725" b="1">
                <a:solidFill>
                  <a:srgbClr val="4676CB"/>
                </a:solidFill>
                <a:latin typeface="Apple SD Gothic Neo"/>
                <a:ea typeface="Apple SD Gothic Neo"/>
                <a:cs typeface="Apple SD Gothic Neo"/>
              </a:defRPr>
            </a:lvl8pPr>
            <a:lvl9pPr algn="l">
              <a:defRPr sz="1725" b="1">
                <a:solidFill>
                  <a:srgbClr val="4676CB"/>
                </a:solidFill>
                <a:latin typeface="Apple SD Gothic Neo"/>
                <a:ea typeface="Apple SD Gothic Neo"/>
                <a:cs typeface="Apple SD Gothic Neo"/>
              </a:defRPr>
            </a:lvl9pPr>
          </a:lstStyle>
          <a:p xmlns:a="http://schemas.openxmlformats.org/drawingml/2006/main">
            <a:pPr algn="l">
              <a:defRPr sz="1725" b="1">
                <a:solidFill>
                  <a:srgbClr val="4676CB"/>
                </a:solidFill>
                <a:latin typeface="Apple SD Gothic Neo"/>
                <a:ea typeface="Apple SD Gothic Neo"/>
                <a:cs typeface="Apple SD Gothic Neo"/>
              </a:defRPr>
            </a:pPr>
            <a:r>
              <a:rPr sz="1725" b="1">
                <a:solidFill>
                  <a:srgbClr val="4676CB"/>
                </a:solidFill>
                <a:latin typeface="Apple SD Gothic Neo"/>
                <a:ea typeface="Apple SD Gothic Neo"/>
                <a:cs typeface="Apple SD Gothic Neo"/>
              </a:rPr>
              <a:t>새 독립 질문</a:t>
            </a:r>
          </a:p>
        </p:txBody>
      </p:sp>
      <p:sp>
        <p:nvSpPr>
          <p:cNvPr id="21" name="DP2 object 7">
            <a:extLst xmlns:a="http://schemas.openxmlformats.org/drawingml/2006/main">
              <a:ext uri="{FF2B5EF4-FFF2-40B4-BE49-F238E27FC236}">
                <a16:creationId xmlns:a16="http://schemas.microsoft.com/office/drawing/2014/main" id="{3735375E-2364-41E5-9DE3-0AFC5E4F8973}"/>
              </a:ext>
            </a:extLst>
          </p:cNvPr>
          <p:cNvSpPr>
            <a:spLocks xmlns:a="http://schemas.openxmlformats.org/drawingml/2006/main" noGrp="1"/>
          </p:cNvSpPr>
          <p:nvPr/>
        </p:nvSpPr>
        <p:spPr>
          <a:xfrm xmlns:a="http://schemas.openxmlformats.org/drawingml/2006/main">
            <a:off x="6543675" y="3333750"/>
            <a:ext cx="53149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250" b="1">
                <a:solidFill>
                  <a:srgbClr val="111111"/>
                </a:solidFill>
                <a:latin typeface="Apple SD Gothic Neo"/>
                <a:ea typeface="Apple SD Gothic Neo"/>
                <a:cs typeface="Apple SD Gothic Neo"/>
              </a:defRPr>
            </a:defPPr>
            <a:lvl1pPr algn="ctr">
              <a:defRPr sz="2250" b="1">
                <a:solidFill>
                  <a:srgbClr val="111111"/>
                </a:solidFill>
                <a:latin typeface="Apple SD Gothic Neo"/>
                <a:ea typeface="Apple SD Gothic Neo"/>
                <a:cs typeface="Apple SD Gothic Neo"/>
              </a:defRPr>
            </a:lvl1pPr>
            <a:lvl2pPr algn="ctr">
              <a:defRPr sz="2250" b="1">
                <a:solidFill>
                  <a:srgbClr val="111111"/>
                </a:solidFill>
                <a:latin typeface="Apple SD Gothic Neo"/>
                <a:ea typeface="Apple SD Gothic Neo"/>
                <a:cs typeface="Apple SD Gothic Neo"/>
              </a:defRPr>
            </a:lvl2pPr>
            <a:lvl3pPr algn="ctr">
              <a:defRPr sz="2250" b="1">
                <a:solidFill>
                  <a:srgbClr val="111111"/>
                </a:solidFill>
                <a:latin typeface="Apple SD Gothic Neo"/>
                <a:ea typeface="Apple SD Gothic Neo"/>
                <a:cs typeface="Apple SD Gothic Neo"/>
              </a:defRPr>
            </a:lvl3pPr>
            <a:lvl4pPr algn="ctr">
              <a:defRPr sz="2250" b="1">
                <a:solidFill>
                  <a:srgbClr val="111111"/>
                </a:solidFill>
                <a:latin typeface="Apple SD Gothic Neo"/>
                <a:ea typeface="Apple SD Gothic Neo"/>
                <a:cs typeface="Apple SD Gothic Neo"/>
              </a:defRPr>
            </a:lvl4pPr>
            <a:lvl5pPr algn="ctr">
              <a:defRPr sz="2250" b="1">
                <a:solidFill>
                  <a:srgbClr val="111111"/>
                </a:solidFill>
                <a:latin typeface="Apple SD Gothic Neo"/>
                <a:ea typeface="Apple SD Gothic Neo"/>
                <a:cs typeface="Apple SD Gothic Neo"/>
              </a:defRPr>
            </a:lvl5pPr>
            <a:lvl6pPr algn="ctr">
              <a:defRPr sz="2250" b="1">
                <a:solidFill>
                  <a:srgbClr val="111111"/>
                </a:solidFill>
                <a:latin typeface="Apple SD Gothic Neo"/>
                <a:ea typeface="Apple SD Gothic Neo"/>
                <a:cs typeface="Apple SD Gothic Neo"/>
              </a:defRPr>
            </a:lvl6pPr>
            <a:lvl7pPr algn="ctr">
              <a:defRPr sz="2250" b="1">
                <a:solidFill>
                  <a:srgbClr val="111111"/>
                </a:solidFill>
                <a:latin typeface="Apple SD Gothic Neo"/>
                <a:ea typeface="Apple SD Gothic Neo"/>
                <a:cs typeface="Apple SD Gothic Neo"/>
              </a:defRPr>
            </a:lvl7pPr>
            <a:lvl8pPr algn="ctr">
              <a:defRPr sz="2250" b="1">
                <a:solidFill>
                  <a:srgbClr val="111111"/>
                </a:solidFill>
                <a:latin typeface="Apple SD Gothic Neo"/>
                <a:ea typeface="Apple SD Gothic Neo"/>
                <a:cs typeface="Apple SD Gothic Neo"/>
              </a:defRPr>
            </a:lvl8pPr>
            <a:lvl9pPr algn="ctr">
              <a:defRPr sz="2250" b="1">
                <a:solidFill>
                  <a:srgbClr val="111111"/>
                </a:solidFill>
                <a:latin typeface="Apple SD Gothic Neo"/>
                <a:ea typeface="Apple SD Gothic Neo"/>
                <a:cs typeface="Apple SD Gothic Neo"/>
              </a:defRPr>
            </a:lvl9pPr>
          </a:lstStyle>
          <a:p xmlns:a="http://schemas.openxmlformats.org/drawingml/2006/main">
            <a:pPr algn="ctr">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“그건 계속하고,</a:t>
            </a:r>
          </a:p>
          <a:p xmlns:a="http://schemas.openxmlformats.org/drawingml/2006/main">
            <a:pPr algn="ctr">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TCP와 UDP 차이도 알려줘.”</a:t>
            </a:r>
          </a:p>
        </p:txBody>
      </p:sp>
      <p:sp>
        <p:nvSpPr>
          <p:cNvPr id="22" name="Editable path 8">
            <a:extLst xmlns:a="http://schemas.openxmlformats.org/drawingml/2006/main">
              <a:ext uri="{FF2B5EF4-FFF2-40B4-BE49-F238E27FC236}">
                <a16:creationId xmlns:a16="http://schemas.microsoft.com/office/drawing/2014/main" id="{5CC47F7F-2FE5-4BAD-B93D-DF26DD393872}"/>
              </a:ext>
            </a:extLst>
          </p:cNvPr>
          <p:cNvSpPr>
            <a:spLocks xmlns:a="http://schemas.openxmlformats.org/drawingml/2006/main" noGrp="1"/>
          </p:cNvSpPr>
          <p:nvPr/>
        </p:nvSpPr>
        <p:spPr>
          <a:xfrm xmlns:a="http://schemas.openxmlformats.org/drawingml/2006/main">
            <a:off x="3200400" y="3762375"/>
            <a:ext cx="953" cy="904875"/>
          </a:xfrm>
          <a:custGeom xmlns:a="http://schemas.openxmlformats.org/drawingml/2006/main">
            <a:pathLst>
              <a:path w="953" h="904875">
                <a:moveTo>
                  <a:pt x="0" y="0"/>
                </a:moveTo>
                <a:lnTo>
                  <a:pt x="0" y="904875"/>
                </a:lnTo>
              </a:path>
            </a:pathLst>
          </a:custGeom>
          <a:noFill xmlns:a="http://schemas.openxmlformats.org/drawingml/2006/main"/>
          <a:ln xmlns:a="http://schemas.openxmlformats.org/drawingml/2006/main" w="20955">
            <a:solidFill>
              <a:srgbClr val="111111"/>
            </a:solidFill>
            <a:prstDash val="solid"/>
          </a:ln>
        </p:spPr>
      </p:sp>
      <p:sp>
        <p:nvSpPr>
          <p:cNvPr id="23" name="Editable arrowhead 9">
            <a:extLst xmlns:a="http://schemas.openxmlformats.org/drawingml/2006/main">
              <a:ext uri="{FF2B5EF4-FFF2-40B4-BE49-F238E27FC236}">
                <a16:creationId xmlns:a16="http://schemas.microsoft.com/office/drawing/2014/main" id="{D0EDEFCB-1F96-43BA-9787-A17B778223D1}"/>
              </a:ext>
            </a:extLst>
          </p:cNvPr>
          <p:cNvSpPr>
            <a:spLocks xmlns:a="http://schemas.openxmlformats.org/drawingml/2006/main" noGrp="1"/>
          </p:cNvSpPr>
          <p:nvPr/>
        </p:nvSpPr>
        <p:spPr>
          <a:xfrm xmlns:a="http://schemas.openxmlformats.org/drawingml/2006/main">
            <a:off x="3152775" y="45720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24" name="Editable path 10">
            <a:extLst xmlns:a="http://schemas.openxmlformats.org/drawingml/2006/main">
              <a:ext uri="{FF2B5EF4-FFF2-40B4-BE49-F238E27FC236}">
                <a16:creationId xmlns:a16="http://schemas.microsoft.com/office/drawing/2014/main" id="{D7F4CE69-C27B-4572-AD21-56CE8BD43B61}"/>
              </a:ext>
            </a:extLst>
          </p:cNvPr>
          <p:cNvSpPr>
            <a:spLocks xmlns:a="http://schemas.openxmlformats.org/drawingml/2006/main" noGrp="1"/>
          </p:cNvSpPr>
          <p:nvPr/>
        </p:nvSpPr>
        <p:spPr>
          <a:xfrm xmlns:a="http://schemas.openxmlformats.org/drawingml/2006/main">
            <a:off x="7334250" y="4095750"/>
            <a:ext cx="953" cy="2390775"/>
          </a:xfrm>
          <a:custGeom xmlns:a="http://schemas.openxmlformats.org/drawingml/2006/main">
            <a:pathLst>
              <a:path w="953" h="2390775">
                <a:moveTo>
                  <a:pt x="0" y="0"/>
                </a:moveTo>
                <a:lnTo>
                  <a:pt x="0" y="2390775"/>
                </a:lnTo>
              </a:path>
            </a:pathLst>
          </a:custGeom>
          <a:noFill xmlns:a="http://schemas.openxmlformats.org/drawingml/2006/main"/>
          <a:ln xmlns:a="http://schemas.openxmlformats.org/drawingml/2006/main" w="20003">
            <a:solidFill>
              <a:srgbClr val="4676CB"/>
            </a:solidFill>
            <a:prstDash val="dash"/>
          </a:ln>
        </p:spPr>
      </p:sp>
      <p:sp>
        <p:nvSpPr>
          <p:cNvPr id="25" name="Editable arrowhead 11">
            <a:extLst xmlns:a="http://schemas.openxmlformats.org/drawingml/2006/main">
              <a:ext uri="{FF2B5EF4-FFF2-40B4-BE49-F238E27FC236}">
                <a16:creationId xmlns:a16="http://schemas.microsoft.com/office/drawing/2014/main" id="{C3FBDBF2-4388-422D-BB0C-CFD64355C192}"/>
              </a:ext>
            </a:extLst>
          </p:cNvPr>
          <p:cNvSpPr>
            <a:spLocks xmlns:a="http://schemas.openxmlformats.org/drawingml/2006/main" noGrp="1"/>
          </p:cNvSpPr>
          <p:nvPr/>
        </p:nvSpPr>
        <p:spPr>
          <a:xfrm xmlns:a="http://schemas.openxmlformats.org/drawingml/2006/main">
            <a:off x="7286625" y="63912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26" name="DP2 object 12">
            <a:extLst xmlns:a="http://schemas.openxmlformats.org/drawingml/2006/main">
              <a:ext uri="{FF2B5EF4-FFF2-40B4-BE49-F238E27FC236}">
                <a16:creationId xmlns:a16="http://schemas.microsoft.com/office/drawing/2014/main" id="{8C7C7668-E572-4D10-949D-C9626EA1D1B8}"/>
              </a:ext>
            </a:extLst>
          </p:cNvPr>
          <p:cNvSpPr>
            <a:spLocks xmlns:a="http://schemas.openxmlformats.org/drawingml/2006/main" noGrp="1"/>
          </p:cNvSpPr>
          <p:nvPr/>
        </p:nvSpPr>
        <p:spPr>
          <a:xfrm xmlns:a="http://schemas.openxmlformats.org/drawingml/2006/main">
            <a:off x="857250" y="4276725"/>
            <a:ext cx="2333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1">
                <a:solidFill>
                  <a:srgbClr val="111111"/>
                </a:solidFill>
                <a:latin typeface="Apple SD Gothic Neo"/>
                <a:ea typeface="Apple SD Gothic Neo"/>
                <a:cs typeface="Apple SD Gothic Neo"/>
              </a:defRPr>
            </a:defPPr>
            <a:lvl1pPr algn="l">
              <a:defRPr sz="1875" b="1">
                <a:solidFill>
                  <a:srgbClr val="111111"/>
                </a:solidFill>
                <a:latin typeface="Apple SD Gothic Neo"/>
                <a:ea typeface="Apple SD Gothic Neo"/>
                <a:cs typeface="Apple SD Gothic Neo"/>
              </a:defRPr>
            </a:lvl1pPr>
            <a:lvl2pPr algn="l">
              <a:defRPr sz="1875" b="1">
                <a:solidFill>
                  <a:srgbClr val="111111"/>
                </a:solidFill>
                <a:latin typeface="Apple SD Gothic Neo"/>
                <a:ea typeface="Apple SD Gothic Neo"/>
                <a:cs typeface="Apple SD Gothic Neo"/>
              </a:defRPr>
            </a:lvl2pPr>
            <a:lvl3pPr algn="l">
              <a:defRPr sz="1875" b="1">
                <a:solidFill>
                  <a:srgbClr val="111111"/>
                </a:solidFill>
                <a:latin typeface="Apple SD Gothic Neo"/>
                <a:ea typeface="Apple SD Gothic Neo"/>
                <a:cs typeface="Apple SD Gothic Neo"/>
              </a:defRPr>
            </a:lvl3pPr>
            <a:lvl4pPr algn="l">
              <a:defRPr sz="1875" b="1">
                <a:solidFill>
                  <a:srgbClr val="111111"/>
                </a:solidFill>
                <a:latin typeface="Apple SD Gothic Neo"/>
                <a:ea typeface="Apple SD Gothic Neo"/>
                <a:cs typeface="Apple SD Gothic Neo"/>
              </a:defRPr>
            </a:lvl4pPr>
            <a:lvl5pPr algn="l">
              <a:defRPr sz="1875" b="1">
                <a:solidFill>
                  <a:srgbClr val="111111"/>
                </a:solidFill>
                <a:latin typeface="Apple SD Gothic Neo"/>
                <a:ea typeface="Apple SD Gothic Neo"/>
                <a:cs typeface="Apple SD Gothic Neo"/>
              </a:defRPr>
            </a:lvl5pPr>
            <a:lvl6pPr algn="l">
              <a:defRPr sz="1875" b="1">
                <a:solidFill>
                  <a:srgbClr val="111111"/>
                </a:solidFill>
                <a:latin typeface="Apple SD Gothic Neo"/>
                <a:ea typeface="Apple SD Gothic Neo"/>
                <a:cs typeface="Apple SD Gothic Neo"/>
              </a:defRPr>
            </a:lvl6pPr>
            <a:lvl7pPr algn="l">
              <a:defRPr sz="1875" b="1">
                <a:solidFill>
                  <a:srgbClr val="111111"/>
                </a:solidFill>
                <a:latin typeface="Apple SD Gothic Neo"/>
                <a:ea typeface="Apple SD Gothic Neo"/>
                <a:cs typeface="Apple SD Gothic Neo"/>
              </a:defRPr>
            </a:lvl7pPr>
            <a:lvl8pPr algn="l">
              <a:defRPr sz="1875" b="1">
                <a:solidFill>
                  <a:srgbClr val="111111"/>
                </a:solidFill>
                <a:latin typeface="Apple SD Gothic Neo"/>
                <a:ea typeface="Apple SD Gothic Neo"/>
                <a:cs typeface="Apple SD Gothic Neo"/>
              </a:defRPr>
            </a:lvl8pPr>
            <a:lvl9pPr algn="l">
              <a:defRPr sz="1875" b="1">
                <a:solidFill>
                  <a:srgbClr val="111111"/>
                </a:solidFill>
                <a:latin typeface="Apple SD Gothic Neo"/>
                <a:ea typeface="Apple SD Gothic Neo"/>
                <a:cs typeface="Apple SD Gothic Neo"/>
              </a:defRPr>
            </a:lvl9pPr>
          </a:lstStyle>
          <a:p xmlns:a="http://schemas.openxmlformats.org/drawingml/2006/main">
            <a:pPr algn="l">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VIA의 처리</a:t>
            </a:r>
          </a:p>
        </p:txBody>
      </p:sp>
      <p:sp>
        <p:nvSpPr>
          <p:cNvPr id="27" name="DP2 object 13">
            <a:extLst xmlns:a="http://schemas.openxmlformats.org/drawingml/2006/main">
              <a:ext uri="{FF2B5EF4-FFF2-40B4-BE49-F238E27FC236}">
                <a16:creationId xmlns:a16="http://schemas.microsoft.com/office/drawing/2014/main" id="{3DD7D720-10A3-47AF-9275-E166CB6F1CE6}"/>
              </a:ext>
            </a:extLst>
          </p:cNvPr>
          <p:cNvSpPr>
            <a:spLocks xmlns:a="http://schemas.openxmlformats.org/drawingml/2006/main" noGrp="1"/>
          </p:cNvSpPr>
          <p:nvPr/>
        </p:nvSpPr>
        <p:spPr>
          <a:xfrm xmlns:a="http://schemas.openxmlformats.org/drawingml/2006/main">
            <a:off x="2019300" y="4667250"/>
            <a:ext cx="10191750" cy="914400"/>
          </a:xfrm>
          <a:prstGeom xmlns:a="http://schemas.openxmlformats.org/drawingml/2006/main" prst="rect">
            <a:avLst/>
          </a:prstGeom>
          <a:solidFill xmlns:a="http://schemas.openxmlformats.org/drawingml/2006/main">
            <a:srgbClr val="FFF6DD"/>
          </a:solidFill>
          <a:ln xmlns:a="http://schemas.openxmlformats.org/drawingml/2006/main" w="19050">
            <a:solidFill>
              <a:srgbClr val="111111"/>
            </a:solidFill>
            <a:prstDash val="solid"/>
          </a:ln>
        </p:spPr>
      </p:sp>
      <p:sp>
        <p:nvSpPr>
          <p:cNvPr id="28" name="DP2 object 14">
            <a:extLst xmlns:a="http://schemas.openxmlformats.org/drawingml/2006/main">
              <a:ext uri="{FF2B5EF4-FFF2-40B4-BE49-F238E27FC236}">
                <a16:creationId xmlns:a16="http://schemas.microsoft.com/office/drawing/2014/main" id="{6A587AF0-5980-4464-A565-54A2D951A936}"/>
              </a:ext>
            </a:extLst>
          </p:cNvPr>
          <p:cNvSpPr>
            <a:spLocks xmlns:a="http://schemas.openxmlformats.org/drawingml/2006/main" noGrp="1"/>
          </p:cNvSpPr>
          <p:nvPr/>
        </p:nvSpPr>
        <p:spPr>
          <a:xfrm xmlns:a="http://schemas.openxmlformats.org/drawingml/2006/main">
            <a:off x="2238375" y="4829175"/>
            <a:ext cx="976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325" b="1">
                <a:solidFill>
                  <a:srgbClr val="111111"/>
                </a:solidFill>
                <a:latin typeface="Apple SD Gothic Neo"/>
                <a:ea typeface="Apple SD Gothic Neo"/>
                <a:cs typeface="Apple SD Gothic Neo"/>
              </a:defRPr>
            </a:defPPr>
            <a:lvl1pPr algn="ctr">
              <a:defRPr sz="2325" b="1">
                <a:solidFill>
                  <a:srgbClr val="111111"/>
                </a:solidFill>
                <a:latin typeface="Apple SD Gothic Neo"/>
                <a:ea typeface="Apple SD Gothic Neo"/>
                <a:cs typeface="Apple SD Gothic Neo"/>
              </a:defRPr>
            </a:lvl1pPr>
            <a:lvl2pPr algn="ctr">
              <a:defRPr sz="2325" b="1">
                <a:solidFill>
                  <a:srgbClr val="111111"/>
                </a:solidFill>
                <a:latin typeface="Apple SD Gothic Neo"/>
                <a:ea typeface="Apple SD Gothic Neo"/>
                <a:cs typeface="Apple SD Gothic Neo"/>
              </a:defRPr>
            </a:lvl2pPr>
            <a:lvl3pPr algn="ctr">
              <a:defRPr sz="2325" b="1">
                <a:solidFill>
                  <a:srgbClr val="111111"/>
                </a:solidFill>
                <a:latin typeface="Apple SD Gothic Neo"/>
                <a:ea typeface="Apple SD Gothic Neo"/>
                <a:cs typeface="Apple SD Gothic Neo"/>
              </a:defRPr>
            </a:lvl3pPr>
            <a:lvl4pPr algn="ctr">
              <a:defRPr sz="2325" b="1">
                <a:solidFill>
                  <a:srgbClr val="111111"/>
                </a:solidFill>
                <a:latin typeface="Apple SD Gothic Neo"/>
                <a:ea typeface="Apple SD Gothic Neo"/>
                <a:cs typeface="Apple SD Gothic Neo"/>
              </a:defRPr>
            </a:lvl4pPr>
            <a:lvl5pPr algn="ctr">
              <a:defRPr sz="2325" b="1">
                <a:solidFill>
                  <a:srgbClr val="111111"/>
                </a:solidFill>
                <a:latin typeface="Apple SD Gothic Neo"/>
                <a:ea typeface="Apple SD Gothic Neo"/>
                <a:cs typeface="Apple SD Gothic Neo"/>
              </a:defRPr>
            </a:lvl5pPr>
            <a:lvl6pPr algn="ctr">
              <a:defRPr sz="2325" b="1">
                <a:solidFill>
                  <a:srgbClr val="111111"/>
                </a:solidFill>
                <a:latin typeface="Apple SD Gothic Neo"/>
                <a:ea typeface="Apple SD Gothic Neo"/>
                <a:cs typeface="Apple SD Gothic Neo"/>
              </a:defRPr>
            </a:lvl6pPr>
            <a:lvl7pPr algn="ctr">
              <a:defRPr sz="2325" b="1">
                <a:solidFill>
                  <a:srgbClr val="111111"/>
                </a:solidFill>
                <a:latin typeface="Apple SD Gothic Neo"/>
                <a:ea typeface="Apple SD Gothic Neo"/>
                <a:cs typeface="Apple SD Gothic Neo"/>
              </a:defRPr>
            </a:lvl7pPr>
            <a:lvl8pPr algn="ctr">
              <a:defRPr sz="2325" b="1">
                <a:solidFill>
                  <a:srgbClr val="111111"/>
                </a:solidFill>
                <a:latin typeface="Apple SD Gothic Neo"/>
                <a:ea typeface="Apple SD Gothic Neo"/>
                <a:cs typeface="Apple SD Gothic Neo"/>
              </a:defRPr>
            </a:lvl8pPr>
            <a:lvl9pPr algn="ctr">
              <a:defRPr sz="2325" b="1">
                <a:solidFill>
                  <a:srgbClr val="111111"/>
                </a:solidFill>
                <a:latin typeface="Apple SD Gothic Neo"/>
                <a:ea typeface="Apple SD Gothic Neo"/>
                <a:cs typeface="Apple SD Gothic Neo"/>
              </a:defRPr>
            </a:lvl9pPr>
          </a:lstStyle>
          <a:p xmlns:a="http://schemas.openxmlformats.org/drawingml/2006/main">
            <a:pPr algn="ctr">
              <a:defRPr sz="2325" b="1">
                <a:solidFill>
                  <a:srgbClr val="111111"/>
                </a:solidFill>
                <a:latin typeface="Apple SD Gothic Neo"/>
                <a:ea typeface="Apple SD Gothic Neo"/>
                <a:cs typeface="Apple SD Gothic Neo"/>
              </a:defRPr>
            </a:pPr>
            <a:r>
              <a:rPr sz="2325" b="1">
                <a:solidFill>
                  <a:srgbClr val="111111"/>
                </a:solidFill>
                <a:latin typeface="Apple SD Gothic Neo"/>
                <a:ea typeface="Apple SD Gothic Neo"/>
                <a:cs typeface="Apple SD Gothic Neo"/>
              </a:rPr>
              <a:t>문서 읽기와 진행 중 의미 판단</a:t>
            </a:r>
          </a:p>
        </p:txBody>
      </p:sp>
      <p:sp>
        <p:nvSpPr>
          <p:cNvPr id="29" name="DP2 object 15">
            <a:extLst xmlns:a="http://schemas.openxmlformats.org/drawingml/2006/main">
              <a:ext uri="{FF2B5EF4-FFF2-40B4-BE49-F238E27FC236}">
                <a16:creationId xmlns:a16="http://schemas.microsoft.com/office/drawing/2014/main" id="{C88D1FB3-15F6-4E68-AAAD-848429648A90}"/>
              </a:ext>
            </a:extLst>
          </p:cNvPr>
          <p:cNvSpPr>
            <a:spLocks xmlns:a="http://schemas.openxmlformats.org/drawingml/2006/main" noGrp="1"/>
          </p:cNvSpPr>
          <p:nvPr/>
        </p:nvSpPr>
        <p:spPr>
          <a:xfrm xmlns:a="http://schemas.openxmlformats.org/drawingml/2006/main">
            <a:off x="2238375" y="5229225"/>
            <a:ext cx="9763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50555B"/>
                </a:solidFill>
                <a:latin typeface="Apple SD Gothic Neo"/>
                <a:ea typeface="Apple SD Gothic Neo"/>
                <a:cs typeface="Apple SD Gothic Neo"/>
              </a:defRPr>
            </a:defPPr>
            <a:lvl1pPr algn="ctr">
              <a:defRPr sz="1650" b="0">
                <a:solidFill>
                  <a:srgbClr val="50555B"/>
                </a:solidFill>
                <a:latin typeface="Apple SD Gothic Neo"/>
                <a:ea typeface="Apple SD Gothic Neo"/>
                <a:cs typeface="Apple SD Gothic Neo"/>
              </a:defRPr>
            </a:lvl1pPr>
            <a:lvl2pPr algn="ctr">
              <a:defRPr sz="1650" b="0">
                <a:solidFill>
                  <a:srgbClr val="50555B"/>
                </a:solidFill>
                <a:latin typeface="Apple SD Gothic Neo"/>
                <a:ea typeface="Apple SD Gothic Neo"/>
                <a:cs typeface="Apple SD Gothic Neo"/>
              </a:defRPr>
            </a:lvl2pPr>
            <a:lvl3pPr algn="ctr">
              <a:defRPr sz="1650" b="0">
                <a:solidFill>
                  <a:srgbClr val="50555B"/>
                </a:solidFill>
                <a:latin typeface="Apple SD Gothic Neo"/>
                <a:ea typeface="Apple SD Gothic Neo"/>
                <a:cs typeface="Apple SD Gothic Neo"/>
              </a:defRPr>
            </a:lvl3pPr>
            <a:lvl4pPr algn="ctr">
              <a:defRPr sz="1650" b="0">
                <a:solidFill>
                  <a:srgbClr val="50555B"/>
                </a:solidFill>
                <a:latin typeface="Apple SD Gothic Neo"/>
                <a:ea typeface="Apple SD Gothic Neo"/>
                <a:cs typeface="Apple SD Gothic Neo"/>
              </a:defRPr>
            </a:lvl4pPr>
            <a:lvl5pPr algn="ctr">
              <a:defRPr sz="1650" b="0">
                <a:solidFill>
                  <a:srgbClr val="50555B"/>
                </a:solidFill>
                <a:latin typeface="Apple SD Gothic Neo"/>
                <a:ea typeface="Apple SD Gothic Neo"/>
                <a:cs typeface="Apple SD Gothic Neo"/>
              </a:defRPr>
            </a:lvl5pPr>
            <a:lvl6pPr algn="ctr">
              <a:defRPr sz="1650" b="0">
                <a:solidFill>
                  <a:srgbClr val="50555B"/>
                </a:solidFill>
                <a:latin typeface="Apple SD Gothic Neo"/>
                <a:ea typeface="Apple SD Gothic Neo"/>
                <a:cs typeface="Apple SD Gothic Neo"/>
              </a:defRPr>
            </a:lvl6pPr>
            <a:lvl7pPr algn="ctr">
              <a:defRPr sz="1650" b="0">
                <a:solidFill>
                  <a:srgbClr val="50555B"/>
                </a:solidFill>
                <a:latin typeface="Apple SD Gothic Neo"/>
                <a:ea typeface="Apple SD Gothic Neo"/>
                <a:cs typeface="Apple SD Gothic Neo"/>
              </a:defRPr>
            </a:lvl7pPr>
            <a:lvl8pPr algn="ctr">
              <a:defRPr sz="1650" b="0">
                <a:solidFill>
                  <a:srgbClr val="50555B"/>
                </a:solidFill>
                <a:latin typeface="Apple SD Gothic Neo"/>
                <a:ea typeface="Apple SD Gothic Neo"/>
                <a:cs typeface="Apple SD Gothic Neo"/>
              </a:defRPr>
            </a:lvl8pPr>
            <a:lvl9pPr algn="ctr">
              <a:defRPr sz="1650" b="0">
                <a:solidFill>
                  <a:srgbClr val="50555B"/>
                </a:solidFill>
                <a:latin typeface="Apple SD Gothic Neo"/>
                <a:ea typeface="Apple SD Gothic Neo"/>
                <a:cs typeface="Apple SD Gothic Neo"/>
              </a:defRPr>
            </a:lvl9pPr>
          </a:lstStyle>
          <a:p xmlns:a="http://schemas.openxmlformats.org/drawingml/2006/main">
            <a:pPr algn="ctr">
              <a:defRPr sz="1650" b="0">
                <a:solidFill>
                  <a:srgbClr val="50555B"/>
                </a:solidFill>
                <a:latin typeface="Apple SD Gothic Neo"/>
                <a:ea typeface="Apple SD Gothic Neo"/>
                <a:cs typeface="Apple SD Gothic Neo"/>
              </a:defRPr>
            </a:pPr>
            <a:r>
              <a:rPr sz="1650" b="0">
                <a:solidFill>
                  <a:srgbClr val="50555B"/>
                </a:solidFill>
                <a:latin typeface="Apple SD Gothic Neo"/>
                <a:ea typeface="Apple SD Gothic Neo"/>
                <a:cs typeface="Apple SD Gothic Neo"/>
              </a:rPr>
              <a:t>현재 모델 / 읽기 step</a:t>
            </a:r>
          </a:p>
        </p:txBody>
      </p:sp>
      <p:sp>
        <p:nvSpPr>
          <p:cNvPr id="30" name="Editable path 16">
            <a:extLst xmlns:a="http://schemas.openxmlformats.org/drawingml/2006/main">
              <a:ext uri="{FF2B5EF4-FFF2-40B4-BE49-F238E27FC236}">
                <a16:creationId xmlns:a16="http://schemas.microsoft.com/office/drawing/2014/main" id="{9E7CF9AD-5294-4146-92DB-341B130EF975}"/>
              </a:ext>
            </a:extLst>
          </p:cNvPr>
          <p:cNvSpPr>
            <a:spLocks xmlns:a="http://schemas.openxmlformats.org/drawingml/2006/main" noGrp="1"/>
          </p:cNvSpPr>
          <p:nvPr/>
        </p:nvSpPr>
        <p:spPr>
          <a:xfrm xmlns:a="http://schemas.openxmlformats.org/drawingml/2006/main">
            <a:off x="12211050" y="4667250"/>
            <a:ext cx="953" cy="2466975"/>
          </a:xfrm>
          <a:custGeom xmlns:a="http://schemas.openxmlformats.org/drawingml/2006/main">
            <a:pathLst>
              <a:path w="953" h="2466975">
                <a:moveTo>
                  <a:pt x="0" y="0"/>
                </a:moveTo>
                <a:lnTo>
                  <a:pt x="0" y="2466975"/>
                </a:lnTo>
              </a:path>
            </a:pathLst>
          </a:custGeom>
          <a:noFill xmlns:a="http://schemas.openxmlformats.org/drawingml/2006/main"/>
          <a:ln xmlns:a="http://schemas.openxmlformats.org/drawingml/2006/main" w="16193">
            <a:solidFill>
              <a:srgbClr val="98999B"/>
            </a:solidFill>
            <a:prstDash val="dash"/>
          </a:ln>
        </p:spPr>
      </p:sp>
      <p:sp>
        <p:nvSpPr>
          <p:cNvPr id="31" name="DP2 object 17">
            <a:extLst xmlns:a="http://schemas.openxmlformats.org/drawingml/2006/main">
              <a:ext uri="{FF2B5EF4-FFF2-40B4-BE49-F238E27FC236}">
                <a16:creationId xmlns:a16="http://schemas.microsoft.com/office/drawing/2014/main" id="{ECA262C2-163F-4E88-8F79-AA17756D7B41}"/>
              </a:ext>
            </a:extLst>
          </p:cNvPr>
          <p:cNvSpPr>
            <a:spLocks xmlns:a="http://schemas.openxmlformats.org/drawingml/2006/main" noGrp="1"/>
          </p:cNvSpPr>
          <p:nvPr/>
        </p:nvSpPr>
        <p:spPr>
          <a:xfrm xmlns:a="http://schemas.openxmlformats.org/drawingml/2006/main">
            <a:off x="10382250" y="5715000"/>
            <a:ext cx="21431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현재 step 경계</a:t>
            </a:r>
          </a:p>
        </p:txBody>
      </p:sp>
      <p:sp>
        <p:nvSpPr>
          <p:cNvPr id="32" name="DP2 object 18">
            <a:extLst xmlns:a="http://schemas.openxmlformats.org/drawingml/2006/main">
              <a:ext uri="{FF2B5EF4-FFF2-40B4-BE49-F238E27FC236}">
                <a16:creationId xmlns:a16="http://schemas.microsoft.com/office/drawing/2014/main" id="{4946CB90-8539-4294-A64E-DBCAF1FAF335}"/>
              </a:ext>
            </a:extLst>
          </p:cNvPr>
          <p:cNvSpPr>
            <a:spLocks xmlns:a="http://schemas.openxmlformats.org/drawingml/2006/main" noGrp="1"/>
          </p:cNvSpPr>
          <p:nvPr/>
        </p:nvSpPr>
        <p:spPr>
          <a:xfrm xmlns:a="http://schemas.openxmlformats.org/drawingml/2006/main">
            <a:off x="857250" y="63722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111111"/>
                </a:solidFill>
                <a:latin typeface="Apple SD Gothic Neo"/>
                <a:ea typeface="Apple SD Gothic Neo"/>
                <a:cs typeface="Apple SD Gothic Neo"/>
              </a:defRPr>
            </a:defPPr>
            <a:lvl1pPr algn="l">
              <a:defRPr sz="1950" b="1">
                <a:solidFill>
                  <a:srgbClr val="111111"/>
                </a:solidFill>
                <a:latin typeface="Apple SD Gothic Neo"/>
                <a:ea typeface="Apple SD Gothic Neo"/>
                <a:cs typeface="Apple SD Gothic Neo"/>
              </a:defRPr>
            </a:lvl1pPr>
            <a:lvl2pPr algn="l">
              <a:defRPr sz="1950" b="1">
                <a:solidFill>
                  <a:srgbClr val="111111"/>
                </a:solidFill>
                <a:latin typeface="Apple SD Gothic Neo"/>
                <a:ea typeface="Apple SD Gothic Neo"/>
                <a:cs typeface="Apple SD Gothic Neo"/>
              </a:defRPr>
            </a:lvl2pPr>
            <a:lvl3pPr algn="l">
              <a:defRPr sz="1950" b="1">
                <a:solidFill>
                  <a:srgbClr val="111111"/>
                </a:solidFill>
                <a:latin typeface="Apple SD Gothic Neo"/>
                <a:ea typeface="Apple SD Gothic Neo"/>
                <a:cs typeface="Apple SD Gothic Neo"/>
              </a:defRPr>
            </a:lvl3pPr>
            <a:lvl4pPr algn="l">
              <a:defRPr sz="1950" b="1">
                <a:solidFill>
                  <a:srgbClr val="111111"/>
                </a:solidFill>
                <a:latin typeface="Apple SD Gothic Neo"/>
                <a:ea typeface="Apple SD Gothic Neo"/>
                <a:cs typeface="Apple SD Gothic Neo"/>
              </a:defRPr>
            </a:lvl4pPr>
            <a:lvl5pPr algn="l">
              <a:defRPr sz="1950" b="1">
                <a:solidFill>
                  <a:srgbClr val="111111"/>
                </a:solidFill>
                <a:latin typeface="Apple SD Gothic Neo"/>
                <a:ea typeface="Apple SD Gothic Neo"/>
                <a:cs typeface="Apple SD Gothic Neo"/>
              </a:defRPr>
            </a:lvl5pPr>
            <a:lvl6pPr algn="l">
              <a:defRPr sz="1950" b="1">
                <a:solidFill>
                  <a:srgbClr val="111111"/>
                </a:solidFill>
                <a:latin typeface="Apple SD Gothic Neo"/>
                <a:ea typeface="Apple SD Gothic Neo"/>
                <a:cs typeface="Apple SD Gothic Neo"/>
              </a:defRPr>
            </a:lvl6pPr>
            <a:lvl7pPr algn="l">
              <a:defRPr sz="1950" b="1">
                <a:solidFill>
                  <a:srgbClr val="111111"/>
                </a:solidFill>
                <a:latin typeface="Apple SD Gothic Neo"/>
                <a:ea typeface="Apple SD Gothic Neo"/>
                <a:cs typeface="Apple SD Gothic Neo"/>
              </a:defRPr>
            </a:lvl7pPr>
            <a:lvl8pPr algn="l">
              <a:defRPr sz="1950" b="1">
                <a:solidFill>
                  <a:srgbClr val="111111"/>
                </a:solidFill>
                <a:latin typeface="Apple SD Gothic Neo"/>
                <a:ea typeface="Apple SD Gothic Neo"/>
                <a:cs typeface="Apple SD Gothic Neo"/>
              </a:defRPr>
            </a:lvl8pPr>
            <a:lvl9pPr algn="l">
              <a:defRPr sz="1950" b="1">
                <a:solidFill>
                  <a:srgbClr val="111111"/>
                </a:solidFill>
                <a:latin typeface="Apple SD Gothic Neo"/>
                <a:ea typeface="Apple SD Gothic Neo"/>
                <a:cs typeface="Apple SD Gothic Neo"/>
              </a:defRPr>
            </a:lvl9pPr>
          </a:lstStyle>
          <a:p xmlns:a="http://schemas.openxmlformats.org/drawingml/2006/main">
            <a:pPr algn="l">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입력 수신</a:t>
            </a:r>
          </a:p>
        </p:txBody>
      </p:sp>
      <p:sp>
        <p:nvSpPr>
          <p:cNvPr id="33" name="새 입력은 즉시 보존">
            <a:extLst xmlns:a="http://schemas.openxmlformats.org/drawingml/2006/main">
              <a:ext uri="{FF2B5EF4-FFF2-40B4-BE49-F238E27FC236}">
                <a16:creationId xmlns:a16="http://schemas.microsoft.com/office/drawing/2014/main" id="{3A962454-5FCE-49C4-A88F-8D3B93DDD30D}"/>
              </a:ext>
            </a:extLst>
          </p:cNvPr>
          <p:cNvSpPr>
            <a:spLocks xmlns:a="http://schemas.openxmlformats.org/drawingml/2006/main" noGrp="1"/>
          </p:cNvSpPr>
          <p:nvPr/>
        </p:nvSpPr>
        <p:spPr>
          <a:xfrm xmlns:a="http://schemas.openxmlformats.org/drawingml/2006/main">
            <a:off x="6115050" y="6496050"/>
            <a:ext cx="2619375" cy="581025"/>
          </a:xfrm>
          <a:prstGeom xmlns:a="http://schemas.openxmlformats.org/drawingml/2006/main" prst="rect">
            <a:avLst/>
          </a:prstGeom>
          <a:solidFill xmlns:a="http://schemas.openxmlformats.org/drawingml/2006/main">
            <a:srgbClr val="F1F6FC"/>
          </a:solidFill>
          <a:ln xmlns:a="http://schemas.openxmlformats.org/drawingml/2006/main" w="28575">
            <a:solidFill>
              <a:srgbClr val="4676CB"/>
            </a:solidFill>
            <a:prstDash val="solid"/>
          </a:ln>
        </p:spPr>
      </p:sp>
      <p:sp>
        <p:nvSpPr>
          <p:cNvPr id="34" name="DP2 object 19">
            <a:extLst xmlns:a="http://schemas.openxmlformats.org/drawingml/2006/main">
              <a:ext uri="{FF2B5EF4-FFF2-40B4-BE49-F238E27FC236}">
                <a16:creationId xmlns:a16="http://schemas.microsoft.com/office/drawing/2014/main" id="{C79D33A5-3163-4BA2-965E-8AF795CE2D01}"/>
              </a:ext>
            </a:extLst>
          </p:cNvPr>
          <p:cNvSpPr>
            <a:spLocks xmlns:a="http://schemas.openxmlformats.org/drawingml/2006/main" noGrp="1"/>
          </p:cNvSpPr>
          <p:nvPr/>
        </p:nvSpPr>
        <p:spPr>
          <a:xfrm xmlns:a="http://schemas.openxmlformats.org/drawingml/2006/main">
            <a:off x="6181725" y="6534150"/>
            <a:ext cx="24860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1">
                <a:solidFill>
                  <a:srgbClr val="4676CB"/>
                </a:solidFill>
                <a:latin typeface="Apple SD Gothic Neo"/>
                <a:ea typeface="Apple SD Gothic Neo"/>
                <a:cs typeface="Apple SD Gothic Neo"/>
              </a:defRPr>
            </a:defPPr>
            <a:lvl1pPr algn="ctr">
              <a:defRPr sz="1950" b="1">
                <a:solidFill>
                  <a:srgbClr val="4676CB"/>
                </a:solidFill>
                <a:latin typeface="Apple SD Gothic Neo"/>
                <a:ea typeface="Apple SD Gothic Neo"/>
                <a:cs typeface="Apple SD Gothic Neo"/>
              </a:defRPr>
            </a:lvl1pPr>
            <a:lvl2pPr algn="ctr">
              <a:defRPr sz="1950" b="1">
                <a:solidFill>
                  <a:srgbClr val="4676CB"/>
                </a:solidFill>
                <a:latin typeface="Apple SD Gothic Neo"/>
                <a:ea typeface="Apple SD Gothic Neo"/>
                <a:cs typeface="Apple SD Gothic Neo"/>
              </a:defRPr>
            </a:lvl2pPr>
            <a:lvl3pPr algn="ctr">
              <a:defRPr sz="1950" b="1">
                <a:solidFill>
                  <a:srgbClr val="4676CB"/>
                </a:solidFill>
                <a:latin typeface="Apple SD Gothic Neo"/>
                <a:ea typeface="Apple SD Gothic Neo"/>
                <a:cs typeface="Apple SD Gothic Neo"/>
              </a:defRPr>
            </a:lvl3pPr>
            <a:lvl4pPr algn="ctr">
              <a:defRPr sz="1950" b="1">
                <a:solidFill>
                  <a:srgbClr val="4676CB"/>
                </a:solidFill>
                <a:latin typeface="Apple SD Gothic Neo"/>
                <a:ea typeface="Apple SD Gothic Neo"/>
                <a:cs typeface="Apple SD Gothic Neo"/>
              </a:defRPr>
            </a:lvl4pPr>
            <a:lvl5pPr algn="ctr">
              <a:defRPr sz="1950" b="1">
                <a:solidFill>
                  <a:srgbClr val="4676CB"/>
                </a:solidFill>
                <a:latin typeface="Apple SD Gothic Neo"/>
                <a:ea typeface="Apple SD Gothic Neo"/>
                <a:cs typeface="Apple SD Gothic Neo"/>
              </a:defRPr>
            </a:lvl5pPr>
            <a:lvl6pPr algn="ctr">
              <a:defRPr sz="1950" b="1">
                <a:solidFill>
                  <a:srgbClr val="4676CB"/>
                </a:solidFill>
                <a:latin typeface="Apple SD Gothic Neo"/>
                <a:ea typeface="Apple SD Gothic Neo"/>
                <a:cs typeface="Apple SD Gothic Neo"/>
              </a:defRPr>
            </a:lvl6pPr>
            <a:lvl7pPr algn="ctr">
              <a:defRPr sz="1950" b="1">
                <a:solidFill>
                  <a:srgbClr val="4676CB"/>
                </a:solidFill>
                <a:latin typeface="Apple SD Gothic Neo"/>
                <a:ea typeface="Apple SD Gothic Neo"/>
                <a:cs typeface="Apple SD Gothic Neo"/>
              </a:defRPr>
            </a:lvl7pPr>
            <a:lvl8pPr algn="ctr">
              <a:defRPr sz="1950" b="1">
                <a:solidFill>
                  <a:srgbClr val="4676CB"/>
                </a:solidFill>
                <a:latin typeface="Apple SD Gothic Neo"/>
                <a:ea typeface="Apple SD Gothic Neo"/>
                <a:cs typeface="Apple SD Gothic Neo"/>
              </a:defRPr>
            </a:lvl8pPr>
            <a:lvl9pPr algn="ctr">
              <a:defRPr sz="1950" b="1">
                <a:solidFill>
                  <a:srgbClr val="4676CB"/>
                </a:solidFill>
                <a:latin typeface="Apple SD Gothic Neo"/>
                <a:ea typeface="Apple SD Gothic Neo"/>
                <a:cs typeface="Apple SD Gothic Neo"/>
              </a:defRPr>
            </a:lvl9pPr>
          </a:lstStyle>
          <a:p xmlns:a="http://schemas.openxmlformats.org/drawingml/2006/main">
            <a:pPr algn="ctr">
              <a:defRPr sz="1950" b="1">
                <a:solidFill>
                  <a:srgbClr val="4676CB"/>
                </a:solidFill>
                <a:latin typeface="Apple SD Gothic Neo"/>
                <a:ea typeface="Apple SD Gothic Neo"/>
                <a:cs typeface="Apple SD Gothic Neo"/>
              </a:defRPr>
            </a:pPr>
            <a:r>
              <a:rPr sz="1950" b="1">
                <a:solidFill>
                  <a:srgbClr val="4676CB"/>
                </a:solidFill>
                <a:latin typeface="Apple SD Gothic Neo"/>
                <a:ea typeface="Apple SD Gothic Neo"/>
                <a:cs typeface="Apple SD Gothic Neo"/>
              </a:rPr>
              <a:t>새 입력은 즉시 보존</a:t>
            </a:r>
          </a:p>
        </p:txBody>
      </p:sp>
      <p:sp>
        <p:nvSpPr>
          <p:cNvPr id="35" name="Editable path 20">
            <a:extLst xmlns:a="http://schemas.openxmlformats.org/drawingml/2006/main">
              <a:ext uri="{FF2B5EF4-FFF2-40B4-BE49-F238E27FC236}">
                <a16:creationId xmlns:a16="http://schemas.microsoft.com/office/drawing/2014/main" id="{80243BA6-74FB-46FF-A829-3CEDD8B6FD54}"/>
              </a:ext>
            </a:extLst>
          </p:cNvPr>
          <p:cNvSpPr>
            <a:spLocks xmlns:a="http://schemas.openxmlformats.org/drawingml/2006/main" noGrp="1"/>
          </p:cNvSpPr>
          <p:nvPr/>
        </p:nvSpPr>
        <p:spPr>
          <a:xfrm xmlns:a="http://schemas.openxmlformats.org/drawingml/2006/main">
            <a:off x="8734425" y="6781800"/>
            <a:ext cx="3476625" cy="953"/>
          </a:xfrm>
          <a:custGeom xmlns:a="http://schemas.openxmlformats.org/drawingml/2006/main">
            <a:pathLst>
              <a:path w="3476625" h="953">
                <a:moveTo>
                  <a:pt x="0" y="0"/>
                </a:moveTo>
                <a:lnTo>
                  <a:pt x="3476625" y="0"/>
                </a:lnTo>
              </a:path>
            </a:pathLst>
          </a:custGeom>
          <a:noFill xmlns:a="http://schemas.openxmlformats.org/drawingml/2006/main"/>
          <a:ln xmlns:a="http://schemas.openxmlformats.org/drawingml/2006/main" w="28575">
            <a:solidFill>
              <a:srgbClr val="C00000"/>
            </a:solidFill>
            <a:prstDash val="dash"/>
          </a:ln>
        </p:spPr>
      </p:sp>
      <p:sp>
        <p:nvSpPr>
          <p:cNvPr id="36" name="Editable arrowhead 21">
            <a:extLst xmlns:a="http://schemas.openxmlformats.org/drawingml/2006/main">
              <a:ext uri="{FF2B5EF4-FFF2-40B4-BE49-F238E27FC236}">
                <a16:creationId xmlns:a16="http://schemas.microsoft.com/office/drawing/2014/main" id="{5B718C49-A2C8-413D-A721-AC43ED62EB6C}"/>
              </a:ext>
            </a:extLst>
          </p:cNvPr>
          <p:cNvSpPr>
            <a:spLocks xmlns:a="http://schemas.openxmlformats.org/drawingml/2006/main" noGrp="1"/>
          </p:cNvSpPr>
          <p:nvPr/>
        </p:nvSpPr>
        <p:spPr>
          <a:xfrm xmlns:a="http://schemas.openxmlformats.org/drawingml/2006/main">
            <a:off x="12115800" y="673417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C00000"/>
          </a:solidFill>
          <a:ln xmlns:a="http://schemas.openxmlformats.org/drawingml/2006/main" w="5715">
            <a:solidFill>
              <a:srgbClr val="C00000"/>
            </a:solidFill>
            <a:prstDash val="solid"/>
          </a:ln>
        </p:spPr>
      </p:sp>
      <p:sp>
        <p:nvSpPr>
          <p:cNvPr id="37" name="DP2 object 22">
            <a:extLst xmlns:a="http://schemas.openxmlformats.org/drawingml/2006/main">
              <a:ext uri="{FF2B5EF4-FFF2-40B4-BE49-F238E27FC236}">
                <a16:creationId xmlns:a16="http://schemas.microsoft.com/office/drawing/2014/main" id="{9D2EF872-155D-4029-8775-AC3D813C2620}"/>
              </a:ext>
            </a:extLst>
          </p:cNvPr>
          <p:cNvSpPr>
            <a:spLocks xmlns:a="http://schemas.openxmlformats.org/drawingml/2006/main" noGrp="1"/>
          </p:cNvSpPr>
          <p:nvPr/>
        </p:nvSpPr>
        <p:spPr>
          <a:xfrm xmlns:a="http://schemas.openxmlformats.org/drawingml/2006/main">
            <a:off x="8905875" y="6334125"/>
            <a:ext cx="3286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C00000"/>
                </a:solidFill>
                <a:latin typeface="Apple SD Gothic Neo"/>
                <a:ea typeface="Apple SD Gothic Neo"/>
                <a:cs typeface="Apple SD Gothic Neo"/>
              </a:defRPr>
            </a:defPPr>
            <a:lvl1pPr algn="ctr">
              <a:defRPr sz="1875" b="1">
                <a:solidFill>
                  <a:srgbClr val="C00000"/>
                </a:solidFill>
                <a:latin typeface="Apple SD Gothic Neo"/>
                <a:ea typeface="Apple SD Gothic Neo"/>
                <a:cs typeface="Apple SD Gothic Neo"/>
              </a:defRPr>
            </a:lvl1pPr>
            <a:lvl2pPr algn="ctr">
              <a:defRPr sz="1875" b="1">
                <a:solidFill>
                  <a:srgbClr val="C00000"/>
                </a:solidFill>
                <a:latin typeface="Apple SD Gothic Neo"/>
                <a:ea typeface="Apple SD Gothic Neo"/>
                <a:cs typeface="Apple SD Gothic Neo"/>
              </a:defRPr>
            </a:lvl2pPr>
            <a:lvl3pPr algn="ctr">
              <a:defRPr sz="1875" b="1">
                <a:solidFill>
                  <a:srgbClr val="C00000"/>
                </a:solidFill>
                <a:latin typeface="Apple SD Gothic Neo"/>
                <a:ea typeface="Apple SD Gothic Neo"/>
                <a:cs typeface="Apple SD Gothic Neo"/>
              </a:defRPr>
            </a:lvl3pPr>
            <a:lvl4pPr algn="ctr">
              <a:defRPr sz="1875" b="1">
                <a:solidFill>
                  <a:srgbClr val="C00000"/>
                </a:solidFill>
                <a:latin typeface="Apple SD Gothic Neo"/>
                <a:ea typeface="Apple SD Gothic Neo"/>
                <a:cs typeface="Apple SD Gothic Neo"/>
              </a:defRPr>
            </a:lvl4pPr>
            <a:lvl5pPr algn="ctr">
              <a:defRPr sz="1875" b="1">
                <a:solidFill>
                  <a:srgbClr val="C00000"/>
                </a:solidFill>
                <a:latin typeface="Apple SD Gothic Neo"/>
                <a:ea typeface="Apple SD Gothic Neo"/>
                <a:cs typeface="Apple SD Gothic Neo"/>
              </a:defRPr>
            </a:lvl5pPr>
            <a:lvl6pPr algn="ctr">
              <a:defRPr sz="1875" b="1">
                <a:solidFill>
                  <a:srgbClr val="C00000"/>
                </a:solidFill>
                <a:latin typeface="Apple SD Gothic Neo"/>
                <a:ea typeface="Apple SD Gothic Neo"/>
                <a:cs typeface="Apple SD Gothic Neo"/>
              </a:defRPr>
            </a:lvl6pPr>
            <a:lvl7pPr algn="ctr">
              <a:defRPr sz="1875" b="1">
                <a:solidFill>
                  <a:srgbClr val="C00000"/>
                </a:solidFill>
                <a:latin typeface="Apple SD Gothic Neo"/>
                <a:ea typeface="Apple SD Gothic Neo"/>
                <a:cs typeface="Apple SD Gothic Neo"/>
              </a:defRPr>
            </a:lvl7pPr>
            <a:lvl8pPr algn="ctr">
              <a:defRPr sz="1875" b="1">
                <a:solidFill>
                  <a:srgbClr val="C00000"/>
                </a:solidFill>
                <a:latin typeface="Apple SD Gothic Neo"/>
                <a:ea typeface="Apple SD Gothic Neo"/>
                <a:cs typeface="Apple SD Gothic Neo"/>
              </a:defRPr>
            </a:lvl8pPr>
            <a:lvl9pPr algn="ctr">
              <a:defRPr sz="1875" b="1">
                <a:solidFill>
                  <a:srgbClr val="C00000"/>
                </a:solidFill>
                <a:latin typeface="Apple SD Gothic Neo"/>
                <a:ea typeface="Apple SD Gothic Neo"/>
                <a:cs typeface="Apple SD Gothic Neo"/>
              </a:defRPr>
            </a:lvl9pPr>
          </a:lstStyle>
          <a:p xmlns:a="http://schemas.openxmlformats.org/drawingml/2006/main">
            <a:pPr algn="ctr">
              <a:defRPr sz="1875" b="1">
                <a:solidFill>
                  <a:srgbClr val="C00000"/>
                </a:solidFill>
                <a:latin typeface="Apple SD Gothic Neo"/>
                <a:ea typeface="Apple SD Gothic Neo"/>
                <a:cs typeface="Apple SD Gothic Neo"/>
              </a:defRPr>
            </a:pPr>
            <a:r>
              <a:rPr sz="1875" b="1">
                <a:solidFill>
                  <a:srgbClr val="C00000"/>
                </a:solidFill>
                <a:latin typeface="Apple SD Gothic Neo"/>
                <a:ea typeface="Apple SD Gothic Neo"/>
                <a:cs typeface="Apple SD Gothic Neo"/>
              </a:rPr>
              <a:t>이 대기를 줄일 수 있는가?</a:t>
            </a:r>
          </a:p>
        </p:txBody>
      </p:sp>
      <p:sp>
        <p:nvSpPr>
          <p:cNvPr id="38" name="Editable path 23">
            <a:extLst xmlns:a="http://schemas.openxmlformats.org/drawingml/2006/main">
              <a:ext uri="{FF2B5EF4-FFF2-40B4-BE49-F238E27FC236}">
                <a16:creationId xmlns:a16="http://schemas.microsoft.com/office/drawing/2014/main" id="{B055A01E-83AC-410A-BB4A-34DF831252AD}"/>
              </a:ext>
            </a:extLst>
          </p:cNvPr>
          <p:cNvSpPr>
            <a:spLocks xmlns:a="http://schemas.openxmlformats.org/drawingml/2006/main" noGrp="1"/>
          </p:cNvSpPr>
          <p:nvPr/>
        </p:nvSpPr>
        <p:spPr>
          <a:xfrm xmlns:a="http://schemas.openxmlformats.org/drawingml/2006/main">
            <a:off x="2028825" y="7629525"/>
            <a:ext cx="10258425" cy="953"/>
          </a:xfrm>
          <a:custGeom xmlns:a="http://schemas.openxmlformats.org/drawingml/2006/main">
            <a:pathLst>
              <a:path w="10258425" h="953">
                <a:moveTo>
                  <a:pt x="0" y="0"/>
                </a:moveTo>
                <a:lnTo>
                  <a:pt x="10258425" y="0"/>
                </a:lnTo>
              </a:path>
            </a:pathLst>
          </a:custGeom>
          <a:noFill xmlns:a="http://schemas.openxmlformats.org/drawingml/2006/main"/>
          <a:ln xmlns:a="http://schemas.openxmlformats.org/drawingml/2006/main" w="16193">
            <a:solidFill>
              <a:srgbClr val="111111"/>
            </a:solidFill>
            <a:prstDash val="solid"/>
          </a:ln>
        </p:spPr>
      </p:sp>
      <p:sp>
        <p:nvSpPr>
          <p:cNvPr id="39" name="Editable arrowhead 24">
            <a:extLst xmlns:a="http://schemas.openxmlformats.org/drawingml/2006/main">
              <a:ext uri="{FF2B5EF4-FFF2-40B4-BE49-F238E27FC236}">
                <a16:creationId xmlns:a16="http://schemas.microsoft.com/office/drawing/2014/main" id="{A3EA322C-C2A5-4474-BFD7-49C315A19F48}"/>
              </a:ext>
            </a:extLst>
          </p:cNvPr>
          <p:cNvSpPr>
            <a:spLocks xmlns:a="http://schemas.openxmlformats.org/drawingml/2006/main" noGrp="1"/>
          </p:cNvSpPr>
          <p:nvPr/>
        </p:nvSpPr>
        <p:spPr>
          <a:xfrm xmlns:a="http://schemas.openxmlformats.org/drawingml/2006/main">
            <a:off x="12192000" y="758190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0" name="DP2 object 25">
            <a:extLst xmlns:a="http://schemas.openxmlformats.org/drawingml/2006/main">
              <a:ext uri="{FF2B5EF4-FFF2-40B4-BE49-F238E27FC236}">
                <a16:creationId xmlns:a16="http://schemas.microsoft.com/office/drawing/2014/main" id="{37A6370C-C7A6-4B48-A59F-9561E861624C}"/>
              </a:ext>
            </a:extLst>
          </p:cNvPr>
          <p:cNvSpPr>
            <a:spLocks xmlns:a="http://schemas.openxmlformats.org/drawingml/2006/main" noGrp="1"/>
          </p:cNvSpPr>
          <p:nvPr/>
        </p:nvSpPr>
        <p:spPr>
          <a:xfrm xmlns:a="http://schemas.openxmlformats.org/drawingml/2006/main">
            <a:off x="11753850" y="7743825"/>
            <a:ext cx="7143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650" b="0">
                <a:solidFill>
                  <a:srgbClr val="111111"/>
                </a:solidFill>
                <a:latin typeface="Apple SD Gothic Neo"/>
                <a:ea typeface="Apple SD Gothic Neo"/>
                <a:cs typeface="Apple SD Gothic Neo"/>
              </a:defRPr>
            </a:defPPr>
            <a:lvl1pPr algn="r">
              <a:defRPr sz="1650" b="0">
                <a:solidFill>
                  <a:srgbClr val="111111"/>
                </a:solidFill>
                <a:latin typeface="Apple SD Gothic Neo"/>
                <a:ea typeface="Apple SD Gothic Neo"/>
                <a:cs typeface="Apple SD Gothic Neo"/>
              </a:defRPr>
            </a:lvl1pPr>
            <a:lvl2pPr algn="r">
              <a:defRPr sz="1650" b="0">
                <a:solidFill>
                  <a:srgbClr val="111111"/>
                </a:solidFill>
                <a:latin typeface="Apple SD Gothic Neo"/>
                <a:ea typeface="Apple SD Gothic Neo"/>
                <a:cs typeface="Apple SD Gothic Neo"/>
              </a:defRPr>
            </a:lvl2pPr>
            <a:lvl3pPr algn="r">
              <a:defRPr sz="1650" b="0">
                <a:solidFill>
                  <a:srgbClr val="111111"/>
                </a:solidFill>
                <a:latin typeface="Apple SD Gothic Neo"/>
                <a:ea typeface="Apple SD Gothic Neo"/>
                <a:cs typeface="Apple SD Gothic Neo"/>
              </a:defRPr>
            </a:lvl3pPr>
            <a:lvl4pPr algn="r">
              <a:defRPr sz="1650" b="0">
                <a:solidFill>
                  <a:srgbClr val="111111"/>
                </a:solidFill>
                <a:latin typeface="Apple SD Gothic Neo"/>
                <a:ea typeface="Apple SD Gothic Neo"/>
                <a:cs typeface="Apple SD Gothic Neo"/>
              </a:defRPr>
            </a:lvl4pPr>
            <a:lvl5pPr algn="r">
              <a:defRPr sz="1650" b="0">
                <a:solidFill>
                  <a:srgbClr val="111111"/>
                </a:solidFill>
                <a:latin typeface="Apple SD Gothic Neo"/>
                <a:ea typeface="Apple SD Gothic Neo"/>
                <a:cs typeface="Apple SD Gothic Neo"/>
              </a:defRPr>
            </a:lvl5pPr>
            <a:lvl6pPr algn="r">
              <a:defRPr sz="1650" b="0">
                <a:solidFill>
                  <a:srgbClr val="111111"/>
                </a:solidFill>
                <a:latin typeface="Apple SD Gothic Neo"/>
                <a:ea typeface="Apple SD Gothic Neo"/>
                <a:cs typeface="Apple SD Gothic Neo"/>
              </a:defRPr>
            </a:lvl6pPr>
            <a:lvl7pPr algn="r">
              <a:defRPr sz="1650" b="0">
                <a:solidFill>
                  <a:srgbClr val="111111"/>
                </a:solidFill>
                <a:latin typeface="Apple SD Gothic Neo"/>
                <a:ea typeface="Apple SD Gothic Neo"/>
                <a:cs typeface="Apple SD Gothic Neo"/>
              </a:defRPr>
            </a:lvl7pPr>
            <a:lvl8pPr algn="r">
              <a:defRPr sz="1650" b="0">
                <a:solidFill>
                  <a:srgbClr val="111111"/>
                </a:solidFill>
                <a:latin typeface="Apple SD Gothic Neo"/>
                <a:ea typeface="Apple SD Gothic Neo"/>
                <a:cs typeface="Apple SD Gothic Neo"/>
              </a:defRPr>
            </a:lvl8pPr>
            <a:lvl9pPr algn="r">
              <a:defRPr sz="1650" b="0">
                <a:solidFill>
                  <a:srgbClr val="111111"/>
                </a:solidFill>
                <a:latin typeface="Apple SD Gothic Neo"/>
                <a:ea typeface="Apple SD Gothic Neo"/>
                <a:cs typeface="Apple SD Gothic Neo"/>
              </a:defRPr>
            </a:lvl9pPr>
          </a:lstStyle>
          <a:p xmlns:a="http://schemas.openxmlformats.org/drawingml/2006/main">
            <a:pPr algn="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시간</a:t>
            </a:r>
          </a:p>
        </p:txBody>
      </p:sp>
      <p:sp>
        <p:nvSpPr>
          <p:cNvPr id="41" name="DP2 object 26">
            <a:extLst xmlns:a="http://schemas.openxmlformats.org/drawingml/2006/main">
              <a:ext uri="{FF2B5EF4-FFF2-40B4-BE49-F238E27FC236}">
                <a16:creationId xmlns:a16="http://schemas.microsoft.com/office/drawing/2014/main" id="{54D3C51C-0A4E-4DAB-B392-CB32BBCB7824}"/>
              </a:ext>
            </a:extLst>
          </p:cNvPr>
          <p:cNvSpPr>
            <a:spLocks xmlns:a="http://schemas.openxmlformats.org/drawingml/2006/main" noGrp="1"/>
          </p:cNvSpPr>
          <p:nvPr/>
        </p:nvSpPr>
        <p:spPr>
          <a:xfrm xmlns:a="http://schemas.openxmlformats.org/drawingml/2006/main">
            <a:off x="2057400" y="7839075"/>
            <a:ext cx="890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4676CB"/>
                </a:solidFill>
                <a:latin typeface="Apple SD Gothic Neo"/>
                <a:ea typeface="Apple SD Gothic Neo"/>
                <a:cs typeface="Apple SD Gothic Neo"/>
              </a:defRPr>
            </a:defPPr>
            <a:lvl1pPr algn="l">
              <a:defRPr sz="1950" b="1">
                <a:solidFill>
                  <a:srgbClr val="4676CB"/>
                </a:solidFill>
                <a:latin typeface="Apple SD Gothic Neo"/>
                <a:ea typeface="Apple SD Gothic Neo"/>
                <a:cs typeface="Apple SD Gothic Neo"/>
              </a:defRPr>
            </a:lvl1pPr>
            <a:lvl2pPr algn="l">
              <a:defRPr sz="1950" b="1">
                <a:solidFill>
                  <a:srgbClr val="4676CB"/>
                </a:solidFill>
                <a:latin typeface="Apple SD Gothic Neo"/>
                <a:ea typeface="Apple SD Gothic Neo"/>
                <a:cs typeface="Apple SD Gothic Neo"/>
              </a:defRPr>
            </a:lvl2pPr>
            <a:lvl3pPr algn="l">
              <a:defRPr sz="1950" b="1">
                <a:solidFill>
                  <a:srgbClr val="4676CB"/>
                </a:solidFill>
                <a:latin typeface="Apple SD Gothic Neo"/>
                <a:ea typeface="Apple SD Gothic Neo"/>
                <a:cs typeface="Apple SD Gothic Neo"/>
              </a:defRPr>
            </a:lvl3pPr>
            <a:lvl4pPr algn="l">
              <a:defRPr sz="1950" b="1">
                <a:solidFill>
                  <a:srgbClr val="4676CB"/>
                </a:solidFill>
                <a:latin typeface="Apple SD Gothic Neo"/>
                <a:ea typeface="Apple SD Gothic Neo"/>
                <a:cs typeface="Apple SD Gothic Neo"/>
              </a:defRPr>
            </a:lvl4pPr>
            <a:lvl5pPr algn="l">
              <a:defRPr sz="1950" b="1">
                <a:solidFill>
                  <a:srgbClr val="4676CB"/>
                </a:solidFill>
                <a:latin typeface="Apple SD Gothic Neo"/>
                <a:ea typeface="Apple SD Gothic Neo"/>
                <a:cs typeface="Apple SD Gothic Neo"/>
              </a:defRPr>
            </a:lvl5pPr>
            <a:lvl6pPr algn="l">
              <a:defRPr sz="1950" b="1">
                <a:solidFill>
                  <a:srgbClr val="4676CB"/>
                </a:solidFill>
                <a:latin typeface="Apple SD Gothic Neo"/>
                <a:ea typeface="Apple SD Gothic Neo"/>
                <a:cs typeface="Apple SD Gothic Neo"/>
              </a:defRPr>
            </a:lvl6pPr>
            <a:lvl7pPr algn="l">
              <a:defRPr sz="1950" b="1">
                <a:solidFill>
                  <a:srgbClr val="4676CB"/>
                </a:solidFill>
                <a:latin typeface="Apple SD Gothic Neo"/>
                <a:ea typeface="Apple SD Gothic Neo"/>
                <a:cs typeface="Apple SD Gothic Neo"/>
              </a:defRPr>
            </a:lvl7pPr>
            <a:lvl8pPr algn="l">
              <a:defRPr sz="1950" b="1">
                <a:solidFill>
                  <a:srgbClr val="4676CB"/>
                </a:solidFill>
                <a:latin typeface="Apple SD Gothic Neo"/>
                <a:ea typeface="Apple SD Gothic Neo"/>
                <a:cs typeface="Apple SD Gothic Neo"/>
              </a:defRPr>
            </a:lvl8pPr>
            <a:lvl9pPr algn="l">
              <a:defRPr sz="1950" b="1">
                <a:solidFill>
                  <a:srgbClr val="4676CB"/>
                </a:solidFill>
                <a:latin typeface="Apple SD Gothic Neo"/>
                <a:ea typeface="Apple SD Gothic Neo"/>
                <a:cs typeface="Apple SD Gothic Neo"/>
              </a:defRPr>
            </a:lvl9pPr>
          </a:lstStyle>
          <a:p xmlns:a="http://schemas.openxmlformats.org/drawingml/2006/main">
            <a:pPr algn="l">
              <a:defRPr sz="1950" b="1">
                <a:solidFill>
                  <a:srgbClr val="4676CB"/>
                </a:solidFill>
                <a:latin typeface="Apple SD Gothic Neo"/>
                <a:ea typeface="Apple SD Gothic Neo"/>
                <a:cs typeface="Apple SD Gothic Neo"/>
              </a:defRPr>
            </a:pPr>
            <a:r>
              <a:rPr sz="1950" b="1">
                <a:solidFill>
                  <a:srgbClr val="4676CB"/>
                </a:solidFill>
                <a:latin typeface="Apple SD Gothic Neo"/>
                <a:ea typeface="Apple SD Gothic Neo"/>
                <a:cs typeface="Apple SD Gothic Neo"/>
              </a:rPr>
              <a:t>수신과 의미 판단 시작은 다른 사건</a:t>
            </a:r>
          </a:p>
        </p:txBody>
      </p:sp>
      <p:sp>
        <p:nvSpPr>
          <p:cNvPr id="42" name="DP2 object 27">
            <a:extLst xmlns:a="http://schemas.openxmlformats.org/drawingml/2006/main">
              <a:ext uri="{FF2B5EF4-FFF2-40B4-BE49-F238E27FC236}">
                <a16:creationId xmlns:a16="http://schemas.microsoft.com/office/drawing/2014/main" id="{5FEB4012-9464-4D81-814D-7C2E648ACAB6}"/>
              </a:ext>
            </a:extLst>
          </p:cNvPr>
          <p:cNvSpPr>
            <a:spLocks xmlns:a="http://schemas.openxmlformats.org/drawingml/2006/main" noGrp="1"/>
          </p:cNvSpPr>
          <p:nvPr/>
        </p:nvSpPr>
        <p:spPr>
          <a:xfrm xmlns:a="http://schemas.openxmlformats.org/drawingml/2006/main">
            <a:off x="13315950" y="2952750"/>
            <a:ext cx="419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325" b="1">
                <a:solidFill>
                  <a:srgbClr val="111111"/>
                </a:solidFill>
                <a:latin typeface="Apple SD Gothic Neo"/>
                <a:ea typeface="Apple SD Gothic Neo"/>
                <a:cs typeface="Apple SD Gothic Neo"/>
              </a:defRPr>
            </a:defPPr>
            <a:lvl1pPr algn="l">
              <a:defRPr sz="2325" b="1">
                <a:solidFill>
                  <a:srgbClr val="111111"/>
                </a:solidFill>
                <a:latin typeface="Apple SD Gothic Neo"/>
                <a:ea typeface="Apple SD Gothic Neo"/>
                <a:cs typeface="Apple SD Gothic Neo"/>
              </a:defRPr>
            </a:lvl1pPr>
            <a:lvl2pPr algn="l">
              <a:defRPr sz="2325" b="1">
                <a:solidFill>
                  <a:srgbClr val="111111"/>
                </a:solidFill>
                <a:latin typeface="Apple SD Gothic Neo"/>
                <a:ea typeface="Apple SD Gothic Neo"/>
                <a:cs typeface="Apple SD Gothic Neo"/>
              </a:defRPr>
            </a:lvl2pPr>
            <a:lvl3pPr algn="l">
              <a:defRPr sz="2325" b="1">
                <a:solidFill>
                  <a:srgbClr val="111111"/>
                </a:solidFill>
                <a:latin typeface="Apple SD Gothic Neo"/>
                <a:ea typeface="Apple SD Gothic Neo"/>
                <a:cs typeface="Apple SD Gothic Neo"/>
              </a:defRPr>
            </a:lvl3pPr>
            <a:lvl4pPr algn="l">
              <a:defRPr sz="2325" b="1">
                <a:solidFill>
                  <a:srgbClr val="111111"/>
                </a:solidFill>
                <a:latin typeface="Apple SD Gothic Neo"/>
                <a:ea typeface="Apple SD Gothic Neo"/>
                <a:cs typeface="Apple SD Gothic Neo"/>
              </a:defRPr>
            </a:lvl4pPr>
            <a:lvl5pPr algn="l">
              <a:defRPr sz="2325" b="1">
                <a:solidFill>
                  <a:srgbClr val="111111"/>
                </a:solidFill>
                <a:latin typeface="Apple SD Gothic Neo"/>
                <a:ea typeface="Apple SD Gothic Neo"/>
                <a:cs typeface="Apple SD Gothic Neo"/>
              </a:defRPr>
            </a:lvl5pPr>
            <a:lvl6pPr algn="l">
              <a:defRPr sz="2325" b="1">
                <a:solidFill>
                  <a:srgbClr val="111111"/>
                </a:solidFill>
                <a:latin typeface="Apple SD Gothic Neo"/>
                <a:ea typeface="Apple SD Gothic Neo"/>
                <a:cs typeface="Apple SD Gothic Neo"/>
              </a:defRPr>
            </a:lvl6pPr>
            <a:lvl7pPr algn="l">
              <a:defRPr sz="2325" b="1">
                <a:solidFill>
                  <a:srgbClr val="111111"/>
                </a:solidFill>
                <a:latin typeface="Apple SD Gothic Neo"/>
                <a:ea typeface="Apple SD Gothic Neo"/>
                <a:cs typeface="Apple SD Gothic Neo"/>
              </a:defRPr>
            </a:lvl7pPr>
            <a:lvl8pPr algn="l">
              <a:defRPr sz="2325" b="1">
                <a:solidFill>
                  <a:srgbClr val="111111"/>
                </a:solidFill>
                <a:latin typeface="Apple SD Gothic Neo"/>
                <a:ea typeface="Apple SD Gothic Neo"/>
                <a:cs typeface="Apple SD Gothic Neo"/>
              </a:defRPr>
            </a:lvl8pPr>
            <a:lvl9pPr algn="l">
              <a:defRPr sz="2325" b="1">
                <a:solidFill>
                  <a:srgbClr val="111111"/>
                </a:solidFill>
                <a:latin typeface="Apple SD Gothic Neo"/>
                <a:ea typeface="Apple SD Gothic Neo"/>
                <a:cs typeface="Apple SD Gothic Neo"/>
              </a:defRPr>
            </a:lvl9pPr>
          </a:lstStyle>
          <a:p xmlns:a="http://schemas.openxmlformats.org/drawingml/2006/main">
            <a:pPr algn="l">
              <a:defRPr sz="2325" b="1">
                <a:solidFill>
                  <a:srgbClr val="111111"/>
                </a:solidFill>
                <a:latin typeface="Apple SD Gothic Neo"/>
                <a:ea typeface="Apple SD Gothic Neo"/>
                <a:cs typeface="Apple SD Gothic Neo"/>
              </a:defRPr>
            </a:pPr>
            <a:r>
              <a:rPr sz="2325" b="1">
                <a:solidFill>
                  <a:srgbClr val="111111"/>
                </a:solidFill>
                <a:latin typeface="Apple SD Gothic Neo"/>
                <a:ea typeface="Apple SD Gothic Neo"/>
                <a:cs typeface="Apple SD Gothic Neo"/>
              </a:rPr>
              <a:t>무엇이 문제인가?</a:t>
            </a:r>
          </a:p>
        </p:txBody>
      </p:sp>
      <p:sp>
        <p:nvSpPr>
          <p:cNvPr id="43" name="DP2 object 28">
            <a:extLst xmlns:a="http://schemas.openxmlformats.org/drawingml/2006/main">
              <a:ext uri="{FF2B5EF4-FFF2-40B4-BE49-F238E27FC236}">
                <a16:creationId xmlns:a16="http://schemas.microsoft.com/office/drawing/2014/main" id="{65A69D2E-E661-41F5-957E-65311A4394F5}"/>
              </a:ext>
            </a:extLst>
          </p:cNvPr>
          <p:cNvSpPr>
            <a:spLocks xmlns:a="http://schemas.openxmlformats.org/drawingml/2006/main" noGrp="1"/>
          </p:cNvSpPr>
          <p:nvPr/>
        </p:nvSpPr>
        <p:spPr>
          <a:xfrm xmlns:a="http://schemas.openxmlformats.org/drawingml/2006/main">
            <a:off x="13373100" y="38671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44" name="DP2 object 29">
            <a:extLst xmlns:a="http://schemas.openxmlformats.org/drawingml/2006/main">
              <a:ext uri="{FF2B5EF4-FFF2-40B4-BE49-F238E27FC236}">
                <a16:creationId xmlns:a16="http://schemas.microsoft.com/office/drawing/2014/main" id="{B1248EF9-8D8E-4493-B8D4-E731C8360AE0}"/>
              </a:ext>
            </a:extLst>
          </p:cNvPr>
          <p:cNvSpPr>
            <a:spLocks xmlns:a="http://schemas.openxmlformats.org/drawingml/2006/main" noGrp="1"/>
          </p:cNvSpPr>
          <p:nvPr/>
        </p:nvSpPr>
        <p:spPr>
          <a:xfrm xmlns:a="http://schemas.openxmlformats.org/drawingml/2006/main">
            <a:off x="13373100" y="38671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45" name="DP2 object 30">
            <a:extLst xmlns:a="http://schemas.openxmlformats.org/drawingml/2006/main">
              <a:ext uri="{FF2B5EF4-FFF2-40B4-BE49-F238E27FC236}">
                <a16:creationId xmlns:a16="http://schemas.microsoft.com/office/drawing/2014/main" id="{C662506E-A1B0-4741-B969-C2C7F7F0A584}"/>
              </a:ext>
            </a:extLst>
          </p:cNvPr>
          <p:cNvSpPr>
            <a:spLocks xmlns:a="http://schemas.openxmlformats.org/drawingml/2006/main" noGrp="1"/>
          </p:cNvSpPr>
          <p:nvPr/>
        </p:nvSpPr>
        <p:spPr>
          <a:xfrm xmlns:a="http://schemas.openxmlformats.org/drawingml/2006/main">
            <a:off x="13830300" y="3800475"/>
            <a:ext cx="36480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1">
                <a:solidFill>
                  <a:srgbClr val="111111"/>
                </a:solidFill>
                <a:latin typeface="Apple SD Gothic Neo"/>
                <a:ea typeface="Apple SD Gothic Neo"/>
                <a:cs typeface="Apple SD Gothic Neo"/>
              </a:defRPr>
            </a:defPPr>
            <a:lvl1pPr algn="l">
              <a:defRPr sz="2025" b="1">
                <a:solidFill>
                  <a:srgbClr val="111111"/>
                </a:solidFill>
                <a:latin typeface="Apple SD Gothic Neo"/>
                <a:ea typeface="Apple SD Gothic Neo"/>
                <a:cs typeface="Apple SD Gothic Neo"/>
              </a:defRPr>
            </a:lvl1pPr>
            <a:lvl2pPr algn="l">
              <a:defRPr sz="2025" b="1">
                <a:solidFill>
                  <a:srgbClr val="111111"/>
                </a:solidFill>
                <a:latin typeface="Apple SD Gothic Neo"/>
                <a:ea typeface="Apple SD Gothic Neo"/>
                <a:cs typeface="Apple SD Gothic Neo"/>
              </a:defRPr>
            </a:lvl2pPr>
            <a:lvl3pPr algn="l">
              <a:defRPr sz="2025" b="1">
                <a:solidFill>
                  <a:srgbClr val="111111"/>
                </a:solidFill>
                <a:latin typeface="Apple SD Gothic Neo"/>
                <a:ea typeface="Apple SD Gothic Neo"/>
                <a:cs typeface="Apple SD Gothic Neo"/>
              </a:defRPr>
            </a:lvl3pPr>
            <a:lvl4pPr algn="l">
              <a:defRPr sz="2025" b="1">
                <a:solidFill>
                  <a:srgbClr val="111111"/>
                </a:solidFill>
                <a:latin typeface="Apple SD Gothic Neo"/>
                <a:ea typeface="Apple SD Gothic Neo"/>
                <a:cs typeface="Apple SD Gothic Neo"/>
              </a:defRPr>
            </a:lvl4pPr>
            <a:lvl5pPr algn="l">
              <a:defRPr sz="2025" b="1">
                <a:solidFill>
                  <a:srgbClr val="111111"/>
                </a:solidFill>
                <a:latin typeface="Apple SD Gothic Neo"/>
                <a:ea typeface="Apple SD Gothic Neo"/>
                <a:cs typeface="Apple SD Gothic Neo"/>
              </a:defRPr>
            </a:lvl5pPr>
            <a:lvl6pPr algn="l">
              <a:defRPr sz="2025" b="1">
                <a:solidFill>
                  <a:srgbClr val="111111"/>
                </a:solidFill>
                <a:latin typeface="Apple SD Gothic Neo"/>
                <a:ea typeface="Apple SD Gothic Neo"/>
                <a:cs typeface="Apple SD Gothic Neo"/>
              </a:defRPr>
            </a:lvl6pPr>
            <a:lvl7pPr algn="l">
              <a:defRPr sz="2025" b="1">
                <a:solidFill>
                  <a:srgbClr val="111111"/>
                </a:solidFill>
                <a:latin typeface="Apple SD Gothic Neo"/>
                <a:ea typeface="Apple SD Gothic Neo"/>
                <a:cs typeface="Apple SD Gothic Neo"/>
              </a:defRPr>
            </a:lvl7pPr>
            <a:lvl8pPr algn="l">
              <a:defRPr sz="2025" b="1">
                <a:solidFill>
                  <a:srgbClr val="111111"/>
                </a:solidFill>
                <a:latin typeface="Apple SD Gothic Neo"/>
                <a:ea typeface="Apple SD Gothic Neo"/>
                <a:cs typeface="Apple SD Gothic Neo"/>
              </a:defRPr>
            </a:lvl8pPr>
            <a:lvl9pPr algn="l">
              <a:defRPr sz="2025" b="1">
                <a:solidFill>
                  <a:srgbClr val="111111"/>
                </a:solidFill>
                <a:latin typeface="Apple SD Gothic Neo"/>
                <a:ea typeface="Apple SD Gothic Neo"/>
                <a:cs typeface="Apple SD Gothic Neo"/>
              </a:defRPr>
            </a:lvl9pPr>
          </a:lstStyle>
          <a:p xmlns:a="http://schemas.openxmlformats.org/drawingml/2006/main">
            <a:pPr algn="l">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같은 실행에서 기다리면</a:t>
            </a:r>
          </a:p>
        </p:txBody>
      </p:sp>
      <p:sp>
        <p:nvSpPr>
          <p:cNvPr id="46" name="DP2 object 31">
            <a:extLst xmlns:a="http://schemas.openxmlformats.org/drawingml/2006/main">
              <a:ext uri="{FF2B5EF4-FFF2-40B4-BE49-F238E27FC236}">
                <a16:creationId xmlns:a16="http://schemas.microsoft.com/office/drawing/2014/main" id="{BC4C0C7E-5441-4F13-86AE-D234B18178B0}"/>
              </a:ext>
            </a:extLst>
          </p:cNvPr>
          <p:cNvSpPr>
            <a:spLocks xmlns:a="http://schemas.openxmlformats.org/drawingml/2006/main" noGrp="1"/>
          </p:cNvSpPr>
          <p:nvPr/>
        </p:nvSpPr>
        <p:spPr>
          <a:xfrm xmlns:a="http://schemas.openxmlformats.org/drawingml/2006/main">
            <a:off x="13392150" y="4448175"/>
            <a:ext cx="406717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00" b="1">
                <a:solidFill>
                  <a:srgbClr val="C00000"/>
                </a:solidFill>
                <a:latin typeface="Apple SD Gothic Neo"/>
                <a:ea typeface="Apple SD Gothic Neo"/>
                <a:cs typeface="Apple SD Gothic Neo"/>
              </a:defRPr>
            </a:defPPr>
            <a:lvl1pPr algn="l">
              <a:defRPr sz="2400" b="1">
                <a:solidFill>
                  <a:srgbClr val="C00000"/>
                </a:solidFill>
                <a:latin typeface="Apple SD Gothic Neo"/>
                <a:ea typeface="Apple SD Gothic Neo"/>
                <a:cs typeface="Apple SD Gothic Neo"/>
              </a:defRPr>
            </a:lvl1pPr>
            <a:lvl2pPr algn="l">
              <a:defRPr sz="2400" b="1">
                <a:solidFill>
                  <a:srgbClr val="C00000"/>
                </a:solidFill>
                <a:latin typeface="Apple SD Gothic Neo"/>
                <a:ea typeface="Apple SD Gothic Neo"/>
                <a:cs typeface="Apple SD Gothic Neo"/>
              </a:defRPr>
            </a:lvl2pPr>
            <a:lvl3pPr algn="l">
              <a:defRPr sz="2400" b="1">
                <a:solidFill>
                  <a:srgbClr val="C00000"/>
                </a:solidFill>
                <a:latin typeface="Apple SD Gothic Neo"/>
                <a:ea typeface="Apple SD Gothic Neo"/>
                <a:cs typeface="Apple SD Gothic Neo"/>
              </a:defRPr>
            </a:lvl3pPr>
            <a:lvl4pPr algn="l">
              <a:defRPr sz="2400" b="1">
                <a:solidFill>
                  <a:srgbClr val="C00000"/>
                </a:solidFill>
                <a:latin typeface="Apple SD Gothic Neo"/>
                <a:ea typeface="Apple SD Gothic Neo"/>
                <a:cs typeface="Apple SD Gothic Neo"/>
              </a:defRPr>
            </a:lvl4pPr>
            <a:lvl5pPr algn="l">
              <a:defRPr sz="2400" b="1">
                <a:solidFill>
                  <a:srgbClr val="C00000"/>
                </a:solidFill>
                <a:latin typeface="Apple SD Gothic Neo"/>
                <a:ea typeface="Apple SD Gothic Neo"/>
                <a:cs typeface="Apple SD Gothic Neo"/>
              </a:defRPr>
            </a:lvl5pPr>
            <a:lvl6pPr algn="l">
              <a:defRPr sz="2400" b="1">
                <a:solidFill>
                  <a:srgbClr val="C00000"/>
                </a:solidFill>
                <a:latin typeface="Apple SD Gothic Neo"/>
                <a:ea typeface="Apple SD Gothic Neo"/>
                <a:cs typeface="Apple SD Gothic Neo"/>
              </a:defRPr>
            </a:lvl6pPr>
            <a:lvl7pPr algn="l">
              <a:defRPr sz="2400" b="1">
                <a:solidFill>
                  <a:srgbClr val="C00000"/>
                </a:solidFill>
                <a:latin typeface="Apple SD Gothic Neo"/>
                <a:ea typeface="Apple SD Gothic Neo"/>
                <a:cs typeface="Apple SD Gothic Neo"/>
              </a:defRPr>
            </a:lvl7pPr>
            <a:lvl8pPr algn="l">
              <a:defRPr sz="2400" b="1">
                <a:solidFill>
                  <a:srgbClr val="C00000"/>
                </a:solidFill>
                <a:latin typeface="Apple SD Gothic Neo"/>
                <a:ea typeface="Apple SD Gothic Neo"/>
                <a:cs typeface="Apple SD Gothic Neo"/>
              </a:defRPr>
            </a:lvl8pPr>
            <a:lvl9pPr algn="l">
              <a:defRPr sz="2400" b="1">
                <a:solidFill>
                  <a:srgbClr val="C00000"/>
                </a:solidFill>
                <a:latin typeface="Apple SD Gothic Neo"/>
                <a:ea typeface="Apple SD Gothic Neo"/>
                <a:cs typeface="Apple SD Gothic Neo"/>
              </a:defRPr>
            </a:lvl9pPr>
          </a:lstStyle>
          <a:p xmlns:a="http://schemas.openxmlformats.org/drawingml/2006/main">
            <a:pPr algn="l">
              <a:defRPr sz="2400" b="1">
                <a:solidFill>
                  <a:srgbClr val="C00000"/>
                </a:solidFill>
                <a:latin typeface="Apple SD Gothic Neo"/>
                <a:ea typeface="Apple SD Gothic Neo"/>
                <a:cs typeface="Apple SD Gothic Neo"/>
              </a:defRPr>
            </a:pPr>
            <a:r>
              <a:rPr sz="2400" b="1">
                <a:solidFill>
                  <a:srgbClr val="C00000"/>
                </a:solidFill>
                <a:latin typeface="Apple SD Gothic Neo"/>
                <a:ea typeface="Apple SD Gothic Neo"/>
                <a:cs typeface="Apple SD Gothic Neo"/>
              </a:rPr>
              <a:t>새 질문의 응답이</a:t>
            </a:r>
          </a:p>
          <a:p xmlns:a="http://schemas.openxmlformats.org/drawingml/2006/main">
            <a:pPr algn="l">
              <a:defRPr sz="2400" b="1">
                <a:solidFill>
                  <a:srgbClr val="C00000"/>
                </a:solidFill>
                <a:latin typeface="Apple SD Gothic Neo"/>
                <a:ea typeface="Apple SD Gothic Neo"/>
                <a:cs typeface="Apple SD Gothic Neo"/>
              </a:defRPr>
            </a:pPr>
            <a:r>
              <a:rPr sz="2400" b="1">
                <a:solidFill>
                  <a:srgbClr val="C00000"/>
                </a:solidFill>
                <a:latin typeface="Apple SD Gothic Neo"/>
                <a:ea typeface="Apple SD Gothic Neo"/>
                <a:cs typeface="Apple SD Gothic Neo"/>
              </a:rPr>
              <a:t>현재 판단에 묶인다</a:t>
            </a:r>
          </a:p>
        </p:txBody>
      </p:sp>
      <p:sp>
        <p:nvSpPr>
          <p:cNvPr id="47" name="Editable path 32">
            <a:extLst xmlns:a="http://schemas.openxmlformats.org/drawingml/2006/main">
              <a:ext uri="{FF2B5EF4-FFF2-40B4-BE49-F238E27FC236}">
                <a16:creationId xmlns:a16="http://schemas.microsoft.com/office/drawing/2014/main" id="{999013A7-EDC9-47E4-BEE8-DBB401A20181}"/>
              </a:ext>
            </a:extLst>
          </p:cNvPr>
          <p:cNvSpPr>
            <a:spLocks xmlns:a="http://schemas.openxmlformats.org/drawingml/2006/main" noGrp="1"/>
          </p:cNvSpPr>
          <p:nvPr/>
        </p:nvSpPr>
        <p:spPr>
          <a:xfrm xmlns:a="http://schemas.openxmlformats.org/drawingml/2006/main">
            <a:off x="13392150" y="5572125"/>
            <a:ext cx="4076700" cy="953"/>
          </a:xfrm>
          <a:custGeom xmlns:a="http://schemas.openxmlformats.org/drawingml/2006/main">
            <a:pathLst>
              <a:path w="4076700" h="953">
                <a:moveTo>
                  <a:pt x="0" y="0"/>
                </a:moveTo>
                <a:lnTo>
                  <a:pt x="4076700" y="0"/>
                </a:lnTo>
              </a:path>
            </a:pathLst>
          </a:custGeom>
          <a:noFill xmlns:a="http://schemas.openxmlformats.org/drawingml/2006/main"/>
          <a:ln xmlns:a="http://schemas.openxmlformats.org/drawingml/2006/main" w="14288">
            <a:solidFill>
              <a:srgbClr val="B7B9B9"/>
            </a:solidFill>
            <a:prstDash val="solid"/>
          </a:ln>
        </p:spPr>
      </p:sp>
      <p:sp>
        <p:nvSpPr>
          <p:cNvPr id="48" name="DP2 object 33">
            <a:extLst xmlns:a="http://schemas.openxmlformats.org/drawingml/2006/main">
              <a:ext uri="{FF2B5EF4-FFF2-40B4-BE49-F238E27FC236}">
                <a16:creationId xmlns:a16="http://schemas.microsoft.com/office/drawing/2014/main" id="{058A739A-A643-433F-BFA3-9587A86F084E}"/>
              </a:ext>
            </a:extLst>
          </p:cNvPr>
          <p:cNvSpPr>
            <a:spLocks xmlns:a="http://schemas.openxmlformats.org/drawingml/2006/main" noGrp="1"/>
          </p:cNvSpPr>
          <p:nvPr/>
        </p:nvSpPr>
        <p:spPr>
          <a:xfrm xmlns:a="http://schemas.openxmlformats.org/drawingml/2006/main">
            <a:off x="13373100" y="601027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49" name="DP2 object 34">
            <a:extLst xmlns:a="http://schemas.openxmlformats.org/drawingml/2006/main">
              <a:ext uri="{FF2B5EF4-FFF2-40B4-BE49-F238E27FC236}">
                <a16:creationId xmlns:a16="http://schemas.microsoft.com/office/drawing/2014/main" id="{936C497D-04D9-4E3A-A7C8-110F510EBD8B}"/>
              </a:ext>
            </a:extLst>
          </p:cNvPr>
          <p:cNvSpPr>
            <a:spLocks xmlns:a="http://schemas.openxmlformats.org/drawingml/2006/main" noGrp="1"/>
          </p:cNvSpPr>
          <p:nvPr/>
        </p:nvSpPr>
        <p:spPr>
          <a:xfrm xmlns:a="http://schemas.openxmlformats.org/drawingml/2006/main">
            <a:off x="13373100" y="601027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50" name="DP2 object 35">
            <a:extLst xmlns:a="http://schemas.openxmlformats.org/drawingml/2006/main">
              <a:ext uri="{FF2B5EF4-FFF2-40B4-BE49-F238E27FC236}">
                <a16:creationId xmlns:a16="http://schemas.microsoft.com/office/drawing/2014/main" id="{7E5722FE-72F6-425F-8D40-4ABDCFF338C9}"/>
              </a:ext>
            </a:extLst>
          </p:cNvPr>
          <p:cNvSpPr>
            <a:spLocks xmlns:a="http://schemas.openxmlformats.org/drawingml/2006/main" noGrp="1"/>
          </p:cNvSpPr>
          <p:nvPr/>
        </p:nvSpPr>
        <p:spPr>
          <a:xfrm xmlns:a="http://schemas.openxmlformats.org/drawingml/2006/main">
            <a:off x="13830300" y="5943600"/>
            <a:ext cx="36480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1">
                <a:solidFill>
                  <a:srgbClr val="111111"/>
                </a:solidFill>
                <a:latin typeface="Apple SD Gothic Neo"/>
                <a:ea typeface="Apple SD Gothic Neo"/>
                <a:cs typeface="Apple SD Gothic Neo"/>
              </a:defRPr>
            </a:defPPr>
            <a:lvl1pPr algn="l">
              <a:defRPr sz="2025" b="1">
                <a:solidFill>
                  <a:srgbClr val="111111"/>
                </a:solidFill>
                <a:latin typeface="Apple SD Gothic Neo"/>
                <a:ea typeface="Apple SD Gothic Neo"/>
                <a:cs typeface="Apple SD Gothic Neo"/>
              </a:defRPr>
            </a:lvl1pPr>
            <a:lvl2pPr algn="l">
              <a:defRPr sz="2025" b="1">
                <a:solidFill>
                  <a:srgbClr val="111111"/>
                </a:solidFill>
                <a:latin typeface="Apple SD Gothic Neo"/>
                <a:ea typeface="Apple SD Gothic Neo"/>
                <a:cs typeface="Apple SD Gothic Neo"/>
              </a:defRPr>
            </a:lvl2pPr>
            <a:lvl3pPr algn="l">
              <a:defRPr sz="2025" b="1">
                <a:solidFill>
                  <a:srgbClr val="111111"/>
                </a:solidFill>
                <a:latin typeface="Apple SD Gothic Neo"/>
                <a:ea typeface="Apple SD Gothic Neo"/>
                <a:cs typeface="Apple SD Gothic Neo"/>
              </a:defRPr>
            </a:lvl3pPr>
            <a:lvl4pPr algn="l">
              <a:defRPr sz="2025" b="1">
                <a:solidFill>
                  <a:srgbClr val="111111"/>
                </a:solidFill>
                <a:latin typeface="Apple SD Gothic Neo"/>
                <a:ea typeface="Apple SD Gothic Neo"/>
                <a:cs typeface="Apple SD Gothic Neo"/>
              </a:defRPr>
            </a:lvl4pPr>
            <a:lvl5pPr algn="l">
              <a:defRPr sz="2025" b="1">
                <a:solidFill>
                  <a:srgbClr val="111111"/>
                </a:solidFill>
                <a:latin typeface="Apple SD Gothic Neo"/>
                <a:ea typeface="Apple SD Gothic Neo"/>
                <a:cs typeface="Apple SD Gothic Neo"/>
              </a:defRPr>
            </a:lvl5pPr>
            <a:lvl6pPr algn="l">
              <a:defRPr sz="2025" b="1">
                <a:solidFill>
                  <a:srgbClr val="111111"/>
                </a:solidFill>
                <a:latin typeface="Apple SD Gothic Neo"/>
                <a:ea typeface="Apple SD Gothic Neo"/>
                <a:cs typeface="Apple SD Gothic Neo"/>
              </a:defRPr>
            </a:lvl6pPr>
            <a:lvl7pPr algn="l">
              <a:defRPr sz="2025" b="1">
                <a:solidFill>
                  <a:srgbClr val="111111"/>
                </a:solidFill>
                <a:latin typeface="Apple SD Gothic Neo"/>
                <a:ea typeface="Apple SD Gothic Neo"/>
                <a:cs typeface="Apple SD Gothic Neo"/>
              </a:defRPr>
            </a:lvl7pPr>
            <a:lvl8pPr algn="l">
              <a:defRPr sz="2025" b="1">
                <a:solidFill>
                  <a:srgbClr val="111111"/>
                </a:solidFill>
                <a:latin typeface="Apple SD Gothic Neo"/>
                <a:ea typeface="Apple SD Gothic Neo"/>
                <a:cs typeface="Apple SD Gothic Neo"/>
              </a:defRPr>
            </a:lvl8pPr>
            <a:lvl9pPr algn="l">
              <a:defRPr sz="2025" b="1">
                <a:solidFill>
                  <a:srgbClr val="111111"/>
                </a:solidFill>
                <a:latin typeface="Apple SD Gothic Neo"/>
                <a:ea typeface="Apple SD Gothic Neo"/>
                <a:cs typeface="Apple SD Gothic Neo"/>
              </a:defRPr>
            </a:lvl9pPr>
          </a:lstStyle>
          <a:p xmlns:a="http://schemas.openxmlformats.org/drawingml/2006/main">
            <a:pPr algn="l">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실행을 나누면</a:t>
            </a:r>
          </a:p>
        </p:txBody>
      </p:sp>
      <p:sp>
        <p:nvSpPr>
          <p:cNvPr id="51" name="DP2 object 36">
            <a:extLst xmlns:a="http://schemas.openxmlformats.org/drawingml/2006/main">
              <a:ext uri="{FF2B5EF4-FFF2-40B4-BE49-F238E27FC236}">
                <a16:creationId xmlns:a16="http://schemas.microsoft.com/office/drawing/2014/main" id="{C5B54AE4-54E7-48D9-ADD2-94A547F8AFAF}"/>
              </a:ext>
            </a:extLst>
          </p:cNvPr>
          <p:cNvSpPr>
            <a:spLocks xmlns:a="http://schemas.openxmlformats.org/drawingml/2006/main" noGrp="1"/>
          </p:cNvSpPr>
          <p:nvPr/>
        </p:nvSpPr>
        <p:spPr>
          <a:xfrm xmlns:a="http://schemas.openxmlformats.org/drawingml/2006/main">
            <a:off x="13392150" y="6600825"/>
            <a:ext cx="406717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00" b="1">
                <a:solidFill>
                  <a:srgbClr val="C00000"/>
                </a:solidFill>
                <a:latin typeface="Apple SD Gothic Neo"/>
                <a:ea typeface="Apple SD Gothic Neo"/>
                <a:cs typeface="Apple SD Gothic Neo"/>
              </a:defRPr>
            </a:defPPr>
            <a:lvl1pPr algn="l">
              <a:defRPr sz="2400" b="1">
                <a:solidFill>
                  <a:srgbClr val="C00000"/>
                </a:solidFill>
                <a:latin typeface="Apple SD Gothic Neo"/>
                <a:ea typeface="Apple SD Gothic Neo"/>
                <a:cs typeface="Apple SD Gothic Neo"/>
              </a:defRPr>
            </a:lvl1pPr>
            <a:lvl2pPr algn="l">
              <a:defRPr sz="2400" b="1">
                <a:solidFill>
                  <a:srgbClr val="C00000"/>
                </a:solidFill>
                <a:latin typeface="Apple SD Gothic Neo"/>
                <a:ea typeface="Apple SD Gothic Neo"/>
                <a:cs typeface="Apple SD Gothic Neo"/>
              </a:defRPr>
            </a:lvl2pPr>
            <a:lvl3pPr algn="l">
              <a:defRPr sz="2400" b="1">
                <a:solidFill>
                  <a:srgbClr val="C00000"/>
                </a:solidFill>
                <a:latin typeface="Apple SD Gothic Neo"/>
                <a:ea typeface="Apple SD Gothic Neo"/>
                <a:cs typeface="Apple SD Gothic Neo"/>
              </a:defRPr>
            </a:lvl3pPr>
            <a:lvl4pPr algn="l">
              <a:defRPr sz="2400" b="1">
                <a:solidFill>
                  <a:srgbClr val="C00000"/>
                </a:solidFill>
                <a:latin typeface="Apple SD Gothic Neo"/>
                <a:ea typeface="Apple SD Gothic Neo"/>
                <a:cs typeface="Apple SD Gothic Neo"/>
              </a:defRPr>
            </a:lvl4pPr>
            <a:lvl5pPr algn="l">
              <a:defRPr sz="2400" b="1">
                <a:solidFill>
                  <a:srgbClr val="C00000"/>
                </a:solidFill>
                <a:latin typeface="Apple SD Gothic Neo"/>
                <a:ea typeface="Apple SD Gothic Neo"/>
                <a:cs typeface="Apple SD Gothic Neo"/>
              </a:defRPr>
            </a:lvl5pPr>
            <a:lvl6pPr algn="l">
              <a:defRPr sz="2400" b="1">
                <a:solidFill>
                  <a:srgbClr val="C00000"/>
                </a:solidFill>
                <a:latin typeface="Apple SD Gothic Neo"/>
                <a:ea typeface="Apple SD Gothic Neo"/>
                <a:cs typeface="Apple SD Gothic Neo"/>
              </a:defRPr>
            </a:lvl6pPr>
            <a:lvl7pPr algn="l">
              <a:defRPr sz="2400" b="1">
                <a:solidFill>
                  <a:srgbClr val="C00000"/>
                </a:solidFill>
                <a:latin typeface="Apple SD Gothic Neo"/>
                <a:ea typeface="Apple SD Gothic Neo"/>
                <a:cs typeface="Apple SD Gothic Neo"/>
              </a:defRPr>
            </a:lvl7pPr>
            <a:lvl8pPr algn="l">
              <a:defRPr sz="2400" b="1">
                <a:solidFill>
                  <a:srgbClr val="C00000"/>
                </a:solidFill>
                <a:latin typeface="Apple SD Gothic Neo"/>
                <a:ea typeface="Apple SD Gothic Neo"/>
                <a:cs typeface="Apple SD Gothic Neo"/>
              </a:defRPr>
            </a:lvl8pPr>
            <a:lvl9pPr algn="l">
              <a:defRPr sz="2400" b="1">
                <a:solidFill>
                  <a:srgbClr val="C00000"/>
                </a:solidFill>
                <a:latin typeface="Apple SD Gothic Neo"/>
                <a:ea typeface="Apple SD Gothic Neo"/>
                <a:cs typeface="Apple SD Gothic Neo"/>
              </a:defRPr>
            </a:lvl9pPr>
          </a:lstStyle>
          <a:p xmlns:a="http://schemas.openxmlformats.org/drawingml/2006/main">
            <a:pPr algn="l">
              <a:defRPr sz="2400" b="1">
                <a:solidFill>
                  <a:srgbClr val="C00000"/>
                </a:solidFill>
                <a:latin typeface="Apple SD Gothic Neo"/>
                <a:ea typeface="Apple SD Gothic Neo"/>
                <a:cs typeface="Apple SD Gothic Neo"/>
              </a:defRPr>
            </a:pPr>
            <a:r>
              <a:rPr sz="2400" b="1">
                <a:solidFill>
                  <a:srgbClr val="C00000"/>
                </a:solidFill>
                <a:latin typeface="Apple SD Gothic Neo"/>
                <a:ea typeface="Apple SD Gothic Neo"/>
                <a:cs typeface="Apple SD Gothic Neo"/>
              </a:rPr>
              <a:t>요청별 문맥과</a:t>
            </a:r>
          </a:p>
          <a:p xmlns:a="http://schemas.openxmlformats.org/drawingml/2006/main">
            <a:pPr algn="l">
              <a:defRPr sz="2400" b="1">
                <a:solidFill>
                  <a:srgbClr val="C00000"/>
                </a:solidFill>
                <a:latin typeface="Apple SD Gothic Neo"/>
                <a:ea typeface="Apple SD Gothic Neo"/>
                <a:cs typeface="Apple SD Gothic Neo"/>
              </a:defRPr>
            </a:pPr>
            <a:r>
              <a:rPr sz="2400" b="1">
                <a:solidFill>
                  <a:srgbClr val="C00000"/>
                </a:solidFill>
                <a:latin typeface="Apple SD Gothic Neo"/>
                <a:ea typeface="Apple SD Gothic Neo"/>
                <a:cs typeface="Apple SD Gothic Neo"/>
              </a:rPr>
              <a:t>반환 상태가 늘어난다</a:t>
            </a:r>
          </a:p>
        </p:txBody>
      </p:sp>
      <p:sp>
        <p:nvSpPr>
          <p:cNvPr id="52" name="Editable path 37">
            <a:extLst xmlns:a="http://schemas.openxmlformats.org/drawingml/2006/main">
              <a:ext uri="{FF2B5EF4-FFF2-40B4-BE49-F238E27FC236}">
                <a16:creationId xmlns:a16="http://schemas.microsoft.com/office/drawing/2014/main" id="{21B3040B-4AA7-47A1-990F-C412DF4BD071}"/>
              </a:ext>
            </a:extLst>
          </p:cNvPr>
          <p:cNvSpPr>
            <a:spLocks xmlns:a="http://schemas.openxmlformats.org/drawingml/2006/main" noGrp="1"/>
          </p:cNvSpPr>
          <p:nvPr/>
        </p:nvSpPr>
        <p:spPr>
          <a:xfrm xmlns:a="http://schemas.openxmlformats.org/drawingml/2006/main">
            <a:off x="600075" y="8524875"/>
            <a:ext cx="16497300" cy="953"/>
          </a:xfrm>
          <a:custGeom xmlns:a="http://schemas.openxmlformats.org/drawingml/2006/main">
            <a:pathLst>
              <a:path w="16497300" h="953">
                <a:moveTo>
                  <a:pt x="0" y="0"/>
                </a:moveTo>
                <a:lnTo>
                  <a:pt x="16497300" y="0"/>
                </a:lnTo>
              </a:path>
            </a:pathLst>
          </a:custGeom>
          <a:noFill xmlns:a="http://schemas.openxmlformats.org/drawingml/2006/main"/>
          <a:ln xmlns:a="http://schemas.openxmlformats.org/drawingml/2006/main" w="14288">
            <a:solidFill>
              <a:srgbClr val="4676CB"/>
            </a:solidFill>
            <a:prstDash val="solid"/>
          </a:ln>
        </p:spPr>
      </p:sp>
      <p:sp>
        <p:nvSpPr>
          <p:cNvPr id="53" name="DP2 object 38">
            <a:extLst xmlns:a="http://schemas.openxmlformats.org/drawingml/2006/main">
              <a:ext uri="{FF2B5EF4-FFF2-40B4-BE49-F238E27FC236}">
                <a16:creationId xmlns:a16="http://schemas.microsoft.com/office/drawing/2014/main" id="{1A8A00A8-8544-4AC8-A4EA-806863FC1F35}"/>
              </a:ext>
            </a:extLst>
          </p:cNvPr>
          <p:cNvSpPr>
            <a:spLocks xmlns:a="http://schemas.openxmlformats.org/drawingml/2006/main" noGrp="1"/>
          </p:cNvSpPr>
          <p:nvPr/>
        </p:nvSpPr>
        <p:spPr>
          <a:xfrm xmlns:a="http://schemas.openxmlformats.org/drawingml/2006/main">
            <a:off x="628650" y="8858250"/>
            <a:ext cx="2714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75" b="1">
                <a:solidFill>
                  <a:srgbClr val="C00000"/>
                </a:solidFill>
                <a:latin typeface="Apple SD Gothic Neo"/>
                <a:ea typeface="Apple SD Gothic Neo"/>
                <a:cs typeface="Apple SD Gothic Neo"/>
              </a:defRPr>
            </a:defPPr>
            <a:lvl1pPr algn="l">
              <a:defRPr sz="2475" b="1">
                <a:solidFill>
                  <a:srgbClr val="C00000"/>
                </a:solidFill>
                <a:latin typeface="Apple SD Gothic Neo"/>
                <a:ea typeface="Apple SD Gothic Neo"/>
                <a:cs typeface="Apple SD Gothic Neo"/>
              </a:defRPr>
            </a:lvl1pPr>
            <a:lvl2pPr algn="l">
              <a:defRPr sz="2475" b="1">
                <a:solidFill>
                  <a:srgbClr val="C00000"/>
                </a:solidFill>
                <a:latin typeface="Apple SD Gothic Neo"/>
                <a:ea typeface="Apple SD Gothic Neo"/>
                <a:cs typeface="Apple SD Gothic Neo"/>
              </a:defRPr>
            </a:lvl2pPr>
            <a:lvl3pPr algn="l">
              <a:defRPr sz="2475" b="1">
                <a:solidFill>
                  <a:srgbClr val="C00000"/>
                </a:solidFill>
                <a:latin typeface="Apple SD Gothic Neo"/>
                <a:ea typeface="Apple SD Gothic Neo"/>
                <a:cs typeface="Apple SD Gothic Neo"/>
              </a:defRPr>
            </a:lvl3pPr>
            <a:lvl4pPr algn="l">
              <a:defRPr sz="2475" b="1">
                <a:solidFill>
                  <a:srgbClr val="C00000"/>
                </a:solidFill>
                <a:latin typeface="Apple SD Gothic Neo"/>
                <a:ea typeface="Apple SD Gothic Neo"/>
                <a:cs typeface="Apple SD Gothic Neo"/>
              </a:defRPr>
            </a:lvl4pPr>
            <a:lvl5pPr algn="l">
              <a:defRPr sz="2475" b="1">
                <a:solidFill>
                  <a:srgbClr val="C00000"/>
                </a:solidFill>
                <a:latin typeface="Apple SD Gothic Neo"/>
                <a:ea typeface="Apple SD Gothic Neo"/>
                <a:cs typeface="Apple SD Gothic Neo"/>
              </a:defRPr>
            </a:lvl5pPr>
            <a:lvl6pPr algn="l">
              <a:defRPr sz="2475" b="1">
                <a:solidFill>
                  <a:srgbClr val="C00000"/>
                </a:solidFill>
                <a:latin typeface="Apple SD Gothic Neo"/>
                <a:ea typeface="Apple SD Gothic Neo"/>
                <a:cs typeface="Apple SD Gothic Neo"/>
              </a:defRPr>
            </a:lvl6pPr>
            <a:lvl7pPr algn="l">
              <a:defRPr sz="2475" b="1">
                <a:solidFill>
                  <a:srgbClr val="C00000"/>
                </a:solidFill>
                <a:latin typeface="Apple SD Gothic Neo"/>
                <a:ea typeface="Apple SD Gothic Neo"/>
                <a:cs typeface="Apple SD Gothic Neo"/>
              </a:defRPr>
            </a:lvl7pPr>
            <a:lvl8pPr algn="l">
              <a:defRPr sz="2475" b="1">
                <a:solidFill>
                  <a:srgbClr val="C00000"/>
                </a:solidFill>
                <a:latin typeface="Apple SD Gothic Neo"/>
                <a:ea typeface="Apple SD Gothic Neo"/>
                <a:cs typeface="Apple SD Gothic Neo"/>
              </a:defRPr>
            </a:lvl8pPr>
            <a:lvl9pPr algn="l">
              <a:defRPr sz="2475" b="1">
                <a:solidFill>
                  <a:srgbClr val="C00000"/>
                </a:solidFill>
                <a:latin typeface="Apple SD Gothic Neo"/>
                <a:ea typeface="Apple SD Gothic Neo"/>
                <a:cs typeface="Apple SD Gothic Neo"/>
              </a:defRPr>
            </a:lvl9pPr>
          </a:lstStyle>
          <a:p xmlns:a="http://schemas.openxmlformats.org/drawingml/2006/main">
            <a:pPr algn="l">
              <a:defRPr sz="2475" b="1">
                <a:solidFill>
                  <a:srgbClr val="C00000"/>
                </a:solidFill>
                <a:latin typeface="Apple SD Gothic Neo"/>
                <a:ea typeface="Apple SD Gothic Neo"/>
                <a:cs typeface="Apple SD Gothic Neo"/>
              </a:defRPr>
            </a:pPr>
            <a:r>
              <a:rPr sz="2475" b="1">
                <a:solidFill>
                  <a:srgbClr val="C00000"/>
                </a:solidFill>
                <a:latin typeface="Apple SD Gothic Neo"/>
                <a:ea typeface="Apple SD Gothic Neo"/>
                <a:cs typeface="Apple SD Gothic Neo"/>
              </a:rPr>
              <a:t>이 DP의 질문</a:t>
            </a:r>
          </a:p>
        </p:txBody>
      </p:sp>
      <p:sp>
        <p:nvSpPr>
          <p:cNvPr id="54" name="DP2 object 39">
            <a:extLst xmlns:a="http://schemas.openxmlformats.org/drawingml/2006/main">
              <a:ext uri="{FF2B5EF4-FFF2-40B4-BE49-F238E27FC236}">
                <a16:creationId xmlns:a16="http://schemas.microsoft.com/office/drawing/2014/main" id="{F536D938-A848-4DCE-9F0D-E06C0808617C}"/>
              </a:ext>
            </a:extLst>
          </p:cNvPr>
          <p:cNvSpPr>
            <a:spLocks xmlns:a="http://schemas.openxmlformats.org/drawingml/2006/main" noGrp="1"/>
          </p:cNvSpPr>
          <p:nvPr/>
        </p:nvSpPr>
        <p:spPr>
          <a:xfrm xmlns:a="http://schemas.openxmlformats.org/drawingml/2006/main">
            <a:off x="3581400" y="8801100"/>
            <a:ext cx="1362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775" b="1">
                <a:solidFill>
                  <a:srgbClr val="111111"/>
                </a:solidFill>
                <a:latin typeface="Apple SD Gothic Neo"/>
                <a:ea typeface="Apple SD Gothic Neo"/>
                <a:cs typeface="Apple SD Gothic Neo"/>
              </a:defRPr>
            </a:defPPr>
            <a:lvl1pPr algn="l">
              <a:defRPr sz="2775" b="1">
                <a:solidFill>
                  <a:srgbClr val="111111"/>
                </a:solidFill>
                <a:latin typeface="Apple SD Gothic Neo"/>
                <a:ea typeface="Apple SD Gothic Neo"/>
                <a:cs typeface="Apple SD Gothic Neo"/>
              </a:defRPr>
            </a:lvl1pPr>
            <a:lvl2pPr algn="l">
              <a:defRPr sz="2775" b="1">
                <a:solidFill>
                  <a:srgbClr val="111111"/>
                </a:solidFill>
                <a:latin typeface="Apple SD Gothic Neo"/>
                <a:ea typeface="Apple SD Gothic Neo"/>
                <a:cs typeface="Apple SD Gothic Neo"/>
              </a:defRPr>
            </a:lvl2pPr>
            <a:lvl3pPr algn="l">
              <a:defRPr sz="2775" b="1">
                <a:solidFill>
                  <a:srgbClr val="111111"/>
                </a:solidFill>
                <a:latin typeface="Apple SD Gothic Neo"/>
                <a:ea typeface="Apple SD Gothic Neo"/>
                <a:cs typeface="Apple SD Gothic Neo"/>
              </a:defRPr>
            </a:lvl3pPr>
            <a:lvl4pPr algn="l">
              <a:defRPr sz="2775" b="1">
                <a:solidFill>
                  <a:srgbClr val="111111"/>
                </a:solidFill>
                <a:latin typeface="Apple SD Gothic Neo"/>
                <a:ea typeface="Apple SD Gothic Neo"/>
                <a:cs typeface="Apple SD Gothic Neo"/>
              </a:defRPr>
            </a:lvl4pPr>
            <a:lvl5pPr algn="l">
              <a:defRPr sz="2775" b="1">
                <a:solidFill>
                  <a:srgbClr val="111111"/>
                </a:solidFill>
                <a:latin typeface="Apple SD Gothic Neo"/>
                <a:ea typeface="Apple SD Gothic Neo"/>
                <a:cs typeface="Apple SD Gothic Neo"/>
              </a:defRPr>
            </a:lvl5pPr>
            <a:lvl6pPr algn="l">
              <a:defRPr sz="2775" b="1">
                <a:solidFill>
                  <a:srgbClr val="111111"/>
                </a:solidFill>
                <a:latin typeface="Apple SD Gothic Neo"/>
                <a:ea typeface="Apple SD Gothic Neo"/>
                <a:cs typeface="Apple SD Gothic Neo"/>
              </a:defRPr>
            </a:lvl6pPr>
            <a:lvl7pPr algn="l">
              <a:defRPr sz="2775" b="1">
                <a:solidFill>
                  <a:srgbClr val="111111"/>
                </a:solidFill>
                <a:latin typeface="Apple SD Gothic Neo"/>
                <a:ea typeface="Apple SD Gothic Neo"/>
                <a:cs typeface="Apple SD Gothic Neo"/>
              </a:defRPr>
            </a:lvl7pPr>
            <a:lvl8pPr algn="l">
              <a:defRPr sz="2775" b="1">
                <a:solidFill>
                  <a:srgbClr val="111111"/>
                </a:solidFill>
                <a:latin typeface="Apple SD Gothic Neo"/>
                <a:ea typeface="Apple SD Gothic Neo"/>
                <a:cs typeface="Apple SD Gothic Neo"/>
              </a:defRPr>
            </a:lvl8pPr>
            <a:lvl9pPr algn="l">
              <a:defRPr sz="2775" b="1">
                <a:solidFill>
                  <a:srgbClr val="111111"/>
                </a:solidFill>
                <a:latin typeface="Apple SD Gothic Neo"/>
                <a:ea typeface="Apple SD Gothic Neo"/>
                <a:cs typeface="Apple SD Gothic Neo"/>
              </a:defRPr>
            </a:lvl9pPr>
          </a:lstStyle>
          <a:p xmlns:a="http://schemas.openxmlformats.org/drawingml/2006/main">
            <a:pPr algn="l">
              <a:defRPr sz="2775" b="1">
                <a:solidFill>
                  <a:srgbClr val="111111"/>
                </a:solidFill>
                <a:latin typeface="Apple SD Gothic Neo"/>
                <a:ea typeface="Apple SD Gothic Neo"/>
                <a:cs typeface="Apple SD Gothic Neo"/>
              </a:defRPr>
            </a:pPr>
            <a:r>
              <a:rPr sz="2775" b="1">
                <a:solidFill>
                  <a:srgbClr val="111111"/>
                </a:solidFill>
                <a:latin typeface="Apple SD Gothic Neo"/>
                <a:ea typeface="Apple SD Gothic Neo"/>
                <a:cs typeface="Apple SD Gothic Neo"/>
              </a:rPr>
              <a:t>새 입력을 같은 해석 실행에 넣을까, 요청별로 나눌까?</a:t>
            </a:r>
          </a:p>
        </p:txBody>
      </p:sp>
      <p:sp>
        <p:nvSpPr>
          <p:cNvPr id="55" name="DP2 object 40">
            <a:extLst xmlns:a="http://schemas.openxmlformats.org/drawingml/2006/main">
              <a:ext uri="{FF2B5EF4-FFF2-40B4-BE49-F238E27FC236}">
                <a16:creationId xmlns:a16="http://schemas.microsoft.com/office/drawing/2014/main" id="{2888C5CB-F00D-4412-BA5D-669566F4D409}"/>
              </a:ext>
            </a:extLst>
          </p:cNvPr>
          <p:cNvSpPr>
            <a:spLocks xmlns:a="http://schemas.openxmlformats.org/drawingml/2006/main" noGrp="1"/>
          </p:cNvSpPr>
          <p:nvPr/>
        </p:nvSpPr>
        <p:spPr>
          <a:xfrm xmlns:a="http://schemas.openxmlformats.org/drawingml/2006/main">
            <a:off x="3581400" y="9448800"/>
            <a:ext cx="13811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0">
                <a:solidFill>
                  <a:srgbClr val="111111"/>
                </a:solidFill>
                <a:latin typeface="Apple SD Gothic Neo"/>
                <a:ea typeface="Apple SD Gothic Neo"/>
                <a:cs typeface="Apple SD Gothic Neo"/>
              </a:defRPr>
            </a:defPPr>
            <a:lvl1pPr algn="l">
              <a:defRPr sz="2025" b="0">
                <a:solidFill>
                  <a:srgbClr val="111111"/>
                </a:solidFill>
                <a:latin typeface="Apple SD Gothic Neo"/>
                <a:ea typeface="Apple SD Gothic Neo"/>
                <a:cs typeface="Apple SD Gothic Neo"/>
              </a:defRPr>
            </a:lvl1pPr>
            <a:lvl2pPr algn="l">
              <a:defRPr sz="2025" b="0">
                <a:solidFill>
                  <a:srgbClr val="111111"/>
                </a:solidFill>
                <a:latin typeface="Apple SD Gothic Neo"/>
                <a:ea typeface="Apple SD Gothic Neo"/>
                <a:cs typeface="Apple SD Gothic Neo"/>
              </a:defRPr>
            </a:lvl2pPr>
            <a:lvl3pPr algn="l">
              <a:defRPr sz="2025" b="0">
                <a:solidFill>
                  <a:srgbClr val="111111"/>
                </a:solidFill>
                <a:latin typeface="Apple SD Gothic Neo"/>
                <a:ea typeface="Apple SD Gothic Neo"/>
                <a:cs typeface="Apple SD Gothic Neo"/>
              </a:defRPr>
            </a:lvl3pPr>
            <a:lvl4pPr algn="l">
              <a:defRPr sz="2025" b="0">
                <a:solidFill>
                  <a:srgbClr val="111111"/>
                </a:solidFill>
                <a:latin typeface="Apple SD Gothic Neo"/>
                <a:ea typeface="Apple SD Gothic Neo"/>
                <a:cs typeface="Apple SD Gothic Neo"/>
              </a:defRPr>
            </a:lvl4pPr>
            <a:lvl5pPr algn="l">
              <a:defRPr sz="2025" b="0">
                <a:solidFill>
                  <a:srgbClr val="111111"/>
                </a:solidFill>
                <a:latin typeface="Apple SD Gothic Neo"/>
                <a:ea typeface="Apple SD Gothic Neo"/>
                <a:cs typeface="Apple SD Gothic Neo"/>
              </a:defRPr>
            </a:lvl5pPr>
            <a:lvl6pPr algn="l">
              <a:defRPr sz="2025" b="0">
                <a:solidFill>
                  <a:srgbClr val="111111"/>
                </a:solidFill>
                <a:latin typeface="Apple SD Gothic Neo"/>
                <a:ea typeface="Apple SD Gothic Neo"/>
                <a:cs typeface="Apple SD Gothic Neo"/>
              </a:defRPr>
            </a:lvl6pPr>
            <a:lvl7pPr algn="l">
              <a:defRPr sz="2025" b="0">
                <a:solidFill>
                  <a:srgbClr val="111111"/>
                </a:solidFill>
                <a:latin typeface="Apple SD Gothic Neo"/>
                <a:ea typeface="Apple SD Gothic Neo"/>
                <a:cs typeface="Apple SD Gothic Neo"/>
              </a:defRPr>
            </a:lvl7pPr>
            <a:lvl8pPr algn="l">
              <a:defRPr sz="2025" b="0">
                <a:solidFill>
                  <a:srgbClr val="111111"/>
                </a:solidFill>
                <a:latin typeface="Apple SD Gothic Neo"/>
                <a:ea typeface="Apple SD Gothic Neo"/>
                <a:cs typeface="Apple SD Gothic Neo"/>
              </a:defRPr>
            </a:lvl8pPr>
            <a:lvl9pPr algn="l">
              <a:defRPr sz="2025" b="0">
                <a:solidFill>
                  <a:srgbClr val="111111"/>
                </a:solidFill>
                <a:latin typeface="Apple SD Gothic Neo"/>
                <a:ea typeface="Apple SD Gothic Neo"/>
                <a:cs typeface="Apple SD Gothic Neo"/>
              </a:defRPr>
            </a:lvl9pPr>
          </a:lstStyle>
          <a:p xmlns:a="http://schemas.openxmlformats.org/drawingml/2006/main">
            <a:pPr algn="l">
              <a:defRPr sz="2025" b="0">
                <a:solidFill>
                  <a:srgbClr val="111111"/>
                </a:solidFill>
                <a:latin typeface="Apple SD Gothic Neo"/>
                <a:ea typeface="Apple SD Gothic Neo"/>
                <a:cs typeface="Apple SD Gothic Neo"/>
              </a:defRPr>
            </a:pPr>
            <a:r>
              <a:rPr sz="2025" b="0">
                <a:solidFill>
                  <a:srgbClr val="111111"/>
                </a:solidFill>
                <a:latin typeface="Apple SD Gothic Neo"/>
                <a:ea typeface="Apple SD Gothic Neo"/>
                <a:cs typeface="Apple SD Gothic Neo"/>
              </a:rPr>
              <a:t>원래 목표를 보존하며, 새 입력의 판단을 시작하는 실행 구조를 선택한다.</a:t>
            </a:r>
          </a:p>
        </p:txBody>
      </p:sp>
    </p:spTree>
    <p:extLst>
      <p:ext uri="{BB962C8B-B14F-4D97-AF65-F5344CB8AC3E}">
        <p14:creationId xmlns:p14="http://schemas.microsoft.com/office/powerpoint/2010/main" val="10948357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 name="Unified slide title">
            <a:extLst xmlns:a="http://schemas.openxmlformats.org/drawingml/2006/main">
              <a:ext uri="{FF2B5EF4-FFF2-40B4-BE49-F238E27FC236}">
                <a16:creationId xmlns:a16="http://schemas.microsoft.com/office/drawing/2014/main" id="{6D5C0DBA-815B-46BD-8B48-023844EBE1B8}"/>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DP2. 후속 입력의 의미 판단 실행 방안 (설계 방안 비교)</a:t>
            </a:r>
          </a:p>
        </p:txBody>
      </p:sp>
      <p:sp>
        <p:nvSpPr>
          <p:cNvPr id="2" name="Workflow 과제 소개">
            <a:extLst xmlns:a="http://schemas.openxmlformats.org/drawingml/2006/main">
              <a:ext uri="{FF2B5EF4-FFF2-40B4-BE49-F238E27FC236}">
                <a16:creationId xmlns:a16="http://schemas.microsoft.com/office/drawing/2014/main" id="{E1C94735-B7E4-4545-99B9-601A30FE8F8F}"/>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과제 소개">
            <a:extLst xmlns:a="http://schemas.openxmlformats.org/drawingml/2006/main">
              <a:ext uri="{FF2B5EF4-FFF2-40B4-BE49-F238E27FC236}">
                <a16:creationId xmlns:a16="http://schemas.microsoft.com/office/drawing/2014/main" id="{50E06199-E330-4777-B94D-A7D7230C9967}"/>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Workflow 요구사항 분석">
            <a:extLst xmlns:a="http://schemas.openxmlformats.org/drawingml/2006/main">
              <a:ext uri="{FF2B5EF4-FFF2-40B4-BE49-F238E27FC236}">
                <a16:creationId xmlns:a16="http://schemas.microsoft.com/office/drawing/2014/main" id="{12367A44-8E50-4577-9319-912FA0811B90}"/>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요구사항 분석">
            <a:extLst xmlns:a="http://schemas.openxmlformats.org/drawingml/2006/main">
              <a:ext uri="{FF2B5EF4-FFF2-40B4-BE49-F238E27FC236}">
                <a16:creationId xmlns:a16="http://schemas.microsoft.com/office/drawing/2014/main" id="{413AB6E8-EAC4-4E90-8B12-6456DFF614A8}"/>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Workflow 설계">
            <a:extLst xmlns:a="http://schemas.openxmlformats.org/drawingml/2006/main">
              <a:ext uri="{FF2B5EF4-FFF2-40B4-BE49-F238E27FC236}">
                <a16:creationId xmlns:a16="http://schemas.microsoft.com/office/drawing/2014/main" id="{A5214E32-B260-4B7D-BE21-FA1313AA6BA5}"/>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설계">
            <a:extLst xmlns:a="http://schemas.openxmlformats.org/drawingml/2006/main">
              <a:ext uri="{FF2B5EF4-FFF2-40B4-BE49-F238E27FC236}">
                <a16:creationId xmlns:a16="http://schemas.microsoft.com/office/drawing/2014/main" id="{5FC00FD0-7B5A-43D2-9146-DBB35973C1E8}"/>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Workflow 구현 및 검증">
            <a:extLst xmlns:a="http://schemas.openxmlformats.org/drawingml/2006/main">
              <a:ext uri="{FF2B5EF4-FFF2-40B4-BE49-F238E27FC236}">
                <a16:creationId xmlns:a16="http://schemas.microsoft.com/office/drawing/2014/main" id="{06415A7F-7188-455B-8122-A5F9E352A6DB}"/>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구현 및 검증">
            <a:extLst xmlns:a="http://schemas.openxmlformats.org/drawingml/2006/main">
              <a:ext uri="{FF2B5EF4-FFF2-40B4-BE49-F238E27FC236}">
                <a16:creationId xmlns:a16="http://schemas.microsoft.com/office/drawing/2014/main" id="{F22F8C13-D2E2-4796-9F4B-41C33D60B870}"/>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Workflow 결론">
            <a:extLst xmlns:a="http://schemas.openxmlformats.org/drawingml/2006/main">
              <a:ext uri="{FF2B5EF4-FFF2-40B4-BE49-F238E27FC236}">
                <a16:creationId xmlns:a16="http://schemas.microsoft.com/office/drawing/2014/main" id="{FCA26634-7C10-4200-8D53-3E7B7BAF2678}"/>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결론">
            <a:extLst xmlns:a="http://schemas.openxmlformats.org/drawingml/2006/main">
              <a:ext uri="{FF2B5EF4-FFF2-40B4-BE49-F238E27FC236}">
                <a16:creationId xmlns:a16="http://schemas.microsoft.com/office/drawing/2014/main" id="{FC2BBAFD-EB42-48D7-8A81-28BAA9281C38}"/>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Header rule">
            <a:extLst xmlns:a="http://schemas.openxmlformats.org/drawingml/2006/main">
              <a:ext uri="{FF2B5EF4-FFF2-40B4-BE49-F238E27FC236}">
                <a16:creationId xmlns:a16="http://schemas.microsoft.com/office/drawing/2014/main" id="{0DF92B4A-B397-4A87-9C94-3B32BE128CC9}"/>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Continuous slide number">
            <a:extLst xmlns:a="http://schemas.openxmlformats.org/drawingml/2006/main">
              <a:ext uri="{FF2B5EF4-FFF2-40B4-BE49-F238E27FC236}">
                <a16:creationId xmlns:a16="http://schemas.microsoft.com/office/drawing/2014/main" id="{830175BA-A106-4624-AC28-D814FEC25B4F}"/>
              </a:ext>
            </a:extLst>
          </p:cNvPr>
          <p:cNvSpPr>
            <a:spLocks xmlns:a="http://schemas.openxmlformats.org/drawingml/2006/main" noGrp="1"/>
          </p:cNvSpPr>
          <p:nvPr/>
        </p:nvSpPr>
        <p:spPr>
          <a:xfrm xmlns:a="http://schemas.openxmlformats.org/drawingml/2006/main">
            <a:off x="17487900" y="10020300"/>
            <a:ext cx="590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50555B"/>
                </a:solidFill>
                <a:latin typeface="Apple SD Gothic Neo"/>
                <a:ea typeface="Apple SD Gothic Neo"/>
                <a:cs typeface="Apple SD Gothic Neo"/>
              </a:defRPr>
            </a:defPPr>
            <a:lvl1pPr algn="r">
              <a:defRPr sz="1200" b="0">
                <a:solidFill>
                  <a:srgbClr val="50555B"/>
                </a:solidFill>
                <a:latin typeface="Apple SD Gothic Neo"/>
                <a:ea typeface="Apple SD Gothic Neo"/>
                <a:cs typeface="Apple SD Gothic Neo"/>
              </a:defRPr>
            </a:lvl1pPr>
            <a:lvl2pPr algn="r">
              <a:defRPr sz="1200" b="0">
                <a:solidFill>
                  <a:srgbClr val="50555B"/>
                </a:solidFill>
                <a:latin typeface="Apple SD Gothic Neo"/>
                <a:ea typeface="Apple SD Gothic Neo"/>
                <a:cs typeface="Apple SD Gothic Neo"/>
              </a:defRPr>
            </a:lvl2pPr>
            <a:lvl3pPr algn="r">
              <a:defRPr sz="1200" b="0">
                <a:solidFill>
                  <a:srgbClr val="50555B"/>
                </a:solidFill>
                <a:latin typeface="Apple SD Gothic Neo"/>
                <a:ea typeface="Apple SD Gothic Neo"/>
                <a:cs typeface="Apple SD Gothic Neo"/>
              </a:defRPr>
            </a:lvl3pPr>
            <a:lvl4pPr algn="r">
              <a:defRPr sz="1200" b="0">
                <a:solidFill>
                  <a:srgbClr val="50555B"/>
                </a:solidFill>
                <a:latin typeface="Apple SD Gothic Neo"/>
                <a:ea typeface="Apple SD Gothic Neo"/>
                <a:cs typeface="Apple SD Gothic Neo"/>
              </a:defRPr>
            </a:lvl4pPr>
            <a:lvl5pPr algn="r">
              <a:defRPr sz="1200" b="0">
                <a:solidFill>
                  <a:srgbClr val="50555B"/>
                </a:solidFill>
                <a:latin typeface="Apple SD Gothic Neo"/>
                <a:ea typeface="Apple SD Gothic Neo"/>
                <a:cs typeface="Apple SD Gothic Neo"/>
              </a:defRPr>
            </a:lvl5pPr>
            <a:lvl6pPr algn="r">
              <a:defRPr sz="1200" b="0">
                <a:solidFill>
                  <a:srgbClr val="50555B"/>
                </a:solidFill>
                <a:latin typeface="Apple SD Gothic Neo"/>
                <a:ea typeface="Apple SD Gothic Neo"/>
                <a:cs typeface="Apple SD Gothic Neo"/>
              </a:defRPr>
            </a:lvl6pPr>
            <a:lvl7pPr algn="r">
              <a:defRPr sz="1200" b="0">
                <a:solidFill>
                  <a:srgbClr val="50555B"/>
                </a:solidFill>
                <a:latin typeface="Apple SD Gothic Neo"/>
                <a:ea typeface="Apple SD Gothic Neo"/>
                <a:cs typeface="Apple SD Gothic Neo"/>
              </a:defRPr>
            </a:lvl7pPr>
            <a:lvl8pPr algn="r">
              <a:defRPr sz="1200" b="0">
                <a:solidFill>
                  <a:srgbClr val="50555B"/>
                </a:solidFill>
                <a:latin typeface="Apple SD Gothic Neo"/>
                <a:ea typeface="Apple SD Gothic Neo"/>
                <a:cs typeface="Apple SD Gothic Neo"/>
              </a:defRPr>
            </a:lvl8pPr>
            <a:lvl9pPr algn="r">
              <a:defRPr sz="1200" b="0">
                <a:solidFill>
                  <a:srgbClr val="50555B"/>
                </a:solidFill>
                <a:latin typeface="Apple SD Gothic Neo"/>
                <a:ea typeface="Apple SD Gothic Neo"/>
                <a:cs typeface="Apple SD Gothic Neo"/>
              </a:defRPr>
            </a:lvl9pPr>
          </a:lstStyle>
          <a:p xmlns:a="http://schemas.openxmlformats.org/drawingml/2006/main">
            <a:pPr algn="r">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6 / 16</a:t>
            </a:r>
          </a:p>
        </p:txBody>
      </p:sp>
      <p:sp>
        <p:nvSpPr>
          <p:cNvPr id="14" name="DP2 object 41">
            <a:extLst xmlns:a="http://schemas.openxmlformats.org/drawingml/2006/main">
              <a:ext uri="{FF2B5EF4-FFF2-40B4-BE49-F238E27FC236}">
                <a16:creationId xmlns:a16="http://schemas.microsoft.com/office/drawing/2014/main" id="{33FBF84C-9422-4789-A501-5EDC944D43DF}"/>
              </a:ext>
            </a:extLst>
          </p:cNvPr>
          <p:cNvSpPr>
            <a:spLocks xmlns:a="http://schemas.openxmlformats.org/drawingml/2006/main" noGrp="1"/>
          </p:cNvSpPr>
          <p:nvPr/>
        </p:nvSpPr>
        <p:spPr>
          <a:xfrm xmlns:a="http://schemas.openxmlformats.org/drawingml/2006/main">
            <a:off x="266700" y="1181100"/>
            <a:ext cx="17478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1">
                <a:solidFill>
                  <a:srgbClr val="111111"/>
                </a:solidFill>
                <a:latin typeface="Apple SD Gothic Neo"/>
                <a:ea typeface="Apple SD Gothic Neo"/>
                <a:cs typeface="Apple SD Gothic Neo"/>
              </a:defRPr>
            </a:defPPr>
            <a:lvl1pPr algn="l">
              <a:defRPr sz="2100" b="1">
                <a:solidFill>
                  <a:srgbClr val="111111"/>
                </a:solidFill>
                <a:latin typeface="Apple SD Gothic Neo"/>
                <a:ea typeface="Apple SD Gothic Neo"/>
                <a:cs typeface="Apple SD Gothic Neo"/>
              </a:defRPr>
            </a:lvl1pPr>
            <a:lvl2pPr algn="l">
              <a:defRPr sz="2100" b="1">
                <a:solidFill>
                  <a:srgbClr val="111111"/>
                </a:solidFill>
                <a:latin typeface="Apple SD Gothic Neo"/>
                <a:ea typeface="Apple SD Gothic Neo"/>
                <a:cs typeface="Apple SD Gothic Neo"/>
              </a:defRPr>
            </a:lvl2pPr>
            <a:lvl3pPr algn="l">
              <a:defRPr sz="2100" b="1">
                <a:solidFill>
                  <a:srgbClr val="111111"/>
                </a:solidFill>
                <a:latin typeface="Apple SD Gothic Neo"/>
                <a:ea typeface="Apple SD Gothic Neo"/>
                <a:cs typeface="Apple SD Gothic Neo"/>
              </a:defRPr>
            </a:lvl3pPr>
            <a:lvl4pPr algn="l">
              <a:defRPr sz="2100" b="1">
                <a:solidFill>
                  <a:srgbClr val="111111"/>
                </a:solidFill>
                <a:latin typeface="Apple SD Gothic Neo"/>
                <a:ea typeface="Apple SD Gothic Neo"/>
                <a:cs typeface="Apple SD Gothic Neo"/>
              </a:defRPr>
            </a:lvl4pPr>
            <a:lvl5pPr algn="l">
              <a:defRPr sz="2100" b="1">
                <a:solidFill>
                  <a:srgbClr val="111111"/>
                </a:solidFill>
                <a:latin typeface="Apple SD Gothic Neo"/>
                <a:ea typeface="Apple SD Gothic Neo"/>
                <a:cs typeface="Apple SD Gothic Neo"/>
              </a:defRPr>
            </a:lvl5pPr>
            <a:lvl6pPr algn="l">
              <a:defRPr sz="2100" b="1">
                <a:solidFill>
                  <a:srgbClr val="111111"/>
                </a:solidFill>
                <a:latin typeface="Apple SD Gothic Neo"/>
                <a:ea typeface="Apple SD Gothic Neo"/>
                <a:cs typeface="Apple SD Gothic Neo"/>
              </a:defRPr>
            </a:lvl6pPr>
            <a:lvl7pPr algn="l">
              <a:defRPr sz="2100" b="1">
                <a:solidFill>
                  <a:srgbClr val="111111"/>
                </a:solidFill>
                <a:latin typeface="Apple SD Gothic Neo"/>
                <a:ea typeface="Apple SD Gothic Neo"/>
                <a:cs typeface="Apple SD Gothic Neo"/>
              </a:defRPr>
            </a:lvl7pPr>
            <a:lvl8pPr algn="l">
              <a:defRPr sz="2100" b="1">
                <a:solidFill>
                  <a:srgbClr val="111111"/>
                </a:solidFill>
                <a:latin typeface="Apple SD Gothic Neo"/>
                <a:ea typeface="Apple SD Gothic Neo"/>
                <a:cs typeface="Apple SD Gothic Neo"/>
              </a:defRPr>
            </a:lvl8pPr>
            <a:lvl9pPr algn="l">
              <a:defRPr sz="2100" b="1">
                <a:solidFill>
                  <a:srgbClr val="111111"/>
                </a:solidFill>
                <a:latin typeface="Apple SD Gothic Neo"/>
                <a:ea typeface="Apple SD Gothic Neo"/>
                <a:cs typeface="Apple SD Gothic Neo"/>
              </a:defRPr>
            </a:lvl9pPr>
          </a:lstStyle>
          <a:p xmlns:a="http://schemas.openxmlformats.org/drawingml/2006/main">
            <a:pPr algn="l">
              <a:defRPr sz="2100" b="1">
                <a:solidFill>
                  <a:srgbClr val="111111"/>
                </a:solidFill>
                <a:latin typeface="Apple SD Gothic Neo"/>
                <a:ea typeface="Apple SD Gothic Neo"/>
                <a:cs typeface="Apple SD Gothic Neo"/>
              </a:defRPr>
            </a:pPr>
            <a:r>
              <a:rPr sz="2100" b="1">
                <a:solidFill>
                  <a:srgbClr val="111111"/>
                </a:solidFill>
                <a:latin typeface="Apple SD Gothic Neo"/>
                <a:ea typeface="Apple SD Gothic Neo"/>
                <a:cs typeface="Apple SD Gothic Neo"/>
              </a:rPr>
              <a:t>A: 하나의 대화 해석 실행   /   B: 공통 대화 해석과 요청별 실행</a:t>
            </a:r>
          </a:p>
        </p:txBody>
      </p:sp>
      <p:graphicFrame>
        <p:nvGraphicFramePr>
          <p:cNvPr id="15" name="">
            <a:extLst xmlns:a="http://schemas.openxmlformats.org/drawingml/2006/main">
              <a:ext uri="{FF2B5EF4-FFF2-40B4-BE49-F238E27FC236}">
                <a16:creationId xmlns:a16="http://schemas.microsoft.com/office/drawing/2014/main" id="{10447DEA-B9E3-4689-92F2-343844F61BDA}"/>
              </a:ext>
            </a:extLst>
          </p:cNvPr>
          <p:cNvGraphicFramePr/>
          <p:nvPr/>
        </p:nvGraphicFramePr>
        <p:xfrm>
          <a:off xmlns:a="http://schemas.openxmlformats.org/drawingml/2006/main" x="228600" y="1657350"/>
          <a:ext xmlns:a="http://schemas.openxmlformats.org/drawingml/2006/main" cx="17830800" cy="7848600"/>
        </p:xfrm>
        <a:graphic xmlns:a="http://schemas.openxmlformats.org/drawingml/2006/main">
          <a:graphicData uri="http://schemas.openxmlformats.org/drawingml/2006/table">
            <a:tbl>
              <a:tblPr firstRow="0" bandRow="0" bandCol="0"/>
              <a:tblGrid>
                <a:gridCol w="1638300"/>
                <a:gridCol w="8096250"/>
                <a:gridCol w="8096250"/>
              </a:tblGrid>
              <a:tr h="438150">
                <a:tc>
                  <a:txBody>
                    <a:bodyPr anchor="ctr"/>
                    <a:lstStyle/>
                    <a:p>
                      <a:pPr algn="ctr"/>
                      <a:r>
                        <a:rPr sz="1875" b="1">
                          <a:solidFill>
                            <a:srgbClr val="111111"/>
                          </a:solidFill>
                          <a:latin typeface="Apple SD Gothic Neo"/>
                          <a:ea typeface="Apple SD Gothic Neo"/>
                          <a:cs typeface="Apple SD Gothic Neo"/>
                        </a:rPr>
                        <a:t>설계안</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 하나의 대화 해석 실행</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 공통 대화 해석 + 요청별 실행</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r>
                        <a:rPr sz="2175" b="1">
                          <a:solidFill>
                            <a:srgbClr val="111111"/>
                          </a:solidFill>
                          <a:latin typeface="Apple SD Gothic Neo"/>
                          <a:ea typeface="Apple SD Gothic Neo"/>
                          <a:cs typeface="Apple SD Gothic Neo"/>
                        </a:rPr>
                        <a:t>구조</a:t>
                      </a: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r>
                        <a:rPr sz="1875" b="1">
                          <a:solidFill>
                            <a:srgbClr val="111111"/>
                          </a:solidFill>
                          <a:latin typeface="Apple SD Gothic Neo"/>
                          <a:ea typeface="Apple SD Gothic Neo"/>
                          <a:cs typeface="Apple SD Gothic Neo"/>
                        </a:rPr>
                        <a:t>장점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같은 문맥의 근거와 잠정 판단을 연속 사용</a:t>
                      </a:r>
                    </a:p>
                    <a:p>
                      <a:pPr algn="ctr"/>
                      <a:r>
                        <a:rPr sz="1500">
                          <a:solidFill>
                            <a:srgbClr val="111111"/>
                          </a:solidFill>
                          <a:latin typeface="Apple SD Gothic Neo"/>
                          <a:ea typeface="Apple SD Gothic Neo"/>
                          <a:cs typeface="Apple SD Gothic Neo"/>
                        </a:rPr>
                        <a:t>실행 대응과 반환 상태가 단순</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호출 여유가 있으면 긴 판단 중 새 입력 해석</a:t>
                      </a:r>
                    </a:p>
                    <a:p>
                      <a:pPr algn="ctr"/>
                      <a:r>
                        <a:rPr sz="1500">
                          <a:solidFill>
                            <a:srgbClr val="111111"/>
                          </a:solidFill>
                          <a:latin typeface="Apple SD Gothic Neo"/>
                          <a:ea typeface="Apple SD Gothic Neo"/>
                          <a:cs typeface="Apple SD Gothic Neo"/>
                        </a:rPr>
                        <a:t>독립 요청의 읽기·판단을 겹쳐 진행</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r>
                        <a:rPr sz="1875" b="1">
                          <a:solidFill>
                            <a:srgbClr val="111111"/>
                          </a:solidFill>
                          <a:latin typeface="Apple SD Gothic Neo"/>
                          <a:ea typeface="Apple SD Gothic Neo"/>
                          <a:cs typeface="Apple SD Gothic Neo"/>
                        </a:rPr>
                        <a:t>단점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75">
                          <a:solidFill>
                            <a:srgbClr val="C00000"/>
                          </a:solidFill>
                          <a:latin typeface="Apple SD Gothic Neo"/>
                          <a:ea typeface="Apple SD Gothic Neo"/>
                          <a:cs typeface="Apple SD Gothic Neo"/>
                        </a:rPr>
                        <a:t>후속 의미 판단이 현재 step 경계를 기다림</a:t>
                      </a:r>
                    </a:p>
                    <a:p>
                      <a:pPr algn="ctr"/>
                      <a:r>
                        <a:rPr sz="1575">
                          <a:solidFill>
                            <a:srgbClr val="C00000"/>
                          </a:solidFill>
                          <a:latin typeface="Apple SD Gothic Neo"/>
                          <a:ea typeface="Apple SD Gothic Neo"/>
                          <a:cs typeface="Apple SD Gothic Neo"/>
                        </a:rPr>
                        <a:t>앞선 요청 전체 완료를 기다리는 것은 아님</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75">
                          <a:solidFill>
                            <a:srgbClr val="C00000"/>
                          </a:solidFill>
                          <a:latin typeface="Apple SD Gothic Neo"/>
                          <a:ea typeface="Apple SD Gothic Neo"/>
                          <a:cs typeface="Apple SD Gothic Neo"/>
                        </a:rPr>
                        <a:t>실행별 문맥·상태와 반환 관리가 추가됨</a:t>
                      </a:r>
                    </a:p>
                    <a:p>
                      <a:pPr algn="ctr"/>
                      <a:r>
                        <a:rPr sz="1575">
                          <a:solidFill>
                            <a:srgbClr val="C00000"/>
                          </a:solidFill>
                          <a:latin typeface="Apple SD Gothic Neo"/>
                          <a:ea typeface="Apple SD Gothic Neo"/>
                          <a:cs typeface="Apple SD Gothic Neo"/>
                        </a:rPr>
                        <a:t>호출 한도가 차면 병행 이익이 줄어듦</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QA01 첫 응답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8.677 (30/30)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6.698 (30/30)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QA02 지칭 집합</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N/A</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N/A</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QA03 VIA 처리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24.092 (23/24)</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20.982 (24/24)</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QA04 변경 (개)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2.00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2.00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QA05 모델 비용 ($)</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0.1224560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0.1125156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r>
                        <a:rPr sz="1350" b="1">
                          <a:solidFill>
                            <a:srgbClr val="111111"/>
                          </a:solidFill>
                          <a:latin typeface="Apple SD Gothic Neo"/>
                          <a:ea typeface="Apple SD Gothic Neo"/>
                          <a:cs typeface="Apple SD Gothic Neo"/>
                        </a:rPr>
                        <a:t>QA06 RSS (MB)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45.351</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46.170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42">
            <a:extLst xmlns:a="http://schemas.openxmlformats.org/drawingml/2006/main">
              <a:ext uri="{FF2B5EF4-FFF2-40B4-BE49-F238E27FC236}">
                <a16:creationId xmlns:a16="http://schemas.microsoft.com/office/drawing/2014/main" id="{B730F414-C176-4C66-B213-B5D025DD9F67}"/>
              </a:ext>
            </a:extLst>
          </p:cNvPr>
          <p:cNvSpPr>
            <a:spLocks xmlns:a="http://schemas.openxmlformats.org/drawingml/2006/main" noGrp="1"/>
          </p:cNvSpPr>
          <p:nvPr/>
        </p:nvSpPr>
        <p:spPr>
          <a:xfrm xmlns:a="http://schemas.openxmlformats.org/drawingml/2006/main">
            <a:off x="381000" y="2771775"/>
            <a:ext cx="1323975" cy="6477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7" name="DP2 object 43">
            <a:extLst xmlns:a="http://schemas.openxmlformats.org/drawingml/2006/main">
              <a:ext uri="{FF2B5EF4-FFF2-40B4-BE49-F238E27FC236}">
                <a16:creationId xmlns:a16="http://schemas.microsoft.com/office/drawing/2014/main" id="{D85B135E-A5B8-4037-8B2C-3483A96B8E4E}"/>
              </a:ext>
            </a:extLst>
          </p:cNvPr>
          <p:cNvSpPr>
            <a:spLocks xmlns:a="http://schemas.openxmlformats.org/drawingml/2006/main" noGrp="1"/>
          </p:cNvSpPr>
          <p:nvPr/>
        </p:nvSpPr>
        <p:spPr>
          <a:xfrm xmlns:a="http://schemas.openxmlformats.org/drawingml/2006/main">
            <a:off x="419100" y="2790825"/>
            <a:ext cx="123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Component</a:t>
            </a:r>
          </a:p>
        </p:txBody>
      </p:sp>
      <p:sp>
        <p:nvSpPr>
          <p:cNvPr id="18" name="DP2 object 44">
            <a:extLst xmlns:a="http://schemas.openxmlformats.org/drawingml/2006/main">
              <a:ext uri="{FF2B5EF4-FFF2-40B4-BE49-F238E27FC236}">
                <a16:creationId xmlns:a16="http://schemas.microsoft.com/office/drawing/2014/main" id="{7520D98A-54EC-47E0-968C-7A0EA78C4B48}"/>
              </a:ext>
            </a:extLst>
          </p:cNvPr>
          <p:cNvSpPr>
            <a:spLocks xmlns:a="http://schemas.openxmlformats.org/drawingml/2006/main" noGrp="1"/>
          </p:cNvSpPr>
          <p:nvPr/>
        </p:nvSpPr>
        <p:spPr>
          <a:xfrm xmlns:a="http://schemas.openxmlformats.org/drawingml/2006/main">
            <a:off x="466725" y="3095625"/>
            <a:ext cx="1152525" cy="23812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prstDash val="solid"/>
          </a:ln>
        </p:spPr>
      </p:sp>
      <p:sp>
        <p:nvSpPr>
          <p:cNvPr id="19" name="DP2 object 45">
            <a:extLst xmlns:a="http://schemas.openxmlformats.org/drawingml/2006/main">
              <a:ext uri="{FF2B5EF4-FFF2-40B4-BE49-F238E27FC236}">
                <a16:creationId xmlns:a16="http://schemas.microsoft.com/office/drawing/2014/main" id="{CD161C28-52C3-4B8C-96D0-5106E7026150}"/>
              </a:ext>
            </a:extLst>
          </p:cNvPr>
          <p:cNvSpPr>
            <a:spLocks xmlns:a="http://schemas.openxmlformats.org/drawingml/2006/main" noGrp="1"/>
          </p:cNvSpPr>
          <p:nvPr/>
        </p:nvSpPr>
        <p:spPr>
          <a:xfrm xmlns:a="http://schemas.openxmlformats.org/drawingml/2006/main">
            <a:off x="485775" y="3095625"/>
            <a:ext cx="1114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내부 처리</a:t>
            </a:r>
          </a:p>
        </p:txBody>
      </p:sp>
      <p:sp>
        <p:nvSpPr>
          <p:cNvPr id="20" name="DP2 object 46">
            <a:extLst xmlns:a="http://schemas.openxmlformats.org/drawingml/2006/main">
              <a:ext uri="{FF2B5EF4-FFF2-40B4-BE49-F238E27FC236}">
                <a16:creationId xmlns:a16="http://schemas.microsoft.com/office/drawing/2014/main" id="{D2033ECE-6C9E-41B3-AEB9-4777E098C5BB}"/>
              </a:ext>
            </a:extLst>
          </p:cNvPr>
          <p:cNvSpPr>
            <a:spLocks xmlns:a="http://schemas.openxmlformats.org/drawingml/2006/main" noGrp="1"/>
          </p:cNvSpPr>
          <p:nvPr/>
        </p:nvSpPr>
        <p:spPr>
          <a:xfrm xmlns:a="http://schemas.openxmlformats.org/drawingml/2006/main">
            <a:off x="381000" y="3648075"/>
            <a:ext cx="1323975" cy="419100"/>
          </a:xfrm>
          <a:prstGeom xmlns:a="http://schemas.openxmlformats.org/drawingml/2006/main" prst="rect">
            <a:avLst/>
          </a:prstGeom>
          <a:noFill xmlns:a="http://schemas.openxmlformats.org/drawingml/2006/main"/>
          <a:ln xmlns:a="http://schemas.openxmlformats.org/drawingml/2006/main" w="17145">
            <a:solidFill>
              <a:srgbClr val="111111"/>
            </a:solidFill>
            <a:prstDash val="dash"/>
          </a:ln>
        </p:spPr>
      </p:sp>
      <p:sp>
        <p:nvSpPr>
          <p:cNvPr id="21" name="DP2 object 47">
            <a:extLst xmlns:a="http://schemas.openxmlformats.org/drawingml/2006/main">
              <a:ext uri="{FF2B5EF4-FFF2-40B4-BE49-F238E27FC236}">
                <a16:creationId xmlns:a16="http://schemas.microsoft.com/office/drawing/2014/main" id="{C52AB639-214E-41EB-A520-591A85DF4A3B}"/>
              </a:ext>
            </a:extLst>
          </p:cNvPr>
          <p:cNvSpPr>
            <a:spLocks xmlns:a="http://schemas.openxmlformats.org/drawingml/2006/main" noGrp="1"/>
          </p:cNvSpPr>
          <p:nvPr/>
        </p:nvSpPr>
        <p:spPr>
          <a:xfrm xmlns:a="http://schemas.openxmlformats.org/drawingml/2006/main">
            <a:off x="409575" y="3676650"/>
            <a:ext cx="12668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논리 실행</a:t>
            </a:r>
          </a:p>
        </p:txBody>
      </p:sp>
      <p:sp>
        <p:nvSpPr>
          <p:cNvPr id="22" name="보존 데이터">
            <a:extLst xmlns:a="http://schemas.openxmlformats.org/drawingml/2006/main">
              <a:ext uri="{FF2B5EF4-FFF2-40B4-BE49-F238E27FC236}">
                <a16:creationId xmlns:a16="http://schemas.microsoft.com/office/drawing/2014/main" id="{1FA373B2-1A2E-44A7-87C1-87FF0B081188}"/>
              </a:ext>
            </a:extLst>
          </p:cNvPr>
          <p:cNvSpPr>
            <a:spLocks xmlns:a="http://schemas.openxmlformats.org/drawingml/2006/main" noGrp="1"/>
          </p:cNvSpPr>
          <p:nvPr/>
        </p:nvSpPr>
        <p:spPr>
          <a:xfrm xmlns:a="http://schemas.openxmlformats.org/drawingml/2006/main">
            <a:off x="400050" y="4276725"/>
            <a:ext cx="1285875" cy="5238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3" name="DP2 object 48">
            <a:extLst xmlns:a="http://schemas.openxmlformats.org/drawingml/2006/main">
              <a:ext uri="{FF2B5EF4-FFF2-40B4-BE49-F238E27FC236}">
                <a16:creationId xmlns:a16="http://schemas.microsoft.com/office/drawing/2014/main" id="{92E0756F-23AB-4F25-986B-A8ED01D3FA47}"/>
              </a:ext>
            </a:extLst>
          </p:cNvPr>
          <p:cNvSpPr>
            <a:spLocks xmlns:a="http://schemas.openxmlformats.org/drawingml/2006/main" noGrp="1"/>
          </p:cNvSpPr>
          <p:nvPr/>
        </p:nvSpPr>
        <p:spPr>
          <a:xfrm xmlns:a="http://schemas.openxmlformats.org/drawingml/2006/main">
            <a:off x="447675" y="4381500"/>
            <a:ext cx="1190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상태 / 자료</a:t>
            </a:r>
          </a:p>
        </p:txBody>
      </p:sp>
      <p:sp>
        <p:nvSpPr>
          <p:cNvPr id="24" name="DP2 object 49">
            <a:extLst xmlns:a="http://schemas.openxmlformats.org/drawingml/2006/main">
              <a:ext uri="{FF2B5EF4-FFF2-40B4-BE49-F238E27FC236}">
                <a16:creationId xmlns:a16="http://schemas.microsoft.com/office/drawing/2014/main" id="{687CC547-A142-4274-A0E4-7A152A99833E}"/>
              </a:ext>
            </a:extLst>
          </p:cNvPr>
          <p:cNvSpPr>
            <a:spLocks xmlns:a="http://schemas.openxmlformats.org/drawingml/2006/main" noGrp="1"/>
          </p:cNvSpPr>
          <p:nvPr/>
        </p:nvSpPr>
        <p:spPr>
          <a:xfrm xmlns:a="http://schemas.openxmlformats.org/drawingml/2006/main">
            <a:off x="333375" y="4905375"/>
            <a:ext cx="14382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50555B"/>
                </a:solidFill>
                <a:latin typeface="Apple SD Gothic Neo"/>
                <a:ea typeface="Apple SD Gothic Neo"/>
                <a:cs typeface="Apple SD Gothic Neo"/>
              </a:defRPr>
            </a:defPPr>
            <a:lvl1pPr algn="ctr">
              <a:defRPr sz="1275" b="0">
                <a:solidFill>
                  <a:srgbClr val="50555B"/>
                </a:solidFill>
                <a:latin typeface="Apple SD Gothic Neo"/>
                <a:ea typeface="Apple SD Gothic Neo"/>
                <a:cs typeface="Apple SD Gothic Neo"/>
              </a:defRPr>
            </a:lvl1pPr>
            <a:lvl2pPr algn="ctr">
              <a:defRPr sz="1275" b="0">
                <a:solidFill>
                  <a:srgbClr val="50555B"/>
                </a:solidFill>
                <a:latin typeface="Apple SD Gothic Neo"/>
                <a:ea typeface="Apple SD Gothic Neo"/>
                <a:cs typeface="Apple SD Gothic Neo"/>
              </a:defRPr>
            </a:lvl2pPr>
            <a:lvl3pPr algn="ctr">
              <a:defRPr sz="1275" b="0">
                <a:solidFill>
                  <a:srgbClr val="50555B"/>
                </a:solidFill>
                <a:latin typeface="Apple SD Gothic Neo"/>
                <a:ea typeface="Apple SD Gothic Neo"/>
                <a:cs typeface="Apple SD Gothic Neo"/>
              </a:defRPr>
            </a:lvl3pPr>
            <a:lvl4pPr algn="ctr">
              <a:defRPr sz="1275" b="0">
                <a:solidFill>
                  <a:srgbClr val="50555B"/>
                </a:solidFill>
                <a:latin typeface="Apple SD Gothic Neo"/>
                <a:ea typeface="Apple SD Gothic Neo"/>
                <a:cs typeface="Apple SD Gothic Neo"/>
              </a:defRPr>
            </a:lvl4pPr>
            <a:lvl5pPr algn="ctr">
              <a:defRPr sz="1275" b="0">
                <a:solidFill>
                  <a:srgbClr val="50555B"/>
                </a:solidFill>
                <a:latin typeface="Apple SD Gothic Neo"/>
                <a:ea typeface="Apple SD Gothic Neo"/>
                <a:cs typeface="Apple SD Gothic Neo"/>
              </a:defRPr>
            </a:lvl5pPr>
            <a:lvl6pPr algn="ctr">
              <a:defRPr sz="1275" b="0">
                <a:solidFill>
                  <a:srgbClr val="50555B"/>
                </a:solidFill>
                <a:latin typeface="Apple SD Gothic Neo"/>
                <a:ea typeface="Apple SD Gothic Neo"/>
                <a:cs typeface="Apple SD Gothic Neo"/>
              </a:defRPr>
            </a:lvl6pPr>
            <a:lvl7pPr algn="ctr">
              <a:defRPr sz="1275" b="0">
                <a:solidFill>
                  <a:srgbClr val="50555B"/>
                </a:solidFill>
                <a:latin typeface="Apple SD Gothic Neo"/>
                <a:ea typeface="Apple SD Gothic Neo"/>
                <a:cs typeface="Apple SD Gothic Neo"/>
              </a:defRPr>
            </a:lvl7pPr>
            <a:lvl8pPr algn="ctr">
              <a:defRPr sz="1275" b="0">
                <a:solidFill>
                  <a:srgbClr val="50555B"/>
                </a:solidFill>
                <a:latin typeface="Apple SD Gothic Neo"/>
                <a:ea typeface="Apple SD Gothic Neo"/>
                <a:cs typeface="Apple SD Gothic Neo"/>
              </a:defRPr>
            </a:lvl8pPr>
            <a:lvl9pPr algn="ctr">
              <a:defRPr sz="1275" b="0">
                <a:solidFill>
                  <a:srgbClr val="50555B"/>
                </a:solidFill>
                <a:latin typeface="Apple SD Gothic Neo"/>
                <a:ea typeface="Apple SD Gothic Neo"/>
                <a:cs typeface="Apple SD Gothic Neo"/>
              </a:defRPr>
            </a:lvl9pPr>
          </a:lstStyle>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R1·R2는 논리 실행</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모델 복제 아님</a:t>
            </a:r>
          </a:p>
        </p:txBody>
      </p:sp>
      <p:sp>
        <p:nvSpPr>
          <p:cNvPr id="25" name="DP2 object 50">
            <a:extLst xmlns:a="http://schemas.openxmlformats.org/drawingml/2006/main">
              <a:ext uri="{FF2B5EF4-FFF2-40B4-BE49-F238E27FC236}">
                <a16:creationId xmlns:a16="http://schemas.microsoft.com/office/drawing/2014/main" id="{B7D8272D-D72F-4002-AC7D-C04365D6F395}"/>
              </a:ext>
            </a:extLst>
          </p:cNvPr>
          <p:cNvSpPr>
            <a:spLocks xmlns:a="http://schemas.openxmlformats.org/drawingml/2006/main" noGrp="1"/>
          </p:cNvSpPr>
          <p:nvPr/>
        </p:nvSpPr>
        <p:spPr>
          <a:xfrm xmlns:a="http://schemas.openxmlformats.org/drawingml/2006/main">
            <a:off x="333375" y="5400675"/>
            <a:ext cx="14382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50555B"/>
                </a:solidFill>
                <a:latin typeface="Apple SD Gothic Neo"/>
                <a:ea typeface="Apple SD Gothic Neo"/>
                <a:cs typeface="Apple SD Gothic Neo"/>
              </a:defRPr>
            </a:defPPr>
            <a:lvl1pPr algn="ctr">
              <a:defRPr sz="1275" b="0">
                <a:solidFill>
                  <a:srgbClr val="50555B"/>
                </a:solidFill>
                <a:latin typeface="Apple SD Gothic Neo"/>
                <a:ea typeface="Apple SD Gothic Neo"/>
                <a:cs typeface="Apple SD Gothic Neo"/>
              </a:defRPr>
            </a:lvl1pPr>
            <a:lvl2pPr algn="ctr">
              <a:defRPr sz="1275" b="0">
                <a:solidFill>
                  <a:srgbClr val="50555B"/>
                </a:solidFill>
                <a:latin typeface="Apple SD Gothic Neo"/>
                <a:ea typeface="Apple SD Gothic Neo"/>
                <a:cs typeface="Apple SD Gothic Neo"/>
              </a:defRPr>
            </a:lvl2pPr>
            <a:lvl3pPr algn="ctr">
              <a:defRPr sz="1275" b="0">
                <a:solidFill>
                  <a:srgbClr val="50555B"/>
                </a:solidFill>
                <a:latin typeface="Apple SD Gothic Neo"/>
                <a:ea typeface="Apple SD Gothic Neo"/>
                <a:cs typeface="Apple SD Gothic Neo"/>
              </a:defRPr>
            </a:lvl3pPr>
            <a:lvl4pPr algn="ctr">
              <a:defRPr sz="1275" b="0">
                <a:solidFill>
                  <a:srgbClr val="50555B"/>
                </a:solidFill>
                <a:latin typeface="Apple SD Gothic Neo"/>
                <a:ea typeface="Apple SD Gothic Neo"/>
                <a:cs typeface="Apple SD Gothic Neo"/>
              </a:defRPr>
            </a:lvl4pPr>
            <a:lvl5pPr algn="ctr">
              <a:defRPr sz="1275" b="0">
                <a:solidFill>
                  <a:srgbClr val="50555B"/>
                </a:solidFill>
                <a:latin typeface="Apple SD Gothic Neo"/>
                <a:ea typeface="Apple SD Gothic Neo"/>
                <a:cs typeface="Apple SD Gothic Neo"/>
              </a:defRPr>
            </a:lvl5pPr>
            <a:lvl6pPr algn="ctr">
              <a:defRPr sz="1275" b="0">
                <a:solidFill>
                  <a:srgbClr val="50555B"/>
                </a:solidFill>
                <a:latin typeface="Apple SD Gothic Neo"/>
                <a:ea typeface="Apple SD Gothic Neo"/>
                <a:cs typeface="Apple SD Gothic Neo"/>
              </a:defRPr>
            </a:lvl6pPr>
            <a:lvl7pPr algn="ctr">
              <a:defRPr sz="1275" b="0">
                <a:solidFill>
                  <a:srgbClr val="50555B"/>
                </a:solidFill>
                <a:latin typeface="Apple SD Gothic Neo"/>
                <a:ea typeface="Apple SD Gothic Neo"/>
                <a:cs typeface="Apple SD Gothic Neo"/>
              </a:defRPr>
            </a:lvl7pPr>
            <a:lvl8pPr algn="ctr">
              <a:defRPr sz="1275" b="0">
                <a:solidFill>
                  <a:srgbClr val="50555B"/>
                </a:solidFill>
                <a:latin typeface="Apple SD Gothic Neo"/>
                <a:ea typeface="Apple SD Gothic Neo"/>
                <a:cs typeface="Apple SD Gothic Neo"/>
              </a:defRPr>
            </a:lvl8pPr>
            <a:lvl9pPr algn="ctr">
              <a:defRPr sz="1275" b="0">
                <a:solidFill>
                  <a:srgbClr val="50555B"/>
                </a:solidFill>
                <a:latin typeface="Apple SD Gothic Neo"/>
                <a:ea typeface="Apple SD Gothic Neo"/>
                <a:cs typeface="Apple SD Gothic Neo"/>
              </a:defRPr>
            </a:lvl9pPr>
          </a:lstStyle>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실선: 요청·반환</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원통: 상태 / 입력</a:t>
            </a:r>
          </a:p>
        </p:txBody>
      </p:sp>
      <p:sp>
        <p:nvSpPr>
          <p:cNvPr id="26" name="DP2 object 51">
            <a:extLst xmlns:a="http://schemas.openxmlformats.org/drawingml/2006/main">
              <a:ext uri="{FF2B5EF4-FFF2-40B4-BE49-F238E27FC236}">
                <a16:creationId xmlns:a16="http://schemas.microsoft.com/office/drawing/2014/main" id="{22E129D8-69F6-43B3-8FCC-5F536A7AB6F7}"/>
              </a:ext>
            </a:extLst>
          </p:cNvPr>
          <p:cNvSpPr>
            <a:spLocks xmlns:a="http://schemas.openxmlformats.org/drawingml/2006/main" noGrp="1"/>
          </p:cNvSpPr>
          <p:nvPr/>
        </p:nvSpPr>
        <p:spPr>
          <a:xfrm xmlns:a="http://schemas.openxmlformats.org/drawingml/2006/main">
            <a:off x="1971675" y="2190750"/>
            <a:ext cx="788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대화 실행 1개와 문맥 1개를 이어 사용</a:t>
            </a:r>
          </a:p>
        </p:txBody>
      </p:sp>
      <p:sp>
        <p:nvSpPr>
          <p:cNvPr id="27" name="A Request Controller Component">
            <a:extLst xmlns:a="http://schemas.openxmlformats.org/drawingml/2006/main">
              <a:ext uri="{FF2B5EF4-FFF2-40B4-BE49-F238E27FC236}">
                <a16:creationId xmlns:a16="http://schemas.microsoft.com/office/drawing/2014/main" id="{1156D10E-F4F6-4B8B-BCC5-3B44C198A21E}"/>
              </a:ext>
            </a:extLst>
          </p:cNvPr>
          <p:cNvSpPr>
            <a:spLocks xmlns:a="http://schemas.openxmlformats.org/drawingml/2006/main" noGrp="1"/>
          </p:cNvSpPr>
          <p:nvPr/>
        </p:nvSpPr>
        <p:spPr>
          <a:xfrm xmlns:a="http://schemas.openxmlformats.org/drawingml/2006/main">
            <a:off x="2133600" y="2505075"/>
            <a:ext cx="7562850" cy="8763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28" name="DP2 object 52">
            <a:extLst xmlns:a="http://schemas.openxmlformats.org/drawingml/2006/main">
              <a:ext uri="{FF2B5EF4-FFF2-40B4-BE49-F238E27FC236}">
                <a16:creationId xmlns:a16="http://schemas.microsoft.com/office/drawing/2014/main" id="{1DE92827-0491-415B-BAAF-42D645CDABF1}"/>
              </a:ext>
            </a:extLst>
          </p:cNvPr>
          <p:cNvSpPr>
            <a:spLocks xmlns:a="http://schemas.openxmlformats.org/drawingml/2006/main" noGrp="1"/>
          </p:cNvSpPr>
          <p:nvPr/>
        </p:nvSpPr>
        <p:spPr>
          <a:xfrm xmlns:a="http://schemas.openxmlformats.org/drawingml/2006/main">
            <a:off x="2247900" y="2533650"/>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Controller</a:t>
            </a:r>
          </a:p>
        </p:txBody>
      </p:sp>
      <p:sp>
        <p:nvSpPr>
          <p:cNvPr id="29" name="Editable path 53">
            <a:extLst xmlns:a="http://schemas.openxmlformats.org/drawingml/2006/main">
              <a:ext uri="{FF2B5EF4-FFF2-40B4-BE49-F238E27FC236}">
                <a16:creationId xmlns:a16="http://schemas.microsoft.com/office/drawing/2014/main" id="{BC352C48-F36F-4FF5-9A9A-079E9DAE9319}"/>
              </a:ext>
            </a:extLst>
          </p:cNvPr>
          <p:cNvSpPr>
            <a:spLocks xmlns:a="http://schemas.openxmlformats.org/drawingml/2006/main" noGrp="1"/>
          </p:cNvSpPr>
          <p:nvPr/>
        </p:nvSpPr>
        <p:spPr>
          <a:xfrm xmlns:a="http://schemas.openxmlformats.org/drawingml/2006/main">
            <a:off x="2133600" y="2838450"/>
            <a:ext cx="7562850" cy="953"/>
          </a:xfrm>
          <a:custGeom xmlns:a="http://schemas.openxmlformats.org/drawingml/2006/main">
            <a:pathLst>
              <a:path w="7562850" h="953">
                <a:moveTo>
                  <a:pt x="0" y="0"/>
                </a:moveTo>
                <a:lnTo>
                  <a:pt x="7562850" y="0"/>
                </a:lnTo>
              </a:path>
            </a:pathLst>
          </a:custGeom>
          <a:noFill xmlns:a="http://schemas.openxmlformats.org/drawingml/2006/main"/>
          <a:ln xmlns:a="http://schemas.openxmlformats.org/drawingml/2006/main" w="13335">
            <a:solidFill>
              <a:srgbClr val="111111"/>
            </a:solidFill>
            <a:prstDash val="solid"/>
          </a:ln>
        </p:spPr>
      </p:sp>
      <p:sp>
        <p:nvSpPr>
          <p:cNvPr id="30" name="입력 보존 / 경계에 해석 요청">
            <a:extLst xmlns:a="http://schemas.openxmlformats.org/drawingml/2006/main">
              <a:ext uri="{FF2B5EF4-FFF2-40B4-BE49-F238E27FC236}">
                <a16:creationId xmlns:a16="http://schemas.microsoft.com/office/drawing/2014/main" id="{D9BDC56D-DE39-4F58-8298-1C5DD0C2FDA3}"/>
              </a:ext>
            </a:extLst>
          </p:cNvPr>
          <p:cNvSpPr>
            <a:spLocks xmlns:a="http://schemas.openxmlformats.org/drawingml/2006/main" noGrp="1"/>
          </p:cNvSpPr>
          <p:nvPr/>
        </p:nvSpPr>
        <p:spPr>
          <a:xfrm xmlns:a="http://schemas.openxmlformats.org/drawingml/2006/main">
            <a:off x="2257425" y="2914650"/>
            <a:ext cx="2409825" cy="3905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1" name="DP2 object 54">
            <a:extLst xmlns:a="http://schemas.openxmlformats.org/drawingml/2006/main">
              <a:ext uri="{FF2B5EF4-FFF2-40B4-BE49-F238E27FC236}">
                <a16:creationId xmlns:a16="http://schemas.microsoft.com/office/drawing/2014/main" id="{1EBBEF39-55B9-47C0-9E74-F5D1A01880F7}"/>
              </a:ext>
            </a:extLst>
          </p:cNvPr>
          <p:cNvSpPr>
            <a:spLocks xmlns:a="http://schemas.openxmlformats.org/drawingml/2006/main" noGrp="1"/>
          </p:cNvSpPr>
          <p:nvPr/>
        </p:nvSpPr>
        <p:spPr>
          <a:xfrm xmlns:a="http://schemas.openxmlformats.org/drawingml/2006/main">
            <a:off x="2324100" y="2952750"/>
            <a:ext cx="22764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입력 보존 / 경계에 해석 요청</a:t>
            </a:r>
          </a:p>
        </p:txBody>
      </p:sp>
      <p:sp>
        <p:nvSpPr>
          <p:cNvPr id="32" name="채택 목표 / revision">
            <a:extLst xmlns:a="http://schemas.openxmlformats.org/drawingml/2006/main">
              <a:ext uri="{FF2B5EF4-FFF2-40B4-BE49-F238E27FC236}">
                <a16:creationId xmlns:a16="http://schemas.microsoft.com/office/drawing/2014/main" id="{8166A7C5-D79C-40DD-83D7-CF0AE0EF0367}"/>
              </a:ext>
            </a:extLst>
          </p:cNvPr>
          <p:cNvSpPr>
            <a:spLocks xmlns:a="http://schemas.openxmlformats.org/drawingml/2006/main" noGrp="1"/>
          </p:cNvSpPr>
          <p:nvPr/>
        </p:nvSpPr>
        <p:spPr>
          <a:xfrm xmlns:a="http://schemas.openxmlformats.org/drawingml/2006/main">
            <a:off x="4876800" y="2905125"/>
            <a:ext cx="2152650" cy="40005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33" name="DP2 object 55">
            <a:extLst xmlns:a="http://schemas.openxmlformats.org/drawingml/2006/main">
              <a:ext uri="{FF2B5EF4-FFF2-40B4-BE49-F238E27FC236}">
                <a16:creationId xmlns:a16="http://schemas.microsoft.com/office/drawing/2014/main" id="{406FF462-9889-46E5-9491-F93DF0D3A352}"/>
              </a:ext>
            </a:extLst>
          </p:cNvPr>
          <p:cNvSpPr>
            <a:spLocks xmlns:a="http://schemas.openxmlformats.org/drawingml/2006/main" noGrp="1"/>
          </p:cNvSpPr>
          <p:nvPr/>
        </p:nvSpPr>
        <p:spPr>
          <a:xfrm xmlns:a="http://schemas.openxmlformats.org/drawingml/2006/main">
            <a:off x="4924425" y="3009900"/>
            <a:ext cx="2057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채택 목표 / revision</a:t>
            </a:r>
          </a:p>
        </p:txBody>
      </p:sp>
      <p:sp>
        <p:nvSpPr>
          <p:cNvPr id="34" name="현재성 확인·채택">
            <a:extLst xmlns:a="http://schemas.openxmlformats.org/drawingml/2006/main">
              <a:ext uri="{FF2B5EF4-FFF2-40B4-BE49-F238E27FC236}">
                <a16:creationId xmlns:a16="http://schemas.microsoft.com/office/drawing/2014/main" id="{377C99A8-D8D0-42DD-92A8-5C7EE90D56AC}"/>
              </a:ext>
            </a:extLst>
          </p:cNvPr>
          <p:cNvSpPr>
            <a:spLocks xmlns:a="http://schemas.openxmlformats.org/drawingml/2006/main" noGrp="1"/>
          </p:cNvSpPr>
          <p:nvPr/>
        </p:nvSpPr>
        <p:spPr>
          <a:xfrm xmlns:a="http://schemas.openxmlformats.org/drawingml/2006/main">
            <a:off x="7258050" y="2914650"/>
            <a:ext cx="2314575" cy="3905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5" name="DP2 object 56">
            <a:extLst xmlns:a="http://schemas.openxmlformats.org/drawingml/2006/main">
              <a:ext uri="{FF2B5EF4-FFF2-40B4-BE49-F238E27FC236}">
                <a16:creationId xmlns:a16="http://schemas.microsoft.com/office/drawing/2014/main" id="{85A2DCA8-C752-4573-914B-0ED577CA8975}"/>
              </a:ext>
            </a:extLst>
          </p:cNvPr>
          <p:cNvSpPr>
            <a:spLocks xmlns:a="http://schemas.openxmlformats.org/drawingml/2006/main" noGrp="1"/>
          </p:cNvSpPr>
          <p:nvPr/>
        </p:nvSpPr>
        <p:spPr>
          <a:xfrm xmlns:a="http://schemas.openxmlformats.org/drawingml/2006/main">
            <a:off x="7324725" y="2952750"/>
            <a:ext cx="21812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현재성 확인·채택</a:t>
            </a:r>
          </a:p>
        </p:txBody>
      </p:sp>
      <p:sp>
        <p:nvSpPr>
          <p:cNvPr id="36" name="Editable path 57">
            <a:extLst xmlns:a="http://schemas.openxmlformats.org/drawingml/2006/main">
              <a:ext uri="{FF2B5EF4-FFF2-40B4-BE49-F238E27FC236}">
                <a16:creationId xmlns:a16="http://schemas.microsoft.com/office/drawing/2014/main" id="{60571F0D-2D80-47E2-852C-877DCF7797BA}"/>
              </a:ext>
            </a:extLst>
          </p:cNvPr>
          <p:cNvSpPr>
            <a:spLocks xmlns:a="http://schemas.openxmlformats.org/drawingml/2006/main" noGrp="1"/>
          </p:cNvSpPr>
          <p:nvPr/>
        </p:nvSpPr>
        <p:spPr>
          <a:xfrm xmlns:a="http://schemas.openxmlformats.org/drawingml/2006/main">
            <a:off x="3810000" y="3381375"/>
            <a:ext cx="953" cy="228600"/>
          </a:xfrm>
          <a:custGeom xmlns:a="http://schemas.openxmlformats.org/drawingml/2006/main">
            <a:pathLst>
              <a:path w="953" h="228600">
                <a:moveTo>
                  <a:pt x="0" y="0"/>
                </a:moveTo>
                <a:lnTo>
                  <a:pt x="0" y="228600"/>
                </a:lnTo>
              </a:path>
            </a:pathLst>
          </a:custGeom>
          <a:noFill xmlns:a="http://schemas.openxmlformats.org/drawingml/2006/main"/>
          <a:ln xmlns:a="http://schemas.openxmlformats.org/drawingml/2006/main" w="21908">
            <a:solidFill>
              <a:srgbClr val="111111"/>
            </a:solidFill>
            <a:prstDash val="solid"/>
          </a:ln>
        </p:spPr>
      </p:sp>
      <p:sp>
        <p:nvSpPr>
          <p:cNvPr id="37" name="Editable arrowhead 58">
            <a:extLst xmlns:a="http://schemas.openxmlformats.org/drawingml/2006/main">
              <a:ext uri="{FF2B5EF4-FFF2-40B4-BE49-F238E27FC236}">
                <a16:creationId xmlns:a16="http://schemas.microsoft.com/office/drawing/2014/main" id="{CA3DBF39-0FD0-4AE5-BB64-FC3565B974D3}"/>
              </a:ext>
            </a:extLst>
          </p:cNvPr>
          <p:cNvSpPr>
            <a:spLocks xmlns:a="http://schemas.openxmlformats.org/drawingml/2006/main" noGrp="1"/>
          </p:cNvSpPr>
          <p:nvPr/>
        </p:nvSpPr>
        <p:spPr>
          <a:xfrm xmlns:a="http://schemas.openxmlformats.org/drawingml/2006/main">
            <a:off x="3762375" y="35147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8" name="Editable path 59">
            <a:extLst xmlns:a="http://schemas.openxmlformats.org/drawingml/2006/main">
              <a:ext uri="{FF2B5EF4-FFF2-40B4-BE49-F238E27FC236}">
                <a16:creationId xmlns:a16="http://schemas.microsoft.com/office/drawing/2014/main" id="{D648D08F-7DF6-4362-B850-275794309690}"/>
              </a:ext>
            </a:extLst>
          </p:cNvPr>
          <p:cNvSpPr>
            <a:spLocks xmlns:a="http://schemas.openxmlformats.org/drawingml/2006/main" noGrp="1"/>
          </p:cNvSpPr>
          <p:nvPr/>
        </p:nvSpPr>
        <p:spPr>
          <a:xfrm xmlns:a="http://schemas.openxmlformats.org/drawingml/2006/main">
            <a:off x="8734425" y="3381375"/>
            <a:ext cx="953" cy="228600"/>
          </a:xfrm>
          <a:custGeom xmlns:a="http://schemas.openxmlformats.org/drawingml/2006/main">
            <a:pathLst>
              <a:path w="953" h="228600">
                <a:moveTo>
                  <a:pt x="0" y="228600"/>
                </a:moveTo>
                <a:lnTo>
                  <a:pt x="0" y="0"/>
                </a:lnTo>
              </a:path>
            </a:pathLst>
          </a:custGeom>
          <a:noFill xmlns:a="http://schemas.openxmlformats.org/drawingml/2006/main"/>
          <a:ln xmlns:a="http://schemas.openxmlformats.org/drawingml/2006/main" w="21908">
            <a:solidFill>
              <a:srgbClr val="111111"/>
            </a:solidFill>
            <a:prstDash val="solid"/>
          </a:ln>
        </p:spPr>
      </p:sp>
      <p:sp>
        <p:nvSpPr>
          <p:cNvPr id="39" name="Editable arrowhead 60">
            <a:extLst xmlns:a="http://schemas.openxmlformats.org/drawingml/2006/main">
              <a:ext uri="{FF2B5EF4-FFF2-40B4-BE49-F238E27FC236}">
                <a16:creationId xmlns:a16="http://schemas.microsoft.com/office/drawing/2014/main" id="{D780577B-34A7-45E5-88B6-7DA270B0DC45}"/>
              </a:ext>
            </a:extLst>
          </p:cNvPr>
          <p:cNvSpPr>
            <a:spLocks xmlns:a="http://schemas.openxmlformats.org/drawingml/2006/main" noGrp="1"/>
          </p:cNvSpPr>
          <p:nvPr/>
        </p:nvSpPr>
        <p:spPr>
          <a:xfrm xmlns:a="http://schemas.openxmlformats.org/drawingml/2006/main">
            <a:off x="8686800" y="33813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0" name="DP2 object 61">
            <a:extLst xmlns:a="http://schemas.openxmlformats.org/drawingml/2006/main">
              <a:ext uri="{FF2B5EF4-FFF2-40B4-BE49-F238E27FC236}">
                <a16:creationId xmlns:a16="http://schemas.microsoft.com/office/drawing/2014/main" id="{DFE5C640-DE63-4C5F-8151-3FA02424063D}"/>
              </a:ext>
            </a:extLst>
          </p:cNvPr>
          <p:cNvSpPr>
            <a:spLocks xmlns:a="http://schemas.openxmlformats.org/drawingml/2006/main" noGrp="1"/>
          </p:cNvSpPr>
          <p:nvPr/>
        </p:nvSpPr>
        <p:spPr>
          <a:xfrm xmlns:a="http://schemas.openxmlformats.org/drawingml/2006/main">
            <a:off x="3905250" y="3381375"/>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0">
                <a:solidFill>
                  <a:srgbClr val="111111"/>
                </a:solidFill>
                <a:latin typeface="Apple SD Gothic Neo"/>
                <a:ea typeface="Apple SD Gothic Neo"/>
                <a:cs typeface="Apple SD Gothic Neo"/>
              </a:defRPr>
            </a:defPPr>
            <a:lvl1pPr algn="l">
              <a:defRPr sz="1350" b="0">
                <a:solidFill>
                  <a:srgbClr val="111111"/>
                </a:solidFill>
                <a:latin typeface="Apple SD Gothic Neo"/>
                <a:ea typeface="Apple SD Gothic Neo"/>
                <a:cs typeface="Apple SD Gothic Neo"/>
              </a:defRPr>
            </a:lvl1pPr>
            <a:lvl2pPr algn="l">
              <a:defRPr sz="1350" b="0">
                <a:solidFill>
                  <a:srgbClr val="111111"/>
                </a:solidFill>
                <a:latin typeface="Apple SD Gothic Neo"/>
                <a:ea typeface="Apple SD Gothic Neo"/>
                <a:cs typeface="Apple SD Gothic Neo"/>
              </a:defRPr>
            </a:lvl2pPr>
            <a:lvl3pPr algn="l">
              <a:defRPr sz="1350" b="0">
                <a:solidFill>
                  <a:srgbClr val="111111"/>
                </a:solidFill>
                <a:latin typeface="Apple SD Gothic Neo"/>
                <a:ea typeface="Apple SD Gothic Neo"/>
                <a:cs typeface="Apple SD Gothic Neo"/>
              </a:defRPr>
            </a:lvl3pPr>
            <a:lvl4pPr algn="l">
              <a:defRPr sz="1350" b="0">
                <a:solidFill>
                  <a:srgbClr val="111111"/>
                </a:solidFill>
                <a:latin typeface="Apple SD Gothic Neo"/>
                <a:ea typeface="Apple SD Gothic Neo"/>
                <a:cs typeface="Apple SD Gothic Neo"/>
              </a:defRPr>
            </a:lvl4pPr>
            <a:lvl5pPr algn="l">
              <a:defRPr sz="1350" b="0">
                <a:solidFill>
                  <a:srgbClr val="111111"/>
                </a:solidFill>
                <a:latin typeface="Apple SD Gothic Neo"/>
                <a:ea typeface="Apple SD Gothic Neo"/>
                <a:cs typeface="Apple SD Gothic Neo"/>
              </a:defRPr>
            </a:lvl5pPr>
            <a:lvl6pPr algn="l">
              <a:defRPr sz="1350" b="0">
                <a:solidFill>
                  <a:srgbClr val="111111"/>
                </a:solidFill>
                <a:latin typeface="Apple SD Gothic Neo"/>
                <a:ea typeface="Apple SD Gothic Neo"/>
                <a:cs typeface="Apple SD Gothic Neo"/>
              </a:defRPr>
            </a:lvl6pPr>
            <a:lvl7pPr algn="l">
              <a:defRPr sz="1350" b="0">
                <a:solidFill>
                  <a:srgbClr val="111111"/>
                </a:solidFill>
                <a:latin typeface="Apple SD Gothic Neo"/>
                <a:ea typeface="Apple SD Gothic Neo"/>
                <a:cs typeface="Apple SD Gothic Neo"/>
              </a:defRPr>
            </a:lvl7pPr>
            <a:lvl8pPr algn="l">
              <a:defRPr sz="1350" b="0">
                <a:solidFill>
                  <a:srgbClr val="111111"/>
                </a:solidFill>
                <a:latin typeface="Apple SD Gothic Neo"/>
                <a:ea typeface="Apple SD Gothic Neo"/>
                <a:cs typeface="Apple SD Gothic Neo"/>
              </a:defRPr>
            </a:lvl8pPr>
            <a:lvl9pPr algn="l">
              <a:defRPr sz="1350" b="0">
                <a:solidFill>
                  <a:srgbClr val="111111"/>
                </a:solidFill>
                <a:latin typeface="Apple SD Gothic Neo"/>
                <a:ea typeface="Apple SD Gothic Neo"/>
                <a:cs typeface="Apple SD Gothic Neo"/>
              </a:defRPr>
            </a:lvl9pPr>
          </a:lstStyle>
          <a:p xmlns:a="http://schemas.openxmlformats.org/drawingml/2006/main">
            <a:pPr algn="l">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해석 요청</a:t>
            </a:r>
          </a:p>
        </p:txBody>
      </p:sp>
      <p:sp>
        <p:nvSpPr>
          <p:cNvPr id="41" name="DP2 object 62">
            <a:extLst xmlns:a="http://schemas.openxmlformats.org/drawingml/2006/main">
              <a:ext uri="{FF2B5EF4-FFF2-40B4-BE49-F238E27FC236}">
                <a16:creationId xmlns:a16="http://schemas.microsoft.com/office/drawing/2014/main" id="{0F1E2DF9-4D3F-4D03-A5CF-B44ED023D129}"/>
              </a:ext>
            </a:extLst>
          </p:cNvPr>
          <p:cNvSpPr>
            <a:spLocks xmlns:a="http://schemas.openxmlformats.org/drawingml/2006/main" noGrp="1"/>
          </p:cNvSpPr>
          <p:nvPr/>
        </p:nvSpPr>
        <p:spPr>
          <a:xfrm xmlns:a="http://schemas.openxmlformats.org/drawingml/2006/main">
            <a:off x="7315200" y="3381375"/>
            <a:ext cx="13239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350" b="0">
                <a:solidFill>
                  <a:srgbClr val="111111"/>
                </a:solidFill>
                <a:latin typeface="Apple SD Gothic Neo"/>
                <a:ea typeface="Apple SD Gothic Neo"/>
                <a:cs typeface="Apple SD Gothic Neo"/>
              </a:defRPr>
            </a:defPPr>
            <a:lvl1pPr algn="r">
              <a:defRPr sz="1350" b="0">
                <a:solidFill>
                  <a:srgbClr val="111111"/>
                </a:solidFill>
                <a:latin typeface="Apple SD Gothic Neo"/>
                <a:ea typeface="Apple SD Gothic Neo"/>
                <a:cs typeface="Apple SD Gothic Neo"/>
              </a:defRPr>
            </a:lvl1pPr>
            <a:lvl2pPr algn="r">
              <a:defRPr sz="1350" b="0">
                <a:solidFill>
                  <a:srgbClr val="111111"/>
                </a:solidFill>
                <a:latin typeface="Apple SD Gothic Neo"/>
                <a:ea typeface="Apple SD Gothic Neo"/>
                <a:cs typeface="Apple SD Gothic Neo"/>
              </a:defRPr>
            </a:lvl2pPr>
            <a:lvl3pPr algn="r">
              <a:defRPr sz="1350" b="0">
                <a:solidFill>
                  <a:srgbClr val="111111"/>
                </a:solidFill>
                <a:latin typeface="Apple SD Gothic Neo"/>
                <a:ea typeface="Apple SD Gothic Neo"/>
                <a:cs typeface="Apple SD Gothic Neo"/>
              </a:defRPr>
            </a:lvl3pPr>
            <a:lvl4pPr algn="r">
              <a:defRPr sz="1350" b="0">
                <a:solidFill>
                  <a:srgbClr val="111111"/>
                </a:solidFill>
                <a:latin typeface="Apple SD Gothic Neo"/>
                <a:ea typeface="Apple SD Gothic Neo"/>
                <a:cs typeface="Apple SD Gothic Neo"/>
              </a:defRPr>
            </a:lvl4pPr>
            <a:lvl5pPr algn="r">
              <a:defRPr sz="1350" b="0">
                <a:solidFill>
                  <a:srgbClr val="111111"/>
                </a:solidFill>
                <a:latin typeface="Apple SD Gothic Neo"/>
                <a:ea typeface="Apple SD Gothic Neo"/>
                <a:cs typeface="Apple SD Gothic Neo"/>
              </a:defRPr>
            </a:lvl5pPr>
            <a:lvl6pPr algn="r">
              <a:defRPr sz="1350" b="0">
                <a:solidFill>
                  <a:srgbClr val="111111"/>
                </a:solidFill>
                <a:latin typeface="Apple SD Gothic Neo"/>
                <a:ea typeface="Apple SD Gothic Neo"/>
                <a:cs typeface="Apple SD Gothic Neo"/>
              </a:defRPr>
            </a:lvl6pPr>
            <a:lvl7pPr algn="r">
              <a:defRPr sz="1350" b="0">
                <a:solidFill>
                  <a:srgbClr val="111111"/>
                </a:solidFill>
                <a:latin typeface="Apple SD Gothic Neo"/>
                <a:ea typeface="Apple SD Gothic Neo"/>
                <a:cs typeface="Apple SD Gothic Neo"/>
              </a:defRPr>
            </a:lvl7pPr>
            <a:lvl8pPr algn="r">
              <a:defRPr sz="1350" b="0">
                <a:solidFill>
                  <a:srgbClr val="111111"/>
                </a:solidFill>
                <a:latin typeface="Apple SD Gothic Neo"/>
                <a:ea typeface="Apple SD Gothic Neo"/>
                <a:cs typeface="Apple SD Gothic Neo"/>
              </a:defRPr>
            </a:lvl8pPr>
            <a:lvl9pPr algn="r">
              <a:defRPr sz="1350" b="0">
                <a:solidFill>
                  <a:srgbClr val="111111"/>
                </a:solidFill>
                <a:latin typeface="Apple SD Gothic Neo"/>
                <a:ea typeface="Apple SD Gothic Neo"/>
                <a:cs typeface="Apple SD Gothic Neo"/>
              </a:defRPr>
            </a:lvl9pPr>
          </a:lstStyle>
          <a:p xmlns:a="http://schemas.openxmlformats.org/drawingml/2006/main">
            <a:pPr algn="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결과 반환</a:t>
            </a:r>
          </a:p>
        </p:txBody>
      </p:sp>
      <p:sp>
        <p:nvSpPr>
          <p:cNvPr id="42" name="A Request Interpreter Component">
            <a:extLst xmlns:a="http://schemas.openxmlformats.org/drawingml/2006/main">
              <a:ext uri="{FF2B5EF4-FFF2-40B4-BE49-F238E27FC236}">
                <a16:creationId xmlns:a16="http://schemas.microsoft.com/office/drawing/2014/main" id="{480F3EB7-8646-4AA2-8F2F-D985E2F9FB20}"/>
              </a:ext>
            </a:extLst>
          </p:cNvPr>
          <p:cNvSpPr>
            <a:spLocks xmlns:a="http://schemas.openxmlformats.org/drawingml/2006/main" noGrp="1"/>
          </p:cNvSpPr>
          <p:nvPr/>
        </p:nvSpPr>
        <p:spPr>
          <a:xfrm xmlns:a="http://schemas.openxmlformats.org/drawingml/2006/main">
            <a:off x="2133600" y="3609975"/>
            <a:ext cx="7562850" cy="2409825"/>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43" name="DP2 object 63">
            <a:extLst xmlns:a="http://schemas.openxmlformats.org/drawingml/2006/main">
              <a:ext uri="{FF2B5EF4-FFF2-40B4-BE49-F238E27FC236}">
                <a16:creationId xmlns:a16="http://schemas.microsoft.com/office/drawing/2014/main" id="{DE4D775E-26EB-491D-98DA-1AC19126EB98}"/>
              </a:ext>
            </a:extLst>
          </p:cNvPr>
          <p:cNvSpPr>
            <a:spLocks xmlns:a="http://schemas.openxmlformats.org/drawingml/2006/main" noGrp="1"/>
          </p:cNvSpPr>
          <p:nvPr/>
        </p:nvSpPr>
        <p:spPr>
          <a:xfrm xmlns:a="http://schemas.openxmlformats.org/drawingml/2006/main">
            <a:off x="2257425" y="3638550"/>
            <a:ext cx="731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Interpreter</a:t>
            </a:r>
          </a:p>
        </p:txBody>
      </p:sp>
      <p:sp>
        <p:nvSpPr>
          <p:cNvPr id="44" name="Editable path 64">
            <a:extLst xmlns:a="http://schemas.openxmlformats.org/drawingml/2006/main">
              <a:ext uri="{FF2B5EF4-FFF2-40B4-BE49-F238E27FC236}">
                <a16:creationId xmlns:a16="http://schemas.microsoft.com/office/drawing/2014/main" id="{2FB15C06-7F72-452C-970B-19453B4FD258}"/>
              </a:ext>
            </a:extLst>
          </p:cNvPr>
          <p:cNvSpPr>
            <a:spLocks xmlns:a="http://schemas.openxmlformats.org/drawingml/2006/main" noGrp="1"/>
          </p:cNvSpPr>
          <p:nvPr/>
        </p:nvSpPr>
        <p:spPr>
          <a:xfrm xmlns:a="http://schemas.openxmlformats.org/drawingml/2006/main">
            <a:off x="2133600" y="3952875"/>
            <a:ext cx="7562850" cy="953"/>
          </a:xfrm>
          <a:custGeom xmlns:a="http://schemas.openxmlformats.org/drawingml/2006/main">
            <a:pathLst>
              <a:path w="7562850" h="953">
                <a:moveTo>
                  <a:pt x="0" y="0"/>
                </a:moveTo>
                <a:lnTo>
                  <a:pt x="7562850" y="0"/>
                </a:lnTo>
              </a:path>
            </a:pathLst>
          </a:custGeom>
          <a:noFill xmlns:a="http://schemas.openxmlformats.org/drawingml/2006/main"/>
          <a:ln xmlns:a="http://schemas.openxmlformats.org/drawingml/2006/main" w="13335">
            <a:solidFill>
              <a:srgbClr val="111111"/>
            </a:solidFill>
            <a:prstDash val="solid"/>
          </a:ln>
        </p:spPr>
      </p:sp>
      <p:sp>
        <p:nvSpPr>
          <p:cNvPr id="45" name="A single conversation execution">
            <a:extLst xmlns:a="http://schemas.openxmlformats.org/drawingml/2006/main">
              <a:ext uri="{FF2B5EF4-FFF2-40B4-BE49-F238E27FC236}">
                <a16:creationId xmlns:a16="http://schemas.microsoft.com/office/drawing/2014/main" id="{196A1A18-3205-4428-9C78-1265CD53D2D5}"/>
              </a:ext>
            </a:extLst>
          </p:cNvPr>
          <p:cNvSpPr>
            <a:spLocks xmlns:a="http://schemas.openxmlformats.org/drawingml/2006/main" noGrp="1"/>
          </p:cNvSpPr>
          <p:nvPr/>
        </p:nvSpPr>
        <p:spPr>
          <a:xfrm xmlns:a="http://schemas.openxmlformats.org/drawingml/2006/main">
            <a:off x="2324100" y="4057650"/>
            <a:ext cx="7181850" cy="1781175"/>
          </a:xfrm>
          <a:prstGeom xmlns:a="http://schemas.openxmlformats.org/drawingml/2006/main" prst="rect">
            <a:avLst/>
          </a:prstGeom>
          <a:noFill xmlns:a="http://schemas.openxmlformats.org/drawingml/2006/main"/>
          <a:ln xmlns:a="http://schemas.openxmlformats.org/drawingml/2006/main" w="17145">
            <a:solidFill>
              <a:srgbClr val="111111"/>
            </a:solidFill>
            <a:prstDash val="dash"/>
          </a:ln>
        </p:spPr>
      </p:sp>
      <p:sp>
        <p:nvSpPr>
          <p:cNvPr id="46" name="DP2 object 65">
            <a:extLst xmlns:a="http://schemas.openxmlformats.org/drawingml/2006/main">
              <a:ext uri="{FF2B5EF4-FFF2-40B4-BE49-F238E27FC236}">
                <a16:creationId xmlns:a16="http://schemas.microsoft.com/office/drawing/2014/main" id="{23DCF823-0729-401E-97EE-70918824A454}"/>
              </a:ext>
            </a:extLst>
          </p:cNvPr>
          <p:cNvSpPr>
            <a:spLocks xmlns:a="http://schemas.openxmlformats.org/drawingml/2006/main" noGrp="1"/>
          </p:cNvSpPr>
          <p:nvPr/>
        </p:nvSpPr>
        <p:spPr>
          <a:xfrm xmlns:a="http://schemas.openxmlformats.org/drawingml/2006/main">
            <a:off x="2476500" y="4114800"/>
            <a:ext cx="68865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1">
                <a:solidFill>
                  <a:srgbClr val="111111"/>
                </a:solidFill>
                <a:latin typeface="Apple SD Gothic Neo"/>
                <a:ea typeface="Apple SD Gothic Neo"/>
                <a:cs typeface="Apple SD Gothic Neo"/>
              </a:defRPr>
            </a:defPPr>
            <a:lvl1pPr algn="ctr">
              <a:defRPr sz="1950" b="1">
                <a:solidFill>
                  <a:srgbClr val="111111"/>
                </a:solidFill>
                <a:latin typeface="Apple SD Gothic Neo"/>
                <a:ea typeface="Apple SD Gothic Neo"/>
                <a:cs typeface="Apple SD Gothic Neo"/>
              </a:defRPr>
            </a:lvl1pPr>
            <a:lvl2pPr algn="ctr">
              <a:defRPr sz="1950" b="1">
                <a:solidFill>
                  <a:srgbClr val="111111"/>
                </a:solidFill>
                <a:latin typeface="Apple SD Gothic Neo"/>
                <a:ea typeface="Apple SD Gothic Neo"/>
                <a:cs typeface="Apple SD Gothic Neo"/>
              </a:defRPr>
            </a:lvl2pPr>
            <a:lvl3pPr algn="ctr">
              <a:defRPr sz="1950" b="1">
                <a:solidFill>
                  <a:srgbClr val="111111"/>
                </a:solidFill>
                <a:latin typeface="Apple SD Gothic Neo"/>
                <a:ea typeface="Apple SD Gothic Neo"/>
                <a:cs typeface="Apple SD Gothic Neo"/>
              </a:defRPr>
            </a:lvl3pPr>
            <a:lvl4pPr algn="ctr">
              <a:defRPr sz="1950" b="1">
                <a:solidFill>
                  <a:srgbClr val="111111"/>
                </a:solidFill>
                <a:latin typeface="Apple SD Gothic Neo"/>
                <a:ea typeface="Apple SD Gothic Neo"/>
                <a:cs typeface="Apple SD Gothic Neo"/>
              </a:defRPr>
            </a:lvl4pPr>
            <a:lvl5pPr algn="ctr">
              <a:defRPr sz="1950" b="1">
                <a:solidFill>
                  <a:srgbClr val="111111"/>
                </a:solidFill>
                <a:latin typeface="Apple SD Gothic Neo"/>
                <a:ea typeface="Apple SD Gothic Neo"/>
                <a:cs typeface="Apple SD Gothic Neo"/>
              </a:defRPr>
            </a:lvl5pPr>
            <a:lvl6pPr algn="ctr">
              <a:defRPr sz="1950" b="1">
                <a:solidFill>
                  <a:srgbClr val="111111"/>
                </a:solidFill>
                <a:latin typeface="Apple SD Gothic Neo"/>
                <a:ea typeface="Apple SD Gothic Neo"/>
                <a:cs typeface="Apple SD Gothic Neo"/>
              </a:defRPr>
            </a:lvl6pPr>
            <a:lvl7pPr algn="ctr">
              <a:defRPr sz="1950" b="1">
                <a:solidFill>
                  <a:srgbClr val="111111"/>
                </a:solidFill>
                <a:latin typeface="Apple SD Gothic Neo"/>
                <a:ea typeface="Apple SD Gothic Neo"/>
                <a:cs typeface="Apple SD Gothic Neo"/>
              </a:defRPr>
            </a:lvl7pPr>
            <a:lvl8pPr algn="ctr">
              <a:defRPr sz="1950" b="1">
                <a:solidFill>
                  <a:srgbClr val="111111"/>
                </a:solidFill>
                <a:latin typeface="Apple SD Gothic Neo"/>
                <a:ea typeface="Apple SD Gothic Neo"/>
                <a:cs typeface="Apple SD Gothic Neo"/>
              </a:defRPr>
            </a:lvl8pPr>
            <a:lvl9pPr algn="ctr">
              <a:defRPr sz="1950" b="1">
                <a:solidFill>
                  <a:srgbClr val="111111"/>
                </a:solidFill>
                <a:latin typeface="Apple SD Gothic Neo"/>
                <a:ea typeface="Apple SD Gothic Neo"/>
                <a:cs typeface="Apple SD Gothic Neo"/>
              </a:defRPr>
            </a:lvl9pPr>
          </a:lstStyle>
          <a:p xmlns:a="http://schemas.openxmlformats.org/drawingml/2006/main">
            <a:pPr algn="ctr">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대화 해석 실행 1개</a:t>
            </a:r>
          </a:p>
        </p:txBody>
      </p:sp>
      <p:sp>
        <p:nvSpPr>
          <p:cNvPr id="47" name="현재 step 종료 뒤&#10;새 입력의 관계·내용 판단">
            <a:extLst xmlns:a="http://schemas.openxmlformats.org/drawingml/2006/main">
              <a:ext uri="{FF2B5EF4-FFF2-40B4-BE49-F238E27FC236}">
                <a16:creationId xmlns:a16="http://schemas.microsoft.com/office/drawing/2014/main" id="{27331249-EFF1-4783-B809-12DAB97D64EA}"/>
              </a:ext>
            </a:extLst>
          </p:cNvPr>
          <p:cNvSpPr>
            <a:spLocks xmlns:a="http://schemas.openxmlformats.org/drawingml/2006/main" noGrp="1"/>
          </p:cNvSpPr>
          <p:nvPr/>
        </p:nvSpPr>
        <p:spPr>
          <a:xfrm xmlns:a="http://schemas.openxmlformats.org/drawingml/2006/main">
            <a:off x="2676525" y="4562475"/>
            <a:ext cx="2667000" cy="6667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48" name="DP2 object 66">
            <a:extLst xmlns:a="http://schemas.openxmlformats.org/drawingml/2006/main">
              <a:ext uri="{FF2B5EF4-FFF2-40B4-BE49-F238E27FC236}">
                <a16:creationId xmlns:a16="http://schemas.microsoft.com/office/drawing/2014/main" id="{5C40BAD4-FA5A-46F0-ADC3-20868A696CEC}"/>
              </a:ext>
            </a:extLst>
          </p:cNvPr>
          <p:cNvSpPr>
            <a:spLocks xmlns:a="http://schemas.openxmlformats.org/drawingml/2006/main" noGrp="1"/>
          </p:cNvSpPr>
          <p:nvPr/>
        </p:nvSpPr>
        <p:spPr>
          <a:xfrm xmlns:a="http://schemas.openxmlformats.org/drawingml/2006/main">
            <a:off x="2743200" y="4600575"/>
            <a:ext cx="2533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현재 step 종료 뒤</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새 입력의 관계·내용 판단</a:t>
            </a:r>
          </a:p>
        </p:txBody>
      </p:sp>
      <p:sp>
        <p:nvSpPr>
          <p:cNvPr id="49" name="한 대화의 근거와&#10;R1·R2 잠정 판단">
            <a:extLst xmlns:a="http://schemas.openxmlformats.org/drawingml/2006/main">
              <a:ext uri="{FF2B5EF4-FFF2-40B4-BE49-F238E27FC236}">
                <a16:creationId xmlns:a16="http://schemas.microsoft.com/office/drawing/2014/main" id="{47A9B089-2849-4196-B661-A03FC4B5E680}"/>
              </a:ext>
            </a:extLst>
          </p:cNvPr>
          <p:cNvSpPr>
            <a:spLocks xmlns:a="http://schemas.openxmlformats.org/drawingml/2006/main" noGrp="1"/>
          </p:cNvSpPr>
          <p:nvPr/>
        </p:nvSpPr>
        <p:spPr>
          <a:xfrm xmlns:a="http://schemas.openxmlformats.org/drawingml/2006/main">
            <a:off x="6153150" y="4495800"/>
            <a:ext cx="3048000" cy="8382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50" name="DP2 object 67">
            <a:extLst xmlns:a="http://schemas.openxmlformats.org/drawingml/2006/main">
              <a:ext uri="{FF2B5EF4-FFF2-40B4-BE49-F238E27FC236}">
                <a16:creationId xmlns:a16="http://schemas.microsoft.com/office/drawing/2014/main" id="{9FF5C5FE-030F-4D3D-A943-F14D5ABD4D31}"/>
              </a:ext>
            </a:extLst>
          </p:cNvPr>
          <p:cNvSpPr>
            <a:spLocks xmlns:a="http://schemas.openxmlformats.org/drawingml/2006/main" noGrp="1"/>
          </p:cNvSpPr>
          <p:nvPr/>
        </p:nvSpPr>
        <p:spPr>
          <a:xfrm xmlns:a="http://schemas.openxmlformats.org/drawingml/2006/main">
            <a:off x="6200775" y="4600575"/>
            <a:ext cx="2952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한 대화의 근거와</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R1·R2 잠정 판단</a:t>
            </a:r>
          </a:p>
        </p:txBody>
      </p:sp>
      <p:sp>
        <p:nvSpPr>
          <p:cNvPr id="51" name="Editable path 68">
            <a:extLst xmlns:a="http://schemas.openxmlformats.org/drawingml/2006/main">
              <a:ext uri="{FF2B5EF4-FFF2-40B4-BE49-F238E27FC236}">
                <a16:creationId xmlns:a16="http://schemas.microsoft.com/office/drawing/2014/main" id="{C96CBBC1-A9E1-4779-9963-3928BC06B9EF}"/>
              </a:ext>
            </a:extLst>
          </p:cNvPr>
          <p:cNvSpPr>
            <a:spLocks xmlns:a="http://schemas.openxmlformats.org/drawingml/2006/main" noGrp="1"/>
          </p:cNvSpPr>
          <p:nvPr/>
        </p:nvSpPr>
        <p:spPr>
          <a:xfrm xmlns:a="http://schemas.openxmlformats.org/drawingml/2006/main">
            <a:off x="5343525" y="4733925"/>
            <a:ext cx="809625" cy="953"/>
          </a:xfrm>
          <a:custGeom xmlns:a="http://schemas.openxmlformats.org/drawingml/2006/main">
            <a:pathLst>
              <a:path w="809625" h="953">
                <a:moveTo>
                  <a:pt x="809625" y="0"/>
                </a:moveTo>
                <a:lnTo>
                  <a:pt x="0" y="0"/>
                </a:lnTo>
              </a:path>
            </a:pathLst>
          </a:custGeom>
          <a:noFill xmlns:a="http://schemas.openxmlformats.org/drawingml/2006/main"/>
          <a:ln xmlns:a="http://schemas.openxmlformats.org/drawingml/2006/main" w="20003">
            <a:solidFill>
              <a:srgbClr val="111111"/>
            </a:solidFill>
            <a:prstDash val="solid"/>
          </a:ln>
        </p:spPr>
      </p:sp>
      <p:sp>
        <p:nvSpPr>
          <p:cNvPr id="52" name="Editable arrowhead 69">
            <a:extLst xmlns:a="http://schemas.openxmlformats.org/drawingml/2006/main">
              <a:ext uri="{FF2B5EF4-FFF2-40B4-BE49-F238E27FC236}">
                <a16:creationId xmlns:a16="http://schemas.microsoft.com/office/drawing/2014/main" id="{A0308207-C096-4B23-B41D-5B610A350705}"/>
              </a:ext>
            </a:extLst>
          </p:cNvPr>
          <p:cNvSpPr>
            <a:spLocks xmlns:a="http://schemas.openxmlformats.org/drawingml/2006/main" noGrp="1"/>
          </p:cNvSpPr>
          <p:nvPr/>
        </p:nvSpPr>
        <p:spPr>
          <a:xfrm xmlns:a="http://schemas.openxmlformats.org/drawingml/2006/main">
            <a:off x="5343525" y="46863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3" name="Editable path 70">
            <a:extLst xmlns:a="http://schemas.openxmlformats.org/drawingml/2006/main">
              <a:ext uri="{FF2B5EF4-FFF2-40B4-BE49-F238E27FC236}">
                <a16:creationId xmlns:a16="http://schemas.microsoft.com/office/drawing/2014/main" id="{0C4397E6-7647-4681-B324-7CCA5EA160DB}"/>
              </a:ext>
            </a:extLst>
          </p:cNvPr>
          <p:cNvSpPr>
            <a:spLocks xmlns:a="http://schemas.openxmlformats.org/drawingml/2006/main" noGrp="1"/>
          </p:cNvSpPr>
          <p:nvPr/>
        </p:nvSpPr>
        <p:spPr>
          <a:xfrm xmlns:a="http://schemas.openxmlformats.org/drawingml/2006/main">
            <a:off x="5343525" y="5105400"/>
            <a:ext cx="809625" cy="953"/>
          </a:xfrm>
          <a:custGeom xmlns:a="http://schemas.openxmlformats.org/drawingml/2006/main">
            <a:pathLst>
              <a:path w="809625" h="953">
                <a:moveTo>
                  <a:pt x="0" y="0"/>
                </a:moveTo>
                <a:lnTo>
                  <a:pt x="809625" y="0"/>
                </a:lnTo>
              </a:path>
            </a:pathLst>
          </a:custGeom>
          <a:noFill xmlns:a="http://schemas.openxmlformats.org/drawingml/2006/main"/>
          <a:ln xmlns:a="http://schemas.openxmlformats.org/drawingml/2006/main" w="20003">
            <a:solidFill>
              <a:srgbClr val="111111"/>
            </a:solidFill>
            <a:prstDash val="solid"/>
          </a:ln>
        </p:spPr>
      </p:sp>
      <p:sp>
        <p:nvSpPr>
          <p:cNvPr id="54" name="Editable arrowhead 71">
            <a:extLst xmlns:a="http://schemas.openxmlformats.org/drawingml/2006/main">
              <a:ext uri="{FF2B5EF4-FFF2-40B4-BE49-F238E27FC236}">
                <a16:creationId xmlns:a16="http://schemas.microsoft.com/office/drawing/2014/main" id="{C1DAE4BA-1D18-4438-9E71-AD975C833024}"/>
              </a:ext>
            </a:extLst>
          </p:cNvPr>
          <p:cNvSpPr>
            <a:spLocks xmlns:a="http://schemas.openxmlformats.org/drawingml/2006/main" noGrp="1"/>
          </p:cNvSpPr>
          <p:nvPr/>
        </p:nvSpPr>
        <p:spPr>
          <a:xfrm xmlns:a="http://schemas.openxmlformats.org/drawingml/2006/main">
            <a:off x="6057900" y="505777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5" name="DP2 object 72">
            <a:extLst xmlns:a="http://schemas.openxmlformats.org/drawingml/2006/main">
              <a:ext uri="{FF2B5EF4-FFF2-40B4-BE49-F238E27FC236}">
                <a16:creationId xmlns:a16="http://schemas.microsoft.com/office/drawing/2014/main" id="{C48C970F-E696-49BD-A4A0-EB72051B402A}"/>
              </a:ext>
            </a:extLst>
          </p:cNvPr>
          <p:cNvSpPr>
            <a:spLocks xmlns:a="http://schemas.openxmlformats.org/drawingml/2006/main" noGrp="1"/>
          </p:cNvSpPr>
          <p:nvPr/>
        </p:nvSpPr>
        <p:spPr>
          <a:xfrm xmlns:a="http://schemas.openxmlformats.org/drawingml/2006/main">
            <a:off x="5419725" y="451485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111111"/>
                </a:solidFill>
                <a:latin typeface="Apple SD Gothic Neo"/>
                <a:ea typeface="Apple SD Gothic Neo"/>
                <a:cs typeface="Apple SD Gothic Neo"/>
              </a:defRPr>
            </a:defPPr>
            <a:lvl1pPr algn="ctr">
              <a:defRPr sz="1275" b="0">
                <a:solidFill>
                  <a:srgbClr val="111111"/>
                </a:solidFill>
                <a:latin typeface="Apple SD Gothic Neo"/>
                <a:ea typeface="Apple SD Gothic Neo"/>
                <a:cs typeface="Apple SD Gothic Neo"/>
              </a:defRPr>
            </a:lvl1pPr>
            <a:lvl2pPr algn="ctr">
              <a:defRPr sz="1275" b="0">
                <a:solidFill>
                  <a:srgbClr val="111111"/>
                </a:solidFill>
                <a:latin typeface="Apple SD Gothic Neo"/>
                <a:ea typeface="Apple SD Gothic Neo"/>
                <a:cs typeface="Apple SD Gothic Neo"/>
              </a:defRPr>
            </a:lvl2pPr>
            <a:lvl3pPr algn="ctr">
              <a:defRPr sz="1275" b="0">
                <a:solidFill>
                  <a:srgbClr val="111111"/>
                </a:solidFill>
                <a:latin typeface="Apple SD Gothic Neo"/>
                <a:ea typeface="Apple SD Gothic Neo"/>
                <a:cs typeface="Apple SD Gothic Neo"/>
              </a:defRPr>
            </a:lvl3pPr>
            <a:lvl4pPr algn="ctr">
              <a:defRPr sz="1275" b="0">
                <a:solidFill>
                  <a:srgbClr val="111111"/>
                </a:solidFill>
                <a:latin typeface="Apple SD Gothic Neo"/>
                <a:ea typeface="Apple SD Gothic Neo"/>
                <a:cs typeface="Apple SD Gothic Neo"/>
              </a:defRPr>
            </a:lvl4pPr>
            <a:lvl5pPr algn="ctr">
              <a:defRPr sz="1275" b="0">
                <a:solidFill>
                  <a:srgbClr val="111111"/>
                </a:solidFill>
                <a:latin typeface="Apple SD Gothic Neo"/>
                <a:ea typeface="Apple SD Gothic Neo"/>
                <a:cs typeface="Apple SD Gothic Neo"/>
              </a:defRPr>
            </a:lvl5pPr>
            <a:lvl6pPr algn="ctr">
              <a:defRPr sz="1275" b="0">
                <a:solidFill>
                  <a:srgbClr val="111111"/>
                </a:solidFill>
                <a:latin typeface="Apple SD Gothic Neo"/>
                <a:ea typeface="Apple SD Gothic Neo"/>
                <a:cs typeface="Apple SD Gothic Neo"/>
              </a:defRPr>
            </a:lvl6pPr>
            <a:lvl7pPr algn="ctr">
              <a:defRPr sz="1275" b="0">
                <a:solidFill>
                  <a:srgbClr val="111111"/>
                </a:solidFill>
                <a:latin typeface="Apple SD Gothic Neo"/>
                <a:ea typeface="Apple SD Gothic Neo"/>
                <a:cs typeface="Apple SD Gothic Neo"/>
              </a:defRPr>
            </a:lvl7pPr>
            <a:lvl8pPr algn="ctr">
              <a:defRPr sz="1275" b="0">
                <a:solidFill>
                  <a:srgbClr val="111111"/>
                </a:solidFill>
                <a:latin typeface="Apple SD Gothic Neo"/>
                <a:ea typeface="Apple SD Gothic Neo"/>
                <a:cs typeface="Apple SD Gothic Neo"/>
              </a:defRPr>
            </a:lvl8pPr>
            <a:lvl9pPr algn="ctr">
              <a:defRPr sz="1275" b="0">
                <a:solidFill>
                  <a:srgbClr val="111111"/>
                </a:solidFill>
                <a:latin typeface="Apple SD Gothic Neo"/>
                <a:ea typeface="Apple SD Gothic Neo"/>
                <a:cs typeface="Apple SD Gothic Neo"/>
              </a:defRPr>
            </a:lvl9pPr>
          </a:lstStyle>
          <a:p xmlns:a="http://schemas.openxmlformats.org/drawingml/2006/main">
            <a:pPr algn="ctr">
              <a:defRPr sz="1275" b="0">
                <a:solidFill>
                  <a:srgbClr val="111111"/>
                </a:solidFill>
                <a:latin typeface="Apple SD Gothic Neo"/>
                <a:ea typeface="Apple SD Gothic Neo"/>
                <a:cs typeface="Apple SD Gothic Neo"/>
              </a:defRPr>
            </a:pPr>
            <a:r>
              <a:rPr sz="1275" b="0">
                <a:solidFill>
                  <a:srgbClr val="111111"/>
                </a:solidFill>
                <a:latin typeface="Apple SD Gothic Neo"/>
                <a:ea typeface="Apple SD Gothic Neo"/>
                <a:cs typeface="Apple SD Gothic Neo"/>
              </a:rPr>
              <a:t>조회</a:t>
            </a:r>
          </a:p>
        </p:txBody>
      </p:sp>
      <p:sp>
        <p:nvSpPr>
          <p:cNvPr id="56" name="DP2 object 73">
            <a:extLst xmlns:a="http://schemas.openxmlformats.org/drawingml/2006/main">
              <a:ext uri="{FF2B5EF4-FFF2-40B4-BE49-F238E27FC236}">
                <a16:creationId xmlns:a16="http://schemas.microsoft.com/office/drawing/2014/main" id="{D6FF85CA-081E-468A-B28F-7880E722FCBC}"/>
              </a:ext>
            </a:extLst>
          </p:cNvPr>
          <p:cNvSpPr>
            <a:spLocks xmlns:a="http://schemas.openxmlformats.org/drawingml/2006/main" noGrp="1"/>
          </p:cNvSpPr>
          <p:nvPr/>
        </p:nvSpPr>
        <p:spPr>
          <a:xfrm xmlns:a="http://schemas.openxmlformats.org/drawingml/2006/main">
            <a:off x="5419725" y="5114925"/>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111111"/>
                </a:solidFill>
                <a:latin typeface="Apple SD Gothic Neo"/>
                <a:ea typeface="Apple SD Gothic Neo"/>
                <a:cs typeface="Apple SD Gothic Neo"/>
              </a:defRPr>
            </a:defPPr>
            <a:lvl1pPr algn="ctr">
              <a:defRPr sz="1275" b="0">
                <a:solidFill>
                  <a:srgbClr val="111111"/>
                </a:solidFill>
                <a:latin typeface="Apple SD Gothic Neo"/>
                <a:ea typeface="Apple SD Gothic Neo"/>
                <a:cs typeface="Apple SD Gothic Neo"/>
              </a:defRPr>
            </a:lvl1pPr>
            <a:lvl2pPr algn="ctr">
              <a:defRPr sz="1275" b="0">
                <a:solidFill>
                  <a:srgbClr val="111111"/>
                </a:solidFill>
                <a:latin typeface="Apple SD Gothic Neo"/>
                <a:ea typeface="Apple SD Gothic Neo"/>
                <a:cs typeface="Apple SD Gothic Neo"/>
              </a:defRPr>
            </a:lvl2pPr>
            <a:lvl3pPr algn="ctr">
              <a:defRPr sz="1275" b="0">
                <a:solidFill>
                  <a:srgbClr val="111111"/>
                </a:solidFill>
                <a:latin typeface="Apple SD Gothic Neo"/>
                <a:ea typeface="Apple SD Gothic Neo"/>
                <a:cs typeface="Apple SD Gothic Neo"/>
              </a:defRPr>
            </a:lvl3pPr>
            <a:lvl4pPr algn="ctr">
              <a:defRPr sz="1275" b="0">
                <a:solidFill>
                  <a:srgbClr val="111111"/>
                </a:solidFill>
                <a:latin typeface="Apple SD Gothic Neo"/>
                <a:ea typeface="Apple SD Gothic Neo"/>
                <a:cs typeface="Apple SD Gothic Neo"/>
              </a:defRPr>
            </a:lvl4pPr>
            <a:lvl5pPr algn="ctr">
              <a:defRPr sz="1275" b="0">
                <a:solidFill>
                  <a:srgbClr val="111111"/>
                </a:solidFill>
                <a:latin typeface="Apple SD Gothic Neo"/>
                <a:ea typeface="Apple SD Gothic Neo"/>
                <a:cs typeface="Apple SD Gothic Neo"/>
              </a:defRPr>
            </a:lvl5pPr>
            <a:lvl6pPr algn="ctr">
              <a:defRPr sz="1275" b="0">
                <a:solidFill>
                  <a:srgbClr val="111111"/>
                </a:solidFill>
                <a:latin typeface="Apple SD Gothic Neo"/>
                <a:ea typeface="Apple SD Gothic Neo"/>
                <a:cs typeface="Apple SD Gothic Neo"/>
              </a:defRPr>
            </a:lvl6pPr>
            <a:lvl7pPr algn="ctr">
              <a:defRPr sz="1275" b="0">
                <a:solidFill>
                  <a:srgbClr val="111111"/>
                </a:solidFill>
                <a:latin typeface="Apple SD Gothic Neo"/>
                <a:ea typeface="Apple SD Gothic Neo"/>
                <a:cs typeface="Apple SD Gothic Neo"/>
              </a:defRPr>
            </a:lvl7pPr>
            <a:lvl8pPr algn="ctr">
              <a:defRPr sz="1275" b="0">
                <a:solidFill>
                  <a:srgbClr val="111111"/>
                </a:solidFill>
                <a:latin typeface="Apple SD Gothic Neo"/>
                <a:ea typeface="Apple SD Gothic Neo"/>
                <a:cs typeface="Apple SD Gothic Neo"/>
              </a:defRPr>
            </a:lvl8pPr>
            <a:lvl9pPr algn="ctr">
              <a:defRPr sz="1275" b="0">
                <a:solidFill>
                  <a:srgbClr val="111111"/>
                </a:solidFill>
                <a:latin typeface="Apple SD Gothic Neo"/>
                <a:ea typeface="Apple SD Gothic Neo"/>
                <a:cs typeface="Apple SD Gothic Neo"/>
              </a:defRPr>
            </a:lvl9pPr>
          </a:lstStyle>
          <a:p xmlns:a="http://schemas.openxmlformats.org/drawingml/2006/main">
            <a:pPr algn="ctr">
              <a:defRPr sz="1275" b="0">
                <a:solidFill>
                  <a:srgbClr val="111111"/>
                </a:solidFill>
                <a:latin typeface="Apple SD Gothic Neo"/>
                <a:ea typeface="Apple SD Gothic Neo"/>
                <a:cs typeface="Apple SD Gothic Neo"/>
              </a:defRPr>
            </a:pPr>
            <a:r>
              <a:rPr sz="1275" b="0">
                <a:solidFill>
                  <a:srgbClr val="111111"/>
                </a:solidFill>
                <a:latin typeface="Apple SD Gothic Neo"/>
                <a:ea typeface="Apple SD Gothic Neo"/>
                <a:cs typeface="Apple SD Gothic Neo"/>
              </a:rPr>
              <a:t>갱신</a:t>
            </a:r>
          </a:p>
        </p:txBody>
      </p:sp>
      <p:sp>
        <p:nvSpPr>
          <p:cNvPr id="57" name="Editable path 74">
            <a:extLst xmlns:a="http://schemas.openxmlformats.org/drawingml/2006/main">
              <a:ext uri="{FF2B5EF4-FFF2-40B4-BE49-F238E27FC236}">
                <a16:creationId xmlns:a16="http://schemas.microsoft.com/office/drawing/2014/main" id="{FD92A9BA-7D91-4292-95EE-24E8324FF7CA}"/>
              </a:ext>
            </a:extLst>
          </p:cNvPr>
          <p:cNvSpPr>
            <a:spLocks xmlns:a="http://schemas.openxmlformats.org/drawingml/2006/main" noGrp="1"/>
          </p:cNvSpPr>
          <p:nvPr/>
        </p:nvSpPr>
        <p:spPr>
          <a:xfrm xmlns:a="http://schemas.openxmlformats.org/drawingml/2006/main">
            <a:off x="2514600" y="4438650"/>
            <a:ext cx="1485900" cy="1190625"/>
          </a:xfrm>
          <a:custGeom xmlns:a="http://schemas.openxmlformats.org/drawingml/2006/main">
            <a:pathLst>
              <a:path w="1485900" h="1190625">
                <a:moveTo>
                  <a:pt x="1485900" y="790575"/>
                </a:moveTo>
                <a:lnTo>
                  <a:pt x="1485900" y="1190625"/>
                </a:lnTo>
                <a:lnTo>
                  <a:pt x="0" y="1190625"/>
                </a:lnTo>
                <a:lnTo>
                  <a:pt x="0" y="0"/>
                </a:lnTo>
                <a:lnTo>
                  <a:pt x="1485900" y="0"/>
                </a:lnTo>
                <a:lnTo>
                  <a:pt x="1485900" y="123825"/>
                </a:lnTo>
              </a:path>
            </a:pathLst>
          </a:custGeom>
          <a:noFill xmlns:a="http://schemas.openxmlformats.org/drawingml/2006/main"/>
          <a:ln xmlns:a="http://schemas.openxmlformats.org/drawingml/2006/main" w="19050">
            <a:solidFill>
              <a:srgbClr val="111111"/>
            </a:solidFill>
            <a:prstDash val="solid"/>
          </a:ln>
        </p:spPr>
      </p:sp>
      <p:sp>
        <p:nvSpPr>
          <p:cNvPr id="58" name="Editable arrowhead 75">
            <a:extLst xmlns:a="http://schemas.openxmlformats.org/drawingml/2006/main">
              <a:ext uri="{FF2B5EF4-FFF2-40B4-BE49-F238E27FC236}">
                <a16:creationId xmlns:a16="http://schemas.microsoft.com/office/drawing/2014/main" id="{21274533-C7B5-405E-9991-A8199A3A65BA}"/>
              </a:ext>
            </a:extLst>
          </p:cNvPr>
          <p:cNvSpPr>
            <a:spLocks xmlns:a="http://schemas.openxmlformats.org/drawingml/2006/main" noGrp="1"/>
          </p:cNvSpPr>
          <p:nvPr/>
        </p:nvSpPr>
        <p:spPr>
          <a:xfrm xmlns:a="http://schemas.openxmlformats.org/drawingml/2006/main">
            <a:off x="3952875" y="44672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9" name="DP2 object 76">
            <a:extLst xmlns:a="http://schemas.openxmlformats.org/drawingml/2006/main">
              <a:ext uri="{FF2B5EF4-FFF2-40B4-BE49-F238E27FC236}">
                <a16:creationId xmlns:a16="http://schemas.microsoft.com/office/drawing/2014/main" id="{DC3427E6-D895-48C9-91C0-685EED4D900E}"/>
              </a:ext>
            </a:extLst>
          </p:cNvPr>
          <p:cNvSpPr>
            <a:spLocks xmlns:a="http://schemas.openxmlformats.org/drawingml/2006/main" noGrp="1"/>
          </p:cNvSpPr>
          <p:nvPr/>
        </p:nvSpPr>
        <p:spPr>
          <a:xfrm xmlns:a="http://schemas.openxmlformats.org/drawingml/2006/main">
            <a:off x="4219575" y="5476875"/>
            <a:ext cx="5086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남은 목표와 새 입력을 같은 실행에서 계속</a:t>
            </a:r>
          </a:p>
        </p:txBody>
      </p:sp>
      <p:sp>
        <p:nvSpPr>
          <p:cNvPr id="60" name="DP2 object 77">
            <a:extLst xmlns:a="http://schemas.openxmlformats.org/drawingml/2006/main">
              <a:ext uri="{FF2B5EF4-FFF2-40B4-BE49-F238E27FC236}">
                <a16:creationId xmlns:a16="http://schemas.microsoft.com/office/drawing/2014/main" id="{FC04BE1E-D703-47B4-8115-D41FE6A313E7}"/>
              </a:ext>
            </a:extLst>
          </p:cNvPr>
          <p:cNvSpPr>
            <a:spLocks xmlns:a="http://schemas.openxmlformats.org/drawingml/2006/main" noGrp="1"/>
          </p:cNvSpPr>
          <p:nvPr/>
        </p:nvSpPr>
        <p:spPr>
          <a:xfrm xmlns:a="http://schemas.openxmlformats.org/drawingml/2006/main">
            <a:off x="10058400" y="2190750"/>
            <a:ext cx="790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공통 대화 + 요청별 실행과 문맥 + 반환 관리</a:t>
            </a:r>
          </a:p>
        </p:txBody>
      </p:sp>
      <p:sp>
        <p:nvSpPr>
          <p:cNvPr id="61" name="B Request Controller Component">
            <a:extLst xmlns:a="http://schemas.openxmlformats.org/drawingml/2006/main">
              <a:ext uri="{FF2B5EF4-FFF2-40B4-BE49-F238E27FC236}">
                <a16:creationId xmlns:a16="http://schemas.microsoft.com/office/drawing/2014/main" id="{1DF35F87-A353-485D-80F8-73B675B6EF9B}"/>
              </a:ext>
            </a:extLst>
          </p:cNvPr>
          <p:cNvSpPr>
            <a:spLocks xmlns:a="http://schemas.openxmlformats.org/drawingml/2006/main" noGrp="1"/>
          </p:cNvSpPr>
          <p:nvPr/>
        </p:nvSpPr>
        <p:spPr>
          <a:xfrm xmlns:a="http://schemas.openxmlformats.org/drawingml/2006/main">
            <a:off x="10229850" y="2505075"/>
            <a:ext cx="2324100" cy="3514725"/>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62" name="DP2 object 78">
            <a:extLst xmlns:a="http://schemas.openxmlformats.org/drawingml/2006/main">
              <a:ext uri="{FF2B5EF4-FFF2-40B4-BE49-F238E27FC236}">
                <a16:creationId xmlns:a16="http://schemas.microsoft.com/office/drawing/2014/main" id="{6CBE43D0-5B4D-419C-8D32-BE6B18695131}"/>
              </a:ext>
            </a:extLst>
          </p:cNvPr>
          <p:cNvSpPr>
            <a:spLocks xmlns:a="http://schemas.openxmlformats.org/drawingml/2006/main" noGrp="1"/>
          </p:cNvSpPr>
          <p:nvPr/>
        </p:nvSpPr>
        <p:spPr>
          <a:xfrm xmlns:a="http://schemas.openxmlformats.org/drawingml/2006/main">
            <a:off x="10334625" y="2581275"/>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a:t>
            </a:r>
          </a:p>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Controller</a:t>
            </a:r>
          </a:p>
        </p:txBody>
      </p:sp>
      <p:sp>
        <p:nvSpPr>
          <p:cNvPr id="63" name="Editable path 79">
            <a:extLst xmlns:a="http://schemas.openxmlformats.org/drawingml/2006/main">
              <a:ext uri="{FF2B5EF4-FFF2-40B4-BE49-F238E27FC236}">
                <a16:creationId xmlns:a16="http://schemas.microsoft.com/office/drawing/2014/main" id="{251E0B8E-D8E2-48C9-89FE-DAD4CE5247D7}"/>
              </a:ext>
            </a:extLst>
          </p:cNvPr>
          <p:cNvSpPr>
            <a:spLocks xmlns:a="http://schemas.openxmlformats.org/drawingml/2006/main" noGrp="1"/>
          </p:cNvSpPr>
          <p:nvPr/>
        </p:nvSpPr>
        <p:spPr>
          <a:xfrm xmlns:a="http://schemas.openxmlformats.org/drawingml/2006/main">
            <a:off x="10229850" y="3152775"/>
            <a:ext cx="2324100" cy="953"/>
          </a:xfrm>
          <a:custGeom xmlns:a="http://schemas.openxmlformats.org/drawingml/2006/main">
            <a:pathLst>
              <a:path w="2324100" h="953">
                <a:moveTo>
                  <a:pt x="0" y="0"/>
                </a:moveTo>
                <a:lnTo>
                  <a:pt x="2324100" y="0"/>
                </a:lnTo>
              </a:path>
            </a:pathLst>
          </a:custGeom>
          <a:noFill xmlns:a="http://schemas.openxmlformats.org/drawingml/2006/main"/>
          <a:ln xmlns:a="http://schemas.openxmlformats.org/drawingml/2006/main" w="13335">
            <a:solidFill>
              <a:srgbClr val="111111"/>
            </a:solidFill>
            <a:prstDash val="solid"/>
          </a:ln>
        </p:spPr>
      </p:sp>
      <p:sp>
        <p:nvSpPr>
          <p:cNvPr id="64" name="입력 보존 / 실행 요청">
            <a:extLst xmlns:a="http://schemas.openxmlformats.org/drawingml/2006/main">
              <a:ext uri="{FF2B5EF4-FFF2-40B4-BE49-F238E27FC236}">
                <a16:creationId xmlns:a16="http://schemas.microsoft.com/office/drawing/2014/main" id="{45B59438-7647-4C30-8DAB-D47855581372}"/>
              </a:ext>
            </a:extLst>
          </p:cNvPr>
          <p:cNvSpPr>
            <a:spLocks xmlns:a="http://schemas.openxmlformats.org/drawingml/2006/main" noGrp="1"/>
          </p:cNvSpPr>
          <p:nvPr/>
        </p:nvSpPr>
        <p:spPr>
          <a:xfrm xmlns:a="http://schemas.openxmlformats.org/drawingml/2006/main">
            <a:off x="10353675" y="3248025"/>
            <a:ext cx="2076450" cy="4000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65" name="DP2 object 80">
            <a:extLst xmlns:a="http://schemas.openxmlformats.org/drawingml/2006/main">
              <a:ext uri="{FF2B5EF4-FFF2-40B4-BE49-F238E27FC236}">
                <a16:creationId xmlns:a16="http://schemas.microsoft.com/office/drawing/2014/main" id="{EDABB373-C0C9-4454-8EA0-5B48ECA24CED}"/>
              </a:ext>
            </a:extLst>
          </p:cNvPr>
          <p:cNvSpPr>
            <a:spLocks xmlns:a="http://schemas.openxmlformats.org/drawingml/2006/main" noGrp="1"/>
          </p:cNvSpPr>
          <p:nvPr/>
        </p:nvSpPr>
        <p:spPr>
          <a:xfrm xmlns:a="http://schemas.openxmlformats.org/drawingml/2006/main">
            <a:off x="10420350" y="3286125"/>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입력 보존 / 실행 요청</a:t>
            </a:r>
          </a:p>
        </p:txBody>
      </p:sp>
      <p:sp>
        <p:nvSpPr>
          <p:cNvPr id="66" name="입력 / 실행 ID 대응&#10;목표·revision&#10;변경·완료 상태">
            <a:extLst xmlns:a="http://schemas.openxmlformats.org/drawingml/2006/main">
              <a:ext uri="{FF2B5EF4-FFF2-40B4-BE49-F238E27FC236}">
                <a16:creationId xmlns:a16="http://schemas.microsoft.com/office/drawing/2014/main" id="{C77F0DA2-2DCE-4ED5-9755-DA3D6CE08BCD}"/>
              </a:ext>
            </a:extLst>
          </p:cNvPr>
          <p:cNvSpPr>
            <a:spLocks xmlns:a="http://schemas.openxmlformats.org/drawingml/2006/main" noGrp="1"/>
          </p:cNvSpPr>
          <p:nvPr/>
        </p:nvSpPr>
        <p:spPr>
          <a:xfrm xmlns:a="http://schemas.openxmlformats.org/drawingml/2006/main">
            <a:off x="10353675" y="3838575"/>
            <a:ext cx="2076450" cy="93345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67" name="DP2 object 81">
            <a:extLst xmlns:a="http://schemas.openxmlformats.org/drawingml/2006/main">
              <a:ext uri="{FF2B5EF4-FFF2-40B4-BE49-F238E27FC236}">
                <a16:creationId xmlns:a16="http://schemas.microsoft.com/office/drawing/2014/main" id="{6284122D-08E4-49E3-B9C2-7800CB780E14}"/>
              </a:ext>
            </a:extLst>
          </p:cNvPr>
          <p:cNvSpPr>
            <a:spLocks xmlns:a="http://schemas.openxmlformats.org/drawingml/2006/main" noGrp="1"/>
          </p:cNvSpPr>
          <p:nvPr/>
        </p:nvSpPr>
        <p:spPr>
          <a:xfrm xmlns:a="http://schemas.openxmlformats.org/drawingml/2006/main">
            <a:off x="10401300" y="3943350"/>
            <a:ext cx="19812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입력 / 실행 ID 대응</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목표·revision</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변경·완료 상태</a:t>
            </a:r>
          </a:p>
        </p:txBody>
      </p:sp>
      <p:sp>
        <p:nvSpPr>
          <p:cNvPr id="68" name="개별 반환 검증·채택&#10;필요한 재결합 요청">
            <a:extLst xmlns:a="http://schemas.openxmlformats.org/drawingml/2006/main">
              <a:ext uri="{FF2B5EF4-FFF2-40B4-BE49-F238E27FC236}">
                <a16:creationId xmlns:a16="http://schemas.microsoft.com/office/drawing/2014/main" id="{B918BDFE-27F5-4C09-86ED-CA4B4024FFA9}"/>
              </a:ext>
            </a:extLst>
          </p:cNvPr>
          <p:cNvSpPr>
            <a:spLocks xmlns:a="http://schemas.openxmlformats.org/drawingml/2006/main" noGrp="1"/>
          </p:cNvSpPr>
          <p:nvPr/>
        </p:nvSpPr>
        <p:spPr>
          <a:xfrm xmlns:a="http://schemas.openxmlformats.org/drawingml/2006/main">
            <a:off x="10353675" y="5105400"/>
            <a:ext cx="2076450" cy="7715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69" name="DP2 object 82">
            <a:extLst xmlns:a="http://schemas.openxmlformats.org/drawingml/2006/main">
              <a:ext uri="{FF2B5EF4-FFF2-40B4-BE49-F238E27FC236}">
                <a16:creationId xmlns:a16="http://schemas.microsoft.com/office/drawing/2014/main" id="{F15142D7-CFA0-45BC-A9BB-B1C297BD5C7F}"/>
              </a:ext>
            </a:extLst>
          </p:cNvPr>
          <p:cNvSpPr>
            <a:spLocks xmlns:a="http://schemas.openxmlformats.org/drawingml/2006/main" noGrp="1"/>
          </p:cNvSpPr>
          <p:nvPr/>
        </p:nvSpPr>
        <p:spPr>
          <a:xfrm xmlns:a="http://schemas.openxmlformats.org/drawingml/2006/main">
            <a:off x="10420350" y="5143500"/>
            <a:ext cx="19431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개별 반환 검증·채택</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필요한 재결합 요청</a:t>
            </a:r>
          </a:p>
        </p:txBody>
      </p:sp>
      <p:sp>
        <p:nvSpPr>
          <p:cNvPr id="70" name="Editable path 83">
            <a:extLst xmlns:a="http://schemas.openxmlformats.org/drawingml/2006/main">
              <a:ext uri="{FF2B5EF4-FFF2-40B4-BE49-F238E27FC236}">
                <a16:creationId xmlns:a16="http://schemas.microsoft.com/office/drawing/2014/main" id="{C901CAE3-AC43-4E87-B6B2-2AA6AC51AE1F}"/>
              </a:ext>
            </a:extLst>
          </p:cNvPr>
          <p:cNvSpPr>
            <a:spLocks xmlns:a="http://schemas.openxmlformats.org/drawingml/2006/main" noGrp="1"/>
          </p:cNvSpPr>
          <p:nvPr/>
        </p:nvSpPr>
        <p:spPr>
          <a:xfrm xmlns:a="http://schemas.openxmlformats.org/drawingml/2006/main">
            <a:off x="11391900" y="3648075"/>
            <a:ext cx="953" cy="190500"/>
          </a:xfrm>
          <a:custGeom xmlns:a="http://schemas.openxmlformats.org/drawingml/2006/main">
            <a:pathLst>
              <a:path w="953" h="190500">
                <a:moveTo>
                  <a:pt x="0" y="0"/>
                </a:moveTo>
                <a:lnTo>
                  <a:pt x="0" y="190500"/>
                </a:lnTo>
              </a:path>
            </a:pathLst>
          </a:custGeom>
          <a:noFill xmlns:a="http://schemas.openxmlformats.org/drawingml/2006/main"/>
          <a:ln xmlns:a="http://schemas.openxmlformats.org/drawingml/2006/main" w="18098">
            <a:solidFill>
              <a:srgbClr val="111111"/>
            </a:solidFill>
            <a:prstDash val="solid"/>
          </a:ln>
        </p:spPr>
      </p:sp>
      <p:sp>
        <p:nvSpPr>
          <p:cNvPr id="71" name="Editable arrowhead 84">
            <a:extLst xmlns:a="http://schemas.openxmlformats.org/drawingml/2006/main">
              <a:ext uri="{FF2B5EF4-FFF2-40B4-BE49-F238E27FC236}">
                <a16:creationId xmlns:a16="http://schemas.microsoft.com/office/drawing/2014/main" id="{5E3B2870-10B2-495B-82D2-55297465DACB}"/>
              </a:ext>
            </a:extLst>
          </p:cNvPr>
          <p:cNvSpPr>
            <a:spLocks xmlns:a="http://schemas.openxmlformats.org/drawingml/2006/main" noGrp="1"/>
          </p:cNvSpPr>
          <p:nvPr/>
        </p:nvSpPr>
        <p:spPr>
          <a:xfrm xmlns:a="http://schemas.openxmlformats.org/drawingml/2006/main">
            <a:off x="11344275" y="37433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2" name="Editable path 85">
            <a:extLst xmlns:a="http://schemas.openxmlformats.org/drawingml/2006/main">
              <a:ext uri="{FF2B5EF4-FFF2-40B4-BE49-F238E27FC236}">
                <a16:creationId xmlns:a16="http://schemas.microsoft.com/office/drawing/2014/main" id="{55DC6FEE-3351-4B6D-9950-421747199D0B}"/>
              </a:ext>
            </a:extLst>
          </p:cNvPr>
          <p:cNvSpPr>
            <a:spLocks xmlns:a="http://schemas.openxmlformats.org/drawingml/2006/main" noGrp="1"/>
          </p:cNvSpPr>
          <p:nvPr/>
        </p:nvSpPr>
        <p:spPr>
          <a:xfrm xmlns:a="http://schemas.openxmlformats.org/drawingml/2006/main">
            <a:off x="11391900" y="4772025"/>
            <a:ext cx="953" cy="333375"/>
          </a:xfrm>
          <a:custGeom xmlns:a="http://schemas.openxmlformats.org/drawingml/2006/main">
            <a:pathLst>
              <a:path w="953" h="333375">
                <a:moveTo>
                  <a:pt x="0" y="0"/>
                </a:moveTo>
                <a:lnTo>
                  <a:pt x="0" y="333375"/>
                </a:lnTo>
              </a:path>
            </a:pathLst>
          </a:custGeom>
          <a:noFill xmlns:a="http://schemas.openxmlformats.org/drawingml/2006/main"/>
          <a:ln xmlns:a="http://schemas.openxmlformats.org/drawingml/2006/main" w="18098">
            <a:solidFill>
              <a:srgbClr val="111111"/>
            </a:solidFill>
            <a:prstDash val="solid"/>
          </a:ln>
        </p:spPr>
      </p:sp>
      <p:sp>
        <p:nvSpPr>
          <p:cNvPr id="73" name="Editable arrowhead 86">
            <a:extLst xmlns:a="http://schemas.openxmlformats.org/drawingml/2006/main">
              <a:ext uri="{FF2B5EF4-FFF2-40B4-BE49-F238E27FC236}">
                <a16:creationId xmlns:a16="http://schemas.microsoft.com/office/drawing/2014/main" id="{D989DF47-E1CE-4782-93EA-1302D41A94E3}"/>
              </a:ext>
            </a:extLst>
          </p:cNvPr>
          <p:cNvSpPr>
            <a:spLocks xmlns:a="http://schemas.openxmlformats.org/drawingml/2006/main" noGrp="1"/>
          </p:cNvSpPr>
          <p:nvPr/>
        </p:nvSpPr>
        <p:spPr>
          <a:xfrm xmlns:a="http://schemas.openxmlformats.org/drawingml/2006/main">
            <a:off x="11344275" y="50101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4" name="B Request Interpreter Component">
            <a:extLst xmlns:a="http://schemas.openxmlformats.org/drawingml/2006/main">
              <a:ext uri="{FF2B5EF4-FFF2-40B4-BE49-F238E27FC236}">
                <a16:creationId xmlns:a16="http://schemas.microsoft.com/office/drawing/2014/main" id="{530F2A60-5654-4694-8EF4-6F78F6FBA246}"/>
              </a:ext>
            </a:extLst>
          </p:cNvPr>
          <p:cNvSpPr>
            <a:spLocks xmlns:a="http://schemas.openxmlformats.org/drawingml/2006/main" noGrp="1"/>
          </p:cNvSpPr>
          <p:nvPr/>
        </p:nvSpPr>
        <p:spPr>
          <a:xfrm xmlns:a="http://schemas.openxmlformats.org/drawingml/2006/main">
            <a:off x="12954000" y="2505075"/>
            <a:ext cx="4838700" cy="3514725"/>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75" name="DP2 object 87">
            <a:extLst xmlns:a="http://schemas.openxmlformats.org/drawingml/2006/main">
              <a:ext uri="{FF2B5EF4-FFF2-40B4-BE49-F238E27FC236}">
                <a16:creationId xmlns:a16="http://schemas.microsoft.com/office/drawing/2014/main" id="{365EC574-46EA-44A3-899F-4428AA01B3A4}"/>
              </a:ext>
            </a:extLst>
          </p:cNvPr>
          <p:cNvSpPr>
            <a:spLocks xmlns:a="http://schemas.openxmlformats.org/drawingml/2006/main" noGrp="1"/>
          </p:cNvSpPr>
          <p:nvPr/>
        </p:nvSpPr>
        <p:spPr>
          <a:xfrm xmlns:a="http://schemas.openxmlformats.org/drawingml/2006/main">
            <a:off x="13058775" y="2533650"/>
            <a:ext cx="462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Interpreter</a:t>
            </a:r>
          </a:p>
        </p:txBody>
      </p:sp>
      <p:sp>
        <p:nvSpPr>
          <p:cNvPr id="76" name="Editable path 88">
            <a:extLst xmlns:a="http://schemas.openxmlformats.org/drawingml/2006/main">
              <a:ext uri="{FF2B5EF4-FFF2-40B4-BE49-F238E27FC236}">
                <a16:creationId xmlns:a16="http://schemas.microsoft.com/office/drawing/2014/main" id="{3FCF6D28-2CAA-41A9-B190-BB4BA10080C0}"/>
              </a:ext>
            </a:extLst>
          </p:cNvPr>
          <p:cNvSpPr>
            <a:spLocks xmlns:a="http://schemas.openxmlformats.org/drawingml/2006/main" noGrp="1"/>
          </p:cNvSpPr>
          <p:nvPr/>
        </p:nvSpPr>
        <p:spPr>
          <a:xfrm xmlns:a="http://schemas.openxmlformats.org/drawingml/2006/main">
            <a:off x="12954000" y="2838450"/>
            <a:ext cx="4838700" cy="953"/>
          </a:xfrm>
          <a:custGeom xmlns:a="http://schemas.openxmlformats.org/drawingml/2006/main">
            <a:pathLst>
              <a:path w="4838700" h="953">
                <a:moveTo>
                  <a:pt x="0" y="0"/>
                </a:moveTo>
                <a:lnTo>
                  <a:pt x="4838700" y="0"/>
                </a:lnTo>
              </a:path>
            </a:pathLst>
          </a:custGeom>
          <a:noFill xmlns:a="http://schemas.openxmlformats.org/drawingml/2006/main"/>
          <a:ln xmlns:a="http://schemas.openxmlformats.org/drawingml/2006/main" w="13335">
            <a:solidFill>
              <a:srgbClr val="111111"/>
            </a:solidFill>
            <a:prstDash val="solid"/>
          </a:ln>
        </p:spPr>
      </p:sp>
      <p:sp>
        <p:nvSpPr>
          <p:cNvPr id="77" name="공통 대화 해석&#10;관계 판단·확인 질문&#10;짧은 답은 직접 반환">
            <a:extLst xmlns:a="http://schemas.openxmlformats.org/drawingml/2006/main">
              <a:ext uri="{FF2B5EF4-FFF2-40B4-BE49-F238E27FC236}">
                <a16:creationId xmlns:a16="http://schemas.microsoft.com/office/drawing/2014/main" id="{203ABB01-B439-467F-821A-419BB719225A}"/>
              </a:ext>
            </a:extLst>
          </p:cNvPr>
          <p:cNvSpPr>
            <a:spLocks xmlns:a="http://schemas.openxmlformats.org/drawingml/2006/main" noGrp="1"/>
          </p:cNvSpPr>
          <p:nvPr/>
        </p:nvSpPr>
        <p:spPr>
          <a:xfrm xmlns:a="http://schemas.openxmlformats.org/drawingml/2006/main">
            <a:off x="13087350" y="2971800"/>
            <a:ext cx="2647950" cy="7905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78" name="DP2 object 89">
            <a:extLst xmlns:a="http://schemas.openxmlformats.org/drawingml/2006/main">
              <a:ext uri="{FF2B5EF4-FFF2-40B4-BE49-F238E27FC236}">
                <a16:creationId xmlns:a16="http://schemas.microsoft.com/office/drawing/2014/main" id="{EF1DCA45-7D50-4FF6-8B29-33905EB66258}"/>
              </a:ext>
            </a:extLst>
          </p:cNvPr>
          <p:cNvSpPr>
            <a:spLocks xmlns:a="http://schemas.openxmlformats.org/drawingml/2006/main" noGrp="1"/>
          </p:cNvSpPr>
          <p:nvPr/>
        </p:nvSpPr>
        <p:spPr>
          <a:xfrm xmlns:a="http://schemas.openxmlformats.org/drawingml/2006/main">
            <a:off x="13154025" y="3009900"/>
            <a:ext cx="25146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공통 대화 해석</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관계 판단·확인 질문</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짧은 답은 직접 반환</a:t>
            </a:r>
          </a:p>
        </p:txBody>
      </p:sp>
      <p:sp>
        <p:nvSpPr>
          <p:cNvPr id="79" name="최근 문맥&#10;요청 참조">
            <a:extLst xmlns:a="http://schemas.openxmlformats.org/drawingml/2006/main">
              <a:ext uri="{FF2B5EF4-FFF2-40B4-BE49-F238E27FC236}">
                <a16:creationId xmlns:a16="http://schemas.microsoft.com/office/drawing/2014/main" id="{4498C603-E94D-43F4-A7A5-E949687253FA}"/>
              </a:ext>
            </a:extLst>
          </p:cNvPr>
          <p:cNvSpPr>
            <a:spLocks xmlns:a="http://schemas.openxmlformats.org/drawingml/2006/main" noGrp="1"/>
          </p:cNvSpPr>
          <p:nvPr/>
        </p:nvSpPr>
        <p:spPr>
          <a:xfrm xmlns:a="http://schemas.openxmlformats.org/drawingml/2006/main">
            <a:off x="15944850" y="2971800"/>
            <a:ext cx="1714500" cy="7905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80" name="DP2 object 90">
            <a:extLst xmlns:a="http://schemas.openxmlformats.org/drawingml/2006/main">
              <a:ext uri="{FF2B5EF4-FFF2-40B4-BE49-F238E27FC236}">
                <a16:creationId xmlns:a16="http://schemas.microsoft.com/office/drawing/2014/main" id="{2B5905A0-73E4-45B9-86B1-1150544C6683}"/>
              </a:ext>
            </a:extLst>
          </p:cNvPr>
          <p:cNvSpPr>
            <a:spLocks xmlns:a="http://schemas.openxmlformats.org/drawingml/2006/main" noGrp="1"/>
          </p:cNvSpPr>
          <p:nvPr/>
        </p:nvSpPr>
        <p:spPr>
          <a:xfrm xmlns:a="http://schemas.openxmlformats.org/drawingml/2006/main">
            <a:off x="15992475" y="3076575"/>
            <a:ext cx="161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최근 문맥</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요청 참조</a:t>
            </a:r>
          </a:p>
        </p:txBody>
      </p:sp>
      <p:sp>
        <p:nvSpPr>
          <p:cNvPr id="81" name="Editable path 91">
            <a:extLst xmlns:a="http://schemas.openxmlformats.org/drawingml/2006/main">
              <a:ext uri="{FF2B5EF4-FFF2-40B4-BE49-F238E27FC236}">
                <a16:creationId xmlns:a16="http://schemas.microsoft.com/office/drawing/2014/main" id="{4B5683F5-342C-441C-A6BB-FC939B5252EB}"/>
              </a:ext>
            </a:extLst>
          </p:cNvPr>
          <p:cNvSpPr>
            <a:spLocks xmlns:a="http://schemas.openxmlformats.org/drawingml/2006/main" noGrp="1"/>
          </p:cNvSpPr>
          <p:nvPr/>
        </p:nvSpPr>
        <p:spPr>
          <a:xfrm xmlns:a="http://schemas.openxmlformats.org/drawingml/2006/main">
            <a:off x="15735300" y="3371850"/>
            <a:ext cx="209550" cy="953"/>
          </a:xfrm>
          <a:custGeom xmlns:a="http://schemas.openxmlformats.org/drawingml/2006/main">
            <a:pathLst>
              <a:path w="209550" h="953">
                <a:moveTo>
                  <a:pt x="209550" y="0"/>
                </a:moveTo>
                <a:lnTo>
                  <a:pt x="0" y="0"/>
                </a:lnTo>
              </a:path>
            </a:pathLst>
          </a:custGeom>
          <a:noFill xmlns:a="http://schemas.openxmlformats.org/drawingml/2006/main"/>
          <a:ln xmlns:a="http://schemas.openxmlformats.org/drawingml/2006/main" w="16193">
            <a:solidFill>
              <a:srgbClr val="111111"/>
            </a:solidFill>
            <a:prstDash val="solid"/>
          </a:ln>
        </p:spPr>
      </p:sp>
      <p:sp>
        <p:nvSpPr>
          <p:cNvPr id="82" name="Editable arrowhead 92">
            <a:extLst xmlns:a="http://schemas.openxmlformats.org/drawingml/2006/main">
              <a:ext uri="{FF2B5EF4-FFF2-40B4-BE49-F238E27FC236}">
                <a16:creationId xmlns:a16="http://schemas.microsoft.com/office/drawing/2014/main" id="{373238CC-DA82-413A-95EC-00BC3B5AD3F5}"/>
              </a:ext>
            </a:extLst>
          </p:cNvPr>
          <p:cNvSpPr>
            <a:spLocks xmlns:a="http://schemas.openxmlformats.org/drawingml/2006/main" noGrp="1"/>
          </p:cNvSpPr>
          <p:nvPr/>
        </p:nvSpPr>
        <p:spPr>
          <a:xfrm xmlns:a="http://schemas.openxmlformats.org/drawingml/2006/main">
            <a:off x="15735300" y="3324225"/>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3" name="Editable path 93">
            <a:extLst xmlns:a="http://schemas.openxmlformats.org/drawingml/2006/main">
              <a:ext uri="{FF2B5EF4-FFF2-40B4-BE49-F238E27FC236}">
                <a16:creationId xmlns:a16="http://schemas.microsoft.com/office/drawing/2014/main" id="{3DF6ED2D-49B5-47A1-8B6F-93ED0574B95A}"/>
              </a:ext>
            </a:extLst>
          </p:cNvPr>
          <p:cNvSpPr>
            <a:spLocks xmlns:a="http://schemas.openxmlformats.org/drawingml/2006/main" noGrp="1"/>
          </p:cNvSpPr>
          <p:nvPr/>
        </p:nvSpPr>
        <p:spPr>
          <a:xfrm xmlns:a="http://schemas.openxmlformats.org/drawingml/2006/main">
            <a:off x="12553950" y="3448050"/>
            <a:ext cx="533400" cy="953"/>
          </a:xfrm>
          <a:custGeom xmlns:a="http://schemas.openxmlformats.org/drawingml/2006/main">
            <a:pathLst>
              <a:path w="533400" h="953">
                <a:moveTo>
                  <a:pt x="0" y="0"/>
                </a:moveTo>
                <a:lnTo>
                  <a:pt x="533400" y="0"/>
                </a:lnTo>
              </a:path>
            </a:pathLst>
          </a:custGeom>
          <a:noFill xmlns:a="http://schemas.openxmlformats.org/drawingml/2006/main"/>
          <a:ln xmlns:a="http://schemas.openxmlformats.org/drawingml/2006/main" w="20003">
            <a:solidFill>
              <a:srgbClr val="111111"/>
            </a:solidFill>
            <a:prstDash val="solid"/>
          </a:ln>
        </p:spPr>
      </p:sp>
      <p:sp>
        <p:nvSpPr>
          <p:cNvPr id="84" name="Editable arrowhead 94">
            <a:extLst xmlns:a="http://schemas.openxmlformats.org/drawingml/2006/main">
              <a:ext uri="{FF2B5EF4-FFF2-40B4-BE49-F238E27FC236}">
                <a16:creationId xmlns:a16="http://schemas.microsoft.com/office/drawing/2014/main" id="{3B65104B-76D8-4B33-85CE-591908D66D32}"/>
              </a:ext>
            </a:extLst>
          </p:cNvPr>
          <p:cNvSpPr>
            <a:spLocks xmlns:a="http://schemas.openxmlformats.org/drawingml/2006/main" noGrp="1"/>
          </p:cNvSpPr>
          <p:nvPr/>
        </p:nvSpPr>
        <p:spPr>
          <a:xfrm xmlns:a="http://schemas.openxmlformats.org/drawingml/2006/main">
            <a:off x="12992100" y="34004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5" name="Editable path 95">
            <a:extLst xmlns:a="http://schemas.openxmlformats.org/drawingml/2006/main">
              <a:ext uri="{FF2B5EF4-FFF2-40B4-BE49-F238E27FC236}">
                <a16:creationId xmlns:a16="http://schemas.microsoft.com/office/drawing/2014/main" id="{EF64C531-693F-4E81-9EC2-D7B7EC73A95E}"/>
              </a:ext>
            </a:extLst>
          </p:cNvPr>
          <p:cNvSpPr>
            <a:spLocks xmlns:a="http://schemas.openxmlformats.org/drawingml/2006/main" noGrp="1"/>
          </p:cNvSpPr>
          <p:nvPr/>
        </p:nvSpPr>
        <p:spPr>
          <a:xfrm xmlns:a="http://schemas.openxmlformats.org/drawingml/2006/main">
            <a:off x="12553950" y="3638550"/>
            <a:ext cx="533400" cy="1590675"/>
          </a:xfrm>
          <a:custGeom xmlns:a="http://schemas.openxmlformats.org/drawingml/2006/main">
            <a:pathLst>
              <a:path w="533400" h="1590675">
                <a:moveTo>
                  <a:pt x="533400" y="0"/>
                </a:moveTo>
                <a:lnTo>
                  <a:pt x="133350" y="0"/>
                </a:lnTo>
                <a:lnTo>
                  <a:pt x="133350" y="1590675"/>
                </a:lnTo>
                <a:lnTo>
                  <a:pt x="0" y="1590675"/>
                </a:lnTo>
              </a:path>
            </a:pathLst>
          </a:custGeom>
          <a:noFill xmlns:a="http://schemas.openxmlformats.org/drawingml/2006/main"/>
          <a:ln xmlns:a="http://schemas.openxmlformats.org/drawingml/2006/main" w="20003">
            <a:solidFill>
              <a:srgbClr val="111111"/>
            </a:solidFill>
            <a:prstDash val="solid"/>
          </a:ln>
        </p:spPr>
      </p:sp>
      <p:sp>
        <p:nvSpPr>
          <p:cNvPr id="86" name="Editable arrowhead 96">
            <a:extLst xmlns:a="http://schemas.openxmlformats.org/drawingml/2006/main">
              <a:ext uri="{FF2B5EF4-FFF2-40B4-BE49-F238E27FC236}">
                <a16:creationId xmlns:a16="http://schemas.microsoft.com/office/drawing/2014/main" id="{889BEE42-B277-4199-A9C5-F64AAF806CC4}"/>
              </a:ext>
            </a:extLst>
          </p:cNvPr>
          <p:cNvSpPr>
            <a:spLocks xmlns:a="http://schemas.openxmlformats.org/drawingml/2006/main" noGrp="1"/>
          </p:cNvSpPr>
          <p:nvPr/>
        </p:nvSpPr>
        <p:spPr>
          <a:xfrm xmlns:a="http://schemas.openxmlformats.org/drawingml/2006/main">
            <a:off x="12553950" y="51816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7" name="Editable path 97">
            <a:extLst xmlns:a="http://schemas.openxmlformats.org/drawingml/2006/main">
              <a:ext uri="{FF2B5EF4-FFF2-40B4-BE49-F238E27FC236}">
                <a16:creationId xmlns:a16="http://schemas.microsoft.com/office/drawing/2014/main" id="{69D4AC8B-3535-4E41-847B-B917AFDC7519}"/>
              </a:ext>
            </a:extLst>
          </p:cNvPr>
          <p:cNvSpPr>
            <a:spLocks xmlns:a="http://schemas.openxmlformats.org/drawingml/2006/main" noGrp="1"/>
          </p:cNvSpPr>
          <p:nvPr/>
        </p:nvSpPr>
        <p:spPr>
          <a:xfrm xmlns:a="http://schemas.openxmlformats.org/drawingml/2006/main">
            <a:off x="14173200" y="3762375"/>
            <a:ext cx="238125" cy="371475"/>
          </a:xfrm>
          <a:custGeom xmlns:a="http://schemas.openxmlformats.org/drawingml/2006/main">
            <a:pathLst>
              <a:path w="238125" h="371475">
                <a:moveTo>
                  <a:pt x="238125" y="0"/>
                </a:moveTo>
                <a:lnTo>
                  <a:pt x="238125" y="180975"/>
                </a:lnTo>
                <a:lnTo>
                  <a:pt x="0" y="180975"/>
                </a:lnTo>
                <a:lnTo>
                  <a:pt x="0" y="371475"/>
                </a:lnTo>
              </a:path>
            </a:pathLst>
          </a:custGeom>
          <a:noFill xmlns:a="http://schemas.openxmlformats.org/drawingml/2006/main"/>
          <a:ln xmlns:a="http://schemas.openxmlformats.org/drawingml/2006/main" w="20003">
            <a:solidFill>
              <a:srgbClr val="111111"/>
            </a:solidFill>
            <a:prstDash val="solid"/>
          </a:ln>
        </p:spPr>
      </p:sp>
      <p:sp>
        <p:nvSpPr>
          <p:cNvPr id="88" name="Editable arrowhead 98">
            <a:extLst xmlns:a="http://schemas.openxmlformats.org/drawingml/2006/main">
              <a:ext uri="{FF2B5EF4-FFF2-40B4-BE49-F238E27FC236}">
                <a16:creationId xmlns:a16="http://schemas.microsoft.com/office/drawing/2014/main" id="{551409CF-4563-425A-96ED-0D5E33AD4F31}"/>
              </a:ext>
            </a:extLst>
          </p:cNvPr>
          <p:cNvSpPr>
            <a:spLocks xmlns:a="http://schemas.openxmlformats.org/drawingml/2006/main" noGrp="1"/>
          </p:cNvSpPr>
          <p:nvPr/>
        </p:nvSpPr>
        <p:spPr>
          <a:xfrm xmlns:a="http://schemas.openxmlformats.org/drawingml/2006/main">
            <a:off x="14125575" y="40386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9" name="Editable path 99">
            <a:extLst xmlns:a="http://schemas.openxmlformats.org/drawingml/2006/main">
              <a:ext uri="{FF2B5EF4-FFF2-40B4-BE49-F238E27FC236}">
                <a16:creationId xmlns:a16="http://schemas.microsoft.com/office/drawing/2014/main" id="{C49B718E-89C6-40B0-8698-F604715FB68E}"/>
              </a:ext>
            </a:extLst>
          </p:cNvPr>
          <p:cNvSpPr>
            <a:spLocks xmlns:a="http://schemas.openxmlformats.org/drawingml/2006/main" noGrp="1"/>
          </p:cNvSpPr>
          <p:nvPr/>
        </p:nvSpPr>
        <p:spPr>
          <a:xfrm xmlns:a="http://schemas.openxmlformats.org/drawingml/2006/main">
            <a:off x="14411325" y="3943350"/>
            <a:ext cx="2162175" cy="190500"/>
          </a:xfrm>
          <a:custGeom xmlns:a="http://schemas.openxmlformats.org/drawingml/2006/main">
            <a:pathLst>
              <a:path w="2162175" h="190500">
                <a:moveTo>
                  <a:pt x="0" y="0"/>
                </a:moveTo>
                <a:lnTo>
                  <a:pt x="2162175" y="0"/>
                </a:lnTo>
                <a:lnTo>
                  <a:pt x="2162175" y="190500"/>
                </a:lnTo>
              </a:path>
            </a:pathLst>
          </a:custGeom>
          <a:noFill xmlns:a="http://schemas.openxmlformats.org/drawingml/2006/main"/>
          <a:ln xmlns:a="http://schemas.openxmlformats.org/drawingml/2006/main" w="20003">
            <a:solidFill>
              <a:srgbClr val="111111"/>
            </a:solidFill>
            <a:prstDash val="solid"/>
          </a:ln>
        </p:spPr>
      </p:sp>
      <p:sp>
        <p:nvSpPr>
          <p:cNvPr id="90" name="Editable arrowhead 100">
            <a:extLst xmlns:a="http://schemas.openxmlformats.org/drawingml/2006/main">
              <a:ext uri="{FF2B5EF4-FFF2-40B4-BE49-F238E27FC236}">
                <a16:creationId xmlns:a16="http://schemas.microsoft.com/office/drawing/2014/main" id="{F6A1E644-4B38-48A6-90E7-BEC11138EC1C}"/>
              </a:ext>
            </a:extLst>
          </p:cNvPr>
          <p:cNvSpPr>
            <a:spLocks xmlns:a="http://schemas.openxmlformats.org/drawingml/2006/main" noGrp="1"/>
          </p:cNvSpPr>
          <p:nvPr/>
        </p:nvSpPr>
        <p:spPr>
          <a:xfrm xmlns:a="http://schemas.openxmlformats.org/drawingml/2006/main">
            <a:off x="16525875" y="40386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1" name="B R1 logical execution">
            <a:extLst xmlns:a="http://schemas.openxmlformats.org/drawingml/2006/main">
              <a:ext uri="{FF2B5EF4-FFF2-40B4-BE49-F238E27FC236}">
                <a16:creationId xmlns:a16="http://schemas.microsoft.com/office/drawing/2014/main" id="{1A7CEAE6-BE2C-42C2-8321-2BFD8D955A0A}"/>
              </a:ext>
            </a:extLst>
          </p:cNvPr>
          <p:cNvSpPr>
            <a:spLocks xmlns:a="http://schemas.openxmlformats.org/drawingml/2006/main" noGrp="1"/>
          </p:cNvSpPr>
          <p:nvPr/>
        </p:nvSpPr>
        <p:spPr>
          <a:xfrm xmlns:a="http://schemas.openxmlformats.org/drawingml/2006/main">
            <a:off x="13087350" y="4133850"/>
            <a:ext cx="2171700" cy="1352550"/>
          </a:xfrm>
          <a:prstGeom xmlns:a="http://schemas.openxmlformats.org/drawingml/2006/main" prst="rect">
            <a:avLst/>
          </a:prstGeom>
          <a:noFill xmlns:a="http://schemas.openxmlformats.org/drawingml/2006/main"/>
          <a:ln xmlns:a="http://schemas.openxmlformats.org/drawingml/2006/main" w="17145">
            <a:solidFill>
              <a:srgbClr val="111111"/>
            </a:solidFill>
            <a:prstDash val="dash"/>
          </a:ln>
        </p:spPr>
      </p:sp>
      <p:sp>
        <p:nvSpPr>
          <p:cNvPr id="92" name="B R2 logical execution">
            <a:extLst xmlns:a="http://schemas.openxmlformats.org/drawingml/2006/main">
              <a:ext uri="{FF2B5EF4-FFF2-40B4-BE49-F238E27FC236}">
                <a16:creationId xmlns:a16="http://schemas.microsoft.com/office/drawing/2014/main" id="{1EF0832C-02E2-46FC-90EE-2DD485923614}"/>
              </a:ext>
            </a:extLst>
          </p:cNvPr>
          <p:cNvSpPr>
            <a:spLocks xmlns:a="http://schemas.openxmlformats.org/drawingml/2006/main" noGrp="1"/>
          </p:cNvSpPr>
          <p:nvPr/>
        </p:nvSpPr>
        <p:spPr>
          <a:xfrm xmlns:a="http://schemas.openxmlformats.org/drawingml/2006/main">
            <a:off x="15487650" y="4133850"/>
            <a:ext cx="2171700" cy="1352550"/>
          </a:xfrm>
          <a:prstGeom xmlns:a="http://schemas.openxmlformats.org/drawingml/2006/main" prst="rect">
            <a:avLst/>
          </a:prstGeom>
          <a:noFill xmlns:a="http://schemas.openxmlformats.org/drawingml/2006/main"/>
          <a:ln xmlns:a="http://schemas.openxmlformats.org/drawingml/2006/main" w="17145">
            <a:solidFill>
              <a:srgbClr val="111111"/>
            </a:solidFill>
            <a:prstDash val="dash"/>
          </a:ln>
        </p:spPr>
      </p:sp>
      <p:sp>
        <p:nvSpPr>
          <p:cNvPr id="93" name="DP2 object 101">
            <a:extLst xmlns:a="http://schemas.openxmlformats.org/drawingml/2006/main">
              <a:ext uri="{FF2B5EF4-FFF2-40B4-BE49-F238E27FC236}">
                <a16:creationId xmlns:a16="http://schemas.microsoft.com/office/drawing/2014/main" id="{C840BCCB-4F6E-491F-8495-5CA23069FC0C}"/>
              </a:ext>
            </a:extLst>
          </p:cNvPr>
          <p:cNvSpPr>
            <a:spLocks xmlns:a="http://schemas.openxmlformats.org/drawingml/2006/main" noGrp="1"/>
          </p:cNvSpPr>
          <p:nvPr/>
        </p:nvSpPr>
        <p:spPr>
          <a:xfrm xmlns:a="http://schemas.openxmlformats.org/drawingml/2006/main">
            <a:off x="13182600" y="4181475"/>
            <a:ext cx="1981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R1 해석 실행</a:t>
            </a:r>
          </a:p>
        </p:txBody>
      </p:sp>
      <p:sp>
        <p:nvSpPr>
          <p:cNvPr id="94" name="DP2 object 102">
            <a:extLst xmlns:a="http://schemas.openxmlformats.org/drawingml/2006/main">
              <a:ext uri="{FF2B5EF4-FFF2-40B4-BE49-F238E27FC236}">
                <a16:creationId xmlns:a16="http://schemas.microsoft.com/office/drawing/2014/main" id="{C44808C4-EDE5-401F-AF5C-DE9BE8B5DF12}"/>
              </a:ext>
            </a:extLst>
          </p:cNvPr>
          <p:cNvSpPr>
            <a:spLocks xmlns:a="http://schemas.openxmlformats.org/drawingml/2006/main" noGrp="1"/>
          </p:cNvSpPr>
          <p:nvPr/>
        </p:nvSpPr>
        <p:spPr>
          <a:xfrm xmlns:a="http://schemas.openxmlformats.org/drawingml/2006/main">
            <a:off x="15582900" y="4181475"/>
            <a:ext cx="1981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R2 해석 실행</a:t>
            </a:r>
          </a:p>
        </p:txBody>
      </p:sp>
      <p:sp>
        <p:nvSpPr>
          <p:cNvPr id="95" name="근거 읽기·긴 판단">
            <a:extLst xmlns:a="http://schemas.openxmlformats.org/drawingml/2006/main">
              <a:ext uri="{FF2B5EF4-FFF2-40B4-BE49-F238E27FC236}">
                <a16:creationId xmlns:a16="http://schemas.microsoft.com/office/drawing/2014/main" id="{D152A220-5B04-4830-A9B2-A590CA041D18}"/>
              </a:ext>
            </a:extLst>
          </p:cNvPr>
          <p:cNvSpPr>
            <a:spLocks xmlns:a="http://schemas.openxmlformats.org/drawingml/2006/main" noGrp="1"/>
          </p:cNvSpPr>
          <p:nvPr/>
        </p:nvSpPr>
        <p:spPr>
          <a:xfrm xmlns:a="http://schemas.openxmlformats.org/drawingml/2006/main">
            <a:off x="13201650" y="4505325"/>
            <a:ext cx="1943100" cy="3238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96" name="DP2 object 103">
            <a:extLst xmlns:a="http://schemas.openxmlformats.org/drawingml/2006/main">
              <a:ext uri="{FF2B5EF4-FFF2-40B4-BE49-F238E27FC236}">
                <a16:creationId xmlns:a16="http://schemas.microsoft.com/office/drawing/2014/main" id="{40F97745-EA28-4F32-B3A9-111AFA0DCEA5}"/>
              </a:ext>
            </a:extLst>
          </p:cNvPr>
          <p:cNvSpPr>
            <a:spLocks xmlns:a="http://schemas.openxmlformats.org/drawingml/2006/main" noGrp="1"/>
          </p:cNvSpPr>
          <p:nvPr/>
        </p:nvSpPr>
        <p:spPr>
          <a:xfrm xmlns:a="http://schemas.openxmlformats.org/drawingml/2006/main">
            <a:off x="13268325" y="4543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근거 읽기·긴 판단</a:t>
            </a:r>
          </a:p>
        </p:txBody>
      </p:sp>
      <p:sp>
        <p:nvSpPr>
          <p:cNvPr id="97" name="근거 읽기·긴 판단">
            <a:extLst xmlns:a="http://schemas.openxmlformats.org/drawingml/2006/main">
              <a:ext uri="{FF2B5EF4-FFF2-40B4-BE49-F238E27FC236}">
                <a16:creationId xmlns:a16="http://schemas.microsoft.com/office/drawing/2014/main" id="{E080259A-61E1-4AB8-AFA7-0B801B809298}"/>
              </a:ext>
            </a:extLst>
          </p:cNvPr>
          <p:cNvSpPr>
            <a:spLocks xmlns:a="http://schemas.openxmlformats.org/drawingml/2006/main" noGrp="1"/>
          </p:cNvSpPr>
          <p:nvPr/>
        </p:nvSpPr>
        <p:spPr>
          <a:xfrm xmlns:a="http://schemas.openxmlformats.org/drawingml/2006/main">
            <a:off x="15601950" y="4505325"/>
            <a:ext cx="1943100" cy="3238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98" name="DP2 object 104">
            <a:extLst xmlns:a="http://schemas.openxmlformats.org/drawingml/2006/main">
              <a:ext uri="{FF2B5EF4-FFF2-40B4-BE49-F238E27FC236}">
                <a16:creationId xmlns:a16="http://schemas.microsoft.com/office/drawing/2014/main" id="{1226152F-FBD6-4864-B141-E40BD1AC243A}"/>
              </a:ext>
            </a:extLst>
          </p:cNvPr>
          <p:cNvSpPr>
            <a:spLocks xmlns:a="http://schemas.openxmlformats.org/drawingml/2006/main" noGrp="1"/>
          </p:cNvSpPr>
          <p:nvPr/>
        </p:nvSpPr>
        <p:spPr>
          <a:xfrm xmlns:a="http://schemas.openxmlformats.org/drawingml/2006/main">
            <a:off x="15668625" y="4543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근거 읽기·긴 판단</a:t>
            </a:r>
          </a:p>
        </p:txBody>
      </p:sp>
      <p:sp>
        <p:nvSpPr>
          <p:cNvPr id="99" name="R1 문맥·잠정 상태&#10;대기 / revision">
            <a:extLst xmlns:a="http://schemas.openxmlformats.org/drawingml/2006/main">
              <a:ext uri="{FF2B5EF4-FFF2-40B4-BE49-F238E27FC236}">
                <a16:creationId xmlns:a16="http://schemas.microsoft.com/office/drawing/2014/main" id="{4CC15FD2-D12C-4102-AACB-EF416CB28D87}"/>
              </a:ext>
            </a:extLst>
          </p:cNvPr>
          <p:cNvSpPr>
            <a:spLocks xmlns:a="http://schemas.openxmlformats.org/drawingml/2006/main" noGrp="1"/>
          </p:cNvSpPr>
          <p:nvPr/>
        </p:nvSpPr>
        <p:spPr>
          <a:xfrm xmlns:a="http://schemas.openxmlformats.org/drawingml/2006/main">
            <a:off x="13201650" y="4943475"/>
            <a:ext cx="1943100" cy="4857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100" name="DP2 object 105">
            <a:extLst xmlns:a="http://schemas.openxmlformats.org/drawingml/2006/main">
              <a:ext uri="{FF2B5EF4-FFF2-40B4-BE49-F238E27FC236}">
                <a16:creationId xmlns:a16="http://schemas.microsoft.com/office/drawing/2014/main" id="{B41BC441-7D53-4E7B-BA57-FA5589F08049}"/>
              </a:ext>
            </a:extLst>
          </p:cNvPr>
          <p:cNvSpPr>
            <a:spLocks xmlns:a="http://schemas.openxmlformats.org/drawingml/2006/main" noGrp="1"/>
          </p:cNvSpPr>
          <p:nvPr/>
        </p:nvSpPr>
        <p:spPr>
          <a:xfrm xmlns:a="http://schemas.openxmlformats.org/drawingml/2006/main">
            <a:off x="13249275" y="504825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R1 문맥·잠정 상태</a:t>
            </a:r>
          </a:p>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대기 / revision</a:t>
            </a:r>
          </a:p>
        </p:txBody>
      </p:sp>
      <p:sp>
        <p:nvSpPr>
          <p:cNvPr id="101" name="R2 문맥·잠정 상태&#10;대기 / revision">
            <a:extLst xmlns:a="http://schemas.openxmlformats.org/drawingml/2006/main">
              <a:ext uri="{FF2B5EF4-FFF2-40B4-BE49-F238E27FC236}">
                <a16:creationId xmlns:a16="http://schemas.microsoft.com/office/drawing/2014/main" id="{7683F05F-F427-43DF-9228-A505577AD473}"/>
              </a:ext>
            </a:extLst>
          </p:cNvPr>
          <p:cNvSpPr>
            <a:spLocks xmlns:a="http://schemas.openxmlformats.org/drawingml/2006/main" noGrp="1"/>
          </p:cNvSpPr>
          <p:nvPr/>
        </p:nvSpPr>
        <p:spPr>
          <a:xfrm xmlns:a="http://schemas.openxmlformats.org/drawingml/2006/main">
            <a:off x="15601950" y="4943475"/>
            <a:ext cx="1943100" cy="4857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102" name="DP2 object 106">
            <a:extLst xmlns:a="http://schemas.openxmlformats.org/drawingml/2006/main">
              <a:ext uri="{FF2B5EF4-FFF2-40B4-BE49-F238E27FC236}">
                <a16:creationId xmlns:a16="http://schemas.microsoft.com/office/drawing/2014/main" id="{7D7CC8B1-EDE9-46F6-BE21-B6F501C1CFB6}"/>
              </a:ext>
            </a:extLst>
          </p:cNvPr>
          <p:cNvSpPr>
            <a:spLocks xmlns:a="http://schemas.openxmlformats.org/drawingml/2006/main" noGrp="1"/>
          </p:cNvSpPr>
          <p:nvPr/>
        </p:nvSpPr>
        <p:spPr>
          <a:xfrm xmlns:a="http://schemas.openxmlformats.org/drawingml/2006/main">
            <a:off x="15649575" y="504825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R2 문맥·잠정 상태</a:t>
            </a:r>
          </a:p>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대기 / revision</a:t>
            </a:r>
          </a:p>
        </p:txBody>
      </p:sp>
      <p:sp>
        <p:nvSpPr>
          <p:cNvPr id="103" name="Editable path 107">
            <a:extLst xmlns:a="http://schemas.openxmlformats.org/drawingml/2006/main">
              <a:ext uri="{FF2B5EF4-FFF2-40B4-BE49-F238E27FC236}">
                <a16:creationId xmlns:a16="http://schemas.microsoft.com/office/drawing/2014/main" id="{34DC9F73-CEE7-4E99-8CE7-8B75555B08C3}"/>
              </a:ext>
            </a:extLst>
          </p:cNvPr>
          <p:cNvSpPr>
            <a:spLocks xmlns:a="http://schemas.openxmlformats.org/drawingml/2006/main" noGrp="1"/>
          </p:cNvSpPr>
          <p:nvPr/>
        </p:nvSpPr>
        <p:spPr>
          <a:xfrm xmlns:a="http://schemas.openxmlformats.org/drawingml/2006/main">
            <a:off x="12553950" y="4667250"/>
            <a:ext cx="533400" cy="828675"/>
          </a:xfrm>
          <a:custGeom xmlns:a="http://schemas.openxmlformats.org/drawingml/2006/main">
            <a:pathLst>
              <a:path w="533400" h="828675">
                <a:moveTo>
                  <a:pt x="533400" y="0"/>
                </a:moveTo>
                <a:lnTo>
                  <a:pt x="266700" y="0"/>
                </a:lnTo>
                <a:lnTo>
                  <a:pt x="266700" y="828675"/>
                </a:lnTo>
                <a:lnTo>
                  <a:pt x="0" y="828675"/>
                </a:lnTo>
              </a:path>
            </a:pathLst>
          </a:custGeom>
          <a:noFill xmlns:a="http://schemas.openxmlformats.org/drawingml/2006/main"/>
          <a:ln xmlns:a="http://schemas.openxmlformats.org/drawingml/2006/main" w="20003">
            <a:solidFill>
              <a:srgbClr val="111111"/>
            </a:solidFill>
            <a:prstDash val="solid"/>
          </a:ln>
        </p:spPr>
      </p:sp>
      <p:sp>
        <p:nvSpPr>
          <p:cNvPr id="104" name="Editable arrowhead 108">
            <a:extLst xmlns:a="http://schemas.openxmlformats.org/drawingml/2006/main">
              <a:ext uri="{FF2B5EF4-FFF2-40B4-BE49-F238E27FC236}">
                <a16:creationId xmlns:a16="http://schemas.microsoft.com/office/drawing/2014/main" id="{73EA9068-F32C-4202-857B-50356EC105D0}"/>
              </a:ext>
            </a:extLst>
          </p:cNvPr>
          <p:cNvSpPr>
            <a:spLocks xmlns:a="http://schemas.openxmlformats.org/drawingml/2006/main" noGrp="1"/>
          </p:cNvSpPr>
          <p:nvPr/>
        </p:nvSpPr>
        <p:spPr>
          <a:xfrm xmlns:a="http://schemas.openxmlformats.org/drawingml/2006/main">
            <a:off x="12553950" y="54483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5" name="Editable path 109">
            <a:extLst xmlns:a="http://schemas.openxmlformats.org/drawingml/2006/main">
              <a:ext uri="{FF2B5EF4-FFF2-40B4-BE49-F238E27FC236}">
                <a16:creationId xmlns:a16="http://schemas.microsoft.com/office/drawing/2014/main" id="{86ADA112-9EBE-47A1-A5CD-1B5CB311E2F9}"/>
              </a:ext>
            </a:extLst>
          </p:cNvPr>
          <p:cNvSpPr>
            <a:spLocks xmlns:a="http://schemas.openxmlformats.org/drawingml/2006/main" noGrp="1"/>
          </p:cNvSpPr>
          <p:nvPr/>
        </p:nvSpPr>
        <p:spPr>
          <a:xfrm xmlns:a="http://schemas.openxmlformats.org/drawingml/2006/main">
            <a:off x="12553950" y="4667250"/>
            <a:ext cx="5353050" cy="1419225"/>
          </a:xfrm>
          <a:custGeom xmlns:a="http://schemas.openxmlformats.org/drawingml/2006/main">
            <a:pathLst>
              <a:path w="5353050" h="1419225">
                <a:moveTo>
                  <a:pt x="5105400" y="0"/>
                </a:moveTo>
                <a:lnTo>
                  <a:pt x="5353050" y="0"/>
                </a:lnTo>
                <a:lnTo>
                  <a:pt x="5353050" y="1419225"/>
                </a:lnTo>
                <a:lnTo>
                  <a:pt x="95250" y="1419225"/>
                </a:lnTo>
                <a:lnTo>
                  <a:pt x="95250" y="1076325"/>
                </a:lnTo>
                <a:lnTo>
                  <a:pt x="0" y="1076325"/>
                </a:lnTo>
              </a:path>
            </a:pathLst>
          </a:custGeom>
          <a:noFill xmlns:a="http://schemas.openxmlformats.org/drawingml/2006/main"/>
          <a:ln xmlns:a="http://schemas.openxmlformats.org/drawingml/2006/main" w="20003">
            <a:solidFill>
              <a:srgbClr val="111111"/>
            </a:solidFill>
            <a:prstDash val="solid"/>
          </a:ln>
        </p:spPr>
      </p:sp>
      <p:sp>
        <p:nvSpPr>
          <p:cNvPr id="106" name="Editable arrowhead 110">
            <a:extLst xmlns:a="http://schemas.openxmlformats.org/drawingml/2006/main">
              <a:ext uri="{FF2B5EF4-FFF2-40B4-BE49-F238E27FC236}">
                <a16:creationId xmlns:a16="http://schemas.microsoft.com/office/drawing/2014/main" id="{C94FD3B8-DD0B-4720-9FD6-3CA9032955EF}"/>
              </a:ext>
            </a:extLst>
          </p:cNvPr>
          <p:cNvSpPr>
            <a:spLocks xmlns:a="http://schemas.openxmlformats.org/drawingml/2006/main" noGrp="1"/>
          </p:cNvSpPr>
          <p:nvPr/>
        </p:nvSpPr>
        <p:spPr>
          <a:xfrm xmlns:a="http://schemas.openxmlformats.org/drawingml/2006/main">
            <a:off x="12553950" y="569595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7" name="불변 입력 복사①">
            <a:extLst xmlns:a="http://schemas.openxmlformats.org/drawingml/2006/main">
              <a:ext uri="{FF2B5EF4-FFF2-40B4-BE49-F238E27FC236}">
                <a16:creationId xmlns:a16="http://schemas.microsoft.com/office/drawing/2014/main" id="{E0855098-1BFF-421B-9434-F867496F75FF}"/>
              </a:ext>
            </a:extLst>
          </p:cNvPr>
          <p:cNvSpPr>
            <a:spLocks xmlns:a="http://schemas.openxmlformats.org/drawingml/2006/main" noGrp="1"/>
          </p:cNvSpPr>
          <p:nvPr/>
        </p:nvSpPr>
        <p:spPr>
          <a:xfrm xmlns:a="http://schemas.openxmlformats.org/drawingml/2006/main">
            <a:off x="13201650" y="5610225"/>
            <a:ext cx="1943100" cy="333375"/>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108" name="DP2 object 111">
            <a:extLst xmlns:a="http://schemas.openxmlformats.org/drawingml/2006/main">
              <a:ext uri="{FF2B5EF4-FFF2-40B4-BE49-F238E27FC236}">
                <a16:creationId xmlns:a16="http://schemas.microsoft.com/office/drawing/2014/main" id="{2FE0A2A7-66EE-46ED-879D-E2C5ECDA7948}"/>
              </a:ext>
            </a:extLst>
          </p:cNvPr>
          <p:cNvSpPr>
            <a:spLocks xmlns:a="http://schemas.openxmlformats.org/drawingml/2006/main" noGrp="1"/>
          </p:cNvSpPr>
          <p:nvPr/>
        </p:nvSpPr>
        <p:spPr>
          <a:xfrm xmlns:a="http://schemas.openxmlformats.org/drawingml/2006/main">
            <a:off x="13249275" y="5715000"/>
            <a:ext cx="1847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불변 입력 복사①</a:t>
            </a:r>
          </a:p>
        </p:txBody>
      </p:sp>
      <p:sp>
        <p:nvSpPr>
          <p:cNvPr id="109" name="불변 입력 복사②">
            <a:extLst xmlns:a="http://schemas.openxmlformats.org/drawingml/2006/main">
              <a:ext uri="{FF2B5EF4-FFF2-40B4-BE49-F238E27FC236}">
                <a16:creationId xmlns:a16="http://schemas.microsoft.com/office/drawing/2014/main" id="{91A347FB-529A-4ECC-8918-8B3F55711EB2}"/>
              </a:ext>
            </a:extLst>
          </p:cNvPr>
          <p:cNvSpPr>
            <a:spLocks xmlns:a="http://schemas.openxmlformats.org/drawingml/2006/main" noGrp="1"/>
          </p:cNvSpPr>
          <p:nvPr/>
        </p:nvSpPr>
        <p:spPr>
          <a:xfrm xmlns:a="http://schemas.openxmlformats.org/drawingml/2006/main">
            <a:off x="15601950" y="5610225"/>
            <a:ext cx="1943100" cy="333375"/>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110" name="DP2 object 112">
            <a:extLst xmlns:a="http://schemas.openxmlformats.org/drawingml/2006/main">
              <a:ext uri="{FF2B5EF4-FFF2-40B4-BE49-F238E27FC236}">
                <a16:creationId xmlns:a16="http://schemas.microsoft.com/office/drawing/2014/main" id="{834A9D84-D2C1-480C-8027-D44549209B12}"/>
              </a:ext>
            </a:extLst>
          </p:cNvPr>
          <p:cNvSpPr>
            <a:spLocks xmlns:a="http://schemas.openxmlformats.org/drawingml/2006/main" noGrp="1"/>
          </p:cNvSpPr>
          <p:nvPr/>
        </p:nvSpPr>
        <p:spPr>
          <a:xfrm xmlns:a="http://schemas.openxmlformats.org/drawingml/2006/main">
            <a:off x="15649575" y="5715000"/>
            <a:ext cx="1847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불변 입력 복사②</a:t>
            </a:r>
          </a:p>
        </p:txBody>
      </p:sp>
      <p:sp>
        <p:nvSpPr>
          <p:cNvPr id="111" name="Editable path 113">
            <a:extLst xmlns:a="http://schemas.openxmlformats.org/drawingml/2006/main">
              <a:ext uri="{FF2B5EF4-FFF2-40B4-BE49-F238E27FC236}">
                <a16:creationId xmlns:a16="http://schemas.microsoft.com/office/drawing/2014/main" id="{706A1728-8D7A-40F9-BC07-7292D394F995}"/>
              </a:ext>
            </a:extLst>
          </p:cNvPr>
          <p:cNvSpPr>
            <a:spLocks xmlns:a="http://schemas.openxmlformats.org/drawingml/2006/main" noGrp="1"/>
          </p:cNvSpPr>
          <p:nvPr/>
        </p:nvSpPr>
        <p:spPr>
          <a:xfrm xmlns:a="http://schemas.openxmlformats.org/drawingml/2006/main">
            <a:off x="14173200" y="5486400"/>
            <a:ext cx="953" cy="123825"/>
          </a:xfrm>
          <a:custGeom xmlns:a="http://schemas.openxmlformats.org/drawingml/2006/main">
            <a:pathLst>
              <a:path w="953" h="123825">
                <a:moveTo>
                  <a:pt x="0" y="123825"/>
                </a:moveTo>
                <a:lnTo>
                  <a:pt x="0" y="0"/>
                </a:lnTo>
              </a:path>
            </a:pathLst>
          </a:custGeom>
          <a:noFill xmlns:a="http://schemas.openxmlformats.org/drawingml/2006/main"/>
          <a:ln xmlns:a="http://schemas.openxmlformats.org/drawingml/2006/main" w="20003">
            <a:solidFill>
              <a:srgbClr val="111111"/>
            </a:solidFill>
            <a:prstDash val="solid"/>
          </a:ln>
        </p:spPr>
      </p:sp>
      <p:sp>
        <p:nvSpPr>
          <p:cNvPr id="112" name="Editable arrowhead 114">
            <a:extLst xmlns:a="http://schemas.openxmlformats.org/drawingml/2006/main">
              <a:ext uri="{FF2B5EF4-FFF2-40B4-BE49-F238E27FC236}">
                <a16:creationId xmlns:a16="http://schemas.microsoft.com/office/drawing/2014/main" id="{E2234ED8-AFC4-470E-BB20-D5A16D9BDFF0}"/>
              </a:ext>
            </a:extLst>
          </p:cNvPr>
          <p:cNvSpPr>
            <a:spLocks xmlns:a="http://schemas.openxmlformats.org/drawingml/2006/main" noGrp="1"/>
          </p:cNvSpPr>
          <p:nvPr/>
        </p:nvSpPr>
        <p:spPr>
          <a:xfrm xmlns:a="http://schemas.openxmlformats.org/drawingml/2006/main">
            <a:off x="14125575" y="548640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13" name="Editable path 115">
            <a:extLst xmlns:a="http://schemas.openxmlformats.org/drawingml/2006/main">
              <a:ext uri="{FF2B5EF4-FFF2-40B4-BE49-F238E27FC236}">
                <a16:creationId xmlns:a16="http://schemas.microsoft.com/office/drawing/2014/main" id="{046A476C-832B-4500-A898-8AA2274476F1}"/>
              </a:ext>
            </a:extLst>
          </p:cNvPr>
          <p:cNvSpPr>
            <a:spLocks xmlns:a="http://schemas.openxmlformats.org/drawingml/2006/main" noGrp="1"/>
          </p:cNvSpPr>
          <p:nvPr/>
        </p:nvSpPr>
        <p:spPr>
          <a:xfrm xmlns:a="http://schemas.openxmlformats.org/drawingml/2006/main">
            <a:off x="16573500" y="5486400"/>
            <a:ext cx="953" cy="123825"/>
          </a:xfrm>
          <a:custGeom xmlns:a="http://schemas.openxmlformats.org/drawingml/2006/main">
            <a:pathLst>
              <a:path w="953" h="123825">
                <a:moveTo>
                  <a:pt x="0" y="123825"/>
                </a:moveTo>
                <a:lnTo>
                  <a:pt x="0" y="0"/>
                </a:lnTo>
              </a:path>
            </a:pathLst>
          </a:custGeom>
          <a:noFill xmlns:a="http://schemas.openxmlformats.org/drawingml/2006/main"/>
          <a:ln xmlns:a="http://schemas.openxmlformats.org/drawingml/2006/main" w="20003">
            <a:solidFill>
              <a:srgbClr val="111111"/>
            </a:solidFill>
            <a:prstDash val="solid"/>
          </a:ln>
        </p:spPr>
      </p:sp>
      <p:sp>
        <p:nvSpPr>
          <p:cNvPr id="114" name="Editable arrowhead 116">
            <a:extLst xmlns:a="http://schemas.openxmlformats.org/drawingml/2006/main">
              <a:ext uri="{FF2B5EF4-FFF2-40B4-BE49-F238E27FC236}">
                <a16:creationId xmlns:a16="http://schemas.microsoft.com/office/drawing/2014/main" id="{321468F3-9803-421B-9D97-77A518F49314}"/>
              </a:ext>
            </a:extLst>
          </p:cNvPr>
          <p:cNvSpPr>
            <a:spLocks xmlns:a="http://schemas.openxmlformats.org/drawingml/2006/main" noGrp="1"/>
          </p:cNvSpPr>
          <p:nvPr/>
        </p:nvSpPr>
        <p:spPr>
          <a:xfrm xmlns:a="http://schemas.openxmlformats.org/drawingml/2006/main">
            <a:off x="16525875" y="548640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15" name="DP2 object 117">
            <a:extLst xmlns:a="http://schemas.openxmlformats.org/drawingml/2006/main">
              <a:ext uri="{FF2B5EF4-FFF2-40B4-BE49-F238E27FC236}">
                <a16:creationId xmlns:a16="http://schemas.microsoft.com/office/drawing/2014/main" id="{998CCE6F-A275-4276-AF55-E3C980CCC653}"/>
              </a:ext>
            </a:extLst>
          </p:cNvPr>
          <p:cNvSpPr>
            <a:spLocks xmlns:a="http://schemas.openxmlformats.org/drawingml/2006/main" noGrp="1"/>
          </p:cNvSpPr>
          <p:nvPr/>
        </p:nvSpPr>
        <p:spPr>
          <a:xfrm xmlns:a="http://schemas.openxmlformats.org/drawingml/2006/main">
            <a:off x="266700" y="9591675"/>
            <a:ext cx="17430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1">
                <a:solidFill>
                  <a:srgbClr val="111111"/>
                </a:solidFill>
                <a:latin typeface="Apple SD Gothic Neo"/>
                <a:ea typeface="Apple SD Gothic Neo"/>
                <a:cs typeface="Apple SD Gothic Neo"/>
              </a:defRPr>
            </a:defPPr>
            <a:lvl1pPr algn="l">
              <a:defRPr sz="1575" b="1">
                <a:solidFill>
                  <a:srgbClr val="111111"/>
                </a:solidFill>
                <a:latin typeface="Apple SD Gothic Neo"/>
                <a:ea typeface="Apple SD Gothic Neo"/>
                <a:cs typeface="Apple SD Gothic Neo"/>
              </a:defRPr>
            </a:lvl1pPr>
            <a:lvl2pPr algn="l">
              <a:defRPr sz="1575" b="1">
                <a:solidFill>
                  <a:srgbClr val="111111"/>
                </a:solidFill>
                <a:latin typeface="Apple SD Gothic Neo"/>
                <a:ea typeface="Apple SD Gothic Neo"/>
                <a:cs typeface="Apple SD Gothic Neo"/>
              </a:defRPr>
            </a:lvl2pPr>
            <a:lvl3pPr algn="l">
              <a:defRPr sz="1575" b="1">
                <a:solidFill>
                  <a:srgbClr val="111111"/>
                </a:solidFill>
                <a:latin typeface="Apple SD Gothic Neo"/>
                <a:ea typeface="Apple SD Gothic Neo"/>
                <a:cs typeface="Apple SD Gothic Neo"/>
              </a:defRPr>
            </a:lvl3pPr>
            <a:lvl4pPr algn="l">
              <a:defRPr sz="1575" b="1">
                <a:solidFill>
                  <a:srgbClr val="111111"/>
                </a:solidFill>
                <a:latin typeface="Apple SD Gothic Neo"/>
                <a:ea typeface="Apple SD Gothic Neo"/>
                <a:cs typeface="Apple SD Gothic Neo"/>
              </a:defRPr>
            </a:lvl4pPr>
            <a:lvl5pPr algn="l">
              <a:defRPr sz="1575" b="1">
                <a:solidFill>
                  <a:srgbClr val="111111"/>
                </a:solidFill>
                <a:latin typeface="Apple SD Gothic Neo"/>
                <a:ea typeface="Apple SD Gothic Neo"/>
                <a:cs typeface="Apple SD Gothic Neo"/>
              </a:defRPr>
            </a:lvl5pPr>
            <a:lvl6pPr algn="l">
              <a:defRPr sz="1575" b="1">
                <a:solidFill>
                  <a:srgbClr val="111111"/>
                </a:solidFill>
                <a:latin typeface="Apple SD Gothic Neo"/>
                <a:ea typeface="Apple SD Gothic Neo"/>
                <a:cs typeface="Apple SD Gothic Neo"/>
              </a:defRPr>
            </a:lvl6pPr>
            <a:lvl7pPr algn="l">
              <a:defRPr sz="1575" b="1">
                <a:solidFill>
                  <a:srgbClr val="111111"/>
                </a:solidFill>
                <a:latin typeface="Apple SD Gothic Neo"/>
                <a:ea typeface="Apple SD Gothic Neo"/>
                <a:cs typeface="Apple SD Gothic Neo"/>
              </a:defRPr>
            </a:lvl7pPr>
            <a:lvl8pPr algn="l">
              <a:defRPr sz="1575" b="1">
                <a:solidFill>
                  <a:srgbClr val="111111"/>
                </a:solidFill>
                <a:latin typeface="Apple SD Gothic Neo"/>
                <a:ea typeface="Apple SD Gothic Neo"/>
                <a:cs typeface="Apple SD Gothic Neo"/>
              </a:defRPr>
            </a:lvl8pPr>
            <a:lvl9pPr algn="l">
              <a:defRPr sz="1575" b="1">
                <a:solidFill>
                  <a:srgbClr val="111111"/>
                </a:solidFill>
                <a:latin typeface="Apple SD Gothic Neo"/>
                <a:ea typeface="Apple SD Gothic Neo"/>
                <a:cs typeface="Apple SD Gothic Neo"/>
              </a:defRPr>
            </a:lvl9pPr>
          </a:lstStyle>
          <a:p xmlns:a="http://schemas.openxmlformats.org/drawingml/2006/main">
            <a:pPr algn="l">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모든 해석 실행은 동일 Model Access 호출 한도 K를 공유. 입력 수신은 계속되며 외부 Agent 업무 대기는 비교 대상이 아님.</a:t>
            </a:r>
          </a:p>
        </p:txBody>
      </p:sp>
      <p:sp>
        <p:nvSpPr>
          <p:cNvPr id="116" name="DP2 object 118">
            <a:extLst xmlns:a="http://schemas.openxmlformats.org/drawingml/2006/main">
              <a:ext uri="{FF2B5EF4-FFF2-40B4-BE49-F238E27FC236}">
                <a16:creationId xmlns:a16="http://schemas.microsoft.com/office/drawing/2014/main" id="{25D7733D-D181-41FD-A960-B790112513F9}"/>
              </a:ext>
            </a:extLst>
          </p:cNvPr>
          <p:cNvSpPr>
            <a:spLocks xmlns:a="http://schemas.openxmlformats.org/drawingml/2006/main" noGrp="1"/>
          </p:cNvSpPr>
          <p:nvPr/>
        </p:nvSpPr>
        <p:spPr>
          <a:xfrm xmlns:a="http://schemas.openxmlformats.org/drawingml/2006/main">
            <a:off x="266700" y="9906000"/>
            <a:ext cx="1719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0">
                <a:solidFill>
                  <a:srgbClr val="50555B"/>
                </a:solidFill>
                <a:latin typeface="Apple SD Gothic Neo"/>
                <a:ea typeface="Apple SD Gothic Neo"/>
                <a:cs typeface="Apple SD Gothic Neo"/>
              </a:defRPr>
            </a:defPPr>
            <a:lvl1pPr algn="l">
              <a:defRPr sz="1500" b="0">
                <a:solidFill>
                  <a:srgbClr val="50555B"/>
                </a:solidFill>
                <a:latin typeface="Apple SD Gothic Neo"/>
                <a:ea typeface="Apple SD Gothic Neo"/>
                <a:cs typeface="Apple SD Gothic Neo"/>
              </a:defRPr>
            </a:lvl1pPr>
            <a:lvl2pPr algn="l">
              <a:defRPr sz="1500" b="0">
                <a:solidFill>
                  <a:srgbClr val="50555B"/>
                </a:solidFill>
                <a:latin typeface="Apple SD Gothic Neo"/>
                <a:ea typeface="Apple SD Gothic Neo"/>
                <a:cs typeface="Apple SD Gothic Neo"/>
              </a:defRPr>
            </a:lvl2pPr>
            <a:lvl3pPr algn="l">
              <a:defRPr sz="1500" b="0">
                <a:solidFill>
                  <a:srgbClr val="50555B"/>
                </a:solidFill>
                <a:latin typeface="Apple SD Gothic Neo"/>
                <a:ea typeface="Apple SD Gothic Neo"/>
                <a:cs typeface="Apple SD Gothic Neo"/>
              </a:defRPr>
            </a:lvl3pPr>
            <a:lvl4pPr algn="l">
              <a:defRPr sz="1500" b="0">
                <a:solidFill>
                  <a:srgbClr val="50555B"/>
                </a:solidFill>
                <a:latin typeface="Apple SD Gothic Neo"/>
                <a:ea typeface="Apple SD Gothic Neo"/>
                <a:cs typeface="Apple SD Gothic Neo"/>
              </a:defRPr>
            </a:lvl4pPr>
            <a:lvl5pPr algn="l">
              <a:defRPr sz="1500" b="0">
                <a:solidFill>
                  <a:srgbClr val="50555B"/>
                </a:solidFill>
                <a:latin typeface="Apple SD Gothic Neo"/>
                <a:ea typeface="Apple SD Gothic Neo"/>
                <a:cs typeface="Apple SD Gothic Neo"/>
              </a:defRPr>
            </a:lvl5pPr>
            <a:lvl6pPr algn="l">
              <a:defRPr sz="1500" b="0">
                <a:solidFill>
                  <a:srgbClr val="50555B"/>
                </a:solidFill>
                <a:latin typeface="Apple SD Gothic Neo"/>
                <a:ea typeface="Apple SD Gothic Neo"/>
                <a:cs typeface="Apple SD Gothic Neo"/>
              </a:defRPr>
            </a:lvl6pPr>
            <a:lvl7pPr algn="l">
              <a:defRPr sz="1500" b="0">
                <a:solidFill>
                  <a:srgbClr val="50555B"/>
                </a:solidFill>
                <a:latin typeface="Apple SD Gothic Neo"/>
                <a:ea typeface="Apple SD Gothic Neo"/>
                <a:cs typeface="Apple SD Gothic Neo"/>
              </a:defRPr>
            </a:lvl7pPr>
            <a:lvl8pPr algn="l">
              <a:defRPr sz="1500" b="0">
                <a:solidFill>
                  <a:srgbClr val="50555B"/>
                </a:solidFill>
                <a:latin typeface="Apple SD Gothic Neo"/>
                <a:ea typeface="Apple SD Gothic Neo"/>
                <a:cs typeface="Apple SD Gothic Neo"/>
              </a:defRPr>
            </a:lvl8pPr>
            <a:lvl9pPr algn="l">
              <a:defRPr sz="1500" b="0">
                <a:solidFill>
                  <a:srgbClr val="50555B"/>
                </a:solidFill>
                <a:latin typeface="Apple SD Gothic Neo"/>
                <a:ea typeface="Apple SD Gothic Neo"/>
                <a:cs typeface="Apple SD Gothic Neo"/>
              </a:defRPr>
            </a:lvl9pPr>
          </a:lstStyle>
          <a:p xmlns:a="http://schemas.openxmlformats.org/drawingml/2006/main">
            <a:pPr algn="l">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기존 발표 PoC: 안별 12episode / 시간 괄호: 관측/예정 / QA04 별도 4과제 / 비용은 합계 / RSS는 로컬 실행기</a:t>
            </a:r>
          </a:p>
        </p:txBody>
      </p:sp>
    </p:spTree>
    <p:extLst>
      <p:ext uri="{BB962C8B-B14F-4D97-AF65-F5344CB8AC3E}">
        <p14:creationId xmlns:p14="http://schemas.microsoft.com/office/powerpoint/2010/main" val="212344594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9" name="Unified slide title">
            <a:extLst xmlns:a="http://schemas.openxmlformats.org/drawingml/2006/main">
              <a:ext uri="{FF2B5EF4-FFF2-40B4-BE49-F238E27FC236}">
                <a16:creationId xmlns:a16="http://schemas.microsoft.com/office/drawing/2014/main" id="{D38E9B4D-C4BB-45F4-9EB7-1B1744CF552A}"/>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DP2. 후속 입력의 의미 판단 실행 방안 (선택 및 보완)</a:t>
            </a:r>
          </a:p>
        </p:txBody>
      </p:sp>
      <p:sp>
        <p:nvSpPr>
          <p:cNvPr id="2" name="Workflow 과제 소개">
            <a:extLst xmlns:a="http://schemas.openxmlformats.org/drawingml/2006/main">
              <a:ext uri="{FF2B5EF4-FFF2-40B4-BE49-F238E27FC236}">
                <a16:creationId xmlns:a16="http://schemas.microsoft.com/office/drawing/2014/main" id="{376D3EE4-7BCF-4E0E-A7E5-1321D7EA2208}"/>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과제 소개">
            <a:extLst xmlns:a="http://schemas.openxmlformats.org/drawingml/2006/main">
              <a:ext uri="{FF2B5EF4-FFF2-40B4-BE49-F238E27FC236}">
                <a16:creationId xmlns:a16="http://schemas.microsoft.com/office/drawing/2014/main" id="{1D25BCA1-BF64-4814-8730-0D2E8B259025}"/>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Workflow 요구사항 분석">
            <a:extLst xmlns:a="http://schemas.openxmlformats.org/drawingml/2006/main">
              <a:ext uri="{FF2B5EF4-FFF2-40B4-BE49-F238E27FC236}">
                <a16:creationId xmlns:a16="http://schemas.microsoft.com/office/drawing/2014/main" id="{CD17B2AE-AB05-4653-8282-BFEFE366C6BB}"/>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요구사항 분석">
            <a:extLst xmlns:a="http://schemas.openxmlformats.org/drawingml/2006/main">
              <a:ext uri="{FF2B5EF4-FFF2-40B4-BE49-F238E27FC236}">
                <a16:creationId xmlns:a16="http://schemas.microsoft.com/office/drawing/2014/main" id="{E98FB648-3FA9-4281-BCDC-4667AA85FF18}"/>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Workflow 설계">
            <a:extLst xmlns:a="http://schemas.openxmlformats.org/drawingml/2006/main">
              <a:ext uri="{FF2B5EF4-FFF2-40B4-BE49-F238E27FC236}">
                <a16:creationId xmlns:a16="http://schemas.microsoft.com/office/drawing/2014/main" id="{ED860B9E-745F-4D57-8BA6-DE67C6846B8F}"/>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설계">
            <a:extLst xmlns:a="http://schemas.openxmlformats.org/drawingml/2006/main">
              <a:ext uri="{FF2B5EF4-FFF2-40B4-BE49-F238E27FC236}">
                <a16:creationId xmlns:a16="http://schemas.microsoft.com/office/drawing/2014/main" id="{5C20723D-1ED8-466E-AF8D-4D754F929AB2}"/>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Workflow 구현 및 검증">
            <a:extLst xmlns:a="http://schemas.openxmlformats.org/drawingml/2006/main">
              <a:ext uri="{FF2B5EF4-FFF2-40B4-BE49-F238E27FC236}">
                <a16:creationId xmlns:a16="http://schemas.microsoft.com/office/drawing/2014/main" id="{59BD5DD6-A7BB-47FE-841E-45424A6A23CE}"/>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구현 및 검증">
            <a:extLst xmlns:a="http://schemas.openxmlformats.org/drawingml/2006/main">
              <a:ext uri="{FF2B5EF4-FFF2-40B4-BE49-F238E27FC236}">
                <a16:creationId xmlns:a16="http://schemas.microsoft.com/office/drawing/2014/main" id="{50A0F88B-DA06-4EF3-9982-00ADE9EAEACD}"/>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Workflow 결론">
            <a:extLst xmlns:a="http://schemas.openxmlformats.org/drawingml/2006/main">
              <a:ext uri="{FF2B5EF4-FFF2-40B4-BE49-F238E27FC236}">
                <a16:creationId xmlns:a16="http://schemas.microsoft.com/office/drawing/2014/main" id="{793B2633-6B2D-48B1-AA02-DAED31B3F066}"/>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결론">
            <a:extLst xmlns:a="http://schemas.openxmlformats.org/drawingml/2006/main">
              <a:ext uri="{FF2B5EF4-FFF2-40B4-BE49-F238E27FC236}">
                <a16:creationId xmlns:a16="http://schemas.microsoft.com/office/drawing/2014/main" id="{95185D4D-9A59-4855-95EF-140DE3490CE9}"/>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Header rule">
            <a:extLst xmlns:a="http://schemas.openxmlformats.org/drawingml/2006/main">
              <a:ext uri="{FF2B5EF4-FFF2-40B4-BE49-F238E27FC236}">
                <a16:creationId xmlns:a16="http://schemas.microsoft.com/office/drawing/2014/main" id="{68FBF4D8-C9D4-4960-A32C-34ECCC43CFD1}"/>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Continuous slide number">
            <a:extLst xmlns:a="http://schemas.openxmlformats.org/drawingml/2006/main">
              <a:ext uri="{FF2B5EF4-FFF2-40B4-BE49-F238E27FC236}">
                <a16:creationId xmlns:a16="http://schemas.microsoft.com/office/drawing/2014/main" id="{E971BFDE-5010-4A0C-A942-CF6F2F002FFF}"/>
              </a:ext>
            </a:extLst>
          </p:cNvPr>
          <p:cNvSpPr>
            <a:spLocks xmlns:a="http://schemas.openxmlformats.org/drawingml/2006/main" noGrp="1"/>
          </p:cNvSpPr>
          <p:nvPr/>
        </p:nvSpPr>
        <p:spPr>
          <a:xfrm xmlns:a="http://schemas.openxmlformats.org/drawingml/2006/main">
            <a:off x="17487900" y="10020300"/>
            <a:ext cx="590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50555B"/>
                </a:solidFill>
                <a:latin typeface="Apple SD Gothic Neo"/>
                <a:ea typeface="Apple SD Gothic Neo"/>
                <a:cs typeface="Apple SD Gothic Neo"/>
              </a:defRPr>
            </a:defPPr>
            <a:lvl1pPr algn="r">
              <a:defRPr sz="1200" b="0">
                <a:solidFill>
                  <a:srgbClr val="50555B"/>
                </a:solidFill>
                <a:latin typeface="Apple SD Gothic Neo"/>
                <a:ea typeface="Apple SD Gothic Neo"/>
                <a:cs typeface="Apple SD Gothic Neo"/>
              </a:defRPr>
            </a:lvl1pPr>
            <a:lvl2pPr algn="r">
              <a:defRPr sz="1200" b="0">
                <a:solidFill>
                  <a:srgbClr val="50555B"/>
                </a:solidFill>
                <a:latin typeface="Apple SD Gothic Neo"/>
                <a:ea typeface="Apple SD Gothic Neo"/>
                <a:cs typeface="Apple SD Gothic Neo"/>
              </a:defRPr>
            </a:lvl2pPr>
            <a:lvl3pPr algn="r">
              <a:defRPr sz="1200" b="0">
                <a:solidFill>
                  <a:srgbClr val="50555B"/>
                </a:solidFill>
                <a:latin typeface="Apple SD Gothic Neo"/>
                <a:ea typeface="Apple SD Gothic Neo"/>
                <a:cs typeface="Apple SD Gothic Neo"/>
              </a:defRPr>
            </a:lvl3pPr>
            <a:lvl4pPr algn="r">
              <a:defRPr sz="1200" b="0">
                <a:solidFill>
                  <a:srgbClr val="50555B"/>
                </a:solidFill>
                <a:latin typeface="Apple SD Gothic Neo"/>
                <a:ea typeface="Apple SD Gothic Neo"/>
                <a:cs typeface="Apple SD Gothic Neo"/>
              </a:defRPr>
            </a:lvl4pPr>
            <a:lvl5pPr algn="r">
              <a:defRPr sz="1200" b="0">
                <a:solidFill>
                  <a:srgbClr val="50555B"/>
                </a:solidFill>
                <a:latin typeface="Apple SD Gothic Neo"/>
                <a:ea typeface="Apple SD Gothic Neo"/>
                <a:cs typeface="Apple SD Gothic Neo"/>
              </a:defRPr>
            </a:lvl5pPr>
            <a:lvl6pPr algn="r">
              <a:defRPr sz="1200" b="0">
                <a:solidFill>
                  <a:srgbClr val="50555B"/>
                </a:solidFill>
                <a:latin typeface="Apple SD Gothic Neo"/>
                <a:ea typeface="Apple SD Gothic Neo"/>
                <a:cs typeface="Apple SD Gothic Neo"/>
              </a:defRPr>
            </a:lvl6pPr>
            <a:lvl7pPr algn="r">
              <a:defRPr sz="1200" b="0">
                <a:solidFill>
                  <a:srgbClr val="50555B"/>
                </a:solidFill>
                <a:latin typeface="Apple SD Gothic Neo"/>
                <a:ea typeface="Apple SD Gothic Neo"/>
                <a:cs typeface="Apple SD Gothic Neo"/>
              </a:defRPr>
            </a:lvl7pPr>
            <a:lvl8pPr algn="r">
              <a:defRPr sz="1200" b="0">
                <a:solidFill>
                  <a:srgbClr val="50555B"/>
                </a:solidFill>
                <a:latin typeface="Apple SD Gothic Neo"/>
                <a:ea typeface="Apple SD Gothic Neo"/>
                <a:cs typeface="Apple SD Gothic Neo"/>
              </a:defRPr>
            </a:lvl8pPr>
            <a:lvl9pPr algn="r">
              <a:defRPr sz="1200" b="0">
                <a:solidFill>
                  <a:srgbClr val="50555B"/>
                </a:solidFill>
                <a:latin typeface="Apple SD Gothic Neo"/>
                <a:ea typeface="Apple SD Gothic Neo"/>
                <a:cs typeface="Apple SD Gothic Neo"/>
              </a:defRPr>
            </a:lvl9pPr>
          </a:lstStyle>
          <a:p xmlns:a="http://schemas.openxmlformats.org/drawingml/2006/main">
            <a:pPr algn="r">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7 / 16</a:t>
            </a:r>
          </a:p>
        </p:txBody>
      </p:sp>
      <p:sp>
        <p:nvSpPr>
          <p:cNvPr id="14" name="DP2 object 119">
            <a:extLst xmlns:a="http://schemas.openxmlformats.org/drawingml/2006/main">
              <a:ext uri="{FF2B5EF4-FFF2-40B4-BE49-F238E27FC236}">
                <a16:creationId xmlns:a16="http://schemas.microsoft.com/office/drawing/2014/main" id="{EC7E62C4-C673-4B05-B124-15596DC55534}"/>
              </a:ext>
            </a:extLst>
          </p:cNvPr>
          <p:cNvSpPr>
            <a:spLocks xmlns:a="http://schemas.openxmlformats.org/drawingml/2006/main" noGrp="1"/>
          </p:cNvSpPr>
          <p:nvPr/>
        </p:nvSpPr>
        <p:spPr>
          <a:xfrm xmlns:a="http://schemas.openxmlformats.org/drawingml/2006/main">
            <a:off x="266700" y="1181100"/>
            <a:ext cx="17478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1">
                <a:solidFill>
                  <a:srgbClr val="4676CB"/>
                </a:solidFill>
                <a:latin typeface="Apple SD Gothic Neo"/>
                <a:ea typeface="Apple SD Gothic Neo"/>
                <a:cs typeface="Apple SD Gothic Neo"/>
              </a:defRPr>
            </a:defPPr>
            <a:lvl1pPr algn="l">
              <a:defRPr sz="2100" b="1">
                <a:solidFill>
                  <a:srgbClr val="4676CB"/>
                </a:solidFill>
                <a:latin typeface="Apple SD Gothic Neo"/>
                <a:ea typeface="Apple SD Gothic Neo"/>
                <a:cs typeface="Apple SD Gothic Neo"/>
              </a:defRPr>
            </a:lvl1pPr>
            <a:lvl2pPr algn="l">
              <a:defRPr sz="2100" b="1">
                <a:solidFill>
                  <a:srgbClr val="4676CB"/>
                </a:solidFill>
                <a:latin typeface="Apple SD Gothic Neo"/>
                <a:ea typeface="Apple SD Gothic Neo"/>
                <a:cs typeface="Apple SD Gothic Neo"/>
              </a:defRPr>
            </a:lvl2pPr>
            <a:lvl3pPr algn="l">
              <a:defRPr sz="2100" b="1">
                <a:solidFill>
                  <a:srgbClr val="4676CB"/>
                </a:solidFill>
                <a:latin typeface="Apple SD Gothic Neo"/>
                <a:ea typeface="Apple SD Gothic Neo"/>
                <a:cs typeface="Apple SD Gothic Neo"/>
              </a:defRPr>
            </a:lvl3pPr>
            <a:lvl4pPr algn="l">
              <a:defRPr sz="2100" b="1">
                <a:solidFill>
                  <a:srgbClr val="4676CB"/>
                </a:solidFill>
                <a:latin typeface="Apple SD Gothic Neo"/>
                <a:ea typeface="Apple SD Gothic Neo"/>
                <a:cs typeface="Apple SD Gothic Neo"/>
              </a:defRPr>
            </a:lvl4pPr>
            <a:lvl5pPr algn="l">
              <a:defRPr sz="2100" b="1">
                <a:solidFill>
                  <a:srgbClr val="4676CB"/>
                </a:solidFill>
                <a:latin typeface="Apple SD Gothic Neo"/>
                <a:ea typeface="Apple SD Gothic Neo"/>
                <a:cs typeface="Apple SD Gothic Neo"/>
              </a:defRPr>
            </a:lvl5pPr>
            <a:lvl6pPr algn="l">
              <a:defRPr sz="2100" b="1">
                <a:solidFill>
                  <a:srgbClr val="4676CB"/>
                </a:solidFill>
                <a:latin typeface="Apple SD Gothic Neo"/>
                <a:ea typeface="Apple SD Gothic Neo"/>
                <a:cs typeface="Apple SD Gothic Neo"/>
              </a:defRPr>
            </a:lvl6pPr>
            <a:lvl7pPr algn="l">
              <a:defRPr sz="2100" b="1">
                <a:solidFill>
                  <a:srgbClr val="4676CB"/>
                </a:solidFill>
                <a:latin typeface="Apple SD Gothic Neo"/>
                <a:ea typeface="Apple SD Gothic Neo"/>
                <a:cs typeface="Apple SD Gothic Neo"/>
              </a:defRPr>
            </a:lvl7pPr>
            <a:lvl8pPr algn="l">
              <a:defRPr sz="2100" b="1">
                <a:solidFill>
                  <a:srgbClr val="4676CB"/>
                </a:solidFill>
                <a:latin typeface="Apple SD Gothic Neo"/>
                <a:ea typeface="Apple SD Gothic Neo"/>
                <a:cs typeface="Apple SD Gothic Neo"/>
              </a:defRPr>
            </a:lvl8pPr>
            <a:lvl9pPr algn="l">
              <a:defRPr sz="2100" b="1">
                <a:solidFill>
                  <a:srgbClr val="4676CB"/>
                </a:solidFill>
                <a:latin typeface="Apple SD Gothic Neo"/>
                <a:ea typeface="Apple SD Gothic Neo"/>
                <a:cs typeface="Apple SD Gothic Neo"/>
              </a:defRPr>
            </a:lvl9pPr>
          </a:lstStyle>
          <a:p xmlns:a="http://schemas.openxmlformats.org/drawingml/2006/main">
            <a:pPr algn="l">
              <a:defRPr sz="2100" b="1">
                <a:solidFill>
                  <a:srgbClr val="4676CB"/>
                </a:solidFill>
                <a:latin typeface="Apple SD Gothic Neo"/>
                <a:ea typeface="Apple SD Gothic Neo"/>
                <a:cs typeface="Apple SD Gothic Neo"/>
              </a:defRPr>
            </a:pPr>
            <a:r>
              <a:rPr sz="2100" b="1">
                <a:solidFill>
                  <a:srgbClr val="4676CB"/>
                </a:solidFill>
                <a:latin typeface="Apple SD Gothic Neo"/>
                <a:ea typeface="Apple SD Gothic Neo"/>
                <a:cs typeface="Apple SD Gothic Neo"/>
              </a:rPr>
              <a:t>독립 입력이 앞선 VIA 판단과 겹치고 호출 여유가 있는 조건에서 B 선택</a:t>
            </a:r>
          </a:p>
        </p:txBody>
      </p:sp>
      <p:graphicFrame>
        <p:nvGraphicFramePr>
          <p:cNvPr id="15" name="">
            <a:extLst xmlns:a="http://schemas.openxmlformats.org/drawingml/2006/main">
              <a:ext uri="{FF2B5EF4-FFF2-40B4-BE49-F238E27FC236}">
                <a16:creationId xmlns:a16="http://schemas.microsoft.com/office/drawing/2014/main" id="{F7E91300-81D5-48E5-AA54-865D35DB81A0}"/>
              </a:ext>
            </a:extLst>
          </p:cNvPr>
          <p:cNvGraphicFramePr/>
          <p:nvPr/>
        </p:nvGraphicFramePr>
        <p:xfrm>
          <a:off xmlns:a="http://schemas.openxmlformats.org/drawingml/2006/main" x="228600" y="1657350"/>
          <a:ext xmlns:a="http://schemas.openxmlformats.org/drawingml/2006/main" cx="17830800" cy="7848600"/>
        </p:xfrm>
        <a:graphic xmlns:a="http://schemas.openxmlformats.org/drawingml/2006/main">
          <a:graphicData uri="http://schemas.openxmlformats.org/drawingml/2006/table">
            <a:tbl>
              <a:tblPr firstRow="0" bandRow="0" bandCol="0"/>
              <a:tblGrid>
                <a:gridCol w="1638300"/>
                <a:gridCol w="8096250"/>
                <a:gridCol w="8096250"/>
              </a:tblGrid>
              <a:tr h="438150">
                <a:tc>
                  <a:txBody>
                    <a:bodyPr anchor="ctr"/>
                    <a:lstStyle/>
                    <a:p>
                      <a:pPr algn="ctr"/>
                      <a:r>
                        <a:rPr sz="1875" b="1">
                          <a:solidFill>
                            <a:srgbClr val="111111"/>
                          </a:solidFill>
                          <a:latin typeface="Apple SD Gothic Neo"/>
                          <a:ea typeface="Apple SD Gothic Neo"/>
                          <a:cs typeface="Apple SD Gothic Neo"/>
                        </a:rPr>
                        <a:t>설계안</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 하나의 대화 해석 실행</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 공통 대화 해석 + 요청별 실행</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r>
                        <a:rPr sz="2175" b="1">
                          <a:solidFill>
                            <a:srgbClr val="111111"/>
                          </a:solidFill>
                          <a:latin typeface="Apple SD Gothic Neo"/>
                          <a:ea typeface="Apple SD Gothic Neo"/>
                          <a:cs typeface="Apple SD Gothic Neo"/>
                        </a:rPr>
                        <a:t>구조</a:t>
                      </a: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r>
                        <a:rPr sz="1875" b="1">
                          <a:solidFill>
                            <a:srgbClr val="111111"/>
                          </a:solidFill>
                          <a:latin typeface="Apple SD Gothic Neo"/>
                          <a:ea typeface="Apple SD Gothic Neo"/>
                          <a:cs typeface="Apple SD Gothic Neo"/>
                        </a:rPr>
                        <a:t>장점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같은 문맥의 근거와 잠정 판단을 연속 사용</a:t>
                      </a:r>
                    </a:p>
                    <a:p>
                      <a:pPr algn="ctr"/>
                      <a:r>
                        <a:rPr sz="1500">
                          <a:solidFill>
                            <a:srgbClr val="111111"/>
                          </a:solidFill>
                          <a:latin typeface="Apple SD Gothic Neo"/>
                          <a:ea typeface="Apple SD Gothic Neo"/>
                          <a:cs typeface="Apple SD Gothic Neo"/>
                        </a:rPr>
                        <a:t>실행 대응과 반환 상태가 단순</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호출 여유가 있으면 긴 판단 중 새 입력 해석</a:t>
                      </a:r>
                    </a:p>
                    <a:p>
                      <a:pPr algn="ctr"/>
                      <a:r>
                        <a:rPr sz="1500">
                          <a:solidFill>
                            <a:srgbClr val="111111"/>
                          </a:solidFill>
                          <a:latin typeface="Apple SD Gothic Neo"/>
                          <a:ea typeface="Apple SD Gothic Neo"/>
                          <a:cs typeface="Apple SD Gothic Neo"/>
                        </a:rPr>
                        <a:t>독립 요청의 읽기·판단을 겹쳐 진행</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r>
                        <a:rPr sz="1875" b="1">
                          <a:solidFill>
                            <a:srgbClr val="111111"/>
                          </a:solidFill>
                          <a:latin typeface="Apple SD Gothic Neo"/>
                          <a:ea typeface="Apple SD Gothic Neo"/>
                          <a:cs typeface="Apple SD Gothic Neo"/>
                        </a:rPr>
                        <a:t>단점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75">
                          <a:solidFill>
                            <a:srgbClr val="C00000"/>
                          </a:solidFill>
                          <a:latin typeface="Apple SD Gothic Neo"/>
                          <a:ea typeface="Apple SD Gothic Neo"/>
                          <a:cs typeface="Apple SD Gothic Neo"/>
                        </a:rPr>
                        <a:t>후속 의미 판단이 현재 step 경계를 기다림</a:t>
                      </a:r>
                    </a:p>
                    <a:p>
                      <a:pPr algn="ctr"/>
                      <a:r>
                        <a:rPr sz="1575">
                          <a:solidFill>
                            <a:srgbClr val="C00000"/>
                          </a:solidFill>
                          <a:latin typeface="Apple SD Gothic Neo"/>
                          <a:ea typeface="Apple SD Gothic Neo"/>
                          <a:cs typeface="Apple SD Gothic Neo"/>
                        </a:rPr>
                        <a:t>앞선 요청 전체 완료를 기다리는 것은 아님</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575" b="0">
                          <a:solidFill>
                            <a:srgbClr val="C00000"/>
                          </a:solidFill>
                          <a:latin typeface="Apple SD Gothic Neo"/>
                          <a:ea typeface="Apple SD Gothic Neo"/>
                          <a:cs typeface="Apple SD Gothic Neo"/>
                        </a:rPr>
                        <a:t>실행별 문맥·상태와 반환 관리가 추가됨</a:t>
                      </a:r>
                    </a:p>
                    <a:p>
                      <a:pPr algn="ctr">
                        <a:lnSpc>
                          <a:spcPct val="100000"/>
                        </a:lnSpc>
                        <a:buNone/>
                      </a:pPr>
                      <a:r>
                        <a:rPr sz="1575" b="0">
                          <a:solidFill>
                            <a:srgbClr val="C00000"/>
                          </a:solidFill>
                          <a:latin typeface="Apple SD Gothic Neo"/>
                          <a:ea typeface="Apple SD Gothic Neo"/>
                          <a:cs typeface="Apple SD Gothic Neo"/>
                        </a:rPr>
                        <a:t>호출 한도가 차면 병행 이익이 줄어듦</a:t>
                      </a:r>
                    </a:p>
                    <a:p>
                      <a:pPr algn="ctr">
                        <a:lnSpc>
                          <a:spcPct val="100000"/>
                        </a:lnSpc>
                        <a:buNone/>
                      </a:pPr>
                      <a:r>
                        <a:rPr sz="1575" b="0">
                          <a:solidFill>
                            <a:srgbClr val="4676CB"/>
                          </a:solidFill>
                          <a:latin typeface="Apple SD Gothic Neo"/>
                          <a:ea typeface="Apple SD Gothic Neo"/>
                          <a:cs typeface="Apple SD Gothic Neo"/>
                        </a:rPr>
                        <a:t>[QA06 보완] B1 불변 입력 공유 / 개별 변경 상태는 유지</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QA01 첫 응답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8.677 (30/30)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6.698 (30/30)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QA02 지칭 집합</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N/A</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N/A</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QA03 VIA 처리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24.092 (23/24)</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20.982 (24/24)</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QA04 변경 (개)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2.00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2.00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QA05 모델 비용 ($)</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0.1224560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0.1125156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r>
                        <a:rPr sz="1350" b="1">
                          <a:solidFill>
                            <a:srgbClr val="111111"/>
                          </a:solidFill>
                          <a:latin typeface="Apple SD Gothic Neo"/>
                          <a:ea typeface="Apple SD Gothic Neo"/>
                          <a:cs typeface="Apple SD Gothic Neo"/>
                        </a:rPr>
                        <a:t>QA06 RSS (MB)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45.351</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500" b="0">
                          <a:solidFill>
                            <a:srgbClr val="C00000"/>
                          </a:solidFill>
                          <a:latin typeface="Apple SD Gothic Neo"/>
                          <a:ea typeface="Apple SD Gothic Neo"/>
                          <a:cs typeface="Apple SD Gothic Neo"/>
                        </a:rPr>
                        <a:t>46.170 (기본)</a:t>
                      </a:r>
                    </a:p>
                    <a:p>
                      <a:pPr algn="ctr">
                        <a:lnSpc>
                          <a:spcPct val="100000"/>
                        </a:lnSpc>
                        <a:buNone/>
                      </a:pPr>
                      <a:r>
                        <a:rPr sz="1500" b="0">
                          <a:solidFill>
                            <a:srgbClr val="4676CB"/>
                          </a:solidFill>
                          <a:latin typeface="Apple SD Gothic Neo"/>
                          <a:ea typeface="Apple SD Gothic Neo"/>
                          <a:cs typeface="Apple SD Gothic Neo"/>
                        </a:rPr>
                        <a:t>[별도 재생 N=4] 32.326 → 31.867 MB</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120">
            <a:extLst xmlns:a="http://schemas.openxmlformats.org/drawingml/2006/main">
              <a:ext uri="{FF2B5EF4-FFF2-40B4-BE49-F238E27FC236}">
                <a16:creationId xmlns:a16="http://schemas.microsoft.com/office/drawing/2014/main" id="{ED6C2ACB-1A28-430F-9C56-AB7595D24144}"/>
              </a:ext>
            </a:extLst>
          </p:cNvPr>
          <p:cNvSpPr>
            <a:spLocks xmlns:a="http://schemas.openxmlformats.org/drawingml/2006/main" noGrp="1"/>
          </p:cNvSpPr>
          <p:nvPr/>
        </p:nvSpPr>
        <p:spPr>
          <a:xfrm xmlns:a="http://schemas.openxmlformats.org/drawingml/2006/main">
            <a:off x="381000" y="2771775"/>
            <a:ext cx="1323975" cy="6477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7" name="DP2 object 121">
            <a:extLst xmlns:a="http://schemas.openxmlformats.org/drawingml/2006/main">
              <a:ext uri="{FF2B5EF4-FFF2-40B4-BE49-F238E27FC236}">
                <a16:creationId xmlns:a16="http://schemas.microsoft.com/office/drawing/2014/main" id="{5068927A-CA3F-43AD-92E1-CE54EEAF4CC2}"/>
              </a:ext>
            </a:extLst>
          </p:cNvPr>
          <p:cNvSpPr>
            <a:spLocks xmlns:a="http://schemas.openxmlformats.org/drawingml/2006/main" noGrp="1"/>
          </p:cNvSpPr>
          <p:nvPr/>
        </p:nvSpPr>
        <p:spPr>
          <a:xfrm xmlns:a="http://schemas.openxmlformats.org/drawingml/2006/main">
            <a:off x="419100" y="2790825"/>
            <a:ext cx="123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Component</a:t>
            </a:r>
          </a:p>
        </p:txBody>
      </p:sp>
      <p:sp>
        <p:nvSpPr>
          <p:cNvPr id="18" name="DP2 object 122">
            <a:extLst xmlns:a="http://schemas.openxmlformats.org/drawingml/2006/main">
              <a:ext uri="{FF2B5EF4-FFF2-40B4-BE49-F238E27FC236}">
                <a16:creationId xmlns:a16="http://schemas.microsoft.com/office/drawing/2014/main" id="{A1118861-C357-4CE2-BD81-D96FEE9F6C3E}"/>
              </a:ext>
            </a:extLst>
          </p:cNvPr>
          <p:cNvSpPr>
            <a:spLocks xmlns:a="http://schemas.openxmlformats.org/drawingml/2006/main" noGrp="1"/>
          </p:cNvSpPr>
          <p:nvPr/>
        </p:nvSpPr>
        <p:spPr>
          <a:xfrm xmlns:a="http://schemas.openxmlformats.org/drawingml/2006/main">
            <a:off x="466725" y="3095625"/>
            <a:ext cx="1152525" cy="23812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prstDash val="solid"/>
          </a:ln>
        </p:spPr>
      </p:sp>
      <p:sp>
        <p:nvSpPr>
          <p:cNvPr id="19" name="DP2 object 123">
            <a:extLst xmlns:a="http://schemas.openxmlformats.org/drawingml/2006/main">
              <a:ext uri="{FF2B5EF4-FFF2-40B4-BE49-F238E27FC236}">
                <a16:creationId xmlns:a16="http://schemas.microsoft.com/office/drawing/2014/main" id="{D1391529-E29C-4C1A-9F1B-13BB9170D70A}"/>
              </a:ext>
            </a:extLst>
          </p:cNvPr>
          <p:cNvSpPr>
            <a:spLocks xmlns:a="http://schemas.openxmlformats.org/drawingml/2006/main" noGrp="1"/>
          </p:cNvSpPr>
          <p:nvPr/>
        </p:nvSpPr>
        <p:spPr>
          <a:xfrm xmlns:a="http://schemas.openxmlformats.org/drawingml/2006/main">
            <a:off x="485775" y="3095625"/>
            <a:ext cx="1114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내부 처리</a:t>
            </a:r>
          </a:p>
        </p:txBody>
      </p:sp>
      <p:sp>
        <p:nvSpPr>
          <p:cNvPr id="20" name="DP2 object 124">
            <a:extLst xmlns:a="http://schemas.openxmlformats.org/drawingml/2006/main">
              <a:ext uri="{FF2B5EF4-FFF2-40B4-BE49-F238E27FC236}">
                <a16:creationId xmlns:a16="http://schemas.microsoft.com/office/drawing/2014/main" id="{DC2486CB-B482-4ABC-A556-5396375283A5}"/>
              </a:ext>
            </a:extLst>
          </p:cNvPr>
          <p:cNvSpPr>
            <a:spLocks xmlns:a="http://schemas.openxmlformats.org/drawingml/2006/main" noGrp="1"/>
          </p:cNvSpPr>
          <p:nvPr/>
        </p:nvSpPr>
        <p:spPr>
          <a:xfrm xmlns:a="http://schemas.openxmlformats.org/drawingml/2006/main">
            <a:off x="381000" y="3648075"/>
            <a:ext cx="1323975" cy="419100"/>
          </a:xfrm>
          <a:prstGeom xmlns:a="http://schemas.openxmlformats.org/drawingml/2006/main" prst="rect">
            <a:avLst/>
          </a:prstGeom>
          <a:noFill xmlns:a="http://schemas.openxmlformats.org/drawingml/2006/main"/>
          <a:ln xmlns:a="http://schemas.openxmlformats.org/drawingml/2006/main" w="17145">
            <a:solidFill>
              <a:srgbClr val="111111"/>
            </a:solidFill>
            <a:prstDash val="dash"/>
          </a:ln>
        </p:spPr>
      </p:sp>
      <p:sp>
        <p:nvSpPr>
          <p:cNvPr id="21" name="DP2 object 125">
            <a:extLst xmlns:a="http://schemas.openxmlformats.org/drawingml/2006/main">
              <a:ext uri="{FF2B5EF4-FFF2-40B4-BE49-F238E27FC236}">
                <a16:creationId xmlns:a16="http://schemas.microsoft.com/office/drawing/2014/main" id="{EF290584-9B74-48FA-B07B-D2C3D05C7F2D}"/>
              </a:ext>
            </a:extLst>
          </p:cNvPr>
          <p:cNvSpPr>
            <a:spLocks xmlns:a="http://schemas.openxmlformats.org/drawingml/2006/main" noGrp="1"/>
          </p:cNvSpPr>
          <p:nvPr/>
        </p:nvSpPr>
        <p:spPr>
          <a:xfrm xmlns:a="http://schemas.openxmlformats.org/drawingml/2006/main">
            <a:off x="409575" y="3676650"/>
            <a:ext cx="12668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논리 실행</a:t>
            </a:r>
          </a:p>
        </p:txBody>
      </p:sp>
      <p:sp>
        <p:nvSpPr>
          <p:cNvPr id="22" name="보존 데이터">
            <a:extLst xmlns:a="http://schemas.openxmlformats.org/drawingml/2006/main">
              <a:ext uri="{FF2B5EF4-FFF2-40B4-BE49-F238E27FC236}">
                <a16:creationId xmlns:a16="http://schemas.microsoft.com/office/drawing/2014/main" id="{2040BD73-1791-4AA3-9077-3AA31E937CE6}"/>
              </a:ext>
            </a:extLst>
          </p:cNvPr>
          <p:cNvSpPr>
            <a:spLocks xmlns:a="http://schemas.openxmlformats.org/drawingml/2006/main" noGrp="1"/>
          </p:cNvSpPr>
          <p:nvPr/>
        </p:nvSpPr>
        <p:spPr>
          <a:xfrm xmlns:a="http://schemas.openxmlformats.org/drawingml/2006/main">
            <a:off x="400050" y="4276725"/>
            <a:ext cx="1285875" cy="5238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3" name="DP2 object 126">
            <a:extLst xmlns:a="http://schemas.openxmlformats.org/drawingml/2006/main">
              <a:ext uri="{FF2B5EF4-FFF2-40B4-BE49-F238E27FC236}">
                <a16:creationId xmlns:a16="http://schemas.microsoft.com/office/drawing/2014/main" id="{09686A0B-EB45-4844-8C34-6F7F02DDE848}"/>
              </a:ext>
            </a:extLst>
          </p:cNvPr>
          <p:cNvSpPr>
            <a:spLocks xmlns:a="http://schemas.openxmlformats.org/drawingml/2006/main" noGrp="1"/>
          </p:cNvSpPr>
          <p:nvPr/>
        </p:nvSpPr>
        <p:spPr>
          <a:xfrm xmlns:a="http://schemas.openxmlformats.org/drawingml/2006/main">
            <a:off x="447675" y="4381500"/>
            <a:ext cx="1190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상태 / 자료</a:t>
            </a:r>
          </a:p>
        </p:txBody>
      </p:sp>
      <p:sp>
        <p:nvSpPr>
          <p:cNvPr id="24" name="DP2 object 127">
            <a:extLst xmlns:a="http://schemas.openxmlformats.org/drawingml/2006/main">
              <a:ext uri="{FF2B5EF4-FFF2-40B4-BE49-F238E27FC236}">
                <a16:creationId xmlns:a16="http://schemas.microsoft.com/office/drawing/2014/main" id="{1A79F514-EC02-49D5-896A-62C7D9E45FF8}"/>
              </a:ext>
            </a:extLst>
          </p:cNvPr>
          <p:cNvSpPr>
            <a:spLocks xmlns:a="http://schemas.openxmlformats.org/drawingml/2006/main" noGrp="1"/>
          </p:cNvSpPr>
          <p:nvPr/>
        </p:nvSpPr>
        <p:spPr>
          <a:xfrm xmlns:a="http://schemas.openxmlformats.org/drawingml/2006/main">
            <a:off x="333375" y="4905375"/>
            <a:ext cx="14382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50555B"/>
                </a:solidFill>
                <a:latin typeface="Apple SD Gothic Neo"/>
                <a:ea typeface="Apple SD Gothic Neo"/>
                <a:cs typeface="Apple SD Gothic Neo"/>
              </a:defRPr>
            </a:defPPr>
            <a:lvl1pPr algn="ctr">
              <a:defRPr sz="1275" b="0">
                <a:solidFill>
                  <a:srgbClr val="50555B"/>
                </a:solidFill>
                <a:latin typeface="Apple SD Gothic Neo"/>
                <a:ea typeface="Apple SD Gothic Neo"/>
                <a:cs typeface="Apple SD Gothic Neo"/>
              </a:defRPr>
            </a:lvl1pPr>
            <a:lvl2pPr algn="ctr">
              <a:defRPr sz="1275" b="0">
                <a:solidFill>
                  <a:srgbClr val="50555B"/>
                </a:solidFill>
                <a:latin typeface="Apple SD Gothic Neo"/>
                <a:ea typeface="Apple SD Gothic Neo"/>
                <a:cs typeface="Apple SD Gothic Neo"/>
              </a:defRPr>
            </a:lvl2pPr>
            <a:lvl3pPr algn="ctr">
              <a:defRPr sz="1275" b="0">
                <a:solidFill>
                  <a:srgbClr val="50555B"/>
                </a:solidFill>
                <a:latin typeface="Apple SD Gothic Neo"/>
                <a:ea typeface="Apple SD Gothic Neo"/>
                <a:cs typeface="Apple SD Gothic Neo"/>
              </a:defRPr>
            </a:lvl3pPr>
            <a:lvl4pPr algn="ctr">
              <a:defRPr sz="1275" b="0">
                <a:solidFill>
                  <a:srgbClr val="50555B"/>
                </a:solidFill>
                <a:latin typeface="Apple SD Gothic Neo"/>
                <a:ea typeface="Apple SD Gothic Neo"/>
                <a:cs typeface="Apple SD Gothic Neo"/>
              </a:defRPr>
            </a:lvl4pPr>
            <a:lvl5pPr algn="ctr">
              <a:defRPr sz="1275" b="0">
                <a:solidFill>
                  <a:srgbClr val="50555B"/>
                </a:solidFill>
                <a:latin typeface="Apple SD Gothic Neo"/>
                <a:ea typeface="Apple SD Gothic Neo"/>
                <a:cs typeface="Apple SD Gothic Neo"/>
              </a:defRPr>
            </a:lvl5pPr>
            <a:lvl6pPr algn="ctr">
              <a:defRPr sz="1275" b="0">
                <a:solidFill>
                  <a:srgbClr val="50555B"/>
                </a:solidFill>
                <a:latin typeface="Apple SD Gothic Neo"/>
                <a:ea typeface="Apple SD Gothic Neo"/>
                <a:cs typeface="Apple SD Gothic Neo"/>
              </a:defRPr>
            </a:lvl6pPr>
            <a:lvl7pPr algn="ctr">
              <a:defRPr sz="1275" b="0">
                <a:solidFill>
                  <a:srgbClr val="50555B"/>
                </a:solidFill>
                <a:latin typeface="Apple SD Gothic Neo"/>
                <a:ea typeface="Apple SD Gothic Neo"/>
                <a:cs typeface="Apple SD Gothic Neo"/>
              </a:defRPr>
            </a:lvl7pPr>
            <a:lvl8pPr algn="ctr">
              <a:defRPr sz="1275" b="0">
                <a:solidFill>
                  <a:srgbClr val="50555B"/>
                </a:solidFill>
                <a:latin typeface="Apple SD Gothic Neo"/>
                <a:ea typeface="Apple SD Gothic Neo"/>
                <a:cs typeface="Apple SD Gothic Neo"/>
              </a:defRPr>
            </a:lvl8pPr>
            <a:lvl9pPr algn="ctr">
              <a:defRPr sz="1275" b="0">
                <a:solidFill>
                  <a:srgbClr val="50555B"/>
                </a:solidFill>
                <a:latin typeface="Apple SD Gothic Neo"/>
                <a:ea typeface="Apple SD Gothic Neo"/>
                <a:cs typeface="Apple SD Gothic Neo"/>
              </a:defRPr>
            </a:lvl9pPr>
          </a:lstStyle>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R1·R2는 논리 실행</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모델 복제 아님</a:t>
            </a:r>
          </a:p>
        </p:txBody>
      </p:sp>
      <p:sp>
        <p:nvSpPr>
          <p:cNvPr id="25" name="DP2 object 128">
            <a:extLst xmlns:a="http://schemas.openxmlformats.org/drawingml/2006/main">
              <a:ext uri="{FF2B5EF4-FFF2-40B4-BE49-F238E27FC236}">
                <a16:creationId xmlns:a16="http://schemas.microsoft.com/office/drawing/2014/main" id="{C8D73373-D202-45DE-8383-576FF0EBEAA3}"/>
              </a:ext>
            </a:extLst>
          </p:cNvPr>
          <p:cNvSpPr>
            <a:spLocks xmlns:a="http://schemas.openxmlformats.org/drawingml/2006/main" noGrp="1"/>
          </p:cNvSpPr>
          <p:nvPr/>
        </p:nvSpPr>
        <p:spPr>
          <a:xfrm xmlns:a="http://schemas.openxmlformats.org/drawingml/2006/main">
            <a:off x="333375" y="5400675"/>
            <a:ext cx="14382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50555B"/>
                </a:solidFill>
                <a:latin typeface="Apple SD Gothic Neo"/>
                <a:ea typeface="Apple SD Gothic Neo"/>
                <a:cs typeface="Apple SD Gothic Neo"/>
              </a:defRPr>
            </a:defPPr>
            <a:lvl1pPr algn="ctr">
              <a:defRPr sz="1275" b="0">
                <a:solidFill>
                  <a:srgbClr val="50555B"/>
                </a:solidFill>
                <a:latin typeface="Apple SD Gothic Neo"/>
                <a:ea typeface="Apple SD Gothic Neo"/>
                <a:cs typeface="Apple SD Gothic Neo"/>
              </a:defRPr>
            </a:lvl1pPr>
            <a:lvl2pPr algn="ctr">
              <a:defRPr sz="1275" b="0">
                <a:solidFill>
                  <a:srgbClr val="50555B"/>
                </a:solidFill>
                <a:latin typeface="Apple SD Gothic Neo"/>
                <a:ea typeface="Apple SD Gothic Neo"/>
                <a:cs typeface="Apple SD Gothic Neo"/>
              </a:defRPr>
            </a:lvl2pPr>
            <a:lvl3pPr algn="ctr">
              <a:defRPr sz="1275" b="0">
                <a:solidFill>
                  <a:srgbClr val="50555B"/>
                </a:solidFill>
                <a:latin typeface="Apple SD Gothic Neo"/>
                <a:ea typeface="Apple SD Gothic Neo"/>
                <a:cs typeface="Apple SD Gothic Neo"/>
              </a:defRPr>
            </a:lvl3pPr>
            <a:lvl4pPr algn="ctr">
              <a:defRPr sz="1275" b="0">
                <a:solidFill>
                  <a:srgbClr val="50555B"/>
                </a:solidFill>
                <a:latin typeface="Apple SD Gothic Neo"/>
                <a:ea typeface="Apple SD Gothic Neo"/>
                <a:cs typeface="Apple SD Gothic Neo"/>
              </a:defRPr>
            </a:lvl4pPr>
            <a:lvl5pPr algn="ctr">
              <a:defRPr sz="1275" b="0">
                <a:solidFill>
                  <a:srgbClr val="50555B"/>
                </a:solidFill>
                <a:latin typeface="Apple SD Gothic Neo"/>
                <a:ea typeface="Apple SD Gothic Neo"/>
                <a:cs typeface="Apple SD Gothic Neo"/>
              </a:defRPr>
            </a:lvl5pPr>
            <a:lvl6pPr algn="ctr">
              <a:defRPr sz="1275" b="0">
                <a:solidFill>
                  <a:srgbClr val="50555B"/>
                </a:solidFill>
                <a:latin typeface="Apple SD Gothic Neo"/>
                <a:ea typeface="Apple SD Gothic Neo"/>
                <a:cs typeface="Apple SD Gothic Neo"/>
              </a:defRPr>
            </a:lvl6pPr>
            <a:lvl7pPr algn="ctr">
              <a:defRPr sz="1275" b="0">
                <a:solidFill>
                  <a:srgbClr val="50555B"/>
                </a:solidFill>
                <a:latin typeface="Apple SD Gothic Neo"/>
                <a:ea typeface="Apple SD Gothic Neo"/>
                <a:cs typeface="Apple SD Gothic Neo"/>
              </a:defRPr>
            </a:lvl7pPr>
            <a:lvl8pPr algn="ctr">
              <a:defRPr sz="1275" b="0">
                <a:solidFill>
                  <a:srgbClr val="50555B"/>
                </a:solidFill>
                <a:latin typeface="Apple SD Gothic Neo"/>
                <a:ea typeface="Apple SD Gothic Neo"/>
                <a:cs typeface="Apple SD Gothic Neo"/>
              </a:defRPr>
            </a:lvl8pPr>
            <a:lvl9pPr algn="ctr">
              <a:defRPr sz="1275" b="0">
                <a:solidFill>
                  <a:srgbClr val="50555B"/>
                </a:solidFill>
                <a:latin typeface="Apple SD Gothic Neo"/>
                <a:ea typeface="Apple SD Gothic Neo"/>
                <a:cs typeface="Apple SD Gothic Neo"/>
              </a:defRPr>
            </a:lvl9pPr>
          </a:lstStyle>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실선: 요청·반환</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원통: 상태 / 입력</a:t>
            </a:r>
          </a:p>
        </p:txBody>
      </p:sp>
      <p:sp>
        <p:nvSpPr>
          <p:cNvPr id="26" name="DP2 object 129">
            <a:extLst xmlns:a="http://schemas.openxmlformats.org/drawingml/2006/main">
              <a:ext uri="{FF2B5EF4-FFF2-40B4-BE49-F238E27FC236}">
                <a16:creationId xmlns:a16="http://schemas.microsoft.com/office/drawing/2014/main" id="{A84C1769-CD1C-4F97-AB80-B548F6B164AE}"/>
              </a:ext>
            </a:extLst>
          </p:cNvPr>
          <p:cNvSpPr>
            <a:spLocks xmlns:a="http://schemas.openxmlformats.org/drawingml/2006/main" noGrp="1"/>
          </p:cNvSpPr>
          <p:nvPr/>
        </p:nvSpPr>
        <p:spPr>
          <a:xfrm xmlns:a="http://schemas.openxmlformats.org/drawingml/2006/main">
            <a:off x="400050" y="5915025"/>
            <a:ext cx="209550" cy="171450"/>
          </a:xfrm>
          <a:prstGeom xmlns:a="http://schemas.openxmlformats.org/drawingml/2006/main" prst="rect">
            <a:avLst/>
          </a:prstGeom>
          <a:solidFill xmlns:a="http://schemas.openxmlformats.org/drawingml/2006/main">
            <a:srgbClr val="FFFFFF"/>
          </a:solidFill>
          <a:ln xmlns:a="http://schemas.openxmlformats.org/drawingml/2006/main" w="25718">
            <a:solidFill>
              <a:srgbClr val="4676CB"/>
            </a:solidFill>
            <a:prstDash val="solid"/>
          </a:ln>
        </p:spPr>
      </p:sp>
      <p:sp>
        <p:nvSpPr>
          <p:cNvPr id="27" name="DP2 object 130">
            <a:extLst xmlns:a="http://schemas.openxmlformats.org/drawingml/2006/main">
              <a:ext uri="{FF2B5EF4-FFF2-40B4-BE49-F238E27FC236}">
                <a16:creationId xmlns:a16="http://schemas.microsoft.com/office/drawing/2014/main" id="{C5CE7DAF-84EA-4E20-9773-CE2FE4B52E64}"/>
              </a:ext>
            </a:extLst>
          </p:cNvPr>
          <p:cNvSpPr>
            <a:spLocks xmlns:a="http://schemas.openxmlformats.org/drawingml/2006/main" noGrp="1"/>
          </p:cNvSpPr>
          <p:nvPr/>
        </p:nvSpPr>
        <p:spPr>
          <a:xfrm xmlns:a="http://schemas.openxmlformats.org/drawingml/2006/main">
            <a:off x="695325" y="5876925"/>
            <a:ext cx="10763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1">
                <a:solidFill>
                  <a:srgbClr val="4676CB"/>
                </a:solidFill>
                <a:latin typeface="Apple SD Gothic Neo"/>
                <a:ea typeface="Apple SD Gothic Neo"/>
                <a:cs typeface="Apple SD Gothic Neo"/>
              </a:defRPr>
            </a:defPPr>
            <a:lvl1pPr algn="l">
              <a:defRPr sz="1425" b="1">
                <a:solidFill>
                  <a:srgbClr val="4676CB"/>
                </a:solidFill>
                <a:latin typeface="Apple SD Gothic Neo"/>
                <a:ea typeface="Apple SD Gothic Neo"/>
                <a:cs typeface="Apple SD Gothic Neo"/>
              </a:defRPr>
            </a:lvl1pPr>
            <a:lvl2pPr algn="l">
              <a:defRPr sz="1425" b="1">
                <a:solidFill>
                  <a:srgbClr val="4676CB"/>
                </a:solidFill>
                <a:latin typeface="Apple SD Gothic Neo"/>
                <a:ea typeface="Apple SD Gothic Neo"/>
                <a:cs typeface="Apple SD Gothic Neo"/>
              </a:defRPr>
            </a:lvl2pPr>
            <a:lvl3pPr algn="l">
              <a:defRPr sz="1425" b="1">
                <a:solidFill>
                  <a:srgbClr val="4676CB"/>
                </a:solidFill>
                <a:latin typeface="Apple SD Gothic Neo"/>
                <a:ea typeface="Apple SD Gothic Neo"/>
                <a:cs typeface="Apple SD Gothic Neo"/>
              </a:defRPr>
            </a:lvl3pPr>
            <a:lvl4pPr algn="l">
              <a:defRPr sz="1425" b="1">
                <a:solidFill>
                  <a:srgbClr val="4676CB"/>
                </a:solidFill>
                <a:latin typeface="Apple SD Gothic Neo"/>
                <a:ea typeface="Apple SD Gothic Neo"/>
                <a:cs typeface="Apple SD Gothic Neo"/>
              </a:defRPr>
            </a:lvl4pPr>
            <a:lvl5pPr algn="l">
              <a:defRPr sz="1425" b="1">
                <a:solidFill>
                  <a:srgbClr val="4676CB"/>
                </a:solidFill>
                <a:latin typeface="Apple SD Gothic Neo"/>
                <a:ea typeface="Apple SD Gothic Neo"/>
                <a:cs typeface="Apple SD Gothic Neo"/>
              </a:defRPr>
            </a:lvl5pPr>
            <a:lvl6pPr algn="l">
              <a:defRPr sz="1425" b="1">
                <a:solidFill>
                  <a:srgbClr val="4676CB"/>
                </a:solidFill>
                <a:latin typeface="Apple SD Gothic Neo"/>
                <a:ea typeface="Apple SD Gothic Neo"/>
                <a:cs typeface="Apple SD Gothic Neo"/>
              </a:defRPr>
            </a:lvl6pPr>
            <a:lvl7pPr algn="l">
              <a:defRPr sz="1425" b="1">
                <a:solidFill>
                  <a:srgbClr val="4676CB"/>
                </a:solidFill>
                <a:latin typeface="Apple SD Gothic Neo"/>
                <a:ea typeface="Apple SD Gothic Neo"/>
                <a:cs typeface="Apple SD Gothic Neo"/>
              </a:defRPr>
            </a:lvl7pPr>
            <a:lvl8pPr algn="l">
              <a:defRPr sz="1425" b="1">
                <a:solidFill>
                  <a:srgbClr val="4676CB"/>
                </a:solidFill>
                <a:latin typeface="Apple SD Gothic Neo"/>
                <a:ea typeface="Apple SD Gothic Neo"/>
                <a:cs typeface="Apple SD Gothic Neo"/>
              </a:defRPr>
            </a:lvl8pPr>
            <a:lvl9pPr algn="l">
              <a:defRPr sz="1425" b="1">
                <a:solidFill>
                  <a:srgbClr val="4676CB"/>
                </a:solidFill>
                <a:latin typeface="Apple SD Gothic Neo"/>
                <a:ea typeface="Apple SD Gothic Neo"/>
                <a:cs typeface="Apple SD Gothic Neo"/>
              </a:defRPr>
            </a:lvl9pPr>
          </a:lstStyle>
          <a:p xmlns:a="http://schemas.openxmlformats.org/drawingml/2006/main">
            <a:pPr algn="l">
              <a:defRPr sz="1425" b="1">
                <a:solidFill>
                  <a:srgbClr val="4676CB"/>
                </a:solidFill>
                <a:latin typeface="Apple SD Gothic Neo"/>
                <a:ea typeface="Apple SD Gothic Neo"/>
                <a:cs typeface="Apple SD Gothic Neo"/>
              </a:defRPr>
            </a:pPr>
            <a:r>
              <a:rPr sz="1425" b="1">
                <a:solidFill>
                  <a:srgbClr val="4676CB"/>
                </a:solidFill>
                <a:latin typeface="Apple SD Gothic Neo"/>
                <a:ea typeface="Apple SD Gothic Neo"/>
                <a:cs typeface="Apple SD Gothic Neo"/>
              </a:rPr>
              <a:t>보완 B1</a:t>
            </a:r>
          </a:p>
        </p:txBody>
      </p:sp>
      <p:sp>
        <p:nvSpPr>
          <p:cNvPr id="28" name="DP2 object 131">
            <a:extLst xmlns:a="http://schemas.openxmlformats.org/drawingml/2006/main">
              <a:ext uri="{FF2B5EF4-FFF2-40B4-BE49-F238E27FC236}">
                <a16:creationId xmlns:a16="http://schemas.microsoft.com/office/drawing/2014/main" id="{1A6C6CF1-26A5-4171-9287-16E2BED726CA}"/>
              </a:ext>
            </a:extLst>
          </p:cNvPr>
          <p:cNvSpPr>
            <a:spLocks xmlns:a="http://schemas.openxmlformats.org/drawingml/2006/main" noGrp="1"/>
          </p:cNvSpPr>
          <p:nvPr/>
        </p:nvSpPr>
        <p:spPr>
          <a:xfrm xmlns:a="http://schemas.openxmlformats.org/drawingml/2006/main">
            <a:off x="1971675" y="2190750"/>
            <a:ext cx="788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대화 실행 1개와 문맥 1개를 이어 사용</a:t>
            </a:r>
          </a:p>
        </p:txBody>
      </p:sp>
      <p:sp>
        <p:nvSpPr>
          <p:cNvPr id="29" name="A Request Controller Component">
            <a:extLst xmlns:a="http://schemas.openxmlformats.org/drawingml/2006/main">
              <a:ext uri="{FF2B5EF4-FFF2-40B4-BE49-F238E27FC236}">
                <a16:creationId xmlns:a16="http://schemas.microsoft.com/office/drawing/2014/main" id="{31B62405-BDC9-4637-A281-71F55A39F9D9}"/>
              </a:ext>
            </a:extLst>
          </p:cNvPr>
          <p:cNvSpPr>
            <a:spLocks xmlns:a="http://schemas.openxmlformats.org/drawingml/2006/main" noGrp="1"/>
          </p:cNvSpPr>
          <p:nvPr/>
        </p:nvSpPr>
        <p:spPr>
          <a:xfrm xmlns:a="http://schemas.openxmlformats.org/drawingml/2006/main">
            <a:off x="2133600" y="2505075"/>
            <a:ext cx="7562850" cy="8763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30" name="DP2 object 132">
            <a:extLst xmlns:a="http://schemas.openxmlformats.org/drawingml/2006/main">
              <a:ext uri="{FF2B5EF4-FFF2-40B4-BE49-F238E27FC236}">
                <a16:creationId xmlns:a16="http://schemas.microsoft.com/office/drawing/2014/main" id="{267E35A7-F001-4CB0-BD14-4879E19EA31C}"/>
              </a:ext>
            </a:extLst>
          </p:cNvPr>
          <p:cNvSpPr>
            <a:spLocks xmlns:a="http://schemas.openxmlformats.org/drawingml/2006/main" noGrp="1"/>
          </p:cNvSpPr>
          <p:nvPr/>
        </p:nvSpPr>
        <p:spPr>
          <a:xfrm xmlns:a="http://schemas.openxmlformats.org/drawingml/2006/main">
            <a:off x="2247900" y="2533650"/>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Controller</a:t>
            </a:r>
          </a:p>
        </p:txBody>
      </p:sp>
      <p:sp>
        <p:nvSpPr>
          <p:cNvPr id="31" name="Editable path 133">
            <a:extLst xmlns:a="http://schemas.openxmlformats.org/drawingml/2006/main">
              <a:ext uri="{FF2B5EF4-FFF2-40B4-BE49-F238E27FC236}">
                <a16:creationId xmlns:a16="http://schemas.microsoft.com/office/drawing/2014/main" id="{03B9963E-78A0-4A14-9317-0808CB24DE4A}"/>
              </a:ext>
            </a:extLst>
          </p:cNvPr>
          <p:cNvSpPr>
            <a:spLocks xmlns:a="http://schemas.openxmlformats.org/drawingml/2006/main" noGrp="1"/>
          </p:cNvSpPr>
          <p:nvPr/>
        </p:nvSpPr>
        <p:spPr>
          <a:xfrm xmlns:a="http://schemas.openxmlformats.org/drawingml/2006/main">
            <a:off x="2133600" y="2838450"/>
            <a:ext cx="7562850" cy="953"/>
          </a:xfrm>
          <a:custGeom xmlns:a="http://schemas.openxmlformats.org/drawingml/2006/main">
            <a:pathLst>
              <a:path w="7562850" h="953">
                <a:moveTo>
                  <a:pt x="0" y="0"/>
                </a:moveTo>
                <a:lnTo>
                  <a:pt x="7562850" y="0"/>
                </a:lnTo>
              </a:path>
            </a:pathLst>
          </a:custGeom>
          <a:noFill xmlns:a="http://schemas.openxmlformats.org/drawingml/2006/main"/>
          <a:ln xmlns:a="http://schemas.openxmlformats.org/drawingml/2006/main" w="13335">
            <a:solidFill>
              <a:srgbClr val="111111"/>
            </a:solidFill>
            <a:prstDash val="solid"/>
          </a:ln>
        </p:spPr>
      </p:sp>
      <p:sp>
        <p:nvSpPr>
          <p:cNvPr id="32" name="입력 보존 / 경계에 해석 요청">
            <a:extLst xmlns:a="http://schemas.openxmlformats.org/drawingml/2006/main">
              <a:ext uri="{FF2B5EF4-FFF2-40B4-BE49-F238E27FC236}">
                <a16:creationId xmlns:a16="http://schemas.microsoft.com/office/drawing/2014/main" id="{5DF74FBB-3C66-4D5E-A52C-7C8DEB111055}"/>
              </a:ext>
            </a:extLst>
          </p:cNvPr>
          <p:cNvSpPr>
            <a:spLocks xmlns:a="http://schemas.openxmlformats.org/drawingml/2006/main" noGrp="1"/>
          </p:cNvSpPr>
          <p:nvPr/>
        </p:nvSpPr>
        <p:spPr>
          <a:xfrm xmlns:a="http://schemas.openxmlformats.org/drawingml/2006/main">
            <a:off x="2257425" y="2914650"/>
            <a:ext cx="2409825" cy="3905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3" name="DP2 object 134">
            <a:extLst xmlns:a="http://schemas.openxmlformats.org/drawingml/2006/main">
              <a:ext uri="{FF2B5EF4-FFF2-40B4-BE49-F238E27FC236}">
                <a16:creationId xmlns:a16="http://schemas.microsoft.com/office/drawing/2014/main" id="{2D8C5AAF-959B-4648-B8E7-9987482D3FF9}"/>
              </a:ext>
            </a:extLst>
          </p:cNvPr>
          <p:cNvSpPr>
            <a:spLocks xmlns:a="http://schemas.openxmlformats.org/drawingml/2006/main" noGrp="1"/>
          </p:cNvSpPr>
          <p:nvPr/>
        </p:nvSpPr>
        <p:spPr>
          <a:xfrm xmlns:a="http://schemas.openxmlformats.org/drawingml/2006/main">
            <a:off x="2324100" y="2952750"/>
            <a:ext cx="22764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입력 보존 / 경계에 해석 요청</a:t>
            </a:r>
          </a:p>
        </p:txBody>
      </p:sp>
      <p:sp>
        <p:nvSpPr>
          <p:cNvPr id="34" name="채택 목표 / revision">
            <a:extLst xmlns:a="http://schemas.openxmlformats.org/drawingml/2006/main">
              <a:ext uri="{FF2B5EF4-FFF2-40B4-BE49-F238E27FC236}">
                <a16:creationId xmlns:a16="http://schemas.microsoft.com/office/drawing/2014/main" id="{ABC96620-9575-4632-996A-3397A8DD5076}"/>
              </a:ext>
            </a:extLst>
          </p:cNvPr>
          <p:cNvSpPr>
            <a:spLocks xmlns:a="http://schemas.openxmlformats.org/drawingml/2006/main" noGrp="1"/>
          </p:cNvSpPr>
          <p:nvPr/>
        </p:nvSpPr>
        <p:spPr>
          <a:xfrm xmlns:a="http://schemas.openxmlformats.org/drawingml/2006/main">
            <a:off x="4876800" y="2905125"/>
            <a:ext cx="2152650" cy="40005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35" name="DP2 object 135">
            <a:extLst xmlns:a="http://schemas.openxmlformats.org/drawingml/2006/main">
              <a:ext uri="{FF2B5EF4-FFF2-40B4-BE49-F238E27FC236}">
                <a16:creationId xmlns:a16="http://schemas.microsoft.com/office/drawing/2014/main" id="{5DA5EF0C-0FE3-46B9-8687-B8436582E148}"/>
              </a:ext>
            </a:extLst>
          </p:cNvPr>
          <p:cNvSpPr>
            <a:spLocks xmlns:a="http://schemas.openxmlformats.org/drawingml/2006/main" noGrp="1"/>
          </p:cNvSpPr>
          <p:nvPr/>
        </p:nvSpPr>
        <p:spPr>
          <a:xfrm xmlns:a="http://schemas.openxmlformats.org/drawingml/2006/main">
            <a:off x="4924425" y="3009900"/>
            <a:ext cx="2057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채택 목표 / revision</a:t>
            </a:r>
          </a:p>
        </p:txBody>
      </p:sp>
      <p:sp>
        <p:nvSpPr>
          <p:cNvPr id="36" name="현재성 확인·채택">
            <a:extLst xmlns:a="http://schemas.openxmlformats.org/drawingml/2006/main">
              <a:ext uri="{FF2B5EF4-FFF2-40B4-BE49-F238E27FC236}">
                <a16:creationId xmlns:a16="http://schemas.microsoft.com/office/drawing/2014/main" id="{B94CA650-4455-456A-8182-7F14FDECFF4D}"/>
              </a:ext>
            </a:extLst>
          </p:cNvPr>
          <p:cNvSpPr>
            <a:spLocks xmlns:a="http://schemas.openxmlformats.org/drawingml/2006/main" noGrp="1"/>
          </p:cNvSpPr>
          <p:nvPr/>
        </p:nvSpPr>
        <p:spPr>
          <a:xfrm xmlns:a="http://schemas.openxmlformats.org/drawingml/2006/main">
            <a:off x="7258050" y="2914650"/>
            <a:ext cx="2314575" cy="3905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7" name="DP2 object 136">
            <a:extLst xmlns:a="http://schemas.openxmlformats.org/drawingml/2006/main">
              <a:ext uri="{FF2B5EF4-FFF2-40B4-BE49-F238E27FC236}">
                <a16:creationId xmlns:a16="http://schemas.microsoft.com/office/drawing/2014/main" id="{4F7389EB-8FA0-4B24-86F2-F50CCE0964D0}"/>
              </a:ext>
            </a:extLst>
          </p:cNvPr>
          <p:cNvSpPr>
            <a:spLocks xmlns:a="http://schemas.openxmlformats.org/drawingml/2006/main" noGrp="1"/>
          </p:cNvSpPr>
          <p:nvPr/>
        </p:nvSpPr>
        <p:spPr>
          <a:xfrm xmlns:a="http://schemas.openxmlformats.org/drawingml/2006/main">
            <a:off x="7324725" y="2952750"/>
            <a:ext cx="21812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현재성 확인·채택</a:t>
            </a:r>
          </a:p>
        </p:txBody>
      </p:sp>
      <p:sp>
        <p:nvSpPr>
          <p:cNvPr id="38" name="Editable path 137">
            <a:extLst xmlns:a="http://schemas.openxmlformats.org/drawingml/2006/main">
              <a:ext uri="{FF2B5EF4-FFF2-40B4-BE49-F238E27FC236}">
                <a16:creationId xmlns:a16="http://schemas.microsoft.com/office/drawing/2014/main" id="{B9410343-C4F0-4F30-986F-9425580AFC0F}"/>
              </a:ext>
            </a:extLst>
          </p:cNvPr>
          <p:cNvSpPr>
            <a:spLocks xmlns:a="http://schemas.openxmlformats.org/drawingml/2006/main" noGrp="1"/>
          </p:cNvSpPr>
          <p:nvPr/>
        </p:nvSpPr>
        <p:spPr>
          <a:xfrm xmlns:a="http://schemas.openxmlformats.org/drawingml/2006/main">
            <a:off x="3810000" y="3381375"/>
            <a:ext cx="953" cy="228600"/>
          </a:xfrm>
          <a:custGeom xmlns:a="http://schemas.openxmlformats.org/drawingml/2006/main">
            <a:pathLst>
              <a:path w="953" h="228600">
                <a:moveTo>
                  <a:pt x="0" y="0"/>
                </a:moveTo>
                <a:lnTo>
                  <a:pt x="0" y="228600"/>
                </a:lnTo>
              </a:path>
            </a:pathLst>
          </a:custGeom>
          <a:noFill xmlns:a="http://schemas.openxmlformats.org/drawingml/2006/main"/>
          <a:ln xmlns:a="http://schemas.openxmlformats.org/drawingml/2006/main" w="21908">
            <a:solidFill>
              <a:srgbClr val="111111"/>
            </a:solidFill>
            <a:prstDash val="solid"/>
          </a:ln>
        </p:spPr>
      </p:sp>
      <p:sp>
        <p:nvSpPr>
          <p:cNvPr id="39" name="Editable arrowhead 138">
            <a:extLst xmlns:a="http://schemas.openxmlformats.org/drawingml/2006/main">
              <a:ext uri="{FF2B5EF4-FFF2-40B4-BE49-F238E27FC236}">
                <a16:creationId xmlns:a16="http://schemas.microsoft.com/office/drawing/2014/main" id="{57099D9C-9AB5-4A28-9257-EBF864CFA961}"/>
              </a:ext>
            </a:extLst>
          </p:cNvPr>
          <p:cNvSpPr>
            <a:spLocks xmlns:a="http://schemas.openxmlformats.org/drawingml/2006/main" noGrp="1"/>
          </p:cNvSpPr>
          <p:nvPr/>
        </p:nvSpPr>
        <p:spPr>
          <a:xfrm xmlns:a="http://schemas.openxmlformats.org/drawingml/2006/main">
            <a:off x="3762375" y="35147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0" name="Editable path 139">
            <a:extLst xmlns:a="http://schemas.openxmlformats.org/drawingml/2006/main">
              <a:ext uri="{FF2B5EF4-FFF2-40B4-BE49-F238E27FC236}">
                <a16:creationId xmlns:a16="http://schemas.microsoft.com/office/drawing/2014/main" id="{0DBF0C3F-585C-46E8-B5AD-61B9266FC10B}"/>
              </a:ext>
            </a:extLst>
          </p:cNvPr>
          <p:cNvSpPr>
            <a:spLocks xmlns:a="http://schemas.openxmlformats.org/drawingml/2006/main" noGrp="1"/>
          </p:cNvSpPr>
          <p:nvPr/>
        </p:nvSpPr>
        <p:spPr>
          <a:xfrm xmlns:a="http://schemas.openxmlformats.org/drawingml/2006/main">
            <a:off x="8734425" y="3381375"/>
            <a:ext cx="953" cy="228600"/>
          </a:xfrm>
          <a:custGeom xmlns:a="http://schemas.openxmlformats.org/drawingml/2006/main">
            <a:pathLst>
              <a:path w="953" h="228600">
                <a:moveTo>
                  <a:pt x="0" y="228600"/>
                </a:moveTo>
                <a:lnTo>
                  <a:pt x="0" y="0"/>
                </a:lnTo>
              </a:path>
            </a:pathLst>
          </a:custGeom>
          <a:noFill xmlns:a="http://schemas.openxmlformats.org/drawingml/2006/main"/>
          <a:ln xmlns:a="http://schemas.openxmlformats.org/drawingml/2006/main" w="21908">
            <a:solidFill>
              <a:srgbClr val="111111"/>
            </a:solidFill>
            <a:prstDash val="solid"/>
          </a:ln>
        </p:spPr>
      </p:sp>
      <p:sp>
        <p:nvSpPr>
          <p:cNvPr id="41" name="Editable arrowhead 140">
            <a:extLst xmlns:a="http://schemas.openxmlformats.org/drawingml/2006/main">
              <a:ext uri="{FF2B5EF4-FFF2-40B4-BE49-F238E27FC236}">
                <a16:creationId xmlns:a16="http://schemas.microsoft.com/office/drawing/2014/main" id="{545D26BB-8E1F-46C2-BD46-392C222A15BF}"/>
              </a:ext>
            </a:extLst>
          </p:cNvPr>
          <p:cNvSpPr>
            <a:spLocks xmlns:a="http://schemas.openxmlformats.org/drawingml/2006/main" noGrp="1"/>
          </p:cNvSpPr>
          <p:nvPr/>
        </p:nvSpPr>
        <p:spPr>
          <a:xfrm xmlns:a="http://schemas.openxmlformats.org/drawingml/2006/main">
            <a:off x="8686800" y="33813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2" name="DP2 object 141">
            <a:extLst xmlns:a="http://schemas.openxmlformats.org/drawingml/2006/main">
              <a:ext uri="{FF2B5EF4-FFF2-40B4-BE49-F238E27FC236}">
                <a16:creationId xmlns:a16="http://schemas.microsoft.com/office/drawing/2014/main" id="{D2D011D0-C7E4-4E5D-9FA0-D104D4E41A95}"/>
              </a:ext>
            </a:extLst>
          </p:cNvPr>
          <p:cNvSpPr>
            <a:spLocks xmlns:a="http://schemas.openxmlformats.org/drawingml/2006/main" noGrp="1"/>
          </p:cNvSpPr>
          <p:nvPr/>
        </p:nvSpPr>
        <p:spPr>
          <a:xfrm xmlns:a="http://schemas.openxmlformats.org/drawingml/2006/main">
            <a:off x="3905250" y="3381375"/>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0">
                <a:solidFill>
                  <a:srgbClr val="111111"/>
                </a:solidFill>
                <a:latin typeface="Apple SD Gothic Neo"/>
                <a:ea typeface="Apple SD Gothic Neo"/>
                <a:cs typeface="Apple SD Gothic Neo"/>
              </a:defRPr>
            </a:defPPr>
            <a:lvl1pPr algn="l">
              <a:defRPr sz="1350" b="0">
                <a:solidFill>
                  <a:srgbClr val="111111"/>
                </a:solidFill>
                <a:latin typeface="Apple SD Gothic Neo"/>
                <a:ea typeface="Apple SD Gothic Neo"/>
                <a:cs typeface="Apple SD Gothic Neo"/>
              </a:defRPr>
            </a:lvl1pPr>
            <a:lvl2pPr algn="l">
              <a:defRPr sz="1350" b="0">
                <a:solidFill>
                  <a:srgbClr val="111111"/>
                </a:solidFill>
                <a:latin typeface="Apple SD Gothic Neo"/>
                <a:ea typeface="Apple SD Gothic Neo"/>
                <a:cs typeface="Apple SD Gothic Neo"/>
              </a:defRPr>
            </a:lvl2pPr>
            <a:lvl3pPr algn="l">
              <a:defRPr sz="1350" b="0">
                <a:solidFill>
                  <a:srgbClr val="111111"/>
                </a:solidFill>
                <a:latin typeface="Apple SD Gothic Neo"/>
                <a:ea typeface="Apple SD Gothic Neo"/>
                <a:cs typeface="Apple SD Gothic Neo"/>
              </a:defRPr>
            </a:lvl3pPr>
            <a:lvl4pPr algn="l">
              <a:defRPr sz="1350" b="0">
                <a:solidFill>
                  <a:srgbClr val="111111"/>
                </a:solidFill>
                <a:latin typeface="Apple SD Gothic Neo"/>
                <a:ea typeface="Apple SD Gothic Neo"/>
                <a:cs typeface="Apple SD Gothic Neo"/>
              </a:defRPr>
            </a:lvl4pPr>
            <a:lvl5pPr algn="l">
              <a:defRPr sz="1350" b="0">
                <a:solidFill>
                  <a:srgbClr val="111111"/>
                </a:solidFill>
                <a:latin typeface="Apple SD Gothic Neo"/>
                <a:ea typeface="Apple SD Gothic Neo"/>
                <a:cs typeface="Apple SD Gothic Neo"/>
              </a:defRPr>
            </a:lvl5pPr>
            <a:lvl6pPr algn="l">
              <a:defRPr sz="1350" b="0">
                <a:solidFill>
                  <a:srgbClr val="111111"/>
                </a:solidFill>
                <a:latin typeface="Apple SD Gothic Neo"/>
                <a:ea typeface="Apple SD Gothic Neo"/>
                <a:cs typeface="Apple SD Gothic Neo"/>
              </a:defRPr>
            </a:lvl6pPr>
            <a:lvl7pPr algn="l">
              <a:defRPr sz="1350" b="0">
                <a:solidFill>
                  <a:srgbClr val="111111"/>
                </a:solidFill>
                <a:latin typeface="Apple SD Gothic Neo"/>
                <a:ea typeface="Apple SD Gothic Neo"/>
                <a:cs typeface="Apple SD Gothic Neo"/>
              </a:defRPr>
            </a:lvl7pPr>
            <a:lvl8pPr algn="l">
              <a:defRPr sz="1350" b="0">
                <a:solidFill>
                  <a:srgbClr val="111111"/>
                </a:solidFill>
                <a:latin typeface="Apple SD Gothic Neo"/>
                <a:ea typeface="Apple SD Gothic Neo"/>
                <a:cs typeface="Apple SD Gothic Neo"/>
              </a:defRPr>
            </a:lvl8pPr>
            <a:lvl9pPr algn="l">
              <a:defRPr sz="1350" b="0">
                <a:solidFill>
                  <a:srgbClr val="111111"/>
                </a:solidFill>
                <a:latin typeface="Apple SD Gothic Neo"/>
                <a:ea typeface="Apple SD Gothic Neo"/>
                <a:cs typeface="Apple SD Gothic Neo"/>
              </a:defRPr>
            </a:lvl9pPr>
          </a:lstStyle>
          <a:p xmlns:a="http://schemas.openxmlformats.org/drawingml/2006/main">
            <a:pPr algn="l">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해석 요청</a:t>
            </a:r>
          </a:p>
        </p:txBody>
      </p:sp>
      <p:sp>
        <p:nvSpPr>
          <p:cNvPr id="43" name="DP2 object 142">
            <a:extLst xmlns:a="http://schemas.openxmlformats.org/drawingml/2006/main">
              <a:ext uri="{FF2B5EF4-FFF2-40B4-BE49-F238E27FC236}">
                <a16:creationId xmlns:a16="http://schemas.microsoft.com/office/drawing/2014/main" id="{E02A7FE0-0B70-497A-B5B4-B37D9DF70660}"/>
              </a:ext>
            </a:extLst>
          </p:cNvPr>
          <p:cNvSpPr>
            <a:spLocks xmlns:a="http://schemas.openxmlformats.org/drawingml/2006/main" noGrp="1"/>
          </p:cNvSpPr>
          <p:nvPr/>
        </p:nvSpPr>
        <p:spPr>
          <a:xfrm xmlns:a="http://schemas.openxmlformats.org/drawingml/2006/main">
            <a:off x="7315200" y="3381375"/>
            <a:ext cx="13239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350" b="0">
                <a:solidFill>
                  <a:srgbClr val="111111"/>
                </a:solidFill>
                <a:latin typeface="Apple SD Gothic Neo"/>
                <a:ea typeface="Apple SD Gothic Neo"/>
                <a:cs typeface="Apple SD Gothic Neo"/>
              </a:defRPr>
            </a:defPPr>
            <a:lvl1pPr algn="r">
              <a:defRPr sz="1350" b="0">
                <a:solidFill>
                  <a:srgbClr val="111111"/>
                </a:solidFill>
                <a:latin typeface="Apple SD Gothic Neo"/>
                <a:ea typeface="Apple SD Gothic Neo"/>
                <a:cs typeface="Apple SD Gothic Neo"/>
              </a:defRPr>
            </a:lvl1pPr>
            <a:lvl2pPr algn="r">
              <a:defRPr sz="1350" b="0">
                <a:solidFill>
                  <a:srgbClr val="111111"/>
                </a:solidFill>
                <a:latin typeface="Apple SD Gothic Neo"/>
                <a:ea typeface="Apple SD Gothic Neo"/>
                <a:cs typeface="Apple SD Gothic Neo"/>
              </a:defRPr>
            </a:lvl2pPr>
            <a:lvl3pPr algn="r">
              <a:defRPr sz="1350" b="0">
                <a:solidFill>
                  <a:srgbClr val="111111"/>
                </a:solidFill>
                <a:latin typeface="Apple SD Gothic Neo"/>
                <a:ea typeface="Apple SD Gothic Neo"/>
                <a:cs typeface="Apple SD Gothic Neo"/>
              </a:defRPr>
            </a:lvl3pPr>
            <a:lvl4pPr algn="r">
              <a:defRPr sz="1350" b="0">
                <a:solidFill>
                  <a:srgbClr val="111111"/>
                </a:solidFill>
                <a:latin typeface="Apple SD Gothic Neo"/>
                <a:ea typeface="Apple SD Gothic Neo"/>
                <a:cs typeface="Apple SD Gothic Neo"/>
              </a:defRPr>
            </a:lvl4pPr>
            <a:lvl5pPr algn="r">
              <a:defRPr sz="1350" b="0">
                <a:solidFill>
                  <a:srgbClr val="111111"/>
                </a:solidFill>
                <a:latin typeface="Apple SD Gothic Neo"/>
                <a:ea typeface="Apple SD Gothic Neo"/>
                <a:cs typeface="Apple SD Gothic Neo"/>
              </a:defRPr>
            </a:lvl5pPr>
            <a:lvl6pPr algn="r">
              <a:defRPr sz="1350" b="0">
                <a:solidFill>
                  <a:srgbClr val="111111"/>
                </a:solidFill>
                <a:latin typeface="Apple SD Gothic Neo"/>
                <a:ea typeface="Apple SD Gothic Neo"/>
                <a:cs typeface="Apple SD Gothic Neo"/>
              </a:defRPr>
            </a:lvl6pPr>
            <a:lvl7pPr algn="r">
              <a:defRPr sz="1350" b="0">
                <a:solidFill>
                  <a:srgbClr val="111111"/>
                </a:solidFill>
                <a:latin typeface="Apple SD Gothic Neo"/>
                <a:ea typeface="Apple SD Gothic Neo"/>
                <a:cs typeface="Apple SD Gothic Neo"/>
              </a:defRPr>
            </a:lvl7pPr>
            <a:lvl8pPr algn="r">
              <a:defRPr sz="1350" b="0">
                <a:solidFill>
                  <a:srgbClr val="111111"/>
                </a:solidFill>
                <a:latin typeface="Apple SD Gothic Neo"/>
                <a:ea typeface="Apple SD Gothic Neo"/>
                <a:cs typeface="Apple SD Gothic Neo"/>
              </a:defRPr>
            </a:lvl8pPr>
            <a:lvl9pPr algn="r">
              <a:defRPr sz="1350" b="0">
                <a:solidFill>
                  <a:srgbClr val="111111"/>
                </a:solidFill>
                <a:latin typeface="Apple SD Gothic Neo"/>
                <a:ea typeface="Apple SD Gothic Neo"/>
                <a:cs typeface="Apple SD Gothic Neo"/>
              </a:defRPr>
            </a:lvl9pPr>
          </a:lstStyle>
          <a:p xmlns:a="http://schemas.openxmlformats.org/drawingml/2006/main">
            <a:pPr algn="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결과 반환</a:t>
            </a:r>
          </a:p>
        </p:txBody>
      </p:sp>
      <p:sp>
        <p:nvSpPr>
          <p:cNvPr id="44" name="A Request Interpreter Component">
            <a:extLst xmlns:a="http://schemas.openxmlformats.org/drawingml/2006/main">
              <a:ext uri="{FF2B5EF4-FFF2-40B4-BE49-F238E27FC236}">
                <a16:creationId xmlns:a16="http://schemas.microsoft.com/office/drawing/2014/main" id="{6AC3C9CD-61C4-4A16-B70F-A97787FF49C3}"/>
              </a:ext>
            </a:extLst>
          </p:cNvPr>
          <p:cNvSpPr>
            <a:spLocks xmlns:a="http://schemas.openxmlformats.org/drawingml/2006/main" noGrp="1"/>
          </p:cNvSpPr>
          <p:nvPr/>
        </p:nvSpPr>
        <p:spPr>
          <a:xfrm xmlns:a="http://schemas.openxmlformats.org/drawingml/2006/main">
            <a:off x="2133600" y="3609975"/>
            <a:ext cx="7562850" cy="2409825"/>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45" name="DP2 object 143">
            <a:extLst xmlns:a="http://schemas.openxmlformats.org/drawingml/2006/main">
              <a:ext uri="{FF2B5EF4-FFF2-40B4-BE49-F238E27FC236}">
                <a16:creationId xmlns:a16="http://schemas.microsoft.com/office/drawing/2014/main" id="{9EBF53FA-43DA-40AC-87B1-9FB098A40E23}"/>
              </a:ext>
            </a:extLst>
          </p:cNvPr>
          <p:cNvSpPr>
            <a:spLocks xmlns:a="http://schemas.openxmlformats.org/drawingml/2006/main" noGrp="1"/>
          </p:cNvSpPr>
          <p:nvPr/>
        </p:nvSpPr>
        <p:spPr>
          <a:xfrm xmlns:a="http://schemas.openxmlformats.org/drawingml/2006/main">
            <a:off x="2257425" y="3638550"/>
            <a:ext cx="731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Interpreter</a:t>
            </a:r>
          </a:p>
        </p:txBody>
      </p:sp>
      <p:sp>
        <p:nvSpPr>
          <p:cNvPr id="46" name="Editable path 144">
            <a:extLst xmlns:a="http://schemas.openxmlformats.org/drawingml/2006/main">
              <a:ext uri="{FF2B5EF4-FFF2-40B4-BE49-F238E27FC236}">
                <a16:creationId xmlns:a16="http://schemas.microsoft.com/office/drawing/2014/main" id="{158D55BC-AE40-4D36-BA92-7C2FB3BFA0DB}"/>
              </a:ext>
            </a:extLst>
          </p:cNvPr>
          <p:cNvSpPr>
            <a:spLocks xmlns:a="http://schemas.openxmlformats.org/drawingml/2006/main" noGrp="1"/>
          </p:cNvSpPr>
          <p:nvPr/>
        </p:nvSpPr>
        <p:spPr>
          <a:xfrm xmlns:a="http://schemas.openxmlformats.org/drawingml/2006/main">
            <a:off x="2133600" y="3952875"/>
            <a:ext cx="7562850" cy="953"/>
          </a:xfrm>
          <a:custGeom xmlns:a="http://schemas.openxmlformats.org/drawingml/2006/main">
            <a:pathLst>
              <a:path w="7562850" h="953">
                <a:moveTo>
                  <a:pt x="0" y="0"/>
                </a:moveTo>
                <a:lnTo>
                  <a:pt x="7562850" y="0"/>
                </a:lnTo>
              </a:path>
            </a:pathLst>
          </a:custGeom>
          <a:noFill xmlns:a="http://schemas.openxmlformats.org/drawingml/2006/main"/>
          <a:ln xmlns:a="http://schemas.openxmlformats.org/drawingml/2006/main" w="13335">
            <a:solidFill>
              <a:srgbClr val="111111"/>
            </a:solidFill>
            <a:prstDash val="solid"/>
          </a:ln>
        </p:spPr>
      </p:sp>
      <p:sp>
        <p:nvSpPr>
          <p:cNvPr id="47" name="A single conversation execution">
            <a:extLst xmlns:a="http://schemas.openxmlformats.org/drawingml/2006/main">
              <a:ext uri="{FF2B5EF4-FFF2-40B4-BE49-F238E27FC236}">
                <a16:creationId xmlns:a16="http://schemas.microsoft.com/office/drawing/2014/main" id="{A4372B08-9CA0-4384-9952-A98B7C2933FE}"/>
              </a:ext>
            </a:extLst>
          </p:cNvPr>
          <p:cNvSpPr>
            <a:spLocks xmlns:a="http://schemas.openxmlformats.org/drawingml/2006/main" noGrp="1"/>
          </p:cNvSpPr>
          <p:nvPr/>
        </p:nvSpPr>
        <p:spPr>
          <a:xfrm xmlns:a="http://schemas.openxmlformats.org/drawingml/2006/main">
            <a:off x="2324100" y="4057650"/>
            <a:ext cx="7181850" cy="1781175"/>
          </a:xfrm>
          <a:prstGeom xmlns:a="http://schemas.openxmlformats.org/drawingml/2006/main" prst="rect">
            <a:avLst/>
          </a:prstGeom>
          <a:noFill xmlns:a="http://schemas.openxmlformats.org/drawingml/2006/main"/>
          <a:ln xmlns:a="http://schemas.openxmlformats.org/drawingml/2006/main" w="17145">
            <a:solidFill>
              <a:srgbClr val="111111"/>
            </a:solidFill>
            <a:prstDash val="dash"/>
          </a:ln>
        </p:spPr>
      </p:sp>
      <p:sp>
        <p:nvSpPr>
          <p:cNvPr id="48" name="DP2 object 145">
            <a:extLst xmlns:a="http://schemas.openxmlformats.org/drawingml/2006/main">
              <a:ext uri="{FF2B5EF4-FFF2-40B4-BE49-F238E27FC236}">
                <a16:creationId xmlns:a16="http://schemas.microsoft.com/office/drawing/2014/main" id="{E23011FB-D58C-49DF-8EEC-86D2AC91FA26}"/>
              </a:ext>
            </a:extLst>
          </p:cNvPr>
          <p:cNvSpPr>
            <a:spLocks xmlns:a="http://schemas.openxmlformats.org/drawingml/2006/main" noGrp="1"/>
          </p:cNvSpPr>
          <p:nvPr/>
        </p:nvSpPr>
        <p:spPr>
          <a:xfrm xmlns:a="http://schemas.openxmlformats.org/drawingml/2006/main">
            <a:off x="2476500" y="4114800"/>
            <a:ext cx="68865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1">
                <a:solidFill>
                  <a:srgbClr val="111111"/>
                </a:solidFill>
                <a:latin typeface="Apple SD Gothic Neo"/>
                <a:ea typeface="Apple SD Gothic Neo"/>
                <a:cs typeface="Apple SD Gothic Neo"/>
              </a:defRPr>
            </a:defPPr>
            <a:lvl1pPr algn="ctr">
              <a:defRPr sz="1950" b="1">
                <a:solidFill>
                  <a:srgbClr val="111111"/>
                </a:solidFill>
                <a:latin typeface="Apple SD Gothic Neo"/>
                <a:ea typeface="Apple SD Gothic Neo"/>
                <a:cs typeface="Apple SD Gothic Neo"/>
              </a:defRPr>
            </a:lvl1pPr>
            <a:lvl2pPr algn="ctr">
              <a:defRPr sz="1950" b="1">
                <a:solidFill>
                  <a:srgbClr val="111111"/>
                </a:solidFill>
                <a:latin typeface="Apple SD Gothic Neo"/>
                <a:ea typeface="Apple SD Gothic Neo"/>
                <a:cs typeface="Apple SD Gothic Neo"/>
              </a:defRPr>
            </a:lvl2pPr>
            <a:lvl3pPr algn="ctr">
              <a:defRPr sz="1950" b="1">
                <a:solidFill>
                  <a:srgbClr val="111111"/>
                </a:solidFill>
                <a:latin typeface="Apple SD Gothic Neo"/>
                <a:ea typeface="Apple SD Gothic Neo"/>
                <a:cs typeface="Apple SD Gothic Neo"/>
              </a:defRPr>
            </a:lvl3pPr>
            <a:lvl4pPr algn="ctr">
              <a:defRPr sz="1950" b="1">
                <a:solidFill>
                  <a:srgbClr val="111111"/>
                </a:solidFill>
                <a:latin typeface="Apple SD Gothic Neo"/>
                <a:ea typeface="Apple SD Gothic Neo"/>
                <a:cs typeface="Apple SD Gothic Neo"/>
              </a:defRPr>
            </a:lvl4pPr>
            <a:lvl5pPr algn="ctr">
              <a:defRPr sz="1950" b="1">
                <a:solidFill>
                  <a:srgbClr val="111111"/>
                </a:solidFill>
                <a:latin typeface="Apple SD Gothic Neo"/>
                <a:ea typeface="Apple SD Gothic Neo"/>
                <a:cs typeface="Apple SD Gothic Neo"/>
              </a:defRPr>
            </a:lvl5pPr>
            <a:lvl6pPr algn="ctr">
              <a:defRPr sz="1950" b="1">
                <a:solidFill>
                  <a:srgbClr val="111111"/>
                </a:solidFill>
                <a:latin typeface="Apple SD Gothic Neo"/>
                <a:ea typeface="Apple SD Gothic Neo"/>
                <a:cs typeface="Apple SD Gothic Neo"/>
              </a:defRPr>
            </a:lvl6pPr>
            <a:lvl7pPr algn="ctr">
              <a:defRPr sz="1950" b="1">
                <a:solidFill>
                  <a:srgbClr val="111111"/>
                </a:solidFill>
                <a:latin typeface="Apple SD Gothic Neo"/>
                <a:ea typeface="Apple SD Gothic Neo"/>
                <a:cs typeface="Apple SD Gothic Neo"/>
              </a:defRPr>
            </a:lvl7pPr>
            <a:lvl8pPr algn="ctr">
              <a:defRPr sz="1950" b="1">
                <a:solidFill>
                  <a:srgbClr val="111111"/>
                </a:solidFill>
                <a:latin typeface="Apple SD Gothic Neo"/>
                <a:ea typeface="Apple SD Gothic Neo"/>
                <a:cs typeface="Apple SD Gothic Neo"/>
              </a:defRPr>
            </a:lvl8pPr>
            <a:lvl9pPr algn="ctr">
              <a:defRPr sz="1950" b="1">
                <a:solidFill>
                  <a:srgbClr val="111111"/>
                </a:solidFill>
                <a:latin typeface="Apple SD Gothic Neo"/>
                <a:ea typeface="Apple SD Gothic Neo"/>
                <a:cs typeface="Apple SD Gothic Neo"/>
              </a:defRPr>
            </a:lvl9pPr>
          </a:lstStyle>
          <a:p xmlns:a="http://schemas.openxmlformats.org/drawingml/2006/main">
            <a:pPr algn="ctr">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대화 해석 실행 1개</a:t>
            </a:r>
          </a:p>
        </p:txBody>
      </p:sp>
      <p:sp>
        <p:nvSpPr>
          <p:cNvPr id="49" name="현재 step 종료 뒤&#10;새 입력의 관계·내용 판단">
            <a:extLst xmlns:a="http://schemas.openxmlformats.org/drawingml/2006/main">
              <a:ext uri="{FF2B5EF4-FFF2-40B4-BE49-F238E27FC236}">
                <a16:creationId xmlns:a16="http://schemas.microsoft.com/office/drawing/2014/main" id="{5A1DEEA7-90CC-4745-9BD6-69F1A0E50738}"/>
              </a:ext>
            </a:extLst>
          </p:cNvPr>
          <p:cNvSpPr>
            <a:spLocks xmlns:a="http://schemas.openxmlformats.org/drawingml/2006/main" noGrp="1"/>
          </p:cNvSpPr>
          <p:nvPr/>
        </p:nvSpPr>
        <p:spPr>
          <a:xfrm xmlns:a="http://schemas.openxmlformats.org/drawingml/2006/main">
            <a:off x="2676525" y="4562475"/>
            <a:ext cx="2667000" cy="6667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50" name="DP2 object 146">
            <a:extLst xmlns:a="http://schemas.openxmlformats.org/drawingml/2006/main">
              <a:ext uri="{FF2B5EF4-FFF2-40B4-BE49-F238E27FC236}">
                <a16:creationId xmlns:a16="http://schemas.microsoft.com/office/drawing/2014/main" id="{773E6DA1-6D91-4E5A-A8DB-E509A8FBFE24}"/>
              </a:ext>
            </a:extLst>
          </p:cNvPr>
          <p:cNvSpPr>
            <a:spLocks xmlns:a="http://schemas.openxmlformats.org/drawingml/2006/main" noGrp="1"/>
          </p:cNvSpPr>
          <p:nvPr/>
        </p:nvSpPr>
        <p:spPr>
          <a:xfrm xmlns:a="http://schemas.openxmlformats.org/drawingml/2006/main">
            <a:off x="2743200" y="4600575"/>
            <a:ext cx="2533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현재 step 종료 뒤</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새 입력의 관계·내용 판단</a:t>
            </a:r>
          </a:p>
        </p:txBody>
      </p:sp>
      <p:sp>
        <p:nvSpPr>
          <p:cNvPr id="51" name="한 대화의 근거와&#10;R1·R2 잠정 판단">
            <a:extLst xmlns:a="http://schemas.openxmlformats.org/drawingml/2006/main">
              <a:ext uri="{FF2B5EF4-FFF2-40B4-BE49-F238E27FC236}">
                <a16:creationId xmlns:a16="http://schemas.microsoft.com/office/drawing/2014/main" id="{CA113457-86B6-4431-802A-B6B8E6FB1BF8}"/>
              </a:ext>
            </a:extLst>
          </p:cNvPr>
          <p:cNvSpPr>
            <a:spLocks xmlns:a="http://schemas.openxmlformats.org/drawingml/2006/main" noGrp="1"/>
          </p:cNvSpPr>
          <p:nvPr/>
        </p:nvSpPr>
        <p:spPr>
          <a:xfrm xmlns:a="http://schemas.openxmlformats.org/drawingml/2006/main">
            <a:off x="6153150" y="4495800"/>
            <a:ext cx="3048000" cy="8382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52" name="DP2 object 147">
            <a:extLst xmlns:a="http://schemas.openxmlformats.org/drawingml/2006/main">
              <a:ext uri="{FF2B5EF4-FFF2-40B4-BE49-F238E27FC236}">
                <a16:creationId xmlns:a16="http://schemas.microsoft.com/office/drawing/2014/main" id="{C3F488F9-3E7D-4D69-9162-5DDB1CCB0355}"/>
              </a:ext>
            </a:extLst>
          </p:cNvPr>
          <p:cNvSpPr>
            <a:spLocks xmlns:a="http://schemas.openxmlformats.org/drawingml/2006/main" noGrp="1"/>
          </p:cNvSpPr>
          <p:nvPr/>
        </p:nvSpPr>
        <p:spPr>
          <a:xfrm xmlns:a="http://schemas.openxmlformats.org/drawingml/2006/main">
            <a:off x="6200775" y="4600575"/>
            <a:ext cx="2952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한 대화의 근거와</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R1·R2 잠정 판단</a:t>
            </a:r>
          </a:p>
        </p:txBody>
      </p:sp>
      <p:sp>
        <p:nvSpPr>
          <p:cNvPr id="53" name="Editable path 148">
            <a:extLst xmlns:a="http://schemas.openxmlformats.org/drawingml/2006/main">
              <a:ext uri="{FF2B5EF4-FFF2-40B4-BE49-F238E27FC236}">
                <a16:creationId xmlns:a16="http://schemas.microsoft.com/office/drawing/2014/main" id="{AA20AFE4-D2C0-4FD7-B573-978443FE919B}"/>
              </a:ext>
            </a:extLst>
          </p:cNvPr>
          <p:cNvSpPr>
            <a:spLocks xmlns:a="http://schemas.openxmlformats.org/drawingml/2006/main" noGrp="1"/>
          </p:cNvSpPr>
          <p:nvPr/>
        </p:nvSpPr>
        <p:spPr>
          <a:xfrm xmlns:a="http://schemas.openxmlformats.org/drawingml/2006/main">
            <a:off x="5343525" y="4733925"/>
            <a:ext cx="809625" cy="953"/>
          </a:xfrm>
          <a:custGeom xmlns:a="http://schemas.openxmlformats.org/drawingml/2006/main">
            <a:pathLst>
              <a:path w="809625" h="953">
                <a:moveTo>
                  <a:pt x="809625" y="0"/>
                </a:moveTo>
                <a:lnTo>
                  <a:pt x="0" y="0"/>
                </a:lnTo>
              </a:path>
            </a:pathLst>
          </a:custGeom>
          <a:noFill xmlns:a="http://schemas.openxmlformats.org/drawingml/2006/main"/>
          <a:ln xmlns:a="http://schemas.openxmlformats.org/drawingml/2006/main" w="20003">
            <a:solidFill>
              <a:srgbClr val="111111"/>
            </a:solidFill>
            <a:prstDash val="solid"/>
          </a:ln>
        </p:spPr>
      </p:sp>
      <p:sp>
        <p:nvSpPr>
          <p:cNvPr id="54" name="Editable arrowhead 149">
            <a:extLst xmlns:a="http://schemas.openxmlformats.org/drawingml/2006/main">
              <a:ext uri="{FF2B5EF4-FFF2-40B4-BE49-F238E27FC236}">
                <a16:creationId xmlns:a16="http://schemas.microsoft.com/office/drawing/2014/main" id="{E56EA9AF-C1A8-448B-8DEA-9CC14EE38EF3}"/>
              </a:ext>
            </a:extLst>
          </p:cNvPr>
          <p:cNvSpPr>
            <a:spLocks xmlns:a="http://schemas.openxmlformats.org/drawingml/2006/main" noGrp="1"/>
          </p:cNvSpPr>
          <p:nvPr/>
        </p:nvSpPr>
        <p:spPr>
          <a:xfrm xmlns:a="http://schemas.openxmlformats.org/drawingml/2006/main">
            <a:off x="5343525" y="46863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5" name="Editable path 150">
            <a:extLst xmlns:a="http://schemas.openxmlformats.org/drawingml/2006/main">
              <a:ext uri="{FF2B5EF4-FFF2-40B4-BE49-F238E27FC236}">
                <a16:creationId xmlns:a16="http://schemas.microsoft.com/office/drawing/2014/main" id="{6FE94AAC-610E-4CF1-B86E-19AAF0CEA307}"/>
              </a:ext>
            </a:extLst>
          </p:cNvPr>
          <p:cNvSpPr>
            <a:spLocks xmlns:a="http://schemas.openxmlformats.org/drawingml/2006/main" noGrp="1"/>
          </p:cNvSpPr>
          <p:nvPr/>
        </p:nvSpPr>
        <p:spPr>
          <a:xfrm xmlns:a="http://schemas.openxmlformats.org/drawingml/2006/main">
            <a:off x="5343525" y="5105400"/>
            <a:ext cx="809625" cy="953"/>
          </a:xfrm>
          <a:custGeom xmlns:a="http://schemas.openxmlformats.org/drawingml/2006/main">
            <a:pathLst>
              <a:path w="809625" h="953">
                <a:moveTo>
                  <a:pt x="0" y="0"/>
                </a:moveTo>
                <a:lnTo>
                  <a:pt x="809625" y="0"/>
                </a:lnTo>
              </a:path>
            </a:pathLst>
          </a:custGeom>
          <a:noFill xmlns:a="http://schemas.openxmlformats.org/drawingml/2006/main"/>
          <a:ln xmlns:a="http://schemas.openxmlformats.org/drawingml/2006/main" w="20003">
            <a:solidFill>
              <a:srgbClr val="111111"/>
            </a:solidFill>
            <a:prstDash val="solid"/>
          </a:ln>
        </p:spPr>
      </p:sp>
      <p:sp>
        <p:nvSpPr>
          <p:cNvPr id="56" name="Editable arrowhead 151">
            <a:extLst xmlns:a="http://schemas.openxmlformats.org/drawingml/2006/main">
              <a:ext uri="{FF2B5EF4-FFF2-40B4-BE49-F238E27FC236}">
                <a16:creationId xmlns:a16="http://schemas.microsoft.com/office/drawing/2014/main" id="{43B13DF7-3650-4468-835E-38E45163D6D9}"/>
              </a:ext>
            </a:extLst>
          </p:cNvPr>
          <p:cNvSpPr>
            <a:spLocks xmlns:a="http://schemas.openxmlformats.org/drawingml/2006/main" noGrp="1"/>
          </p:cNvSpPr>
          <p:nvPr/>
        </p:nvSpPr>
        <p:spPr>
          <a:xfrm xmlns:a="http://schemas.openxmlformats.org/drawingml/2006/main">
            <a:off x="6057900" y="505777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7" name="DP2 object 152">
            <a:extLst xmlns:a="http://schemas.openxmlformats.org/drawingml/2006/main">
              <a:ext uri="{FF2B5EF4-FFF2-40B4-BE49-F238E27FC236}">
                <a16:creationId xmlns:a16="http://schemas.microsoft.com/office/drawing/2014/main" id="{57713554-87F3-4720-82FC-8657AE69A1FC}"/>
              </a:ext>
            </a:extLst>
          </p:cNvPr>
          <p:cNvSpPr>
            <a:spLocks xmlns:a="http://schemas.openxmlformats.org/drawingml/2006/main" noGrp="1"/>
          </p:cNvSpPr>
          <p:nvPr/>
        </p:nvSpPr>
        <p:spPr>
          <a:xfrm xmlns:a="http://schemas.openxmlformats.org/drawingml/2006/main">
            <a:off x="5419725" y="451485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111111"/>
                </a:solidFill>
                <a:latin typeface="Apple SD Gothic Neo"/>
                <a:ea typeface="Apple SD Gothic Neo"/>
                <a:cs typeface="Apple SD Gothic Neo"/>
              </a:defRPr>
            </a:defPPr>
            <a:lvl1pPr algn="ctr">
              <a:defRPr sz="1275" b="0">
                <a:solidFill>
                  <a:srgbClr val="111111"/>
                </a:solidFill>
                <a:latin typeface="Apple SD Gothic Neo"/>
                <a:ea typeface="Apple SD Gothic Neo"/>
                <a:cs typeface="Apple SD Gothic Neo"/>
              </a:defRPr>
            </a:lvl1pPr>
            <a:lvl2pPr algn="ctr">
              <a:defRPr sz="1275" b="0">
                <a:solidFill>
                  <a:srgbClr val="111111"/>
                </a:solidFill>
                <a:latin typeface="Apple SD Gothic Neo"/>
                <a:ea typeface="Apple SD Gothic Neo"/>
                <a:cs typeface="Apple SD Gothic Neo"/>
              </a:defRPr>
            </a:lvl2pPr>
            <a:lvl3pPr algn="ctr">
              <a:defRPr sz="1275" b="0">
                <a:solidFill>
                  <a:srgbClr val="111111"/>
                </a:solidFill>
                <a:latin typeface="Apple SD Gothic Neo"/>
                <a:ea typeface="Apple SD Gothic Neo"/>
                <a:cs typeface="Apple SD Gothic Neo"/>
              </a:defRPr>
            </a:lvl3pPr>
            <a:lvl4pPr algn="ctr">
              <a:defRPr sz="1275" b="0">
                <a:solidFill>
                  <a:srgbClr val="111111"/>
                </a:solidFill>
                <a:latin typeface="Apple SD Gothic Neo"/>
                <a:ea typeface="Apple SD Gothic Neo"/>
                <a:cs typeface="Apple SD Gothic Neo"/>
              </a:defRPr>
            </a:lvl4pPr>
            <a:lvl5pPr algn="ctr">
              <a:defRPr sz="1275" b="0">
                <a:solidFill>
                  <a:srgbClr val="111111"/>
                </a:solidFill>
                <a:latin typeface="Apple SD Gothic Neo"/>
                <a:ea typeface="Apple SD Gothic Neo"/>
                <a:cs typeface="Apple SD Gothic Neo"/>
              </a:defRPr>
            </a:lvl5pPr>
            <a:lvl6pPr algn="ctr">
              <a:defRPr sz="1275" b="0">
                <a:solidFill>
                  <a:srgbClr val="111111"/>
                </a:solidFill>
                <a:latin typeface="Apple SD Gothic Neo"/>
                <a:ea typeface="Apple SD Gothic Neo"/>
                <a:cs typeface="Apple SD Gothic Neo"/>
              </a:defRPr>
            </a:lvl6pPr>
            <a:lvl7pPr algn="ctr">
              <a:defRPr sz="1275" b="0">
                <a:solidFill>
                  <a:srgbClr val="111111"/>
                </a:solidFill>
                <a:latin typeface="Apple SD Gothic Neo"/>
                <a:ea typeface="Apple SD Gothic Neo"/>
                <a:cs typeface="Apple SD Gothic Neo"/>
              </a:defRPr>
            </a:lvl7pPr>
            <a:lvl8pPr algn="ctr">
              <a:defRPr sz="1275" b="0">
                <a:solidFill>
                  <a:srgbClr val="111111"/>
                </a:solidFill>
                <a:latin typeface="Apple SD Gothic Neo"/>
                <a:ea typeface="Apple SD Gothic Neo"/>
                <a:cs typeface="Apple SD Gothic Neo"/>
              </a:defRPr>
            </a:lvl8pPr>
            <a:lvl9pPr algn="ctr">
              <a:defRPr sz="1275" b="0">
                <a:solidFill>
                  <a:srgbClr val="111111"/>
                </a:solidFill>
                <a:latin typeface="Apple SD Gothic Neo"/>
                <a:ea typeface="Apple SD Gothic Neo"/>
                <a:cs typeface="Apple SD Gothic Neo"/>
              </a:defRPr>
            </a:lvl9pPr>
          </a:lstStyle>
          <a:p xmlns:a="http://schemas.openxmlformats.org/drawingml/2006/main">
            <a:pPr algn="ctr">
              <a:defRPr sz="1275" b="0">
                <a:solidFill>
                  <a:srgbClr val="111111"/>
                </a:solidFill>
                <a:latin typeface="Apple SD Gothic Neo"/>
                <a:ea typeface="Apple SD Gothic Neo"/>
                <a:cs typeface="Apple SD Gothic Neo"/>
              </a:defRPr>
            </a:pPr>
            <a:r>
              <a:rPr sz="1275" b="0">
                <a:solidFill>
                  <a:srgbClr val="111111"/>
                </a:solidFill>
                <a:latin typeface="Apple SD Gothic Neo"/>
                <a:ea typeface="Apple SD Gothic Neo"/>
                <a:cs typeface="Apple SD Gothic Neo"/>
              </a:rPr>
              <a:t>조회</a:t>
            </a:r>
          </a:p>
        </p:txBody>
      </p:sp>
      <p:sp>
        <p:nvSpPr>
          <p:cNvPr id="58" name="DP2 object 153">
            <a:extLst xmlns:a="http://schemas.openxmlformats.org/drawingml/2006/main">
              <a:ext uri="{FF2B5EF4-FFF2-40B4-BE49-F238E27FC236}">
                <a16:creationId xmlns:a16="http://schemas.microsoft.com/office/drawing/2014/main" id="{7F85E718-83D4-44C3-97A7-B09EAB4CD4CB}"/>
              </a:ext>
            </a:extLst>
          </p:cNvPr>
          <p:cNvSpPr>
            <a:spLocks xmlns:a="http://schemas.openxmlformats.org/drawingml/2006/main" noGrp="1"/>
          </p:cNvSpPr>
          <p:nvPr/>
        </p:nvSpPr>
        <p:spPr>
          <a:xfrm xmlns:a="http://schemas.openxmlformats.org/drawingml/2006/main">
            <a:off x="5419725" y="5114925"/>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111111"/>
                </a:solidFill>
                <a:latin typeface="Apple SD Gothic Neo"/>
                <a:ea typeface="Apple SD Gothic Neo"/>
                <a:cs typeface="Apple SD Gothic Neo"/>
              </a:defRPr>
            </a:defPPr>
            <a:lvl1pPr algn="ctr">
              <a:defRPr sz="1275" b="0">
                <a:solidFill>
                  <a:srgbClr val="111111"/>
                </a:solidFill>
                <a:latin typeface="Apple SD Gothic Neo"/>
                <a:ea typeface="Apple SD Gothic Neo"/>
                <a:cs typeface="Apple SD Gothic Neo"/>
              </a:defRPr>
            </a:lvl1pPr>
            <a:lvl2pPr algn="ctr">
              <a:defRPr sz="1275" b="0">
                <a:solidFill>
                  <a:srgbClr val="111111"/>
                </a:solidFill>
                <a:latin typeface="Apple SD Gothic Neo"/>
                <a:ea typeface="Apple SD Gothic Neo"/>
                <a:cs typeface="Apple SD Gothic Neo"/>
              </a:defRPr>
            </a:lvl2pPr>
            <a:lvl3pPr algn="ctr">
              <a:defRPr sz="1275" b="0">
                <a:solidFill>
                  <a:srgbClr val="111111"/>
                </a:solidFill>
                <a:latin typeface="Apple SD Gothic Neo"/>
                <a:ea typeface="Apple SD Gothic Neo"/>
                <a:cs typeface="Apple SD Gothic Neo"/>
              </a:defRPr>
            </a:lvl3pPr>
            <a:lvl4pPr algn="ctr">
              <a:defRPr sz="1275" b="0">
                <a:solidFill>
                  <a:srgbClr val="111111"/>
                </a:solidFill>
                <a:latin typeface="Apple SD Gothic Neo"/>
                <a:ea typeface="Apple SD Gothic Neo"/>
                <a:cs typeface="Apple SD Gothic Neo"/>
              </a:defRPr>
            </a:lvl4pPr>
            <a:lvl5pPr algn="ctr">
              <a:defRPr sz="1275" b="0">
                <a:solidFill>
                  <a:srgbClr val="111111"/>
                </a:solidFill>
                <a:latin typeface="Apple SD Gothic Neo"/>
                <a:ea typeface="Apple SD Gothic Neo"/>
                <a:cs typeface="Apple SD Gothic Neo"/>
              </a:defRPr>
            </a:lvl5pPr>
            <a:lvl6pPr algn="ctr">
              <a:defRPr sz="1275" b="0">
                <a:solidFill>
                  <a:srgbClr val="111111"/>
                </a:solidFill>
                <a:latin typeface="Apple SD Gothic Neo"/>
                <a:ea typeface="Apple SD Gothic Neo"/>
                <a:cs typeface="Apple SD Gothic Neo"/>
              </a:defRPr>
            </a:lvl6pPr>
            <a:lvl7pPr algn="ctr">
              <a:defRPr sz="1275" b="0">
                <a:solidFill>
                  <a:srgbClr val="111111"/>
                </a:solidFill>
                <a:latin typeface="Apple SD Gothic Neo"/>
                <a:ea typeface="Apple SD Gothic Neo"/>
                <a:cs typeface="Apple SD Gothic Neo"/>
              </a:defRPr>
            </a:lvl7pPr>
            <a:lvl8pPr algn="ctr">
              <a:defRPr sz="1275" b="0">
                <a:solidFill>
                  <a:srgbClr val="111111"/>
                </a:solidFill>
                <a:latin typeface="Apple SD Gothic Neo"/>
                <a:ea typeface="Apple SD Gothic Neo"/>
                <a:cs typeface="Apple SD Gothic Neo"/>
              </a:defRPr>
            </a:lvl8pPr>
            <a:lvl9pPr algn="ctr">
              <a:defRPr sz="1275" b="0">
                <a:solidFill>
                  <a:srgbClr val="111111"/>
                </a:solidFill>
                <a:latin typeface="Apple SD Gothic Neo"/>
                <a:ea typeface="Apple SD Gothic Neo"/>
                <a:cs typeface="Apple SD Gothic Neo"/>
              </a:defRPr>
            </a:lvl9pPr>
          </a:lstStyle>
          <a:p xmlns:a="http://schemas.openxmlformats.org/drawingml/2006/main">
            <a:pPr algn="ctr">
              <a:defRPr sz="1275" b="0">
                <a:solidFill>
                  <a:srgbClr val="111111"/>
                </a:solidFill>
                <a:latin typeface="Apple SD Gothic Neo"/>
                <a:ea typeface="Apple SD Gothic Neo"/>
                <a:cs typeface="Apple SD Gothic Neo"/>
              </a:defRPr>
            </a:pPr>
            <a:r>
              <a:rPr sz="1275" b="0">
                <a:solidFill>
                  <a:srgbClr val="111111"/>
                </a:solidFill>
                <a:latin typeface="Apple SD Gothic Neo"/>
                <a:ea typeface="Apple SD Gothic Neo"/>
                <a:cs typeface="Apple SD Gothic Neo"/>
              </a:rPr>
              <a:t>갱신</a:t>
            </a:r>
          </a:p>
        </p:txBody>
      </p:sp>
      <p:sp>
        <p:nvSpPr>
          <p:cNvPr id="59" name="Editable path 154">
            <a:extLst xmlns:a="http://schemas.openxmlformats.org/drawingml/2006/main">
              <a:ext uri="{FF2B5EF4-FFF2-40B4-BE49-F238E27FC236}">
                <a16:creationId xmlns:a16="http://schemas.microsoft.com/office/drawing/2014/main" id="{F04A973B-7EBA-4D9C-8AA2-58435F89961E}"/>
              </a:ext>
            </a:extLst>
          </p:cNvPr>
          <p:cNvSpPr>
            <a:spLocks xmlns:a="http://schemas.openxmlformats.org/drawingml/2006/main" noGrp="1"/>
          </p:cNvSpPr>
          <p:nvPr/>
        </p:nvSpPr>
        <p:spPr>
          <a:xfrm xmlns:a="http://schemas.openxmlformats.org/drawingml/2006/main">
            <a:off x="2514600" y="4438650"/>
            <a:ext cx="1485900" cy="1190625"/>
          </a:xfrm>
          <a:custGeom xmlns:a="http://schemas.openxmlformats.org/drawingml/2006/main">
            <a:pathLst>
              <a:path w="1485900" h="1190625">
                <a:moveTo>
                  <a:pt x="1485900" y="790575"/>
                </a:moveTo>
                <a:lnTo>
                  <a:pt x="1485900" y="1190625"/>
                </a:lnTo>
                <a:lnTo>
                  <a:pt x="0" y="1190625"/>
                </a:lnTo>
                <a:lnTo>
                  <a:pt x="0" y="0"/>
                </a:lnTo>
                <a:lnTo>
                  <a:pt x="1485900" y="0"/>
                </a:lnTo>
                <a:lnTo>
                  <a:pt x="1485900" y="123825"/>
                </a:lnTo>
              </a:path>
            </a:pathLst>
          </a:custGeom>
          <a:noFill xmlns:a="http://schemas.openxmlformats.org/drawingml/2006/main"/>
          <a:ln xmlns:a="http://schemas.openxmlformats.org/drawingml/2006/main" w="19050">
            <a:solidFill>
              <a:srgbClr val="111111"/>
            </a:solidFill>
            <a:prstDash val="solid"/>
          </a:ln>
        </p:spPr>
      </p:sp>
      <p:sp>
        <p:nvSpPr>
          <p:cNvPr id="60" name="Editable arrowhead 155">
            <a:extLst xmlns:a="http://schemas.openxmlformats.org/drawingml/2006/main">
              <a:ext uri="{FF2B5EF4-FFF2-40B4-BE49-F238E27FC236}">
                <a16:creationId xmlns:a16="http://schemas.microsoft.com/office/drawing/2014/main" id="{DA5A4677-52E9-4B2D-A399-96E998B242F9}"/>
              </a:ext>
            </a:extLst>
          </p:cNvPr>
          <p:cNvSpPr>
            <a:spLocks xmlns:a="http://schemas.openxmlformats.org/drawingml/2006/main" noGrp="1"/>
          </p:cNvSpPr>
          <p:nvPr/>
        </p:nvSpPr>
        <p:spPr>
          <a:xfrm xmlns:a="http://schemas.openxmlformats.org/drawingml/2006/main">
            <a:off x="3952875" y="44672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61" name="DP2 object 156">
            <a:extLst xmlns:a="http://schemas.openxmlformats.org/drawingml/2006/main">
              <a:ext uri="{FF2B5EF4-FFF2-40B4-BE49-F238E27FC236}">
                <a16:creationId xmlns:a16="http://schemas.microsoft.com/office/drawing/2014/main" id="{C6810F5C-48C8-41CC-A217-008E34A7F3C8}"/>
              </a:ext>
            </a:extLst>
          </p:cNvPr>
          <p:cNvSpPr>
            <a:spLocks xmlns:a="http://schemas.openxmlformats.org/drawingml/2006/main" noGrp="1"/>
          </p:cNvSpPr>
          <p:nvPr/>
        </p:nvSpPr>
        <p:spPr>
          <a:xfrm xmlns:a="http://schemas.openxmlformats.org/drawingml/2006/main">
            <a:off x="4219575" y="5476875"/>
            <a:ext cx="5086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남은 목표와 새 입력을 같은 실행에서 계속</a:t>
            </a:r>
          </a:p>
        </p:txBody>
      </p:sp>
      <p:sp>
        <p:nvSpPr>
          <p:cNvPr id="62" name="DP2 object 157">
            <a:extLst xmlns:a="http://schemas.openxmlformats.org/drawingml/2006/main">
              <a:ext uri="{FF2B5EF4-FFF2-40B4-BE49-F238E27FC236}">
                <a16:creationId xmlns:a16="http://schemas.microsoft.com/office/drawing/2014/main" id="{0EDFBA8C-DC13-49A0-B9A0-17BDE2AAC7E0}"/>
              </a:ext>
            </a:extLst>
          </p:cNvPr>
          <p:cNvSpPr>
            <a:spLocks xmlns:a="http://schemas.openxmlformats.org/drawingml/2006/main" noGrp="1"/>
          </p:cNvSpPr>
          <p:nvPr/>
        </p:nvSpPr>
        <p:spPr>
          <a:xfrm xmlns:a="http://schemas.openxmlformats.org/drawingml/2006/main">
            <a:off x="10058400" y="2190750"/>
            <a:ext cx="790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공통 대화 + 요청별 실행과 문맥 + 반환 관리</a:t>
            </a:r>
          </a:p>
        </p:txBody>
      </p:sp>
      <p:sp>
        <p:nvSpPr>
          <p:cNvPr id="63" name="B Request Controller Component">
            <a:extLst xmlns:a="http://schemas.openxmlformats.org/drawingml/2006/main">
              <a:ext uri="{FF2B5EF4-FFF2-40B4-BE49-F238E27FC236}">
                <a16:creationId xmlns:a16="http://schemas.microsoft.com/office/drawing/2014/main" id="{5736A4CB-6A36-4E4E-9387-47BDEAFCE090}"/>
              </a:ext>
            </a:extLst>
          </p:cNvPr>
          <p:cNvSpPr>
            <a:spLocks xmlns:a="http://schemas.openxmlformats.org/drawingml/2006/main" noGrp="1"/>
          </p:cNvSpPr>
          <p:nvPr/>
        </p:nvSpPr>
        <p:spPr>
          <a:xfrm xmlns:a="http://schemas.openxmlformats.org/drawingml/2006/main">
            <a:off x="10229850" y="2505075"/>
            <a:ext cx="2324100" cy="3514725"/>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64" name="DP2 object 158">
            <a:extLst xmlns:a="http://schemas.openxmlformats.org/drawingml/2006/main">
              <a:ext uri="{FF2B5EF4-FFF2-40B4-BE49-F238E27FC236}">
                <a16:creationId xmlns:a16="http://schemas.microsoft.com/office/drawing/2014/main" id="{AA81BDE9-79FE-4FA5-B53E-64B5E75A293D}"/>
              </a:ext>
            </a:extLst>
          </p:cNvPr>
          <p:cNvSpPr>
            <a:spLocks xmlns:a="http://schemas.openxmlformats.org/drawingml/2006/main" noGrp="1"/>
          </p:cNvSpPr>
          <p:nvPr/>
        </p:nvSpPr>
        <p:spPr>
          <a:xfrm xmlns:a="http://schemas.openxmlformats.org/drawingml/2006/main">
            <a:off x="10334625" y="2581275"/>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a:t>
            </a:r>
          </a:p>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Controller</a:t>
            </a:r>
          </a:p>
        </p:txBody>
      </p:sp>
      <p:sp>
        <p:nvSpPr>
          <p:cNvPr id="65" name="Editable path 159">
            <a:extLst xmlns:a="http://schemas.openxmlformats.org/drawingml/2006/main">
              <a:ext uri="{FF2B5EF4-FFF2-40B4-BE49-F238E27FC236}">
                <a16:creationId xmlns:a16="http://schemas.microsoft.com/office/drawing/2014/main" id="{B76DECD5-65CE-40FB-8D5F-081B88D914A5}"/>
              </a:ext>
            </a:extLst>
          </p:cNvPr>
          <p:cNvSpPr>
            <a:spLocks xmlns:a="http://schemas.openxmlformats.org/drawingml/2006/main" noGrp="1"/>
          </p:cNvSpPr>
          <p:nvPr/>
        </p:nvSpPr>
        <p:spPr>
          <a:xfrm xmlns:a="http://schemas.openxmlformats.org/drawingml/2006/main">
            <a:off x="10229850" y="3152775"/>
            <a:ext cx="2324100" cy="953"/>
          </a:xfrm>
          <a:custGeom xmlns:a="http://schemas.openxmlformats.org/drawingml/2006/main">
            <a:pathLst>
              <a:path w="2324100" h="953">
                <a:moveTo>
                  <a:pt x="0" y="0"/>
                </a:moveTo>
                <a:lnTo>
                  <a:pt x="2324100" y="0"/>
                </a:lnTo>
              </a:path>
            </a:pathLst>
          </a:custGeom>
          <a:noFill xmlns:a="http://schemas.openxmlformats.org/drawingml/2006/main"/>
          <a:ln xmlns:a="http://schemas.openxmlformats.org/drawingml/2006/main" w="13335">
            <a:solidFill>
              <a:srgbClr val="111111"/>
            </a:solidFill>
            <a:prstDash val="solid"/>
          </a:ln>
        </p:spPr>
      </p:sp>
      <p:sp>
        <p:nvSpPr>
          <p:cNvPr id="66" name="입력 보존 / 실행 요청">
            <a:extLst xmlns:a="http://schemas.openxmlformats.org/drawingml/2006/main">
              <a:ext uri="{FF2B5EF4-FFF2-40B4-BE49-F238E27FC236}">
                <a16:creationId xmlns:a16="http://schemas.microsoft.com/office/drawing/2014/main" id="{89BB312F-9440-40B3-85F1-1E32578C962A}"/>
              </a:ext>
            </a:extLst>
          </p:cNvPr>
          <p:cNvSpPr>
            <a:spLocks xmlns:a="http://schemas.openxmlformats.org/drawingml/2006/main" noGrp="1"/>
          </p:cNvSpPr>
          <p:nvPr/>
        </p:nvSpPr>
        <p:spPr>
          <a:xfrm xmlns:a="http://schemas.openxmlformats.org/drawingml/2006/main">
            <a:off x="10353675" y="3248025"/>
            <a:ext cx="2076450" cy="4000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67" name="DP2 object 160">
            <a:extLst xmlns:a="http://schemas.openxmlformats.org/drawingml/2006/main">
              <a:ext uri="{FF2B5EF4-FFF2-40B4-BE49-F238E27FC236}">
                <a16:creationId xmlns:a16="http://schemas.microsoft.com/office/drawing/2014/main" id="{B055069D-B850-417D-8FD0-9CE00CB7647A}"/>
              </a:ext>
            </a:extLst>
          </p:cNvPr>
          <p:cNvSpPr>
            <a:spLocks xmlns:a="http://schemas.openxmlformats.org/drawingml/2006/main" noGrp="1"/>
          </p:cNvSpPr>
          <p:nvPr/>
        </p:nvSpPr>
        <p:spPr>
          <a:xfrm xmlns:a="http://schemas.openxmlformats.org/drawingml/2006/main">
            <a:off x="10420350" y="3286125"/>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입력 보존 / 실행 요청</a:t>
            </a:r>
          </a:p>
        </p:txBody>
      </p:sp>
      <p:sp>
        <p:nvSpPr>
          <p:cNvPr id="68" name="입력 / 실행 ID 대응&#10;목표·revision&#10;변경·완료 상태">
            <a:extLst xmlns:a="http://schemas.openxmlformats.org/drawingml/2006/main">
              <a:ext uri="{FF2B5EF4-FFF2-40B4-BE49-F238E27FC236}">
                <a16:creationId xmlns:a16="http://schemas.microsoft.com/office/drawing/2014/main" id="{CC09C88A-3A20-48F8-834E-055AA0C7708E}"/>
              </a:ext>
            </a:extLst>
          </p:cNvPr>
          <p:cNvSpPr>
            <a:spLocks xmlns:a="http://schemas.openxmlformats.org/drawingml/2006/main" noGrp="1"/>
          </p:cNvSpPr>
          <p:nvPr/>
        </p:nvSpPr>
        <p:spPr>
          <a:xfrm xmlns:a="http://schemas.openxmlformats.org/drawingml/2006/main">
            <a:off x="10353675" y="3838575"/>
            <a:ext cx="2076450" cy="93345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69" name="DP2 object 161">
            <a:extLst xmlns:a="http://schemas.openxmlformats.org/drawingml/2006/main">
              <a:ext uri="{FF2B5EF4-FFF2-40B4-BE49-F238E27FC236}">
                <a16:creationId xmlns:a16="http://schemas.microsoft.com/office/drawing/2014/main" id="{D63FFF8E-AA25-4623-BE5E-E760787EF919}"/>
              </a:ext>
            </a:extLst>
          </p:cNvPr>
          <p:cNvSpPr>
            <a:spLocks xmlns:a="http://schemas.openxmlformats.org/drawingml/2006/main" noGrp="1"/>
          </p:cNvSpPr>
          <p:nvPr/>
        </p:nvSpPr>
        <p:spPr>
          <a:xfrm xmlns:a="http://schemas.openxmlformats.org/drawingml/2006/main">
            <a:off x="10401300" y="3943350"/>
            <a:ext cx="19812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입력 / 실행 ID 대응</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목표·revision</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변경·완료 상태</a:t>
            </a:r>
          </a:p>
        </p:txBody>
      </p:sp>
      <p:sp>
        <p:nvSpPr>
          <p:cNvPr id="70" name="개별 반환 검증·채택&#10;필요한 재결합 요청">
            <a:extLst xmlns:a="http://schemas.openxmlformats.org/drawingml/2006/main">
              <a:ext uri="{FF2B5EF4-FFF2-40B4-BE49-F238E27FC236}">
                <a16:creationId xmlns:a16="http://schemas.microsoft.com/office/drawing/2014/main" id="{EDB519A1-FB03-420D-B3C8-75F443A2760D}"/>
              </a:ext>
            </a:extLst>
          </p:cNvPr>
          <p:cNvSpPr>
            <a:spLocks xmlns:a="http://schemas.openxmlformats.org/drawingml/2006/main" noGrp="1"/>
          </p:cNvSpPr>
          <p:nvPr/>
        </p:nvSpPr>
        <p:spPr>
          <a:xfrm xmlns:a="http://schemas.openxmlformats.org/drawingml/2006/main">
            <a:off x="10353675" y="5105400"/>
            <a:ext cx="2076450" cy="7715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71" name="DP2 object 162">
            <a:extLst xmlns:a="http://schemas.openxmlformats.org/drawingml/2006/main">
              <a:ext uri="{FF2B5EF4-FFF2-40B4-BE49-F238E27FC236}">
                <a16:creationId xmlns:a16="http://schemas.microsoft.com/office/drawing/2014/main" id="{25BDA504-A8FC-46DF-B827-A998D2B72A10}"/>
              </a:ext>
            </a:extLst>
          </p:cNvPr>
          <p:cNvSpPr>
            <a:spLocks xmlns:a="http://schemas.openxmlformats.org/drawingml/2006/main" noGrp="1"/>
          </p:cNvSpPr>
          <p:nvPr/>
        </p:nvSpPr>
        <p:spPr>
          <a:xfrm xmlns:a="http://schemas.openxmlformats.org/drawingml/2006/main">
            <a:off x="10420350" y="5143500"/>
            <a:ext cx="19431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개별 반환 검증·채택</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필요한 재결합 요청</a:t>
            </a:r>
          </a:p>
        </p:txBody>
      </p:sp>
      <p:sp>
        <p:nvSpPr>
          <p:cNvPr id="72" name="Editable path 163">
            <a:extLst xmlns:a="http://schemas.openxmlformats.org/drawingml/2006/main">
              <a:ext uri="{FF2B5EF4-FFF2-40B4-BE49-F238E27FC236}">
                <a16:creationId xmlns:a16="http://schemas.microsoft.com/office/drawing/2014/main" id="{18FB303A-AC72-4C20-AEE5-E38C7ACC6511}"/>
              </a:ext>
            </a:extLst>
          </p:cNvPr>
          <p:cNvSpPr>
            <a:spLocks xmlns:a="http://schemas.openxmlformats.org/drawingml/2006/main" noGrp="1"/>
          </p:cNvSpPr>
          <p:nvPr/>
        </p:nvSpPr>
        <p:spPr>
          <a:xfrm xmlns:a="http://schemas.openxmlformats.org/drawingml/2006/main">
            <a:off x="11391900" y="3648075"/>
            <a:ext cx="953" cy="190500"/>
          </a:xfrm>
          <a:custGeom xmlns:a="http://schemas.openxmlformats.org/drawingml/2006/main">
            <a:pathLst>
              <a:path w="953" h="190500">
                <a:moveTo>
                  <a:pt x="0" y="0"/>
                </a:moveTo>
                <a:lnTo>
                  <a:pt x="0" y="190500"/>
                </a:lnTo>
              </a:path>
            </a:pathLst>
          </a:custGeom>
          <a:noFill xmlns:a="http://schemas.openxmlformats.org/drawingml/2006/main"/>
          <a:ln xmlns:a="http://schemas.openxmlformats.org/drawingml/2006/main" w="18098">
            <a:solidFill>
              <a:srgbClr val="111111"/>
            </a:solidFill>
            <a:prstDash val="solid"/>
          </a:ln>
        </p:spPr>
      </p:sp>
      <p:sp>
        <p:nvSpPr>
          <p:cNvPr id="73" name="Editable arrowhead 164">
            <a:extLst xmlns:a="http://schemas.openxmlformats.org/drawingml/2006/main">
              <a:ext uri="{FF2B5EF4-FFF2-40B4-BE49-F238E27FC236}">
                <a16:creationId xmlns:a16="http://schemas.microsoft.com/office/drawing/2014/main" id="{D3D991AD-1672-49C1-A560-025889A59C53}"/>
              </a:ext>
            </a:extLst>
          </p:cNvPr>
          <p:cNvSpPr>
            <a:spLocks xmlns:a="http://schemas.openxmlformats.org/drawingml/2006/main" noGrp="1"/>
          </p:cNvSpPr>
          <p:nvPr/>
        </p:nvSpPr>
        <p:spPr>
          <a:xfrm xmlns:a="http://schemas.openxmlformats.org/drawingml/2006/main">
            <a:off x="11344275" y="37433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4" name="Editable path 165">
            <a:extLst xmlns:a="http://schemas.openxmlformats.org/drawingml/2006/main">
              <a:ext uri="{FF2B5EF4-FFF2-40B4-BE49-F238E27FC236}">
                <a16:creationId xmlns:a16="http://schemas.microsoft.com/office/drawing/2014/main" id="{710EC4E2-5F1B-467B-A9D7-B29A7DAD6DDA}"/>
              </a:ext>
            </a:extLst>
          </p:cNvPr>
          <p:cNvSpPr>
            <a:spLocks xmlns:a="http://schemas.openxmlformats.org/drawingml/2006/main" noGrp="1"/>
          </p:cNvSpPr>
          <p:nvPr/>
        </p:nvSpPr>
        <p:spPr>
          <a:xfrm xmlns:a="http://schemas.openxmlformats.org/drawingml/2006/main">
            <a:off x="11391900" y="4772025"/>
            <a:ext cx="953" cy="333375"/>
          </a:xfrm>
          <a:custGeom xmlns:a="http://schemas.openxmlformats.org/drawingml/2006/main">
            <a:pathLst>
              <a:path w="953" h="333375">
                <a:moveTo>
                  <a:pt x="0" y="0"/>
                </a:moveTo>
                <a:lnTo>
                  <a:pt x="0" y="333375"/>
                </a:lnTo>
              </a:path>
            </a:pathLst>
          </a:custGeom>
          <a:noFill xmlns:a="http://schemas.openxmlformats.org/drawingml/2006/main"/>
          <a:ln xmlns:a="http://schemas.openxmlformats.org/drawingml/2006/main" w="18098">
            <a:solidFill>
              <a:srgbClr val="111111"/>
            </a:solidFill>
            <a:prstDash val="solid"/>
          </a:ln>
        </p:spPr>
      </p:sp>
      <p:sp>
        <p:nvSpPr>
          <p:cNvPr id="75" name="Editable arrowhead 166">
            <a:extLst xmlns:a="http://schemas.openxmlformats.org/drawingml/2006/main">
              <a:ext uri="{FF2B5EF4-FFF2-40B4-BE49-F238E27FC236}">
                <a16:creationId xmlns:a16="http://schemas.microsoft.com/office/drawing/2014/main" id="{58F3BFFF-8B18-4EB6-93D7-D88FE46DDC46}"/>
              </a:ext>
            </a:extLst>
          </p:cNvPr>
          <p:cNvSpPr>
            <a:spLocks xmlns:a="http://schemas.openxmlformats.org/drawingml/2006/main" noGrp="1"/>
          </p:cNvSpPr>
          <p:nvPr/>
        </p:nvSpPr>
        <p:spPr>
          <a:xfrm xmlns:a="http://schemas.openxmlformats.org/drawingml/2006/main">
            <a:off x="11344275" y="50101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6" name="B Request Interpreter Component">
            <a:extLst xmlns:a="http://schemas.openxmlformats.org/drawingml/2006/main">
              <a:ext uri="{FF2B5EF4-FFF2-40B4-BE49-F238E27FC236}">
                <a16:creationId xmlns:a16="http://schemas.microsoft.com/office/drawing/2014/main" id="{1004B0D7-0BB3-422E-82C0-F4A50C079483}"/>
              </a:ext>
            </a:extLst>
          </p:cNvPr>
          <p:cNvSpPr>
            <a:spLocks xmlns:a="http://schemas.openxmlformats.org/drawingml/2006/main" noGrp="1"/>
          </p:cNvSpPr>
          <p:nvPr/>
        </p:nvSpPr>
        <p:spPr>
          <a:xfrm xmlns:a="http://schemas.openxmlformats.org/drawingml/2006/main">
            <a:off x="12954000" y="2505075"/>
            <a:ext cx="4838700" cy="3514725"/>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77" name="DP2 object 167">
            <a:extLst xmlns:a="http://schemas.openxmlformats.org/drawingml/2006/main">
              <a:ext uri="{FF2B5EF4-FFF2-40B4-BE49-F238E27FC236}">
                <a16:creationId xmlns:a16="http://schemas.microsoft.com/office/drawing/2014/main" id="{6EFF98D3-56BD-4853-A174-6CA43374632B}"/>
              </a:ext>
            </a:extLst>
          </p:cNvPr>
          <p:cNvSpPr>
            <a:spLocks xmlns:a="http://schemas.openxmlformats.org/drawingml/2006/main" noGrp="1"/>
          </p:cNvSpPr>
          <p:nvPr/>
        </p:nvSpPr>
        <p:spPr>
          <a:xfrm xmlns:a="http://schemas.openxmlformats.org/drawingml/2006/main">
            <a:off x="13058775" y="2533650"/>
            <a:ext cx="462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Interpreter</a:t>
            </a:r>
          </a:p>
        </p:txBody>
      </p:sp>
      <p:sp>
        <p:nvSpPr>
          <p:cNvPr id="78" name="Editable path 168">
            <a:extLst xmlns:a="http://schemas.openxmlformats.org/drawingml/2006/main">
              <a:ext uri="{FF2B5EF4-FFF2-40B4-BE49-F238E27FC236}">
                <a16:creationId xmlns:a16="http://schemas.microsoft.com/office/drawing/2014/main" id="{44DD93FD-DFC0-4EDB-87B8-2FF38D954395}"/>
              </a:ext>
            </a:extLst>
          </p:cNvPr>
          <p:cNvSpPr>
            <a:spLocks xmlns:a="http://schemas.openxmlformats.org/drawingml/2006/main" noGrp="1"/>
          </p:cNvSpPr>
          <p:nvPr/>
        </p:nvSpPr>
        <p:spPr>
          <a:xfrm xmlns:a="http://schemas.openxmlformats.org/drawingml/2006/main">
            <a:off x="12954000" y="2838450"/>
            <a:ext cx="4838700" cy="953"/>
          </a:xfrm>
          <a:custGeom xmlns:a="http://schemas.openxmlformats.org/drawingml/2006/main">
            <a:pathLst>
              <a:path w="4838700" h="953">
                <a:moveTo>
                  <a:pt x="0" y="0"/>
                </a:moveTo>
                <a:lnTo>
                  <a:pt x="4838700" y="0"/>
                </a:lnTo>
              </a:path>
            </a:pathLst>
          </a:custGeom>
          <a:noFill xmlns:a="http://schemas.openxmlformats.org/drawingml/2006/main"/>
          <a:ln xmlns:a="http://schemas.openxmlformats.org/drawingml/2006/main" w="13335">
            <a:solidFill>
              <a:srgbClr val="111111"/>
            </a:solidFill>
            <a:prstDash val="solid"/>
          </a:ln>
        </p:spPr>
      </p:sp>
      <p:sp>
        <p:nvSpPr>
          <p:cNvPr id="79" name="공통 대화 해석&#10;관계 판단·확인 질문&#10;짧은 답은 직접 반환">
            <a:extLst xmlns:a="http://schemas.openxmlformats.org/drawingml/2006/main">
              <a:ext uri="{FF2B5EF4-FFF2-40B4-BE49-F238E27FC236}">
                <a16:creationId xmlns:a16="http://schemas.microsoft.com/office/drawing/2014/main" id="{022EBE50-65ED-40A8-B6CB-ABAC91F84ABB}"/>
              </a:ext>
            </a:extLst>
          </p:cNvPr>
          <p:cNvSpPr>
            <a:spLocks xmlns:a="http://schemas.openxmlformats.org/drawingml/2006/main" noGrp="1"/>
          </p:cNvSpPr>
          <p:nvPr/>
        </p:nvSpPr>
        <p:spPr>
          <a:xfrm xmlns:a="http://schemas.openxmlformats.org/drawingml/2006/main">
            <a:off x="13087350" y="2971800"/>
            <a:ext cx="2647950" cy="7905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80" name="DP2 object 169">
            <a:extLst xmlns:a="http://schemas.openxmlformats.org/drawingml/2006/main">
              <a:ext uri="{FF2B5EF4-FFF2-40B4-BE49-F238E27FC236}">
                <a16:creationId xmlns:a16="http://schemas.microsoft.com/office/drawing/2014/main" id="{20A0A57D-08F6-4BA8-8506-DD640B9E02F4}"/>
              </a:ext>
            </a:extLst>
          </p:cNvPr>
          <p:cNvSpPr>
            <a:spLocks xmlns:a="http://schemas.openxmlformats.org/drawingml/2006/main" noGrp="1"/>
          </p:cNvSpPr>
          <p:nvPr/>
        </p:nvSpPr>
        <p:spPr>
          <a:xfrm xmlns:a="http://schemas.openxmlformats.org/drawingml/2006/main">
            <a:off x="13154025" y="3009900"/>
            <a:ext cx="25146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공통 대화 해석</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관계 판단·확인 질문</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짧은 답은 직접 반환</a:t>
            </a:r>
          </a:p>
        </p:txBody>
      </p:sp>
      <p:sp>
        <p:nvSpPr>
          <p:cNvPr id="81" name="최근 문맥&#10;요청 참조">
            <a:extLst xmlns:a="http://schemas.openxmlformats.org/drawingml/2006/main">
              <a:ext uri="{FF2B5EF4-FFF2-40B4-BE49-F238E27FC236}">
                <a16:creationId xmlns:a16="http://schemas.microsoft.com/office/drawing/2014/main" id="{D856DE97-8ACA-4518-A8D9-56BA32F57D92}"/>
              </a:ext>
            </a:extLst>
          </p:cNvPr>
          <p:cNvSpPr>
            <a:spLocks xmlns:a="http://schemas.openxmlformats.org/drawingml/2006/main" noGrp="1"/>
          </p:cNvSpPr>
          <p:nvPr/>
        </p:nvSpPr>
        <p:spPr>
          <a:xfrm xmlns:a="http://schemas.openxmlformats.org/drawingml/2006/main">
            <a:off x="15944850" y="2971800"/>
            <a:ext cx="1714500" cy="7905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82" name="DP2 object 170">
            <a:extLst xmlns:a="http://schemas.openxmlformats.org/drawingml/2006/main">
              <a:ext uri="{FF2B5EF4-FFF2-40B4-BE49-F238E27FC236}">
                <a16:creationId xmlns:a16="http://schemas.microsoft.com/office/drawing/2014/main" id="{37D0A153-C74F-4743-9507-BB2FE2BC283B}"/>
              </a:ext>
            </a:extLst>
          </p:cNvPr>
          <p:cNvSpPr>
            <a:spLocks xmlns:a="http://schemas.openxmlformats.org/drawingml/2006/main" noGrp="1"/>
          </p:cNvSpPr>
          <p:nvPr/>
        </p:nvSpPr>
        <p:spPr>
          <a:xfrm xmlns:a="http://schemas.openxmlformats.org/drawingml/2006/main">
            <a:off x="15992475" y="3076575"/>
            <a:ext cx="161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최근 문맥</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요청 참조</a:t>
            </a:r>
          </a:p>
        </p:txBody>
      </p:sp>
      <p:sp>
        <p:nvSpPr>
          <p:cNvPr id="83" name="Editable path 171">
            <a:extLst xmlns:a="http://schemas.openxmlformats.org/drawingml/2006/main">
              <a:ext uri="{FF2B5EF4-FFF2-40B4-BE49-F238E27FC236}">
                <a16:creationId xmlns:a16="http://schemas.microsoft.com/office/drawing/2014/main" id="{26C3841A-4053-4B77-87D8-6A621B2636C9}"/>
              </a:ext>
            </a:extLst>
          </p:cNvPr>
          <p:cNvSpPr>
            <a:spLocks xmlns:a="http://schemas.openxmlformats.org/drawingml/2006/main" noGrp="1"/>
          </p:cNvSpPr>
          <p:nvPr/>
        </p:nvSpPr>
        <p:spPr>
          <a:xfrm xmlns:a="http://schemas.openxmlformats.org/drawingml/2006/main">
            <a:off x="15735300" y="3371850"/>
            <a:ext cx="209550" cy="953"/>
          </a:xfrm>
          <a:custGeom xmlns:a="http://schemas.openxmlformats.org/drawingml/2006/main">
            <a:pathLst>
              <a:path w="209550" h="953">
                <a:moveTo>
                  <a:pt x="209550" y="0"/>
                </a:moveTo>
                <a:lnTo>
                  <a:pt x="0" y="0"/>
                </a:lnTo>
              </a:path>
            </a:pathLst>
          </a:custGeom>
          <a:noFill xmlns:a="http://schemas.openxmlformats.org/drawingml/2006/main"/>
          <a:ln xmlns:a="http://schemas.openxmlformats.org/drawingml/2006/main" w="16193">
            <a:solidFill>
              <a:srgbClr val="111111"/>
            </a:solidFill>
            <a:prstDash val="solid"/>
          </a:ln>
        </p:spPr>
      </p:sp>
      <p:sp>
        <p:nvSpPr>
          <p:cNvPr id="84" name="Editable arrowhead 172">
            <a:extLst xmlns:a="http://schemas.openxmlformats.org/drawingml/2006/main">
              <a:ext uri="{FF2B5EF4-FFF2-40B4-BE49-F238E27FC236}">
                <a16:creationId xmlns:a16="http://schemas.microsoft.com/office/drawing/2014/main" id="{9A25B4A6-ADD1-4CBF-9C12-995A6D3A76AC}"/>
              </a:ext>
            </a:extLst>
          </p:cNvPr>
          <p:cNvSpPr>
            <a:spLocks xmlns:a="http://schemas.openxmlformats.org/drawingml/2006/main" noGrp="1"/>
          </p:cNvSpPr>
          <p:nvPr/>
        </p:nvSpPr>
        <p:spPr>
          <a:xfrm xmlns:a="http://schemas.openxmlformats.org/drawingml/2006/main">
            <a:off x="15735300" y="3324225"/>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5" name="Editable path 173">
            <a:extLst xmlns:a="http://schemas.openxmlformats.org/drawingml/2006/main">
              <a:ext uri="{FF2B5EF4-FFF2-40B4-BE49-F238E27FC236}">
                <a16:creationId xmlns:a16="http://schemas.microsoft.com/office/drawing/2014/main" id="{85326C4B-38AC-4E29-8F68-8FC04A0E7A2A}"/>
              </a:ext>
            </a:extLst>
          </p:cNvPr>
          <p:cNvSpPr>
            <a:spLocks xmlns:a="http://schemas.openxmlformats.org/drawingml/2006/main" noGrp="1"/>
          </p:cNvSpPr>
          <p:nvPr/>
        </p:nvSpPr>
        <p:spPr>
          <a:xfrm xmlns:a="http://schemas.openxmlformats.org/drawingml/2006/main">
            <a:off x="12553950" y="3448050"/>
            <a:ext cx="533400" cy="953"/>
          </a:xfrm>
          <a:custGeom xmlns:a="http://schemas.openxmlformats.org/drawingml/2006/main">
            <a:pathLst>
              <a:path w="533400" h="953">
                <a:moveTo>
                  <a:pt x="0" y="0"/>
                </a:moveTo>
                <a:lnTo>
                  <a:pt x="533400" y="0"/>
                </a:lnTo>
              </a:path>
            </a:pathLst>
          </a:custGeom>
          <a:noFill xmlns:a="http://schemas.openxmlformats.org/drawingml/2006/main"/>
          <a:ln xmlns:a="http://schemas.openxmlformats.org/drawingml/2006/main" w="20003">
            <a:solidFill>
              <a:srgbClr val="111111"/>
            </a:solidFill>
            <a:prstDash val="solid"/>
          </a:ln>
        </p:spPr>
      </p:sp>
      <p:sp>
        <p:nvSpPr>
          <p:cNvPr id="86" name="Editable arrowhead 174">
            <a:extLst xmlns:a="http://schemas.openxmlformats.org/drawingml/2006/main">
              <a:ext uri="{FF2B5EF4-FFF2-40B4-BE49-F238E27FC236}">
                <a16:creationId xmlns:a16="http://schemas.microsoft.com/office/drawing/2014/main" id="{1F425B06-59C6-402B-A5F5-F78D78F84A0D}"/>
              </a:ext>
            </a:extLst>
          </p:cNvPr>
          <p:cNvSpPr>
            <a:spLocks xmlns:a="http://schemas.openxmlformats.org/drawingml/2006/main" noGrp="1"/>
          </p:cNvSpPr>
          <p:nvPr/>
        </p:nvSpPr>
        <p:spPr>
          <a:xfrm xmlns:a="http://schemas.openxmlformats.org/drawingml/2006/main">
            <a:off x="12992100" y="34004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7" name="Editable path 175">
            <a:extLst xmlns:a="http://schemas.openxmlformats.org/drawingml/2006/main">
              <a:ext uri="{FF2B5EF4-FFF2-40B4-BE49-F238E27FC236}">
                <a16:creationId xmlns:a16="http://schemas.microsoft.com/office/drawing/2014/main" id="{8D883BAA-282F-49CC-8C0F-5BE67E83B4F8}"/>
              </a:ext>
            </a:extLst>
          </p:cNvPr>
          <p:cNvSpPr>
            <a:spLocks xmlns:a="http://schemas.openxmlformats.org/drawingml/2006/main" noGrp="1"/>
          </p:cNvSpPr>
          <p:nvPr/>
        </p:nvSpPr>
        <p:spPr>
          <a:xfrm xmlns:a="http://schemas.openxmlformats.org/drawingml/2006/main">
            <a:off x="12553950" y="3638550"/>
            <a:ext cx="533400" cy="1590675"/>
          </a:xfrm>
          <a:custGeom xmlns:a="http://schemas.openxmlformats.org/drawingml/2006/main">
            <a:pathLst>
              <a:path w="533400" h="1590675">
                <a:moveTo>
                  <a:pt x="533400" y="0"/>
                </a:moveTo>
                <a:lnTo>
                  <a:pt x="133350" y="0"/>
                </a:lnTo>
                <a:lnTo>
                  <a:pt x="133350" y="1590675"/>
                </a:lnTo>
                <a:lnTo>
                  <a:pt x="0" y="1590675"/>
                </a:lnTo>
              </a:path>
            </a:pathLst>
          </a:custGeom>
          <a:noFill xmlns:a="http://schemas.openxmlformats.org/drawingml/2006/main"/>
          <a:ln xmlns:a="http://schemas.openxmlformats.org/drawingml/2006/main" w="20003">
            <a:solidFill>
              <a:srgbClr val="111111"/>
            </a:solidFill>
            <a:prstDash val="solid"/>
          </a:ln>
        </p:spPr>
      </p:sp>
      <p:sp>
        <p:nvSpPr>
          <p:cNvPr id="88" name="Editable arrowhead 176">
            <a:extLst xmlns:a="http://schemas.openxmlformats.org/drawingml/2006/main">
              <a:ext uri="{FF2B5EF4-FFF2-40B4-BE49-F238E27FC236}">
                <a16:creationId xmlns:a16="http://schemas.microsoft.com/office/drawing/2014/main" id="{6E49C388-90D7-4748-8D7E-6C0B5D310BBA}"/>
              </a:ext>
            </a:extLst>
          </p:cNvPr>
          <p:cNvSpPr>
            <a:spLocks xmlns:a="http://schemas.openxmlformats.org/drawingml/2006/main" noGrp="1"/>
          </p:cNvSpPr>
          <p:nvPr/>
        </p:nvSpPr>
        <p:spPr>
          <a:xfrm xmlns:a="http://schemas.openxmlformats.org/drawingml/2006/main">
            <a:off x="12553950" y="51816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9" name="Editable path 177">
            <a:extLst xmlns:a="http://schemas.openxmlformats.org/drawingml/2006/main">
              <a:ext uri="{FF2B5EF4-FFF2-40B4-BE49-F238E27FC236}">
                <a16:creationId xmlns:a16="http://schemas.microsoft.com/office/drawing/2014/main" id="{A4F002FC-69C5-4EFC-8AB7-FAAF1488BE95}"/>
              </a:ext>
            </a:extLst>
          </p:cNvPr>
          <p:cNvSpPr>
            <a:spLocks xmlns:a="http://schemas.openxmlformats.org/drawingml/2006/main" noGrp="1"/>
          </p:cNvSpPr>
          <p:nvPr/>
        </p:nvSpPr>
        <p:spPr>
          <a:xfrm xmlns:a="http://schemas.openxmlformats.org/drawingml/2006/main">
            <a:off x="14173200" y="3762375"/>
            <a:ext cx="238125" cy="371475"/>
          </a:xfrm>
          <a:custGeom xmlns:a="http://schemas.openxmlformats.org/drawingml/2006/main">
            <a:pathLst>
              <a:path w="238125" h="371475">
                <a:moveTo>
                  <a:pt x="238125" y="0"/>
                </a:moveTo>
                <a:lnTo>
                  <a:pt x="238125" y="180975"/>
                </a:lnTo>
                <a:lnTo>
                  <a:pt x="0" y="180975"/>
                </a:lnTo>
                <a:lnTo>
                  <a:pt x="0" y="371475"/>
                </a:lnTo>
              </a:path>
            </a:pathLst>
          </a:custGeom>
          <a:noFill xmlns:a="http://schemas.openxmlformats.org/drawingml/2006/main"/>
          <a:ln xmlns:a="http://schemas.openxmlformats.org/drawingml/2006/main" w="20003">
            <a:solidFill>
              <a:srgbClr val="111111"/>
            </a:solidFill>
            <a:prstDash val="solid"/>
          </a:ln>
        </p:spPr>
      </p:sp>
      <p:sp>
        <p:nvSpPr>
          <p:cNvPr id="90" name="Editable arrowhead 178">
            <a:extLst xmlns:a="http://schemas.openxmlformats.org/drawingml/2006/main">
              <a:ext uri="{FF2B5EF4-FFF2-40B4-BE49-F238E27FC236}">
                <a16:creationId xmlns:a16="http://schemas.microsoft.com/office/drawing/2014/main" id="{FF8C6DD4-1593-45CD-99AA-AADA92835ACD}"/>
              </a:ext>
            </a:extLst>
          </p:cNvPr>
          <p:cNvSpPr>
            <a:spLocks xmlns:a="http://schemas.openxmlformats.org/drawingml/2006/main" noGrp="1"/>
          </p:cNvSpPr>
          <p:nvPr/>
        </p:nvSpPr>
        <p:spPr>
          <a:xfrm xmlns:a="http://schemas.openxmlformats.org/drawingml/2006/main">
            <a:off x="14125575" y="40386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1" name="Editable path 179">
            <a:extLst xmlns:a="http://schemas.openxmlformats.org/drawingml/2006/main">
              <a:ext uri="{FF2B5EF4-FFF2-40B4-BE49-F238E27FC236}">
                <a16:creationId xmlns:a16="http://schemas.microsoft.com/office/drawing/2014/main" id="{DC496E3A-2F8F-4718-9EF2-F128CFE98D0B}"/>
              </a:ext>
            </a:extLst>
          </p:cNvPr>
          <p:cNvSpPr>
            <a:spLocks xmlns:a="http://schemas.openxmlformats.org/drawingml/2006/main" noGrp="1"/>
          </p:cNvSpPr>
          <p:nvPr/>
        </p:nvSpPr>
        <p:spPr>
          <a:xfrm xmlns:a="http://schemas.openxmlformats.org/drawingml/2006/main">
            <a:off x="14411325" y="3943350"/>
            <a:ext cx="2162175" cy="190500"/>
          </a:xfrm>
          <a:custGeom xmlns:a="http://schemas.openxmlformats.org/drawingml/2006/main">
            <a:pathLst>
              <a:path w="2162175" h="190500">
                <a:moveTo>
                  <a:pt x="0" y="0"/>
                </a:moveTo>
                <a:lnTo>
                  <a:pt x="2162175" y="0"/>
                </a:lnTo>
                <a:lnTo>
                  <a:pt x="2162175" y="190500"/>
                </a:lnTo>
              </a:path>
            </a:pathLst>
          </a:custGeom>
          <a:noFill xmlns:a="http://schemas.openxmlformats.org/drawingml/2006/main"/>
          <a:ln xmlns:a="http://schemas.openxmlformats.org/drawingml/2006/main" w="20003">
            <a:solidFill>
              <a:srgbClr val="111111"/>
            </a:solidFill>
            <a:prstDash val="solid"/>
          </a:ln>
        </p:spPr>
      </p:sp>
      <p:sp>
        <p:nvSpPr>
          <p:cNvPr id="92" name="Editable arrowhead 180">
            <a:extLst xmlns:a="http://schemas.openxmlformats.org/drawingml/2006/main">
              <a:ext uri="{FF2B5EF4-FFF2-40B4-BE49-F238E27FC236}">
                <a16:creationId xmlns:a16="http://schemas.microsoft.com/office/drawing/2014/main" id="{343997A2-B782-43BE-BDDF-7AF4BDDF7726}"/>
              </a:ext>
            </a:extLst>
          </p:cNvPr>
          <p:cNvSpPr>
            <a:spLocks xmlns:a="http://schemas.openxmlformats.org/drawingml/2006/main" noGrp="1"/>
          </p:cNvSpPr>
          <p:nvPr/>
        </p:nvSpPr>
        <p:spPr>
          <a:xfrm xmlns:a="http://schemas.openxmlformats.org/drawingml/2006/main">
            <a:off x="16525875" y="40386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3" name="B R1 logical execution">
            <a:extLst xmlns:a="http://schemas.openxmlformats.org/drawingml/2006/main">
              <a:ext uri="{FF2B5EF4-FFF2-40B4-BE49-F238E27FC236}">
                <a16:creationId xmlns:a16="http://schemas.microsoft.com/office/drawing/2014/main" id="{BFE8DC80-4863-4B77-920D-8ECEA80AE9DF}"/>
              </a:ext>
            </a:extLst>
          </p:cNvPr>
          <p:cNvSpPr>
            <a:spLocks xmlns:a="http://schemas.openxmlformats.org/drawingml/2006/main" noGrp="1"/>
          </p:cNvSpPr>
          <p:nvPr/>
        </p:nvSpPr>
        <p:spPr>
          <a:xfrm xmlns:a="http://schemas.openxmlformats.org/drawingml/2006/main">
            <a:off x="13087350" y="4133850"/>
            <a:ext cx="2171700" cy="1352550"/>
          </a:xfrm>
          <a:prstGeom xmlns:a="http://schemas.openxmlformats.org/drawingml/2006/main" prst="rect">
            <a:avLst/>
          </a:prstGeom>
          <a:noFill xmlns:a="http://schemas.openxmlformats.org/drawingml/2006/main"/>
          <a:ln xmlns:a="http://schemas.openxmlformats.org/drawingml/2006/main" w="17145">
            <a:solidFill>
              <a:srgbClr val="111111"/>
            </a:solidFill>
            <a:prstDash val="dash"/>
          </a:ln>
        </p:spPr>
      </p:sp>
      <p:sp>
        <p:nvSpPr>
          <p:cNvPr id="94" name="B R2 logical execution">
            <a:extLst xmlns:a="http://schemas.openxmlformats.org/drawingml/2006/main">
              <a:ext uri="{FF2B5EF4-FFF2-40B4-BE49-F238E27FC236}">
                <a16:creationId xmlns:a16="http://schemas.microsoft.com/office/drawing/2014/main" id="{B9698250-463D-481E-809B-046FFAE97CBC}"/>
              </a:ext>
            </a:extLst>
          </p:cNvPr>
          <p:cNvSpPr>
            <a:spLocks xmlns:a="http://schemas.openxmlformats.org/drawingml/2006/main" noGrp="1"/>
          </p:cNvSpPr>
          <p:nvPr/>
        </p:nvSpPr>
        <p:spPr>
          <a:xfrm xmlns:a="http://schemas.openxmlformats.org/drawingml/2006/main">
            <a:off x="15487650" y="4133850"/>
            <a:ext cx="2171700" cy="1352550"/>
          </a:xfrm>
          <a:prstGeom xmlns:a="http://schemas.openxmlformats.org/drawingml/2006/main" prst="rect">
            <a:avLst/>
          </a:prstGeom>
          <a:noFill xmlns:a="http://schemas.openxmlformats.org/drawingml/2006/main"/>
          <a:ln xmlns:a="http://schemas.openxmlformats.org/drawingml/2006/main" w="17145">
            <a:solidFill>
              <a:srgbClr val="111111"/>
            </a:solidFill>
            <a:prstDash val="dash"/>
          </a:ln>
        </p:spPr>
      </p:sp>
      <p:sp>
        <p:nvSpPr>
          <p:cNvPr id="95" name="DP2 object 181">
            <a:extLst xmlns:a="http://schemas.openxmlformats.org/drawingml/2006/main">
              <a:ext uri="{FF2B5EF4-FFF2-40B4-BE49-F238E27FC236}">
                <a16:creationId xmlns:a16="http://schemas.microsoft.com/office/drawing/2014/main" id="{BEDF59EA-0D1B-4AB4-B7D4-181262018B28}"/>
              </a:ext>
            </a:extLst>
          </p:cNvPr>
          <p:cNvSpPr>
            <a:spLocks xmlns:a="http://schemas.openxmlformats.org/drawingml/2006/main" noGrp="1"/>
          </p:cNvSpPr>
          <p:nvPr/>
        </p:nvSpPr>
        <p:spPr>
          <a:xfrm xmlns:a="http://schemas.openxmlformats.org/drawingml/2006/main">
            <a:off x="13182600" y="4181475"/>
            <a:ext cx="1981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R1 해석 실행</a:t>
            </a:r>
          </a:p>
        </p:txBody>
      </p:sp>
      <p:sp>
        <p:nvSpPr>
          <p:cNvPr id="96" name="DP2 object 182">
            <a:extLst xmlns:a="http://schemas.openxmlformats.org/drawingml/2006/main">
              <a:ext uri="{FF2B5EF4-FFF2-40B4-BE49-F238E27FC236}">
                <a16:creationId xmlns:a16="http://schemas.microsoft.com/office/drawing/2014/main" id="{9FDD837A-157E-41CB-88E6-A8F4B611142A}"/>
              </a:ext>
            </a:extLst>
          </p:cNvPr>
          <p:cNvSpPr>
            <a:spLocks xmlns:a="http://schemas.openxmlformats.org/drawingml/2006/main" noGrp="1"/>
          </p:cNvSpPr>
          <p:nvPr/>
        </p:nvSpPr>
        <p:spPr>
          <a:xfrm xmlns:a="http://schemas.openxmlformats.org/drawingml/2006/main">
            <a:off x="15582900" y="4181475"/>
            <a:ext cx="1981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R2 해석 실행</a:t>
            </a:r>
          </a:p>
        </p:txBody>
      </p:sp>
      <p:sp>
        <p:nvSpPr>
          <p:cNvPr id="97" name="근거 읽기·긴 판단">
            <a:extLst xmlns:a="http://schemas.openxmlformats.org/drawingml/2006/main">
              <a:ext uri="{FF2B5EF4-FFF2-40B4-BE49-F238E27FC236}">
                <a16:creationId xmlns:a16="http://schemas.microsoft.com/office/drawing/2014/main" id="{C964F69C-46D0-47FE-8935-6561875DF58D}"/>
              </a:ext>
            </a:extLst>
          </p:cNvPr>
          <p:cNvSpPr>
            <a:spLocks xmlns:a="http://schemas.openxmlformats.org/drawingml/2006/main" noGrp="1"/>
          </p:cNvSpPr>
          <p:nvPr/>
        </p:nvSpPr>
        <p:spPr>
          <a:xfrm xmlns:a="http://schemas.openxmlformats.org/drawingml/2006/main">
            <a:off x="13201650" y="4505325"/>
            <a:ext cx="1943100" cy="3238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98" name="DP2 object 183">
            <a:extLst xmlns:a="http://schemas.openxmlformats.org/drawingml/2006/main">
              <a:ext uri="{FF2B5EF4-FFF2-40B4-BE49-F238E27FC236}">
                <a16:creationId xmlns:a16="http://schemas.microsoft.com/office/drawing/2014/main" id="{34925A87-EE9A-4DCC-B22D-E5E7ED13C226}"/>
              </a:ext>
            </a:extLst>
          </p:cNvPr>
          <p:cNvSpPr>
            <a:spLocks xmlns:a="http://schemas.openxmlformats.org/drawingml/2006/main" noGrp="1"/>
          </p:cNvSpPr>
          <p:nvPr/>
        </p:nvSpPr>
        <p:spPr>
          <a:xfrm xmlns:a="http://schemas.openxmlformats.org/drawingml/2006/main">
            <a:off x="13268325" y="4543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근거 읽기·긴 판단</a:t>
            </a:r>
          </a:p>
        </p:txBody>
      </p:sp>
      <p:sp>
        <p:nvSpPr>
          <p:cNvPr id="99" name="근거 읽기·긴 판단">
            <a:extLst xmlns:a="http://schemas.openxmlformats.org/drawingml/2006/main">
              <a:ext uri="{FF2B5EF4-FFF2-40B4-BE49-F238E27FC236}">
                <a16:creationId xmlns:a16="http://schemas.microsoft.com/office/drawing/2014/main" id="{DF996EB9-6CA6-4AF6-8BE6-10B68D59FBD2}"/>
              </a:ext>
            </a:extLst>
          </p:cNvPr>
          <p:cNvSpPr>
            <a:spLocks xmlns:a="http://schemas.openxmlformats.org/drawingml/2006/main" noGrp="1"/>
          </p:cNvSpPr>
          <p:nvPr/>
        </p:nvSpPr>
        <p:spPr>
          <a:xfrm xmlns:a="http://schemas.openxmlformats.org/drawingml/2006/main">
            <a:off x="15601950" y="4505325"/>
            <a:ext cx="1943100" cy="3238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100" name="DP2 object 184">
            <a:extLst xmlns:a="http://schemas.openxmlformats.org/drawingml/2006/main">
              <a:ext uri="{FF2B5EF4-FFF2-40B4-BE49-F238E27FC236}">
                <a16:creationId xmlns:a16="http://schemas.microsoft.com/office/drawing/2014/main" id="{733E361E-557C-4595-B4A5-6966B162859E}"/>
              </a:ext>
            </a:extLst>
          </p:cNvPr>
          <p:cNvSpPr>
            <a:spLocks xmlns:a="http://schemas.openxmlformats.org/drawingml/2006/main" noGrp="1"/>
          </p:cNvSpPr>
          <p:nvPr/>
        </p:nvSpPr>
        <p:spPr>
          <a:xfrm xmlns:a="http://schemas.openxmlformats.org/drawingml/2006/main">
            <a:off x="15668625" y="4543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근거 읽기·긴 판단</a:t>
            </a:r>
          </a:p>
        </p:txBody>
      </p:sp>
      <p:sp>
        <p:nvSpPr>
          <p:cNvPr id="101" name="R1 문맥·잠정 상태&#10;대기 / revision">
            <a:extLst xmlns:a="http://schemas.openxmlformats.org/drawingml/2006/main">
              <a:ext uri="{FF2B5EF4-FFF2-40B4-BE49-F238E27FC236}">
                <a16:creationId xmlns:a16="http://schemas.microsoft.com/office/drawing/2014/main" id="{D17CD267-E29F-4B20-86D2-EF3CAF5D4FDC}"/>
              </a:ext>
            </a:extLst>
          </p:cNvPr>
          <p:cNvSpPr>
            <a:spLocks xmlns:a="http://schemas.openxmlformats.org/drawingml/2006/main" noGrp="1"/>
          </p:cNvSpPr>
          <p:nvPr/>
        </p:nvSpPr>
        <p:spPr>
          <a:xfrm xmlns:a="http://schemas.openxmlformats.org/drawingml/2006/main">
            <a:off x="13201650" y="4943475"/>
            <a:ext cx="1943100" cy="4857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102" name="DP2 object 185">
            <a:extLst xmlns:a="http://schemas.openxmlformats.org/drawingml/2006/main">
              <a:ext uri="{FF2B5EF4-FFF2-40B4-BE49-F238E27FC236}">
                <a16:creationId xmlns:a16="http://schemas.microsoft.com/office/drawing/2014/main" id="{6314C0EE-BAA6-4751-9E9F-D5BFE0808138}"/>
              </a:ext>
            </a:extLst>
          </p:cNvPr>
          <p:cNvSpPr>
            <a:spLocks xmlns:a="http://schemas.openxmlformats.org/drawingml/2006/main" noGrp="1"/>
          </p:cNvSpPr>
          <p:nvPr/>
        </p:nvSpPr>
        <p:spPr>
          <a:xfrm xmlns:a="http://schemas.openxmlformats.org/drawingml/2006/main">
            <a:off x="13249275" y="504825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R1 문맥·잠정 상태</a:t>
            </a:r>
          </a:p>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대기 / revision</a:t>
            </a:r>
          </a:p>
        </p:txBody>
      </p:sp>
      <p:sp>
        <p:nvSpPr>
          <p:cNvPr id="103" name="R2 문맥·잠정 상태&#10;대기 / revision">
            <a:extLst xmlns:a="http://schemas.openxmlformats.org/drawingml/2006/main">
              <a:ext uri="{FF2B5EF4-FFF2-40B4-BE49-F238E27FC236}">
                <a16:creationId xmlns:a16="http://schemas.microsoft.com/office/drawing/2014/main" id="{4022F8A7-68A0-4AC3-91DD-9CEB621F1033}"/>
              </a:ext>
            </a:extLst>
          </p:cNvPr>
          <p:cNvSpPr>
            <a:spLocks xmlns:a="http://schemas.openxmlformats.org/drawingml/2006/main" noGrp="1"/>
          </p:cNvSpPr>
          <p:nvPr/>
        </p:nvSpPr>
        <p:spPr>
          <a:xfrm xmlns:a="http://schemas.openxmlformats.org/drawingml/2006/main">
            <a:off x="15601950" y="4943475"/>
            <a:ext cx="1943100" cy="4857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104" name="DP2 object 186">
            <a:extLst xmlns:a="http://schemas.openxmlformats.org/drawingml/2006/main">
              <a:ext uri="{FF2B5EF4-FFF2-40B4-BE49-F238E27FC236}">
                <a16:creationId xmlns:a16="http://schemas.microsoft.com/office/drawing/2014/main" id="{DDD05DB3-CFA0-46CE-BA32-39076BBAA58B}"/>
              </a:ext>
            </a:extLst>
          </p:cNvPr>
          <p:cNvSpPr>
            <a:spLocks xmlns:a="http://schemas.openxmlformats.org/drawingml/2006/main" noGrp="1"/>
          </p:cNvSpPr>
          <p:nvPr/>
        </p:nvSpPr>
        <p:spPr>
          <a:xfrm xmlns:a="http://schemas.openxmlformats.org/drawingml/2006/main">
            <a:off x="15649575" y="504825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R2 문맥·잠정 상태</a:t>
            </a:r>
          </a:p>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대기 / revision</a:t>
            </a:r>
          </a:p>
        </p:txBody>
      </p:sp>
      <p:sp>
        <p:nvSpPr>
          <p:cNvPr id="105" name="Editable path 187">
            <a:extLst xmlns:a="http://schemas.openxmlformats.org/drawingml/2006/main">
              <a:ext uri="{FF2B5EF4-FFF2-40B4-BE49-F238E27FC236}">
                <a16:creationId xmlns:a16="http://schemas.microsoft.com/office/drawing/2014/main" id="{B14F69C2-3D0D-47E0-B4A6-DBB2C46DFE19}"/>
              </a:ext>
            </a:extLst>
          </p:cNvPr>
          <p:cNvSpPr>
            <a:spLocks xmlns:a="http://schemas.openxmlformats.org/drawingml/2006/main" noGrp="1"/>
          </p:cNvSpPr>
          <p:nvPr/>
        </p:nvSpPr>
        <p:spPr>
          <a:xfrm xmlns:a="http://schemas.openxmlformats.org/drawingml/2006/main">
            <a:off x="12553950" y="4667250"/>
            <a:ext cx="533400" cy="828675"/>
          </a:xfrm>
          <a:custGeom xmlns:a="http://schemas.openxmlformats.org/drawingml/2006/main">
            <a:pathLst>
              <a:path w="533400" h="828675">
                <a:moveTo>
                  <a:pt x="533400" y="0"/>
                </a:moveTo>
                <a:lnTo>
                  <a:pt x="266700" y="0"/>
                </a:lnTo>
                <a:lnTo>
                  <a:pt x="266700" y="828675"/>
                </a:lnTo>
                <a:lnTo>
                  <a:pt x="0" y="828675"/>
                </a:lnTo>
              </a:path>
            </a:pathLst>
          </a:custGeom>
          <a:noFill xmlns:a="http://schemas.openxmlformats.org/drawingml/2006/main"/>
          <a:ln xmlns:a="http://schemas.openxmlformats.org/drawingml/2006/main" w="20003">
            <a:solidFill>
              <a:srgbClr val="111111"/>
            </a:solidFill>
            <a:prstDash val="solid"/>
          </a:ln>
        </p:spPr>
      </p:sp>
      <p:sp>
        <p:nvSpPr>
          <p:cNvPr id="106" name="Editable arrowhead 188">
            <a:extLst xmlns:a="http://schemas.openxmlformats.org/drawingml/2006/main">
              <a:ext uri="{FF2B5EF4-FFF2-40B4-BE49-F238E27FC236}">
                <a16:creationId xmlns:a16="http://schemas.microsoft.com/office/drawing/2014/main" id="{B219AEA2-C84F-4A57-B491-64171AA95B60}"/>
              </a:ext>
            </a:extLst>
          </p:cNvPr>
          <p:cNvSpPr>
            <a:spLocks xmlns:a="http://schemas.openxmlformats.org/drawingml/2006/main" noGrp="1"/>
          </p:cNvSpPr>
          <p:nvPr/>
        </p:nvSpPr>
        <p:spPr>
          <a:xfrm xmlns:a="http://schemas.openxmlformats.org/drawingml/2006/main">
            <a:off x="12553950" y="54483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7" name="Editable path 189">
            <a:extLst xmlns:a="http://schemas.openxmlformats.org/drawingml/2006/main">
              <a:ext uri="{FF2B5EF4-FFF2-40B4-BE49-F238E27FC236}">
                <a16:creationId xmlns:a16="http://schemas.microsoft.com/office/drawing/2014/main" id="{ED90FD9F-9EBB-4B7E-B86B-3DE5CBDEB85F}"/>
              </a:ext>
            </a:extLst>
          </p:cNvPr>
          <p:cNvSpPr>
            <a:spLocks xmlns:a="http://schemas.openxmlformats.org/drawingml/2006/main" noGrp="1"/>
          </p:cNvSpPr>
          <p:nvPr/>
        </p:nvSpPr>
        <p:spPr>
          <a:xfrm xmlns:a="http://schemas.openxmlformats.org/drawingml/2006/main">
            <a:off x="12553950" y="4667250"/>
            <a:ext cx="5353050" cy="1419225"/>
          </a:xfrm>
          <a:custGeom xmlns:a="http://schemas.openxmlformats.org/drawingml/2006/main">
            <a:pathLst>
              <a:path w="5353050" h="1419225">
                <a:moveTo>
                  <a:pt x="5105400" y="0"/>
                </a:moveTo>
                <a:lnTo>
                  <a:pt x="5353050" y="0"/>
                </a:lnTo>
                <a:lnTo>
                  <a:pt x="5353050" y="1419225"/>
                </a:lnTo>
                <a:lnTo>
                  <a:pt x="95250" y="1419225"/>
                </a:lnTo>
                <a:lnTo>
                  <a:pt x="95250" y="1076325"/>
                </a:lnTo>
                <a:lnTo>
                  <a:pt x="0" y="1076325"/>
                </a:lnTo>
              </a:path>
            </a:pathLst>
          </a:custGeom>
          <a:noFill xmlns:a="http://schemas.openxmlformats.org/drawingml/2006/main"/>
          <a:ln xmlns:a="http://schemas.openxmlformats.org/drawingml/2006/main" w="20003">
            <a:solidFill>
              <a:srgbClr val="111111"/>
            </a:solidFill>
            <a:prstDash val="solid"/>
          </a:ln>
        </p:spPr>
      </p:sp>
      <p:sp>
        <p:nvSpPr>
          <p:cNvPr id="108" name="Editable arrowhead 190">
            <a:extLst xmlns:a="http://schemas.openxmlformats.org/drawingml/2006/main">
              <a:ext uri="{FF2B5EF4-FFF2-40B4-BE49-F238E27FC236}">
                <a16:creationId xmlns:a16="http://schemas.microsoft.com/office/drawing/2014/main" id="{71BBAC14-65FE-4F7D-ABE0-B24F4BC441EA}"/>
              </a:ext>
            </a:extLst>
          </p:cNvPr>
          <p:cNvSpPr>
            <a:spLocks xmlns:a="http://schemas.openxmlformats.org/drawingml/2006/main" noGrp="1"/>
          </p:cNvSpPr>
          <p:nvPr/>
        </p:nvSpPr>
        <p:spPr>
          <a:xfrm xmlns:a="http://schemas.openxmlformats.org/drawingml/2006/main">
            <a:off x="12553950" y="569595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9" name="B1 공유 불변 입력·원본">
            <a:extLst xmlns:a="http://schemas.openxmlformats.org/drawingml/2006/main">
              <a:ext uri="{FF2B5EF4-FFF2-40B4-BE49-F238E27FC236}">
                <a16:creationId xmlns:a16="http://schemas.microsoft.com/office/drawing/2014/main" id="{DD2B32EB-200E-46C3-B9A2-D30EA516A7F9}"/>
              </a:ext>
            </a:extLst>
          </p:cNvPr>
          <p:cNvSpPr>
            <a:spLocks xmlns:a="http://schemas.openxmlformats.org/drawingml/2006/main" noGrp="1"/>
          </p:cNvSpPr>
          <p:nvPr/>
        </p:nvSpPr>
        <p:spPr>
          <a:xfrm xmlns:a="http://schemas.openxmlformats.org/drawingml/2006/main">
            <a:off x="13430250" y="5610225"/>
            <a:ext cx="4000500" cy="3333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4676CB"/>
            </a:solidFill>
            <a:prstDash val="solid"/>
          </a:ln>
        </p:spPr>
      </p:sp>
      <p:sp>
        <p:nvSpPr>
          <p:cNvPr id="110" name="DP2 object 191">
            <a:extLst xmlns:a="http://schemas.openxmlformats.org/drawingml/2006/main">
              <a:ext uri="{FF2B5EF4-FFF2-40B4-BE49-F238E27FC236}">
                <a16:creationId xmlns:a16="http://schemas.microsoft.com/office/drawing/2014/main" id="{59FA6596-5C1F-4CD8-A65C-B9E03558081D}"/>
              </a:ext>
            </a:extLst>
          </p:cNvPr>
          <p:cNvSpPr>
            <a:spLocks xmlns:a="http://schemas.openxmlformats.org/drawingml/2006/main" noGrp="1"/>
          </p:cNvSpPr>
          <p:nvPr/>
        </p:nvSpPr>
        <p:spPr>
          <a:xfrm xmlns:a="http://schemas.openxmlformats.org/drawingml/2006/main">
            <a:off x="13477875" y="5715000"/>
            <a:ext cx="3905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4676CB"/>
                </a:solidFill>
                <a:latin typeface="Apple SD Gothic Neo"/>
                <a:ea typeface="Apple SD Gothic Neo"/>
                <a:cs typeface="Apple SD Gothic Neo"/>
              </a:defRPr>
            </a:defPPr>
            <a:lvl1pPr algn="ctr">
              <a:defRPr sz="1425" b="0">
                <a:solidFill>
                  <a:srgbClr val="4676CB"/>
                </a:solidFill>
                <a:latin typeface="Apple SD Gothic Neo"/>
                <a:ea typeface="Apple SD Gothic Neo"/>
                <a:cs typeface="Apple SD Gothic Neo"/>
              </a:defRPr>
            </a:lvl1pPr>
            <a:lvl2pPr algn="ctr">
              <a:defRPr sz="1425" b="0">
                <a:solidFill>
                  <a:srgbClr val="4676CB"/>
                </a:solidFill>
                <a:latin typeface="Apple SD Gothic Neo"/>
                <a:ea typeface="Apple SD Gothic Neo"/>
                <a:cs typeface="Apple SD Gothic Neo"/>
              </a:defRPr>
            </a:lvl2pPr>
            <a:lvl3pPr algn="ctr">
              <a:defRPr sz="1425" b="0">
                <a:solidFill>
                  <a:srgbClr val="4676CB"/>
                </a:solidFill>
                <a:latin typeface="Apple SD Gothic Neo"/>
                <a:ea typeface="Apple SD Gothic Neo"/>
                <a:cs typeface="Apple SD Gothic Neo"/>
              </a:defRPr>
            </a:lvl3pPr>
            <a:lvl4pPr algn="ctr">
              <a:defRPr sz="1425" b="0">
                <a:solidFill>
                  <a:srgbClr val="4676CB"/>
                </a:solidFill>
                <a:latin typeface="Apple SD Gothic Neo"/>
                <a:ea typeface="Apple SD Gothic Neo"/>
                <a:cs typeface="Apple SD Gothic Neo"/>
              </a:defRPr>
            </a:lvl4pPr>
            <a:lvl5pPr algn="ctr">
              <a:defRPr sz="1425" b="0">
                <a:solidFill>
                  <a:srgbClr val="4676CB"/>
                </a:solidFill>
                <a:latin typeface="Apple SD Gothic Neo"/>
                <a:ea typeface="Apple SD Gothic Neo"/>
                <a:cs typeface="Apple SD Gothic Neo"/>
              </a:defRPr>
            </a:lvl5pPr>
            <a:lvl6pPr algn="ctr">
              <a:defRPr sz="1425" b="0">
                <a:solidFill>
                  <a:srgbClr val="4676CB"/>
                </a:solidFill>
                <a:latin typeface="Apple SD Gothic Neo"/>
                <a:ea typeface="Apple SD Gothic Neo"/>
                <a:cs typeface="Apple SD Gothic Neo"/>
              </a:defRPr>
            </a:lvl6pPr>
            <a:lvl7pPr algn="ctr">
              <a:defRPr sz="1425" b="0">
                <a:solidFill>
                  <a:srgbClr val="4676CB"/>
                </a:solidFill>
                <a:latin typeface="Apple SD Gothic Neo"/>
                <a:ea typeface="Apple SD Gothic Neo"/>
                <a:cs typeface="Apple SD Gothic Neo"/>
              </a:defRPr>
            </a:lvl7pPr>
            <a:lvl8pPr algn="ctr">
              <a:defRPr sz="1425" b="0">
                <a:solidFill>
                  <a:srgbClr val="4676CB"/>
                </a:solidFill>
                <a:latin typeface="Apple SD Gothic Neo"/>
                <a:ea typeface="Apple SD Gothic Neo"/>
                <a:cs typeface="Apple SD Gothic Neo"/>
              </a:defRPr>
            </a:lvl8pPr>
            <a:lvl9pPr algn="ctr">
              <a:defRPr sz="1425" b="0">
                <a:solidFill>
                  <a:srgbClr val="4676CB"/>
                </a:solidFill>
                <a:latin typeface="Apple SD Gothic Neo"/>
                <a:ea typeface="Apple SD Gothic Neo"/>
                <a:cs typeface="Apple SD Gothic Neo"/>
              </a:defRPr>
            </a:lvl9pPr>
          </a:lstStyle>
          <a:p xmlns:a="http://schemas.openxmlformats.org/drawingml/2006/main">
            <a:pPr algn="ctr">
              <a:defRPr sz="1425" b="0">
                <a:solidFill>
                  <a:srgbClr val="4676CB"/>
                </a:solidFill>
                <a:latin typeface="Apple SD Gothic Neo"/>
                <a:ea typeface="Apple SD Gothic Neo"/>
                <a:cs typeface="Apple SD Gothic Neo"/>
              </a:defRPr>
            </a:pPr>
            <a:r>
              <a:rPr sz="1425" b="0">
                <a:solidFill>
                  <a:srgbClr val="4676CB"/>
                </a:solidFill>
                <a:latin typeface="Apple SD Gothic Neo"/>
                <a:ea typeface="Apple SD Gothic Neo"/>
                <a:cs typeface="Apple SD Gothic Neo"/>
              </a:rPr>
              <a:t>B1 공유 불변 입력·원본</a:t>
            </a:r>
          </a:p>
        </p:txBody>
      </p:sp>
      <p:sp>
        <p:nvSpPr>
          <p:cNvPr id="111" name="Editable path 192">
            <a:extLst xmlns:a="http://schemas.openxmlformats.org/drawingml/2006/main">
              <a:ext uri="{FF2B5EF4-FFF2-40B4-BE49-F238E27FC236}">
                <a16:creationId xmlns:a16="http://schemas.microsoft.com/office/drawing/2014/main" id="{5FB147D0-EC07-475B-9F6B-4E9A49D0DF99}"/>
              </a:ext>
            </a:extLst>
          </p:cNvPr>
          <p:cNvSpPr>
            <a:spLocks xmlns:a="http://schemas.openxmlformats.org/drawingml/2006/main" noGrp="1"/>
          </p:cNvSpPr>
          <p:nvPr/>
        </p:nvSpPr>
        <p:spPr>
          <a:xfrm xmlns:a="http://schemas.openxmlformats.org/drawingml/2006/main">
            <a:off x="14173200" y="5486400"/>
            <a:ext cx="953" cy="123825"/>
          </a:xfrm>
          <a:custGeom xmlns:a="http://schemas.openxmlformats.org/drawingml/2006/main">
            <a:pathLst>
              <a:path w="953" h="123825">
                <a:moveTo>
                  <a:pt x="0" y="123825"/>
                </a:moveTo>
                <a:lnTo>
                  <a:pt x="0" y="0"/>
                </a:lnTo>
              </a:path>
            </a:pathLst>
          </a:custGeom>
          <a:noFill xmlns:a="http://schemas.openxmlformats.org/drawingml/2006/main"/>
          <a:ln xmlns:a="http://schemas.openxmlformats.org/drawingml/2006/main" w="21908">
            <a:solidFill>
              <a:srgbClr val="4676CB"/>
            </a:solidFill>
            <a:prstDash val="solid"/>
          </a:ln>
        </p:spPr>
      </p:sp>
      <p:sp>
        <p:nvSpPr>
          <p:cNvPr id="112" name="Editable arrowhead 193">
            <a:extLst xmlns:a="http://schemas.openxmlformats.org/drawingml/2006/main">
              <a:ext uri="{FF2B5EF4-FFF2-40B4-BE49-F238E27FC236}">
                <a16:creationId xmlns:a16="http://schemas.microsoft.com/office/drawing/2014/main" id="{9DD3BA45-1F04-4C38-9824-BFA34336C761}"/>
              </a:ext>
            </a:extLst>
          </p:cNvPr>
          <p:cNvSpPr>
            <a:spLocks xmlns:a="http://schemas.openxmlformats.org/drawingml/2006/main" noGrp="1"/>
          </p:cNvSpPr>
          <p:nvPr/>
        </p:nvSpPr>
        <p:spPr>
          <a:xfrm xmlns:a="http://schemas.openxmlformats.org/drawingml/2006/main">
            <a:off x="14125575" y="548640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113" name="Editable path 194">
            <a:extLst xmlns:a="http://schemas.openxmlformats.org/drawingml/2006/main">
              <a:ext uri="{FF2B5EF4-FFF2-40B4-BE49-F238E27FC236}">
                <a16:creationId xmlns:a16="http://schemas.microsoft.com/office/drawing/2014/main" id="{8A8468D7-AA19-4988-A76F-5F8E6D299BBA}"/>
              </a:ext>
            </a:extLst>
          </p:cNvPr>
          <p:cNvSpPr>
            <a:spLocks xmlns:a="http://schemas.openxmlformats.org/drawingml/2006/main" noGrp="1"/>
          </p:cNvSpPr>
          <p:nvPr/>
        </p:nvSpPr>
        <p:spPr>
          <a:xfrm xmlns:a="http://schemas.openxmlformats.org/drawingml/2006/main">
            <a:off x="16573500" y="5486400"/>
            <a:ext cx="953" cy="123825"/>
          </a:xfrm>
          <a:custGeom xmlns:a="http://schemas.openxmlformats.org/drawingml/2006/main">
            <a:pathLst>
              <a:path w="953" h="123825">
                <a:moveTo>
                  <a:pt x="0" y="123825"/>
                </a:moveTo>
                <a:lnTo>
                  <a:pt x="0" y="0"/>
                </a:lnTo>
              </a:path>
            </a:pathLst>
          </a:custGeom>
          <a:noFill xmlns:a="http://schemas.openxmlformats.org/drawingml/2006/main"/>
          <a:ln xmlns:a="http://schemas.openxmlformats.org/drawingml/2006/main" w="21908">
            <a:solidFill>
              <a:srgbClr val="4676CB"/>
            </a:solidFill>
            <a:prstDash val="solid"/>
          </a:ln>
        </p:spPr>
      </p:sp>
      <p:sp>
        <p:nvSpPr>
          <p:cNvPr id="114" name="Editable arrowhead 195">
            <a:extLst xmlns:a="http://schemas.openxmlformats.org/drawingml/2006/main">
              <a:ext uri="{FF2B5EF4-FFF2-40B4-BE49-F238E27FC236}">
                <a16:creationId xmlns:a16="http://schemas.microsoft.com/office/drawing/2014/main" id="{875BA3EB-B283-4848-B389-303EE5768BAE}"/>
              </a:ext>
            </a:extLst>
          </p:cNvPr>
          <p:cNvSpPr>
            <a:spLocks xmlns:a="http://schemas.openxmlformats.org/drawingml/2006/main" noGrp="1"/>
          </p:cNvSpPr>
          <p:nvPr/>
        </p:nvSpPr>
        <p:spPr>
          <a:xfrm xmlns:a="http://schemas.openxmlformats.org/drawingml/2006/main">
            <a:off x="16525875" y="548640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115" name="Selected B column">
            <a:extLst xmlns:a="http://schemas.openxmlformats.org/drawingml/2006/main">
              <a:ext uri="{FF2B5EF4-FFF2-40B4-BE49-F238E27FC236}">
                <a16:creationId xmlns:a16="http://schemas.microsoft.com/office/drawing/2014/main" id="{9A7F3073-F929-4FA3-90EC-9A37A62388AD}"/>
              </a:ext>
            </a:extLst>
          </p:cNvPr>
          <p:cNvSpPr>
            <a:spLocks xmlns:a="http://schemas.openxmlformats.org/drawingml/2006/main" noGrp="1"/>
          </p:cNvSpPr>
          <p:nvPr/>
        </p:nvSpPr>
        <p:spPr>
          <a:xfrm xmlns:a="http://schemas.openxmlformats.org/drawingml/2006/main">
            <a:off x="9963150" y="1657350"/>
            <a:ext cx="8096250" cy="7848600"/>
          </a:xfrm>
          <a:prstGeom xmlns:a="http://schemas.openxmlformats.org/drawingml/2006/main" prst="rect">
            <a:avLst/>
          </a:prstGeom>
          <a:noFill xmlns:a="http://schemas.openxmlformats.org/drawingml/2006/main"/>
          <a:ln xmlns:a="http://schemas.openxmlformats.org/drawingml/2006/main" w="40005">
            <a:solidFill>
              <a:srgbClr val="4676CB"/>
            </a:solidFill>
            <a:prstDash val="solid"/>
          </a:ln>
        </p:spPr>
      </p:sp>
      <p:sp>
        <p:nvSpPr>
          <p:cNvPr id="116" name="DP2 object 196">
            <a:extLst xmlns:a="http://schemas.openxmlformats.org/drawingml/2006/main">
              <a:ext uri="{FF2B5EF4-FFF2-40B4-BE49-F238E27FC236}">
                <a16:creationId xmlns:a16="http://schemas.microsoft.com/office/drawing/2014/main" id="{58427CC2-3B69-4A71-9E1B-9F87D9615809}"/>
              </a:ext>
            </a:extLst>
          </p:cNvPr>
          <p:cNvSpPr>
            <a:spLocks xmlns:a="http://schemas.openxmlformats.org/drawingml/2006/main" noGrp="1"/>
          </p:cNvSpPr>
          <p:nvPr/>
        </p:nvSpPr>
        <p:spPr>
          <a:xfrm xmlns:a="http://schemas.openxmlformats.org/drawingml/2006/main">
            <a:off x="10039350" y="1428750"/>
            <a:ext cx="6381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4875" b="1">
                <a:solidFill>
                  <a:srgbClr val="C00000"/>
                </a:solidFill>
                <a:latin typeface="Apple SD Gothic Neo"/>
                <a:ea typeface="Apple SD Gothic Neo"/>
                <a:cs typeface="Apple SD Gothic Neo"/>
              </a:defRPr>
            </a:defPPr>
            <a:lvl1pPr algn="l">
              <a:defRPr sz="4875" b="1">
                <a:solidFill>
                  <a:srgbClr val="C00000"/>
                </a:solidFill>
                <a:latin typeface="Apple SD Gothic Neo"/>
                <a:ea typeface="Apple SD Gothic Neo"/>
                <a:cs typeface="Apple SD Gothic Neo"/>
              </a:defRPr>
            </a:lvl1pPr>
            <a:lvl2pPr algn="l">
              <a:defRPr sz="4875" b="1">
                <a:solidFill>
                  <a:srgbClr val="C00000"/>
                </a:solidFill>
                <a:latin typeface="Apple SD Gothic Neo"/>
                <a:ea typeface="Apple SD Gothic Neo"/>
                <a:cs typeface="Apple SD Gothic Neo"/>
              </a:defRPr>
            </a:lvl2pPr>
            <a:lvl3pPr algn="l">
              <a:defRPr sz="4875" b="1">
                <a:solidFill>
                  <a:srgbClr val="C00000"/>
                </a:solidFill>
                <a:latin typeface="Apple SD Gothic Neo"/>
                <a:ea typeface="Apple SD Gothic Neo"/>
                <a:cs typeface="Apple SD Gothic Neo"/>
              </a:defRPr>
            </a:lvl3pPr>
            <a:lvl4pPr algn="l">
              <a:defRPr sz="4875" b="1">
                <a:solidFill>
                  <a:srgbClr val="C00000"/>
                </a:solidFill>
                <a:latin typeface="Apple SD Gothic Neo"/>
                <a:ea typeface="Apple SD Gothic Neo"/>
                <a:cs typeface="Apple SD Gothic Neo"/>
              </a:defRPr>
            </a:lvl4pPr>
            <a:lvl5pPr algn="l">
              <a:defRPr sz="4875" b="1">
                <a:solidFill>
                  <a:srgbClr val="C00000"/>
                </a:solidFill>
                <a:latin typeface="Apple SD Gothic Neo"/>
                <a:ea typeface="Apple SD Gothic Neo"/>
                <a:cs typeface="Apple SD Gothic Neo"/>
              </a:defRPr>
            </a:lvl5pPr>
            <a:lvl6pPr algn="l">
              <a:defRPr sz="4875" b="1">
                <a:solidFill>
                  <a:srgbClr val="C00000"/>
                </a:solidFill>
                <a:latin typeface="Apple SD Gothic Neo"/>
                <a:ea typeface="Apple SD Gothic Neo"/>
                <a:cs typeface="Apple SD Gothic Neo"/>
              </a:defRPr>
            </a:lvl6pPr>
            <a:lvl7pPr algn="l">
              <a:defRPr sz="4875" b="1">
                <a:solidFill>
                  <a:srgbClr val="C00000"/>
                </a:solidFill>
                <a:latin typeface="Apple SD Gothic Neo"/>
                <a:ea typeface="Apple SD Gothic Neo"/>
                <a:cs typeface="Apple SD Gothic Neo"/>
              </a:defRPr>
            </a:lvl7pPr>
            <a:lvl8pPr algn="l">
              <a:defRPr sz="4875" b="1">
                <a:solidFill>
                  <a:srgbClr val="C00000"/>
                </a:solidFill>
                <a:latin typeface="Apple SD Gothic Neo"/>
                <a:ea typeface="Apple SD Gothic Neo"/>
                <a:cs typeface="Apple SD Gothic Neo"/>
              </a:defRPr>
            </a:lvl8pPr>
            <a:lvl9pPr algn="l">
              <a:defRPr sz="4875" b="1">
                <a:solidFill>
                  <a:srgbClr val="C00000"/>
                </a:solidFill>
                <a:latin typeface="Apple SD Gothic Neo"/>
                <a:ea typeface="Apple SD Gothic Neo"/>
                <a:cs typeface="Apple SD Gothic Neo"/>
              </a:defRPr>
            </a:lvl9pPr>
          </a:lstStyle>
          <a:p xmlns:a="http://schemas.openxmlformats.org/drawingml/2006/main">
            <a:pPr algn="l">
              <a:defRPr sz="4875" b="1">
                <a:solidFill>
                  <a:srgbClr val="C00000"/>
                </a:solidFill>
                <a:latin typeface="Apple SD Gothic Neo"/>
                <a:ea typeface="Apple SD Gothic Neo"/>
                <a:cs typeface="Apple SD Gothic Neo"/>
              </a:defRPr>
            </a:pPr>
            <a:r>
              <a:rPr sz="4875" b="1">
                <a:solidFill>
                  <a:srgbClr val="C00000"/>
                </a:solidFill>
                <a:latin typeface="Apple SD Gothic Neo"/>
                <a:ea typeface="Apple SD Gothic Neo"/>
                <a:cs typeface="Apple SD Gothic Neo"/>
              </a:rPr>
              <a:t>✓</a:t>
            </a:r>
          </a:p>
        </p:txBody>
      </p:sp>
      <p:sp>
        <p:nvSpPr>
          <p:cNvPr id="117" name="DP2 object 197">
            <a:extLst xmlns:a="http://schemas.openxmlformats.org/drawingml/2006/main">
              <a:ext uri="{FF2B5EF4-FFF2-40B4-BE49-F238E27FC236}">
                <a16:creationId xmlns:a16="http://schemas.microsoft.com/office/drawing/2014/main" id="{CCD19B01-967C-48D4-822B-B364C3ADA5FA}"/>
              </a:ext>
            </a:extLst>
          </p:cNvPr>
          <p:cNvSpPr>
            <a:spLocks xmlns:a="http://schemas.openxmlformats.org/drawingml/2006/main" noGrp="1"/>
          </p:cNvSpPr>
          <p:nvPr/>
        </p:nvSpPr>
        <p:spPr>
          <a:xfrm xmlns:a="http://schemas.openxmlformats.org/drawingml/2006/main">
            <a:off x="266700" y="9591675"/>
            <a:ext cx="1724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0">
                <a:solidFill>
                  <a:srgbClr val="4676CB"/>
                </a:solidFill>
                <a:latin typeface="Apple SD Gothic Neo"/>
                <a:ea typeface="Apple SD Gothic Neo"/>
                <a:cs typeface="Apple SD Gothic Neo"/>
              </a:defRPr>
            </a:defPPr>
            <a:lvl1pPr algn="l">
              <a:defRPr sz="1575" b="0">
                <a:solidFill>
                  <a:srgbClr val="4676CB"/>
                </a:solidFill>
                <a:latin typeface="Apple SD Gothic Neo"/>
                <a:ea typeface="Apple SD Gothic Neo"/>
                <a:cs typeface="Apple SD Gothic Neo"/>
              </a:defRPr>
            </a:lvl1pPr>
            <a:lvl2pPr algn="l">
              <a:defRPr sz="1575" b="0">
                <a:solidFill>
                  <a:srgbClr val="4676CB"/>
                </a:solidFill>
                <a:latin typeface="Apple SD Gothic Neo"/>
                <a:ea typeface="Apple SD Gothic Neo"/>
                <a:cs typeface="Apple SD Gothic Neo"/>
              </a:defRPr>
            </a:lvl2pPr>
            <a:lvl3pPr algn="l">
              <a:defRPr sz="1575" b="0">
                <a:solidFill>
                  <a:srgbClr val="4676CB"/>
                </a:solidFill>
                <a:latin typeface="Apple SD Gothic Neo"/>
                <a:ea typeface="Apple SD Gothic Neo"/>
                <a:cs typeface="Apple SD Gothic Neo"/>
              </a:defRPr>
            </a:lvl3pPr>
            <a:lvl4pPr algn="l">
              <a:defRPr sz="1575" b="0">
                <a:solidFill>
                  <a:srgbClr val="4676CB"/>
                </a:solidFill>
                <a:latin typeface="Apple SD Gothic Neo"/>
                <a:ea typeface="Apple SD Gothic Neo"/>
                <a:cs typeface="Apple SD Gothic Neo"/>
              </a:defRPr>
            </a:lvl4pPr>
            <a:lvl5pPr algn="l">
              <a:defRPr sz="1575" b="0">
                <a:solidFill>
                  <a:srgbClr val="4676CB"/>
                </a:solidFill>
                <a:latin typeface="Apple SD Gothic Neo"/>
                <a:ea typeface="Apple SD Gothic Neo"/>
                <a:cs typeface="Apple SD Gothic Neo"/>
              </a:defRPr>
            </a:lvl5pPr>
            <a:lvl6pPr algn="l">
              <a:defRPr sz="1575" b="0">
                <a:solidFill>
                  <a:srgbClr val="4676CB"/>
                </a:solidFill>
                <a:latin typeface="Apple SD Gothic Neo"/>
                <a:ea typeface="Apple SD Gothic Neo"/>
                <a:cs typeface="Apple SD Gothic Neo"/>
              </a:defRPr>
            </a:lvl6pPr>
            <a:lvl7pPr algn="l">
              <a:defRPr sz="1575" b="0">
                <a:solidFill>
                  <a:srgbClr val="4676CB"/>
                </a:solidFill>
                <a:latin typeface="Apple SD Gothic Neo"/>
                <a:ea typeface="Apple SD Gothic Neo"/>
                <a:cs typeface="Apple SD Gothic Neo"/>
              </a:defRPr>
            </a:lvl7pPr>
            <a:lvl8pPr algn="l">
              <a:defRPr sz="1575" b="0">
                <a:solidFill>
                  <a:srgbClr val="4676CB"/>
                </a:solidFill>
                <a:latin typeface="Apple SD Gothic Neo"/>
                <a:ea typeface="Apple SD Gothic Neo"/>
                <a:cs typeface="Apple SD Gothic Neo"/>
              </a:defRPr>
            </a:lvl8pPr>
            <a:lvl9pPr algn="l">
              <a:defRPr sz="1575" b="0">
                <a:solidFill>
                  <a:srgbClr val="4676CB"/>
                </a:solidFill>
                <a:latin typeface="Apple SD Gothic Neo"/>
                <a:ea typeface="Apple SD Gothic Neo"/>
                <a:cs typeface="Apple SD Gothic Neo"/>
              </a:defRPr>
            </a:lvl9pPr>
          </a:lstStyle>
          <a:p xmlns:a="http://schemas.openxmlformats.org/drawingml/2006/main">
            <a:pPr algn="l">
              <a:defRPr sz="1575" b="0">
                <a:solidFill>
                  <a:srgbClr val="4676CB"/>
                </a:solidFill>
                <a:latin typeface="Apple SD Gothic Neo"/>
                <a:ea typeface="Apple SD Gothic Neo"/>
                <a:cs typeface="Apple SD Gothic Neo"/>
              </a:defRPr>
            </a:pPr>
            <a:r>
              <a:rPr sz="1575" b="0">
                <a:solidFill>
                  <a:srgbClr val="4676CB"/>
                </a:solidFill>
                <a:latin typeface="Apple SD Gothic Neo"/>
                <a:ea typeface="Apple SD Gothic Neo"/>
                <a:cs typeface="Apple SD Gothic Neo"/>
              </a:rPr>
              <a:t>B1은 작은 로컬 복제 부담 보완. N=1 최고 RSS는 증가. 전체 A/B 재비교와 새 QA01·QA03 측정은 미실시.</a:t>
            </a:r>
          </a:p>
        </p:txBody>
      </p:sp>
      <p:sp>
        <p:nvSpPr>
          <p:cNvPr id="118" name="DP2 object 198">
            <a:extLst xmlns:a="http://schemas.openxmlformats.org/drawingml/2006/main">
              <a:ext uri="{FF2B5EF4-FFF2-40B4-BE49-F238E27FC236}">
                <a16:creationId xmlns:a16="http://schemas.microsoft.com/office/drawing/2014/main" id="{5EBAE48C-9844-4755-9DEB-18188238EFAD}"/>
              </a:ext>
            </a:extLst>
          </p:cNvPr>
          <p:cNvSpPr>
            <a:spLocks xmlns:a="http://schemas.openxmlformats.org/drawingml/2006/main" noGrp="1"/>
          </p:cNvSpPr>
          <p:nvPr/>
        </p:nvSpPr>
        <p:spPr>
          <a:xfrm xmlns:a="http://schemas.openxmlformats.org/drawingml/2006/main">
            <a:off x="266700" y="9906000"/>
            <a:ext cx="1719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0">
                <a:solidFill>
                  <a:srgbClr val="50555B"/>
                </a:solidFill>
                <a:latin typeface="Apple SD Gothic Neo"/>
                <a:ea typeface="Apple SD Gothic Neo"/>
                <a:cs typeface="Apple SD Gothic Neo"/>
              </a:defRPr>
            </a:defPPr>
            <a:lvl1pPr algn="l">
              <a:defRPr sz="1500" b="0">
                <a:solidFill>
                  <a:srgbClr val="50555B"/>
                </a:solidFill>
                <a:latin typeface="Apple SD Gothic Neo"/>
                <a:ea typeface="Apple SD Gothic Neo"/>
                <a:cs typeface="Apple SD Gothic Neo"/>
              </a:defRPr>
            </a:lvl1pPr>
            <a:lvl2pPr algn="l">
              <a:defRPr sz="1500" b="0">
                <a:solidFill>
                  <a:srgbClr val="50555B"/>
                </a:solidFill>
                <a:latin typeface="Apple SD Gothic Neo"/>
                <a:ea typeface="Apple SD Gothic Neo"/>
                <a:cs typeface="Apple SD Gothic Neo"/>
              </a:defRPr>
            </a:lvl2pPr>
            <a:lvl3pPr algn="l">
              <a:defRPr sz="1500" b="0">
                <a:solidFill>
                  <a:srgbClr val="50555B"/>
                </a:solidFill>
                <a:latin typeface="Apple SD Gothic Neo"/>
                <a:ea typeface="Apple SD Gothic Neo"/>
                <a:cs typeface="Apple SD Gothic Neo"/>
              </a:defRPr>
            </a:lvl3pPr>
            <a:lvl4pPr algn="l">
              <a:defRPr sz="1500" b="0">
                <a:solidFill>
                  <a:srgbClr val="50555B"/>
                </a:solidFill>
                <a:latin typeface="Apple SD Gothic Neo"/>
                <a:ea typeface="Apple SD Gothic Neo"/>
                <a:cs typeface="Apple SD Gothic Neo"/>
              </a:defRPr>
            </a:lvl4pPr>
            <a:lvl5pPr algn="l">
              <a:defRPr sz="1500" b="0">
                <a:solidFill>
                  <a:srgbClr val="50555B"/>
                </a:solidFill>
                <a:latin typeface="Apple SD Gothic Neo"/>
                <a:ea typeface="Apple SD Gothic Neo"/>
                <a:cs typeface="Apple SD Gothic Neo"/>
              </a:defRPr>
            </a:lvl5pPr>
            <a:lvl6pPr algn="l">
              <a:defRPr sz="1500" b="0">
                <a:solidFill>
                  <a:srgbClr val="50555B"/>
                </a:solidFill>
                <a:latin typeface="Apple SD Gothic Neo"/>
                <a:ea typeface="Apple SD Gothic Neo"/>
                <a:cs typeface="Apple SD Gothic Neo"/>
              </a:defRPr>
            </a:lvl6pPr>
            <a:lvl7pPr algn="l">
              <a:defRPr sz="1500" b="0">
                <a:solidFill>
                  <a:srgbClr val="50555B"/>
                </a:solidFill>
                <a:latin typeface="Apple SD Gothic Neo"/>
                <a:ea typeface="Apple SD Gothic Neo"/>
                <a:cs typeface="Apple SD Gothic Neo"/>
              </a:defRPr>
            </a:lvl7pPr>
            <a:lvl8pPr algn="l">
              <a:defRPr sz="1500" b="0">
                <a:solidFill>
                  <a:srgbClr val="50555B"/>
                </a:solidFill>
                <a:latin typeface="Apple SD Gothic Neo"/>
                <a:ea typeface="Apple SD Gothic Neo"/>
                <a:cs typeface="Apple SD Gothic Neo"/>
              </a:defRPr>
            </a:lvl8pPr>
            <a:lvl9pPr algn="l">
              <a:defRPr sz="1500" b="0">
                <a:solidFill>
                  <a:srgbClr val="50555B"/>
                </a:solidFill>
                <a:latin typeface="Apple SD Gothic Neo"/>
                <a:ea typeface="Apple SD Gothic Neo"/>
                <a:cs typeface="Apple SD Gothic Neo"/>
              </a:defRPr>
            </a:lvl9pPr>
          </a:lstStyle>
          <a:p xmlns:a="http://schemas.openxmlformats.org/drawingml/2006/main">
            <a:pPr algn="l">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기본값과 재생값은 다른 실행기. 시간 괄호: 관측/예정. N별 전체 전후 수치와 남은 관계 오류는 8쪽에 표시.</a:t>
            </a:r>
          </a:p>
        </p:txBody>
      </p:sp>
    </p:spTree>
    <p:extLst>
      <p:ext uri="{BB962C8B-B14F-4D97-AF65-F5344CB8AC3E}">
        <p14:creationId xmlns:p14="http://schemas.microsoft.com/office/powerpoint/2010/main" val="11146035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Unified slide title">
            <a:extLst xmlns:a="http://schemas.openxmlformats.org/drawingml/2006/main">
              <a:ext uri="{FF2B5EF4-FFF2-40B4-BE49-F238E27FC236}">
                <a16:creationId xmlns:a16="http://schemas.microsoft.com/office/drawing/2014/main" id="{84DB3939-632F-4235-94F0-8EF630EE3D49}"/>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DP2. 후속 입력의 의미 판단 실행 방안 (보완 효과 상세)</a:t>
            </a:r>
          </a:p>
        </p:txBody>
      </p:sp>
      <p:sp>
        <p:nvSpPr>
          <p:cNvPr id="2" name="Workflow 과제 소개">
            <a:extLst xmlns:a="http://schemas.openxmlformats.org/drawingml/2006/main">
              <a:ext uri="{FF2B5EF4-FFF2-40B4-BE49-F238E27FC236}">
                <a16:creationId xmlns:a16="http://schemas.microsoft.com/office/drawing/2014/main" id="{02299A23-3CFA-4A69-B73C-ABCB6084F04D}"/>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과제 소개">
            <a:extLst xmlns:a="http://schemas.openxmlformats.org/drawingml/2006/main">
              <a:ext uri="{FF2B5EF4-FFF2-40B4-BE49-F238E27FC236}">
                <a16:creationId xmlns:a16="http://schemas.microsoft.com/office/drawing/2014/main" id="{163D5050-6AEC-49EC-846B-E9E15CCB7760}"/>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Workflow 요구사항 분석">
            <a:extLst xmlns:a="http://schemas.openxmlformats.org/drawingml/2006/main">
              <a:ext uri="{FF2B5EF4-FFF2-40B4-BE49-F238E27FC236}">
                <a16:creationId xmlns:a16="http://schemas.microsoft.com/office/drawing/2014/main" id="{2C24EA8F-69F0-45EE-B08F-9FFC69E2BF07}"/>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요구사항 분석">
            <a:extLst xmlns:a="http://schemas.openxmlformats.org/drawingml/2006/main">
              <a:ext uri="{FF2B5EF4-FFF2-40B4-BE49-F238E27FC236}">
                <a16:creationId xmlns:a16="http://schemas.microsoft.com/office/drawing/2014/main" id="{6DF91C05-1524-4B25-AFE5-435BBC03684A}"/>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Workflow 설계">
            <a:extLst xmlns:a="http://schemas.openxmlformats.org/drawingml/2006/main">
              <a:ext uri="{FF2B5EF4-FFF2-40B4-BE49-F238E27FC236}">
                <a16:creationId xmlns:a16="http://schemas.microsoft.com/office/drawing/2014/main" id="{1C17BC59-2069-43FF-9426-481040D2EBEE}"/>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설계">
            <a:extLst xmlns:a="http://schemas.openxmlformats.org/drawingml/2006/main">
              <a:ext uri="{FF2B5EF4-FFF2-40B4-BE49-F238E27FC236}">
                <a16:creationId xmlns:a16="http://schemas.microsoft.com/office/drawing/2014/main" id="{BF57B92B-C913-453A-BA42-59FF69DFC7BC}"/>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Workflow 구현 및 검증">
            <a:extLst xmlns:a="http://schemas.openxmlformats.org/drawingml/2006/main">
              <a:ext uri="{FF2B5EF4-FFF2-40B4-BE49-F238E27FC236}">
                <a16:creationId xmlns:a16="http://schemas.microsoft.com/office/drawing/2014/main" id="{D46EB62C-CAAD-4FF0-A24D-753983F1A2D2}"/>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구현 및 검증">
            <a:extLst xmlns:a="http://schemas.openxmlformats.org/drawingml/2006/main">
              <a:ext uri="{FF2B5EF4-FFF2-40B4-BE49-F238E27FC236}">
                <a16:creationId xmlns:a16="http://schemas.microsoft.com/office/drawing/2014/main" id="{38F3955E-47A5-4010-A31F-EC83A3BC522C}"/>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Workflow 결론">
            <a:extLst xmlns:a="http://schemas.openxmlformats.org/drawingml/2006/main">
              <a:ext uri="{FF2B5EF4-FFF2-40B4-BE49-F238E27FC236}">
                <a16:creationId xmlns:a16="http://schemas.microsoft.com/office/drawing/2014/main" id="{1806D21C-30D3-4774-B05A-C7213126D70F}"/>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결론">
            <a:extLst xmlns:a="http://schemas.openxmlformats.org/drawingml/2006/main">
              <a:ext uri="{FF2B5EF4-FFF2-40B4-BE49-F238E27FC236}">
                <a16:creationId xmlns:a16="http://schemas.microsoft.com/office/drawing/2014/main" id="{4DC4EFAE-08BE-4D4D-9006-254D890E31C0}"/>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Header rule">
            <a:extLst xmlns:a="http://schemas.openxmlformats.org/drawingml/2006/main">
              <a:ext uri="{FF2B5EF4-FFF2-40B4-BE49-F238E27FC236}">
                <a16:creationId xmlns:a16="http://schemas.microsoft.com/office/drawing/2014/main" id="{9FE6145A-457D-4295-9923-13D9B24FCED4}"/>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Continuous slide number">
            <a:extLst xmlns:a="http://schemas.openxmlformats.org/drawingml/2006/main">
              <a:ext uri="{FF2B5EF4-FFF2-40B4-BE49-F238E27FC236}">
                <a16:creationId xmlns:a16="http://schemas.microsoft.com/office/drawing/2014/main" id="{C22DC833-D0C4-44D4-A27E-3A86A32C9718}"/>
              </a:ext>
            </a:extLst>
          </p:cNvPr>
          <p:cNvSpPr>
            <a:spLocks xmlns:a="http://schemas.openxmlformats.org/drawingml/2006/main" noGrp="1"/>
          </p:cNvSpPr>
          <p:nvPr/>
        </p:nvSpPr>
        <p:spPr>
          <a:xfrm xmlns:a="http://schemas.openxmlformats.org/drawingml/2006/main">
            <a:off x="17487900" y="10020300"/>
            <a:ext cx="590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50555B"/>
                </a:solidFill>
                <a:latin typeface="Apple SD Gothic Neo"/>
                <a:ea typeface="Apple SD Gothic Neo"/>
                <a:cs typeface="Apple SD Gothic Neo"/>
              </a:defRPr>
            </a:defPPr>
            <a:lvl1pPr algn="r">
              <a:defRPr sz="1200" b="0">
                <a:solidFill>
                  <a:srgbClr val="50555B"/>
                </a:solidFill>
                <a:latin typeface="Apple SD Gothic Neo"/>
                <a:ea typeface="Apple SD Gothic Neo"/>
                <a:cs typeface="Apple SD Gothic Neo"/>
              </a:defRPr>
            </a:lvl1pPr>
            <a:lvl2pPr algn="r">
              <a:defRPr sz="1200" b="0">
                <a:solidFill>
                  <a:srgbClr val="50555B"/>
                </a:solidFill>
                <a:latin typeface="Apple SD Gothic Neo"/>
                <a:ea typeface="Apple SD Gothic Neo"/>
                <a:cs typeface="Apple SD Gothic Neo"/>
              </a:defRPr>
            </a:lvl2pPr>
            <a:lvl3pPr algn="r">
              <a:defRPr sz="1200" b="0">
                <a:solidFill>
                  <a:srgbClr val="50555B"/>
                </a:solidFill>
                <a:latin typeface="Apple SD Gothic Neo"/>
                <a:ea typeface="Apple SD Gothic Neo"/>
                <a:cs typeface="Apple SD Gothic Neo"/>
              </a:defRPr>
            </a:lvl3pPr>
            <a:lvl4pPr algn="r">
              <a:defRPr sz="1200" b="0">
                <a:solidFill>
                  <a:srgbClr val="50555B"/>
                </a:solidFill>
                <a:latin typeface="Apple SD Gothic Neo"/>
                <a:ea typeface="Apple SD Gothic Neo"/>
                <a:cs typeface="Apple SD Gothic Neo"/>
              </a:defRPr>
            </a:lvl4pPr>
            <a:lvl5pPr algn="r">
              <a:defRPr sz="1200" b="0">
                <a:solidFill>
                  <a:srgbClr val="50555B"/>
                </a:solidFill>
                <a:latin typeface="Apple SD Gothic Neo"/>
                <a:ea typeface="Apple SD Gothic Neo"/>
                <a:cs typeface="Apple SD Gothic Neo"/>
              </a:defRPr>
            </a:lvl5pPr>
            <a:lvl6pPr algn="r">
              <a:defRPr sz="1200" b="0">
                <a:solidFill>
                  <a:srgbClr val="50555B"/>
                </a:solidFill>
                <a:latin typeface="Apple SD Gothic Neo"/>
                <a:ea typeface="Apple SD Gothic Neo"/>
                <a:cs typeface="Apple SD Gothic Neo"/>
              </a:defRPr>
            </a:lvl6pPr>
            <a:lvl7pPr algn="r">
              <a:defRPr sz="1200" b="0">
                <a:solidFill>
                  <a:srgbClr val="50555B"/>
                </a:solidFill>
                <a:latin typeface="Apple SD Gothic Neo"/>
                <a:ea typeface="Apple SD Gothic Neo"/>
                <a:cs typeface="Apple SD Gothic Neo"/>
              </a:defRPr>
            </a:lvl7pPr>
            <a:lvl8pPr algn="r">
              <a:defRPr sz="1200" b="0">
                <a:solidFill>
                  <a:srgbClr val="50555B"/>
                </a:solidFill>
                <a:latin typeface="Apple SD Gothic Neo"/>
                <a:ea typeface="Apple SD Gothic Neo"/>
                <a:cs typeface="Apple SD Gothic Neo"/>
              </a:defRPr>
            </a:lvl8pPr>
            <a:lvl9pPr algn="r">
              <a:defRPr sz="1200" b="0">
                <a:solidFill>
                  <a:srgbClr val="50555B"/>
                </a:solidFill>
                <a:latin typeface="Apple SD Gothic Neo"/>
                <a:ea typeface="Apple SD Gothic Neo"/>
                <a:cs typeface="Apple SD Gothic Neo"/>
              </a:defRPr>
            </a:lvl9pPr>
          </a:lstStyle>
          <a:p xmlns:a="http://schemas.openxmlformats.org/drawingml/2006/main">
            <a:pPr algn="r">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8 / 16</a:t>
            </a:r>
          </a:p>
        </p:txBody>
      </p:sp>
      <p:sp>
        <p:nvSpPr>
          <p:cNvPr id="14" name="DP2 object 199">
            <a:extLst xmlns:a="http://schemas.openxmlformats.org/drawingml/2006/main">
              <a:ext uri="{FF2B5EF4-FFF2-40B4-BE49-F238E27FC236}">
                <a16:creationId xmlns:a16="http://schemas.microsoft.com/office/drawing/2014/main" id="{90D231AF-EB75-429F-9FC4-A6D6FE30A13F}"/>
              </a:ext>
            </a:extLst>
          </p:cNvPr>
          <p:cNvSpPr>
            <a:spLocks xmlns:a="http://schemas.openxmlformats.org/drawingml/2006/main" noGrp="1"/>
          </p:cNvSpPr>
          <p:nvPr/>
        </p:nvSpPr>
        <p:spPr>
          <a:xfrm xmlns:a="http://schemas.openxmlformats.org/drawingml/2006/main">
            <a:off x="266700" y="1200150"/>
            <a:ext cx="1752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4676CB"/>
                </a:solidFill>
                <a:latin typeface="Apple SD Gothic Neo"/>
                <a:ea typeface="Apple SD Gothic Neo"/>
                <a:cs typeface="Apple SD Gothic Neo"/>
              </a:defRPr>
            </a:defPPr>
            <a:lvl1pPr algn="l">
              <a:defRPr sz="2250" b="1">
                <a:solidFill>
                  <a:srgbClr val="4676CB"/>
                </a:solidFill>
                <a:latin typeface="Apple SD Gothic Neo"/>
                <a:ea typeface="Apple SD Gothic Neo"/>
                <a:cs typeface="Apple SD Gothic Neo"/>
              </a:defRPr>
            </a:lvl1pPr>
            <a:lvl2pPr algn="l">
              <a:defRPr sz="2250" b="1">
                <a:solidFill>
                  <a:srgbClr val="4676CB"/>
                </a:solidFill>
                <a:latin typeface="Apple SD Gothic Neo"/>
                <a:ea typeface="Apple SD Gothic Neo"/>
                <a:cs typeface="Apple SD Gothic Neo"/>
              </a:defRPr>
            </a:lvl2pPr>
            <a:lvl3pPr algn="l">
              <a:defRPr sz="2250" b="1">
                <a:solidFill>
                  <a:srgbClr val="4676CB"/>
                </a:solidFill>
                <a:latin typeface="Apple SD Gothic Neo"/>
                <a:ea typeface="Apple SD Gothic Neo"/>
                <a:cs typeface="Apple SD Gothic Neo"/>
              </a:defRPr>
            </a:lvl3pPr>
            <a:lvl4pPr algn="l">
              <a:defRPr sz="2250" b="1">
                <a:solidFill>
                  <a:srgbClr val="4676CB"/>
                </a:solidFill>
                <a:latin typeface="Apple SD Gothic Neo"/>
                <a:ea typeface="Apple SD Gothic Neo"/>
                <a:cs typeface="Apple SD Gothic Neo"/>
              </a:defRPr>
            </a:lvl4pPr>
            <a:lvl5pPr algn="l">
              <a:defRPr sz="2250" b="1">
                <a:solidFill>
                  <a:srgbClr val="4676CB"/>
                </a:solidFill>
                <a:latin typeface="Apple SD Gothic Neo"/>
                <a:ea typeface="Apple SD Gothic Neo"/>
                <a:cs typeface="Apple SD Gothic Neo"/>
              </a:defRPr>
            </a:lvl5pPr>
            <a:lvl6pPr algn="l">
              <a:defRPr sz="2250" b="1">
                <a:solidFill>
                  <a:srgbClr val="4676CB"/>
                </a:solidFill>
                <a:latin typeface="Apple SD Gothic Neo"/>
                <a:ea typeface="Apple SD Gothic Neo"/>
                <a:cs typeface="Apple SD Gothic Neo"/>
              </a:defRPr>
            </a:lvl6pPr>
            <a:lvl7pPr algn="l">
              <a:defRPr sz="2250" b="1">
                <a:solidFill>
                  <a:srgbClr val="4676CB"/>
                </a:solidFill>
                <a:latin typeface="Apple SD Gothic Neo"/>
                <a:ea typeface="Apple SD Gothic Neo"/>
                <a:cs typeface="Apple SD Gothic Neo"/>
              </a:defRPr>
            </a:lvl7pPr>
            <a:lvl8pPr algn="l">
              <a:defRPr sz="2250" b="1">
                <a:solidFill>
                  <a:srgbClr val="4676CB"/>
                </a:solidFill>
                <a:latin typeface="Apple SD Gothic Neo"/>
                <a:ea typeface="Apple SD Gothic Neo"/>
                <a:cs typeface="Apple SD Gothic Neo"/>
              </a:defRPr>
            </a:lvl8pPr>
            <a:lvl9pPr algn="l">
              <a:defRPr sz="2250" b="1">
                <a:solidFill>
                  <a:srgbClr val="4676CB"/>
                </a:solidFill>
                <a:latin typeface="Apple SD Gothic Neo"/>
                <a:ea typeface="Apple SD Gothic Neo"/>
                <a:cs typeface="Apple SD Gothic Neo"/>
              </a:defRPr>
            </a:lvl9pPr>
          </a:lstStyle>
          <a:p xmlns:a="http://schemas.openxmlformats.org/drawingml/2006/main">
            <a:pPr algn="l">
              <a:defRPr sz="2250" b="1">
                <a:solidFill>
                  <a:srgbClr val="4676CB"/>
                </a:solidFill>
                <a:latin typeface="Apple SD Gothic Neo"/>
                <a:ea typeface="Apple SD Gothic Neo"/>
                <a:cs typeface="Apple SD Gothic Neo"/>
              </a:defRPr>
            </a:pPr>
            <a:r>
              <a:rPr sz="2250" b="1">
                <a:solidFill>
                  <a:srgbClr val="4676CB"/>
                </a:solidFill>
                <a:latin typeface="Apple SD Gothic Neo"/>
                <a:ea typeface="Apple SD Gothic Neo"/>
                <a:cs typeface="Apple SD Gothic Neo"/>
              </a:rPr>
              <a:t>병행 이익은 호출 여유에서, B1의 효과는 입력 복제 감소에서 나온다</a:t>
            </a:r>
          </a:p>
        </p:txBody>
      </p:sp>
      <p:sp>
        <p:nvSpPr>
          <p:cNvPr id="15" name="DP2 object 200">
            <a:extLst xmlns:a="http://schemas.openxmlformats.org/drawingml/2006/main">
              <a:ext uri="{FF2B5EF4-FFF2-40B4-BE49-F238E27FC236}">
                <a16:creationId xmlns:a16="http://schemas.microsoft.com/office/drawing/2014/main" id="{969D4803-B64D-480D-B718-0F504F5806F9}"/>
              </a:ext>
            </a:extLst>
          </p:cNvPr>
          <p:cNvSpPr>
            <a:spLocks xmlns:a="http://schemas.openxmlformats.org/drawingml/2006/main" noGrp="1"/>
          </p:cNvSpPr>
          <p:nvPr/>
        </p:nvSpPr>
        <p:spPr>
          <a:xfrm xmlns:a="http://schemas.openxmlformats.org/drawingml/2006/main">
            <a:off x="266700" y="1666875"/>
            <a:ext cx="1733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기본 구조 선택의 실제 모델 관측과 보완의 응답 재생을 구분한다.</a:t>
            </a:r>
          </a:p>
        </p:txBody>
      </p:sp>
      <p:sp>
        <p:nvSpPr>
          <p:cNvPr id="16" name="DP2 object 201">
            <a:extLst xmlns:a="http://schemas.openxmlformats.org/drawingml/2006/main">
              <a:ext uri="{FF2B5EF4-FFF2-40B4-BE49-F238E27FC236}">
                <a16:creationId xmlns:a16="http://schemas.microsoft.com/office/drawing/2014/main" id="{24AF1167-8CAA-4308-9755-86C851F8DAF5}"/>
              </a:ext>
            </a:extLst>
          </p:cNvPr>
          <p:cNvSpPr>
            <a:spLocks xmlns:a="http://schemas.openxmlformats.org/drawingml/2006/main" noGrp="1"/>
          </p:cNvSpPr>
          <p:nvPr/>
        </p:nvSpPr>
        <p:spPr>
          <a:xfrm xmlns:a="http://schemas.openxmlformats.org/drawingml/2006/main">
            <a:off x="228600" y="2076450"/>
            <a:ext cx="5829300" cy="7258050"/>
          </a:xfrm>
          <a:prstGeom xmlns:a="http://schemas.openxmlformats.org/drawingml/2006/main" prst="rect">
            <a:avLst/>
          </a:prstGeom>
          <a:noFill xmlns:a="http://schemas.openxmlformats.org/drawingml/2006/main"/>
          <a:ln xmlns:a="http://schemas.openxmlformats.org/drawingml/2006/main" w="28575">
            <a:solidFill>
              <a:srgbClr val="4676CB"/>
            </a:solidFill>
            <a:prstDash val="solid"/>
          </a:ln>
        </p:spPr>
      </p:sp>
      <p:sp>
        <p:nvSpPr>
          <p:cNvPr id="17" name="DP2 object 202">
            <a:extLst xmlns:a="http://schemas.openxmlformats.org/drawingml/2006/main">
              <a:ext uri="{FF2B5EF4-FFF2-40B4-BE49-F238E27FC236}">
                <a16:creationId xmlns:a16="http://schemas.microsoft.com/office/drawing/2014/main" id="{0FA3AF58-7324-425F-A47C-9BA1C2CB6F03}"/>
              </a:ext>
            </a:extLst>
          </p:cNvPr>
          <p:cNvSpPr>
            <a:spLocks xmlns:a="http://schemas.openxmlformats.org/drawingml/2006/main" noGrp="1"/>
          </p:cNvSpPr>
          <p:nvPr/>
        </p:nvSpPr>
        <p:spPr>
          <a:xfrm xmlns:a="http://schemas.openxmlformats.org/drawingml/2006/main">
            <a:off x="228600" y="2076450"/>
            <a:ext cx="5829300" cy="485775"/>
          </a:xfrm>
          <a:prstGeom xmlns:a="http://schemas.openxmlformats.org/drawingml/2006/main" prst="rect">
            <a:avLst/>
          </a:prstGeom>
          <a:solidFill xmlns:a="http://schemas.openxmlformats.org/drawingml/2006/main">
            <a:srgbClr val="C9E1B3"/>
          </a:solidFill>
          <a:ln xmlns:a="http://schemas.openxmlformats.org/drawingml/2006/main" w="0">
            <a:noFill/>
            <a:prstDash val="solid"/>
          </a:ln>
        </p:spPr>
      </p:sp>
      <p:sp>
        <p:nvSpPr>
          <p:cNvPr id="18" name="DP2 object 203">
            <a:extLst xmlns:a="http://schemas.openxmlformats.org/drawingml/2006/main">
              <a:ext uri="{FF2B5EF4-FFF2-40B4-BE49-F238E27FC236}">
                <a16:creationId xmlns:a16="http://schemas.microsoft.com/office/drawing/2014/main" id="{32F94F83-7D2A-485F-8C3F-0972995FAAF9}"/>
              </a:ext>
            </a:extLst>
          </p:cNvPr>
          <p:cNvSpPr>
            <a:spLocks xmlns:a="http://schemas.openxmlformats.org/drawingml/2006/main" noGrp="1"/>
          </p:cNvSpPr>
          <p:nvPr/>
        </p:nvSpPr>
        <p:spPr>
          <a:xfrm xmlns:a="http://schemas.openxmlformats.org/drawingml/2006/main">
            <a:off x="419100" y="2114550"/>
            <a:ext cx="544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250" b="1">
                <a:solidFill>
                  <a:srgbClr val="111111"/>
                </a:solidFill>
                <a:latin typeface="Apple SD Gothic Neo"/>
                <a:ea typeface="Apple SD Gothic Neo"/>
                <a:cs typeface="Apple SD Gothic Neo"/>
              </a:defRPr>
            </a:defPPr>
            <a:lvl1pPr algn="ctr">
              <a:defRPr sz="2250" b="1">
                <a:solidFill>
                  <a:srgbClr val="111111"/>
                </a:solidFill>
                <a:latin typeface="Apple SD Gothic Neo"/>
                <a:ea typeface="Apple SD Gothic Neo"/>
                <a:cs typeface="Apple SD Gothic Neo"/>
              </a:defRPr>
            </a:lvl1pPr>
            <a:lvl2pPr algn="ctr">
              <a:defRPr sz="2250" b="1">
                <a:solidFill>
                  <a:srgbClr val="111111"/>
                </a:solidFill>
                <a:latin typeface="Apple SD Gothic Neo"/>
                <a:ea typeface="Apple SD Gothic Neo"/>
                <a:cs typeface="Apple SD Gothic Neo"/>
              </a:defRPr>
            </a:lvl2pPr>
            <a:lvl3pPr algn="ctr">
              <a:defRPr sz="2250" b="1">
                <a:solidFill>
                  <a:srgbClr val="111111"/>
                </a:solidFill>
                <a:latin typeface="Apple SD Gothic Neo"/>
                <a:ea typeface="Apple SD Gothic Neo"/>
                <a:cs typeface="Apple SD Gothic Neo"/>
              </a:defRPr>
            </a:lvl3pPr>
            <a:lvl4pPr algn="ctr">
              <a:defRPr sz="2250" b="1">
                <a:solidFill>
                  <a:srgbClr val="111111"/>
                </a:solidFill>
                <a:latin typeface="Apple SD Gothic Neo"/>
                <a:ea typeface="Apple SD Gothic Neo"/>
                <a:cs typeface="Apple SD Gothic Neo"/>
              </a:defRPr>
            </a:lvl4pPr>
            <a:lvl5pPr algn="ctr">
              <a:defRPr sz="2250" b="1">
                <a:solidFill>
                  <a:srgbClr val="111111"/>
                </a:solidFill>
                <a:latin typeface="Apple SD Gothic Neo"/>
                <a:ea typeface="Apple SD Gothic Neo"/>
                <a:cs typeface="Apple SD Gothic Neo"/>
              </a:defRPr>
            </a:lvl5pPr>
            <a:lvl6pPr algn="ctr">
              <a:defRPr sz="2250" b="1">
                <a:solidFill>
                  <a:srgbClr val="111111"/>
                </a:solidFill>
                <a:latin typeface="Apple SD Gothic Neo"/>
                <a:ea typeface="Apple SD Gothic Neo"/>
                <a:cs typeface="Apple SD Gothic Neo"/>
              </a:defRPr>
            </a:lvl6pPr>
            <a:lvl7pPr algn="ctr">
              <a:defRPr sz="2250" b="1">
                <a:solidFill>
                  <a:srgbClr val="111111"/>
                </a:solidFill>
                <a:latin typeface="Apple SD Gothic Neo"/>
                <a:ea typeface="Apple SD Gothic Neo"/>
                <a:cs typeface="Apple SD Gothic Neo"/>
              </a:defRPr>
            </a:lvl7pPr>
            <a:lvl8pPr algn="ctr">
              <a:defRPr sz="2250" b="1">
                <a:solidFill>
                  <a:srgbClr val="111111"/>
                </a:solidFill>
                <a:latin typeface="Apple SD Gothic Neo"/>
                <a:ea typeface="Apple SD Gothic Neo"/>
                <a:cs typeface="Apple SD Gothic Neo"/>
              </a:defRPr>
            </a:lvl8pPr>
            <a:lvl9pPr algn="ctr">
              <a:defRPr sz="2250" b="1">
                <a:solidFill>
                  <a:srgbClr val="111111"/>
                </a:solidFill>
                <a:latin typeface="Apple SD Gothic Neo"/>
                <a:ea typeface="Apple SD Gothic Neo"/>
                <a:cs typeface="Apple SD Gothic Neo"/>
              </a:defRPr>
            </a:lvl9pPr>
          </a:lstStyle>
          <a:p xmlns:a="http://schemas.openxmlformats.org/drawingml/2006/main">
            <a:pPr algn="ctr">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B1. 불변 input/source 공유</a:t>
            </a:r>
          </a:p>
        </p:txBody>
      </p:sp>
      <p:sp>
        <p:nvSpPr>
          <p:cNvPr id="19" name="DP2 object 204">
            <a:extLst xmlns:a="http://schemas.openxmlformats.org/drawingml/2006/main">
              <a:ext uri="{FF2B5EF4-FFF2-40B4-BE49-F238E27FC236}">
                <a16:creationId xmlns:a16="http://schemas.microsoft.com/office/drawing/2014/main" id="{8C9D36CA-58F7-4428-B7CD-6FAB08D61851}"/>
              </a:ext>
            </a:extLst>
          </p:cNvPr>
          <p:cNvSpPr>
            <a:spLocks xmlns:a="http://schemas.openxmlformats.org/drawingml/2006/main" noGrp="1"/>
          </p:cNvSpPr>
          <p:nvPr/>
        </p:nvSpPr>
        <p:spPr>
          <a:xfrm xmlns:a="http://schemas.openxmlformats.org/drawingml/2006/main">
            <a:off x="419100" y="2714625"/>
            <a:ext cx="5448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기본 B: 실행마다 불변 입력을 복사</a:t>
            </a:r>
          </a:p>
        </p:txBody>
      </p:sp>
      <p:sp>
        <p:nvSpPr>
          <p:cNvPr id="20" name="R1 logical execution">
            <a:extLst xmlns:a="http://schemas.openxmlformats.org/drawingml/2006/main">
              <a:ext uri="{FF2B5EF4-FFF2-40B4-BE49-F238E27FC236}">
                <a16:creationId xmlns:a16="http://schemas.microsoft.com/office/drawing/2014/main" id="{EAA678E1-D018-441F-A427-153C7B2D4B7A}"/>
              </a:ext>
            </a:extLst>
          </p:cNvPr>
          <p:cNvSpPr>
            <a:spLocks xmlns:a="http://schemas.openxmlformats.org/drawingml/2006/main" noGrp="1"/>
          </p:cNvSpPr>
          <p:nvPr/>
        </p:nvSpPr>
        <p:spPr>
          <a:xfrm xmlns:a="http://schemas.openxmlformats.org/drawingml/2006/main">
            <a:off x="495300" y="3248025"/>
            <a:ext cx="2400300" cy="1352550"/>
          </a:xfrm>
          <a:prstGeom xmlns:a="http://schemas.openxmlformats.org/drawingml/2006/main" prst="rect">
            <a:avLst/>
          </a:prstGeom>
          <a:solidFill xmlns:a="http://schemas.openxmlformats.org/drawingml/2006/main">
            <a:srgbClr val="FFFFFF"/>
          </a:solidFill>
          <a:ln xmlns:a="http://schemas.openxmlformats.org/drawingml/2006/main" w="19050">
            <a:solidFill>
              <a:srgbClr val="111111"/>
            </a:solidFill>
            <a:prstDash val="solid"/>
          </a:ln>
        </p:spPr>
      </p:sp>
      <p:sp>
        <p:nvSpPr>
          <p:cNvPr id="21" name="R2 logical execution">
            <a:extLst xmlns:a="http://schemas.openxmlformats.org/drawingml/2006/main">
              <a:ext uri="{FF2B5EF4-FFF2-40B4-BE49-F238E27FC236}">
                <a16:creationId xmlns:a16="http://schemas.microsoft.com/office/drawing/2014/main" id="{07B2CB6B-8151-4487-860F-16999002E0CA}"/>
              </a:ext>
            </a:extLst>
          </p:cNvPr>
          <p:cNvSpPr>
            <a:spLocks xmlns:a="http://schemas.openxmlformats.org/drawingml/2006/main" noGrp="1"/>
          </p:cNvSpPr>
          <p:nvPr/>
        </p:nvSpPr>
        <p:spPr>
          <a:xfrm xmlns:a="http://schemas.openxmlformats.org/drawingml/2006/main">
            <a:off x="3371850" y="3248025"/>
            <a:ext cx="2400300" cy="1352550"/>
          </a:xfrm>
          <a:prstGeom xmlns:a="http://schemas.openxmlformats.org/drawingml/2006/main" prst="rect">
            <a:avLst/>
          </a:prstGeom>
          <a:solidFill xmlns:a="http://schemas.openxmlformats.org/drawingml/2006/main">
            <a:srgbClr val="FFFFFF"/>
          </a:solidFill>
          <a:ln xmlns:a="http://schemas.openxmlformats.org/drawingml/2006/main" w="19050">
            <a:solidFill>
              <a:srgbClr val="111111"/>
            </a:solidFill>
            <a:prstDash val="solid"/>
          </a:ln>
        </p:spPr>
      </p:sp>
      <p:sp>
        <p:nvSpPr>
          <p:cNvPr id="22" name="DP2 object 205">
            <a:extLst xmlns:a="http://schemas.openxmlformats.org/drawingml/2006/main">
              <a:ext uri="{FF2B5EF4-FFF2-40B4-BE49-F238E27FC236}">
                <a16:creationId xmlns:a16="http://schemas.microsoft.com/office/drawing/2014/main" id="{CC75B106-5683-4497-9DCC-01CB91D0888A}"/>
              </a:ext>
            </a:extLst>
          </p:cNvPr>
          <p:cNvSpPr>
            <a:spLocks xmlns:a="http://schemas.openxmlformats.org/drawingml/2006/main" noGrp="1"/>
          </p:cNvSpPr>
          <p:nvPr/>
        </p:nvSpPr>
        <p:spPr>
          <a:xfrm xmlns:a="http://schemas.openxmlformats.org/drawingml/2006/main">
            <a:off x="581025" y="3305175"/>
            <a:ext cx="2228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R1 해석 실행</a:t>
            </a:r>
          </a:p>
        </p:txBody>
      </p:sp>
      <p:sp>
        <p:nvSpPr>
          <p:cNvPr id="23" name="DP2 object 206">
            <a:extLst xmlns:a="http://schemas.openxmlformats.org/drawingml/2006/main">
              <a:ext uri="{FF2B5EF4-FFF2-40B4-BE49-F238E27FC236}">
                <a16:creationId xmlns:a16="http://schemas.microsoft.com/office/drawing/2014/main" id="{32FC3507-D838-4E3B-8A44-CB4DB7ECA6BF}"/>
              </a:ext>
            </a:extLst>
          </p:cNvPr>
          <p:cNvSpPr>
            <a:spLocks xmlns:a="http://schemas.openxmlformats.org/drawingml/2006/main" noGrp="1"/>
          </p:cNvSpPr>
          <p:nvPr/>
        </p:nvSpPr>
        <p:spPr>
          <a:xfrm xmlns:a="http://schemas.openxmlformats.org/drawingml/2006/main">
            <a:off x="3457575" y="3305175"/>
            <a:ext cx="2228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R2 해석 실행</a:t>
            </a:r>
          </a:p>
        </p:txBody>
      </p:sp>
      <p:sp>
        <p:nvSpPr>
          <p:cNvPr id="24" name="입력·원본 복사①">
            <a:extLst xmlns:a="http://schemas.openxmlformats.org/drawingml/2006/main">
              <a:ext uri="{FF2B5EF4-FFF2-40B4-BE49-F238E27FC236}">
                <a16:creationId xmlns:a16="http://schemas.microsoft.com/office/drawing/2014/main" id="{AD8BF2E6-77E1-4DF2-B080-3DCD4A733DCC}"/>
              </a:ext>
            </a:extLst>
          </p:cNvPr>
          <p:cNvSpPr>
            <a:spLocks xmlns:a="http://schemas.openxmlformats.org/drawingml/2006/main" noGrp="1"/>
          </p:cNvSpPr>
          <p:nvPr/>
        </p:nvSpPr>
        <p:spPr>
          <a:xfrm xmlns:a="http://schemas.openxmlformats.org/drawingml/2006/main">
            <a:off x="619125" y="3781425"/>
            <a:ext cx="2152650" cy="66675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5" name="DP2 object 207">
            <a:extLst xmlns:a="http://schemas.openxmlformats.org/drawingml/2006/main">
              <a:ext uri="{FF2B5EF4-FFF2-40B4-BE49-F238E27FC236}">
                <a16:creationId xmlns:a16="http://schemas.microsoft.com/office/drawing/2014/main" id="{CE9E5F43-C6AE-425C-AA12-969B44B05283}"/>
              </a:ext>
            </a:extLst>
          </p:cNvPr>
          <p:cNvSpPr>
            <a:spLocks xmlns:a="http://schemas.openxmlformats.org/drawingml/2006/main" noGrp="1"/>
          </p:cNvSpPr>
          <p:nvPr/>
        </p:nvSpPr>
        <p:spPr>
          <a:xfrm xmlns:a="http://schemas.openxmlformats.org/drawingml/2006/main">
            <a:off x="666750" y="3886200"/>
            <a:ext cx="2057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입력·원본 복사①</a:t>
            </a:r>
          </a:p>
        </p:txBody>
      </p:sp>
      <p:sp>
        <p:nvSpPr>
          <p:cNvPr id="26" name="입력·원본 복사②">
            <a:extLst xmlns:a="http://schemas.openxmlformats.org/drawingml/2006/main">
              <a:ext uri="{FF2B5EF4-FFF2-40B4-BE49-F238E27FC236}">
                <a16:creationId xmlns:a16="http://schemas.microsoft.com/office/drawing/2014/main" id="{602C9A56-3DB7-4620-92F1-0FD8E0329CD2}"/>
              </a:ext>
            </a:extLst>
          </p:cNvPr>
          <p:cNvSpPr>
            <a:spLocks xmlns:a="http://schemas.openxmlformats.org/drawingml/2006/main" noGrp="1"/>
          </p:cNvSpPr>
          <p:nvPr/>
        </p:nvSpPr>
        <p:spPr>
          <a:xfrm xmlns:a="http://schemas.openxmlformats.org/drawingml/2006/main">
            <a:off x="3495675" y="3781425"/>
            <a:ext cx="2152650" cy="66675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7" name="DP2 object 208">
            <a:extLst xmlns:a="http://schemas.openxmlformats.org/drawingml/2006/main">
              <a:ext uri="{FF2B5EF4-FFF2-40B4-BE49-F238E27FC236}">
                <a16:creationId xmlns:a16="http://schemas.microsoft.com/office/drawing/2014/main" id="{DA7B2589-DDCC-4253-8F86-1FC45C07A559}"/>
              </a:ext>
            </a:extLst>
          </p:cNvPr>
          <p:cNvSpPr>
            <a:spLocks xmlns:a="http://schemas.openxmlformats.org/drawingml/2006/main" noGrp="1"/>
          </p:cNvSpPr>
          <p:nvPr/>
        </p:nvSpPr>
        <p:spPr>
          <a:xfrm xmlns:a="http://schemas.openxmlformats.org/drawingml/2006/main">
            <a:off x="3543300" y="3886200"/>
            <a:ext cx="2057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입력·원본 복사②</a:t>
            </a:r>
          </a:p>
        </p:txBody>
      </p:sp>
      <p:sp>
        <p:nvSpPr>
          <p:cNvPr id="28" name="Editable path 209">
            <a:extLst xmlns:a="http://schemas.openxmlformats.org/drawingml/2006/main">
              <a:ext uri="{FF2B5EF4-FFF2-40B4-BE49-F238E27FC236}">
                <a16:creationId xmlns:a16="http://schemas.microsoft.com/office/drawing/2014/main" id="{31C0D244-AFA5-4838-88C2-3413D388E704}"/>
              </a:ext>
            </a:extLst>
          </p:cNvPr>
          <p:cNvSpPr>
            <a:spLocks xmlns:a="http://schemas.openxmlformats.org/drawingml/2006/main" noGrp="1"/>
          </p:cNvSpPr>
          <p:nvPr/>
        </p:nvSpPr>
        <p:spPr>
          <a:xfrm xmlns:a="http://schemas.openxmlformats.org/drawingml/2006/main">
            <a:off x="3143250" y="4695825"/>
            <a:ext cx="953" cy="685800"/>
          </a:xfrm>
          <a:custGeom xmlns:a="http://schemas.openxmlformats.org/drawingml/2006/main">
            <a:pathLst>
              <a:path w="953" h="685800">
                <a:moveTo>
                  <a:pt x="0" y="0"/>
                </a:moveTo>
                <a:lnTo>
                  <a:pt x="0" y="685800"/>
                </a:lnTo>
              </a:path>
            </a:pathLst>
          </a:custGeom>
          <a:noFill xmlns:a="http://schemas.openxmlformats.org/drawingml/2006/main"/>
          <a:ln xmlns:a="http://schemas.openxmlformats.org/drawingml/2006/main" w="28575">
            <a:solidFill>
              <a:srgbClr val="4676CB"/>
            </a:solidFill>
            <a:prstDash val="solid"/>
          </a:ln>
        </p:spPr>
      </p:sp>
      <p:sp>
        <p:nvSpPr>
          <p:cNvPr id="29" name="Editable arrowhead 210">
            <a:extLst xmlns:a="http://schemas.openxmlformats.org/drawingml/2006/main">
              <a:ext uri="{FF2B5EF4-FFF2-40B4-BE49-F238E27FC236}">
                <a16:creationId xmlns:a16="http://schemas.microsoft.com/office/drawing/2014/main" id="{74A400EF-A61C-493C-A629-942472AC1FFD}"/>
              </a:ext>
            </a:extLst>
          </p:cNvPr>
          <p:cNvSpPr>
            <a:spLocks xmlns:a="http://schemas.openxmlformats.org/drawingml/2006/main" noGrp="1"/>
          </p:cNvSpPr>
          <p:nvPr/>
        </p:nvSpPr>
        <p:spPr>
          <a:xfrm xmlns:a="http://schemas.openxmlformats.org/drawingml/2006/main">
            <a:off x="3095625" y="52863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30" name="DP2 object 211">
            <a:extLst xmlns:a="http://schemas.openxmlformats.org/drawingml/2006/main">
              <a:ext uri="{FF2B5EF4-FFF2-40B4-BE49-F238E27FC236}">
                <a16:creationId xmlns:a16="http://schemas.microsoft.com/office/drawing/2014/main" id="{B3DB6FF1-5C0A-42EE-AFA2-EE3E3C343D94}"/>
              </a:ext>
            </a:extLst>
          </p:cNvPr>
          <p:cNvSpPr>
            <a:spLocks xmlns:a="http://schemas.openxmlformats.org/drawingml/2006/main" noGrp="1"/>
          </p:cNvSpPr>
          <p:nvPr/>
        </p:nvSpPr>
        <p:spPr>
          <a:xfrm xmlns:a="http://schemas.openxmlformats.org/drawingml/2006/main">
            <a:off x="542925" y="4886325"/>
            <a:ext cx="23717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1">
                <a:solidFill>
                  <a:srgbClr val="4676CB"/>
                </a:solidFill>
                <a:latin typeface="Apple SD Gothic Neo"/>
                <a:ea typeface="Apple SD Gothic Neo"/>
                <a:cs typeface="Apple SD Gothic Neo"/>
              </a:defRPr>
            </a:defPPr>
            <a:lvl1pPr algn="l">
              <a:defRPr sz="1875" b="1">
                <a:solidFill>
                  <a:srgbClr val="4676CB"/>
                </a:solidFill>
                <a:latin typeface="Apple SD Gothic Neo"/>
                <a:ea typeface="Apple SD Gothic Neo"/>
                <a:cs typeface="Apple SD Gothic Neo"/>
              </a:defRPr>
            </a:lvl1pPr>
            <a:lvl2pPr algn="l">
              <a:defRPr sz="1875" b="1">
                <a:solidFill>
                  <a:srgbClr val="4676CB"/>
                </a:solidFill>
                <a:latin typeface="Apple SD Gothic Neo"/>
                <a:ea typeface="Apple SD Gothic Neo"/>
                <a:cs typeface="Apple SD Gothic Neo"/>
              </a:defRPr>
            </a:lvl2pPr>
            <a:lvl3pPr algn="l">
              <a:defRPr sz="1875" b="1">
                <a:solidFill>
                  <a:srgbClr val="4676CB"/>
                </a:solidFill>
                <a:latin typeface="Apple SD Gothic Neo"/>
                <a:ea typeface="Apple SD Gothic Neo"/>
                <a:cs typeface="Apple SD Gothic Neo"/>
              </a:defRPr>
            </a:lvl3pPr>
            <a:lvl4pPr algn="l">
              <a:defRPr sz="1875" b="1">
                <a:solidFill>
                  <a:srgbClr val="4676CB"/>
                </a:solidFill>
                <a:latin typeface="Apple SD Gothic Neo"/>
                <a:ea typeface="Apple SD Gothic Neo"/>
                <a:cs typeface="Apple SD Gothic Neo"/>
              </a:defRPr>
            </a:lvl4pPr>
            <a:lvl5pPr algn="l">
              <a:defRPr sz="1875" b="1">
                <a:solidFill>
                  <a:srgbClr val="4676CB"/>
                </a:solidFill>
                <a:latin typeface="Apple SD Gothic Neo"/>
                <a:ea typeface="Apple SD Gothic Neo"/>
                <a:cs typeface="Apple SD Gothic Neo"/>
              </a:defRPr>
            </a:lvl5pPr>
            <a:lvl6pPr algn="l">
              <a:defRPr sz="1875" b="1">
                <a:solidFill>
                  <a:srgbClr val="4676CB"/>
                </a:solidFill>
                <a:latin typeface="Apple SD Gothic Neo"/>
                <a:ea typeface="Apple SD Gothic Neo"/>
                <a:cs typeface="Apple SD Gothic Neo"/>
              </a:defRPr>
            </a:lvl6pPr>
            <a:lvl7pPr algn="l">
              <a:defRPr sz="1875" b="1">
                <a:solidFill>
                  <a:srgbClr val="4676CB"/>
                </a:solidFill>
                <a:latin typeface="Apple SD Gothic Neo"/>
                <a:ea typeface="Apple SD Gothic Neo"/>
                <a:cs typeface="Apple SD Gothic Neo"/>
              </a:defRPr>
            </a:lvl7pPr>
            <a:lvl8pPr algn="l">
              <a:defRPr sz="1875" b="1">
                <a:solidFill>
                  <a:srgbClr val="4676CB"/>
                </a:solidFill>
                <a:latin typeface="Apple SD Gothic Neo"/>
                <a:ea typeface="Apple SD Gothic Neo"/>
                <a:cs typeface="Apple SD Gothic Neo"/>
              </a:defRPr>
            </a:lvl8pPr>
            <a:lvl9pPr algn="l">
              <a:defRPr sz="1875" b="1">
                <a:solidFill>
                  <a:srgbClr val="4676CB"/>
                </a:solidFill>
                <a:latin typeface="Apple SD Gothic Neo"/>
                <a:ea typeface="Apple SD Gothic Neo"/>
                <a:cs typeface="Apple SD Gothic Neo"/>
              </a:defRPr>
            </a:lvl9pPr>
          </a:lstStyle>
          <a:p xmlns:a="http://schemas.openxmlformats.org/drawingml/2006/main">
            <a:pPr algn="l">
              <a:defRPr sz="1875" b="1">
                <a:solidFill>
                  <a:srgbClr val="4676CB"/>
                </a:solidFill>
                <a:latin typeface="Apple SD Gothic Neo"/>
                <a:ea typeface="Apple SD Gothic Neo"/>
                <a:cs typeface="Apple SD Gothic Neo"/>
              </a:defRPr>
            </a:pPr>
            <a:r>
              <a:rPr sz="1875" b="1">
                <a:solidFill>
                  <a:srgbClr val="4676CB"/>
                </a:solidFill>
                <a:latin typeface="Apple SD Gothic Neo"/>
                <a:ea typeface="Apple SD Gothic Neo"/>
                <a:cs typeface="Apple SD Gothic Neo"/>
              </a:rPr>
              <a:t>불변 자료를 한 번 보존</a:t>
            </a:r>
          </a:p>
        </p:txBody>
      </p:sp>
      <p:sp>
        <p:nvSpPr>
          <p:cNvPr id="31" name="B1 공유 불변 입력·원본">
            <a:extLst xmlns:a="http://schemas.openxmlformats.org/drawingml/2006/main">
              <a:ext uri="{FF2B5EF4-FFF2-40B4-BE49-F238E27FC236}">
                <a16:creationId xmlns:a16="http://schemas.microsoft.com/office/drawing/2014/main" id="{469B8D8A-6B1F-4347-B322-32810A8C13B8}"/>
              </a:ext>
            </a:extLst>
          </p:cNvPr>
          <p:cNvSpPr>
            <a:spLocks xmlns:a="http://schemas.openxmlformats.org/drawingml/2006/main" noGrp="1"/>
          </p:cNvSpPr>
          <p:nvPr/>
        </p:nvSpPr>
        <p:spPr>
          <a:xfrm xmlns:a="http://schemas.openxmlformats.org/drawingml/2006/main">
            <a:off x="1276350" y="5505450"/>
            <a:ext cx="3733800" cy="7715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4676CB"/>
            </a:solidFill>
            <a:prstDash val="solid"/>
          </a:ln>
        </p:spPr>
      </p:sp>
      <p:sp>
        <p:nvSpPr>
          <p:cNvPr id="32" name="DP2 object 212">
            <a:extLst xmlns:a="http://schemas.openxmlformats.org/drawingml/2006/main">
              <a:ext uri="{FF2B5EF4-FFF2-40B4-BE49-F238E27FC236}">
                <a16:creationId xmlns:a16="http://schemas.microsoft.com/office/drawing/2014/main" id="{A3A887DE-FF4F-4CD0-B311-F19207270F24}"/>
              </a:ext>
            </a:extLst>
          </p:cNvPr>
          <p:cNvSpPr>
            <a:spLocks xmlns:a="http://schemas.openxmlformats.org/drawingml/2006/main" noGrp="1"/>
          </p:cNvSpPr>
          <p:nvPr/>
        </p:nvSpPr>
        <p:spPr>
          <a:xfrm xmlns:a="http://schemas.openxmlformats.org/drawingml/2006/main">
            <a:off x="1323975" y="5610225"/>
            <a:ext cx="3638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0">
                <a:solidFill>
                  <a:srgbClr val="4676CB"/>
                </a:solidFill>
                <a:latin typeface="Apple SD Gothic Neo"/>
                <a:ea typeface="Apple SD Gothic Neo"/>
                <a:cs typeface="Apple SD Gothic Neo"/>
              </a:defRPr>
            </a:defPPr>
            <a:lvl1pPr algn="ctr">
              <a:defRPr sz="2025" b="0">
                <a:solidFill>
                  <a:srgbClr val="4676CB"/>
                </a:solidFill>
                <a:latin typeface="Apple SD Gothic Neo"/>
                <a:ea typeface="Apple SD Gothic Neo"/>
                <a:cs typeface="Apple SD Gothic Neo"/>
              </a:defRPr>
            </a:lvl1pPr>
            <a:lvl2pPr algn="ctr">
              <a:defRPr sz="2025" b="0">
                <a:solidFill>
                  <a:srgbClr val="4676CB"/>
                </a:solidFill>
                <a:latin typeface="Apple SD Gothic Neo"/>
                <a:ea typeface="Apple SD Gothic Neo"/>
                <a:cs typeface="Apple SD Gothic Neo"/>
              </a:defRPr>
            </a:lvl2pPr>
            <a:lvl3pPr algn="ctr">
              <a:defRPr sz="2025" b="0">
                <a:solidFill>
                  <a:srgbClr val="4676CB"/>
                </a:solidFill>
                <a:latin typeface="Apple SD Gothic Neo"/>
                <a:ea typeface="Apple SD Gothic Neo"/>
                <a:cs typeface="Apple SD Gothic Neo"/>
              </a:defRPr>
            </a:lvl3pPr>
            <a:lvl4pPr algn="ctr">
              <a:defRPr sz="2025" b="0">
                <a:solidFill>
                  <a:srgbClr val="4676CB"/>
                </a:solidFill>
                <a:latin typeface="Apple SD Gothic Neo"/>
                <a:ea typeface="Apple SD Gothic Neo"/>
                <a:cs typeface="Apple SD Gothic Neo"/>
              </a:defRPr>
            </a:lvl4pPr>
            <a:lvl5pPr algn="ctr">
              <a:defRPr sz="2025" b="0">
                <a:solidFill>
                  <a:srgbClr val="4676CB"/>
                </a:solidFill>
                <a:latin typeface="Apple SD Gothic Neo"/>
                <a:ea typeface="Apple SD Gothic Neo"/>
                <a:cs typeface="Apple SD Gothic Neo"/>
              </a:defRPr>
            </a:lvl5pPr>
            <a:lvl6pPr algn="ctr">
              <a:defRPr sz="2025" b="0">
                <a:solidFill>
                  <a:srgbClr val="4676CB"/>
                </a:solidFill>
                <a:latin typeface="Apple SD Gothic Neo"/>
                <a:ea typeface="Apple SD Gothic Neo"/>
                <a:cs typeface="Apple SD Gothic Neo"/>
              </a:defRPr>
            </a:lvl6pPr>
            <a:lvl7pPr algn="ctr">
              <a:defRPr sz="2025" b="0">
                <a:solidFill>
                  <a:srgbClr val="4676CB"/>
                </a:solidFill>
                <a:latin typeface="Apple SD Gothic Neo"/>
                <a:ea typeface="Apple SD Gothic Neo"/>
                <a:cs typeface="Apple SD Gothic Neo"/>
              </a:defRPr>
            </a:lvl7pPr>
            <a:lvl8pPr algn="ctr">
              <a:defRPr sz="2025" b="0">
                <a:solidFill>
                  <a:srgbClr val="4676CB"/>
                </a:solidFill>
                <a:latin typeface="Apple SD Gothic Neo"/>
                <a:ea typeface="Apple SD Gothic Neo"/>
                <a:cs typeface="Apple SD Gothic Neo"/>
              </a:defRPr>
            </a:lvl8pPr>
            <a:lvl9pPr algn="ctr">
              <a:defRPr sz="2025" b="0">
                <a:solidFill>
                  <a:srgbClr val="4676CB"/>
                </a:solidFill>
                <a:latin typeface="Apple SD Gothic Neo"/>
                <a:ea typeface="Apple SD Gothic Neo"/>
                <a:cs typeface="Apple SD Gothic Neo"/>
              </a:defRPr>
            </a:lvl9pPr>
          </a:lstStyle>
          <a:p xmlns:a="http://schemas.openxmlformats.org/drawingml/2006/main">
            <a:pPr algn="ctr">
              <a:defRPr sz="2025" b="0">
                <a:solidFill>
                  <a:srgbClr val="4676CB"/>
                </a:solidFill>
                <a:latin typeface="Apple SD Gothic Neo"/>
                <a:ea typeface="Apple SD Gothic Neo"/>
                <a:cs typeface="Apple SD Gothic Neo"/>
              </a:defRPr>
            </a:pPr>
            <a:r>
              <a:rPr sz="2025" b="0">
                <a:solidFill>
                  <a:srgbClr val="4676CB"/>
                </a:solidFill>
                <a:latin typeface="Apple SD Gothic Neo"/>
                <a:ea typeface="Apple SD Gothic Neo"/>
                <a:cs typeface="Apple SD Gothic Neo"/>
              </a:rPr>
              <a:t>B1 공유 불변 입력·원본</a:t>
            </a:r>
          </a:p>
        </p:txBody>
      </p:sp>
      <p:sp>
        <p:nvSpPr>
          <p:cNvPr id="33" name="Editable path 213">
            <a:extLst xmlns:a="http://schemas.openxmlformats.org/drawingml/2006/main">
              <a:ext uri="{FF2B5EF4-FFF2-40B4-BE49-F238E27FC236}">
                <a16:creationId xmlns:a16="http://schemas.microsoft.com/office/drawing/2014/main" id="{D8C0997C-027D-46F8-9FDD-4F454ADAFDF8}"/>
              </a:ext>
            </a:extLst>
          </p:cNvPr>
          <p:cNvSpPr>
            <a:spLocks xmlns:a="http://schemas.openxmlformats.org/drawingml/2006/main" noGrp="1"/>
          </p:cNvSpPr>
          <p:nvPr/>
        </p:nvSpPr>
        <p:spPr>
          <a:xfrm xmlns:a="http://schemas.openxmlformats.org/drawingml/2006/main">
            <a:off x="1695450" y="6276975"/>
            <a:ext cx="590550" cy="742950"/>
          </a:xfrm>
          <a:custGeom xmlns:a="http://schemas.openxmlformats.org/drawingml/2006/main">
            <a:pathLst>
              <a:path w="590550" h="742950">
                <a:moveTo>
                  <a:pt x="590550" y="0"/>
                </a:moveTo>
                <a:lnTo>
                  <a:pt x="590550" y="400050"/>
                </a:lnTo>
                <a:lnTo>
                  <a:pt x="0" y="400050"/>
                </a:lnTo>
                <a:lnTo>
                  <a:pt x="0" y="742950"/>
                </a:lnTo>
              </a:path>
            </a:pathLst>
          </a:custGeom>
          <a:noFill xmlns:a="http://schemas.openxmlformats.org/drawingml/2006/main"/>
          <a:ln xmlns:a="http://schemas.openxmlformats.org/drawingml/2006/main" w="24765">
            <a:solidFill>
              <a:srgbClr val="4676CB"/>
            </a:solidFill>
            <a:prstDash val="solid"/>
          </a:ln>
        </p:spPr>
      </p:sp>
      <p:sp>
        <p:nvSpPr>
          <p:cNvPr id="34" name="Editable arrowhead 214">
            <a:extLst xmlns:a="http://schemas.openxmlformats.org/drawingml/2006/main">
              <a:ext uri="{FF2B5EF4-FFF2-40B4-BE49-F238E27FC236}">
                <a16:creationId xmlns:a16="http://schemas.microsoft.com/office/drawing/2014/main" id="{2BA59A8C-7E63-43F2-8773-03B493FFE4DE}"/>
              </a:ext>
            </a:extLst>
          </p:cNvPr>
          <p:cNvSpPr>
            <a:spLocks xmlns:a="http://schemas.openxmlformats.org/drawingml/2006/main" noGrp="1"/>
          </p:cNvSpPr>
          <p:nvPr/>
        </p:nvSpPr>
        <p:spPr>
          <a:xfrm xmlns:a="http://schemas.openxmlformats.org/drawingml/2006/main">
            <a:off x="1647825" y="69246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35" name="Editable path 215">
            <a:extLst xmlns:a="http://schemas.openxmlformats.org/drawingml/2006/main">
              <a:ext uri="{FF2B5EF4-FFF2-40B4-BE49-F238E27FC236}">
                <a16:creationId xmlns:a16="http://schemas.microsoft.com/office/drawing/2014/main" id="{C7312CD8-6CCB-42A9-ACC2-2CC113B06017}"/>
              </a:ext>
            </a:extLst>
          </p:cNvPr>
          <p:cNvSpPr>
            <a:spLocks xmlns:a="http://schemas.openxmlformats.org/drawingml/2006/main" noGrp="1"/>
          </p:cNvSpPr>
          <p:nvPr/>
        </p:nvSpPr>
        <p:spPr>
          <a:xfrm xmlns:a="http://schemas.openxmlformats.org/drawingml/2006/main">
            <a:off x="4000500" y="6276975"/>
            <a:ext cx="571500" cy="742950"/>
          </a:xfrm>
          <a:custGeom xmlns:a="http://schemas.openxmlformats.org/drawingml/2006/main">
            <a:pathLst>
              <a:path w="571500" h="742950">
                <a:moveTo>
                  <a:pt x="0" y="0"/>
                </a:moveTo>
                <a:lnTo>
                  <a:pt x="0" y="400050"/>
                </a:lnTo>
                <a:lnTo>
                  <a:pt x="571500" y="400050"/>
                </a:lnTo>
                <a:lnTo>
                  <a:pt x="571500" y="742950"/>
                </a:lnTo>
              </a:path>
            </a:pathLst>
          </a:custGeom>
          <a:noFill xmlns:a="http://schemas.openxmlformats.org/drawingml/2006/main"/>
          <a:ln xmlns:a="http://schemas.openxmlformats.org/drawingml/2006/main" w="24765">
            <a:solidFill>
              <a:srgbClr val="4676CB"/>
            </a:solidFill>
            <a:prstDash val="solid"/>
          </a:ln>
        </p:spPr>
      </p:sp>
      <p:sp>
        <p:nvSpPr>
          <p:cNvPr id="36" name="Editable arrowhead 216">
            <a:extLst xmlns:a="http://schemas.openxmlformats.org/drawingml/2006/main">
              <a:ext uri="{FF2B5EF4-FFF2-40B4-BE49-F238E27FC236}">
                <a16:creationId xmlns:a16="http://schemas.microsoft.com/office/drawing/2014/main" id="{B4FC767C-D972-44D1-B15D-E5EBEFBC3541}"/>
              </a:ext>
            </a:extLst>
          </p:cNvPr>
          <p:cNvSpPr>
            <a:spLocks xmlns:a="http://schemas.openxmlformats.org/drawingml/2006/main" noGrp="1"/>
          </p:cNvSpPr>
          <p:nvPr/>
        </p:nvSpPr>
        <p:spPr>
          <a:xfrm xmlns:a="http://schemas.openxmlformats.org/drawingml/2006/main">
            <a:off x="4524375" y="69246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37" name="DP2 object 217">
            <a:extLst xmlns:a="http://schemas.openxmlformats.org/drawingml/2006/main">
              <a:ext uri="{FF2B5EF4-FFF2-40B4-BE49-F238E27FC236}">
                <a16:creationId xmlns:a16="http://schemas.microsoft.com/office/drawing/2014/main" id="{7ABD456C-26EE-4AB2-B566-A31322E62648}"/>
              </a:ext>
            </a:extLst>
          </p:cNvPr>
          <p:cNvSpPr>
            <a:spLocks xmlns:a="http://schemas.openxmlformats.org/drawingml/2006/main" noGrp="1"/>
          </p:cNvSpPr>
          <p:nvPr/>
        </p:nvSpPr>
        <p:spPr>
          <a:xfrm xmlns:a="http://schemas.openxmlformats.org/drawingml/2006/main">
            <a:off x="876300" y="6477000"/>
            <a:ext cx="80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4676CB"/>
                </a:solidFill>
                <a:latin typeface="Apple SD Gothic Neo"/>
                <a:ea typeface="Apple SD Gothic Neo"/>
                <a:cs typeface="Apple SD Gothic Neo"/>
              </a:defRPr>
            </a:defPPr>
            <a:lvl1pPr algn="ctr">
              <a:defRPr sz="1650" b="0">
                <a:solidFill>
                  <a:srgbClr val="4676CB"/>
                </a:solidFill>
                <a:latin typeface="Apple SD Gothic Neo"/>
                <a:ea typeface="Apple SD Gothic Neo"/>
                <a:cs typeface="Apple SD Gothic Neo"/>
              </a:defRPr>
            </a:lvl1pPr>
            <a:lvl2pPr algn="ctr">
              <a:defRPr sz="1650" b="0">
                <a:solidFill>
                  <a:srgbClr val="4676CB"/>
                </a:solidFill>
                <a:latin typeface="Apple SD Gothic Neo"/>
                <a:ea typeface="Apple SD Gothic Neo"/>
                <a:cs typeface="Apple SD Gothic Neo"/>
              </a:defRPr>
            </a:lvl2pPr>
            <a:lvl3pPr algn="ctr">
              <a:defRPr sz="1650" b="0">
                <a:solidFill>
                  <a:srgbClr val="4676CB"/>
                </a:solidFill>
                <a:latin typeface="Apple SD Gothic Neo"/>
                <a:ea typeface="Apple SD Gothic Neo"/>
                <a:cs typeface="Apple SD Gothic Neo"/>
              </a:defRPr>
            </a:lvl3pPr>
            <a:lvl4pPr algn="ctr">
              <a:defRPr sz="1650" b="0">
                <a:solidFill>
                  <a:srgbClr val="4676CB"/>
                </a:solidFill>
                <a:latin typeface="Apple SD Gothic Neo"/>
                <a:ea typeface="Apple SD Gothic Neo"/>
                <a:cs typeface="Apple SD Gothic Neo"/>
              </a:defRPr>
            </a:lvl4pPr>
            <a:lvl5pPr algn="ctr">
              <a:defRPr sz="1650" b="0">
                <a:solidFill>
                  <a:srgbClr val="4676CB"/>
                </a:solidFill>
                <a:latin typeface="Apple SD Gothic Neo"/>
                <a:ea typeface="Apple SD Gothic Neo"/>
                <a:cs typeface="Apple SD Gothic Neo"/>
              </a:defRPr>
            </a:lvl5pPr>
            <a:lvl6pPr algn="ctr">
              <a:defRPr sz="1650" b="0">
                <a:solidFill>
                  <a:srgbClr val="4676CB"/>
                </a:solidFill>
                <a:latin typeface="Apple SD Gothic Neo"/>
                <a:ea typeface="Apple SD Gothic Neo"/>
                <a:cs typeface="Apple SD Gothic Neo"/>
              </a:defRPr>
            </a:lvl6pPr>
            <a:lvl7pPr algn="ctr">
              <a:defRPr sz="1650" b="0">
                <a:solidFill>
                  <a:srgbClr val="4676CB"/>
                </a:solidFill>
                <a:latin typeface="Apple SD Gothic Neo"/>
                <a:ea typeface="Apple SD Gothic Neo"/>
                <a:cs typeface="Apple SD Gothic Neo"/>
              </a:defRPr>
            </a:lvl7pPr>
            <a:lvl8pPr algn="ctr">
              <a:defRPr sz="1650" b="0">
                <a:solidFill>
                  <a:srgbClr val="4676CB"/>
                </a:solidFill>
                <a:latin typeface="Apple SD Gothic Neo"/>
                <a:ea typeface="Apple SD Gothic Neo"/>
                <a:cs typeface="Apple SD Gothic Neo"/>
              </a:defRPr>
            </a:lvl8pPr>
            <a:lvl9pPr algn="ctr">
              <a:defRPr sz="1650" b="0">
                <a:solidFill>
                  <a:srgbClr val="4676CB"/>
                </a:solidFill>
                <a:latin typeface="Apple SD Gothic Neo"/>
                <a:ea typeface="Apple SD Gothic Neo"/>
                <a:cs typeface="Apple SD Gothic Neo"/>
              </a:defRPr>
            </a:lvl9pPr>
          </a:lstStyle>
          <a:p xmlns:a="http://schemas.openxmlformats.org/drawingml/2006/main">
            <a:pPr algn="ctr">
              <a:defRPr sz="1650" b="0">
                <a:solidFill>
                  <a:srgbClr val="4676CB"/>
                </a:solidFill>
                <a:latin typeface="Apple SD Gothic Neo"/>
                <a:ea typeface="Apple SD Gothic Neo"/>
                <a:cs typeface="Apple SD Gothic Neo"/>
              </a:defRPr>
            </a:pPr>
            <a:r>
              <a:rPr sz="1650" b="0">
                <a:solidFill>
                  <a:srgbClr val="4676CB"/>
                </a:solidFill>
                <a:latin typeface="Apple SD Gothic Neo"/>
                <a:ea typeface="Apple SD Gothic Neo"/>
                <a:cs typeface="Apple SD Gothic Neo"/>
              </a:rPr>
              <a:t>참조</a:t>
            </a:r>
          </a:p>
        </p:txBody>
      </p:sp>
      <p:sp>
        <p:nvSpPr>
          <p:cNvPr id="38" name="DP2 object 218">
            <a:extLst xmlns:a="http://schemas.openxmlformats.org/drawingml/2006/main">
              <a:ext uri="{FF2B5EF4-FFF2-40B4-BE49-F238E27FC236}">
                <a16:creationId xmlns:a16="http://schemas.microsoft.com/office/drawing/2014/main" id="{8DD4A40B-FB0A-41B4-A78F-D1106DBF81A8}"/>
              </a:ext>
            </a:extLst>
          </p:cNvPr>
          <p:cNvSpPr>
            <a:spLocks xmlns:a="http://schemas.openxmlformats.org/drawingml/2006/main" noGrp="1"/>
          </p:cNvSpPr>
          <p:nvPr/>
        </p:nvSpPr>
        <p:spPr>
          <a:xfrm xmlns:a="http://schemas.openxmlformats.org/drawingml/2006/main">
            <a:off x="4695825" y="6477000"/>
            <a:ext cx="80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4676CB"/>
                </a:solidFill>
                <a:latin typeface="Apple SD Gothic Neo"/>
                <a:ea typeface="Apple SD Gothic Neo"/>
                <a:cs typeface="Apple SD Gothic Neo"/>
              </a:defRPr>
            </a:defPPr>
            <a:lvl1pPr algn="ctr">
              <a:defRPr sz="1650" b="0">
                <a:solidFill>
                  <a:srgbClr val="4676CB"/>
                </a:solidFill>
                <a:latin typeface="Apple SD Gothic Neo"/>
                <a:ea typeface="Apple SD Gothic Neo"/>
                <a:cs typeface="Apple SD Gothic Neo"/>
              </a:defRPr>
            </a:lvl1pPr>
            <a:lvl2pPr algn="ctr">
              <a:defRPr sz="1650" b="0">
                <a:solidFill>
                  <a:srgbClr val="4676CB"/>
                </a:solidFill>
                <a:latin typeface="Apple SD Gothic Neo"/>
                <a:ea typeface="Apple SD Gothic Neo"/>
                <a:cs typeface="Apple SD Gothic Neo"/>
              </a:defRPr>
            </a:lvl2pPr>
            <a:lvl3pPr algn="ctr">
              <a:defRPr sz="1650" b="0">
                <a:solidFill>
                  <a:srgbClr val="4676CB"/>
                </a:solidFill>
                <a:latin typeface="Apple SD Gothic Neo"/>
                <a:ea typeface="Apple SD Gothic Neo"/>
                <a:cs typeface="Apple SD Gothic Neo"/>
              </a:defRPr>
            </a:lvl3pPr>
            <a:lvl4pPr algn="ctr">
              <a:defRPr sz="1650" b="0">
                <a:solidFill>
                  <a:srgbClr val="4676CB"/>
                </a:solidFill>
                <a:latin typeface="Apple SD Gothic Neo"/>
                <a:ea typeface="Apple SD Gothic Neo"/>
                <a:cs typeface="Apple SD Gothic Neo"/>
              </a:defRPr>
            </a:lvl4pPr>
            <a:lvl5pPr algn="ctr">
              <a:defRPr sz="1650" b="0">
                <a:solidFill>
                  <a:srgbClr val="4676CB"/>
                </a:solidFill>
                <a:latin typeface="Apple SD Gothic Neo"/>
                <a:ea typeface="Apple SD Gothic Neo"/>
                <a:cs typeface="Apple SD Gothic Neo"/>
              </a:defRPr>
            </a:lvl5pPr>
            <a:lvl6pPr algn="ctr">
              <a:defRPr sz="1650" b="0">
                <a:solidFill>
                  <a:srgbClr val="4676CB"/>
                </a:solidFill>
                <a:latin typeface="Apple SD Gothic Neo"/>
                <a:ea typeface="Apple SD Gothic Neo"/>
                <a:cs typeface="Apple SD Gothic Neo"/>
              </a:defRPr>
            </a:lvl6pPr>
            <a:lvl7pPr algn="ctr">
              <a:defRPr sz="1650" b="0">
                <a:solidFill>
                  <a:srgbClr val="4676CB"/>
                </a:solidFill>
                <a:latin typeface="Apple SD Gothic Neo"/>
                <a:ea typeface="Apple SD Gothic Neo"/>
                <a:cs typeface="Apple SD Gothic Neo"/>
              </a:defRPr>
            </a:lvl7pPr>
            <a:lvl8pPr algn="ctr">
              <a:defRPr sz="1650" b="0">
                <a:solidFill>
                  <a:srgbClr val="4676CB"/>
                </a:solidFill>
                <a:latin typeface="Apple SD Gothic Neo"/>
                <a:ea typeface="Apple SD Gothic Neo"/>
                <a:cs typeface="Apple SD Gothic Neo"/>
              </a:defRPr>
            </a:lvl8pPr>
            <a:lvl9pPr algn="ctr">
              <a:defRPr sz="1650" b="0">
                <a:solidFill>
                  <a:srgbClr val="4676CB"/>
                </a:solidFill>
                <a:latin typeface="Apple SD Gothic Neo"/>
                <a:ea typeface="Apple SD Gothic Neo"/>
                <a:cs typeface="Apple SD Gothic Neo"/>
              </a:defRPr>
            </a:lvl9pPr>
          </a:lstStyle>
          <a:p xmlns:a="http://schemas.openxmlformats.org/drawingml/2006/main">
            <a:pPr algn="ctr">
              <a:defRPr sz="1650" b="0">
                <a:solidFill>
                  <a:srgbClr val="4676CB"/>
                </a:solidFill>
                <a:latin typeface="Apple SD Gothic Neo"/>
                <a:ea typeface="Apple SD Gothic Neo"/>
                <a:cs typeface="Apple SD Gothic Neo"/>
              </a:defRPr>
            </a:pPr>
            <a:r>
              <a:rPr sz="1650" b="0">
                <a:solidFill>
                  <a:srgbClr val="4676CB"/>
                </a:solidFill>
                <a:latin typeface="Apple SD Gothic Neo"/>
                <a:ea typeface="Apple SD Gothic Neo"/>
                <a:cs typeface="Apple SD Gothic Neo"/>
              </a:rPr>
              <a:t>참조</a:t>
            </a:r>
          </a:p>
        </p:txBody>
      </p:sp>
      <p:sp>
        <p:nvSpPr>
          <p:cNvPr id="39" name="R1 개별 상태&#10;revision·snapshot">
            <a:extLst xmlns:a="http://schemas.openxmlformats.org/drawingml/2006/main">
              <a:ext uri="{FF2B5EF4-FFF2-40B4-BE49-F238E27FC236}">
                <a16:creationId xmlns:a16="http://schemas.microsoft.com/office/drawing/2014/main" id="{C5E46AA4-B732-4A8A-BFDE-E4B1B87B2BDF}"/>
              </a:ext>
            </a:extLst>
          </p:cNvPr>
          <p:cNvSpPr>
            <a:spLocks xmlns:a="http://schemas.openxmlformats.org/drawingml/2006/main" noGrp="1"/>
          </p:cNvSpPr>
          <p:nvPr/>
        </p:nvSpPr>
        <p:spPr>
          <a:xfrm xmlns:a="http://schemas.openxmlformats.org/drawingml/2006/main">
            <a:off x="495300" y="7019925"/>
            <a:ext cx="2400300" cy="10572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40" name="DP2 object 219">
            <a:extLst xmlns:a="http://schemas.openxmlformats.org/drawingml/2006/main">
              <a:ext uri="{FF2B5EF4-FFF2-40B4-BE49-F238E27FC236}">
                <a16:creationId xmlns:a16="http://schemas.microsoft.com/office/drawing/2014/main" id="{C95545C5-7902-41E0-952B-7F06CBF32DF8}"/>
              </a:ext>
            </a:extLst>
          </p:cNvPr>
          <p:cNvSpPr>
            <a:spLocks xmlns:a="http://schemas.openxmlformats.org/drawingml/2006/main" noGrp="1"/>
          </p:cNvSpPr>
          <p:nvPr/>
        </p:nvSpPr>
        <p:spPr>
          <a:xfrm xmlns:a="http://schemas.openxmlformats.org/drawingml/2006/main">
            <a:off x="561975" y="7058025"/>
            <a:ext cx="22669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0">
                <a:solidFill>
                  <a:srgbClr val="111111"/>
                </a:solidFill>
                <a:latin typeface="Apple SD Gothic Neo"/>
                <a:ea typeface="Apple SD Gothic Neo"/>
                <a:cs typeface="Apple SD Gothic Neo"/>
              </a:defRPr>
            </a:defPPr>
            <a:lvl1pPr algn="ctr">
              <a:defRPr sz="1950" b="0">
                <a:solidFill>
                  <a:srgbClr val="111111"/>
                </a:solidFill>
                <a:latin typeface="Apple SD Gothic Neo"/>
                <a:ea typeface="Apple SD Gothic Neo"/>
                <a:cs typeface="Apple SD Gothic Neo"/>
              </a:defRPr>
            </a:lvl1pPr>
            <a:lvl2pPr algn="ctr">
              <a:defRPr sz="1950" b="0">
                <a:solidFill>
                  <a:srgbClr val="111111"/>
                </a:solidFill>
                <a:latin typeface="Apple SD Gothic Neo"/>
                <a:ea typeface="Apple SD Gothic Neo"/>
                <a:cs typeface="Apple SD Gothic Neo"/>
              </a:defRPr>
            </a:lvl2pPr>
            <a:lvl3pPr algn="ctr">
              <a:defRPr sz="1950" b="0">
                <a:solidFill>
                  <a:srgbClr val="111111"/>
                </a:solidFill>
                <a:latin typeface="Apple SD Gothic Neo"/>
                <a:ea typeface="Apple SD Gothic Neo"/>
                <a:cs typeface="Apple SD Gothic Neo"/>
              </a:defRPr>
            </a:lvl3pPr>
            <a:lvl4pPr algn="ctr">
              <a:defRPr sz="1950" b="0">
                <a:solidFill>
                  <a:srgbClr val="111111"/>
                </a:solidFill>
                <a:latin typeface="Apple SD Gothic Neo"/>
                <a:ea typeface="Apple SD Gothic Neo"/>
                <a:cs typeface="Apple SD Gothic Neo"/>
              </a:defRPr>
            </a:lvl4pPr>
            <a:lvl5pPr algn="ctr">
              <a:defRPr sz="1950" b="0">
                <a:solidFill>
                  <a:srgbClr val="111111"/>
                </a:solidFill>
                <a:latin typeface="Apple SD Gothic Neo"/>
                <a:ea typeface="Apple SD Gothic Neo"/>
                <a:cs typeface="Apple SD Gothic Neo"/>
              </a:defRPr>
            </a:lvl5pPr>
            <a:lvl6pPr algn="ctr">
              <a:defRPr sz="1950" b="0">
                <a:solidFill>
                  <a:srgbClr val="111111"/>
                </a:solidFill>
                <a:latin typeface="Apple SD Gothic Neo"/>
                <a:ea typeface="Apple SD Gothic Neo"/>
                <a:cs typeface="Apple SD Gothic Neo"/>
              </a:defRPr>
            </a:lvl6pPr>
            <a:lvl7pPr algn="ctr">
              <a:defRPr sz="1950" b="0">
                <a:solidFill>
                  <a:srgbClr val="111111"/>
                </a:solidFill>
                <a:latin typeface="Apple SD Gothic Neo"/>
                <a:ea typeface="Apple SD Gothic Neo"/>
                <a:cs typeface="Apple SD Gothic Neo"/>
              </a:defRPr>
            </a:lvl7pPr>
            <a:lvl8pPr algn="ctr">
              <a:defRPr sz="1950" b="0">
                <a:solidFill>
                  <a:srgbClr val="111111"/>
                </a:solidFill>
                <a:latin typeface="Apple SD Gothic Neo"/>
                <a:ea typeface="Apple SD Gothic Neo"/>
                <a:cs typeface="Apple SD Gothic Neo"/>
              </a:defRPr>
            </a:lvl8pPr>
            <a:lvl9pPr algn="ctr">
              <a:defRPr sz="1950" b="0">
                <a:solidFill>
                  <a:srgbClr val="111111"/>
                </a:solidFill>
                <a:latin typeface="Apple SD Gothic Neo"/>
                <a:ea typeface="Apple SD Gothic Neo"/>
                <a:cs typeface="Apple SD Gothic Neo"/>
              </a:defRPr>
            </a:lvl9pPr>
          </a:lstStyle>
          <a:p xmlns:a="http://schemas.openxmlformats.org/drawingml/2006/main">
            <a:pPr algn="ctr">
              <a:defRPr sz="1950" b="0">
                <a:solidFill>
                  <a:srgbClr val="111111"/>
                </a:solidFill>
                <a:latin typeface="Apple SD Gothic Neo"/>
                <a:ea typeface="Apple SD Gothic Neo"/>
                <a:cs typeface="Apple SD Gothic Neo"/>
              </a:defRPr>
            </a:pPr>
            <a:r>
              <a:rPr sz="1950" b="0">
                <a:solidFill>
                  <a:srgbClr val="111111"/>
                </a:solidFill>
                <a:latin typeface="Apple SD Gothic Neo"/>
                <a:ea typeface="Apple SD Gothic Neo"/>
                <a:cs typeface="Apple SD Gothic Neo"/>
              </a:rPr>
              <a:t>R1 개별 상태</a:t>
            </a:r>
          </a:p>
          <a:p xmlns:a="http://schemas.openxmlformats.org/drawingml/2006/main">
            <a:pPr algn="ctr">
              <a:defRPr sz="1950" b="0">
                <a:solidFill>
                  <a:srgbClr val="111111"/>
                </a:solidFill>
                <a:latin typeface="Apple SD Gothic Neo"/>
                <a:ea typeface="Apple SD Gothic Neo"/>
                <a:cs typeface="Apple SD Gothic Neo"/>
              </a:defRPr>
            </a:pPr>
            <a:r>
              <a:rPr sz="1950" b="0">
                <a:solidFill>
                  <a:srgbClr val="111111"/>
                </a:solidFill>
                <a:latin typeface="Apple SD Gothic Neo"/>
                <a:ea typeface="Apple SD Gothic Neo"/>
                <a:cs typeface="Apple SD Gothic Neo"/>
              </a:rPr>
              <a:t>revision·snapshot</a:t>
            </a:r>
          </a:p>
        </p:txBody>
      </p:sp>
      <p:sp>
        <p:nvSpPr>
          <p:cNvPr id="41" name="R2 개별 상태&#10;revision·snapshot">
            <a:extLst xmlns:a="http://schemas.openxmlformats.org/drawingml/2006/main">
              <a:ext uri="{FF2B5EF4-FFF2-40B4-BE49-F238E27FC236}">
                <a16:creationId xmlns:a16="http://schemas.microsoft.com/office/drawing/2014/main" id="{8318A9C4-6252-4BA6-B6C4-471E858F4C8A}"/>
              </a:ext>
            </a:extLst>
          </p:cNvPr>
          <p:cNvSpPr>
            <a:spLocks xmlns:a="http://schemas.openxmlformats.org/drawingml/2006/main" noGrp="1"/>
          </p:cNvSpPr>
          <p:nvPr/>
        </p:nvSpPr>
        <p:spPr>
          <a:xfrm xmlns:a="http://schemas.openxmlformats.org/drawingml/2006/main">
            <a:off x="3371850" y="7019925"/>
            <a:ext cx="2400300" cy="10572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42" name="DP2 object 220">
            <a:extLst xmlns:a="http://schemas.openxmlformats.org/drawingml/2006/main">
              <a:ext uri="{FF2B5EF4-FFF2-40B4-BE49-F238E27FC236}">
                <a16:creationId xmlns:a16="http://schemas.microsoft.com/office/drawing/2014/main" id="{6EFA0677-5BDB-4C8A-ACF1-2A6CC96114A8}"/>
              </a:ext>
            </a:extLst>
          </p:cNvPr>
          <p:cNvSpPr>
            <a:spLocks xmlns:a="http://schemas.openxmlformats.org/drawingml/2006/main" noGrp="1"/>
          </p:cNvSpPr>
          <p:nvPr/>
        </p:nvSpPr>
        <p:spPr>
          <a:xfrm xmlns:a="http://schemas.openxmlformats.org/drawingml/2006/main">
            <a:off x="3438525" y="7058025"/>
            <a:ext cx="22669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0">
                <a:solidFill>
                  <a:srgbClr val="111111"/>
                </a:solidFill>
                <a:latin typeface="Apple SD Gothic Neo"/>
                <a:ea typeface="Apple SD Gothic Neo"/>
                <a:cs typeface="Apple SD Gothic Neo"/>
              </a:defRPr>
            </a:defPPr>
            <a:lvl1pPr algn="ctr">
              <a:defRPr sz="1950" b="0">
                <a:solidFill>
                  <a:srgbClr val="111111"/>
                </a:solidFill>
                <a:latin typeface="Apple SD Gothic Neo"/>
                <a:ea typeface="Apple SD Gothic Neo"/>
                <a:cs typeface="Apple SD Gothic Neo"/>
              </a:defRPr>
            </a:lvl1pPr>
            <a:lvl2pPr algn="ctr">
              <a:defRPr sz="1950" b="0">
                <a:solidFill>
                  <a:srgbClr val="111111"/>
                </a:solidFill>
                <a:latin typeface="Apple SD Gothic Neo"/>
                <a:ea typeface="Apple SD Gothic Neo"/>
                <a:cs typeface="Apple SD Gothic Neo"/>
              </a:defRPr>
            </a:lvl2pPr>
            <a:lvl3pPr algn="ctr">
              <a:defRPr sz="1950" b="0">
                <a:solidFill>
                  <a:srgbClr val="111111"/>
                </a:solidFill>
                <a:latin typeface="Apple SD Gothic Neo"/>
                <a:ea typeface="Apple SD Gothic Neo"/>
                <a:cs typeface="Apple SD Gothic Neo"/>
              </a:defRPr>
            </a:lvl3pPr>
            <a:lvl4pPr algn="ctr">
              <a:defRPr sz="1950" b="0">
                <a:solidFill>
                  <a:srgbClr val="111111"/>
                </a:solidFill>
                <a:latin typeface="Apple SD Gothic Neo"/>
                <a:ea typeface="Apple SD Gothic Neo"/>
                <a:cs typeface="Apple SD Gothic Neo"/>
              </a:defRPr>
            </a:lvl4pPr>
            <a:lvl5pPr algn="ctr">
              <a:defRPr sz="1950" b="0">
                <a:solidFill>
                  <a:srgbClr val="111111"/>
                </a:solidFill>
                <a:latin typeface="Apple SD Gothic Neo"/>
                <a:ea typeface="Apple SD Gothic Neo"/>
                <a:cs typeface="Apple SD Gothic Neo"/>
              </a:defRPr>
            </a:lvl5pPr>
            <a:lvl6pPr algn="ctr">
              <a:defRPr sz="1950" b="0">
                <a:solidFill>
                  <a:srgbClr val="111111"/>
                </a:solidFill>
                <a:latin typeface="Apple SD Gothic Neo"/>
                <a:ea typeface="Apple SD Gothic Neo"/>
                <a:cs typeface="Apple SD Gothic Neo"/>
              </a:defRPr>
            </a:lvl6pPr>
            <a:lvl7pPr algn="ctr">
              <a:defRPr sz="1950" b="0">
                <a:solidFill>
                  <a:srgbClr val="111111"/>
                </a:solidFill>
                <a:latin typeface="Apple SD Gothic Neo"/>
                <a:ea typeface="Apple SD Gothic Neo"/>
                <a:cs typeface="Apple SD Gothic Neo"/>
              </a:defRPr>
            </a:lvl7pPr>
            <a:lvl8pPr algn="ctr">
              <a:defRPr sz="1950" b="0">
                <a:solidFill>
                  <a:srgbClr val="111111"/>
                </a:solidFill>
                <a:latin typeface="Apple SD Gothic Neo"/>
                <a:ea typeface="Apple SD Gothic Neo"/>
                <a:cs typeface="Apple SD Gothic Neo"/>
              </a:defRPr>
            </a:lvl8pPr>
            <a:lvl9pPr algn="ctr">
              <a:defRPr sz="1950" b="0">
                <a:solidFill>
                  <a:srgbClr val="111111"/>
                </a:solidFill>
                <a:latin typeface="Apple SD Gothic Neo"/>
                <a:ea typeface="Apple SD Gothic Neo"/>
                <a:cs typeface="Apple SD Gothic Neo"/>
              </a:defRPr>
            </a:lvl9pPr>
          </a:lstStyle>
          <a:p xmlns:a="http://schemas.openxmlformats.org/drawingml/2006/main">
            <a:pPr algn="ctr">
              <a:defRPr sz="1950" b="0">
                <a:solidFill>
                  <a:srgbClr val="111111"/>
                </a:solidFill>
                <a:latin typeface="Apple SD Gothic Neo"/>
                <a:ea typeface="Apple SD Gothic Neo"/>
                <a:cs typeface="Apple SD Gothic Neo"/>
              </a:defRPr>
            </a:pPr>
            <a:r>
              <a:rPr sz="1950" b="0">
                <a:solidFill>
                  <a:srgbClr val="111111"/>
                </a:solidFill>
                <a:latin typeface="Apple SD Gothic Neo"/>
                <a:ea typeface="Apple SD Gothic Neo"/>
                <a:cs typeface="Apple SD Gothic Neo"/>
              </a:rPr>
              <a:t>R2 개별 상태</a:t>
            </a:r>
          </a:p>
          <a:p xmlns:a="http://schemas.openxmlformats.org/drawingml/2006/main">
            <a:pPr algn="ctr">
              <a:defRPr sz="1950" b="0">
                <a:solidFill>
                  <a:srgbClr val="111111"/>
                </a:solidFill>
                <a:latin typeface="Apple SD Gothic Neo"/>
                <a:ea typeface="Apple SD Gothic Neo"/>
                <a:cs typeface="Apple SD Gothic Neo"/>
              </a:defRPr>
            </a:pPr>
            <a:r>
              <a:rPr sz="1950" b="0">
                <a:solidFill>
                  <a:srgbClr val="111111"/>
                </a:solidFill>
                <a:latin typeface="Apple SD Gothic Neo"/>
                <a:ea typeface="Apple SD Gothic Neo"/>
                <a:cs typeface="Apple SD Gothic Neo"/>
              </a:rPr>
              <a:t>revision·snapshot</a:t>
            </a:r>
          </a:p>
        </p:txBody>
      </p:sp>
      <p:sp>
        <p:nvSpPr>
          <p:cNvPr id="43" name="DP2 object 221">
            <a:extLst xmlns:a="http://schemas.openxmlformats.org/drawingml/2006/main">
              <a:ext uri="{FF2B5EF4-FFF2-40B4-BE49-F238E27FC236}">
                <a16:creationId xmlns:a16="http://schemas.microsoft.com/office/drawing/2014/main" id="{10314712-33E9-4937-9F56-3F10B70D562F}"/>
              </a:ext>
            </a:extLst>
          </p:cNvPr>
          <p:cNvSpPr>
            <a:spLocks xmlns:a="http://schemas.openxmlformats.org/drawingml/2006/main" noGrp="1"/>
          </p:cNvSpPr>
          <p:nvPr/>
        </p:nvSpPr>
        <p:spPr>
          <a:xfrm xmlns:a="http://schemas.openxmlformats.org/drawingml/2006/main">
            <a:off x="409575" y="8391525"/>
            <a:ext cx="54768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1">
                <a:solidFill>
                  <a:srgbClr val="111111"/>
                </a:solidFill>
                <a:latin typeface="Apple SD Gothic Neo"/>
                <a:ea typeface="Apple SD Gothic Neo"/>
                <a:cs typeface="Apple SD Gothic Neo"/>
              </a:defRPr>
            </a:defPPr>
            <a:lvl1pPr algn="ctr">
              <a:defRPr sz="1950" b="1">
                <a:solidFill>
                  <a:srgbClr val="111111"/>
                </a:solidFill>
                <a:latin typeface="Apple SD Gothic Neo"/>
                <a:ea typeface="Apple SD Gothic Neo"/>
                <a:cs typeface="Apple SD Gothic Neo"/>
              </a:defRPr>
            </a:lvl1pPr>
            <a:lvl2pPr algn="ctr">
              <a:defRPr sz="1950" b="1">
                <a:solidFill>
                  <a:srgbClr val="111111"/>
                </a:solidFill>
                <a:latin typeface="Apple SD Gothic Neo"/>
                <a:ea typeface="Apple SD Gothic Neo"/>
                <a:cs typeface="Apple SD Gothic Neo"/>
              </a:defRPr>
            </a:lvl2pPr>
            <a:lvl3pPr algn="ctr">
              <a:defRPr sz="1950" b="1">
                <a:solidFill>
                  <a:srgbClr val="111111"/>
                </a:solidFill>
                <a:latin typeface="Apple SD Gothic Neo"/>
                <a:ea typeface="Apple SD Gothic Neo"/>
                <a:cs typeface="Apple SD Gothic Neo"/>
              </a:defRPr>
            </a:lvl3pPr>
            <a:lvl4pPr algn="ctr">
              <a:defRPr sz="1950" b="1">
                <a:solidFill>
                  <a:srgbClr val="111111"/>
                </a:solidFill>
                <a:latin typeface="Apple SD Gothic Neo"/>
                <a:ea typeface="Apple SD Gothic Neo"/>
                <a:cs typeface="Apple SD Gothic Neo"/>
              </a:defRPr>
            </a:lvl4pPr>
            <a:lvl5pPr algn="ctr">
              <a:defRPr sz="1950" b="1">
                <a:solidFill>
                  <a:srgbClr val="111111"/>
                </a:solidFill>
                <a:latin typeface="Apple SD Gothic Neo"/>
                <a:ea typeface="Apple SD Gothic Neo"/>
                <a:cs typeface="Apple SD Gothic Neo"/>
              </a:defRPr>
            </a:lvl5pPr>
            <a:lvl6pPr algn="ctr">
              <a:defRPr sz="1950" b="1">
                <a:solidFill>
                  <a:srgbClr val="111111"/>
                </a:solidFill>
                <a:latin typeface="Apple SD Gothic Neo"/>
                <a:ea typeface="Apple SD Gothic Neo"/>
                <a:cs typeface="Apple SD Gothic Neo"/>
              </a:defRPr>
            </a:lvl6pPr>
            <a:lvl7pPr algn="ctr">
              <a:defRPr sz="1950" b="1">
                <a:solidFill>
                  <a:srgbClr val="111111"/>
                </a:solidFill>
                <a:latin typeface="Apple SD Gothic Neo"/>
                <a:ea typeface="Apple SD Gothic Neo"/>
                <a:cs typeface="Apple SD Gothic Neo"/>
              </a:defRPr>
            </a:lvl7pPr>
            <a:lvl8pPr algn="ctr">
              <a:defRPr sz="1950" b="1">
                <a:solidFill>
                  <a:srgbClr val="111111"/>
                </a:solidFill>
                <a:latin typeface="Apple SD Gothic Neo"/>
                <a:ea typeface="Apple SD Gothic Neo"/>
                <a:cs typeface="Apple SD Gothic Neo"/>
              </a:defRPr>
            </a:lvl8pPr>
            <a:lvl9pPr algn="ctr">
              <a:defRPr sz="1950" b="1">
                <a:solidFill>
                  <a:srgbClr val="111111"/>
                </a:solidFill>
                <a:latin typeface="Apple SD Gothic Neo"/>
                <a:ea typeface="Apple SD Gothic Neo"/>
                <a:cs typeface="Apple SD Gothic Neo"/>
              </a:defRPr>
            </a:lvl9pPr>
          </a:lstStyle>
          <a:p xmlns:a="http://schemas.openxmlformats.org/drawingml/2006/main">
            <a:pPr algn="ctr">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변경 가능한 상태와 복구 규칙은 유지</a:t>
            </a:r>
          </a:p>
        </p:txBody>
      </p:sp>
      <p:sp>
        <p:nvSpPr>
          <p:cNvPr id="44" name="DP2 object 222">
            <a:extLst xmlns:a="http://schemas.openxmlformats.org/drawingml/2006/main">
              <a:ext uri="{FF2B5EF4-FFF2-40B4-BE49-F238E27FC236}">
                <a16:creationId xmlns:a16="http://schemas.microsoft.com/office/drawing/2014/main" id="{A3D3646B-747F-4042-885F-83B387BEEE48}"/>
              </a:ext>
            </a:extLst>
          </p:cNvPr>
          <p:cNvSpPr>
            <a:spLocks xmlns:a="http://schemas.openxmlformats.org/drawingml/2006/main" noGrp="1"/>
          </p:cNvSpPr>
          <p:nvPr/>
        </p:nvSpPr>
        <p:spPr>
          <a:xfrm xmlns:a="http://schemas.openxmlformats.org/drawingml/2006/main">
            <a:off x="409575" y="8867775"/>
            <a:ext cx="5476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4676CB"/>
                </a:solidFill>
                <a:latin typeface="Apple SD Gothic Neo"/>
                <a:ea typeface="Apple SD Gothic Neo"/>
                <a:cs typeface="Apple SD Gothic Neo"/>
              </a:defRPr>
            </a:defPPr>
            <a:lvl1pPr algn="ctr">
              <a:defRPr sz="1725" b="0">
                <a:solidFill>
                  <a:srgbClr val="4676CB"/>
                </a:solidFill>
                <a:latin typeface="Apple SD Gothic Neo"/>
                <a:ea typeface="Apple SD Gothic Neo"/>
                <a:cs typeface="Apple SD Gothic Neo"/>
              </a:defRPr>
            </a:lvl1pPr>
            <a:lvl2pPr algn="ctr">
              <a:defRPr sz="1725" b="0">
                <a:solidFill>
                  <a:srgbClr val="4676CB"/>
                </a:solidFill>
                <a:latin typeface="Apple SD Gothic Neo"/>
                <a:ea typeface="Apple SD Gothic Neo"/>
                <a:cs typeface="Apple SD Gothic Neo"/>
              </a:defRPr>
            </a:lvl2pPr>
            <a:lvl3pPr algn="ctr">
              <a:defRPr sz="1725" b="0">
                <a:solidFill>
                  <a:srgbClr val="4676CB"/>
                </a:solidFill>
                <a:latin typeface="Apple SD Gothic Neo"/>
                <a:ea typeface="Apple SD Gothic Neo"/>
                <a:cs typeface="Apple SD Gothic Neo"/>
              </a:defRPr>
            </a:lvl3pPr>
            <a:lvl4pPr algn="ctr">
              <a:defRPr sz="1725" b="0">
                <a:solidFill>
                  <a:srgbClr val="4676CB"/>
                </a:solidFill>
                <a:latin typeface="Apple SD Gothic Neo"/>
                <a:ea typeface="Apple SD Gothic Neo"/>
                <a:cs typeface="Apple SD Gothic Neo"/>
              </a:defRPr>
            </a:lvl4pPr>
            <a:lvl5pPr algn="ctr">
              <a:defRPr sz="1725" b="0">
                <a:solidFill>
                  <a:srgbClr val="4676CB"/>
                </a:solidFill>
                <a:latin typeface="Apple SD Gothic Neo"/>
                <a:ea typeface="Apple SD Gothic Neo"/>
                <a:cs typeface="Apple SD Gothic Neo"/>
              </a:defRPr>
            </a:lvl5pPr>
            <a:lvl6pPr algn="ctr">
              <a:defRPr sz="1725" b="0">
                <a:solidFill>
                  <a:srgbClr val="4676CB"/>
                </a:solidFill>
                <a:latin typeface="Apple SD Gothic Neo"/>
                <a:ea typeface="Apple SD Gothic Neo"/>
                <a:cs typeface="Apple SD Gothic Neo"/>
              </a:defRPr>
            </a:lvl6pPr>
            <a:lvl7pPr algn="ctr">
              <a:defRPr sz="1725" b="0">
                <a:solidFill>
                  <a:srgbClr val="4676CB"/>
                </a:solidFill>
                <a:latin typeface="Apple SD Gothic Neo"/>
                <a:ea typeface="Apple SD Gothic Neo"/>
                <a:cs typeface="Apple SD Gothic Neo"/>
              </a:defRPr>
            </a:lvl7pPr>
            <a:lvl8pPr algn="ctr">
              <a:defRPr sz="1725" b="0">
                <a:solidFill>
                  <a:srgbClr val="4676CB"/>
                </a:solidFill>
                <a:latin typeface="Apple SD Gothic Neo"/>
                <a:ea typeface="Apple SD Gothic Neo"/>
                <a:cs typeface="Apple SD Gothic Neo"/>
              </a:defRPr>
            </a:lvl8pPr>
            <a:lvl9pPr algn="ctr">
              <a:defRPr sz="1725" b="0">
                <a:solidFill>
                  <a:srgbClr val="4676CB"/>
                </a:solidFill>
                <a:latin typeface="Apple SD Gothic Neo"/>
                <a:ea typeface="Apple SD Gothic Neo"/>
                <a:cs typeface="Apple SD Gothic Neo"/>
              </a:defRPr>
            </a:lvl9pPr>
          </a:lstStyle>
          <a:p xmlns:a="http://schemas.openxmlformats.org/drawingml/2006/main">
            <a:pPr algn="ctr">
              <a:defRPr sz="1725" b="0">
                <a:solidFill>
                  <a:srgbClr val="4676CB"/>
                </a:solidFill>
                <a:latin typeface="Apple SD Gothic Neo"/>
                <a:ea typeface="Apple SD Gothic Neo"/>
                <a:cs typeface="Apple SD Gothic Neo"/>
              </a:defRPr>
            </a:pPr>
            <a:r>
              <a:rPr sz="1725" b="0">
                <a:solidFill>
                  <a:srgbClr val="4676CB"/>
                </a:solidFill>
                <a:latin typeface="Apple SD Gothic Neo"/>
                <a:ea typeface="Apple SD Gothic Neo"/>
                <a:cs typeface="Apple SD Gothic Neo"/>
              </a:rPr>
              <a:t>공유 입력을 빌려 payload 직렬화</a:t>
            </a:r>
          </a:p>
        </p:txBody>
      </p:sp>
      <p:sp>
        <p:nvSpPr>
          <p:cNvPr id="45" name="DP2 object 223">
            <a:extLst xmlns:a="http://schemas.openxmlformats.org/drawingml/2006/main">
              <a:ext uri="{FF2B5EF4-FFF2-40B4-BE49-F238E27FC236}">
                <a16:creationId xmlns:a16="http://schemas.microsoft.com/office/drawing/2014/main" id="{BD7F6F9C-7145-4BD5-856E-1127EB2B14DD}"/>
              </a:ext>
            </a:extLst>
          </p:cNvPr>
          <p:cNvSpPr>
            <a:spLocks xmlns:a="http://schemas.openxmlformats.org/drawingml/2006/main" noGrp="1"/>
          </p:cNvSpPr>
          <p:nvPr/>
        </p:nvSpPr>
        <p:spPr>
          <a:xfrm xmlns:a="http://schemas.openxmlformats.org/drawingml/2006/main">
            <a:off x="6391275" y="2076450"/>
            <a:ext cx="11582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111111"/>
                </a:solidFill>
                <a:latin typeface="Apple SD Gothic Neo"/>
                <a:ea typeface="Apple SD Gothic Neo"/>
                <a:cs typeface="Apple SD Gothic Neo"/>
              </a:defRPr>
            </a:defPPr>
            <a:lvl1pPr algn="l">
              <a:defRPr sz="2250" b="1">
                <a:solidFill>
                  <a:srgbClr val="111111"/>
                </a:solidFill>
                <a:latin typeface="Apple SD Gothic Neo"/>
                <a:ea typeface="Apple SD Gothic Neo"/>
                <a:cs typeface="Apple SD Gothic Neo"/>
              </a:defRPr>
            </a:lvl1pPr>
            <a:lvl2pPr algn="l">
              <a:defRPr sz="2250" b="1">
                <a:solidFill>
                  <a:srgbClr val="111111"/>
                </a:solidFill>
                <a:latin typeface="Apple SD Gothic Neo"/>
                <a:ea typeface="Apple SD Gothic Neo"/>
                <a:cs typeface="Apple SD Gothic Neo"/>
              </a:defRPr>
            </a:lvl2pPr>
            <a:lvl3pPr algn="l">
              <a:defRPr sz="2250" b="1">
                <a:solidFill>
                  <a:srgbClr val="111111"/>
                </a:solidFill>
                <a:latin typeface="Apple SD Gothic Neo"/>
                <a:ea typeface="Apple SD Gothic Neo"/>
                <a:cs typeface="Apple SD Gothic Neo"/>
              </a:defRPr>
            </a:lvl3pPr>
            <a:lvl4pPr algn="l">
              <a:defRPr sz="2250" b="1">
                <a:solidFill>
                  <a:srgbClr val="111111"/>
                </a:solidFill>
                <a:latin typeface="Apple SD Gothic Neo"/>
                <a:ea typeface="Apple SD Gothic Neo"/>
                <a:cs typeface="Apple SD Gothic Neo"/>
              </a:defRPr>
            </a:lvl4pPr>
            <a:lvl5pPr algn="l">
              <a:defRPr sz="2250" b="1">
                <a:solidFill>
                  <a:srgbClr val="111111"/>
                </a:solidFill>
                <a:latin typeface="Apple SD Gothic Neo"/>
                <a:ea typeface="Apple SD Gothic Neo"/>
                <a:cs typeface="Apple SD Gothic Neo"/>
              </a:defRPr>
            </a:lvl5pPr>
            <a:lvl6pPr algn="l">
              <a:defRPr sz="2250" b="1">
                <a:solidFill>
                  <a:srgbClr val="111111"/>
                </a:solidFill>
                <a:latin typeface="Apple SD Gothic Neo"/>
                <a:ea typeface="Apple SD Gothic Neo"/>
                <a:cs typeface="Apple SD Gothic Neo"/>
              </a:defRPr>
            </a:lvl6pPr>
            <a:lvl7pPr algn="l">
              <a:defRPr sz="2250" b="1">
                <a:solidFill>
                  <a:srgbClr val="111111"/>
                </a:solidFill>
                <a:latin typeface="Apple SD Gothic Neo"/>
                <a:ea typeface="Apple SD Gothic Neo"/>
                <a:cs typeface="Apple SD Gothic Neo"/>
              </a:defRPr>
            </a:lvl7pPr>
            <a:lvl8pPr algn="l">
              <a:defRPr sz="2250" b="1">
                <a:solidFill>
                  <a:srgbClr val="111111"/>
                </a:solidFill>
                <a:latin typeface="Apple SD Gothic Neo"/>
                <a:ea typeface="Apple SD Gothic Neo"/>
                <a:cs typeface="Apple SD Gothic Neo"/>
              </a:defRPr>
            </a:lvl8pPr>
            <a:lvl9pPr algn="l">
              <a:defRPr sz="2250" b="1">
                <a:solidFill>
                  <a:srgbClr val="111111"/>
                </a:solidFill>
                <a:latin typeface="Apple SD Gothic Neo"/>
                <a:ea typeface="Apple SD Gothic Neo"/>
                <a:cs typeface="Apple SD Gothic Neo"/>
              </a:defRPr>
            </a:lvl9pPr>
          </a:lstStyle>
          <a:p xmlns:a="http://schemas.openxmlformats.org/drawingml/2006/main">
            <a:pPr algn="l">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B 선택이 성립하는 조건</a:t>
            </a:r>
          </a:p>
        </p:txBody>
      </p:sp>
      <p:graphicFrame>
        <p:nvGraphicFramePr>
          <p:cNvPr id="46" name="">
            <a:extLst xmlns:a="http://schemas.openxmlformats.org/drawingml/2006/main">
              <a:ext uri="{FF2B5EF4-FFF2-40B4-BE49-F238E27FC236}">
                <a16:creationId xmlns:a16="http://schemas.microsoft.com/office/drawing/2014/main" id="{550A18DA-C064-41C7-AA34-7A1DA0CC358C}"/>
              </a:ext>
            </a:extLst>
          </p:cNvPr>
          <p:cNvGraphicFramePr/>
          <p:nvPr/>
        </p:nvGraphicFramePr>
        <p:xfrm>
          <a:off xmlns:a="http://schemas.openxmlformats.org/drawingml/2006/main" x="6391275" y="2562225"/>
          <a:ext xmlns:a="http://schemas.openxmlformats.org/drawingml/2006/main" cx="11658600" cy="1438275"/>
        </p:xfrm>
        <a:graphic xmlns:a="http://schemas.openxmlformats.org/drawingml/2006/main">
          <a:graphicData uri="http://schemas.openxmlformats.org/drawingml/2006/table">
            <a:tbl>
              <a:tblPr firstRow="0" bandRow="0" bandCol="0"/>
              <a:tblGrid>
                <a:gridCol w="3810000"/>
                <a:gridCol w="1809750"/>
                <a:gridCol w="1809750"/>
                <a:gridCol w="4229100"/>
              </a:tblGrid>
              <a:tr h="409575">
                <a:tc>
                  <a:txBody>
                    <a:bodyPr anchor="ctr"/>
                    <a:lstStyle/>
                    <a:p>
                      <a:pPr algn="ctr"/>
                      <a:r>
                        <a:rPr sz="1875" b="1">
                          <a:solidFill>
                            <a:srgbClr val="111111"/>
                          </a:solidFill>
                          <a:latin typeface="Apple SD Gothic Neo"/>
                          <a:ea typeface="Apple SD Gothic Neo"/>
                          <a:cs typeface="Apple SD Gothic Neo"/>
                        </a:rPr>
                        <a:t>조건과 지표</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확인한 실행 경로</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r>
                        <a:rPr sz="1725">
                          <a:solidFill>
                            <a:srgbClr val="111111"/>
                          </a:solidFill>
                          <a:latin typeface="Apple SD Gothic Neo"/>
                          <a:ea typeface="Apple SD Gothic Neo"/>
                          <a:cs typeface="Apple SD Gothic Neo"/>
                        </a:rPr>
                        <a:t>K=2 독립 질문 / 첫 응답</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13.388초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6.270초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실제 API 구간 6.261초 중첩</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r>
                        <a:rPr sz="1725">
                          <a:solidFill>
                            <a:srgbClr val="111111"/>
                          </a:solidFill>
                          <a:latin typeface="Apple SD Gothic Neo"/>
                          <a:ea typeface="Apple SD Gothic Neo"/>
                          <a:cs typeface="Apple SD Gothic Neo"/>
                        </a:rPr>
                        <a:t>K=1 독립 질문 / 후속 완료</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13.429초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13.087초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호출 중첩 0 / 병행 이익 없음</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7" name="DP2 object 224">
            <a:extLst xmlns:a="http://schemas.openxmlformats.org/drawingml/2006/main">
              <a:ext uri="{FF2B5EF4-FFF2-40B4-BE49-F238E27FC236}">
                <a16:creationId xmlns:a16="http://schemas.microsoft.com/office/drawing/2014/main" id="{74D0205B-53C1-4C58-8E49-3883F853C482}"/>
              </a:ext>
            </a:extLst>
          </p:cNvPr>
          <p:cNvSpPr>
            <a:spLocks xmlns:a="http://schemas.openxmlformats.org/drawingml/2006/main" noGrp="1"/>
          </p:cNvSpPr>
          <p:nvPr/>
        </p:nvSpPr>
        <p:spPr>
          <a:xfrm xmlns:a="http://schemas.openxmlformats.org/drawingml/2006/main">
            <a:off x="6391275" y="4191000"/>
            <a:ext cx="11582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4676CB"/>
                </a:solidFill>
                <a:latin typeface="Apple SD Gothic Neo"/>
                <a:ea typeface="Apple SD Gothic Neo"/>
                <a:cs typeface="Apple SD Gothic Neo"/>
              </a:defRPr>
            </a:defPPr>
            <a:lvl1pPr algn="l">
              <a:defRPr sz="2175" b="1">
                <a:solidFill>
                  <a:srgbClr val="4676CB"/>
                </a:solidFill>
                <a:latin typeface="Apple SD Gothic Neo"/>
                <a:ea typeface="Apple SD Gothic Neo"/>
                <a:cs typeface="Apple SD Gothic Neo"/>
              </a:defRPr>
            </a:lvl1pPr>
            <a:lvl2pPr algn="l">
              <a:defRPr sz="2175" b="1">
                <a:solidFill>
                  <a:srgbClr val="4676CB"/>
                </a:solidFill>
                <a:latin typeface="Apple SD Gothic Neo"/>
                <a:ea typeface="Apple SD Gothic Neo"/>
                <a:cs typeface="Apple SD Gothic Neo"/>
              </a:defRPr>
            </a:lvl2pPr>
            <a:lvl3pPr algn="l">
              <a:defRPr sz="2175" b="1">
                <a:solidFill>
                  <a:srgbClr val="4676CB"/>
                </a:solidFill>
                <a:latin typeface="Apple SD Gothic Neo"/>
                <a:ea typeface="Apple SD Gothic Neo"/>
                <a:cs typeface="Apple SD Gothic Neo"/>
              </a:defRPr>
            </a:lvl3pPr>
            <a:lvl4pPr algn="l">
              <a:defRPr sz="2175" b="1">
                <a:solidFill>
                  <a:srgbClr val="4676CB"/>
                </a:solidFill>
                <a:latin typeface="Apple SD Gothic Neo"/>
                <a:ea typeface="Apple SD Gothic Neo"/>
                <a:cs typeface="Apple SD Gothic Neo"/>
              </a:defRPr>
            </a:lvl4pPr>
            <a:lvl5pPr algn="l">
              <a:defRPr sz="2175" b="1">
                <a:solidFill>
                  <a:srgbClr val="4676CB"/>
                </a:solidFill>
                <a:latin typeface="Apple SD Gothic Neo"/>
                <a:ea typeface="Apple SD Gothic Neo"/>
                <a:cs typeface="Apple SD Gothic Neo"/>
              </a:defRPr>
            </a:lvl5pPr>
            <a:lvl6pPr algn="l">
              <a:defRPr sz="2175" b="1">
                <a:solidFill>
                  <a:srgbClr val="4676CB"/>
                </a:solidFill>
                <a:latin typeface="Apple SD Gothic Neo"/>
                <a:ea typeface="Apple SD Gothic Neo"/>
                <a:cs typeface="Apple SD Gothic Neo"/>
              </a:defRPr>
            </a:lvl6pPr>
            <a:lvl7pPr algn="l">
              <a:defRPr sz="2175" b="1">
                <a:solidFill>
                  <a:srgbClr val="4676CB"/>
                </a:solidFill>
                <a:latin typeface="Apple SD Gothic Neo"/>
                <a:ea typeface="Apple SD Gothic Neo"/>
                <a:cs typeface="Apple SD Gothic Neo"/>
              </a:defRPr>
            </a:lvl7pPr>
            <a:lvl8pPr algn="l">
              <a:defRPr sz="2175" b="1">
                <a:solidFill>
                  <a:srgbClr val="4676CB"/>
                </a:solidFill>
                <a:latin typeface="Apple SD Gothic Neo"/>
                <a:ea typeface="Apple SD Gothic Neo"/>
                <a:cs typeface="Apple SD Gothic Neo"/>
              </a:defRPr>
            </a:lvl8pPr>
            <a:lvl9pPr algn="l">
              <a:defRPr sz="2175" b="1">
                <a:solidFill>
                  <a:srgbClr val="4676CB"/>
                </a:solidFill>
                <a:latin typeface="Apple SD Gothic Neo"/>
                <a:ea typeface="Apple SD Gothic Neo"/>
                <a:cs typeface="Apple SD Gothic Neo"/>
              </a:defRPr>
            </a:lvl9pPr>
          </a:lstStyle>
          <a:p xmlns:a="http://schemas.openxmlformats.org/drawingml/2006/main">
            <a:pPr algn="l">
              <a:defRPr sz="2175" b="1">
                <a:solidFill>
                  <a:srgbClr val="4676CB"/>
                </a:solidFill>
                <a:latin typeface="Apple SD Gothic Neo"/>
                <a:ea typeface="Apple SD Gothic Neo"/>
                <a:cs typeface="Apple SD Gothic Neo"/>
              </a:defRPr>
            </a:pPr>
            <a:r>
              <a:rPr sz="2175" b="1">
                <a:solidFill>
                  <a:srgbClr val="4676CB"/>
                </a:solidFill>
                <a:latin typeface="Apple SD Gothic Neo"/>
                <a:ea typeface="Apple SD Gothic Neo"/>
                <a:cs typeface="Apple SD Gothic Neo"/>
              </a:rPr>
              <a:t>QA06 보완: 별도 순서 제어 재생의 최고 동시 RSS</a:t>
            </a:r>
          </a:p>
        </p:txBody>
      </p:sp>
      <p:graphicFrame>
        <p:nvGraphicFramePr>
          <p:cNvPr id="48" name="">
            <a:extLst xmlns:a="http://schemas.openxmlformats.org/drawingml/2006/main">
              <a:ext uri="{FF2B5EF4-FFF2-40B4-BE49-F238E27FC236}">
                <a16:creationId xmlns:a16="http://schemas.microsoft.com/office/drawing/2014/main" id="{729BB2F1-ABCD-45D1-B420-4D346D82F503}"/>
              </a:ext>
            </a:extLst>
          </p:cNvPr>
          <p:cNvGraphicFramePr/>
          <p:nvPr/>
        </p:nvGraphicFramePr>
        <p:xfrm>
          <a:off xmlns:a="http://schemas.openxmlformats.org/drawingml/2006/main" x="6391275" y="4743450"/>
          <a:ext xmlns:a="http://schemas.openxmlformats.org/drawingml/2006/main" cx="11658600" cy="2047875"/>
        </p:xfrm>
        <a:graphic xmlns:a="http://schemas.openxmlformats.org/drawingml/2006/main">
          <a:graphicData uri="http://schemas.openxmlformats.org/drawingml/2006/table">
            <a:tbl>
              <a:tblPr firstRow="0" bandRow="0" bandCol="0"/>
              <a:tblGrid>
                <a:gridCol w="2190750"/>
                <a:gridCol w="3048000"/>
                <a:gridCol w="3048000"/>
                <a:gridCol w="3371850"/>
              </a:tblGrid>
              <a:tr h="419100">
                <a:tc>
                  <a:txBody>
                    <a:bodyPr anchor="ctr"/>
                    <a:lstStyle/>
                    <a:p>
                      <a:pPr algn="ctr"/>
                      <a:r>
                        <a:rPr sz="1875" b="1">
                          <a:solidFill>
                            <a:srgbClr val="111111"/>
                          </a:solidFill>
                          <a:latin typeface="Apple SD Gothic Neo"/>
                          <a:ea typeface="Apple SD Gothic Neo"/>
                          <a:cs typeface="Apple SD Gothic Neo"/>
                        </a:rPr>
                        <a:t>동시 문맥 N</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기본 B (MB)</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 + B1 (MB)</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변화 (MB)</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42925">
                <a:tc>
                  <a:txBody>
                    <a:bodyPr anchor="ctr"/>
                    <a:lstStyle/>
                    <a:p>
                      <a:pPr algn="ctr"/>
                      <a:r>
                        <a:rPr sz="1950">
                          <a:solidFill>
                            <a:srgbClr val="111111"/>
                          </a:solidFill>
                          <a:latin typeface="Apple SD Gothic Neo"/>
                          <a:ea typeface="Apple SD Gothic Neo"/>
                          <a:cs typeface="Apple SD Gothic Neo"/>
                        </a:rPr>
                        <a:t>1</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950">
                          <a:solidFill>
                            <a:srgbClr val="111111"/>
                          </a:solidFill>
                          <a:latin typeface="Apple SD Gothic Neo"/>
                          <a:ea typeface="Apple SD Gothic Neo"/>
                          <a:cs typeface="Apple SD Gothic Neo"/>
                        </a:rPr>
                        <a:t>30.097</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950">
                          <a:solidFill>
                            <a:srgbClr val="111111"/>
                          </a:solidFill>
                          <a:latin typeface="Apple SD Gothic Neo"/>
                          <a:ea typeface="Apple SD Gothic Neo"/>
                          <a:cs typeface="Apple SD Gothic Neo"/>
                        </a:rPr>
                        <a:t>30.294</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950" b="1">
                          <a:solidFill>
                            <a:srgbClr val="C00000"/>
                          </a:solidFill>
                          <a:latin typeface="Apple SD Gothic Neo"/>
                          <a:ea typeface="Apple SD Gothic Neo"/>
                          <a:cs typeface="Apple SD Gothic Neo"/>
                        </a:rPr>
                        <a:t>+0.197</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r>
                        <a:rPr sz="1950">
                          <a:solidFill>
                            <a:srgbClr val="111111"/>
                          </a:solidFill>
                          <a:latin typeface="Apple SD Gothic Neo"/>
                          <a:ea typeface="Apple SD Gothic Neo"/>
                          <a:cs typeface="Apple SD Gothic Neo"/>
                        </a:rPr>
                        <a:t>2</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950">
                          <a:solidFill>
                            <a:srgbClr val="111111"/>
                          </a:solidFill>
                          <a:latin typeface="Apple SD Gothic Neo"/>
                          <a:ea typeface="Apple SD Gothic Neo"/>
                          <a:cs typeface="Apple SD Gothic Neo"/>
                        </a:rPr>
                        <a:t>30.802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950">
                          <a:solidFill>
                            <a:srgbClr val="111111"/>
                          </a:solidFill>
                          <a:latin typeface="Apple SD Gothic Neo"/>
                          <a:ea typeface="Apple SD Gothic Neo"/>
                          <a:cs typeface="Apple SD Gothic Neo"/>
                        </a:rPr>
                        <a:t>30.507</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950" b="1">
                          <a:solidFill>
                            <a:srgbClr val="4676CB"/>
                          </a:solidFill>
                          <a:latin typeface="Apple SD Gothic Neo"/>
                          <a:ea typeface="Apple SD Gothic Neo"/>
                          <a:cs typeface="Apple SD Gothic Neo"/>
                        </a:rPr>
                        <a:t>−0.295</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r>
                        <a:rPr sz="1950">
                          <a:solidFill>
                            <a:srgbClr val="111111"/>
                          </a:solidFill>
                          <a:latin typeface="Apple SD Gothic Neo"/>
                          <a:ea typeface="Apple SD Gothic Neo"/>
                          <a:cs typeface="Apple SD Gothic Neo"/>
                        </a:rPr>
                        <a:t>4</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950">
                          <a:solidFill>
                            <a:srgbClr val="111111"/>
                          </a:solidFill>
                          <a:latin typeface="Apple SD Gothic Neo"/>
                          <a:ea typeface="Apple SD Gothic Neo"/>
                          <a:cs typeface="Apple SD Gothic Neo"/>
                        </a:rPr>
                        <a:t>32.326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950">
                          <a:solidFill>
                            <a:srgbClr val="111111"/>
                          </a:solidFill>
                          <a:latin typeface="Apple SD Gothic Neo"/>
                          <a:ea typeface="Apple SD Gothic Neo"/>
                          <a:cs typeface="Apple SD Gothic Neo"/>
                        </a:rPr>
                        <a:t>31.867</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950" b="1">
                          <a:solidFill>
                            <a:srgbClr val="4676CB"/>
                          </a:solidFill>
                          <a:latin typeface="Apple SD Gothic Neo"/>
                          <a:ea typeface="Apple SD Gothic Neo"/>
                          <a:cs typeface="Apple SD Gothic Neo"/>
                        </a:rPr>
                        <a:t>−0.459</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9" name="DP2 object 225">
            <a:extLst xmlns:a="http://schemas.openxmlformats.org/drawingml/2006/main">
              <a:ext uri="{FF2B5EF4-FFF2-40B4-BE49-F238E27FC236}">
                <a16:creationId xmlns:a16="http://schemas.microsoft.com/office/drawing/2014/main" id="{75B8C867-8FB6-4CE8-8CFB-C5914766761E}"/>
              </a:ext>
            </a:extLst>
          </p:cNvPr>
          <p:cNvSpPr>
            <a:spLocks xmlns:a="http://schemas.openxmlformats.org/drawingml/2006/main" noGrp="1"/>
          </p:cNvSpPr>
          <p:nvPr/>
        </p:nvSpPr>
        <p:spPr>
          <a:xfrm xmlns:a="http://schemas.openxmlformats.org/drawingml/2006/main">
            <a:off x="6419850" y="6953250"/>
            <a:ext cx="11525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1">
                <a:solidFill>
                  <a:srgbClr val="4676CB"/>
                </a:solidFill>
                <a:latin typeface="Apple SD Gothic Neo"/>
                <a:ea typeface="Apple SD Gothic Neo"/>
                <a:cs typeface="Apple SD Gothic Neo"/>
              </a:defRPr>
            </a:defPPr>
            <a:lvl1pPr algn="l">
              <a:defRPr sz="2025" b="1">
                <a:solidFill>
                  <a:srgbClr val="4676CB"/>
                </a:solidFill>
                <a:latin typeface="Apple SD Gothic Neo"/>
                <a:ea typeface="Apple SD Gothic Neo"/>
                <a:cs typeface="Apple SD Gothic Neo"/>
              </a:defRPr>
            </a:lvl1pPr>
            <a:lvl2pPr algn="l">
              <a:defRPr sz="2025" b="1">
                <a:solidFill>
                  <a:srgbClr val="4676CB"/>
                </a:solidFill>
                <a:latin typeface="Apple SD Gothic Neo"/>
                <a:ea typeface="Apple SD Gothic Neo"/>
                <a:cs typeface="Apple SD Gothic Neo"/>
              </a:defRPr>
            </a:lvl2pPr>
            <a:lvl3pPr algn="l">
              <a:defRPr sz="2025" b="1">
                <a:solidFill>
                  <a:srgbClr val="4676CB"/>
                </a:solidFill>
                <a:latin typeface="Apple SD Gothic Neo"/>
                <a:ea typeface="Apple SD Gothic Neo"/>
                <a:cs typeface="Apple SD Gothic Neo"/>
              </a:defRPr>
            </a:lvl3pPr>
            <a:lvl4pPr algn="l">
              <a:defRPr sz="2025" b="1">
                <a:solidFill>
                  <a:srgbClr val="4676CB"/>
                </a:solidFill>
                <a:latin typeface="Apple SD Gothic Neo"/>
                <a:ea typeface="Apple SD Gothic Neo"/>
                <a:cs typeface="Apple SD Gothic Neo"/>
              </a:defRPr>
            </a:lvl4pPr>
            <a:lvl5pPr algn="l">
              <a:defRPr sz="2025" b="1">
                <a:solidFill>
                  <a:srgbClr val="4676CB"/>
                </a:solidFill>
                <a:latin typeface="Apple SD Gothic Neo"/>
                <a:ea typeface="Apple SD Gothic Neo"/>
                <a:cs typeface="Apple SD Gothic Neo"/>
              </a:defRPr>
            </a:lvl5pPr>
            <a:lvl6pPr algn="l">
              <a:defRPr sz="2025" b="1">
                <a:solidFill>
                  <a:srgbClr val="4676CB"/>
                </a:solidFill>
                <a:latin typeface="Apple SD Gothic Neo"/>
                <a:ea typeface="Apple SD Gothic Neo"/>
                <a:cs typeface="Apple SD Gothic Neo"/>
              </a:defRPr>
            </a:lvl6pPr>
            <a:lvl7pPr algn="l">
              <a:defRPr sz="2025" b="1">
                <a:solidFill>
                  <a:srgbClr val="4676CB"/>
                </a:solidFill>
                <a:latin typeface="Apple SD Gothic Neo"/>
                <a:ea typeface="Apple SD Gothic Neo"/>
                <a:cs typeface="Apple SD Gothic Neo"/>
              </a:defRPr>
            </a:lvl7pPr>
            <a:lvl8pPr algn="l">
              <a:defRPr sz="2025" b="1">
                <a:solidFill>
                  <a:srgbClr val="4676CB"/>
                </a:solidFill>
                <a:latin typeface="Apple SD Gothic Neo"/>
                <a:ea typeface="Apple SD Gothic Neo"/>
                <a:cs typeface="Apple SD Gothic Neo"/>
              </a:defRPr>
            </a:lvl8pPr>
            <a:lvl9pPr algn="l">
              <a:defRPr sz="2025" b="1">
                <a:solidFill>
                  <a:srgbClr val="4676CB"/>
                </a:solidFill>
                <a:latin typeface="Apple SD Gothic Neo"/>
                <a:ea typeface="Apple SD Gothic Neo"/>
                <a:cs typeface="Apple SD Gothic Neo"/>
              </a:defRPr>
            </a:lvl9pPr>
          </a:lstStyle>
          <a:p xmlns:a="http://schemas.openxmlformats.org/drawingml/2006/main">
            <a:pPr algn="l">
              <a:defRPr sz="2025" b="1">
                <a:solidFill>
                  <a:srgbClr val="4676CB"/>
                </a:solidFill>
                <a:latin typeface="Apple SD Gothic Neo"/>
                <a:ea typeface="Apple SD Gothic Neo"/>
                <a:cs typeface="Apple SD Gothic Neo"/>
              </a:defRPr>
            </a:pPr>
            <a:r>
              <a:rPr sz="2025" b="1">
                <a:solidFill>
                  <a:srgbClr val="4676CB"/>
                </a:solidFill>
                <a:latin typeface="Apple SD Gothic Neo"/>
                <a:ea typeface="Apple SD Gothic Neo"/>
                <a:cs typeface="Apple SD Gothic Neo"/>
              </a:rPr>
              <a:t>N=4 요청 할당 peak 평균: 573,372 → 365,413 byte</a:t>
            </a:r>
          </a:p>
        </p:txBody>
      </p:sp>
      <p:sp>
        <p:nvSpPr>
          <p:cNvPr id="50" name="DP2 object 226">
            <a:extLst xmlns:a="http://schemas.openxmlformats.org/drawingml/2006/main">
              <a:ext uri="{FF2B5EF4-FFF2-40B4-BE49-F238E27FC236}">
                <a16:creationId xmlns:a16="http://schemas.microsoft.com/office/drawing/2014/main" id="{A9D556A4-267A-4F6D-81BB-A7024E80C00F}"/>
              </a:ext>
            </a:extLst>
          </p:cNvPr>
          <p:cNvSpPr>
            <a:spLocks xmlns:a="http://schemas.openxmlformats.org/drawingml/2006/main" noGrp="1"/>
          </p:cNvSpPr>
          <p:nvPr/>
        </p:nvSpPr>
        <p:spPr>
          <a:xfrm xmlns:a="http://schemas.openxmlformats.org/drawingml/2006/main">
            <a:off x="6419850" y="7467600"/>
            <a:ext cx="11525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1">
                <a:solidFill>
                  <a:srgbClr val="111111"/>
                </a:solidFill>
                <a:latin typeface="Apple SD Gothic Neo"/>
                <a:ea typeface="Apple SD Gothic Neo"/>
                <a:cs typeface="Apple SD Gothic Neo"/>
              </a:defRPr>
            </a:defPPr>
            <a:lvl1pPr algn="l">
              <a:defRPr sz="1875" b="1">
                <a:solidFill>
                  <a:srgbClr val="111111"/>
                </a:solidFill>
                <a:latin typeface="Apple SD Gothic Neo"/>
                <a:ea typeface="Apple SD Gothic Neo"/>
                <a:cs typeface="Apple SD Gothic Neo"/>
              </a:defRPr>
            </a:lvl1pPr>
            <a:lvl2pPr algn="l">
              <a:defRPr sz="1875" b="1">
                <a:solidFill>
                  <a:srgbClr val="111111"/>
                </a:solidFill>
                <a:latin typeface="Apple SD Gothic Neo"/>
                <a:ea typeface="Apple SD Gothic Neo"/>
                <a:cs typeface="Apple SD Gothic Neo"/>
              </a:defRPr>
            </a:lvl2pPr>
            <a:lvl3pPr algn="l">
              <a:defRPr sz="1875" b="1">
                <a:solidFill>
                  <a:srgbClr val="111111"/>
                </a:solidFill>
                <a:latin typeface="Apple SD Gothic Neo"/>
                <a:ea typeface="Apple SD Gothic Neo"/>
                <a:cs typeface="Apple SD Gothic Neo"/>
              </a:defRPr>
            </a:lvl3pPr>
            <a:lvl4pPr algn="l">
              <a:defRPr sz="1875" b="1">
                <a:solidFill>
                  <a:srgbClr val="111111"/>
                </a:solidFill>
                <a:latin typeface="Apple SD Gothic Neo"/>
                <a:ea typeface="Apple SD Gothic Neo"/>
                <a:cs typeface="Apple SD Gothic Neo"/>
              </a:defRPr>
            </a:lvl4pPr>
            <a:lvl5pPr algn="l">
              <a:defRPr sz="1875" b="1">
                <a:solidFill>
                  <a:srgbClr val="111111"/>
                </a:solidFill>
                <a:latin typeface="Apple SD Gothic Neo"/>
                <a:ea typeface="Apple SD Gothic Neo"/>
                <a:cs typeface="Apple SD Gothic Neo"/>
              </a:defRPr>
            </a:lvl5pPr>
            <a:lvl6pPr algn="l">
              <a:defRPr sz="1875" b="1">
                <a:solidFill>
                  <a:srgbClr val="111111"/>
                </a:solidFill>
                <a:latin typeface="Apple SD Gothic Neo"/>
                <a:ea typeface="Apple SD Gothic Neo"/>
                <a:cs typeface="Apple SD Gothic Neo"/>
              </a:defRPr>
            </a:lvl6pPr>
            <a:lvl7pPr algn="l">
              <a:defRPr sz="1875" b="1">
                <a:solidFill>
                  <a:srgbClr val="111111"/>
                </a:solidFill>
                <a:latin typeface="Apple SD Gothic Neo"/>
                <a:ea typeface="Apple SD Gothic Neo"/>
                <a:cs typeface="Apple SD Gothic Neo"/>
              </a:defRPr>
            </a:lvl7pPr>
            <a:lvl8pPr algn="l">
              <a:defRPr sz="1875" b="1">
                <a:solidFill>
                  <a:srgbClr val="111111"/>
                </a:solidFill>
                <a:latin typeface="Apple SD Gothic Neo"/>
                <a:ea typeface="Apple SD Gothic Neo"/>
                <a:cs typeface="Apple SD Gothic Neo"/>
              </a:defRPr>
            </a:lvl8pPr>
            <a:lvl9pPr algn="l">
              <a:defRPr sz="1875" b="1">
                <a:solidFill>
                  <a:srgbClr val="111111"/>
                </a:solidFill>
                <a:latin typeface="Apple SD Gothic Neo"/>
                <a:ea typeface="Apple SD Gothic Neo"/>
                <a:cs typeface="Apple SD Gothic Neo"/>
              </a:defRPr>
            </a:lvl9pPr>
          </a:lstStyle>
          <a:p xmlns:a="http://schemas.openxmlformats.org/drawingml/2006/main">
            <a:pPr algn="l">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결과·callback 72/72 동일 / 모델 입력 snapshot 168/168 session 동일</a:t>
            </a:r>
          </a:p>
        </p:txBody>
      </p:sp>
      <p:sp>
        <p:nvSpPr>
          <p:cNvPr id="51" name="DP2 object 227">
            <a:extLst xmlns:a="http://schemas.openxmlformats.org/drawingml/2006/main">
              <a:ext uri="{FF2B5EF4-FFF2-40B4-BE49-F238E27FC236}">
                <a16:creationId xmlns:a16="http://schemas.microsoft.com/office/drawing/2014/main" id="{AE1669E6-12D8-48F4-BF54-7314F48B31A0}"/>
              </a:ext>
            </a:extLst>
          </p:cNvPr>
          <p:cNvSpPr>
            <a:spLocks xmlns:a="http://schemas.openxmlformats.org/drawingml/2006/main" noGrp="1"/>
          </p:cNvSpPr>
          <p:nvPr/>
        </p:nvSpPr>
        <p:spPr>
          <a:xfrm xmlns:a="http://schemas.openxmlformats.org/drawingml/2006/main">
            <a:off x="6419850" y="7915275"/>
            <a:ext cx="1152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N별·안별 12회, 전체 72회. 새 API 0회, 기존 응답 686개 재생.</a:t>
            </a:r>
          </a:p>
        </p:txBody>
      </p:sp>
      <p:sp>
        <p:nvSpPr>
          <p:cNvPr id="52" name="DP2 object 228">
            <a:extLst xmlns:a="http://schemas.openxmlformats.org/drawingml/2006/main">
              <a:ext uri="{FF2B5EF4-FFF2-40B4-BE49-F238E27FC236}">
                <a16:creationId xmlns:a16="http://schemas.microsoft.com/office/drawing/2014/main" id="{3502687E-6B9B-467B-841C-852D8DF92B11}"/>
              </a:ext>
            </a:extLst>
          </p:cNvPr>
          <p:cNvSpPr>
            <a:spLocks xmlns:a="http://schemas.openxmlformats.org/drawingml/2006/main" noGrp="1"/>
          </p:cNvSpPr>
          <p:nvPr/>
        </p:nvSpPr>
        <p:spPr>
          <a:xfrm xmlns:a="http://schemas.openxmlformats.org/drawingml/2006/main">
            <a:off x="6419850" y="8372475"/>
            <a:ext cx="1152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C00000"/>
                </a:solidFill>
                <a:latin typeface="Apple SD Gothic Neo"/>
                <a:ea typeface="Apple SD Gothic Neo"/>
                <a:cs typeface="Apple SD Gothic Neo"/>
              </a:defRPr>
            </a:defPPr>
            <a:lvl1pPr algn="l">
              <a:defRPr sz="1800" b="0">
                <a:solidFill>
                  <a:srgbClr val="C00000"/>
                </a:solidFill>
                <a:latin typeface="Apple SD Gothic Neo"/>
                <a:ea typeface="Apple SD Gothic Neo"/>
                <a:cs typeface="Apple SD Gothic Neo"/>
              </a:defRPr>
            </a:lvl1pPr>
            <a:lvl2pPr algn="l">
              <a:defRPr sz="1800" b="0">
                <a:solidFill>
                  <a:srgbClr val="C00000"/>
                </a:solidFill>
                <a:latin typeface="Apple SD Gothic Neo"/>
                <a:ea typeface="Apple SD Gothic Neo"/>
                <a:cs typeface="Apple SD Gothic Neo"/>
              </a:defRPr>
            </a:lvl2pPr>
            <a:lvl3pPr algn="l">
              <a:defRPr sz="1800" b="0">
                <a:solidFill>
                  <a:srgbClr val="C00000"/>
                </a:solidFill>
                <a:latin typeface="Apple SD Gothic Neo"/>
                <a:ea typeface="Apple SD Gothic Neo"/>
                <a:cs typeface="Apple SD Gothic Neo"/>
              </a:defRPr>
            </a:lvl3pPr>
            <a:lvl4pPr algn="l">
              <a:defRPr sz="1800" b="0">
                <a:solidFill>
                  <a:srgbClr val="C00000"/>
                </a:solidFill>
                <a:latin typeface="Apple SD Gothic Neo"/>
                <a:ea typeface="Apple SD Gothic Neo"/>
                <a:cs typeface="Apple SD Gothic Neo"/>
              </a:defRPr>
            </a:lvl4pPr>
            <a:lvl5pPr algn="l">
              <a:defRPr sz="1800" b="0">
                <a:solidFill>
                  <a:srgbClr val="C00000"/>
                </a:solidFill>
                <a:latin typeface="Apple SD Gothic Neo"/>
                <a:ea typeface="Apple SD Gothic Neo"/>
                <a:cs typeface="Apple SD Gothic Neo"/>
              </a:defRPr>
            </a:lvl5pPr>
            <a:lvl6pPr algn="l">
              <a:defRPr sz="1800" b="0">
                <a:solidFill>
                  <a:srgbClr val="C00000"/>
                </a:solidFill>
                <a:latin typeface="Apple SD Gothic Neo"/>
                <a:ea typeface="Apple SD Gothic Neo"/>
                <a:cs typeface="Apple SD Gothic Neo"/>
              </a:defRPr>
            </a:lvl6pPr>
            <a:lvl7pPr algn="l">
              <a:defRPr sz="1800" b="0">
                <a:solidFill>
                  <a:srgbClr val="C00000"/>
                </a:solidFill>
                <a:latin typeface="Apple SD Gothic Neo"/>
                <a:ea typeface="Apple SD Gothic Neo"/>
                <a:cs typeface="Apple SD Gothic Neo"/>
              </a:defRPr>
            </a:lvl7pPr>
            <a:lvl8pPr algn="l">
              <a:defRPr sz="1800" b="0">
                <a:solidFill>
                  <a:srgbClr val="C00000"/>
                </a:solidFill>
                <a:latin typeface="Apple SD Gothic Neo"/>
                <a:ea typeface="Apple SD Gothic Neo"/>
                <a:cs typeface="Apple SD Gothic Neo"/>
              </a:defRPr>
            </a:lvl8pPr>
            <a:lvl9pPr algn="l">
              <a:defRPr sz="1800" b="0">
                <a:solidFill>
                  <a:srgbClr val="C00000"/>
                </a:solidFill>
                <a:latin typeface="Apple SD Gothic Neo"/>
                <a:ea typeface="Apple SD Gothic Neo"/>
                <a:cs typeface="Apple SD Gothic Neo"/>
              </a:defRPr>
            </a:lvl9pPr>
          </a:lstStyle>
          <a:p xmlns:a="http://schemas.openxmlformats.org/drawingml/2006/main">
            <a:pPr algn="l">
              <a:defRPr sz="1800" b="0">
                <a:solidFill>
                  <a:srgbClr val="C00000"/>
                </a:solidFill>
                <a:latin typeface="Apple SD Gothic Neo"/>
                <a:ea typeface="Apple SD Gothic Neo"/>
                <a:cs typeface="Apple SD Gothic Neo"/>
              </a:defRPr>
            </a:pPr>
            <a:r>
              <a:rPr sz="1800" b="0">
                <a:solidFill>
                  <a:srgbClr val="C00000"/>
                </a:solidFill>
                <a:latin typeface="Apple SD Gothic Neo"/>
                <a:ea typeface="Apple SD Gothic Neo"/>
                <a:cs typeface="Apple SD Gothic Neo"/>
              </a:rPr>
              <a:t>N=1 최고 RSS는 증가. 새 QA01·QA03와 모델 비용 개선은 미측정.</a:t>
            </a:r>
          </a:p>
        </p:txBody>
      </p:sp>
      <p:sp>
        <p:nvSpPr>
          <p:cNvPr id="53" name="DP2 object 229">
            <a:extLst xmlns:a="http://schemas.openxmlformats.org/drawingml/2006/main">
              <a:ext uri="{FF2B5EF4-FFF2-40B4-BE49-F238E27FC236}">
                <a16:creationId xmlns:a16="http://schemas.microsoft.com/office/drawing/2014/main" id="{2663D2DD-BB8A-49B4-82D7-ADBC729C0570}"/>
              </a:ext>
            </a:extLst>
          </p:cNvPr>
          <p:cNvSpPr>
            <a:spLocks xmlns:a="http://schemas.openxmlformats.org/drawingml/2006/main" noGrp="1"/>
          </p:cNvSpPr>
          <p:nvPr/>
        </p:nvSpPr>
        <p:spPr>
          <a:xfrm xmlns:a="http://schemas.openxmlformats.org/drawingml/2006/main">
            <a:off x="6419850" y="8829675"/>
            <a:ext cx="1152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50555B"/>
                </a:solidFill>
                <a:latin typeface="Apple SD Gothic Neo"/>
                <a:ea typeface="Apple SD Gothic Neo"/>
                <a:cs typeface="Apple SD Gothic Neo"/>
              </a:defRPr>
            </a:defPPr>
            <a:lvl1pPr algn="l">
              <a:defRPr sz="1725" b="0">
                <a:solidFill>
                  <a:srgbClr val="50555B"/>
                </a:solidFill>
                <a:latin typeface="Apple SD Gothic Neo"/>
                <a:ea typeface="Apple SD Gothic Neo"/>
                <a:cs typeface="Apple SD Gothic Neo"/>
              </a:defRPr>
            </a:lvl1pPr>
            <a:lvl2pPr algn="l">
              <a:defRPr sz="1725" b="0">
                <a:solidFill>
                  <a:srgbClr val="50555B"/>
                </a:solidFill>
                <a:latin typeface="Apple SD Gothic Neo"/>
                <a:ea typeface="Apple SD Gothic Neo"/>
                <a:cs typeface="Apple SD Gothic Neo"/>
              </a:defRPr>
            </a:lvl2pPr>
            <a:lvl3pPr algn="l">
              <a:defRPr sz="1725" b="0">
                <a:solidFill>
                  <a:srgbClr val="50555B"/>
                </a:solidFill>
                <a:latin typeface="Apple SD Gothic Neo"/>
                <a:ea typeface="Apple SD Gothic Neo"/>
                <a:cs typeface="Apple SD Gothic Neo"/>
              </a:defRPr>
            </a:lvl3pPr>
            <a:lvl4pPr algn="l">
              <a:defRPr sz="1725" b="0">
                <a:solidFill>
                  <a:srgbClr val="50555B"/>
                </a:solidFill>
                <a:latin typeface="Apple SD Gothic Neo"/>
                <a:ea typeface="Apple SD Gothic Neo"/>
                <a:cs typeface="Apple SD Gothic Neo"/>
              </a:defRPr>
            </a:lvl4pPr>
            <a:lvl5pPr algn="l">
              <a:defRPr sz="1725" b="0">
                <a:solidFill>
                  <a:srgbClr val="50555B"/>
                </a:solidFill>
                <a:latin typeface="Apple SD Gothic Neo"/>
                <a:ea typeface="Apple SD Gothic Neo"/>
                <a:cs typeface="Apple SD Gothic Neo"/>
              </a:defRPr>
            </a:lvl5pPr>
            <a:lvl6pPr algn="l">
              <a:defRPr sz="1725" b="0">
                <a:solidFill>
                  <a:srgbClr val="50555B"/>
                </a:solidFill>
                <a:latin typeface="Apple SD Gothic Neo"/>
                <a:ea typeface="Apple SD Gothic Neo"/>
                <a:cs typeface="Apple SD Gothic Neo"/>
              </a:defRPr>
            </a:lvl6pPr>
            <a:lvl7pPr algn="l">
              <a:defRPr sz="1725" b="0">
                <a:solidFill>
                  <a:srgbClr val="50555B"/>
                </a:solidFill>
                <a:latin typeface="Apple SD Gothic Neo"/>
                <a:ea typeface="Apple SD Gothic Neo"/>
                <a:cs typeface="Apple SD Gothic Neo"/>
              </a:defRPr>
            </a:lvl7pPr>
            <a:lvl8pPr algn="l">
              <a:defRPr sz="1725" b="0">
                <a:solidFill>
                  <a:srgbClr val="50555B"/>
                </a:solidFill>
                <a:latin typeface="Apple SD Gothic Neo"/>
                <a:ea typeface="Apple SD Gothic Neo"/>
                <a:cs typeface="Apple SD Gothic Neo"/>
              </a:defRPr>
            </a:lvl8pPr>
            <a:lvl9pPr algn="l">
              <a:defRPr sz="1725" b="0">
                <a:solidFill>
                  <a:srgbClr val="50555B"/>
                </a:solidFill>
                <a:latin typeface="Apple SD Gothic Neo"/>
                <a:ea typeface="Apple SD Gothic Neo"/>
                <a:cs typeface="Apple SD Gothic Neo"/>
              </a:defRPr>
            </a:lvl9pPr>
          </a:lstStyle>
          <a:p xmlns:a="http://schemas.openxmlformats.org/drawingml/2006/main">
            <a:pPr algn="l">
              <a:defRPr sz="1725" b="0">
                <a:solidFill>
                  <a:srgbClr val="50555B"/>
                </a:solidFill>
                <a:latin typeface="Apple SD Gothic Neo"/>
                <a:ea typeface="Apple SD Gothic Neo"/>
                <a:cs typeface="Apple SD Gothic Neo"/>
              </a:defRPr>
            </a:pPr>
            <a:r>
              <a:rPr sz="1725" b="0">
                <a:solidFill>
                  <a:srgbClr val="50555B"/>
                </a:solidFill>
                <a:latin typeface="Apple SD Gothic Neo"/>
                <a:ea typeface="Apple SD Gothic Neo"/>
                <a:cs typeface="Apple SD Gothic Neo"/>
              </a:rPr>
              <a:t>별도 요청 관계 진단 N-R: A 27/27, B 26/27. B1에서도 B의 오류는 그대로.</a:t>
            </a:r>
          </a:p>
        </p:txBody>
      </p:sp>
      <p:sp>
        <p:nvSpPr>
          <p:cNvPr id="54" name="Editable path 230">
            <a:extLst xmlns:a="http://schemas.openxmlformats.org/drawingml/2006/main">
              <a:ext uri="{FF2B5EF4-FFF2-40B4-BE49-F238E27FC236}">
                <a16:creationId xmlns:a16="http://schemas.microsoft.com/office/drawing/2014/main" id="{779750E3-748C-418A-9930-7D310B7D632C}"/>
              </a:ext>
            </a:extLst>
          </p:cNvPr>
          <p:cNvSpPr>
            <a:spLocks xmlns:a="http://schemas.openxmlformats.org/drawingml/2006/main" noGrp="1"/>
          </p:cNvSpPr>
          <p:nvPr/>
        </p:nvSpPr>
        <p:spPr>
          <a:xfrm xmlns:a="http://schemas.openxmlformats.org/drawingml/2006/main">
            <a:off x="266700" y="9496425"/>
            <a:ext cx="17773650" cy="953"/>
          </a:xfrm>
          <a:custGeom xmlns:a="http://schemas.openxmlformats.org/drawingml/2006/main">
            <a:pathLst>
              <a:path w="17773650" h="953">
                <a:moveTo>
                  <a:pt x="0" y="0"/>
                </a:moveTo>
                <a:lnTo>
                  <a:pt x="17773650" y="0"/>
                </a:lnTo>
              </a:path>
            </a:pathLst>
          </a:custGeom>
          <a:noFill xmlns:a="http://schemas.openxmlformats.org/drawingml/2006/main"/>
          <a:ln xmlns:a="http://schemas.openxmlformats.org/drawingml/2006/main" w="13335">
            <a:solidFill>
              <a:srgbClr val="4676CB"/>
            </a:solidFill>
            <a:prstDash val="solid"/>
          </a:ln>
        </p:spPr>
      </p:sp>
      <p:sp>
        <p:nvSpPr>
          <p:cNvPr id="55" name="DP2 object 231">
            <a:extLst xmlns:a="http://schemas.openxmlformats.org/drawingml/2006/main">
              <a:ext uri="{FF2B5EF4-FFF2-40B4-BE49-F238E27FC236}">
                <a16:creationId xmlns:a16="http://schemas.microsoft.com/office/drawing/2014/main" id="{6A35E8C2-3397-439E-9D95-C74503BBB270}"/>
              </a:ext>
            </a:extLst>
          </p:cNvPr>
          <p:cNvSpPr>
            <a:spLocks xmlns:a="http://schemas.openxmlformats.org/drawingml/2006/main" noGrp="1"/>
          </p:cNvSpPr>
          <p:nvPr/>
        </p:nvSpPr>
        <p:spPr>
          <a:xfrm xmlns:a="http://schemas.openxmlformats.org/drawingml/2006/main">
            <a:off x="266700" y="9620250"/>
            <a:ext cx="1724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1">
                <a:solidFill>
                  <a:srgbClr val="111111"/>
                </a:solidFill>
                <a:latin typeface="Apple SD Gothic Neo"/>
                <a:ea typeface="Apple SD Gothic Neo"/>
                <a:cs typeface="Apple SD Gothic Neo"/>
              </a:defRPr>
            </a:defPPr>
            <a:lvl1pPr algn="l">
              <a:defRPr sz="1575" b="1">
                <a:solidFill>
                  <a:srgbClr val="111111"/>
                </a:solidFill>
                <a:latin typeface="Apple SD Gothic Neo"/>
                <a:ea typeface="Apple SD Gothic Neo"/>
                <a:cs typeface="Apple SD Gothic Neo"/>
              </a:defRPr>
            </a:lvl1pPr>
            <a:lvl2pPr algn="l">
              <a:defRPr sz="1575" b="1">
                <a:solidFill>
                  <a:srgbClr val="111111"/>
                </a:solidFill>
                <a:latin typeface="Apple SD Gothic Neo"/>
                <a:ea typeface="Apple SD Gothic Neo"/>
                <a:cs typeface="Apple SD Gothic Neo"/>
              </a:defRPr>
            </a:lvl2pPr>
            <a:lvl3pPr algn="l">
              <a:defRPr sz="1575" b="1">
                <a:solidFill>
                  <a:srgbClr val="111111"/>
                </a:solidFill>
                <a:latin typeface="Apple SD Gothic Neo"/>
                <a:ea typeface="Apple SD Gothic Neo"/>
                <a:cs typeface="Apple SD Gothic Neo"/>
              </a:defRPr>
            </a:lvl3pPr>
            <a:lvl4pPr algn="l">
              <a:defRPr sz="1575" b="1">
                <a:solidFill>
                  <a:srgbClr val="111111"/>
                </a:solidFill>
                <a:latin typeface="Apple SD Gothic Neo"/>
                <a:ea typeface="Apple SD Gothic Neo"/>
                <a:cs typeface="Apple SD Gothic Neo"/>
              </a:defRPr>
            </a:lvl4pPr>
            <a:lvl5pPr algn="l">
              <a:defRPr sz="1575" b="1">
                <a:solidFill>
                  <a:srgbClr val="111111"/>
                </a:solidFill>
                <a:latin typeface="Apple SD Gothic Neo"/>
                <a:ea typeface="Apple SD Gothic Neo"/>
                <a:cs typeface="Apple SD Gothic Neo"/>
              </a:defRPr>
            </a:lvl5pPr>
            <a:lvl6pPr algn="l">
              <a:defRPr sz="1575" b="1">
                <a:solidFill>
                  <a:srgbClr val="111111"/>
                </a:solidFill>
                <a:latin typeface="Apple SD Gothic Neo"/>
                <a:ea typeface="Apple SD Gothic Neo"/>
                <a:cs typeface="Apple SD Gothic Neo"/>
              </a:defRPr>
            </a:lvl6pPr>
            <a:lvl7pPr algn="l">
              <a:defRPr sz="1575" b="1">
                <a:solidFill>
                  <a:srgbClr val="111111"/>
                </a:solidFill>
                <a:latin typeface="Apple SD Gothic Neo"/>
                <a:ea typeface="Apple SD Gothic Neo"/>
                <a:cs typeface="Apple SD Gothic Neo"/>
              </a:defRPr>
            </a:lvl7pPr>
            <a:lvl8pPr algn="l">
              <a:defRPr sz="1575" b="1">
                <a:solidFill>
                  <a:srgbClr val="111111"/>
                </a:solidFill>
                <a:latin typeface="Apple SD Gothic Neo"/>
                <a:ea typeface="Apple SD Gothic Neo"/>
                <a:cs typeface="Apple SD Gothic Neo"/>
              </a:defRPr>
            </a:lvl8pPr>
            <a:lvl9pPr algn="l">
              <a:defRPr sz="1575" b="1">
                <a:solidFill>
                  <a:srgbClr val="111111"/>
                </a:solidFill>
                <a:latin typeface="Apple SD Gothic Neo"/>
                <a:ea typeface="Apple SD Gothic Neo"/>
                <a:cs typeface="Apple SD Gothic Neo"/>
              </a:defRPr>
            </a:lvl9pPr>
          </a:lstStyle>
          <a:p xmlns:a="http://schemas.openxmlformats.org/drawingml/2006/main">
            <a:pPr algn="l">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기본 실측 46.170MB와 재생 31.867MB는 전후값이 아님. 제품 전체 RAM, 원격 모델 weights/KV와 새 지연을 측정한 결과가 아님.</a:t>
            </a:r>
          </a:p>
        </p:txBody>
      </p:sp>
      <p:sp>
        <p:nvSpPr>
          <p:cNvPr id="56" name="DP2 object 232">
            <a:extLst xmlns:a="http://schemas.openxmlformats.org/drawingml/2006/main">
              <a:ext uri="{FF2B5EF4-FFF2-40B4-BE49-F238E27FC236}">
                <a16:creationId xmlns:a16="http://schemas.microsoft.com/office/drawing/2014/main" id="{8F2EA17F-0312-4668-BB2A-8BF921052498}"/>
              </a:ext>
            </a:extLst>
          </p:cNvPr>
          <p:cNvSpPr>
            <a:spLocks xmlns:a="http://schemas.openxmlformats.org/drawingml/2006/main" noGrp="1"/>
          </p:cNvSpPr>
          <p:nvPr/>
        </p:nvSpPr>
        <p:spPr>
          <a:xfrm xmlns:a="http://schemas.openxmlformats.org/drawingml/2006/main">
            <a:off x="266700" y="9944100"/>
            <a:ext cx="1714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0">
                <a:solidFill>
                  <a:srgbClr val="50555B"/>
                </a:solidFill>
                <a:latin typeface="Apple SD Gothic Neo"/>
                <a:ea typeface="Apple SD Gothic Neo"/>
                <a:cs typeface="Apple SD Gothic Neo"/>
              </a:defRPr>
            </a:defPPr>
            <a:lvl1pPr algn="l">
              <a:defRPr sz="1425" b="0">
                <a:solidFill>
                  <a:srgbClr val="50555B"/>
                </a:solidFill>
                <a:latin typeface="Apple SD Gothic Neo"/>
                <a:ea typeface="Apple SD Gothic Neo"/>
                <a:cs typeface="Apple SD Gothic Neo"/>
              </a:defRPr>
            </a:lvl1pPr>
            <a:lvl2pPr algn="l">
              <a:defRPr sz="1425" b="0">
                <a:solidFill>
                  <a:srgbClr val="50555B"/>
                </a:solidFill>
                <a:latin typeface="Apple SD Gothic Neo"/>
                <a:ea typeface="Apple SD Gothic Neo"/>
                <a:cs typeface="Apple SD Gothic Neo"/>
              </a:defRPr>
            </a:lvl2pPr>
            <a:lvl3pPr algn="l">
              <a:defRPr sz="1425" b="0">
                <a:solidFill>
                  <a:srgbClr val="50555B"/>
                </a:solidFill>
                <a:latin typeface="Apple SD Gothic Neo"/>
                <a:ea typeface="Apple SD Gothic Neo"/>
                <a:cs typeface="Apple SD Gothic Neo"/>
              </a:defRPr>
            </a:lvl3pPr>
            <a:lvl4pPr algn="l">
              <a:defRPr sz="1425" b="0">
                <a:solidFill>
                  <a:srgbClr val="50555B"/>
                </a:solidFill>
                <a:latin typeface="Apple SD Gothic Neo"/>
                <a:ea typeface="Apple SD Gothic Neo"/>
                <a:cs typeface="Apple SD Gothic Neo"/>
              </a:defRPr>
            </a:lvl4pPr>
            <a:lvl5pPr algn="l">
              <a:defRPr sz="1425" b="0">
                <a:solidFill>
                  <a:srgbClr val="50555B"/>
                </a:solidFill>
                <a:latin typeface="Apple SD Gothic Neo"/>
                <a:ea typeface="Apple SD Gothic Neo"/>
                <a:cs typeface="Apple SD Gothic Neo"/>
              </a:defRPr>
            </a:lvl5pPr>
            <a:lvl6pPr algn="l">
              <a:defRPr sz="1425" b="0">
                <a:solidFill>
                  <a:srgbClr val="50555B"/>
                </a:solidFill>
                <a:latin typeface="Apple SD Gothic Neo"/>
                <a:ea typeface="Apple SD Gothic Neo"/>
                <a:cs typeface="Apple SD Gothic Neo"/>
              </a:defRPr>
            </a:lvl6pPr>
            <a:lvl7pPr algn="l">
              <a:defRPr sz="1425" b="0">
                <a:solidFill>
                  <a:srgbClr val="50555B"/>
                </a:solidFill>
                <a:latin typeface="Apple SD Gothic Neo"/>
                <a:ea typeface="Apple SD Gothic Neo"/>
                <a:cs typeface="Apple SD Gothic Neo"/>
              </a:defRPr>
            </a:lvl7pPr>
            <a:lvl8pPr algn="l">
              <a:defRPr sz="1425" b="0">
                <a:solidFill>
                  <a:srgbClr val="50555B"/>
                </a:solidFill>
                <a:latin typeface="Apple SD Gothic Neo"/>
                <a:ea typeface="Apple SD Gothic Neo"/>
                <a:cs typeface="Apple SD Gothic Neo"/>
              </a:defRPr>
            </a:lvl8pPr>
            <a:lvl9pPr algn="l">
              <a:defRPr sz="1425" b="0">
                <a:solidFill>
                  <a:srgbClr val="50555B"/>
                </a:solidFill>
                <a:latin typeface="Apple SD Gothic Neo"/>
                <a:ea typeface="Apple SD Gothic Neo"/>
                <a:cs typeface="Apple SD Gothic Neo"/>
              </a:defRPr>
            </a:lvl9pPr>
          </a:lstStyle>
          <a:p xmlns:a="http://schemas.openxmlformats.org/drawingml/2006/main">
            <a:pPr algn="l">
              <a:defRPr sz="1425" b="0">
                <a:solidFill>
                  <a:srgbClr val="50555B"/>
                </a:solidFill>
                <a:latin typeface="Apple SD Gothic Neo"/>
                <a:ea typeface="Apple SD Gothic Neo"/>
                <a:cs typeface="Apple SD Gothic Neo"/>
              </a:defRPr>
            </a:pPr>
            <a:r>
              <a:rPr sz="1425" b="0">
                <a:solidFill>
                  <a:srgbClr val="50555B"/>
                </a:solidFill>
                <a:latin typeface="Apple SD Gothic Neo"/>
                <a:ea typeface="Apple SD Gothic Neo"/>
                <a:cs typeface="Apple SD Gothic Neo"/>
              </a:rPr>
              <a:t>기존 발표 캠페인과 strict-control-v2 재생 근거. 새로운 공통 대표 평가의 정식 결과와 구분한다.</a:t>
            </a:r>
          </a:p>
        </p:txBody>
      </p:sp>
    </p:spTree>
    <p:extLst>
      <p:ext uri="{BB962C8B-B14F-4D97-AF65-F5344CB8AC3E}">
        <p14:creationId xmlns:p14="http://schemas.microsoft.com/office/powerpoint/2010/main" val="20268115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7" name="Unified slide title">
            <a:extLst xmlns:a="http://schemas.openxmlformats.org/drawingml/2006/main">
              <a:ext uri="{FF2B5EF4-FFF2-40B4-BE49-F238E27FC236}">
                <a16:creationId xmlns:a16="http://schemas.microsoft.com/office/drawing/2014/main" id="{8A8863A1-9644-48F1-AE29-3C4C6EE8C92D}"/>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DP3. 화면과 발화의 지칭 결합 방안 (배경)</a:t>
            </a:r>
          </a:p>
        </p:txBody>
      </p:sp>
      <p:sp>
        <p:nvSpPr>
          <p:cNvPr id="2" name="Workflow 과제 소개">
            <a:extLst xmlns:a="http://schemas.openxmlformats.org/drawingml/2006/main">
              <a:ext uri="{FF2B5EF4-FFF2-40B4-BE49-F238E27FC236}">
                <a16:creationId xmlns:a16="http://schemas.microsoft.com/office/drawing/2014/main" id="{AEC3D389-3009-4F7A-81EF-DF80EB3767A0}"/>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과제 소개">
            <a:extLst xmlns:a="http://schemas.openxmlformats.org/drawingml/2006/main">
              <a:ext uri="{FF2B5EF4-FFF2-40B4-BE49-F238E27FC236}">
                <a16:creationId xmlns:a16="http://schemas.microsoft.com/office/drawing/2014/main" id="{8CE4BC29-FA18-4DA9-8717-DE4E8CCC100A}"/>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Workflow 요구사항 분석">
            <a:extLst xmlns:a="http://schemas.openxmlformats.org/drawingml/2006/main">
              <a:ext uri="{FF2B5EF4-FFF2-40B4-BE49-F238E27FC236}">
                <a16:creationId xmlns:a16="http://schemas.microsoft.com/office/drawing/2014/main" id="{90455AAB-86EB-46B4-BB19-1AE11307E98D}"/>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요구사항 분석">
            <a:extLst xmlns:a="http://schemas.openxmlformats.org/drawingml/2006/main">
              <a:ext uri="{FF2B5EF4-FFF2-40B4-BE49-F238E27FC236}">
                <a16:creationId xmlns:a16="http://schemas.microsoft.com/office/drawing/2014/main" id="{FA6AE9B3-08C5-4937-B3B1-8E5770084C6D}"/>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Workflow 설계">
            <a:extLst xmlns:a="http://schemas.openxmlformats.org/drawingml/2006/main">
              <a:ext uri="{FF2B5EF4-FFF2-40B4-BE49-F238E27FC236}">
                <a16:creationId xmlns:a16="http://schemas.microsoft.com/office/drawing/2014/main" id="{7F3BD614-A24A-4798-B544-9BEFDC8702FB}"/>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설계">
            <a:extLst xmlns:a="http://schemas.openxmlformats.org/drawingml/2006/main">
              <a:ext uri="{FF2B5EF4-FFF2-40B4-BE49-F238E27FC236}">
                <a16:creationId xmlns:a16="http://schemas.microsoft.com/office/drawing/2014/main" id="{47646038-F6B6-4629-8A55-0081095903FF}"/>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Workflow 구현 및 검증">
            <a:extLst xmlns:a="http://schemas.openxmlformats.org/drawingml/2006/main">
              <a:ext uri="{FF2B5EF4-FFF2-40B4-BE49-F238E27FC236}">
                <a16:creationId xmlns:a16="http://schemas.microsoft.com/office/drawing/2014/main" id="{F71253EE-59F5-44A3-B018-062593A9A7AC}"/>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구현 및 검증">
            <a:extLst xmlns:a="http://schemas.openxmlformats.org/drawingml/2006/main">
              <a:ext uri="{FF2B5EF4-FFF2-40B4-BE49-F238E27FC236}">
                <a16:creationId xmlns:a16="http://schemas.microsoft.com/office/drawing/2014/main" id="{D663B23D-75A6-4A71-836B-AEBB17B70959}"/>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Workflow 결론">
            <a:extLst xmlns:a="http://schemas.openxmlformats.org/drawingml/2006/main">
              <a:ext uri="{FF2B5EF4-FFF2-40B4-BE49-F238E27FC236}">
                <a16:creationId xmlns:a16="http://schemas.microsoft.com/office/drawing/2014/main" id="{388B293F-C1DF-4E0D-85E1-0DD156AE30B7}"/>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결론">
            <a:extLst xmlns:a="http://schemas.openxmlformats.org/drawingml/2006/main">
              <a:ext uri="{FF2B5EF4-FFF2-40B4-BE49-F238E27FC236}">
                <a16:creationId xmlns:a16="http://schemas.microsoft.com/office/drawing/2014/main" id="{86B67216-4E08-4DA4-8D7A-F965DD41E564}"/>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Header rule">
            <a:extLst xmlns:a="http://schemas.openxmlformats.org/drawingml/2006/main">
              <a:ext uri="{FF2B5EF4-FFF2-40B4-BE49-F238E27FC236}">
                <a16:creationId xmlns:a16="http://schemas.microsoft.com/office/drawing/2014/main" id="{95A7C266-F2AD-411D-9587-D59ED1CE01E6}"/>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Continuous slide number">
            <a:extLst xmlns:a="http://schemas.openxmlformats.org/drawingml/2006/main">
              <a:ext uri="{FF2B5EF4-FFF2-40B4-BE49-F238E27FC236}">
                <a16:creationId xmlns:a16="http://schemas.microsoft.com/office/drawing/2014/main" id="{351B7E78-39AA-4CC3-99DA-FD7DB0BF91EB}"/>
              </a:ext>
            </a:extLst>
          </p:cNvPr>
          <p:cNvSpPr>
            <a:spLocks xmlns:a="http://schemas.openxmlformats.org/drawingml/2006/main" noGrp="1"/>
          </p:cNvSpPr>
          <p:nvPr/>
        </p:nvSpPr>
        <p:spPr>
          <a:xfrm xmlns:a="http://schemas.openxmlformats.org/drawingml/2006/main">
            <a:off x="17487900" y="10020300"/>
            <a:ext cx="590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50555B"/>
                </a:solidFill>
                <a:latin typeface="Apple SD Gothic Neo"/>
                <a:ea typeface="Apple SD Gothic Neo"/>
                <a:cs typeface="Apple SD Gothic Neo"/>
              </a:defRPr>
            </a:defPPr>
            <a:lvl1pPr algn="r">
              <a:defRPr sz="1200" b="0">
                <a:solidFill>
                  <a:srgbClr val="50555B"/>
                </a:solidFill>
                <a:latin typeface="Apple SD Gothic Neo"/>
                <a:ea typeface="Apple SD Gothic Neo"/>
                <a:cs typeface="Apple SD Gothic Neo"/>
              </a:defRPr>
            </a:lvl1pPr>
            <a:lvl2pPr algn="r">
              <a:defRPr sz="1200" b="0">
                <a:solidFill>
                  <a:srgbClr val="50555B"/>
                </a:solidFill>
                <a:latin typeface="Apple SD Gothic Neo"/>
                <a:ea typeface="Apple SD Gothic Neo"/>
                <a:cs typeface="Apple SD Gothic Neo"/>
              </a:defRPr>
            </a:lvl2pPr>
            <a:lvl3pPr algn="r">
              <a:defRPr sz="1200" b="0">
                <a:solidFill>
                  <a:srgbClr val="50555B"/>
                </a:solidFill>
                <a:latin typeface="Apple SD Gothic Neo"/>
                <a:ea typeface="Apple SD Gothic Neo"/>
                <a:cs typeface="Apple SD Gothic Neo"/>
              </a:defRPr>
            </a:lvl3pPr>
            <a:lvl4pPr algn="r">
              <a:defRPr sz="1200" b="0">
                <a:solidFill>
                  <a:srgbClr val="50555B"/>
                </a:solidFill>
                <a:latin typeface="Apple SD Gothic Neo"/>
                <a:ea typeface="Apple SD Gothic Neo"/>
                <a:cs typeface="Apple SD Gothic Neo"/>
              </a:defRPr>
            </a:lvl4pPr>
            <a:lvl5pPr algn="r">
              <a:defRPr sz="1200" b="0">
                <a:solidFill>
                  <a:srgbClr val="50555B"/>
                </a:solidFill>
                <a:latin typeface="Apple SD Gothic Neo"/>
                <a:ea typeface="Apple SD Gothic Neo"/>
                <a:cs typeface="Apple SD Gothic Neo"/>
              </a:defRPr>
            </a:lvl5pPr>
            <a:lvl6pPr algn="r">
              <a:defRPr sz="1200" b="0">
                <a:solidFill>
                  <a:srgbClr val="50555B"/>
                </a:solidFill>
                <a:latin typeface="Apple SD Gothic Neo"/>
                <a:ea typeface="Apple SD Gothic Neo"/>
                <a:cs typeface="Apple SD Gothic Neo"/>
              </a:defRPr>
            </a:lvl6pPr>
            <a:lvl7pPr algn="r">
              <a:defRPr sz="1200" b="0">
                <a:solidFill>
                  <a:srgbClr val="50555B"/>
                </a:solidFill>
                <a:latin typeface="Apple SD Gothic Neo"/>
                <a:ea typeface="Apple SD Gothic Neo"/>
                <a:cs typeface="Apple SD Gothic Neo"/>
              </a:defRPr>
            </a:lvl7pPr>
            <a:lvl8pPr algn="r">
              <a:defRPr sz="1200" b="0">
                <a:solidFill>
                  <a:srgbClr val="50555B"/>
                </a:solidFill>
                <a:latin typeface="Apple SD Gothic Neo"/>
                <a:ea typeface="Apple SD Gothic Neo"/>
                <a:cs typeface="Apple SD Gothic Neo"/>
              </a:defRPr>
            </a:lvl8pPr>
            <a:lvl9pPr algn="r">
              <a:defRPr sz="1200" b="0">
                <a:solidFill>
                  <a:srgbClr val="50555B"/>
                </a:solidFill>
                <a:latin typeface="Apple SD Gothic Neo"/>
                <a:ea typeface="Apple SD Gothic Neo"/>
                <a:cs typeface="Apple SD Gothic Neo"/>
              </a:defRPr>
            </a:lvl9pPr>
          </a:lstStyle>
          <a:p xmlns:a="http://schemas.openxmlformats.org/drawingml/2006/main">
            <a:pPr algn="r">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9 / 16</a:t>
            </a:r>
          </a:p>
        </p:txBody>
      </p:sp>
      <p:sp>
        <p:nvSpPr>
          <p:cNvPr id="14" name="DP3 object 1">
            <a:extLst xmlns:a="http://schemas.openxmlformats.org/drawingml/2006/main">
              <a:ext uri="{FF2B5EF4-FFF2-40B4-BE49-F238E27FC236}">
                <a16:creationId xmlns:a16="http://schemas.microsoft.com/office/drawing/2014/main" id="{5C99E4B6-9C55-4D41-B45A-E4A8F447B585}"/>
              </a:ext>
            </a:extLst>
          </p:cNvPr>
          <p:cNvSpPr>
            <a:spLocks xmlns:a="http://schemas.openxmlformats.org/drawingml/2006/main" noGrp="1"/>
          </p:cNvSpPr>
          <p:nvPr/>
        </p:nvSpPr>
        <p:spPr>
          <a:xfrm xmlns:a="http://schemas.openxmlformats.org/drawingml/2006/main">
            <a:off x="628650" y="1381125"/>
            <a:ext cx="17002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225" b="1">
                <a:solidFill>
                  <a:srgbClr val="111111"/>
                </a:solidFill>
                <a:latin typeface="Apple SD Gothic Neo"/>
                <a:ea typeface="Apple SD Gothic Neo"/>
                <a:cs typeface="Apple SD Gothic Neo"/>
              </a:defRPr>
            </a:defPPr>
            <a:lvl1pPr algn="l">
              <a:defRPr sz="3225" b="1">
                <a:solidFill>
                  <a:srgbClr val="111111"/>
                </a:solidFill>
                <a:latin typeface="Apple SD Gothic Neo"/>
                <a:ea typeface="Apple SD Gothic Neo"/>
                <a:cs typeface="Apple SD Gothic Neo"/>
              </a:defRPr>
            </a:lvl1pPr>
            <a:lvl2pPr algn="l">
              <a:defRPr sz="3225" b="1">
                <a:solidFill>
                  <a:srgbClr val="111111"/>
                </a:solidFill>
                <a:latin typeface="Apple SD Gothic Neo"/>
                <a:ea typeface="Apple SD Gothic Neo"/>
                <a:cs typeface="Apple SD Gothic Neo"/>
              </a:defRPr>
            </a:lvl2pPr>
            <a:lvl3pPr algn="l">
              <a:defRPr sz="3225" b="1">
                <a:solidFill>
                  <a:srgbClr val="111111"/>
                </a:solidFill>
                <a:latin typeface="Apple SD Gothic Neo"/>
                <a:ea typeface="Apple SD Gothic Neo"/>
                <a:cs typeface="Apple SD Gothic Neo"/>
              </a:defRPr>
            </a:lvl3pPr>
            <a:lvl4pPr algn="l">
              <a:defRPr sz="3225" b="1">
                <a:solidFill>
                  <a:srgbClr val="111111"/>
                </a:solidFill>
                <a:latin typeface="Apple SD Gothic Neo"/>
                <a:ea typeface="Apple SD Gothic Neo"/>
                <a:cs typeface="Apple SD Gothic Neo"/>
              </a:defRPr>
            </a:lvl4pPr>
            <a:lvl5pPr algn="l">
              <a:defRPr sz="3225" b="1">
                <a:solidFill>
                  <a:srgbClr val="111111"/>
                </a:solidFill>
                <a:latin typeface="Apple SD Gothic Neo"/>
                <a:ea typeface="Apple SD Gothic Neo"/>
                <a:cs typeface="Apple SD Gothic Neo"/>
              </a:defRPr>
            </a:lvl5pPr>
            <a:lvl6pPr algn="l">
              <a:defRPr sz="3225" b="1">
                <a:solidFill>
                  <a:srgbClr val="111111"/>
                </a:solidFill>
                <a:latin typeface="Apple SD Gothic Neo"/>
                <a:ea typeface="Apple SD Gothic Neo"/>
                <a:cs typeface="Apple SD Gothic Neo"/>
              </a:defRPr>
            </a:lvl6pPr>
            <a:lvl7pPr algn="l">
              <a:defRPr sz="3225" b="1">
                <a:solidFill>
                  <a:srgbClr val="111111"/>
                </a:solidFill>
                <a:latin typeface="Apple SD Gothic Neo"/>
                <a:ea typeface="Apple SD Gothic Neo"/>
                <a:cs typeface="Apple SD Gothic Neo"/>
              </a:defRPr>
            </a:lvl7pPr>
            <a:lvl8pPr algn="l">
              <a:defRPr sz="3225" b="1">
                <a:solidFill>
                  <a:srgbClr val="111111"/>
                </a:solidFill>
                <a:latin typeface="Apple SD Gothic Neo"/>
                <a:ea typeface="Apple SD Gothic Neo"/>
                <a:cs typeface="Apple SD Gothic Neo"/>
              </a:defRPr>
            </a:lvl8pPr>
            <a:lvl9pPr algn="l">
              <a:defRPr sz="3225" b="1">
                <a:solidFill>
                  <a:srgbClr val="111111"/>
                </a:solidFill>
                <a:latin typeface="Apple SD Gothic Neo"/>
                <a:ea typeface="Apple SD Gothic Neo"/>
                <a:cs typeface="Apple SD Gothic Neo"/>
              </a:defRPr>
            </a:lvl9pPr>
          </a:lstStyle>
          <a:p xmlns:a="http://schemas.openxmlformats.org/drawingml/2006/main">
            <a:pPr algn="l">
              <a:defRPr sz="3225" b="1">
                <a:solidFill>
                  <a:srgbClr val="111111"/>
                </a:solidFill>
                <a:latin typeface="Apple SD Gothic Neo"/>
                <a:ea typeface="Apple SD Gothic Neo"/>
                <a:cs typeface="Apple SD Gothic Neo"/>
              </a:defRPr>
            </a:pPr>
            <a:r>
              <a:rPr sz="3225" b="1">
                <a:solidFill>
                  <a:srgbClr val="111111"/>
                </a:solidFill>
                <a:latin typeface="Apple SD Gothic Neo"/>
                <a:ea typeface="Apple SD Gothic Neo"/>
                <a:cs typeface="Apple SD Gothic Neo"/>
              </a:rPr>
              <a:t>말이 끝났을 때, 가리킨 화면은 이미 바뀌어 있다</a:t>
            </a:r>
          </a:p>
        </p:txBody>
      </p:sp>
      <p:sp>
        <p:nvSpPr>
          <p:cNvPr id="15" name="DP3 object 2">
            <a:extLst xmlns:a="http://schemas.openxmlformats.org/drawingml/2006/main">
              <a:ext uri="{FF2B5EF4-FFF2-40B4-BE49-F238E27FC236}">
                <a16:creationId xmlns:a16="http://schemas.microsoft.com/office/drawing/2014/main" id="{4685D05D-A70E-46F7-96CE-DF1580B3D8C7}"/>
              </a:ext>
            </a:extLst>
          </p:cNvPr>
          <p:cNvSpPr>
            <a:spLocks xmlns:a="http://schemas.openxmlformats.org/drawingml/2006/main" noGrp="1"/>
          </p:cNvSpPr>
          <p:nvPr/>
        </p:nvSpPr>
        <p:spPr>
          <a:xfrm xmlns:a="http://schemas.openxmlformats.org/drawingml/2006/main">
            <a:off x="647700" y="2028825"/>
            <a:ext cx="1676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0">
                <a:solidFill>
                  <a:srgbClr val="111111"/>
                </a:solidFill>
                <a:latin typeface="Apple SD Gothic Neo"/>
                <a:ea typeface="Apple SD Gothic Neo"/>
                <a:cs typeface="Apple SD Gothic Neo"/>
              </a:defRPr>
            </a:defPPr>
            <a:lvl1pPr algn="l">
              <a:defRPr sz="2100" b="0">
                <a:solidFill>
                  <a:srgbClr val="111111"/>
                </a:solidFill>
                <a:latin typeface="Apple SD Gothic Neo"/>
                <a:ea typeface="Apple SD Gothic Neo"/>
                <a:cs typeface="Apple SD Gothic Neo"/>
              </a:defRPr>
            </a:lvl1pPr>
            <a:lvl2pPr algn="l">
              <a:defRPr sz="2100" b="0">
                <a:solidFill>
                  <a:srgbClr val="111111"/>
                </a:solidFill>
                <a:latin typeface="Apple SD Gothic Neo"/>
                <a:ea typeface="Apple SD Gothic Neo"/>
                <a:cs typeface="Apple SD Gothic Neo"/>
              </a:defRPr>
            </a:lvl2pPr>
            <a:lvl3pPr algn="l">
              <a:defRPr sz="2100" b="0">
                <a:solidFill>
                  <a:srgbClr val="111111"/>
                </a:solidFill>
                <a:latin typeface="Apple SD Gothic Neo"/>
                <a:ea typeface="Apple SD Gothic Neo"/>
                <a:cs typeface="Apple SD Gothic Neo"/>
              </a:defRPr>
            </a:lvl3pPr>
            <a:lvl4pPr algn="l">
              <a:defRPr sz="2100" b="0">
                <a:solidFill>
                  <a:srgbClr val="111111"/>
                </a:solidFill>
                <a:latin typeface="Apple SD Gothic Neo"/>
                <a:ea typeface="Apple SD Gothic Neo"/>
                <a:cs typeface="Apple SD Gothic Neo"/>
              </a:defRPr>
            </a:lvl4pPr>
            <a:lvl5pPr algn="l">
              <a:defRPr sz="2100" b="0">
                <a:solidFill>
                  <a:srgbClr val="111111"/>
                </a:solidFill>
                <a:latin typeface="Apple SD Gothic Neo"/>
                <a:ea typeface="Apple SD Gothic Neo"/>
                <a:cs typeface="Apple SD Gothic Neo"/>
              </a:defRPr>
            </a:lvl5pPr>
            <a:lvl6pPr algn="l">
              <a:defRPr sz="2100" b="0">
                <a:solidFill>
                  <a:srgbClr val="111111"/>
                </a:solidFill>
                <a:latin typeface="Apple SD Gothic Neo"/>
                <a:ea typeface="Apple SD Gothic Neo"/>
                <a:cs typeface="Apple SD Gothic Neo"/>
              </a:defRPr>
            </a:lvl6pPr>
            <a:lvl7pPr algn="l">
              <a:defRPr sz="2100" b="0">
                <a:solidFill>
                  <a:srgbClr val="111111"/>
                </a:solidFill>
                <a:latin typeface="Apple SD Gothic Neo"/>
                <a:ea typeface="Apple SD Gothic Neo"/>
                <a:cs typeface="Apple SD Gothic Neo"/>
              </a:defRPr>
            </a:lvl7pPr>
            <a:lvl8pPr algn="l">
              <a:defRPr sz="2100" b="0">
                <a:solidFill>
                  <a:srgbClr val="111111"/>
                </a:solidFill>
                <a:latin typeface="Apple SD Gothic Neo"/>
                <a:ea typeface="Apple SD Gothic Neo"/>
                <a:cs typeface="Apple SD Gothic Neo"/>
              </a:defRPr>
            </a:lvl8pPr>
            <a:lvl9pPr algn="l">
              <a:defRPr sz="2100" b="0">
                <a:solidFill>
                  <a:srgbClr val="111111"/>
                </a:solidFill>
                <a:latin typeface="Apple SD Gothic Neo"/>
                <a:ea typeface="Apple SD Gothic Neo"/>
                <a:cs typeface="Apple SD Gothic Neo"/>
              </a:defRPr>
            </a:lvl9pPr>
          </a:lstStyle>
          <a:p xmlns:a="http://schemas.openxmlformats.org/drawingml/2006/main">
            <a:pPr algn="l">
              <a:defRPr sz="2100" b="0">
                <a:solidFill>
                  <a:srgbClr val="111111"/>
                </a:solidFill>
                <a:latin typeface="Apple SD Gothic Neo"/>
                <a:ea typeface="Apple SD Gothic Neo"/>
                <a:cs typeface="Apple SD Gothic Neo"/>
              </a:defRPr>
            </a:pPr>
            <a:r>
              <a:rPr sz="2100" b="0">
                <a:solidFill>
                  <a:srgbClr val="111111"/>
                </a:solidFill>
                <a:latin typeface="Apple SD Gothic Neo"/>
                <a:ea typeface="Apple SD Gothic Neo"/>
                <a:cs typeface="Apple SD Gothic Neo"/>
              </a:rPr>
              <a:t>VIA는 발화, 당시 화면, 포인터와 선택 범위를 연결해 실제 대상을 정해야 한다.</a:t>
            </a:r>
          </a:p>
        </p:txBody>
      </p:sp>
      <p:sp>
        <p:nvSpPr>
          <p:cNvPr id="16" name="DP3 object 3">
            <a:extLst xmlns:a="http://schemas.openxmlformats.org/drawingml/2006/main">
              <a:ext uri="{FF2B5EF4-FFF2-40B4-BE49-F238E27FC236}">
                <a16:creationId xmlns:a16="http://schemas.microsoft.com/office/drawing/2014/main" id="{49946551-4F60-44C6-9282-75DBAAEC54EE}"/>
              </a:ext>
            </a:extLst>
          </p:cNvPr>
          <p:cNvSpPr>
            <a:spLocks xmlns:a="http://schemas.openxmlformats.org/drawingml/2006/main" noGrp="1"/>
          </p:cNvSpPr>
          <p:nvPr/>
        </p:nvSpPr>
        <p:spPr>
          <a:xfrm xmlns:a="http://schemas.openxmlformats.org/drawingml/2006/main">
            <a:off x="809625" y="2733675"/>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111111"/>
                </a:solidFill>
                <a:latin typeface="Apple SD Gothic Neo"/>
                <a:ea typeface="Apple SD Gothic Neo"/>
                <a:cs typeface="Apple SD Gothic Neo"/>
              </a:defRPr>
            </a:defPPr>
            <a:lvl1pPr algn="l">
              <a:defRPr sz="2250" b="1">
                <a:solidFill>
                  <a:srgbClr val="111111"/>
                </a:solidFill>
                <a:latin typeface="Apple SD Gothic Neo"/>
                <a:ea typeface="Apple SD Gothic Neo"/>
                <a:cs typeface="Apple SD Gothic Neo"/>
              </a:defRPr>
            </a:lvl1pPr>
            <a:lvl2pPr algn="l">
              <a:defRPr sz="2250" b="1">
                <a:solidFill>
                  <a:srgbClr val="111111"/>
                </a:solidFill>
                <a:latin typeface="Apple SD Gothic Neo"/>
                <a:ea typeface="Apple SD Gothic Neo"/>
                <a:cs typeface="Apple SD Gothic Neo"/>
              </a:defRPr>
            </a:lvl2pPr>
            <a:lvl3pPr algn="l">
              <a:defRPr sz="2250" b="1">
                <a:solidFill>
                  <a:srgbClr val="111111"/>
                </a:solidFill>
                <a:latin typeface="Apple SD Gothic Neo"/>
                <a:ea typeface="Apple SD Gothic Neo"/>
                <a:cs typeface="Apple SD Gothic Neo"/>
              </a:defRPr>
            </a:lvl3pPr>
            <a:lvl4pPr algn="l">
              <a:defRPr sz="2250" b="1">
                <a:solidFill>
                  <a:srgbClr val="111111"/>
                </a:solidFill>
                <a:latin typeface="Apple SD Gothic Neo"/>
                <a:ea typeface="Apple SD Gothic Neo"/>
                <a:cs typeface="Apple SD Gothic Neo"/>
              </a:defRPr>
            </a:lvl4pPr>
            <a:lvl5pPr algn="l">
              <a:defRPr sz="2250" b="1">
                <a:solidFill>
                  <a:srgbClr val="111111"/>
                </a:solidFill>
                <a:latin typeface="Apple SD Gothic Neo"/>
                <a:ea typeface="Apple SD Gothic Neo"/>
                <a:cs typeface="Apple SD Gothic Neo"/>
              </a:defRPr>
            </a:lvl5pPr>
            <a:lvl6pPr algn="l">
              <a:defRPr sz="2250" b="1">
                <a:solidFill>
                  <a:srgbClr val="111111"/>
                </a:solidFill>
                <a:latin typeface="Apple SD Gothic Neo"/>
                <a:ea typeface="Apple SD Gothic Neo"/>
                <a:cs typeface="Apple SD Gothic Neo"/>
              </a:defRPr>
            </a:lvl6pPr>
            <a:lvl7pPr algn="l">
              <a:defRPr sz="2250" b="1">
                <a:solidFill>
                  <a:srgbClr val="111111"/>
                </a:solidFill>
                <a:latin typeface="Apple SD Gothic Neo"/>
                <a:ea typeface="Apple SD Gothic Neo"/>
                <a:cs typeface="Apple SD Gothic Neo"/>
              </a:defRPr>
            </a:lvl7pPr>
            <a:lvl8pPr algn="l">
              <a:defRPr sz="2250" b="1">
                <a:solidFill>
                  <a:srgbClr val="111111"/>
                </a:solidFill>
                <a:latin typeface="Apple SD Gothic Neo"/>
                <a:ea typeface="Apple SD Gothic Neo"/>
                <a:cs typeface="Apple SD Gothic Neo"/>
              </a:defRPr>
            </a:lvl8pPr>
            <a:lvl9pPr algn="l">
              <a:defRPr sz="2250" b="1">
                <a:solidFill>
                  <a:srgbClr val="111111"/>
                </a:solidFill>
                <a:latin typeface="Apple SD Gothic Neo"/>
                <a:ea typeface="Apple SD Gothic Neo"/>
                <a:cs typeface="Apple SD Gothic Neo"/>
              </a:defRPr>
            </a:lvl9pPr>
          </a:lstStyle>
          <a:p xmlns:a="http://schemas.openxmlformats.org/drawingml/2006/main">
            <a:pPr algn="l">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① 표 범위 선택</a:t>
            </a:r>
          </a:p>
        </p:txBody>
      </p:sp>
      <p:sp>
        <p:nvSpPr>
          <p:cNvPr id="17" name="DP3 object 4">
            <a:extLst xmlns:a="http://schemas.openxmlformats.org/drawingml/2006/main">
              <a:ext uri="{FF2B5EF4-FFF2-40B4-BE49-F238E27FC236}">
                <a16:creationId xmlns:a16="http://schemas.microsoft.com/office/drawing/2014/main" id="{AC1B065A-15C7-4AA7-BFFC-6AAF6FA22280}"/>
              </a:ext>
            </a:extLst>
          </p:cNvPr>
          <p:cNvSpPr>
            <a:spLocks xmlns:a="http://schemas.openxmlformats.org/drawingml/2006/main" noGrp="1"/>
          </p:cNvSpPr>
          <p:nvPr/>
        </p:nvSpPr>
        <p:spPr>
          <a:xfrm xmlns:a="http://schemas.openxmlformats.org/drawingml/2006/main">
            <a:off x="809625" y="3248025"/>
            <a:ext cx="4667250" cy="2571750"/>
          </a:xfrm>
          <a:prstGeom xmlns:a="http://schemas.openxmlformats.org/drawingml/2006/main" prst="rect">
            <a:avLst/>
          </a:prstGeom>
          <a:solidFill xmlns:a="http://schemas.openxmlformats.org/drawingml/2006/main">
            <a:srgbClr val="FFFFFF"/>
          </a:solidFill>
          <a:ln xmlns:a="http://schemas.openxmlformats.org/drawingml/2006/main" w="19050">
            <a:solidFill>
              <a:srgbClr val="111111"/>
            </a:solidFill>
            <a:prstDash val="solid"/>
          </a:ln>
        </p:spPr>
      </p:sp>
      <p:sp>
        <p:nvSpPr>
          <p:cNvPr id="18" name="DP3 object 5">
            <a:extLst xmlns:a="http://schemas.openxmlformats.org/drawingml/2006/main">
              <a:ext uri="{FF2B5EF4-FFF2-40B4-BE49-F238E27FC236}">
                <a16:creationId xmlns:a16="http://schemas.microsoft.com/office/drawing/2014/main" id="{1FDA79DC-0C34-4904-AD3D-98F437A867F5}"/>
              </a:ext>
            </a:extLst>
          </p:cNvPr>
          <p:cNvSpPr>
            <a:spLocks xmlns:a="http://schemas.openxmlformats.org/drawingml/2006/main" noGrp="1"/>
          </p:cNvSpPr>
          <p:nvPr/>
        </p:nvSpPr>
        <p:spPr>
          <a:xfrm xmlns:a="http://schemas.openxmlformats.org/drawingml/2006/main">
            <a:off x="809625" y="3248025"/>
            <a:ext cx="4667250" cy="361950"/>
          </a:xfrm>
          <a:prstGeom xmlns:a="http://schemas.openxmlformats.org/drawingml/2006/main" prst="rect">
            <a:avLst/>
          </a:prstGeom>
          <a:solidFill xmlns:a="http://schemas.openxmlformats.org/drawingml/2006/main">
            <a:srgbClr val="E9EBED"/>
          </a:solidFill>
          <a:ln xmlns:a="http://schemas.openxmlformats.org/drawingml/2006/main" w="10478">
            <a:solidFill>
              <a:srgbClr val="111111"/>
            </a:solidFill>
            <a:prstDash val="solid"/>
          </a:ln>
        </p:spPr>
      </p:sp>
      <p:sp>
        <p:nvSpPr>
          <p:cNvPr id="19" name="DP3 object 6">
            <a:extLst xmlns:a="http://schemas.openxmlformats.org/drawingml/2006/main">
              <a:ext uri="{FF2B5EF4-FFF2-40B4-BE49-F238E27FC236}">
                <a16:creationId xmlns:a16="http://schemas.microsoft.com/office/drawing/2014/main" id="{6D8E28A2-9CCB-48E6-A0EF-F44ED46008B5}"/>
              </a:ext>
            </a:extLst>
          </p:cNvPr>
          <p:cNvSpPr>
            <a:spLocks xmlns:a="http://schemas.openxmlformats.org/drawingml/2006/main" noGrp="1"/>
          </p:cNvSpPr>
          <p:nvPr/>
        </p:nvSpPr>
        <p:spPr>
          <a:xfrm xmlns:a="http://schemas.openxmlformats.org/drawingml/2006/main">
            <a:off x="962025" y="3248025"/>
            <a:ext cx="4333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1">
                <a:solidFill>
                  <a:srgbClr val="111111"/>
                </a:solidFill>
                <a:latin typeface="Apple SD Gothic Neo"/>
                <a:ea typeface="Apple SD Gothic Neo"/>
                <a:cs typeface="Apple SD Gothic Neo"/>
              </a:defRPr>
            </a:defPPr>
            <a:lvl1pPr algn="l">
              <a:defRPr sz="1575" b="1">
                <a:solidFill>
                  <a:srgbClr val="111111"/>
                </a:solidFill>
                <a:latin typeface="Apple SD Gothic Neo"/>
                <a:ea typeface="Apple SD Gothic Neo"/>
                <a:cs typeface="Apple SD Gothic Neo"/>
              </a:defRPr>
            </a:lvl1pPr>
            <a:lvl2pPr algn="l">
              <a:defRPr sz="1575" b="1">
                <a:solidFill>
                  <a:srgbClr val="111111"/>
                </a:solidFill>
                <a:latin typeface="Apple SD Gothic Neo"/>
                <a:ea typeface="Apple SD Gothic Neo"/>
                <a:cs typeface="Apple SD Gothic Neo"/>
              </a:defRPr>
            </a:lvl2pPr>
            <a:lvl3pPr algn="l">
              <a:defRPr sz="1575" b="1">
                <a:solidFill>
                  <a:srgbClr val="111111"/>
                </a:solidFill>
                <a:latin typeface="Apple SD Gothic Neo"/>
                <a:ea typeface="Apple SD Gothic Neo"/>
                <a:cs typeface="Apple SD Gothic Neo"/>
              </a:defRPr>
            </a:lvl3pPr>
            <a:lvl4pPr algn="l">
              <a:defRPr sz="1575" b="1">
                <a:solidFill>
                  <a:srgbClr val="111111"/>
                </a:solidFill>
                <a:latin typeface="Apple SD Gothic Neo"/>
                <a:ea typeface="Apple SD Gothic Neo"/>
                <a:cs typeface="Apple SD Gothic Neo"/>
              </a:defRPr>
            </a:lvl4pPr>
            <a:lvl5pPr algn="l">
              <a:defRPr sz="1575" b="1">
                <a:solidFill>
                  <a:srgbClr val="111111"/>
                </a:solidFill>
                <a:latin typeface="Apple SD Gothic Neo"/>
                <a:ea typeface="Apple SD Gothic Neo"/>
                <a:cs typeface="Apple SD Gothic Neo"/>
              </a:defRPr>
            </a:lvl5pPr>
            <a:lvl6pPr algn="l">
              <a:defRPr sz="1575" b="1">
                <a:solidFill>
                  <a:srgbClr val="111111"/>
                </a:solidFill>
                <a:latin typeface="Apple SD Gothic Neo"/>
                <a:ea typeface="Apple SD Gothic Neo"/>
                <a:cs typeface="Apple SD Gothic Neo"/>
              </a:defRPr>
            </a:lvl6pPr>
            <a:lvl7pPr algn="l">
              <a:defRPr sz="1575" b="1">
                <a:solidFill>
                  <a:srgbClr val="111111"/>
                </a:solidFill>
                <a:latin typeface="Apple SD Gothic Neo"/>
                <a:ea typeface="Apple SD Gothic Neo"/>
                <a:cs typeface="Apple SD Gothic Neo"/>
              </a:defRPr>
            </a:lvl7pPr>
            <a:lvl8pPr algn="l">
              <a:defRPr sz="1575" b="1">
                <a:solidFill>
                  <a:srgbClr val="111111"/>
                </a:solidFill>
                <a:latin typeface="Apple SD Gothic Neo"/>
                <a:ea typeface="Apple SD Gothic Neo"/>
                <a:cs typeface="Apple SD Gothic Neo"/>
              </a:defRPr>
            </a:lvl8pPr>
            <a:lvl9pPr algn="l">
              <a:defRPr sz="1575" b="1">
                <a:solidFill>
                  <a:srgbClr val="111111"/>
                </a:solidFill>
                <a:latin typeface="Apple SD Gothic Neo"/>
                <a:ea typeface="Apple SD Gothic Neo"/>
                <a:cs typeface="Apple SD Gothic Neo"/>
              </a:defRPr>
            </a:lvl9pPr>
          </a:lstStyle>
          <a:p xmlns:a="http://schemas.openxmlformats.org/drawingml/2006/main">
            <a:pPr algn="l">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매출 현황.xlsx</a:t>
            </a:r>
          </a:p>
        </p:txBody>
      </p:sp>
      <p:sp>
        <p:nvSpPr>
          <p:cNvPr id="20" name="DP3 object 7">
            <a:extLst xmlns:a="http://schemas.openxmlformats.org/drawingml/2006/main">
              <a:ext uri="{FF2B5EF4-FFF2-40B4-BE49-F238E27FC236}">
                <a16:creationId xmlns:a16="http://schemas.microsoft.com/office/drawing/2014/main" id="{98DFB166-3602-4F37-BA03-DB8CA130688C}"/>
              </a:ext>
            </a:extLst>
          </p:cNvPr>
          <p:cNvSpPr>
            <a:spLocks xmlns:a="http://schemas.openxmlformats.org/drawingml/2006/main" noGrp="1"/>
          </p:cNvSpPr>
          <p:nvPr/>
        </p:nvSpPr>
        <p:spPr>
          <a:xfrm xmlns:a="http://schemas.openxmlformats.org/drawingml/2006/main">
            <a:off x="6334125" y="2733675"/>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111111"/>
                </a:solidFill>
                <a:latin typeface="Apple SD Gothic Neo"/>
                <a:ea typeface="Apple SD Gothic Neo"/>
                <a:cs typeface="Apple SD Gothic Neo"/>
              </a:defRPr>
            </a:defPPr>
            <a:lvl1pPr algn="l">
              <a:defRPr sz="2250" b="1">
                <a:solidFill>
                  <a:srgbClr val="111111"/>
                </a:solidFill>
                <a:latin typeface="Apple SD Gothic Neo"/>
                <a:ea typeface="Apple SD Gothic Neo"/>
                <a:cs typeface="Apple SD Gothic Neo"/>
              </a:defRPr>
            </a:lvl1pPr>
            <a:lvl2pPr algn="l">
              <a:defRPr sz="2250" b="1">
                <a:solidFill>
                  <a:srgbClr val="111111"/>
                </a:solidFill>
                <a:latin typeface="Apple SD Gothic Neo"/>
                <a:ea typeface="Apple SD Gothic Neo"/>
                <a:cs typeface="Apple SD Gothic Neo"/>
              </a:defRPr>
            </a:lvl2pPr>
            <a:lvl3pPr algn="l">
              <a:defRPr sz="2250" b="1">
                <a:solidFill>
                  <a:srgbClr val="111111"/>
                </a:solidFill>
                <a:latin typeface="Apple SD Gothic Neo"/>
                <a:ea typeface="Apple SD Gothic Neo"/>
                <a:cs typeface="Apple SD Gothic Neo"/>
              </a:defRPr>
            </a:lvl3pPr>
            <a:lvl4pPr algn="l">
              <a:defRPr sz="2250" b="1">
                <a:solidFill>
                  <a:srgbClr val="111111"/>
                </a:solidFill>
                <a:latin typeface="Apple SD Gothic Neo"/>
                <a:ea typeface="Apple SD Gothic Neo"/>
                <a:cs typeface="Apple SD Gothic Neo"/>
              </a:defRPr>
            </a:lvl4pPr>
            <a:lvl5pPr algn="l">
              <a:defRPr sz="2250" b="1">
                <a:solidFill>
                  <a:srgbClr val="111111"/>
                </a:solidFill>
                <a:latin typeface="Apple SD Gothic Neo"/>
                <a:ea typeface="Apple SD Gothic Neo"/>
                <a:cs typeface="Apple SD Gothic Neo"/>
              </a:defRPr>
            </a:lvl5pPr>
            <a:lvl6pPr algn="l">
              <a:defRPr sz="2250" b="1">
                <a:solidFill>
                  <a:srgbClr val="111111"/>
                </a:solidFill>
                <a:latin typeface="Apple SD Gothic Neo"/>
                <a:ea typeface="Apple SD Gothic Neo"/>
                <a:cs typeface="Apple SD Gothic Neo"/>
              </a:defRPr>
            </a:lvl6pPr>
            <a:lvl7pPr algn="l">
              <a:defRPr sz="2250" b="1">
                <a:solidFill>
                  <a:srgbClr val="111111"/>
                </a:solidFill>
                <a:latin typeface="Apple SD Gothic Neo"/>
                <a:ea typeface="Apple SD Gothic Neo"/>
                <a:cs typeface="Apple SD Gothic Neo"/>
              </a:defRPr>
            </a:lvl7pPr>
            <a:lvl8pPr algn="l">
              <a:defRPr sz="2250" b="1">
                <a:solidFill>
                  <a:srgbClr val="111111"/>
                </a:solidFill>
                <a:latin typeface="Apple SD Gothic Neo"/>
                <a:ea typeface="Apple SD Gothic Neo"/>
                <a:cs typeface="Apple SD Gothic Neo"/>
              </a:defRPr>
            </a:lvl8pPr>
            <a:lvl9pPr algn="l">
              <a:defRPr sz="2250" b="1">
                <a:solidFill>
                  <a:srgbClr val="111111"/>
                </a:solidFill>
                <a:latin typeface="Apple SD Gothic Neo"/>
                <a:ea typeface="Apple SD Gothic Neo"/>
                <a:cs typeface="Apple SD Gothic Neo"/>
              </a:defRPr>
            </a:lvl9pPr>
          </a:lstStyle>
          <a:p xmlns:a="http://schemas.openxmlformats.org/drawingml/2006/main">
            <a:pPr algn="l">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② 그래프 두 개 지정</a:t>
            </a:r>
          </a:p>
        </p:txBody>
      </p:sp>
      <p:sp>
        <p:nvSpPr>
          <p:cNvPr id="21" name="DP3 object 8">
            <a:extLst xmlns:a="http://schemas.openxmlformats.org/drawingml/2006/main">
              <a:ext uri="{FF2B5EF4-FFF2-40B4-BE49-F238E27FC236}">
                <a16:creationId xmlns:a16="http://schemas.microsoft.com/office/drawing/2014/main" id="{AE961828-F86F-4AFE-A19F-042F570AD14C}"/>
              </a:ext>
            </a:extLst>
          </p:cNvPr>
          <p:cNvSpPr>
            <a:spLocks xmlns:a="http://schemas.openxmlformats.org/drawingml/2006/main" noGrp="1"/>
          </p:cNvSpPr>
          <p:nvPr/>
        </p:nvSpPr>
        <p:spPr>
          <a:xfrm xmlns:a="http://schemas.openxmlformats.org/drawingml/2006/main">
            <a:off x="6334125" y="3248025"/>
            <a:ext cx="4667250" cy="2571750"/>
          </a:xfrm>
          <a:prstGeom xmlns:a="http://schemas.openxmlformats.org/drawingml/2006/main" prst="rect">
            <a:avLst/>
          </a:prstGeom>
          <a:solidFill xmlns:a="http://schemas.openxmlformats.org/drawingml/2006/main">
            <a:srgbClr val="FFFFFF"/>
          </a:solidFill>
          <a:ln xmlns:a="http://schemas.openxmlformats.org/drawingml/2006/main" w="19050">
            <a:solidFill>
              <a:srgbClr val="111111"/>
            </a:solidFill>
            <a:prstDash val="solid"/>
          </a:ln>
        </p:spPr>
      </p:sp>
      <p:sp>
        <p:nvSpPr>
          <p:cNvPr id="22" name="DP3 object 9">
            <a:extLst xmlns:a="http://schemas.openxmlformats.org/drawingml/2006/main">
              <a:ext uri="{FF2B5EF4-FFF2-40B4-BE49-F238E27FC236}">
                <a16:creationId xmlns:a16="http://schemas.microsoft.com/office/drawing/2014/main" id="{9CB84216-B638-4A40-A7EF-F61B8D79E82C}"/>
              </a:ext>
            </a:extLst>
          </p:cNvPr>
          <p:cNvSpPr>
            <a:spLocks xmlns:a="http://schemas.openxmlformats.org/drawingml/2006/main" noGrp="1"/>
          </p:cNvSpPr>
          <p:nvPr/>
        </p:nvSpPr>
        <p:spPr>
          <a:xfrm xmlns:a="http://schemas.openxmlformats.org/drawingml/2006/main">
            <a:off x="6334125" y="3248025"/>
            <a:ext cx="4667250" cy="361950"/>
          </a:xfrm>
          <a:prstGeom xmlns:a="http://schemas.openxmlformats.org/drawingml/2006/main" prst="rect">
            <a:avLst/>
          </a:prstGeom>
          <a:solidFill xmlns:a="http://schemas.openxmlformats.org/drawingml/2006/main">
            <a:srgbClr val="E9EBED"/>
          </a:solidFill>
          <a:ln xmlns:a="http://schemas.openxmlformats.org/drawingml/2006/main" w="10478">
            <a:solidFill>
              <a:srgbClr val="111111"/>
            </a:solidFill>
            <a:prstDash val="solid"/>
          </a:ln>
        </p:spPr>
      </p:sp>
      <p:sp>
        <p:nvSpPr>
          <p:cNvPr id="23" name="DP3 object 10">
            <a:extLst xmlns:a="http://schemas.openxmlformats.org/drawingml/2006/main">
              <a:ext uri="{FF2B5EF4-FFF2-40B4-BE49-F238E27FC236}">
                <a16:creationId xmlns:a16="http://schemas.microsoft.com/office/drawing/2014/main" id="{EBE1C59B-E643-4977-B0B9-886476A812B6}"/>
              </a:ext>
            </a:extLst>
          </p:cNvPr>
          <p:cNvSpPr>
            <a:spLocks xmlns:a="http://schemas.openxmlformats.org/drawingml/2006/main" noGrp="1"/>
          </p:cNvSpPr>
          <p:nvPr/>
        </p:nvSpPr>
        <p:spPr>
          <a:xfrm xmlns:a="http://schemas.openxmlformats.org/drawingml/2006/main">
            <a:off x="6486525" y="3248025"/>
            <a:ext cx="4333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1">
                <a:solidFill>
                  <a:srgbClr val="111111"/>
                </a:solidFill>
                <a:latin typeface="Apple SD Gothic Neo"/>
                <a:ea typeface="Apple SD Gothic Neo"/>
                <a:cs typeface="Apple SD Gothic Neo"/>
              </a:defRPr>
            </a:defPPr>
            <a:lvl1pPr algn="l">
              <a:defRPr sz="1575" b="1">
                <a:solidFill>
                  <a:srgbClr val="111111"/>
                </a:solidFill>
                <a:latin typeface="Apple SD Gothic Neo"/>
                <a:ea typeface="Apple SD Gothic Neo"/>
                <a:cs typeface="Apple SD Gothic Neo"/>
              </a:defRPr>
            </a:lvl1pPr>
            <a:lvl2pPr algn="l">
              <a:defRPr sz="1575" b="1">
                <a:solidFill>
                  <a:srgbClr val="111111"/>
                </a:solidFill>
                <a:latin typeface="Apple SD Gothic Neo"/>
                <a:ea typeface="Apple SD Gothic Neo"/>
                <a:cs typeface="Apple SD Gothic Neo"/>
              </a:defRPr>
            </a:lvl2pPr>
            <a:lvl3pPr algn="l">
              <a:defRPr sz="1575" b="1">
                <a:solidFill>
                  <a:srgbClr val="111111"/>
                </a:solidFill>
                <a:latin typeface="Apple SD Gothic Neo"/>
                <a:ea typeface="Apple SD Gothic Neo"/>
                <a:cs typeface="Apple SD Gothic Neo"/>
              </a:defRPr>
            </a:lvl3pPr>
            <a:lvl4pPr algn="l">
              <a:defRPr sz="1575" b="1">
                <a:solidFill>
                  <a:srgbClr val="111111"/>
                </a:solidFill>
                <a:latin typeface="Apple SD Gothic Neo"/>
                <a:ea typeface="Apple SD Gothic Neo"/>
                <a:cs typeface="Apple SD Gothic Neo"/>
              </a:defRPr>
            </a:lvl4pPr>
            <a:lvl5pPr algn="l">
              <a:defRPr sz="1575" b="1">
                <a:solidFill>
                  <a:srgbClr val="111111"/>
                </a:solidFill>
                <a:latin typeface="Apple SD Gothic Neo"/>
                <a:ea typeface="Apple SD Gothic Neo"/>
                <a:cs typeface="Apple SD Gothic Neo"/>
              </a:defRPr>
            </a:lvl5pPr>
            <a:lvl6pPr algn="l">
              <a:defRPr sz="1575" b="1">
                <a:solidFill>
                  <a:srgbClr val="111111"/>
                </a:solidFill>
                <a:latin typeface="Apple SD Gothic Neo"/>
                <a:ea typeface="Apple SD Gothic Neo"/>
                <a:cs typeface="Apple SD Gothic Neo"/>
              </a:defRPr>
            </a:lvl6pPr>
            <a:lvl7pPr algn="l">
              <a:defRPr sz="1575" b="1">
                <a:solidFill>
                  <a:srgbClr val="111111"/>
                </a:solidFill>
                <a:latin typeface="Apple SD Gothic Neo"/>
                <a:ea typeface="Apple SD Gothic Neo"/>
                <a:cs typeface="Apple SD Gothic Neo"/>
              </a:defRPr>
            </a:lvl7pPr>
            <a:lvl8pPr algn="l">
              <a:defRPr sz="1575" b="1">
                <a:solidFill>
                  <a:srgbClr val="111111"/>
                </a:solidFill>
                <a:latin typeface="Apple SD Gothic Neo"/>
                <a:ea typeface="Apple SD Gothic Neo"/>
                <a:cs typeface="Apple SD Gothic Neo"/>
              </a:defRPr>
            </a:lvl8pPr>
            <a:lvl9pPr algn="l">
              <a:defRPr sz="1575" b="1">
                <a:solidFill>
                  <a:srgbClr val="111111"/>
                </a:solidFill>
                <a:latin typeface="Apple SD Gothic Neo"/>
                <a:ea typeface="Apple SD Gothic Neo"/>
                <a:cs typeface="Apple SD Gothic Neo"/>
              </a:defRPr>
            </a:lvl9pPr>
          </a:lstStyle>
          <a:p xmlns:a="http://schemas.openxmlformats.org/drawingml/2006/main">
            <a:pPr algn="l">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실적 분석.pdf</a:t>
            </a:r>
          </a:p>
        </p:txBody>
      </p:sp>
      <p:sp>
        <p:nvSpPr>
          <p:cNvPr id="24" name="DP3 object 11">
            <a:extLst xmlns:a="http://schemas.openxmlformats.org/drawingml/2006/main">
              <a:ext uri="{FF2B5EF4-FFF2-40B4-BE49-F238E27FC236}">
                <a16:creationId xmlns:a16="http://schemas.microsoft.com/office/drawing/2014/main" id="{32ECC2B1-0B18-4FFE-8E07-9D5F7AA6CED9}"/>
              </a:ext>
            </a:extLst>
          </p:cNvPr>
          <p:cNvSpPr>
            <a:spLocks xmlns:a="http://schemas.openxmlformats.org/drawingml/2006/main" noGrp="1"/>
          </p:cNvSpPr>
          <p:nvPr/>
        </p:nvSpPr>
        <p:spPr>
          <a:xfrm xmlns:a="http://schemas.openxmlformats.org/drawingml/2006/main">
            <a:off x="11858625" y="2733675"/>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111111"/>
                </a:solidFill>
                <a:latin typeface="Apple SD Gothic Neo"/>
                <a:ea typeface="Apple SD Gothic Neo"/>
                <a:cs typeface="Apple SD Gothic Neo"/>
              </a:defRPr>
            </a:defPPr>
            <a:lvl1pPr algn="l">
              <a:defRPr sz="2250" b="1">
                <a:solidFill>
                  <a:srgbClr val="111111"/>
                </a:solidFill>
                <a:latin typeface="Apple SD Gothic Neo"/>
                <a:ea typeface="Apple SD Gothic Neo"/>
                <a:cs typeface="Apple SD Gothic Neo"/>
              </a:defRPr>
            </a:lvl1pPr>
            <a:lvl2pPr algn="l">
              <a:defRPr sz="2250" b="1">
                <a:solidFill>
                  <a:srgbClr val="111111"/>
                </a:solidFill>
                <a:latin typeface="Apple SD Gothic Neo"/>
                <a:ea typeface="Apple SD Gothic Neo"/>
                <a:cs typeface="Apple SD Gothic Neo"/>
              </a:defRPr>
            </a:lvl2pPr>
            <a:lvl3pPr algn="l">
              <a:defRPr sz="2250" b="1">
                <a:solidFill>
                  <a:srgbClr val="111111"/>
                </a:solidFill>
                <a:latin typeface="Apple SD Gothic Neo"/>
                <a:ea typeface="Apple SD Gothic Neo"/>
                <a:cs typeface="Apple SD Gothic Neo"/>
              </a:defRPr>
            </a:lvl3pPr>
            <a:lvl4pPr algn="l">
              <a:defRPr sz="2250" b="1">
                <a:solidFill>
                  <a:srgbClr val="111111"/>
                </a:solidFill>
                <a:latin typeface="Apple SD Gothic Neo"/>
                <a:ea typeface="Apple SD Gothic Neo"/>
                <a:cs typeface="Apple SD Gothic Neo"/>
              </a:defRPr>
            </a:lvl4pPr>
            <a:lvl5pPr algn="l">
              <a:defRPr sz="2250" b="1">
                <a:solidFill>
                  <a:srgbClr val="111111"/>
                </a:solidFill>
                <a:latin typeface="Apple SD Gothic Neo"/>
                <a:ea typeface="Apple SD Gothic Neo"/>
                <a:cs typeface="Apple SD Gothic Neo"/>
              </a:defRPr>
            </a:lvl5pPr>
            <a:lvl6pPr algn="l">
              <a:defRPr sz="2250" b="1">
                <a:solidFill>
                  <a:srgbClr val="111111"/>
                </a:solidFill>
                <a:latin typeface="Apple SD Gothic Neo"/>
                <a:ea typeface="Apple SD Gothic Neo"/>
                <a:cs typeface="Apple SD Gothic Neo"/>
              </a:defRPr>
            </a:lvl6pPr>
            <a:lvl7pPr algn="l">
              <a:defRPr sz="2250" b="1">
                <a:solidFill>
                  <a:srgbClr val="111111"/>
                </a:solidFill>
                <a:latin typeface="Apple SD Gothic Neo"/>
                <a:ea typeface="Apple SD Gothic Neo"/>
                <a:cs typeface="Apple SD Gothic Neo"/>
              </a:defRPr>
            </a:lvl7pPr>
            <a:lvl8pPr algn="l">
              <a:defRPr sz="2250" b="1">
                <a:solidFill>
                  <a:srgbClr val="111111"/>
                </a:solidFill>
                <a:latin typeface="Apple SD Gothic Neo"/>
                <a:ea typeface="Apple SD Gothic Neo"/>
                <a:cs typeface="Apple SD Gothic Neo"/>
              </a:defRPr>
            </a:lvl8pPr>
            <a:lvl9pPr algn="l">
              <a:defRPr sz="2250" b="1">
                <a:solidFill>
                  <a:srgbClr val="111111"/>
                </a:solidFill>
                <a:latin typeface="Apple SD Gothic Neo"/>
                <a:ea typeface="Apple SD Gothic Neo"/>
                <a:cs typeface="Apple SD Gothic Neo"/>
              </a:defRPr>
            </a:lvl9pPr>
          </a:lstStyle>
          <a:p xmlns:a="http://schemas.openxmlformats.org/drawingml/2006/main">
            <a:pPr algn="l">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③ 화면 이동과 부분 정정</a:t>
            </a:r>
          </a:p>
        </p:txBody>
      </p:sp>
      <p:sp>
        <p:nvSpPr>
          <p:cNvPr id="25" name="DP3 object 12">
            <a:extLst xmlns:a="http://schemas.openxmlformats.org/drawingml/2006/main">
              <a:ext uri="{FF2B5EF4-FFF2-40B4-BE49-F238E27FC236}">
                <a16:creationId xmlns:a16="http://schemas.microsoft.com/office/drawing/2014/main" id="{5784F50C-B87D-490A-9A3C-2A27BE51EC6F}"/>
              </a:ext>
            </a:extLst>
          </p:cNvPr>
          <p:cNvSpPr>
            <a:spLocks xmlns:a="http://schemas.openxmlformats.org/drawingml/2006/main" noGrp="1"/>
          </p:cNvSpPr>
          <p:nvPr/>
        </p:nvSpPr>
        <p:spPr>
          <a:xfrm xmlns:a="http://schemas.openxmlformats.org/drawingml/2006/main">
            <a:off x="11858625" y="3248025"/>
            <a:ext cx="4667250" cy="2571750"/>
          </a:xfrm>
          <a:prstGeom xmlns:a="http://schemas.openxmlformats.org/drawingml/2006/main" prst="rect">
            <a:avLst/>
          </a:prstGeom>
          <a:solidFill xmlns:a="http://schemas.openxmlformats.org/drawingml/2006/main">
            <a:srgbClr val="FFFFFF"/>
          </a:solidFill>
          <a:ln xmlns:a="http://schemas.openxmlformats.org/drawingml/2006/main" w="19050">
            <a:solidFill>
              <a:srgbClr val="111111"/>
            </a:solidFill>
            <a:prstDash val="solid"/>
          </a:ln>
        </p:spPr>
      </p:sp>
      <p:sp>
        <p:nvSpPr>
          <p:cNvPr id="26" name="DP3 object 13">
            <a:extLst xmlns:a="http://schemas.openxmlformats.org/drawingml/2006/main">
              <a:ext uri="{FF2B5EF4-FFF2-40B4-BE49-F238E27FC236}">
                <a16:creationId xmlns:a16="http://schemas.microsoft.com/office/drawing/2014/main" id="{11B27378-90A3-4340-B2D9-F9E93464D5E0}"/>
              </a:ext>
            </a:extLst>
          </p:cNvPr>
          <p:cNvSpPr>
            <a:spLocks xmlns:a="http://schemas.openxmlformats.org/drawingml/2006/main" noGrp="1"/>
          </p:cNvSpPr>
          <p:nvPr/>
        </p:nvSpPr>
        <p:spPr>
          <a:xfrm xmlns:a="http://schemas.openxmlformats.org/drawingml/2006/main">
            <a:off x="11858625" y="3248025"/>
            <a:ext cx="4667250" cy="361950"/>
          </a:xfrm>
          <a:prstGeom xmlns:a="http://schemas.openxmlformats.org/drawingml/2006/main" prst="rect">
            <a:avLst/>
          </a:prstGeom>
          <a:solidFill xmlns:a="http://schemas.openxmlformats.org/drawingml/2006/main">
            <a:srgbClr val="E9EBED"/>
          </a:solidFill>
          <a:ln xmlns:a="http://schemas.openxmlformats.org/drawingml/2006/main" w="10478">
            <a:solidFill>
              <a:srgbClr val="111111"/>
            </a:solidFill>
            <a:prstDash val="solid"/>
          </a:ln>
        </p:spPr>
      </p:sp>
      <p:sp>
        <p:nvSpPr>
          <p:cNvPr id="27" name="DP3 object 14">
            <a:extLst xmlns:a="http://schemas.openxmlformats.org/drawingml/2006/main">
              <a:ext uri="{FF2B5EF4-FFF2-40B4-BE49-F238E27FC236}">
                <a16:creationId xmlns:a16="http://schemas.microsoft.com/office/drawing/2014/main" id="{0873BF7A-688B-42BF-BDA7-BE3FFE020C8D}"/>
              </a:ext>
            </a:extLst>
          </p:cNvPr>
          <p:cNvSpPr>
            <a:spLocks xmlns:a="http://schemas.openxmlformats.org/drawingml/2006/main" noGrp="1"/>
          </p:cNvSpPr>
          <p:nvPr/>
        </p:nvSpPr>
        <p:spPr>
          <a:xfrm xmlns:a="http://schemas.openxmlformats.org/drawingml/2006/main">
            <a:off x="12011025" y="3248025"/>
            <a:ext cx="4333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1">
                <a:solidFill>
                  <a:srgbClr val="111111"/>
                </a:solidFill>
                <a:latin typeface="Apple SD Gothic Neo"/>
                <a:ea typeface="Apple SD Gothic Neo"/>
                <a:cs typeface="Apple SD Gothic Neo"/>
              </a:defRPr>
            </a:defPPr>
            <a:lvl1pPr algn="l">
              <a:defRPr sz="1575" b="1">
                <a:solidFill>
                  <a:srgbClr val="111111"/>
                </a:solidFill>
                <a:latin typeface="Apple SD Gothic Neo"/>
                <a:ea typeface="Apple SD Gothic Neo"/>
                <a:cs typeface="Apple SD Gothic Neo"/>
              </a:defRPr>
            </a:lvl1pPr>
            <a:lvl2pPr algn="l">
              <a:defRPr sz="1575" b="1">
                <a:solidFill>
                  <a:srgbClr val="111111"/>
                </a:solidFill>
                <a:latin typeface="Apple SD Gothic Neo"/>
                <a:ea typeface="Apple SD Gothic Neo"/>
                <a:cs typeface="Apple SD Gothic Neo"/>
              </a:defRPr>
            </a:lvl2pPr>
            <a:lvl3pPr algn="l">
              <a:defRPr sz="1575" b="1">
                <a:solidFill>
                  <a:srgbClr val="111111"/>
                </a:solidFill>
                <a:latin typeface="Apple SD Gothic Neo"/>
                <a:ea typeface="Apple SD Gothic Neo"/>
                <a:cs typeface="Apple SD Gothic Neo"/>
              </a:defRPr>
            </a:lvl3pPr>
            <a:lvl4pPr algn="l">
              <a:defRPr sz="1575" b="1">
                <a:solidFill>
                  <a:srgbClr val="111111"/>
                </a:solidFill>
                <a:latin typeface="Apple SD Gothic Neo"/>
                <a:ea typeface="Apple SD Gothic Neo"/>
                <a:cs typeface="Apple SD Gothic Neo"/>
              </a:defRPr>
            </a:lvl4pPr>
            <a:lvl5pPr algn="l">
              <a:defRPr sz="1575" b="1">
                <a:solidFill>
                  <a:srgbClr val="111111"/>
                </a:solidFill>
                <a:latin typeface="Apple SD Gothic Neo"/>
                <a:ea typeface="Apple SD Gothic Neo"/>
                <a:cs typeface="Apple SD Gothic Neo"/>
              </a:defRPr>
            </a:lvl5pPr>
            <a:lvl6pPr algn="l">
              <a:defRPr sz="1575" b="1">
                <a:solidFill>
                  <a:srgbClr val="111111"/>
                </a:solidFill>
                <a:latin typeface="Apple SD Gothic Neo"/>
                <a:ea typeface="Apple SD Gothic Neo"/>
                <a:cs typeface="Apple SD Gothic Neo"/>
              </a:defRPr>
            </a:lvl6pPr>
            <a:lvl7pPr algn="l">
              <a:defRPr sz="1575" b="1">
                <a:solidFill>
                  <a:srgbClr val="111111"/>
                </a:solidFill>
                <a:latin typeface="Apple SD Gothic Neo"/>
                <a:ea typeface="Apple SD Gothic Neo"/>
                <a:cs typeface="Apple SD Gothic Neo"/>
              </a:defRPr>
            </a:lvl7pPr>
            <a:lvl8pPr algn="l">
              <a:defRPr sz="1575" b="1">
                <a:solidFill>
                  <a:srgbClr val="111111"/>
                </a:solidFill>
                <a:latin typeface="Apple SD Gothic Neo"/>
                <a:ea typeface="Apple SD Gothic Neo"/>
                <a:cs typeface="Apple SD Gothic Neo"/>
              </a:defRPr>
            </a:lvl8pPr>
            <a:lvl9pPr algn="l">
              <a:defRPr sz="1575" b="1">
                <a:solidFill>
                  <a:srgbClr val="111111"/>
                </a:solidFill>
                <a:latin typeface="Apple SD Gothic Neo"/>
                <a:ea typeface="Apple SD Gothic Neo"/>
                <a:cs typeface="Apple SD Gothic Neo"/>
              </a:defRPr>
            </a:lvl9pPr>
          </a:lstStyle>
          <a:p xmlns:a="http://schemas.openxmlformats.org/drawingml/2006/main">
            <a:pPr algn="l">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메일</a:t>
            </a:r>
          </a:p>
        </p:txBody>
      </p:sp>
      <p:graphicFrame>
        <p:nvGraphicFramePr>
          <p:cNvPr id="28" name="">
            <a:extLst xmlns:a="http://schemas.openxmlformats.org/drawingml/2006/main">
              <a:ext uri="{FF2B5EF4-FFF2-40B4-BE49-F238E27FC236}">
                <a16:creationId xmlns:a16="http://schemas.microsoft.com/office/drawing/2014/main" id="{9481DE52-6774-4714-8636-9509E44FD4AC}"/>
              </a:ext>
            </a:extLst>
          </p:cNvPr>
          <p:cNvGraphicFramePr/>
          <p:nvPr/>
        </p:nvGraphicFramePr>
        <p:xfrm>
          <a:off xmlns:a="http://schemas.openxmlformats.org/drawingml/2006/main" x="1009650" y="3752850"/>
          <a:ext xmlns:a="http://schemas.openxmlformats.org/drawingml/2006/main" cx="4191000" cy="1714500"/>
        </p:xfrm>
        <a:graphic xmlns:a="http://schemas.openxmlformats.org/drawingml/2006/main">
          <a:graphicData uri="http://schemas.openxmlformats.org/drawingml/2006/table">
            <a:tbl>
              <a:tblPr firstRow="0" bandRow="0" bandCol="0"/>
              <a:tblGrid>
                <a:gridCol w="1428750"/>
                <a:gridCol w="1381125"/>
                <a:gridCol w="1381125"/>
              </a:tblGrid>
              <a:tr h="371475">
                <a:tc>
                  <a:txBody>
                    <a:bodyPr anchor="ctr"/>
                    <a:lstStyle/>
                    <a:p>
                      <a:pPr algn="ctr"/>
                      <a:r>
                        <a:rPr sz="1875" b="1">
                          <a:solidFill>
                            <a:srgbClr val="111111"/>
                          </a:solidFill>
                          <a:latin typeface="Apple SD Gothic Neo"/>
                          <a:ea typeface="Apple SD Gothic Neo"/>
                          <a:cs typeface="Apple SD Gothic Neo"/>
                        </a:rPr>
                        <a:t>구분</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상반기</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하반기</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47675">
                <a:tc>
                  <a:txBody>
                    <a:bodyPr anchor="ctr"/>
                    <a:lstStyle/>
                    <a:p>
                      <a:pPr algn="ctr"/>
                      <a:r>
                        <a:rPr sz="1650">
                          <a:solidFill>
                            <a:srgbClr val="111111"/>
                          </a:solidFill>
                          <a:latin typeface="Apple SD Gothic Neo"/>
                          <a:ea typeface="Apple SD Gothic Neo"/>
                          <a:cs typeface="Apple SD Gothic Neo"/>
                        </a:rPr>
                        <a:t>제품 A</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120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r>
                        <a:rPr sz="1650">
                          <a:solidFill>
                            <a:srgbClr val="111111"/>
                          </a:solidFill>
                          <a:latin typeface="Apple SD Gothic Neo"/>
                          <a:ea typeface="Apple SD Gothic Neo"/>
                          <a:cs typeface="Apple SD Gothic Neo"/>
                        </a:rPr>
                        <a:t>제품 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90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110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r>
                        <a:rPr sz="1650">
                          <a:solidFill>
                            <a:srgbClr val="111111"/>
                          </a:solidFill>
                          <a:latin typeface="Apple SD Gothic Neo"/>
                          <a:ea typeface="Apple SD Gothic Neo"/>
                          <a:cs typeface="Apple SD Gothic Neo"/>
                        </a:rPr>
                        <a:t>제품 C</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80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95</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9" name="DP3 object 15">
            <a:extLst xmlns:a="http://schemas.openxmlformats.org/drawingml/2006/main">
              <a:ext uri="{FF2B5EF4-FFF2-40B4-BE49-F238E27FC236}">
                <a16:creationId xmlns:a16="http://schemas.microsoft.com/office/drawing/2014/main" id="{F34C66BF-3C7F-4B9C-B9C5-C5F1D09B8A76}"/>
              </a:ext>
            </a:extLst>
          </p:cNvPr>
          <p:cNvSpPr>
            <a:spLocks xmlns:a="http://schemas.openxmlformats.org/drawingml/2006/main" noGrp="1"/>
          </p:cNvSpPr>
          <p:nvPr/>
        </p:nvSpPr>
        <p:spPr>
          <a:xfrm xmlns:a="http://schemas.openxmlformats.org/drawingml/2006/main">
            <a:off x="2428875" y="4124325"/>
            <a:ext cx="2762250" cy="895350"/>
          </a:xfrm>
          <a:prstGeom xmlns:a="http://schemas.openxmlformats.org/drawingml/2006/main" prst="rect">
            <a:avLst/>
          </a:prstGeom>
          <a:noFill xmlns:a="http://schemas.openxmlformats.org/drawingml/2006/main"/>
          <a:ln xmlns:a="http://schemas.openxmlformats.org/drawingml/2006/main" w="38100">
            <a:solidFill>
              <a:srgbClr val="4676CB"/>
            </a:solidFill>
            <a:prstDash val="solid"/>
          </a:ln>
        </p:spPr>
      </p:sp>
      <p:sp>
        <p:nvSpPr>
          <p:cNvPr id="30" name="DP3 object 16">
            <a:extLst xmlns:a="http://schemas.openxmlformats.org/drawingml/2006/main">
              <a:ext uri="{FF2B5EF4-FFF2-40B4-BE49-F238E27FC236}">
                <a16:creationId xmlns:a16="http://schemas.microsoft.com/office/drawing/2014/main" id="{7B66A56B-1ED3-4273-99BE-07CC15976B81}"/>
              </a:ext>
            </a:extLst>
          </p:cNvPr>
          <p:cNvSpPr>
            <a:spLocks xmlns:a="http://schemas.openxmlformats.org/drawingml/2006/main" noGrp="1"/>
          </p:cNvSpPr>
          <p:nvPr/>
        </p:nvSpPr>
        <p:spPr>
          <a:xfrm xmlns:a="http://schemas.openxmlformats.org/drawingml/2006/main">
            <a:off x="2647950" y="550545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1">
                <a:solidFill>
                  <a:srgbClr val="4676CB"/>
                </a:solidFill>
                <a:latin typeface="Apple SD Gothic Neo"/>
                <a:ea typeface="Apple SD Gothic Neo"/>
                <a:cs typeface="Apple SD Gothic Neo"/>
              </a:defRPr>
            </a:defPPr>
            <a:lvl1pPr algn="l">
              <a:defRPr sz="1425" b="1">
                <a:solidFill>
                  <a:srgbClr val="4676CB"/>
                </a:solidFill>
                <a:latin typeface="Apple SD Gothic Neo"/>
                <a:ea typeface="Apple SD Gothic Neo"/>
                <a:cs typeface="Apple SD Gothic Neo"/>
              </a:defRPr>
            </a:lvl1pPr>
            <a:lvl2pPr algn="l">
              <a:defRPr sz="1425" b="1">
                <a:solidFill>
                  <a:srgbClr val="4676CB"/>
                </a:solidFill>
                <a:latin typeface="Apple SD Gothic Neo"/>
                <a:ea typeface="Apple SD Gothic Neo"/>
                <a:cs typeface="Apple SD Gothic Neo"/>
              </a:defRPr>
            </a:lvl2pPr>
            <a:lvl3pPr algn="l">
              <a:defRPr sz="1425" b="1">
                <a:solidFill>
                  <a:srgbClr val="4676CB"/>
                </a:solidFill>
                <a:latin typeface="Apple SD Gothic Neo"/>
                <a:ea typeface="Apple SD Gothic Neo"/>
                <a:cs typeface="Apple SD Gothic Neo"/>
              </a:defRPr>
            </a:lvl3pPr>
            <a:lvl4pPr algn="l">
              <a:defRPr sz="1425" b="1">
                <a:solidFill>
                  <a:srgbClr val="4676CB"/>
                </a:solidFill>
                <a:latin typeface="Apple SD Gothic Neo"/>
                <a:ea typeface="Apple SD Gothic Neo"/>
                <a:cs typeface="Apple SD Gothic Neo"/>
              </a:defRPr>
            </a:lvl4pPr>
            <a:lvl5pPr algn="l">
              <a:defRPr sz="1425" b="1">
                <a:solidFill>
                  <a:srgbClr val="4676CB"/>
                </a:solidFill>
                <a:latin typeface="Apple SD Gothic Neo"/>
                <a:ea typeface="Apple SD Gothic Neo"/>
                <a:cs typeface="Apple SD Gothic Neo"/>
              </a:defRPr>
            </a:lvl5pPr>
            <a:lvl6pPr algn="l">
              <a:defRPr sz="1425" b="1">
                <a:solidFill>
                  <a:srgbClr val="4676CB"/>
                </a:solidFill>
                <a:latin typeface="Apple SD Gothic Neo"/>
                <a:ea typeface="Apple SD Gothic Neo"/>
                <a:cs typeface="Apple SD Gothic Neo"/>
              </a:defRPr>
            </a:lvl6pPr>
            <a:lvl7pPr algn="l">
              <a:defRPr sz="1425" b="1">
                <a:solidFill>
                  <a:srgbClr val="4676CB"/>
                </a:solidFill>
                <a:latin typeface="Apple SD Gothic Neo"/>
                <a:ea typeface="Apple SD Gothic Neo"/>
                <a:cs typeface="Apple SD Gothic Neo"/>
              </a:defRPr>
            </a:lvl7pPr>
            <a:lvl8pPr algn="l">
              <a:defRPr sz="1425" b="1">
                <a:solidFill>
                  <a:srgbClr val="4676CB"/>
                </a:solidFill>
                <a:latin typeface="Apple SD Gothic Neo"/>
                <a:ea typeface="Apple SD Gothic Neo"/>
                <a:cs typeface="Apple SD Gothic Neo"/>
              </a:defRPr>
            </a:lvl8pPr>
            <a:lvl9pPr algn="l">
              <a:defRPr sz="1425" b="1">
                <a:solidFill>
                  <a:srgbClr val="4676CB"/>
                </a:solidFill>
                <a:latin typeface="Apple SD Gothic Neo"/>
                <a:ea typeface="Apple SD Gothic Neo"/>
                <a:cs typeface="Apple SD Gothic Neo"/>
              </a:defRPr>
            </a:lvl9pPr>
          </a:lstStyle>
          <a:p xmlns:a="http://schemas.openxmlformats.org/drawingml/2006/main">
            <a:pPr algn="l">
              <a:defRPr sz="1425" b="1">
                <a:solidFill>
                  <a:srgbClr val="4676CB"/>
                </a:solidFill>
                <a:latin typeface="Apple SD Gothic Neo"/>
                <a:ea typeface="Apple SD Gothic Neo"/>
                <a:cs typeface="Apple SD Gothic Neo"/>
              </a:defRPr>
            </a:pPr>
            <a:r>
              <a:rPr sz="1425" b="1">
                <a:solidFill>
                  <a:srgbClr val="4676CB"/>
                </a:solidFill>
                <a:latin typeface="Apple SD Gothic Neo"/>
                <a:ea typeface="Apple SD Gothic Neo"/>
                <a:cs typeface="Apple SD Gothic Neo"/>
              </a:rPr>
              <a:t>실제 선택 범위</a:t>
            </a:r>
          </a:p>
        </p:txBody>
      </p:sp>
      <p:sp>
        <p:nvSpPr>
          <p:cNvPr id="31" name="DP3 object 17">
            <a:extLst xmlns:a="http://schemas.openxmlformats.org/drawingml/2006/main">
              <a:ext uri="{FF2B5EF4-FFF2-40B4-BE49-F238E27FC236}">
                <a16:creationId xmlns:a16="http://schemas.microsoft.com/office/drawing/2014/main" id="{373E7D18-6AEE-437E-82CA-A7BB06273786}"/>
              </a:ext>
            </a:extLst>
          </p:cNvPr>
          <p:cNvSpPr>
            <a:spLocks xmlns:a="http://schemas.openxmlformats.org/drawingml/2006/main" noGrp="1"/>
          </p:cNvSpPr>
          <p:nvPr/>
        </p:nvSpPr>
        <p:spPr>
          <a:xfrm xmlns:a="http://schemas.openxmlformats.org/drawingml/2006/main">
            <a:off x="6534150" y="3790950"/>
            <a:ext cx="2057400" cy="1676400"/>
          </a:xfrm>
          <a:prstGeom xmlns:a="http://schemas.openxmlformats.org/drawingml/2006/main" prst="rect">
            <a:avLst/>
          </a:prstGeom>
          <a:solidFill xmlns:a="http://schemas.openxmlformats.org/drawingml/2006/main">
            <a:srgbClr val="FFFFFF"/>
          </a:solidFill>
          <a:ln xmlns:a="http://schemas.openxmlformats.org/drawingml/2006/main" w="13335">
            <a:solidFill>
              <a:srgbClr val="B7B9B9"/>
            </a:solidFill>
            <a:prstDash val="solid"/>
          </a:ln>
        </p:spPr>
      </p:sp>
      <p:sp>
        <p:nvSpPr>
          <p:cNvPr id="32" name="DP3 object 18">
            <a:extLst xmlns:a="http://schemas.openxmlformats.org/drawingml/2006/main">
              <a:ext uri="{FF2B5EF4-FFF2-40B4-BE49-F238E27FC236}">
                <a16:creationId xmlns:a16="http://schemas.microsoft.com/office/drawing/2014/main" id="{68CB079E-524A-461F-A7C4-CBBFA0D1E05B}"/>
              </a:ext>
            </a:extLst>
          </p:cNvPr>
          <p:cNvSpPr>
            <a:spLocks xmlns:a="http://schemas.openxmlformats.org/drawingml/2006/main" noGrp="1"/>
          </p:cNvSpPr>
          <p:nvPr/>
        </p:nvSpPr>
        <p:spPr>
          <a:xfrm xmlns:a="http://schemas.openxmlformats.org/drawingml/2006/main">
            <a:off x="6629400" y="3867150"/>
            <a:ext cx="1866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1">
                <a:solidFill>
                  <a:srgbClr val="111111"/>
                </a:solidFill>
                <a:latin typeface="Apple SD Gothic Neo"/>
                <a:ea typeface="Apple SD Gothic Neo"/>
                <a:cs typeface="Apple SD Gothic Neo"/>
              </a:defRPr>
            </a:defPPr>
            <a:lvl1pPr algn="l">
              <a:defRPr sz="1725" b="1">
                <a:solidFill>
                  <a:srgbClr val="111111"/>
                </a:solidFill>
                <a:latin typeface="Apple SD Gothic Neo"/>
                <a:ea typeface="Apple SD Gothic Neo"/>
                <a:cs typeface="Apple SD Gothic Neo"/>
              </a:defRPr>
            </a:lvl1pPr>
            <a:lvl2pPr algn="l">
              <a:defRPr sz="1725" b="1">
                <a:solidFill>
                  <a:srgbClr val="111111"/>
                </a:solidFill>
                <a:latin typeface="Apple SD Gothic Neo"/>
                <a:ea typeface="Apple SD Gothic Neo"/>
                <a:cs typeface="Apple SD Gothic Neo"/>
              </a:defRPr>
            </a:lvl2pPr>
            <a:lvl3pPr algn="l">
              <a:defRPr sz="1725" b="1">
                <a:solidFill>
                  <a:srgbClr val="111111"/>
                </a:solidFill>
                <a:latin typeface="Apple SD Gothic Neo"/>
                <a:ea typeface="Apple SD Gothic Neo"/>
                <a:cs typeface="Apple SD Gothic Neo"/>
              </a:defRPr>
            </a:lvl3pPr>
            <a:lvl4pPr algn="l">
              <a:defRPr sz="1725" b="1">
                <a:solidFill>
                  <a:srgbClr val="111111"/>
                </a:solidFill>
                <a:latin typeface="Apple SD Gothic Neo"/>
                <a:ea typeface="Apple SD Gothic Neo"/>
                <a:cs typeface="Apple SD Gothic Neo"/>
              </a:defRPr>
            </a:lvl4pPr>
            <a:lvl5pPr algn="l">
              <a:defRPr sz="1725" b="1">
                <a:solidFill>
                  <a:srgbClr val="111111"/>
                </a:solidFill>
                <a:latin typeface="Apple SD Gothic Neo"/>
                <a:ea typeface="Apple SD Gothic Neo"/>
                <a:cs typeface="Apple SD Gothic Neo"/>
              </a:defRPr>
            </a:lvl5pPr>
            <a:lvl6pPr algn="l">
              <a:defRPr sz="1725" b="1">
                <a:solidFill>
                  <a:srgbClr val="111111"/>
                </a:solidFill>
                <a:latin typeface="Apple SD Gothic Neo"/>
                <a:ea typeface="Apple SD Gothic Neo"/>
                <a:cs typeface="Apple SD Gothic Neo"/>
              </a:defRPr>
            </a:lvl6pPr>
            <a:lvl7pPr algn="l">
              <a:defRPr sz="1725" b="1">
                <a:solidFill>
                  <a:srgbClr val="111111"/>
                </a:solidFill>
                <a:latin typeface="Apple SD Gothic Neo"/>
                <a:ea typeface="Apple SD Gothic Neo"/>
                <a:cs typeface="Apple SD Gothic Neo"/>
              </a:defRPr>
            </a:lvl7pPr>
            <a:lvl8pPr algn="l">
              <a:defRPr sz="1725" b="1">
                <a:solidFill>
                  <a:srgbClr val="111111"/>
                </a:solidFill>
                <a:latin typeface="Apple SD Gothic Neo"/>
                <a:ea typeface="Apple SD Gothic Neo"/>
                <a:cs typeface="Apple SD Gothic Neo"/>
              </a:defRPr>
            </a:lvl8pPr>
            <a:lvl9pPr algn="l">
              <a:defRPr sz="1725" b="1">
                <a:solidFill>
                  <a:srgbClr val="111111"/>
                </a:solidFill>
                <a:latin typeface="Apple SD Gothic Neo"/>
                <a:ea typeface="Apple SD Gothic Neo"/>
                <a:cs typeface="Apple SD Gothic Neo"/>
              </a:defRPr>
            </a:lvl9pPr>
          </a:lstStyle>
          <a:p xmlns:a="http://schemas.openxmlformats.org/drawingml/2006/main">
            <a:pPr algn="l">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매출</a:t>
            </a:r>
          </a:p>
        </p:txBody>
      </p:sp>
      <p:sp>
        <p:nvSpPr>
          <p:cNvPr id="33" name="Editable path 19">
            <a:extLst xmlns:a="http://schemas.openxmlformats.org/drawingml/2006/main">
              <a:ext uri="{FF2B5EF4-FFF2-40B4-BE49-F238E27FC236}">
                <a16:creationId xmlns:a16="http://schemas.microsoft.com/office/drawing/2014/main" id="{AE63C072-AAB8-4AC6-BADD-64F9C7801325}"/>
              </a:ext>
            </a:extLst>
          </p:cNvPr>
          <p:cNvSpPr>
            <a:spLocks xmlns:a="http://schemas.openxmlformats.org/drawingml/2006/main" noGrp="1"/>
          </p:cNvSpPr>
          <p:nvPr/>
        </p:nvSpPr>
        <p:spPr>
          <a:xfrm xmlns:a="http://schemas.openxmlformats.org/drawingml/2006/main">
            <a:off x="6772275" y="4267200"/>
            <a:ext cx="953" cy="828675"/>
          </a:xfrm>
          <a:custGeom xmlns:a="http://schemas.openxmlformats.org/drawingml/2006/main">
            <a:pathLst>
              <a:path w="953" h="828675">
                <a:moveTo>
                  <a:pt x="0" y="828675"/>
                </a:moveTo>
                <a:lnTo>
                  <a:pt x="0" y="0"/>
                </a:lnTo>
              </a:path>
            </a:pathLst>
          </a:custGeom>
          <a:noFill xmlns:a="http://schemas.openxmlformats.org/drawingml/2006/main"/>
          <a:ln xmlns:a="http://schemas.openxmlformats.org/drawingml/2006/main" w="12383">
            <a:solidFill>
              <a:srgbClr val="111111"/>
            </a:solidFill>
            <a:prstDash val="solid"/>
          </a:ln>
        </p:spPr>
      </p:sp>
      <p:sp>
        <p:nvSpPr>
          <p:cNvPr id="34" name="Editable path 20">
            <a:extLst xmlns:a="http://schemas.openxmlformats.org/drawingml/2006/main">
              <a:ext uri="{FF2B5EF4-FFF2-40B4-BE49-F238E27FC236}">
                <a16:creationId xmlns:a16="http://schemas.microsoft.com/office/drawing/2014/main" id="{E2A20004-9E8C-4A8F-A837-9C2FB22C2923}"/>
              </a:ext>
            </a:extLst>
          </p:cNvPr>
          <p:cNvSpPr>
            <a:spLocks xmlns:a="http://schemas.openxmlformats.org/drawingml/2006/main" noGrp="1"/>
          </p:cNvSpPr>
          <p:nvPr/>
        </p:nvSpPr>
        <p:spPr>
          <a:xfrm xmlns:a="http://schemas.openxmlformats.org/drawingml/2006/main">
            <a:off x="6772275" y="5095875"/>
            <a:ext cx="1590675" cy="953"/>
          </a:xfrm>
          <a:custGeom xmlns:a="http://schemas.openxmlformats.org/drawingml/2006/main">
            <a:pathLst>
              <a:path w="1590675" h="953">
                <a:moveTo>
                  <a:pt x="0" y="0"/>
                </a:moveTo>
                <a:lnTo>
                  <a:pt x="1590675" y="0"/>
                </a:lnTo>
              </a:path>
            </a:pathLst>
          </a:custGeom>
          <a:noFill xmlns:a="http://schemas.openxmlformats.org/drawingml/2006/main"/>
          <a:ln xmlns:a="http://schemas.openxmlformats.org/drawingml/2006/main" w="12383">
            <a:solidFill>
              <a:srgbClr val="111111"/>
            </a:solidFill>
            <a:prstDash val="solid"/>
          </a:ln>
        </p:spPr>
      </p:sp>
      <p:sp>
        <p:nvSpPr>
          <p:cNvPr id="35" name="Editable path 21">
            <a:extLst xmlns:a="http://schemas.openxmlformats.org/drawingml/2006/main">
              <a:ext uri="{FF2B5EF4-FFF2-40B4-BE49-F238E27FC236}">
                <a16:creationId xmlns:a16="http://schemas.microsoft.com/office/drawing/2014/main" id="{560CDD23-F0FA-41BB-8463-AFD9AD90A0DD}"/>
              </a:ext>
            </a:extLst>
          </p:cNvPr>
          <p:cNvSpPr>
            <a:spLocks xmlns:a="http://schemas.openxmlformats.org/drawingml/2006/main" noGrp="1"/>
          </p:cNvSpPr>
          <p:nvPr/>
        </p:nvSpPr>
        <p:spPr>
          <a:xfrm xmlns:a="http://schemas.openxmlformats.org/drawingml/2006/main">
            <a:off x="6848475" y="4276725"/>
            <a:ext cx="1352550" cy="685800"/>
          </a:xfrm>
          <a:custGeom xmlns:a="http://schemas.openxmlformats.org/drawingml/2006/main">
            <a:pathLst>
              <a:path w="1352550" h="685800">
                <a:moveTo>
                  <a:pt x="0" y="685800"/>
                </a:moveTo>
                <a:lnTo>
                  <a:pt x="381000" y="542925"/>
                </a:lnTo>
                <a:lnTo>
                  <a:pt x="781050" y="323850"/>
                </a:lnTo>
                <a:lnTo>
                  <a:pt x="1352550" y="0"/>
                </a:lnTo>
              </a:path>
            </a:pathLst>
          </a:custGeom>
          <a:noFill xmlns:a="http://schemas.openxmlformats.org/drawingml/2006/main"/>
          <a:ln xmlns:a="http://schemas.openxmlformats.org/drawingml/2006/main" w="28575">
            <a:solidFill>
              <a:srgbClr val="4676CB"/>
            </a:solidFill>
            <a:prstDash val="solid"/>
          </a:ln>
        </p:spPr>
      </p:sp>
      <p:sp>
        <p:nvSpPr>
          <p:cNvPr id="36" name="DP3 object 22">
            <a:extLst xmlns:a="http://schemas.openxmlformats.org/drawingml/2006/main">
              <a:ext uri="{FF2B5EF4-FFF2-40B4-BE49-F238E27FC236}">
                <a16:creationId xmlns:a16="http://schemas.microsoft.com/office/drawing/2014/main" id="{818E13FA-3864-4BA9-BF19-4E0E442F5FDD}"/>
              </a:ext>
            </a:extLst>
          </p:cNvPr>
          <p:cNvSpPr>
            <a:spLocks xmlns:a="http://schemas.openxmlformats.org/drawingml/2006/main" noGrp="1"/>
          </p:cNvSpPr>
          <p:nvPr/>
        </p:nvSpPr>
        <p:spPr>
          <a:xfrm xmlns:a="http://schemas.openxmlformats.org/drawingml/2006/main">
            <a:off x="8743950" y="3790950"/>
            <a:ext cx="2057400" cy="1676400"/>
          </a:xfrm>
          <a:prstGeom xmlns:a="http://schemas.openxmlformats.org/drawingml/2006/main" prst="rect">
            <a:avLst/>
          </a:prstGeom>
          <a:solidFill xmlns:a="http://schemas.openxmlformats.org/drawingml/2006/main">
            <a:srgbClr val="FFFFFF"/>
          </a:solidFill>
          <a:ln xmlns:a="http://schemas.openxmlformats.org/drawingml/2006/main" w="13335">
            <a:solidFill>
              <a:srgbClr val="B7B9B9"/>
            </a:solidFill>
            <a:prstDash val="solid"/>
          </a:ln>
        </p:spPr>
      </p:sp>
      <p:sp>
        <p:nvSpPr>
          <p:cNvPr id="37" name="DP3 object 23">
            <a:extLst xmlns:a="http://schemas.openxmlformats.org/drawingml/2006/main">
              <a:ext uri="{FF2B5EF4-FFF2-40B4-BE49-F238E27FC236}">
                <a16:creationId xmlns:a16="http://schemas.microsoft.com/office/drawing/2014/main" id="{61727543-9088-4F24-8B40-221976887AE9}"/>
              </a:ext>
            </a:extLst>
          </p:cNvPr>
          <p:cNvSpPr>
            <a:spLocks xmlns:a="http://schemas.openxmlformats.org/drawingml/2006/main" noGrp="1"/>
          </p:cNvSpPr>
          <p:nvPr/>
        </p:nvSpPr>
        <p:spPr>
          <a:xfrm xmlns:a="http://schemas.openxmlformats.org/drawingml/2006/main">
            <a:off x="8839200" y="3867150"/>
            <a:ext cx="1866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1">
                <a:solidFill>
                  <a:srgbClr val="111111"/>
                </a:solidFill>
                <a:latin typeface="Apple SD Gothic Neo"/>
                <a:ea typeface="Apple SD Gothic Neo"/>
                <a:cs typeface="Apple SD Gothic Neo"/>
              </a:defRPr>
            </a:defPPr>
            <a:lvl1pPr algn="l">
              <a:defRPr sz="1725" b="1">
                <a:solidFill>
                  <a:srgbClr val="111111"/>
                </a:solidFill>
                <a:latin typeface="Apple SD Gothic Neo"/>
                <a:ea typeface="Apple SD Gothic Neo"/>
                <a:cs typeface="Apple SD Gothic Neo"/>
              </a:defRPr>
            </a:lvl1pPr>
            <a:lvl2pPr algn="l">
              <a:defRPr sz="1725" b="1">
                <a:solidFill>
                  <a:srgbClr val="111111"/>
                </a:solidFill>
                <a:latin typeface="Apple SD Gothic Neo"/>
                <a:ea typeface="Apple SD Gothic Neo"/>
                <a:cs typeface="Apple SD Gothic Neo"/>
              </a:defRPr>
            </a:lvl2pPr>
            <a:lvl3pPr algn="l">
              <a:defRPr sz="1725" b="1">
                <a:solidFill>
                  <a:srgbClr val="111111"/>
                </a:solidFill>
                <a:latin typeface="Apple SD Gothic Neo"/>
                <a:ea typeface="Apple SD Gothic Neo"/>
                <a:cs typeface="Apple SD Gothic Neo"/>
              </a:defRPr>
            </a:lvl3pPr>
            <a:lvl4pPr algn="l">
              <a:defRPr sz="1725" b="1">
                <a:solidFill>
                  <a:srgbClr val="111111"/>
                </a:solidFill>
                <a:latin typeface="Apple SD Gothic Neo"/>
                <a:ea typeface="Apple SD Gothic Neo"/>
                <a:cs typeface="Apple SD Gothic Neo"/>
              </a:defRPr>
            </a:lvl4pPr>
            <a:lvl5pPr algn="l">
              <a:defRPr sz="1725" b="1">
                <a:solidFill>
                  <a:srgbClr val="111111"/>
                </a:solidFill>
                <a:latin typeface="Apple SD Gothic Neo"/>
                <a:ea typeface="Apple SD Gothic Neo"/>
                <a:cs typeface="Apple SD Gothic Neo"/>
              </a:defRPr>
            </a:lvl5pPr>
            <a:lvl6pPr algn="l">
              <a:defRPr sz="1725" b="1">
                <a:solidFill>
                  <a:srgbClr val="111111"/>
                </a:solidFill>
                <a:latin typeface="Apple SD Gothic Neo"/>
                <a:ea typeface="Apple SD Gothic Neo"/>
                <a:cs typeface="Apple SD Gothic Neo"/>
              </a:defRPr>
            </a:lvl6pPr>
            <a:lvl7pPr algn="l">
              <a:defRPr sz="1725" b="1">
                <a:solidFill>
                  <a:srgbClr val="111111"/>
                </a:solidFill>
                <a:latin typeface="Apple SD Gothic Neo"/>
                <a:ea typeface="Apple SD Gothic Neo"/>
                <a:cs typeface="Apple SD Gothic Neo"/>
              </a:defRPr>
            </a:lvl7pPr>
            <a:lvl8pPr algn="l">
              <a:defRPr sz="1725" b="1">
                <a:solidFill>
                  <a:srgbClr val="111111"/>
                </a:solidFill>
                <a:latin typeface="Apple SD Gothic Neo"/>
                <a:ea typeface="Apple SD Gothic Neo"/>
                <a:cs typeface="Apple SD Gothic Neo"/>
              </a:defRPr>
            </a:lvl8pPr>
            <a:lvl9pPr algn="l">
              <a:defRPr sz="1725" b="1">
                <a:solidFill>
                  <a:srgbClr val="111111"/>
                </a:solidFill>
                <a:latin typeface="Apple SD Gothic Neo"/>
                <a:ea typeface="Apple SD Gothic Neo"/>
                <a:cs typeface="Apple SD Gothic Neo"/>
              </a:defRPr>
            </a:lvl9pPr>
          </a:lstStyle>
          <a:p xmlns:a="http://schemas.openxmlformats.org/drawingml/2006/main">
            <a:pPr algn="l">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이익</a:t>
            </a:r>
          </a:p>
        </p:txBody>
      </p:sp>
      <p:sp>
        <p:nvSpPr>
          <p:cNvPr id="38" name="Editable path 24">
            <a:extLst xmlns:a="http://schemas.openxmlformats.org/drawingml/2006/main">
              <a:ext uri="{FF2B5EF4-FFF2-40B4-BE49-F238E27FC236}">
                <a16:creationId xmlns:a16="http://schemas.microsoft.com/office/drawing/2014/main" id="{6E6189AF-76B2-445B-86E9-1D084BDD5AEB}"/>
              </a:ext>
            </a:extLst>
          </p:cNvPr>
          <p:cNvSpPr>
            <a:spLocks xmlns:a="http://schemas.openxmlformats.org/drawingml/2006/main" noGrp="1"/>
          </p:cNvSpPr>
          <p:nvPr/>
        </p:nvSpPr>
        <p:spPr>
          <a:xfrm xmlns:a="http://schemas.openxmlformats.org/drawingml/2006/main">
            <a:off x="8982075" y="4267200"/>
            <a:ext cx="953" cy="828675"/>
          </a:xfrm>
          <a:custGeom xmlns:a="http://schemas.openxmlformats.org/drawingml/2006/main">
            <a:pathLst>
              <a:path w="953" h="828675">
                <a:moveTo>
                  <a:pt x="0" y="828675"/>
                </a:moveTo>
                <a:lnTo>
                  <a:pt x="0" y="0"/>
                </a:lnTo>
              </a:path>
            </a:pathLst>
          </a:custGeom>
          <a:noFill xmlns:a="http://schemas.openxmlformats.org/drawingml/2006/main"/>
          <a:ln xmlns:a="http://schemas.openxmlformats.org/drawingml/2006/main" w="12383">
            <a:solidFill>
              <a:srgbClr val="111111"/>
            </a:solidFill>
            <a:prstDash val="solid"/>
          </a:ln>
        </p:spPr>
      </p:sp>
      <p:sp>
        <p:nvSpPr>
          <p:cNvPr id="39" name="Editable path 25">
            <a:extLst xmlns:a="http://schemas.openxmlformats.org/drawingml/2006/main">
              <a:ext uri="{FF2B5EF4-FFF2-40B4-BE49-F238E27FC236}">
                <a16:creationId xmlns:a16="http://schemas.microsoft.com/office/drawing/2014/main" id="{06CE442B-1E8F-4609-BE13-823304FF0813}"/>
              </a:ext>
            </a:extLst>
          </p:cNvPr>
          <p:cNvSpPr>
            <a:spLocks xmlns:a="http://schemas.openxmlformats.org/drawingml/2006/main" noGrp="1"/>
          </p:cNvSpPr>
          <p:nvPr/>
        </p:nvSpPr>
        <p:spPr>
          <a:xfrm xmlns:a="http://schemas.openxmlformats.org/drawingml/2006/main">
            <a:off x="8982075" y="5095875"/>
            <a:ext cx="1590675" cy="953"/>
          </a:xfrm>
          <a:custGeom xmlns:a="http://schemas.openxmlformats.org/drawingml/2006/main">
            <a:pathLst>
              <a:path w="1590675" h="953">
                <a:moveTo>
                  <a:pt x="0" y="0"/>
                </a:moveTo>
                <a:lnTo>
                  <a:pt x="1590675" y="0"/>
                </a:lnTo>
              </a:path>
            </a:pathLst>
          </a:custGeom>
          <a:noFill xmlns:a="http://schemas.openxmlformats.org/drawingml/2006/main"/>
          <a:ln xmlns:a="http://schemas.openxmlformats.org/drawingml/2006/main" w="12383">
            <a:solidFill>
              <a:srgbClr val="111111"/>
            </a:solidFill>
            <a:prstDash val="solid"/>
          </a:ln>
        </p:spPr>
      </p:sp>
      <p:sp>
        <p:nvSpPr>
          <p:cNvPr id="40" name="Editable path 26">
            <a:extLst xmlns:a="http://schemas.openxmlformats.org/drawingml/2006/main">
              <a:ext uri="{FF2B5EF4-FFF2-40B4-BE49-F238E27FC236}">
                <a16:creationId xmlns:a16="http://schemas.microsoft.com/office/drawing/2014/main" id="{1AF5354E-3A11-4D01-8AEE-A7F59EDC1254}"/>
              </a:ext>
            </a:extLst>
          </p:cNvPr>
          <p:cNvSpPr>
            <a:spLocks xmlns:a="http://schemas.openxmlformats.org/drawingml/2006/main" noGrp="1"/>
          </p:cNvSpPr>
          <p:nvPr/>
        </p:nvSpPr>
        <p:spPr>
          <a:xfrm xmlns:a="http://schemas.openxmlformats.org/drawingml/2006/main">
            <a:off x="9058275" y="4276725"/>
            <a:ext cx="1352550" cy="685800"/>
          </a:xfrm>
          <a:custGeom xmlns:a="http://schemas.openxmlformats.org/drawingml/2006/main">
            <a:pathLst>
              <a:path w="1352550" h="685800">
                <a:moveTo>
                  <a:pt x="0" y="685800"/>
                </a:moveTo>
                <a:lnTo>
                  <a:pt x="381000" y="371475"/>
                </a:lnTo>
                <a:lnTo>
                  <a:pt x="781050" y="323850"/>
                </a:lnTo>
                <a:lnTo>
                  <a:pt x="1352550" y="0"/>
                </a:lnTo>
              </a:path>
            </a:pathLst>
          </a:custGeom>
          <a:noFill xmlns:a="http://schemas.openxmlformats.org/drawingml/2006/main"/>
          <a:ln xmlns:a="http://schemas.openxmlformats.org/drawingml/2006/main" w="28575">
            <a:solidFill>
              <a:srgbClr val="4676CB"/>
            </a:solidFill>
            <a:prstDash val="solid"/>
          </a:ln>
        </p:spPr>
      </p:sp>
      <p:sp>
        <p:nvSpPr>
          <p:cNvPr id="41" name="DP3 object 27">
            <a:extLst xmlns:a="http://schemas.openxmlformats.org/drawingml/2006/main">
              <a:ext uri="{FF2B5EF4-FFF2-40B4-BE49-F238E27FC236}">
                <a16:creationId xmlns:a16="http://schemas.microsoft.com/office/drawing/2014/main" id="{2FEBB49B-ED59-41C3-8655-E61B2D5F4221}"/>
              </a:ext>
            </a:extLst>
          </p:cNvPr>
          <p:cNvSpPr>
            <a:spLocks xmlns:a="http://schemas.openxmlformats.org/drawingml/2006/main" noGrp="1"/>
          </p:cNvSpPr>
          <p:nvPr/>
        </p:nvSpPr>
        <p:spPr>
          <a:xfrm xmlns:a="http://schemas.openxmlformats.org/drawingml/2006/main">
            <a:off x="6477000" y="3676650"/>
            <a:ext cx="4429125" cy="1781175"/>
          </a:xfrm>
          <a:prstGeom xmlns:a="http://schemas.openxmlformats.org/drawingml/2006/main" prst="ellipse">
            <a:avLst/>
          </a:prstGeom>
          <a:noFill xmlns:a="http://schemas.openxmlformats.org/drawingml/2006/main"/>
          <a:ln xmlns:a="http://schemas.openxmlformats.org/drawingml/2006/main" w="28575">
            <a:solidFill>
              <a:srgbClr val="C00000"/>
            </a:solidFill>
            <a:prstDash val="dash"/>
          </a:ln>
        </p:spPr>
      </p:sp>
      <p:sp>
        <p:nvSpPr>
          <p:cNvPr id="42" name="DP3 object 28">
            <a:extLst xmlns:a="http://schemas.openxmlformats.org/drawingml/2006/main">
              <a:ext uri="{FF2B5EF4-FFF2-40B4-BE49-F238E27FC236}">
                <a16:creationId xmlns:a16="http://schemas.microsoft.com/office/drawing/2014/main" id="{EB12EA3A-AE35-4E7D-BAEC-2FA0281E685A}"/>
              </a:ext>
            </a:extLst>
          </p:cNvPr>
          <p:cNvSpPr>
            <a:spLocks xmlns:a="http://schemas.openxmlformats.org/drawingml/2006/main" noGrp="1"/>
          </p:cNvSpPr>
          <p:nvPr/>
        </p:nvSpPr>
        <p:spPr>
          <a:xfrm xmlns:a="http://schemas.openxmlformats.org/drawingml/2006/main">
            <a:off x="7096125" y="5505450"/>
            <a:ext cx="333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C00000"/>
                </a:solidFill>
                <a:latin typeface="Apple SD Gothic Neo"/>
                <a:ea typeface="Apple SD Gothic Neo"/>
                <a:cs typeface="Apple SD Gothic Neo"/>
              </a:defRPr>
            </a:defPPr>
            <a:lvl1pPr algn="ctr">
              <a:defRPr sz="1425" b="1">
                <a:solidFill>
                  <a:srgbClr val="C00000"/>
                </a:solidFill>
                <a:latin typeface="Apple SD Gothic Neo"/>
                <a:ea typeface="Apple SD Gothic Neo"/>
                <a:cs typeface="Apple SD Gothic Neo"/>
              </a:defRPr>
            </a:lvl1pPr>
            <a:lvl2pPr algn="ctr">
              <a:defRPr sz="1425" b="1">
                <a:solidFill>
                  <a:srgbClr val="C00000"/>
                </a:solidFill>
                <a:latin typeface="Apple SD Gothic Neo"/>
                <a:ea typeface="Apple SD Gothic Neo"/>
                <a:cs typeface="Apple SD Gothic Neo"/>
              </a:defRPr>
            </a:lvl2pPr>
            <a:lvl3pPr algn="ctr">
              <a:defRPr sz="1425" b="1">
                <a:solidFill>
                  <a:srgbClr val="C00000"/>
                </a:solidFill>
                <a:latin typeface="Apple SD Gothic Neo"/>
                <a:ea typeface="Apple SD Gothic Neo"/>
                <a:cs typeface="Apple SD Gothic Neo"/>
              </a:defRPr>
            </a:lvl3pPr>
            <a:lvl4pPr algn="ctr">
              <a:defRPr sz="1425" b="1">
                <a:solidFill>
                  <a:srgbClr val="C00000"/>
                </a:solidFill>
                <a:latin typeface="Apple SD Gothic Neo"/>
                <a:ea typeface="Apple SD Gothic Neo"/>
                <a:cs typeface="Apple SD Gothic Neo"/>
              </a:defRPr>
            </a:lvl4pPr>
            <a:lvl5pPr algn="ctr">
              <a:defRPr sz="1425" b="1">
                <a:solidFill>
                  <a:srgbClr val="C00000"/>
                </a:solidFill>
                <a:latin typeface="Apple SD Gothic Neo"/>
                <a:ea typeface="Apple SD Gothic Neo"/>
                <a:cs typeface="Apple SD Gothic Neo"/>
              </a:defRPr>
            </a:lvl5pPr>
            <a:lvl6pPr algn="ctr">
              <a:defRPr sz="1425" b="1">
                <a:solidFill>
                  <a:srgbClr val="C00000"/>
                </a:solidFill>
                <a:latin typeface="Apple SD Gothic Neo"/>
                <a:ea typeface="Apple SD Gothic Neo"/>
                <a:cs typeface="Apple SD Gothic Neo"/>
              </a:defRPr>
            </a:lvl6pPr>
            <a:lvl7pPr algn="ctr">
              <a:defRPr sz="1425" b="1">
                <a:solidFill>
                  <a:srgbClr val="C00000"/>
                </a:solidFill>
                <a:latin typeface="Apple SD Gothic Neo"/>
                <a:ea typeface="Apple SD Gothic Neo"/>
                <a:cs typeface="Apple SD Gothic Neo"/>
              </a:defRPr>
            </a:lvl7pPr>
            <a:lvl8pPr algn="ctr">
              <a:defRPr sz="1425" b="1">
                <a:solidFill>
                  <a:srgbClr val="C00000"/>
                </a:solidFill>
                <a:latin typeface="Apple SD Gothic Neo"/>
                <a:ea typeface="Apple SD Gothic Neo"/>
                <a:cs typeface="Apple SD Gothic Neo"/>
              </a:defRPr>
            </a:lvl8pPr>
            <a:lvl9pPr algn="ctr">
              <a:defRPr sz="1425" b="1">
                <a:solidFill>
                  <a:srgbClr val="C00000"/>
                </a:solidFill>
                <a:latin typeface="Apple SD Gothic Neo"/>
                <a:ea typeface="Apple SD Gothic Neo"/>
                <a:cs typeface="Apple SD Gothic Neo"/>
              </a:defRPr>
            </a:lvl9pPr>
          </a:lstStyle>
          <a:p xmlns:a="http://schemas.openxmlformats.org/drawingml/2006/main">
            <a:pPr algn="ctr">
              <a:defRPr sz="1425" b="1">
                <a:solidFill>
                  <a:srgbClr val="C00000"/>
                </a:solidFill>
                <a:latin typeface="Apple SD Gothic Neo"/>
                <a:ea typeface="Apple SD Gothic Neo"/>
                <a:cs typeface="Apple SD Gothic Neo"/>
              </a:defRPr>
            </a:pPr>
            <a:r>
              <a:rPr sz="1425" b="1">
                <a:solidFill>
                  <a:srgbClr val="C00000"/>
                </a:solidFill>
                <a:latin typeface="Apple SD Gothic Neo"/>
                <a:ea typeface="Apple SD Gothic Neo"/>
                <a:cs typeface="Apple SD Gothic Neo"/>
              </a:rPr>
              <a:t>포인터로 둘러싼 영역</a:t>
            </a:r>
          </a:p>
        </p:txBody>
      </p:sp>
      <p:sp>
        <p:nvSpPr>
          <p:cNvPr id="43" name="DP3 object 29">
            <a:extLst xmlns:a="http://schemas.openxmlformats.org/drawingml/2006/main">
              <a:ext uri="{FF2B5EF4-FFF2-40B4-BE49-F238E27FC236}">
                <a16:creationId xmlns:a16="http://schemas.microsoft.com/office/drawing/2014/main" id="{E9B4284A-7456-40CA-8AA2-96579476BC76}"/>
              </a:ext>
            </a:extLst>
          </p:cNvPr>
          <p:cNvSpPr>
            <a:spLocks xmlns:a="http://schemas.openxmlformats.org/drawingml/2006/main" noGrp="1"/>
          </p:cNvSpPr>
          <p:nvPr/>
        </p:nvSpPr>
        <p:spPr>
          <a:xfrm xmlns:a="http://schemas.openxmlformats.org/drawingml/2006/main">
            <a:off x="12096750" y="3781425"/>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111111"/>
                </a:solidFill>
                <a:latin typeface="Apple SD Gothic Neo"/>
                <a:ea typeface="Apple SD Gothic Neo"/>
                <a:cs typeface="Apple SD Gothic Neo"/>
              </a:defRPr>
            </a:defPPr>
            <a:lvl1pPr algn="l">
              <a:defRPr sz="1950" b="1">
                <a:solidFill>
                  <a:srgbClr val="111111"/>
                </a:solidFill>
                <a:latin typeface="Apple SD Gothic Neo"/>
                <a:ea typeface="Apple SD Gothic Neo"/>
                <a:cs typeface="Apple SD Gothic Neo"/>
              </a:defRPr>
            </a:lvl1pPr>
            <a:lvl2pPr algn="l">
              <a:defRPr sz="1950" b="1">
                <a:solidFill>
                  <a:srgbClr val="111111"/>
                </a:solidFill>
                <a:latin typeface="Apple SD Gothic Neo"/>
                <a:ea typeface="Apple SD Gothic Neo"/>
                <a:cs typeface="Apple SD Gothic Neo"/>
              </a:defRPr>
            </a:lvl2pPr>
            <a:lvl3pPr algn="l">
              <a:defRPr sz="1950" b="1">
                <a:solidFill>
                  <a:srgbClr val="111111"/>
                </a:solidFill>
                <a:latin typeface="Apple SD Gothic Neo"/>
                <a:ea typeface="Apple SD Gothic Neo"/>
                <a:cs typeface="Apple SD Gothic Neo"/>
              </a:defRPr>
            </a:lvl3pPr>
            <a:lvl4pPr algn="l">
              <a:defRPr sz="1950" b="1">
                <a:solidFill>
                  <a:srgbClr val="111111"/>
                </a:solidFill>
                <a:latin typeface="Apple SD Gothic Neo"/>
                <a:ea typeface="Apple SD Gothic Neo"/>
                <a:cs typeface="Apple SD Gothic Neo"/>
              </a:defRPr>
            </a:lvl4pPr>
            <a:lvl5pPr algn="l">
              <a:defRPr sz="1950" b="1">
                <a:solidFill>
                  <a:srgbClr val="111111"/>
                </a:solidFill>
                <a:latin typeface="Apple SD Gothic Neo"/>
                <a:ea typeface="Apple SD Gothic Neo"/>
                <a:cs typeface="Apple SD Gothic Neo"/>
              </a:defRPr>
            </a:lvl5pPr>
            <a:lvl6pPr algn="l">
              <a:defRPr sz="1950" b="1">
                <a:solidFill>
                  <a:srgbClr val="111111"/>
                </a:solidFill>
                <a:latin typeface="Apple SD Gothic Neo"/>
                <a:ea typeface="Apple SD Gothic Neo"/>
                <a:cs typeface="Apple SD Gothic Neo"/>
              </a:defRPr>
            </a:lvl6pPr>
            <a:lvl7pPr algn="l">
              <a:defRPr sz="1950" b="1">
                <a:solidFill>
                  <a:srgbClr val="111111"/>
                </a:solidFill>
                <a:latin typeface="Apple SD Gothic Neo"/>
                <a:ea typeface="Apple SD Gothic Neo"/>
                <a:cs typeface="Apple SD Gothic Neo"/>
              </a:defRPr>
            </a:lvl7pPr>
            <a:lvl8pPr algn="l">
              <a:defRPr sz="1950" b="1">
                <a:solidFill>
                  <a:srgbClr val="111111"/>
                </a:solidFill>
                <a:latin typeface="Apple SD Gothic Neo"/>
                <a:ea typeface="Apple SD Gothic Neo"/>
                <a:cs typeface="Apple SD Gothic Neo"/>
              </a:defRPr>
            </a:lvl8pPr>
            <a:lvl9pPr algn="l">
              <a:defRPr sz="1950" b="1">
                <a:solidFill>
                  <a:srgbClr val="111111"/>
                </a:solidFill>
                <a:latin typeface="Apple SD Gothic Neo"/>
                <a:ea typeface="Apple SD Gothic Neo"/>
                <a:cs typeface="Apple SD Gothic Neo"/>
              </a:defRPr>
            </a:lvl9pPr>
          </a:lstStyle>
          <a:p xmlns:a="http://schemas.openxmlformats.org/drawingml/2006/main">
            <a:pPr algn="l">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받은 편지함</a:t>
            </a:r>
          </a:p>
        </p:txBody>
      </p:sp>
      <p:sp>
        <p:nvSpPr>
          <p:cNvPr id="44" name="Editable path 30">
            <a:extLst xmlns:a="http://schemas.openxmlformats.org/drawingml/2006/main">
              <a:ext uri="{FF2B5EF4-FFF2-40B4-BE49-F238E27FC236}">
                <a16:creationId xmlns:a16="http://schemas.microsoft.com/office/drawing/2014/main" id="{9F0D770D-91D5-4EA6-B8BC-6EB9FE584B11}"/>
              </a:ext>
            </a:extLst>
          </p:cNvPr>
          <p:cNvSpPr>
            <a:spLocks xmlns:a="http://schemas.openxmlformats.org/drawingml/2006/main" noGrp="1"/>
          </p:cNvSpPr>
          <p:nvPr/>
        </p:nvSpPr>
        <p:spPr>
          <a:xfrm xmlns:a="http://schemas.openxmlformats.org/drawingml/2006/main">
            <a:off x="12096750" y="4552950"/>
            <a:ext cx="4162425" cy="953"/>
          </a:xfrm>
          <a:custGeom xmlns:a="http://schemas.openxmlformats.org/drawingml/2006/main">
            <a:pathLst>
              <a:path w="4162425" h="953">
                <a:moveTo>
                  <a:pt x="0" y="0"/>
                </a:moveTo>
                <a:lnTo>
                  <a:pt x="4162425" y="0"/>
                </a:lnTo>
              </a:path>
            </a:pathLst>
          </a:custGeom>
          <a:noFill xmlns:a="http://schemas.openxmlformats.org/drawingml/2006/main"/>
          <a:ln xmlns:a="http://schemas.openxmlformats.org/drawingml/2006/main" w="9525">
            <a:solidFill>
              <a:srgbClr val="B7B9B9"/>
            </a:solidFill>
            <a:prstDash val="solid"/>
          </a:ln>
        </p:spPr>
      </p:sp>
      <p:sp>
        <p:nvSpPr>
          <p:cNvPr id="45" name="DP3 object 31">
            <a:extLst xmlns:a="http://schemas.openxmlformats.org/drawingml/2006/main">
              <a:ext uri="{FF2B5EF4-FFF2-40B4-BE49-F238E27FC236}">
                <a16:creationId xmlns:a16="http://schemas.microsoft.com/office/drawing/2014/main" id="{EE519DA9-8922-428F-A832-045F343C5E9C}"/>
              </a:ext>
            </a:extLst>
          </p:cNvPr>
          <p:cNvSpPr>
            <a:spLocks xmlns:a="http://schemas.openxmlformats.org/drawingml/2006/main" noGrp="1"/>
          </p:cNvSpPr>
          <p:nvPr/>
        </p:nvSpPr>
        <p:spPr>
          <a:xfrm xmlns:a="http://schemas.openxmlformats.org/drawingml/2006/main">
            <a:off x="12106275" y="4210050"/>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111111"/>
                </a:solidFill>
                <a:latin typeface="Apple SD Gothic Neo"/>
                <a:ea typeface="Apple SD Gothic Neo"/>
                <a:cs typeface="Apple SD Gothic Neo"/>
              </a:defRPr>
            </a:defPPr>
            <a:lvl1pPr algn="l">
              <a:defRPr sz="1725" b="0">
                <a:solidFill>
                  <a:srgbClr val="111111"/>
                </a:solidFill>
                <a:latin typeface="Apple SD Gothic Neo"/>
                <a:ea typeface="Apple SD Gothic Neo"/>
                <a:cs typeface="Apple SD Gothic Neo"/>
              </a:defRPr>
            </a:lvl1pPr>
            <a:lvl2pPr algn="l">
              <a:defRPr sz="1725" b="0">
                <a:solidFill>
                  <a:srgbClr val="111111"/>
                </a:solidFill>
                <a:latin typeface="Apple SD Gothic Neo"/>
                <a:ea typeface="Apple SD Gothic Neo"/>
                <a:cs typeface="Apple SD Gothic Neo"/>
              </a:defRPr>
            </a:lvl2pPr>
            <a:lvl3pPr algn="l">
              <a:defRPr sz="1725" b="0">
                <a:solidFill>
                  <a:srgbClr val="111111"/>
                </a:solidFill>
                <a:latin typeface="Apple SD Gothic Neo"/>
                <a:ea typeface="Apple SD Gothic Neo"/>
                <a:cs typeface="Apple SD Gothic Neo"/>
              </a:defRPr>
            </a:lvl3pPr>
            <a:lvl4pPr algn="l">
              <a:defRPr sz="1725" b="0">
                <a:solidFill>
                  <a:srgbClr val="111111"/>
                </a:solidFill>
                <a:latin typeface="Apple SD Gothic Neo"/>
                <a:ea typeface="Apple SD Gothic Neo"/>
                <a:cs typeface="Apple SD Gothic Neo"/>
              </a:defRPr>
            </a:lvl4pPr>
            <a:lvl5pPr algn="l">
              <a:defRPr sz="1725" b="0">
                <a:solidFill>
                  <a:srgbClr val="111111"/>
                </a:solidFill>
                <a:latin typeface="Apple SD Gothic Neo"/>
                <a:ea typeface="Apple SD Gothic Neo"/>
                <a:cs typeface="Apple SD Gothic Neo"/>
              </a:defRPr>
            </a:lvl5pPr>
            <a:lvl6pPr algn="l">
              <a:defRPr sz="1725" b="0">
                <a:solidFill>
                  <a:srgbClr val="111111"/>
                </a:solidFill>
                <a:latin typeface="Apple SD Gothic Neo"/>
                <a:ea typeface="Apple SD Gothic Neo"/>
                <a:cs typeface="Apple SD Gothic Neo"/>
              </a:defRPr>
            </a:lvl6pPr>
            <a:lvl7pPr algn="l">
              <a:defRPr sz="1725" b="0">
                <a:solidFill>
                  <a:srgbClr val="111111"/>
                </a:solidFill>
                <a:latin typeface="Apple SD Gothic Neo"/>
                <a:ea typeface="Apple SD Gothic Neo"/>
                <a:cs typeface="Apple SD Gothic Neo"/>
              </a:defRPr>
            </a:lvl7pPr>
            <a:lvl8pPr algn="l">
              <a:defRPr sz="1725" b="0">
                <a:solidFill>
                  <a:srgbClr val="111111"/>
                </a:solidFill>
                <a:latin typeface="Apple SD Gothic Neo"/>
                <a:ea typeface="Apple SD Gothic Neo"/>
                <a:cs typeface="Apple SD Gothic Neo"/>
              </a:defRPr>
            </a:lvl8pPr>
            <a:lvl9pPr algn="l">
              <a:defRPr sz="1725" b="0">
                <a:solidFill>
                  <a:srgbClr val="111111"/>
                </a:solidFill>
                <a:latin typeface="Apple SD Gothic Neo"/>
                <a:ea typeface="Apple SD Gothic Neo"/>
                <a:cs typeface="Apple SD Gothic Neo"/>
              </a:defRPr>
            </a:lvl9pPr>
          </a:lstStyle>
          <a:p xmlns:a="http://schemas.openxmlformats.org/drawingml/2006/main">
            <a:pPr algn="l">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회의 자료 확인</a:t>
            </a:r>
          </a:p>
        </p:txBody>
      </p:sp>
      <p:sp>
        <p:nvSpPr>
          <p:cNvPr id="46" name="Editable path 32">
            <a:extLst xmlns:a="http://schemas.openxmlformats.org/drawingml/2006/main">
              <a:ext uri="{FF2B5EF4-FFF2-40B4-BE49-F238E27FC236}">
                <a16:creationId xmlns:a16="http://schemas.microsoft.com/office/drawing/2014/main" id="{8771CF34-31E9-467E-8801-AD75BD9AEDAF}"/>
              </a:ext>
            </a:extLst>
          </p:cNvPr>
          <p:cNvSpPr>
            <a:spLocks xmlns:a="http://schemas.openxmlformats.org/drawingml/2006/main" noGrp="1"/>
          </p:cNvSpPr>
          <p:nvPr/>
        </p:nvSpPr>
        <p:spPr>
          <a:xfrm xmlns:a="http://schemas.openxmlformats.org/drawingml/2006/main">
            <a:off x="12096750" y="5029200"/>
            <a:ext cx="4162425" cy="953"/>
          </a:xfrm>
          <a:custGeom xmlns:a="http://schemas.openxmlformats.org/drawingml/2006/main">
            <a:pathLst>
              <a:path w="4162425" h="953">
                <a:moveTo>
                  <a:pt x="0" y="0"/>
                </a:moveTo>
                <a:lnTo>
                  <a:pt x="4162425" y="0"/>
                </a:lnTo>
              </a:path>
            </a:pathLst>
          </a:custGeom>
          <a:noFill xmlns:a="http://schemas.openxmlformats.org/drawingml/2006/main"/>
          <a:ln xmlns:a="http://schemas.openxmlformats.org/drawingml/2006/main" w="9525">
            <a:solidFill>
              <a:srgbClr val="B7B9B9"/>
            </a:solidFill>
            <a:prstDash val="solid"/>
          </a:ln>
        </p:spPr>
      </p:sp>
      <p:sp>
        <p:nvSpPr>
          <p:cNvPr id="47" name="DP3 object 33">
            <a:extLst xmlns:a="http://schemas.openxmlformats.org/drawingml/2006/main">
              <a:ext uri="{FF2B5EF4-FFF2-40B4-BE49-F238E27FC236}">
                <a16:creationId xmlns:a16="http://schemas.microsoft.com/office/drawing/2014/main" id="{D199A960-02F4-4754-BA72-D5838B328A55}"/>
              </a:ext>
            </a:extLst>
          </p:cNvPr>
          <p:cNvSpPr>
            <a:spLocks xmlns:a="http://schemas.openxmlformats.org/drawingml/2006/main" noGrp="1"/>
          </p:cNvSpPr>
          <p:nvPr/>
        </p:nvSpPr>
        <p:spPr>
          <a:xfrm xmlns:a="http://schemas.openxmlformats.org/drawingml/2006/main">
            <a:off x="12106275" y="4686300"/>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111111"/>
                </a:solidFill>
                <a:latin typeface="Apple SD Gothic Neo"/>
                <a:ea typeface="Apple SD Gothic Neo"/>
                <a:cs typeface="Apple SD Gothic Neo"/>
              </a:defRPr>
            </a:defPPr>
            <a:lvl1pPr algn="l">
              <a:defRPr sz="1725" b="0">
                <a:solidFill>
                  <a:srgbClr val="111111"/>
                </a:solidFill>
                <a:latin typeface="Apple SD Gothic Neo"/>
                <a:ea typeface="Apple SD Gothic Neo"/>
                <a:cs typeface="Apple SD Gothic Neo"/>
              </a:defRPr>
            </a:lvl1pPr>
            <a:lvl2pPr algn="l">
              <a:defRPr sz="1725" b="0">
                <a:solidFill>
                  <a:srgbClr val="111111"/>
                </a:solidFill>
                <a:latin typeface="Apple SD Gothic Neo"/>
                <a:ea typeface="Apple SD Gothic Neo"/>
                <a:cs typeface="Apple SD Gothic Neo"/>
              </a:defRPr>
            </a:lvl2pPr>
            <a:lvl3pPr algn="l">
              <a:defRPr sz="1725" b="0">
                <a:solidFill>
                  <a:srgbClr val="111111"/>
                </a:solidFill>
                <a:latin typeface="Apple SD Gothic Neo"/>
                <a:ea typeface="Apple SD Gothic Neo"/>
                <a:cs typeface="Apple SD Gothic Neo"/>
              </a:defRPr>
            </a:lvl3pPr>
            <a:lvl4pPr algn="l">
              <a:defRPr sz="1725" b="0">
                <a:solidFill>
                  <a:srgbClr val="111111"/>
                </a:solidFill>
                <a:latin typeface="Apple SD Gothic Neo"/>
                <a:ea typeface="Apple SD Gothic Neo"/>
                <a:cs typeface="Apple SD Gothic Neo"/>
              </a:defRPr>
            </a:lvl4pPr>
            <a:lvl5pPr algn="l">
              <a:defRPr sz="1725" b="0">
                <a:solidFill>
                  <a:srgbClr val="111111"/>
                </a:solidFill>
                <a:latin typeface="Apple SD Gothic Neo"/>
                <a:ea typeface="Apple SD Gothic Neo"/>
                <a:cs typeface="Apple SD Gothic Neo"/>
              </a:defRPr>
            </a:lvl5pPr>
            <a:lvl6pPr algn="l">
              <a:defRPr sz="1725" b="0">
                <a:solidFill>
                  <a:srgbClr val="111111"/>
                </a:solidFill>
                <a:latin typeface="Apple SD Gothic Neo"/>
                <a:ea typeface="Apple SD Gothic Neo"/>
                <a:cs typeface="Apple SD Gothic Neo"/>
              </a:defRPr>
            </a:lvl6pPr>
            <a:lvl7pPr algn="l">
              <a:defRPr sz="1725" b="0">
                <a:solidFill>
                  <a:srgbClr val="111111"/>
                </a:solidFill>
                <a:latin typeface="Apple SD Gothic Neo"/>
                <a:ea typeface="Apple SD Gothic Neo"/>
                <a:cs typeface="Apple SD Gothic Neo"/>
              </a:defRPr>
            </a:lvl7pPr>
            <a:lvl8pPr algn="l">
              <a:defRPr sz="1725" b="0">
                <a:solidFill>
                  <a:srgbClr val="111111"/>
                </a:solidFill>
                <a:latin typeface="Apple SD Gothic Neo"/>
                <a:ea typeface="Apple SD Gothic Neo"/>
                <a:cs typeface="Apple SD Gothic Neo"/>
              </a:defRPr>
            </a:lvl8pPr>
            <a:lvl9pPr algn="l">
              <a:defRPr sz="1725" b="0">
                <a:solidFill>
                  <a:srgbClr val="111111"/>
                </a:solidFill>
                <a:latin typeface="Apple SD Gothic Neo"/>
                <a:ea typeface="Apple SD Gothic Neo"/>
                <a:cs typeface="Apple SD Gothic Neo"/>
              </a:defRPr>
            </a:lvl9pPr>
          </a:lstStyle>
          <a:p xmlns:a="http://schemas.openxmlformats.org/drawingml/2006/main">
            <a:pPr algn="l">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다음 주 일정</a:t>
            </a:r>
          </a:p>
        </p:txBody>
      </p:sp>
      <p:sp>
        <p:nvSpPr>
          <p:cNvPr id="48" name="Editable path 34">
            <a:extLst xmlns:a="http://schemas.openxmlformats.org/drawingml/2006/main">
              <a:ext uri="{FF2B5EF4-FFF2-40B4-BE49-F238E27FC236}">
                <a16:creationId xmlns:a16="http://schemas.microsoft.com/office/drawing/2014/main" id="{7FAC440F-DA67-49CC-A328-724E306813CD}"/>
              </a:ext>
            </a:extLst>
          </p:cNvPr>
          <p:cNvSpPr>
            <a:spLocks xmlns:a="http://schemas.openxmlformats.org/drawingml/2006/main" noGrp="1"/>
          </p:cNvSpPr>
          <p:nvPr/>
        </p:nvSpPr>
        <p:spPr>
          <a:xfrm xmlns:a="http://schemas.openxmlformats.org/drawingml/2006/main">
            <a:off x="12096750" y="5505450"/>
            <a:ext cx="4162425" cy="953"/>
          </a:xfrm>
          <a:custGeom xmlns:a="http://schemas.openxmlformats.org/drawingml/2006/main">
            <a:pathLst>
              <a:path w="4162425" h="953">
                <a:moveTo>
                  <a:pt x="0" y="0"/>
                </a:moveTo>
                <a:lnTo>
                  <a:pt x="4162425" y="0"/>
                </a:lnTo>
              </a:path>
            </a:pathLst>
          </a:custGeom>
          <a:noFill xmlns:a="http://schemas.openxmlformats.org/drawingml/2006/main"/>
          <a:ln xmlns:a="http://schemas.openxmlformats.org/drawingml/2006/main" w="9525">
            <a:solidFill>
              <a:srgbClr val="B7B9B9"/>
            </a:solidFill>
            <a:prstDash val="solid"/>
          </a:ln>
        </p:spPr>
      </p:sp>
      <p:sp>
        <p:nvSpPr>
          <p:cNvPr id="49" name="DP3 object 35">
            <a:extLst xmlns:a="http://schemas.openxmlformats.org/drawingml/2006/main">
              <a:ext uri="{FF2B5EF4-FFF2-40B4-BE49-F238E27FC236}">
                <a16:creationId xmlns:a16="http://schemas.microsoft.com/office/drawing/2014/main" id="{26D42E46-78CE-4668-836A-D556D3CFE2B9}"/>
              </a:ext>
            </a:extLst>
          </p:cNvPr>
          <p:cNvSpPr>
            <a:spLocks xmlns:a="http://schemas.openxmlformats.org/drawingml/2006/main" noGrp="1"/>
          </p:cNvSpPr>
          <p:nvPr/>
        </p:nvSpPr>
        <p:spPr>
          <a:xfrm xmlns:a="http://schemas.openxmlformats.org/drawingml/2006/main">
            <a:off x="12106275" y="5162550"/>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111111"/>
                </a:solidFill>
                <a:latin typeface="Apple SD Gothic Neo"/>
                <a:ea typeface="Apple SD Gothic Neo"/>
                <a:cs typeface="Apple SD Gothic Neo"/>
              </a:defRPr>
            </a:defPPr>
            <a:lvl1pPr algn="l">
              <a:defRPr sz="1725" b="0">
                <a:solidFill>
                  <a:srgbClr val="111111"/>
                </a:solidFill>
                <a:latin typeface="Apple SD Gothic Neo"/>
                <a:ea typeface="Apple SD Gothic Neo"/>
                <a:cs typeface="Apple SD Gothic Neo"/>
              </a:defRPr>
            </a:lvl1pPr>
            <a:lvl2pPr algn="l">
              <a:defRPr sz="1725" b="0">
                <a:solidFill>
                  <a:srgbClr val="111111"/>
                </a:solidFill>
                <a:latin typeface="Apple SD Gothic Neo"/>
                <a:ea typeface="Apple SD Gothic Neo"/>
                <a:cs typeface="Apple SD Gothic Neo"/>
              </a:defRPr>
            </a:lvl2pPr>
            <a:lvl3pPr algn="l">
              <a:defRPr sz="1725" b="0">
                <a:solidFill>
                  <a:srgbClr val="111111"/>
                </a:solidFill>
                <a:latin typeface="Apple SD Gothic Neo"/>
                <a:ea typeface="Apple SD Gothic Neo"/>
                <a:cs typeface="Apple SD Gothic Neo"/>
              </a:defRPr>
            </a:lvl3pPr>
            <a:lvl4pPr algn="l">
              <a:defRPr sz="1725" b="0">
                <a:solidFill>
                  <a:srgbClr val="111111"/>
                </a:solidFill>
                <a:latin typeface="Apple SD Gothic Neo"/>
                <a:ea typeface="Apple SD Gothic Neo"/>
                <a:cs typeface="Apple SD Gothic Neo"/>
              </a:defRPr>
            </a:lvl4pPr>
            <a:lvl5pPr algn="l">
              <a:defRPr sz="1725" b="0">
                <a:solidFill>
                  <a:srgbClr val="111111"/>
                </a:solidFill>
                <a:latin typeface="Apple SD Gothic Neo"/>
                <a:ea typeface="Apple SD Gothic Neo"/>
                <a:cs typeface="Apple SD Gothic Neo"/>
              </a:defRPr>
            </a:lvl5pPr>
            <a:lvl6pPr algn="l">
              <a:defRPr sz="1725" b="0">
                <a:solidFill>
                  <a:srgbClr val="111111"/>
                </a:solidFill>
                <a:latin typeface="Apple SD Gothic Neo"/>
                <a:ea typeface="Apple SD Gothic Neo"/>
                <a:cs typeface="Apple SD Gothic Neo"/>
              </a:defRPr>
            </a:lvl6pPr>
            <a:lvl7pPr algn="l">
              <a:defRPr sz="1725" b="0">
                <a:solidFill>
                  <a:srgbClr val="111111"/>
                </a:solidFill>
                <a:latin typeface="Apple SD Gothic Neo"/>
                <a:ea typeface="Apple SD Gothic Neo"/>
                <a:cs typeface="Apple SD Gothic Neo"/>
              </a:defRPr>
            </a:lvl7pPr>
            <a:lvl8pPr algn="l">
              <a:defRPr sz="1725" b="0">
                <a:solidFill>
                  <a:srgbClr val="111111"/>
                </a:solidFill>
                <a:latin typeface="Apple SD Gothic Neo"/>
                <a:ea typeface="Apple SD Gothic Neo"/>
                <a:cs typeface="Apple SD Gothic Neo"/>
              </a:defRPr>
            </a:lvl8pPr>
            <a:lvl9pPr algn="l">
              <a:defRPr sz="1725" b="0">
                <a:solidFill>
                  <a:srgbClr val="111111"/>
                </a:solidFill>
                <a:latin typeface="Apple SD Gothic Neo"/>
                <a:ea typeface="Apple SD Gothic Neo"/>
                <a:cs typeface="Apple SD Gothic Neo"/>
              </a:defRPr>
            </a:lvl9pPr>
          </a:lstStyle>
          <a:p xmlns:a="http://schemas.openxmlformats.org/drawingml/2006/main">
            <a:pPr algn="l">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검토 요청</a:t>
            </a:r>
          </a:p>
        </p:txBody>
      </p:sp>
      <p:sp>
        <p:nvSpPr>
          <p:cNvPr id="50" name="Editable path 36">
            <a:extLst xmlns:a="http://schemas.openxmlformats.org/drawingml/2006/main">
              <a:ext uri="{FF2B5EF4-FFF2-40B4-BE49-F238E27FC236}">
                <a16:creationId xmlns:a16="http://schemas.microsoft.com/office/drawing/2014/main" id="{8D332107-EF8D-4300-9C0C-7064E9633201}"/>
              </a:ext>
            </a:extLst>
          </p:cNvPr>
          <p:cNvSpPr>
            <a:spLocks xmlns:a="http://schemas.openxmlformats.org/drawingml/2006/main" noGrp="1"/>
          </p:cNvSpPr>
          <p:nvPr/>
        </p:nvSpPr>
        <p:spPr>
          <a:xfrm xmlns:a="http://schemas.openxmlformats.org/drawingml/2006/main">
            <a:off x="5543550" y="4524375"/>
            <a:ext cx="571500" cy="953"/>
          </a:xfrm>
          <a:custGeom xmlns:a="http://schemas.openxmlformats.org/drawingml/2006/main">
            <a:pathLst>
              <a:path w="571500" h="953">
                <a:moveTo>
                  <a:pt x="0" y="0"/>
                </a:moveTo>
                <a:lnTo>
                  <a:pt x="571500" y="0"/>
                </a:lnTo>
              </a:path>
            </a:pathLst>
          </a:custGeom>
          <a:noFill xmlns:a="http://schemas.openxmlformats.org/drawingml/2006/main"/>
          <a:ln xmlns:a="http://schemas.openxmlformats.org/drawingml/2006/main" w="21908">
            <a:solidFill>
              <a:srgbClr val="111111"/>
            </a:solidFill>
            <a:prstDash val="solid"/>
          </a:ln>
        </p:spPr>
      </p:sp>
      <p:sp>
        <p:nvSpPr>
          <p:cNvPr id="51" name="Editable arrowhead 37">
            <a:extLst xmlns:a="http://schemas.openxmlformats.org/drawingml/2006/main">
              <a:ext uri="{FF2B5EF4-FFF2-40B4-BE49-F238E27FC236}">
                <a16:creationId xmlns:a16="http://schemas.microsoft.com/office/drawing/2014/main" id="{D4B74987-88C1-47AC-B82B-4B439B3C0639}"/>
              </a:ext>
            </a:extLst>
          </p:cNvPr>
          <p:cNvSpPr>
            <a:spLocks xmlns:a="http://schemas.openxmlformats.org/drawingml/2006/main" noGrp="1"/>
          </p:cNvSpPr>
          <p:nvPr/>
        </p:nvSpPr>
        <p:spPr>
          <a:xfrm xmlns:a="http://schemas.openxmlformats.org/drawingml/2006/main">
            <a:off x="6019800" y="44767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2" name="Editable path 38">
            <a:extLst xmlns:a="http://schemas.openxmlformats.org/drawingml/2006/main">
              <a:ext uri="{FF2B5EF4-FFF2-40B4-BE49-F238E27FC236}">
                <a16:creationId xmlns:a16="http://schemas.microsoft.com/office/drawing/2014/main" id="{FDACBE76-65BF-4010-B1B4-D90F0CFF253C}"/>
              </a:ext>
            </a:extLst>
          </p:cNvPr>
          <p:cNvSpPr>
            <a:spLocks xmlns:a="http://schemas.openxmlformats.org/drawingml/2006/main" noGrp="1"/>
          </p:cNvSpPr>
          <p:nvPr/>
        </p:nvSpPr>
        <p:spPr>
          <a:xfrm xmlns:a="http://schemas.openxmlformats.org/drawingml/2006/main">
            <a:off x="11068050" y="4524375"/>
            <a:ext cx="571500" cy="953"/>
          </a:xfrm>
          <a:custGeom xmlns:a="http://schemas.openxmlformats.org/drawingml/2006/main">
            <a:pathLst>
              <a:path w="571500" h="953">
                <a:moveTo>
                  <a:pt x="0" y="0"/>
                </a:moveTo>
                <a:lnTo>
                  <a:pt x="571500" y="0"/>
                </a:lnTo>
              </a:path>
            </a:pathLst>
          </a:custGeom>
          <a:noFill xmlns:a="http://schemas.openxmlformats.org/drawingml/2006/main"/>
          <a:ln xmlns:a="http://schemas.openxmlformats.org/drawingml/2006/main" w="21908">
            <a:solidFill>
              <a:srgbClr val="111111"/>
            </a:solidFill>
            <a:prstDash val="solid"/>
          </a:ln>
        </p:spPr>
      </p:sp>
      <p:sp>
        <p:nvSpPr>
          <p:cNvPr id="53" name="Editable arrowhead 39">
            <a:extLst xmlns:a="http://schemas.openxmlformats.org/drawingml/2006/main">
              <a:ext uri="{FF2B5EF4-FFF2-40B4-BE49-F238E27FC236}">
                <a16:creationId xmlns:a16="http://schemas.microsoft.com/office/drawing/2014/main" id="{775BDBFE-F72B-4839-B4F1-192BC29EA0E3}"/>
              </a:ext>
            </a:extLst>
          </p:cNvPr>
          <p:cNvSpPr>
            <a:spLocks xmlns:a="http://schemas.openxmlformats.org/drawingml/2006/main" noGrp="1"/>
          </p:cNvSpPr>
          <p:nvPr/>
        </p:nvSpPr>
        <p:spPr>
          <a:xfrm xmlns:a="http://schemas.openxmlformats.org/drawingml/2006/main">
            <a:off x="11544300" y="44767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4" name="“이 매출과…”">
            <a:extLst xmlns:a="http://schemas.openxmlformats.org/drawingml/2006/main">
              <a:ext uri="{FF2B5EF4-FFF2-40B4-BE49-F238E27FC236}">
                <a16:creationId xmlns:a16="http://schemas.microsoft.com/office/drawing/2014/main" id="{22E5AF68-8CC8-4845-8B3A-2A857F2315C7}"/>
              </a:ext>
            </a:extLst>
          </p:cNvPr>
          <p:cNvSpPr>
            <a:spLocks xmlns:a="http://schemas.openxmlformats.org/drawingml/2006/main" noGrp="1"/>
          </p:cNvSpPr>
          <p:nvPr/>
        </p:nvSpPr>
        <p:spPr>
          <a:xfrm xmlns:a="http://schemas.openxmlformats.org/drawingml/2006/main">
            <a:off x="809625" y="6115050"/>
            <a:ext cx="4667250" cy="66675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55" name="DP3 object 40">
            <a:extLst xmlns:a="http://schemas.openxmlformats.org/drawingml/2006/main">
              <a:ext uri="{FF2B5EF4-FFF2-40B4-BE49-F238E27FC236}">
                <a16:creationId xmlns:a16="http://schemas.microsoft.com/office/drawing/2014/main" id="{1AF1B1CB-A908-469C-9CE9-08D8C1468A36}"/>
              </a:ext>
            </a:extLst>
          </p:cNvPr>
          <p:cNvSpPr>
            <a:spLocks xmlns:a="http://schemas.openxmlformats.org/drawingml/2006/main" noGrp="1"/>
          </p:cNvSpPr>
          <p:nvPr/>
        </p:nvSpPr>
        <p:spPr>
          <a:xfrm xmlns:a="http://schemas.openxmlformats.org/drawingml/2006/main">
            <a:off x="876300" y="6153150"/>
            <a:ext cx="4533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325" b="1">
                <a:solidFill>
                  <a:srgbClr val="111111"/>
                </a:solidFill>
                <a:latin typeface="Apple SD Gothic Neo"/>
                <a:ea typeface="Apple SD Gothic Neo"/>
                <a:cs typeface="Apple SD Gothic Neo"/>
              </a:defRPr>
            </a:defPPr>
            <a:lvl1pPr algn="ctr">
              <a:defRPr sz="2325" b="1">
                <a:solidFill>
                  <a:srgbClr val="111111"/>
                </a:solidFill>
                <a:latin typeface="Apple SD Gothic Neo"/>
                <a:ea typeface="Apple SD Gothic Neo"/>
                <a:cs typeface="Apple SD Gothic Neo"/>
              </a:defRPr>
            </a:lvl1pPr>
            <a:lvl2pPr algn="ctr">
              <a:defRPr sz="2325" b="1">
                <a:solidFill>
                  <a:srgbClr val="111111"/>
                </a:solidFill>
                <a:latin typeface="Apple SD Gothic Neo"/>
                <a:ea typeface="Apple SD Gothic Neo"/>
                <a:cs typeface="Apple SD Gothic Neo"/>
              </a:defRPr>
            </a:lvl2pPr>
            <a:lvl3pPr algn="ctr">
              <a:defRPr sz="2325" b="1">
                <a:solidFill>
                  <a:srgbClr val="111111"/>
                </a:solidFill>
                <a:latin typeface="Apple SD Gothic Neo"/>
                <a:ea typeface="Apple SD Gothic Neo"/>
                <a:cs typeface="Apple SD Gothic Neo"/>
              </a:defRPr>
            </a:lvl3pPr>
            <a:lvl4pPr algn="ctr">
              <a:defRPr sz="2325" b="1">
                <a:solidFill>
                  <a:srgbClr val="111111"/>
                </a:solidFill>
                <a:latin typeface="Apple SD Gothic Neo"/>
                <a:ea typeface="Apple SD Gothic Neo"/>
                <a:cs typeface="Apple SD Gothic Neo"/>
              </a:defRPr>
            </a:lvl4pPr>
            <a:lvl5pPr algn="ctr">
              <a:defRPr sz="2325" b="1">
                <a:solidFill>
                  <a:srgbClr val="111111"/>
                </a:solidFill>
                <a:latin typeface="Apple SD Gothic Neo"/>
                <a:ea typeface="Apple SD Gothic Neo"/>
                <a:cs typeface="Apple SD Gothic Neo"/>
              </a:defRPr>
            </a:lvl5pPr>
            <a:lvl6pPr algn="ctr">
              <a:defRPr sz="2325" b="1">
                <a:solidFill>
                  <a:srgbClr val="111111"/>
                </a:solidFill>
                <a:latin typeface="Apple SD Gothic Neo"/>
                <a:ea typeface="Apple SD Gothic Neo"/>
                <a:cs typeface="Apple SD Gothic Neo"/>
              </a:defRPr>
            </a:lvl6pPr>
            <a:lvl7pPr algn="ctr">
              <a:defRPr sz="2325" b="1">
                <a:solidFill>
                  <a:srgbClr val="111111"/>
                </a:solidFill>
                <a:latin typeface="Apple SD Gothic Neo"/>
                <a:ea typeface="Apple SD Gothic Neo"/>
                <a:cs typeface="Apple SD Gothic Neo"/>
              </a:defRPr>
            </a:lvl7pPr>
            <a:lvl8pPr algn="ctr">
              <a:defRPr sz="2325" b="1">
                <a:solidFill>
                  <a:srgbClr val="111111"/>
                </a:solidFill>
                <a:latin typeface="Apple SD Gothic Neo"/>
                <a:ea typeface="Apple SD Gothic Neo"/>
                <a:cs typeface="Apple SD Gothic Neo"/>
              </a:defRPr>
            </a:lvl8pPr>
            <a:lvl9pPr algn="ctr">
              <a:defRPr sz="2325" b="1">
                <a:solidFill>
                  <a:srgbClr val="111111"/>
                </a:solidFill>
                <a:latin typeface="Apple SD Gothic Neo"/>
                <a:ea typeface="Apple SD Gothic Neo"/>
                <a:cs typeface="Apple SD Gothic Neo"/>
              </a:defRPr>
            </a:lvl9pPr>
          </a:lstStyle>
          <a:p xmlns:a="http://schemas.openxmlformats.org/drawingml/2006/main">
            <a:pPr algn="ctr">
              <a:defRPr sz="2325" b="1">
                <a:solidFill>
                  <a:srgbClr val="111111"/>
                </a:solidFill>
                <a:latin typeface="Apple SD Gothic Neo"/>
                <a:ea typeface="Apple SD Gothic Neo"/>
                <a:cs typeface="Apple SD Gothic Neo"/>
              </a:defRPr>
            </a:pPr>
            <a:r>
              <a:rPr sz="2325" b="1">
                <a:solidFill>
                  <a:srgbClr val="111111"/>
                </a:solidFill>
                <a:latin typeface="Apple SD Gothic Neo"/>
                <a:ea typeface="Apple SD Gothic Neo"/>
                <a:cs typeface="Apple SD Gothic Neo"/>
              </a:rPr>
              <a:t>“이 매출과…”</a:t>
            </a:r>
          </a:p>
        </p:txBody>
      </p:sp>
      <p:sp>
        <p:nvSpPr>
          <p:cNvPr id="56" name="“이 두 그래프를 비교해줘.”">
            <a:extLst xmlns:a="http://schemas.openxmlformats.org/drawingml/2006/main">
              <a:ext uri="{FF2B5EF4-FFF2-40B4-BE49-F238E27FC236}">
                <a16:creationId xmlns:a16="http://schemas.microsoft.com/office/drawing/2014/main" id="{248FC897-0D26-4C8C-BF3D-A5F943946D63}"/>
              </a:ext>
            </a:extLst>
          </p:cNvPr>
          <p:cNvSpPr>
            <a:spLocks xmlns:a="http://schemas.openxmlformats.org/drawingml/2006/main" noGrp="1"/>
          </p:cNvSpPr>
          <p:nvPr/>
        </p:nvSpPr>
        <p:spPr>
          <a:xfrm xmlns:a="http://schemas.openxmlformats.org/drawingml/2006/main">
            <a:off x="6334125" y="6115050"/>
            <a:ext cx="4667250" cy="66675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57" name="DP3 object 41">
            <a:extLst xmlns:a="http://schemas.openxmlformats.org/drawingml/2006/main">
              <a:ext uri="{FF2B5EF4-FFF2-40B4-BE49-F238E27FC236}">
                <a16:creationId xmlns:a16="http://schemas.microsoft.com/office/drawing/2014/main" id="{A4582633-0A35-470D-9366-52AA9973E744}"/>
              </a:ext>
            </a:extLst>
          </p:cNvPr>
          <p:cNvSpPr>
            <a:spLocks xmlns:a="http://schemas.openxmlformats.org/drawingml/2006/main" noGrp="1"/>
          </p:cNvSpPr>
          <p:nvPr/>
        </p:nvSpPr>
        <p:spPr>
          <a:xfrm xmlns:a="http://schemas.openxmlformats.org/drawingml/2006/main">
            <a:off x="6400800" y="6153150"/>
            <a:ext cx="4533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175" b="1">
                <a:solidFill>
                  <a:srgbClr val="111111"/>
                </a:solidFill>
                <a:latin typeface="Apple SD Gothic Neo"/>
                <a:ea typeface="Apple SD Gothic Neo"/>
                <a:cs typeface="Apple SD Gothic Neo"/>
              </a:defRPr>
            </a:defPPr>
            <a:lvl1pPr algn="ctr">
              <a:defRPr sz="2175" b="1">
                <a:solidFill>
                  <a:srgbClr val="111111"/>
                </a:solidFill>
                <a:latin typeface="Apple SD Gothic Neo"/>
                <a:ea typeface="Apple SD Gothic Neo"/>
                <a:cs typeface="Apple SD Gothic Neo"/>
              </a:defRPr>
            </a:lvl1pPr>
            <a:lvl2pPr algn="ctr">
              <a:defRPr sz="2175" b="1">
                <a:solidFill>
                  <a:srgbClr val="111111"/>
                </a:solidFill>
                <a:latin typeface="Apple SD Gothic Neo"/>
                <a:ea typeface="Apple SD Gothic Neo"/>
                <a:cs typeface="Apple SD Gothic Neo"/>
              </a:defRPr>
            </a:lvl2pPr>
            <a:lvl3pPr algn="ctr">
              <a:defRPr sz="2175" b="1">
                <a:solidFill>
                  <a:srgbClr val="111111"/>
                </a:solidFill>
                <a:latin typeface="Apple SD Gothic Neo"/>
                <a:ea typeface="Apple SD Gothic Neo"/>
                <a:cs typeface="Apple SD Gothic Neo"/>
              </a:defRPr>
            </a:lvl3pPr>
            <a:lvl4pPr algn="ctr">
              <a:defRPr sz="2175" b="1">
                <a:solidFill>
                  <a:srgbClr val="111111"/>
                </a:solidFill>
                <a:latin typeface="Apple SD Gothic Neo"/>
                <a:ea typeface="Apple SD Gothic Neo"/>
                <a:cs typeface="Apple SD Gothic Neo"/>
              </a:defRPr>
            </a:lvl4pPr>
            <a:lvl5pPr algn="ctr">
              <a:defRPr sz="2175" b="1">
                <a:solidFill>
                  <a:srgbClr val="111111"/>
                </a:solidFill>
                <a:latin typeface="Apple SD Gothic Neo"/>
                <a:ea typeface="Apple SD Gothic Neo"/>
                <a:cs typeface="Apple SD Gothic Neo"/>
              </a:defRPr>
            </a:lvl5pPr>
            <a:lvl6pPr algn="ctr">
              <a:defRPr sz="2175" b="1">
                <a:solidFill>
                  <a:srgbClr val="111111"/>
                </a:solidFill>
                <a:latin typeface="Apple SD Gothic Neo"/>
                <a:ea typeface="Apple SD Gothic Neo"/>
                <a:cs typeface="Apple SD Gothic Neo"/>
              </a:defRPr>
            </a:lvl6pPr>
            <a:lvl7pPr algn="ctr">
              <a:defRPr sz="2175" b="1">
                <a:solidFill>
                  <a:srgbClr val="111111"/>
                </a:solidFill>
                <a:latin typeface="Apple SD Gothic Neo"/>
                <a:ea typeface="Apple SD Gothic Neo"/>
                <a:cs typeface="Apple SD Gothic Neo"/>
              </a:defRPr>
            </a:lvl7pPr>
            <a:lvl8pPr algn="ctr">
              <a:defRPr sz="2175" b="1">
                <a:solidFill>
                  <a:srgbClr val="111111"/>
                </a:solidFill>
                <a:latin typeface="Apple SD Gothic Neo"/>
                <a:ea typeface="Apple SD Gothic Neo"/>
                <a:cs typeface="Apple SD Gothic Neo"/>
              </a:defRPr>
            </a:lvl8pPr>
            <a:lvl9pPr algn="ctr">
              <a:defRPr sz="2175" b="1">
                <a:solidFill>
                  <a:srgbClr val="111111"/>
                </a:solidFill>
                <a:latin typeface="Apple SD Gothic Neo"/>
                <a:ea typeface="Apple SD Gothic Neo"/>
                <a:cs typeface="Apple SD Gothic Neo"/>
              </a:defRPr>
            </a:lvl9pPr>
          </a:lstStyle>
          <a:p xmlns:a="http://schemas.openxmlformats.org/drawingml/2006/main">
            <a:pPr algn="ctr">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“이 두 그래프를 비교해줘.”</a:t>
            </a:r>
          </a:p>
        </p:txBody>
      </p:sp>
      <p:sp>
        <p:nvSpPr>
          <p:cNvPr id="58" name="“아니, 오른쪽 것만.”">
            <a:extLst xmlns:a="http://schemas.openxmlformats.org/drawingml/2006/main">
              <a:ext uri="{FF2B5EF4-FFF2-40B4-BE49-F238E27FC236}">
                <a16:creationId xmlns:a16="http://schemas.microsoft.com/office/drawing/2014/main" id="{D9E1AD99-C397-4283-8834-CD35546021FC}"/>
              </a:ext>
            </a:extLst>
          </p:cNvPr>
          <p:cNvSpPr>
            <a:spLocks xmlns:a="http://schemas.openxmlformats.org/drawingml/2006/main" noGrp="1"/>
          </p:cNvSpPr>
          <p:nvPr/>
        </p:nvSpPr>
        <p:spPr>
          <a:xfrm xmlns:a="http://schemas.openxmlformats.org/drawingml/2006/main">
            <a:off x="11858625" y="6115050"/>
            <a:ext cx="4667250" cy="66675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59" name="DP3 object 42">
            <a:extLst xmlns:a="http://schemas.openxmlformats.org/drawingml/2006/main">
              <a:ext uri="{FF2B5EF4-FFF2-40B4-BE49-F238E27FC236}">
                <a16:creationId xmlns:a16="http://schemas.microsoft.com/office/drawing/2014/main" id="{5480B274-F35E-4D19-BF77-AB70CFC65ED4}"/>
              </a:ext>
            </a:extLst>
          </p:cNvPr>
          <p:cNvSpPr>
            <a:spLocks xmlns:a="http://schemas.openxmlformats.org/drawingml/2006/main" noGrp="1"/>
          </p:cNvSpPr>
          <p:nvPr/>
        </p:nvSpPr>
        <p:spPr>
          <a:xfrm xmlns:a="http://schemas.openxmlformats.org/drawingml/2006/main">
            <a:off x="11925300" y="6153150"/>
            <a:ext cx="4533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250" b="1">
                <a:solidFill>
                  <a:srgbClr val="111111"/>
                </a:solidFill>
                <a:latin typeface="Apple SD Gothic Neo"/>
                <a:ea typeface="Apple SD Gothic Neo"/>
                <a:cs typeface="Apple SD Gothic Neo"/>
              </a:defRPr>
            </a:defPPr>
            <a:lvl1pPr algn="ctr">
              <a:defRPr sz="2250" b="1">
                <a:solidFill>
                  <a:srgbClr val="111111"/>
                </a:solidFill>
                <a:latin typeface="Apple SD Gothic Neo"/>
                <a:ea typeface="Apple SD Gothic Neo"/>
                <a:cs typeface="Apple SD Gothic Neo"/>
              </a:defRPr>
            </a:lvl1pPr>
            <a:lvl2pPr algn="ctr">
              <a:defRPr sz="2250" b="1">
                <a:solidFill>
                  <a:srgbClr val="111111"/>
                </a:solidFill>
                <a:latin typeface="Apple SD Gothic Neo"/>
                <a:ea typeface="Apple SD Gothic Neo"/>
                <a:cs typeface="Apple SD Gothic Neo"/>
              </a:defRPr>
            </a:lvl2pPr>
            <a:lvl3pPr algn="ctr">
              <a:defRPr sz="2250" b="1">
                <a:solidFill>
                  <a:srgbClr val="111111"/>
                </a:solidFill>
                <a:latin typeface="Apple SD Gothic Neo"/>
                <a:ea typeface="Apple SD Gothic Neo"/>
                <a:cs typeface="Apple SD Gothic Neo"/>
              </a:defRPr>
            </a:lvl3pPr>
            <a:lvl4pPr algn="ctr">
              <a:defRPr sz="2250" b="1">
                <a:solidFill>
                  <a:srgbClr val="111111"/>
                </a:solidFill>
                <a:latin typeface="Apple SD Gothic Neo"/>
                <a:ea typeface="Apple SD Gothic Neo"/>
                <a:cs typeface="Apple SD Gothic Neo"/>
              </a:defRPr>
            </a:lvl4pPr>
            <a:lvl5pPr algn="ctr">
              <a:defRPr sz="2250" b="1">
                <a:solidFill>
                  <a:srgbClr val="111111"/>
                </a:solidFill>
                <a:latin typeface="Apple SD Gothic Neo"/>
                <a:ea typeface="Apple SD Gothic Neo"/>
                <a:cs typeface="Apple SD Gothic Neo"/>
              </a:defRPr>
            </a:lvl5pPr>
            <a:lvl6pPr algn="ctr">
              <a:defRPr sz="2250" b="1">
                <a:solidFill>
                  <a:srgbClr val="111111"/>
                </a:solidFill>
                <a:latin typeface="Apple SD Gothic Neo"/>
                <a:ea typeface="Apple SD Gothic Neo"/>
                <a:cs typeface="Apple SD Gothic Neo"/>
              </a:defRPr>
            </a:lvl6pPr>
            <a:lvl7pPr algn="ctr">
              <a:defRPr sz="2250" b="1">
                <a:solidFill>
                  <a:srgbClr val="111111"/>
                </a:solidFill>
                <a:latin typeface="Apple SD Gothic Neo"/>
                <a:ea typeface="Apple SD Gothic Neo"/>
                <a:cs typeface="Apple SD Gothic Neo"/>
              </a:defRPr>
            </a:lvl7pPr>
            <a:lvl8pPr algn="ctr">
              <a:defRPr sz="2250" b="1">
                <a:solidFill>
                  <a:srgbClr val="111111"/>
                </a:solidFill>
                <a:latin typeface="Apple SD Gothic Neo"/>
                <a:ea typeface="Apple SD Gothic Neo"/>
                <a:cs typeface="Apple SD Gothic Neo"/>
              </a:defRPr>
            </a:lvl8pPr>
            <a:lvl9pPr algn="ctr">
              <a:defRPr sz="2250" b="1">
                <a:solidFill>
                  <a:srgbClr val="111111"/>
                </a:solidFill>
                <a:latin typeface="Apple SD Gothic Neo"/>
                <a:ea typeface="Apple SD Gothic Neo"/>
                <a:cs typeface="Apple SD Gothic Neo"/>
              </a:defRPr>
            </a:lvl9pPr>
          </a:lstStyle>
          <a:p xmlns:a="http://schemas.openxmlformats.org/drawingml/2006/main">
            <a:pPr algn="ctr">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“아니, 오른쪽 것만.”</a:t>
            </a:r>
          </a:p>
        </p:txBody>
      </p:sp>
      <p:sp>
        <p:nvSpPr>
          <p:cNvPr id="60" name="Editable path 43">
            <a:extLst xmlns:a="http://schemas.openxmlformats.org/drawingml/2006/main">
              <a:ext uri="{FF2B5EF4-FFF2-40B4-BE49-F238E27FC236}">
                <a16:creationId xmlns:a16="http://schemas.microsoft.com/office/drawing/2014/main" id="{668ACEEF-82B2-4031-8025-1DF339057962}"/>
              </a:ext>
            </a:extLst>
          </p:cNvPr>
          <p:cNvSpPr>
            <a:spLocks xmlns:a="http://schemas.openxmlformats.org/drawingml/2006/main" noGrp="1"/>
          </p:cNvSpPr>
          <p:nvPr/>
        </p:nvSpPr>
        <p:spPr>
          <a:xfrm xmlns:a="http://schemas.openxmlformats.org/drawingml/2006/main">
            <a:off x="11001375" y="4848225"/>
            <a:ext cx="3190875" cy="2352675"/>
          </a:xfrm>
          <a:custGeom xmlns:a="http://schemas.openxmlformats.org/drawingml/2006/main">
            <a:pathLst>
              <a:path w="3190875" h="2352675">
                <a:moveTo>
                  <a:pt x="3190875" y="1933575"/>
                </a:moveTo>
                <a:lnTo>
                  <a:pt x="3190875" y="2352675"/>
                </a:lnTo>
                <a:lnTo>
                  <a:pt x="371475" y="2352675"/>
                </a:lnTo>
                <a:lnTo>
                  <a:pt x="371475" y="0"/>
                </a:lnTo>
                <a:lnTo>
                  <a:pt x="0" y="0"/>
                </a:lnTo>
              </a:path>
            </a:pathLst>
          </a:custGeom>
          <a:noFill xmlns:a="http://schemas.openxmlformats.org/drawingml/2006/main"/>
          <a:ln xmlns:a="http://schemas.openxmlformats.org/drawingml/2006/main" w="25718">
            <a:solidFill>
              <a:srgbClr val="C00000"/>
            </a:solidFill>
            <a:prstDash val="dash"/>
          </a:ln>
        </p:spPr>
      </p:sp>
      <p:sp>
        <p:nvSpPr>
          <p:cNvPr id="61" name="Editable arrowhead 44">
            <a:extLst xmlns:a="http://schemas.openxmlformats.org/drawingml/2006/main">
              <a:ext uri="{FF2B5EF4-FFF2-40B4-BE49-F238E27FC236}">
                <a16:creationId xmlns:a16="http://schemas.microsoft.com/office/drawing/2014/main" id="{EC47DE24-41F5-4C93-A47F-EB924060C0A9}"/>
              </a:ext>
            </a:extLst>
          </p:cNvPr>
          <p:cNvSpPr>
            <a:spLocks xmlns:a="http://schemas.openxmlformats.org/drawingml/2006/main" noGrp="1"/>
          </p:cNvSpPr>
          <p:nvPr/>
        </p:nvSpPr>
        <p:spPr>
          <a:xfrm xmlns:a="http://schemas.openxmlformats.org/drawingml/2006/main">
            <a:off x="11001375" y="48006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C00000"/>
          </a:solidFill>
          <a:ln xmlns:a="http://schemas.openxmlformats.org/drawingml/2006/main" w="5715">
            <a:solidFill>
              <a:srgbClr val="C00000"/>
            </a:solidFill>
            <a:prstDash val="solid"/>
          </a:ln>
        </p:spPr>
      </p:sp>
      <p:sp>
        <p:nvSpPr>
          <p:cNvPr id="62" name="DP3 object 45">
            <a:extLst xmlns:a="http://schemas.openxmlformats.org/drawingml/2006/main">
              <a:ext uri="{FF2B5EF4-FFF2-40B4-BE49-F238E27FC236}">
                <a16:creationId xmlns:a16="http://schemas.microsoft.com/office/drawing/2014/main" id="{FDC8B214-8913-43CF-9ADA-CD9D2F91D85C}"/>
              </a:ext>
            </a:extLst>
          </p:cNvPr>
          <p:cNvSpPr>
            <a:spLocks xmlns:a="http://schemas.openxmlformats.org/drawingml/2006/main" noGrp="1"/>
          </p:cNvSpPr>
          <p:nvPr/>
        </p:nvSpPr>
        <p:spPr>
          <a:xfrm xmlns:a="http://schemas.openxmlformats.org/drawingml/2006/main">
            <a:off x="2667000" y="7553325"/>
            <a:ext cx="13049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550" b="1">
                <a:solidFill>
                  <a:srgbClr val="C00000"/>
                </a:solidFill>
                <a:latin typeface="Apple SD Gothic Neo"/>
                <a:ea typeface="Apple SD Gothic Neo"/>
                <a:cs typeface="Apple SD Gothic Neo"/>
              </a:defRPr>
            </a:defPPr>
            <a:lvl1pPr algn="ctr">
              <a:defRPr sz="2550" b="1">
                <a:solidFill>
                  <a:srgbClr val="C00000"/>
                </a:solidFill>
                <a:latin typeface="Apple SD Gothic Neo"/>
                <a:ea typeface="Apple SD Gothic Neo"/>
                <a:cs typeface="Apple SD Gothic Neo"/>
              </a:defRPr>
            </a:lvl1pPr>
            <a:lvl2pPr algn="ctr">
              <a:defRPr sz="2550" b="1">
                <a:solidFill>
                  <a:srgbClr val="C00000"/>
                </a:solidFill>
                <a:latin typeface="Apple SD Gothic Neo"/>
                <a:ea typeface="Apple SD Gothic Neo"/>
                <a:cs typeface="Apple SD Gothic Neo"/>
              </a:defRPr>
            </a:lvl2pPr>
            <a:lvl3pPr algn="ctr">
              <a:defRPr sz="2550" b="1">
                <a:solidFill>
                  <a:srgbClr val="C00000"/>
                </a:solidFill>
                <a:latin typeface="Apple SD Gothic Neo"/>
                <a:ea typeface="Apple SD Gothic Neo"/>
                <a:cs typeface="Apple SD Gothic Neo"/>
              </a:defRPr>
            </a:lvl3pPr>
            <a:lvl4pPr algn="ctr">
              <a:defRPr sz="2550" b="1">
                <a:solidFill>
                  <a:srgbClr val="C00000"/>
                </a:solidFill>
                <a:latin typeface="Apple SD Gothic Neo"/>
                <a:ea typeface="Apple SD Gothic Neo"/>
                <a:cs typeface="Apple SD Gothic Neo"/>
              </a:defRPr>
            </a:lvl4pPr>
            <a:lvl5pPr algn="ctr">
              <a:defRPr sz="2550" b="1">
                <a:solidFill>
                  <a:srgbClr val="C00000"/>
                </a:solidFill>
                <a:latin typeface="Apple SD Gothic Neo"/>
                <a:ea typeface="Apple SD Gothic Neo"/>
                <a:cs typeface="Apple SD Gothic Neo"/>
              </a:defRPr>
            </a:lvl5pPr>
            <a:lvl6pPr algn="ctr">
              <a:defRPr sz="2550" b="1">
                <a:solidFill>
                  <a:srgbClr val="C00000"/>
                </a:solidFill>
                <a:latin typeface="Apple SD Gothic Neo"/>
                <a:ea typeface="Apple SD Gothic Neo"/>
                <a:cs typeface="Apple SD Gothic Neo"/>
              </a:defRPr>
            </a:lvl6pPr>
            <a:lvl7pPr algn="ctr">
              <a:defRPr sz="2550" b="1">
                <a:solidFill>
                  <a:srgbClr val="C00000"/>
                </a:solidFill>
                <a:latin typeface="Apple SD Gothic Neo"/>
                <a:ea typeface="Apple SD Gothic Neo"/>
                <a:cs typeface="Apple SD Gothic Neo"/>
              </a:defRPr>
            </a:lvl7pPr>
            <a:lvl8pPr algn="ctr">
              <a:defRPr sz="2550" b="1">
                <a:solidFill>
                  <a:srgbClr val="C00000"/>
                </a:solidFill>
                <a:latin typeface="Apple SD Gothic Neo"/>
                <a:ea typeface="Apple SD Gothic Neo"/>
                <a:cs typeface="Apple SD Gothic Neo"/>
              </a:defRPr>
            </a:lvl8pPr>
            <a:lvl9pPr algn="ctr">
              <a:defRPr sz="2550" b="1">
                <a:solidFill>
                  <a:srgbClr val="C00000"/>
                </a:solidFill>
                <a:latin typeface="Apple SD Gothic Neo"/>
                <a:ea typeface="Apple SD Gothic Neo"/>
                <a:cs typeface="Apple SD Gothic Neo"/>
              </a:defRPr>
            </a:lvl9pPr>
          </a:lstStyle>
          <a:p xmlns:a="http://schemas.openxmlformats.org/drawingml/2006/main">
            <a:pPr algn="ctr">
              <a:defRPr sz="2550" b="1">
                <a:solidFill>
                  <a:srgbClr val="C00000"/>
                </a:solidFill>
                <a:latin typeface="Apple SD Gothic Neo"/>
                <a:ea typeface="Apple SD Gothic Neo"/>
                <a:cs typeface="Apple SD Gothic Neo"/>
              </a:defRPr>
            </a:pPr>
            <a:r>
              <a:rPr sz="2550" b="1">
                <a:solidFill>
                  <a:srgbClr val="C00000"/>
                </a:solidFill>
                <a:latin typeface="Apple SD Gothic Neo"/>
                <a:ea typeface="Apple SD Gothic Neo"/>
                <a:cs typeface="Apple SD Gothic Neo"/>
              </a:rPr>
              <a:t>정정은 현재 메일이 아니라 앞선 그래프를 가리킨다</a:t>
            </a:r>
          </a:p>
        </p:txBody>
      </p:sp>
      <p:sp>
        <p:nvSpPr>
          <p:cNvPr id="63" name="Editable path 46">
            <a:extLst xmlns:a="http://schemas.openxmlformats.org/drawingml/2006/main">
              <a:ext uri="{FF2B5EF4-FFF2-40B4-BE49-F238E27FC236}">
                <a16:creationId xmlns:a16="http://schemas.microsoft.com/office/drawing/2014/main" id="{6147F464-182E-4608-A8A9-F5868C47C86C}"/>
              </a:ext>
            </a:extLst>
          </p:cNvPr>
          <p:cNvSpPr>
            <a:spLocks xmlns:a="http://schemas.openxmlformats.org/drawingml/2006/main" noGrp="1"/>
          </p:cNvSpPr>
          <p:nvPr/>
        </p:nvSpPr>
        <p:spPr>
          <a:xfrm xmlns:a="http://schemas.openxmlformats.org/drawingml/2006/main">
            <a:off x="619125" y="8391525"/>
            <a:ext cx="16811625" cy="953"/>
          </a:xfrm>
          <a:custGeom xmlns:a="http://schemas.openxmlformats.org/drawingml/2006/main">
            <a:pathLst>
              <a:path w="16811625" h="953">
                <a:moveTo>
                  <a:pt x="0" y="0"/>
                </a:moveTo>
                <a:lnTo>
                  <a:pt x="16811625" y="0"/>
                </a:lnTo>
              </a:path>
            </a:pathLst>
          </a:custGeom>
          <a:noFill xmlns:a="http://schemas.openxmlformats.org/drawingml/2006/main"/>
          <a:ln xmlns:a="http://schemas.openxmlformats.org/drawingml/2006/main" w="14288">
            <a:solidFill>
              <a:srgbClr val="4676CB"/>
            </a:solidFill>
            <a:prstDash val="solid"/>
          </a:ln>
        </p:spPr>
      </p:sp>
      <p:sp>
        <p:nvSpPr>
          <p:cNvPr id="64" name="DP3 object 47">
            <a:extLst xmlns:a="http://schemas.openxmlformats.org/drawingml/2006/main">
              <a:ext uri="{FF2B5EF4-FFF2-40B4-BE49-F238E27FC236}">
                <a16:creationId xmlns:a16="http://schemas.microsoft.com/office/drawing/2014/main" id="{18E10D0B-EE5F-454E-A73D-588B83F00152}"/>
              </a:ext>
            </a:extLst>
          </p:cNvPr>
          <p:cNvSpPr>
            <a:spLocks xmlns:a="http://schemas.openxmlformats.org/drawingml/2006/main" noGrp="1"/>
          </p:cNvSpPr>
          <p:nvPr/>
        </p:nvSpPr>
        <p:spPr>
          <a:xfrm xmlns:a="http://schemas.openxmlformats.org/drawingml/2006/main">
            <a:off x="628650" y="8743950"/>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550" b="1">
                <a:solidFill>
                  <a:srgbClr val="C00000"/>
                </a:solidFill>
                <a:latin typeface="Apple SD Gothic Neo"/>
                <a:ea typeface="Apple SD Gothic Neo"/>
                <a:cs typeface="Apple SD Gothic Neo"/>
              </a:defRPr>
            </a:defPPr>
            <a:lvl1pPr algn="l">
              <a:defRPr sz="2550" b="1">
                <a:solidFill>
                  <a:srgbClr val="C00000"/>
                </a:solidFill>
                <a:latin typeface="Apple SD Gothic Neo"/>
                <a:ea typeface="Apple SD Gothic Neo"/>
                <a:cs typeface="Apple SD Gothic Neo"/>
              </a:defRPr>
            </a:lvl1pPr>
            <a:lvl2pPr algn="l">
              <a:defRPr sz="2550" b="1">
                <a:solidFill>
                  <a:srgbClr val="C00000"/>
                </a:solidFill>
                <a:latin typeface="Apple SD Gothic Neo"/>
                <a:ea typeface="Apple SD Gothic Neo"/>
                <a:cs typeface="Apple SD Gothic Neo"/>
              </a:defRPr>
            </a:lvl2pPr>
            <a:lvl3pPr algn="l">
              <a:defRPr sz="2550" b="1">
                <a:solidFill>
                  <a:srgbClr val="C00000"/>
                </a:solidFill>
                <a:latin typeface="Apple SD Gothic Neo"/>
                <a:ea typeface="Apple SD Gothic Neo"/>
                <a:cs typeface="Apple SD Gothic Neo"/>
              </a:defRPr>
            </a:lvl3pPr>
            <a:lvl4pPr algn="l">
              <a:defRPr sz="2550" b="1">
                <a:solidFill>
                  <a:srgbClr val="C00000"/>
                </a:solidFill>
                <a:latin typeface="Apple SD Gothic Neo"/>
                <a:ea typeface="Apple SD Gothic Neo"/>
                <a:cs typeface="Apple SD Gothic Neo"/>
              </a:defRPr>
            </a:lvl4pPr>
            <a:lvl5pPr algn="l">
              <a:defRPr sz="2550" b="1">
                <a:solidFill>
                  <a:srgbClr val="C00000"/>
                </a:solidFill>
                <a:latin typeface="Apple SD Gothic Neo"/>
                <a:ea typeface="Apple SD Gothic Neo"/>
                <a:cs typeface="Apple SD Gothic Neo"/>
              </a:defRPr>
            </a:lvl5pPr>
            <a:lvl6pPr algn="l">
              <a:defRPr sz="2550" b="1">
                <a:solidFill>
                  <a:srgbClr val="C00000"/>
                </a:solidFill>
                <a:latin typeface="Apple SD Gothic Neo"/>
                <a:ea typeface="Apple SD Gothic Neo"/>
                <a:cs typeface="Apple SD Gothic Neo"/>
              </a:defRPr>
            </a:lvl6pPr>
            <a:lvl7pPr algn="l">
              <a:defRPr sz="2550" b="1">
                <a:solidFill>
                  <a:srgbClr val="C00000"/>
                </a:solidFill>
                <a:latin typeface="Apple SD Gothic Neo"/>
                <a:ea typeface="Apple SD Gothic Neo"/>
                <a:cs typeface="Apple SD Gothic Neo"/>
              </a:defRPr>
            </a:lvl7pPr>
            <a:lvl8pPr algn="l">
              <a:defRPr sz="2550" b="1">
                <a:solidFill>
                  <a:srgbClr val="C00000"/>
                </a:solidFill>
                <a:latin typeface="Apple SD Gothic Neo"/>
                <a:ea typeface="Apple SD Gothic Neo"/>
                <a:cs typeface="Apple SD Gothic Neo"/>
              </a:defRPr>
            </a:lvl8pPr>
            <a:lvl9pPr algn="l">
              <a:defRPr sz="2550" b="1">
                <a:solidFill>
                  <a:srgbClr val="C00000"/>
                </a:solidFill>
                <a:latin typeface="Apple SD Gothic Neo"/>
                <a:ea typeface="Apple SD Gothic Neo"/>
                <a:cs typeface="Apple SD Gothic Neo"/>
              </a:defRPr>
            </a:lvl9pPr>
          </a:lstStyle>
          <a:p xmlns:a="http://schemas.openxmlformats.org/drawingml/2006/main">
            <a:pPr algn="l">
              <a:defRPr sz="2550" b="1">
                <a:solidFill>
                  <a:srgbClr val="C00000"/>
                </a:solidFill>
                <a:latin typeface="Apple SD Gothic Neo"/>
                <a:ea typeface="Apple SD Gothic Neo"/>
                <a:cs typeface="Apple SD Gothic Neo"/>
              </a:defRPr>
            </a:pPr>
            <a:r>
              <a:rPr sz="2550" b="1">
                <a:solidFill>
                  <a:srgbClr val="C00000"/>
                </a:solidFill>
                <a:latin typeface="Apple SD Gothic Neo"/>
                <a:ea typeface="Apple SD Gothic Neo"/>
                <a:cs typeface="Apple SD Gothic Neo"/>
              </a:rPr>
              <a:t>이 DP의 질문</a:t>
            </a:r>
          </a:p>
        </p:txBody>
      </p:sp>
      <p:sp>
        <p:nvSpPr>
          <p:cNvPr id="65" name="DP3 object 48">
            <a:extLst xmlns:a="http://schemas.openxmlformats.org/drawingml/2006/main">
              <a:ext uri="{FF2B5EF4-FFF2-40B4-BE49-F238E27FC236}">
                <a16:creationId xmlns:a16="http://schemas.microsoft.com/office/drawing/2014/main" id="{3541B39C-61F8-4FA8-A7C4-3B6442DAA293}"/>
              </a:ext>
            </a:extLst>
          </p:cNvPr>
          <p:cNvSpPr>
            <a:spLocks xmlns:a="http://schemas.openxmlformats.org/drawingml/2006/main" noGrp="1"/>
          </p:cNvSpPr>
          <p:nvPr/>
        </p:nvSpPr>
        <p:spPr>
          <a:xfrm xmlns:a="http://schemas.openxmlformats.org/drawingml/2006/main">
            <a:off x="3476625" y="8696325"/>
            <a:ext cx="14049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625" b="1">
                <a:solidFill>
                  <a:srgbClr val="111111"/>
                </a:solidFill>
                <a:latin typeface="Apple SD Gothic Neo"/>
                <a:ea typeface="Apple SD Gothic Neo"/>
                <a:cs typeface="Apple SD Gothic Neo"/>
              </a:defRPr>
            </a:defPPr>
            <a:lvl1pPr algn="l">
              <a:defRPr sz="2625" b="1">
                <a:solidFill>
                  <a:srgbClr val="111111"/>
                </a:solidFill>
                <a:latin typeface="Apple SD Gothic Neo"/>
                <a:ea typeface="Apple SD Gothic Neo"/>
                <a:cs typeface="Apple SD Gothic Neo"/>
              </a:defRPr>
            </a:lvl1pPr>
            <a:lvl2pPr algn="l">
              <a:defRPr sz="2625" b="1">
                <a:solidFill>
                  <a:srgbClr val="111111"/>
                </a:solidFill>
                <a:latin typeface="Apple SD Gothic Neo"/>
                <a:ea typeface="Apple SD Gothic Neo"/>
                <a:cs typeface="Apple SD Gothic Neo"/>
              </a:defRPr>
            </a:lvl2pPr>
            <a:lvl3pPr algn="l">
              <a:defRPr sz="2625" b="1">
                <a:solidFill>
                  <a:srgbClr val="111111"/>
                </a:solidFill>
                <a:latin typeface="Apple SD Gothic Neo"/>
                <a:ea typeface="Apple SD Gothic Neo"/>
                <a:cs typeface="Apple SD Gothic Neo"/>
              </a:defRPr>
            </a:lvl3pPr>
            <a:lvl4pPr algn="l">
              <a:defRPr sz="2625" b="1">
                <a:solidFill>
                  <a:srgbClr val="111111"/>
                </a:solidFill>
                <a:latin typeface="Apple SD Gothic Neo"/>
                <a:ea typeface="Apple SD Gothic Neo"/>
                <a:cs typeface="Apple SD Gothic Neo"/>
              </a:defRPr>
            </a:lvl4pPr>
            <a:lvl5pPr algn="l">
              <a:defRPr sz="2625" b="1">
                <a:solidFill>
                  <a:srgbClr val="111111"/>
                </a:solidFill>
                <a:latin typeface="Apple SD Gothic Neo"/>
                <a:ea typeface="Apple SD Gothic Neo"/>
                <a:cs typeface="Apple SD Gothic Neo"/>
              </a:defRPr>
            </a:lvl5pPr>
            <a:lvl6pPr algn="l">
              <a:defRPr sz="2625" b="1">
                <a:solidFill>
                  <a:srgbClr val="111111"/>
                </a:solidFill>
                <a:latin typeface="Apple SD Gothic Neo"/>
                <a:ea typeface="Apple SD Gothic Neo"/>
                <a:cs typeface="Apple SD Gothic Neo"/>
              </a:defRPr>
            </a:lvl6pPr>
            <a:lvl7pPr algn="l">
              <a:defRPr sz="2625" b="1">
                <a:solidFill>
                  <a:srgbClr val="111111"/>
                </a:solidFill>
                <a:latin typeface="Apple SD Gothic Neo"/>
                <a:ea typeface="Apple SD Gothic Neo"/>
                <a:cs typeface="Apple SD Gothic Neo"/>
              </a:defRPr>
            </a:lvl7pPr>
            <a:lvl8pPr algn="l">
              <a:defRPr sz="2625" b="1">
                <a:solidFill>
                  <a:srgbClr val="111111"/>
                </a:solidFill>
                <a:latin typeface="Apple SD Gothic Neo"/>
                <a:ea typeface="Apple SD Gothic Neo"/>
                <a:cs typeface="Apple SD Gothic Neo"/>
              </a:defRPr>
            </a:lvl8pPr>
            <a:lvl9pPr algn="l">
              <a:defRPr sz="2625" b="1">
                <a:solidFill>
                  <a:srgbClr val="111111"/>
                </a:solidFill>
                <a:latin typeface="Apple SD Gothic Neo"/>
                <a:ea typeface="Apple SD Gothic Neo"/>
                <a:cs typeface="Apple SD Gothic Neo"/>
              </a:defRPr>
            </a:lvl9pPr>
          </a:lstStyle>
          <a:p xmlns:a="http://schemas.openxmlformats.org/drawingml/2006/main">
            <a:pPr algn="l">
              <a:defRPr sz="2625" b="1">
                <a:solidFill>
                  <a:srgbClr val="111111"/>
                </a:solidFill>
                <a:latin typeface="Apple SD Gothic Neo"/>
                <a:ea typeface="Apple SD Gothic Neo"/>
                <a:cs typeface="Apple SD Gothic Neo"/>
              </a:defRPr>
            </a:pPr>
            <a:r>
              <a:rPr sz="2625" b="1">
                <a:solidFill>
                  <a:srgbClr val="111111"/>
                </a:solidFill>
                <a:latin typeface="Apple SD Gothic Neo"/>
                <a:ea typeface="Apple SD Gothic Neo"/>
                <a:cs typeface="Apple SD Gothic Neo"/>
              </a:rPr>
              <a:t>원본을 함께 해석할까, 화면·발화 후보를 먼저 만들어 결합할까?</a:t>
            </a:r>
          </a:p>
        </p:txBody>
      </p:sp>
      <p:sp>
        <p:nvSpPr>
          <p:cNvPr id="66" name="DP3 object 49">
            <a:extLst xmlns:a="http://schemas.openxmlformats.org/drawingml/2006/main">
              <a:ext uri="{FF2B5EF4-FFF2-40B4-BE49-F238E27FC236}">
                <a16:creationId xmlns:a16="http://schemas.microsoft.com/office/drawing/2014/main" id="{EFC16203-1346-4A62-BE02-947DAAD01BDC}"/>
              </a:ext>
            </a:extLst>
          </p:cNvPr>
          <p:cNvSpPr>
            <a:spLocks xmlns:a="http://schemas.openxmlformats.org/drawingml/2006/main" noGrp="1"/>
          </p:cNvSpPr>
          <p:nvPr/>
        </p:nvSpPr>
        <p:spPr>
          <a:xfrm xmlns:a="http://schemas.openxmlformats.org/drawingml/2006/main">
            <a:off x="3476625" y="9391650"/>
            <a:ext cx="1390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0">
                <a:solidFill>
                  <a:srgbClr val="111111"/>
                </a:solidFill>
                <a:latin typeface="Apple SD Gothic Neo"/>
                <a:ea typeface="Apple SD Gothic Neo"/>
                <a:cs typeface="Apple SD Gothic Neo"/>
              </a:defRPr>
            </a:defPPr>
            <a:lvl1pPr algn="l">
              <a:defRPr sz="2100" b="0">
                <a:solidFill>
                  <a:srgbClr val="111111"/>
                </a:solidFill>
                <a:latin typeface="Apple SD Gothic Neo"/>
                <a:ea typeface="Apple SD Gothic Neo"/>
                <a:cs typeface="Apple SD Gothic Neo"/>
              </a:defRPr>
            </a:lvl1pPr>
            <a:lvl2pPr algn="l">
              <a:defRPr sz="2100" b="0">
                <a:solidFill>
                  <a:srgbClr val="111111"/>
                </a:solidFill>
                <a:latin typeface="Apple SD Gothic Neo"/>
                <a:ea typeface="Apple SD Gothic Neo"/>
                <a:cs typeface="Apple SD Gothic Neo"/>
              </a:defRPr>
            </a:lvl2pPr>
            <a:lvl3pPr algn="l">
              <a:defRPr sz="2100" b="0">
                <a:solidFill>
                  <a:srgbClr val="111111"/>
                </a:solidFill>
                <a:latin typeface="Apple SD Gothic Neo"/>
                <a:ea typeface="Apple SD Gothic Neo"/>
                <a:cs typeface="Apple SD Gothic Neo"/>
              </a:defRPr>
            </a:lvl3pPr>
            <a:lvl4pPr algn="l">
              <a:defRPr sz="2100" b="0">
                <a:solidFill>
                  <a:srgbClr val="111111"/>
                </a:solidFill>
                <a:latin typeface="Apple SD Gothic Neo"/>
                <a:ea typeface="Apple SD Gothic Neo"/>
                <a:cs typeface="Apple SD Gothic Neo"/>
              </a:defRPr>
            </a:lvl4pPr>
            <a:lvl5pPr algn="l">
              <a:defRPr sz="2100" b="0">
                <a:solidFill>
                  <a:srgbClr val="111111"/>
                </a:solidFill>
                <a:latin typeface="Apple SD Gothic Neo"/>
                <a:ea typeface="Apple SD Gothic Neo"/>
                <a:cs typeface="Apple SD Gothic Neo"/>
              </a:defRPr>
            </a:lvl5pPr>
            <a:lvl6pPr algn="l">
              <a:defRPr sz="2100" b="0">
                <a:solidFill>
                  <a:srgbClr val="111111"/>
                </a:solidFill>
                <a:latin typeface="Apple SD Gothic Neo"/>
                <a:ea typeface="Apple SD Gothic Neo"/>
                <a:cs typeface="Apple SD Gothic Neo"/>
              </a:defRPr>
            </a:lvl6pPr>
            <a:lvl7pPr algn="l">
              <a:defRPr sz="2100" b="0">
                <a:solidFill>
                  <a:srgbClr val="111111"/>
                </a:solidFill>
                <a:latin typeface="Apple SD Gothic Neo"/>
                <a:ea typeface="Apple SD Gothic Neo"/>
                <a:cs typeface="Apple SD Gothic Neo"/>
              </a:defRPr>
            </a:lvl7pPr>
            <a:lvl8pPr algn="l">
              <a:defRPr sz="2100" b="0">
                <a:solidFill>
                  <a:srgbClr val="111111"/>
                </a:solidFill>
                <a:latin typeface="Apple SD Gothic Neo"/>
                <a:ea typeface="Apple SD Gothic Neo"/>
                <a:cs typeface="Apple SD Gothic Neo"/>
              </a:defRPr>
            </a:lvl8pPr>
            <a:lvl9pPr algn="l">
              <a:defRPr sz="2100" b="0">
                <a:solidFill>
                  <a:srgbClr val="111111"/>
                </a:solidFill>
                <a:latin typeface="Apple SD Gothic Neo"/>
                <a:ea typeface="Apple SD Gothic Neo"/>
                <a:cs typeface="Apple SD Gothic Neo"/>
              </a:defRPr>
            </a:lvl9pPr>
          </a:lstStyle>
          <a:p xmlns:a="http://schemas.openxmlformats.org/drawingml/2006/main">
            <a:pPr algn="l">
              <a:defRPr sz="2100" b="0">
                <a:solidFill>
                  <a:srgbClr val="111111"/>
                </a:solidFill>
                <a:latin typeface="Apple SD Gothic Neo"/>
                <a:ea typeface="Apple SD Gothic Neo"/>
                <a:cs typeface="Apple SD Gothic Neo"/>
              </a:defRPr>
            </a:pPr>
            <a:r>
              <a:rPr sz="2100" b="0">
                <a:solidFill>
                  <a:srgbClr val="111111"/>
                </a:solidFill>
                <a:latin typeface="Apple SD Gothic Neo"/>
                <a:ea typeface="Apple SD Gothic Neo"/>
                <a:cs typeface="Apple SD Gothic Neo"/>
              </a:rPr>
              <a:t>대상의 범위와 관계를 생산하는 SW 책임과 중간 상태를 선택한다.</a:t>
            </a:r>
          </a:p>
        </p:txBody>
      </p:sp>
    </p:spTree>
    <p:extLst>
      <p:ext uri="{BB962C8B-B14F-4D97-AF65-F5344CB8AC3E}">
        <p14:creationId xmlns:p14="http://schemas.microsoft.com/office/powerpoint/2010/main" val="5326203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 name="Unified slide title">
            <a:extLst xmlns:a="http://schemas.openxmlformats.org/drawingml/2006/main">
              <a:ext uri="{FF2B5EF4-FFF2-40B4-BE49-F238E27FC236}">
                <a16:creationId xmlns:a16="http://schemas.microsoft.com/office/drawing/2014/main" id="{E9FBE971-447A-4E37-BC8F-5DAFEBB408D2}"/>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DP3. 화면과 발화의 지칭 결합 방안 (설계 방안 비교)</a:t>
            </a:r>
          </a:p>
        </p:txBody>
      </p:sp>
      <p:sp>
        <p:nvSpPr>
          <p:cNvPr id="2" name="Workflow 과제 소개">
            <a:extLst xmlns:a="http://schemas.openxmlformats.org/drawingml/2006/main">
              <a:ext uri="{FF2B5EF4-FFF2-40B4-BE49-F238E27FC236}">
                <a16:creationId xmlns:a16="http://schemas.microsoft.com/office/drawing/2014/main" id="{5D3293E5-9069-41C5-8813-893E73488BF3}"/>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과제 소개">
            <a:extLst xmlns:a="http://schemas.openxmlformats.org/drawingml/2006/main">
              <a:ext uri="{FF2B5EF4-FFF2-40B4-BE49-F238E27FC236}">
                <a16:creationId xmlns:a16="http://schemas.microsoft.com/office/drawing/2014/main" id="{49EEE441-1295-4C68-8383-41A33E616B77}"/>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Workflow 요구사항 분석">
            <a:extLst xmlns:a="http://schemas.openxmlformats.org/drawingml/2006/main">
              <a:ext uri="{FF2B5EF4-FFF2-40B4-BE49-F238E27FC236}">
                <a16:creationId xmlns:a16="http://schemas.microsoft.com/office/drawing/2014/main" id="{37CAA0D5-959E-4DA3-A500-2EB1230A0BE0}"/>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요구사항 분석">
            <a:extLst xmlns:a="http://schemas.openxmlformats.org/drawingml/2006/main">
              <a:ext uri="{FF2B5EF4-FFF2-40B4-BE49-F238E27FC236}">
                <a16:creationId xmlns:a16="http://schemas.microsoft.com/office/drawing/2014/main" id="{0447CDAD-C245-4F8E-985A-B2973ABE308F}"/>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Workflow 설계">
            <a:extLst xmlns:a="http://schemas.openxmlformats.org/drawingml/2006/main">
              <a:ext uri="{FF2B5EF4-FFF2-40B4-BE49-F238E27FC236}">
                <a16:creationId xmlns:a16="http://schemas.microsoft.com/office/drawing/2014/main" id="{DE63FE89-2FAC-41A0-99D0-D29554A8BE15}"/>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설계">
            <a:extLst xmlns:a="http://schemas.openxmlformats.org/drawingml/2006/main">
              <a:ext uri="{FF2B5EF4-FFF2-40B4-BE49-F238E27FC236}">
                <a16:creationId xmlns:a16="http://schemas.microsoft.com/office/drawing/2014/main" id="{00112716-BE8A-4995-927B-9EE9467126A5}"/>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Workflow 구현 및 검증">
            <a:extLst xmlns:a="http://schemas.openxmlformats.org/drawingml/2006/main">
              <a:ext uri="{FF2B5EF4-FFF2-40B4-BE49-F238E27FC236}">
                <a16:creationId xmlns:a16="http://schemas.microsoft.com/office/drawing/2014/main" id="{E3D1989D-DDB2-4137-9D13-E00A4E62C65A}"/>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구현 및 검증">
            <a:extLst xmlns:a="http://schemas.openxmlformats.org/drawingml/2006/main">
              <a:ext uri="{FF2B5EF4-FFF2-40B4-BE49-F238E27FC236}">
                <a16:creationId xmlns:a16="http://schemas.microsoft.com/office/drawing/2014/main" id="{A807EE15-D2D2-427F-BA66-0A071D58E959}"/>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Workflow 결론">
            <a:extLst xmlns:a="http://schemas.openxmlformats.org/drawingml/2006/main">
              <a:ext uri="{FF2B5EF4-FFF2-40B4-BE49-F238E27FC236}">
                <a16:creationId xmlns:a16="http://schemas.microsoft.com/office/drawing/2014/main" id="{CFD7F848-0DBF-461C-8E5D-D548FB6F9C04}"/>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결론">
            <a:extLst xmlns:a="http://schemas.openxmlformats.org/drawingml/2006/main">
              <a:ext uri="{FF2B5EF4-FFF2-40B4-BE49-F238E27FC236}">
                <a16:creationId xmlns:a16="http://schemas.microsoft.com/office/drawing/2014/main" id="{97E2E19C-DFB1-4797-883E-409077681D07}"/>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Header rule">
            <a:extLst xmlns:a="http://schemas.openxmlformats.org/drawingml/2006/main">
              <a:ext uri="{FF2B5EF4-FFF2-40B4-BE49-F238E27FC236}">
                <a16:creationId xmlns:a16="http://schemas.microsoft.com/office/drawing/2014/main" id="{709B21C0-D6AD-45DC-96D3-9F25DE4D3117}"/>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Continuous slide number">
            <a:extLst xmlns:a="http://schemas.openxmlformats.org/drawingml/2006/main">
              <a:ext uri="{FF2B5EF4-FFF2-40B4-BE49-F238E27FC236}">
                <a16:creationId xmlns:a16="http://schemas.microsoft.com/office/drawing/2014/main" id="{8B458A89-CC74-4D85-AB54-6C7FFA32FC42}"/>
              </a:ext>
            </a:extLst>
          </p:cNvPr>
          <p:cNvSpPr>
            <a:spLocks xmlns:a="http://schemas.openxmlformats.org/drawingml/2006/main" noGrp="1"/>
          </p:cNvSpPr>
          <p:nvPr/>
        </p:nvSpPr>
        <p:spPr>
          <a:xfrm xmlns:a="http://schemas.openxmlformats.org/drawingml/2006/main">
            <a:off x="17487900" y="10020300"/>
            <a:ext cx="590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50555B"/>
                </a:solidFill>
                <a:latin typeface="Apple SD Gothic Neo"/>
                <a:ea typeface="Apple SD Gothic Neo"/>
                <a:cs typeface="Apple SD Gothic Neo"/>
              </a:defRPr>
            </a:defPPr>
            <a:lvl1pPr algn="r">
              <a:defRPr sz="1200" b="0">
                <a:solidFill>
                  <a:srgbClr val="50555B"/>
                </a:solidFill>
                <a:latin typeface="Apple SD Gothic Neo"/>
                <a:ea typeface="Apple SD Gothic Neo"/>
                <a:cs typeface="Apple SD Gothic Neo"/>
              </a:defRPr>
            </a:lvl1pPr>
            <a:lvl2pPr algn="r">
              <a:defRPr sz="1200" b="0">
                <a:solidFill>
                  <a:srgbClr val="50555B"/>
                </a:solidFill>
                <a:latin typeface="Apple SD Gothic Neo"/>
                <a:ea typeface="Apple SD Gothic Neo"/>
                <a:cs typeface="Apple SD Gothic Neo"/>
              </a:defRPr>
            </a:lvl2pPr>
            <a:lvl3pPr algn="r">
              <a:defRPr sz="1200" b="0">
                <a:solidFill>
                  <a:srgbClr val="50555B"/>
                </a:solidFill>
                <a:latin typeface="Apple SD Gothic Neo"/>
                <a:ea typeface="Apple SD Gothic Neo"/>
                <a:cs typeface="Apple SD Gothic Neo"/>
              </a:defRPr>
            </a:lvl3pPr>
            <a:lvl4pPr algn="r">
              <a:defRPr sz="1200" b="0">
                <a:solidFill>
                  <a:srgbClr val="50555B"/>
                </a:solidFill>
                <a:latin typeface="Apple SD Gothic Neo"/>
                <a:ea typeface="Apple SD Gothic Neo"/>
                <a:cs typeface="Apple SD Gothic Neo"/>
              </a:defRPr>
            </a:lvl4pPr>
            <a:lvl5pPr algn="r">
              <a:defRPr sz="1200" b="0">
                <a:solidFill>
                  <a:srgbClr val="50555B"/>
                </a:solidFill>
                <a:latin typeface="Apple SD Gothic Neo"/>
                <a:ea typeface="Apple SD Gothic Neo"/>
                <a:cs typeface="Apple SD Gothic Neo"/>
              </a:defRPr>
            </a:lvl5pPr>
            <a:lvl6pPr algn="r">
              <a:defRPr sz="1200" b="0">
                <a:solidFill>
                  <a:srgbClr val="50555B"/>
                </a:solidFill>
                <a:latin typeface="Apple SD Gothic Neo"/>
                <a:ea typeface="Apple SD Gothic Neo"/>
                <a:cs typeface="Apple SD Gothic Neo"/>
              </a:defRPr>
            </a:lvl6pPr>
            <a:lvl7pPr algn="r">
              <a:defRPr sz="1200" b="0">
                <a:solidFill>
                  <a:srgbClr val="50555B"/>
                </a:solidFill>
                <a:latin typeface="Apple SD Gothic Neo"/>
                <a:ea typeface="Apple SD Gothic Neo"/>
                <a:cs typeface="Apple SD Gothic Neo"/>
              </a:defRPr>
            </a:lvl7pPr>
            <a:lvl8pPr algn="r">
              <a:defRPr sz="1200" b="0">
                <a:solidFill>
                  <a:srgbClr val="50555B"/>
                </a:solidFill>
                <a:latin typeface="Apple SD Gothic Neo"/>
                <a:ea typeface="Apple SD Gothic Neo"/>
                <a:cs typeface="Apple SD Gothic Neo"/>
              </a:defRPr>
            </a:lvl8pPr>
            <a:lvl9pPr algn="r">
              <a:defRPr sz="1200" b="0">
                <a:solidFill>
                  <a:srgbClr val="50555B"/>
                </a:solidFill>
                <a:latin typeface="Apple SD Gothic Neo"/>
                <a:ea typeface="Apple SD Gothic Neo"/>
                <a:cs typeface="Apple SD Gothic Neo"/>
              </a:defRPr>
            </a:lvl9pPr>
          </a:lstStyle>
          <a:p xmlns:a="http://schemas.openxmlformats.org/drawingml/2006/main">
            <a:pPr algn="r">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10 / 16</a:t>
            </a:r>
          </a:p>
        </p:txBody>
      </p:sp>
      <p:sp>
        <p:nvSpPr>
          <p:cNvPr id="14" name="DP3 object 50">
            <a:extLst xmlns:a="http://schemas.openxmlformats.org/drawingml/2006/main">
              <a:ext uri="{FF2B5EF4-FFF2-40B4-BE49-F238E27FC236}">
                <a16:creationId xmlns:a16="http://schemas.microsoft.com/office/drawing/2014/main" id="{7D3A73E1-3DB8-4FDA-81A8-0530CCC3F3B8}"/>
              </a:ext>
            </a:extLst>
          </p:cNvPr>
          <p:cNvSpPr>
            <a:spLocks xmlns:a="http://schemas.openxmlformats.org/drawingml/2006/main" noGrp="1"/>
          </p:cNvSpPr>
          <p:nvPr/>
        </p:nvSpPr>
        <p:spPr>
          <a:xfrm xmlns:a="http://schemas.openxmlformats.org/drawingml/2006/main">
            <a:off x="266700" y="1181100"/>
            <a:ext cx="17478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1">
                <a:solidFill>
                  <a:srgbClr val="111111"/>
                </a:solidFill>
                <a:latin typeface="Apple SD Gothic Neo"/>
                <a:ea typeface="Apple SD Gothic Neo"/>
                <a:cs typeface="Apple SD Gothic Neo"/>
              </a:defRPr>
            </a:defPPr>
            <a:lvl1pPr algn="l">
              <a:defRPr sz="2100" b="1">
                <a:solidFill>
                  <a:srgbClr val="111111"/>
                </a:solidFill>
                <a:latin typeface="Apple SD Gothic Neo"/>
                <a:ea typeface="Apple SD Gothic Neo"/>
                <a:cs typeface="Apple SD Gothic Neo"/>
              </a:defRPr>
            </a:lvl1pPr>
            <a:lvl2pPr algn="l">
              <a:defRPr sz="2100" b="1">
                <a:solidFill>
                  <a:srgbClr val="111111"/>
                </a:solidFill>
                <a:latin typeface="Apple SD Gothic Neo"/>
                <a:ea typeface="Apple SD Gothic Neo"/>
                <a:cs typeface="Apple SD Gothic Neo"/>
              </a:defRPr>
            </a:lvl2pPr>
            <a:lvl3pPr algn="l">
              <a:defRPr sz="2100" b="1">
                <a:solidFill>
                  <a:srgbClr val="111111"/>
                </a:solidFill>
                <a:latin typeface="Apple SD Gothic Neo"/>
                <a:ea typeface="Apple SD Gothic Neo"/>
                <a:cs typeface="Apple SD Gothic Neo"/>
              </a:defRPr>
            </a:lvl3pPr>
            <a:lvl4pPr algn="l">
              <a:defRPr sz="2100" b="1">
                <a:solidFill>
                  <a:srgbClr val="111111"/>
                </a:solidFill>
                <a:latin typeface="Apple SD Gothic Neo"/>
                <a:ea typeface="Apple SD Gothic Neo"/>
                <a:cs typeface="Apple SD Gothic Neo"/>
              </a:defRPr>
            </a:lvl4pPr>
            <a:lvl5pPr algn="l">
              <a:defRPr sz="2100" b="1">
                <a:solidFill>
                  <a:srgbClr val="111111"/>
                </a:solidFill>
                <a:latin typeface="Apple SD Gothic Neo"/>
                <a:ea typeface="Apple SD Gothic Neo"/>
                <a:cs typeface="Apple SD Gothic Neo"/>
              </a:defRPr>
            </a:lvl5pPr>
            <a:lvl6pPr algn="l">
              <a:defRPr sz="2100" b="1">
                <a:solidFill>
                  <a:srgbClr val="111111"/>
                </a:solidFill>
                <a:latin typeface="Apple SD Gothic Neo"/>
                <a:ea typeface="Apple SD Gothic Neo"/>
                <a:cs typeface="Apple SD Gothic Neo"/>
              </a:defRPr>
            </a:lvl6pPr>
            <a:lvl7pPr algn="l">
              <a:defRPr sz="2100" b="1">
                <a:solidFill>
                  <a:srgbClr val="111111"/>
                </a:solidFill>
                <a:latin typeface="Apple SD Gothic Neo"/>
                <a:ea typeface="Apple SD Gothic Neo"/>
                <a:cs typeface="Apple SD Gothic Neo"/>
              </a:defRPr>
            </a:lvl7pPr>
            <a:lvl8pPr algn="l">
              <a:defRPr sz="2100" b="1">
                <a:solidFill>
                  <a:srgbClr val="111111"/>
                </a:solidFill>
                <a:latin typeface="Apple SD Gothic Neo"/>
                <a:ea typeface="Apple SD Gothic Neo"/>
                <a:cs typeface="Apple SD Gothic Neo"/>
              </a:defRPr>
            </a:lvl8pPr>
            <a:lvl9pPr algn="l">
              <a:defRPr sz="2100" b="1">
                <a:solidFill>
                  <a:srgbClr val="111111"/>
                </a:solidFill>
                <a:latin typeface="Apple SD Gothic Neo"/>
                <a:ea typeface="Apple SD Gothic Neo"/>
                <a:cs typeface="Apple SD Gothic Neo"/>
              </a:defRPr>
            </a:lvl9pPr>
          </a:lstStyle>
          <a:p xmlns:a="http://schemas.openxmlformats.org/drawingml/2006/main">
            <a:pPr algn="l">
              <a:defRPr sz="2100" b="1">
                <a:solidFill>
                  <a:srgbClr val="111111"/>
                </a:solidFill>
                <a:latin typeface="Apple SD Gothic Neo"/>
                <a:ea typeface="Apple SD Gothic Neo"/>
                <a:cs typeface="Apple SD Gothic Neo"/>
              </a:defRPr>
            </a:pPr>
            <a:r>
              <a:rPr sz="2100" b="1">
                <a:solidFill>
                  <a:srgbClr val="111111"/>
                </a:solidFill>
                <a:latin typeface="Apple SD Gothic Neo"/>
                <a:ea typeface="Apple SD Gothic Neo"/>
                <a:cs typeface="Apple SD Gothic Neo"/>
              </a:rPr>
              <a:t>A는 원본에서 공동 생산 / B는 생산자별 후보를 게시한 뒤 결합</a:t>
            </a:r>
          </a:p>
        </p:txBody>
      </p:sp>
      <p:graphicFrame>
        <p:nvGraphicFramePr>
          <p:cNvPr id="15" name="">
            <a:extLst xmlns:a="http://schemas.openxmlformats.org/drawingml/2006/main">
              <a:ext uri="{FF2B5EF4-FFF2-40B4-BE49-F238E27FC236}">
                <a16:creationId xmlns:a16="http://schemas.microsoft.com/office/drawing/2014/main" id="{B71DDC9F-8379-48ED-B408-8AB691F23CE2}"/>
              </a:ext>
            </a:extLst>
          </p:cNvPr>
          <p:cNvGraphicFramePr/>
          <p:nvPr/>
        </p:nvGraphicFramePr>
        <p:xfrm>
          <a:off xmlns:a="http://schemas.openxmlformats.org/drawingml/2006/main" x="228600" y="1657350"/>
          <a:ext xmlns:a="http://schemas.openxmlformats.org/drawingml/2006/main" cx="17830800" cy="7962900"/>
        </p:xfrm>
        <a:graphic xmlns:a="http://schemas.openxmlformats.org/drawingml/2006/main">
          <a:graphicData uri="http://schemas.openxmlformats.org/drawingml/2006/table">
            <a:tbl>
              <a:tblPr firstRow="0" bandRow="0" bandCol="0"/>
              <a:tblGrid>
                <a:gridCol w="1638300"/>
                <a:gridCol w="8096250"/>
                <a:gridCol w="8096250"/>
              </a:tblGrid>
              <a:tr h="438150">
                <a:tc>
                  <a:txBody>
                    <a:bodyPr anchor="ctr"/>
                    <a:lstStyle/>
                    <a:p>
                      <a:pPr algn="ctr"/>
                      <a:r>
                        <a:rPr sz="1875" b="1">
                          <a:solidFill>
                            <a:srgbClr val="111111"/>
                          </a:solidFill>
                          <a:latin typeface="Apple SD Gothic Neo"/>
                          <a:ea typeface="Apple SD Gothic Neo"/>
                          <a:cs typeface="Apple SD Gothic Neo"/>
                        </a:rPr>
                        <a:t>설계안</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 원본 공동 해석</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 발화·화면 후보 생산 후 결합</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r>
                        <a:rPr sz="2175" b="1">
                          <a:solidFill>
                            <a:srgbClr val="111111"/>
                          </a:solidFill>
                          <a:latin typeface="Apple SD Gothic Neo"/>
                          <a:ea typeface="Apple SD Gothic Neo"/>
                          <a:cs typeface="Apple SD Gothic Neo"/>
                        </a:rPr>
                        <a:t>구조</a:t>
                      </a: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r>
                        <a:rPr sz="1875" b="1">
                          <a:solidFill>
                            <a:srgbClr val="111111"/>
                          </a:solidFill>
                          <a:latin typeface="Apple SD Gothic Neo"/>
                          <a:ea typeface="Apple SD Gothic Neo"/>
                          <a:cs typeface="Apple SD Gothic Neo"/>
                        </a:rPr>
                        <a:t>장점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별도 후보 게시를 기다리지 않고 대상·관계를 공동 생산</a:t>
                      </a:r>
                    </a:p>
                    <a:p>
                      <a:pPr algn="ctr"/>
                      <a:r>
                        <a:rPr sz="1500">
                          <a:solidFill>
                            <a:srgbClr val="111111"/>
                          </a:solidFill>
                          <a:latin typeface="Apple SD Gothic Neo"/>
                          <a:ea typeface="Apple SD Gothic Neo"/>
                          <a:cs typeface="Apple SD Gothic Neo"/>
                        </a:rPr>
                        <a:t>발화에 맞는 자유로운 범위를 원본에서 직접 판단</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유효 후보를 같은 판단 안에서 반복 결합</a:t>
                      </a:r>
                    </a:p>
                    <a:p>
                      <a:pPr algn="ctr"/>
                      <a:r>
                        <a:rPr sz="1500">
                          <a:solidFill>
                            <a:srgbClr val="111111"/>
                          </a:solidFill>
                          <a:latin typeface="Apple SD Gothic Neo"/>
                          <a:ea typeface="Apple SD Gothic Neo"/>
                          <a:cs typeface="Apple SD Gothic Neo"/>
                        </a:rPr>
                        <a:t>화면·발화의 해석 근거와 오류 지점을 분리</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r>
                        <a:rPr sz="1875" b="1">
                          <a:solidFill>
                            <a:srgbClr val="111111"/>
                          </a:solidFill>
                          <a:latin typeface="Apple SD Gothic Neo"/>
                          <a:ea typeface="Apple SD Gothic Neo"/>
                          <a:cs typeface="Apple SD Gothic Neo"/>
                        </a:rPr>
                        <a:t>단점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C00000"/>
                          </a:solidFill>
                          <a:latin typeface="Apple SD Gothic Neo"/>
                          <a:ea typeface="Apple SD Gothic Neo"/>
                          <a:cs typeface="Apple SD Gothic Neo"/>
                        </a:rPr>
                        <a:t>좌표·대상 혼동 시 공동 판단을 다시 수행</a:t>
                      </a:r>
                    </a:p>
                    <a:p>
                      <a:pPr algn="ctr"/>
                      <a:r>
                        <a:rPr sz="1500">
                          <a:solidFill>
                            <a:srgbClr val="C00000"/>
                          </a:solidFill>
                          <a:latin typeface="Apple SD Gothic Neo"/>
                          <a:ea typeface="Apple SD Gothic Neo"/>
                          <a:cs typeface="Apple SD Gothic Neo"/>
                        </a:rPr>
                        <a:t>큰 원본과 복합 관계를 함께 처리하는 부담</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C00000"/>
                          </a:solidFill>
                          <a:latin typeface="Apple SD Gothic Neo"/>
                          <a:ea typeface="Apple SD Gothic Neo"/>
                          <a:cs typeface="Apple SD Gothic Neo"/>
                        </a:rPr>
                        <a:t>생산·게시·확장과 결합 의존 및 상태 추가</a:t>
                      </a:r>
                    </a:p>
                    <a:p>
                      <a:pPr algn="ctr"/>
                      <a:r>
                        <a:rPr sz="1500">
                          <a:solidFill>
                            <a:srgbClr val="C00000"/>
                          </a:solidFill>
                          <a:latin typeface="Apple SD Gothic Neo"/>
                          <a:ea typeface="Apple SD Gothic Neo"/>
                          <a:cs typeface="Apple SD Gothic Neo"/>
                        </a:rPr>
                        <a:t>후보의 범위 오류가 최종 결합을 막을 수 있음</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QA01 첫 응답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7.716 (15/15)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18.774 (12/15)</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r>
                        <a:rPr sz="1350" b="1">
                          <a:solidFill>
                            <a:srgbClr val="111111"/>
                          </a:solidFill>
                          <a:latin typeface="Apple SD Gothic Neo"/>
                          <a:ea typeface="Apple SD Gothic Neo"/>
                          <a:cs typeface="Apple SD Gothic Neo"/>
                        </a:rPr>
                        <a:t>QA02 지칭 집합</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24/24 (100%)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18/24 (75.0%)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QA03 VIA 처리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9.646 (12/12)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25.033 (9/12)</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QA04 변경 (개)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미측정 (이전 판본 2.50)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미측정 (이전 판본 2.50)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QA05 모델 비용 ($)</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0.0254572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0.0650212</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QA06 RSS (MB)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40.141</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41.894</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51">
            <a:extLst xmlns:a="http://schemas.openxmlformats.org/drawingml/2006/main">
              <a:ext uri="{FF2B5EF4-FFF2-40B4-BE49-F238E27FC236}">
                <a16:creationId xmlns:a16="http://schemas.microsoft.com/office/drawing/2014/main" id="{24343115-55F8-4570-90FC-CACE212F15F0}"/>
              </a:ext>
            </a:extLst>
          </p:cNvPr>
          <p:cNvSpPr>
            <a:spLocks xmlns:a="http://schemas.openxmlformats.org/drawingml/2006/main" noGrp="1"/>
          </p:cNvSpPr>
          <p:nvPr/>
        </p:nvSpPr>
        <p:spPr>
          <a:xfrm xmlns:a="http://schemas.openxmlformats.org/drawingml/2006/main">
            <a:off x="381000" y="2781300"/>
            <a:ext cx="1323975" cy="657225"/>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7" name="DP3 object 52">
            <a:extLst xmlns:a="http://schemas.openxmlformats.org/drawingml/2006/main">
              <a:ext uri="{FF2B5EF4-FFF2-40B4-BE49-F238E27FC236}">
                <a16:creationId xmlns:a16="http://schemas.microsoft.com/office/drawing/2014/main" id="{E825B4CF-105D-47D2-B91B-23734764CA90}"/>
              </a:ext>
            </a:extLst>
          </p:cNvPr>
          <p:cNvSpPr>
            <a:spLocks xmlns:a="http://schemas.openxmlformats.org/drawingml/2006/main" noGrp="1"/>
          </p:cNvSpPr>
          <p:nvPr/>
        </p:nvSpPr>
        <p:spPr>
          <a:xfrm xmlns:a="http://schemas.openxmlformats.org/drawingml/2006/main">
            <a:off x="419100" y="2800350"/>
            <a:ext cx="123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Component</a:t>
            </a:r>
          </a:p>
        </p:txBody>
      </p:sp>
      <p:sp>
        <p:nvSpPr>
          <p:cNvPr id="18" name="DP3 object 53">
            <a:extLst xmlns:a="http://schemas.openxmlformats.org/drawingml/2006/main">
              <a:ext uri="{FF2B5EF4-FFF2-40B4-BE49-F238E27FC236}">
                <a16:creationId xmlns:a16="http://schemas.microsoft.com/office/drawing/2014/main" id="{AABF6065-F296-4083-BAF4-6DBD95909C41}"/>
              </a:ext>
            </a:extLst>
          </p:cNvPr>
          <p:cNvSpPr>
            <a:spLocks xmlns:a="http://schemas.openxmlformats.org/drawingml/2006/main" noGrp="1"/>
          </p:cNvSpPr>
          <p:nvPr/>
        </p:nvSpPr>
        <p:spPr>
          <a:xfrm xmlns:a="http://schemas.openxmlformats.org/drawingml/2006/main">
            <a:off x="466725" y="3105150"/>
            <a:ext cx="1152525" cy="247650"/>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prstDash val="solid"/>
          </a:ln>
        </p:spPr>
      </p:sp>
      <p:sp>
        <p:nvSpPr>
          <p:cNvPr id="19" name="DP3 object 54">
            <a:extLst xmlns:a="http://schemas.openxmlformats.org/drawingml/2006/main">
              <a:ext uri="{FF2B5EF4-FFF2-40B4-BE49-F238E27FC236}">
                <a16:creationId xmlns:a16="http://schemas.microsoft.com/office/drawing/2014/main" id="{E1BB4DD5-B8D4-4268-ADD1-ED946DBFF806}"/>
              </a:ext>
            </a:extLst>
          </p:cNvPr>
          <p:cNvSpPr>
            <a:spLocks xmlns:a="http://schemas.openxmlformats.org/drawingml/2006/main" noGrp="1"/>
          </p:cNvSpPr>
          <p:nvPr/>
        </p:nvSpPr>
        <p:spPr>
          <a:xfrm xmlns:a="http://schemas.openxmlformats.org/drawingml/2006/main">
            <a:off x="485775" y="3105150"/>
            <a:ext cx="11144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내부 Module</a:t>
            </a:r>
          </a:p>
        </p:txBody>
      </p:sp>
      <p:sp>
        <p:nvSpPr>
          <p:cNvPr id="20" name="보존 상태">
            <a:extLst xmlns:a="http://schemas.openxmlformats.org/drawingml/2006/main">
              <a:ext uri="{FF2B5EF4-FFF2-40B4-BE49-F238E27FC236}">
                <a16:creationId xmlns:a16="http://schemas.microsoft.com/office/drawing/2014/main" id="{5BBBD0B2-38E2-46E0-B9C0-54BA14A81980}"/>
              </a:ext>
            </a:extLst>
          </p:cNvPr>
          <p:cNvSpPr>
            <a:spLocks xmlns:a="http://schemas.openxmlformats.org/drawingml/2006/main" noGrp="1"/>
          </p:cNvSpPr>
          <p:nvPr/>
        </p:nvSpPr>
        <p:spPr>
          <a:xfrm xmlns:a="http://schemas.openxmlformats.org/drawingml/2006/main">
            <a:off x="400050" y="3790950"/>
            <a:ext cx="1285875" cy="5715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1" name="DP3 object 55">
            <a:extLst xmlns:a="http://schemas.openxmlformats.org/drawingml/2006/main">
              <a:ext uri="{FF2B5EF4-FFF2-40B4-BE49-F238E27FC236}">
                <a16:creationId xmlns:a16="http://schemas.microsoft.com/office/drawing/2014/main" id="{327A4DBD-73F2-4CC2-AF63-01DC8836B59A}"/>
              </a:ext>
            </a:extLst>
          </p:cNvPr>
          <p:cNvSpPr>
            <a:spLocks xmlns:a="http://schemas.openxmlformats.org/drawingml/2006/main" noGrp="1"/>
          </p:cNvSpPr>
          <p:nvPr/>
        </p:nvSpPr>
        <p:spPr>
          <a:xfrm xmlns:a="http://schemas.openxmlformats.org/drawingml/2006/main">
            <a:off x="447675" y="3895725"/>
            <a:ext cx="1190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상태 / 자료</a:t>
            </a:r>
          </a:p>
        </p:txBody>
      </p:sp>
      <p:sp>
        <p:nvSpPr>
          <p:cNvPr id="22" name="DP3 object 56">
            <a:extLst xmlns:a="http://schemas.openxmlformats.org/drawingml/2006/main">
              <a:ext uri="{FF2B5EF4-FFF2-40B4-BE49-F238E27FC236}">
                <a16:creationId xmlns:a16="http://schemas.microsoft.com/office/drawing/2014/main" id="{FB70DFED-EA31-47B6-99D5-2EEF056A04BD}"/>
              </a:ext>
            </a:extLst>
          </p:cNvPr>
          <p:cNvSpPr>
            <a:spLocks xmlns:a="http://schemas.openxmlformats.org/drawingml/2006/main" noGrp="1"/>
          </p:cNvSpPr>
          <p:nvPr/>
        </p:nvSpPr>
        <p:spPr>
          <a:xfrm xmlns:a="http://schemas.openxmlformats.org/drawingml/2006/main">
            <a:off x="314325" y="4591050"/>
            <a:ext cx="14954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실선: 처리·자료</a:t>
            </a:r>
          </a:p>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점선: 조건부 경로</a:t>
            </a:r>
          </a:p>
        </p:txBody>
      </p:sp>
      <p:sp>
        <p:nvSpPr>
          <p:cNvPr id="23" name="DP3 object 57">
            <a:extLst xmlns:a="http://schemas.openxmlformats.org/drawingml/2006/main">
              <a:ext uri="{FF2B5EF4-FFF2-40B4-BE49-F238E27FC236}">
                <a16:creationId xmlns:a16="http://schemas.microsoft.com/office/drawing/2014/main" id="{2E081EB8-6D92-4E32-8FED-25B6B4764695}"/>
              </a:ext>
            </a:extLst>
          </p:cNvPr>
          <p:cNvSpPr>
            <a:spLocks xmlns:a="http://schemas.openxmlformats.org/drawingml/2006/main" noGrp="1"/>
          </p:cNvSpPr>
          <p:nvPr/>
        </p:nvSpPr>
        <p:spPr>
          <a:xfrm xmlns:a="http://schemas.openxmlformats.org/drawingml/2006/main">
            <a:off x="314325" y="5286375"/>
            <a:ext cx="14954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50555B"/>
                </a:solidFill>
                <a:latin typeface="Apple SD Gothic Neo"/>
                <a:ea typeface="Apple SD Gothic Neo"/>
                <a:cs typeface="Apple SD Gothic Neo"/>
              </a:defRPr>
            </a:defPPr>
            <a:lvl1pPr algn="ctr">
              <a:defRPr sz="1275" b="0">
                <a:solidFill>
                  <a:srgbClr val="50555B"/>
                </a:solidFill>
                <a:latin typeface="Apple SD Gothic Neo"/>
                <a:ea typeface="Apple SD Gothic Neo"/>
                <a:cs typeface="Apple SD Gothic Neo"/>
              </a:defRPr>
            </a:lvl1pPr>
            <a:lvl2pPr algn="ctr">
              <a:defRPr sz="1275" b="0">
                <a:solidFill>
                  <a:srgbClr val="50555B"/>
                </a:solidFill>
                <a:latin typeface="Apple SD Gothic Neo"/>
                <a:ea typeface="Apple SD Gothic Neo"/>
                <a:cs typeface="Apple SD Gothic Neo"/>
              </a:defRPr>
            </a:lvl2pPr>
            <a:lvl3pPr algn="ctr">
              <a:defRPr sz="1275" b="0">
                <a:solidFill>
                  <a:srgbClr val="50555B"/>
                </a:solidFill>
                <a:latin typeface="Apple SD Gothic Neo"/>
                <a:ea typeface="Apple SD Gothic Neo"/>
                <a:cs typeface="Apple SD Gothic Neo"/>
              </a:defRPr>
            </a:lvl3pPr>
            <a:lvl4pPr algn="ctr">
              <a:defRPr sz="1275" b="0">
                <a:solidFill>
                  <a:srgbClr val="50555B"/>
                </a:solidFill>
                <a:latin typeface="Apple SD Gothic Neo"/>
                <a:ea typeface="Apple SD Gothic Neo"/>
                <a:cs typeface="Apple SD Gothic Neo"/>
              </a:defRPr>
            </a:lvl4pPr>
            <a:lvl5pPr algn="ctr">
              <a:defRPr sz="1275" b="0">
                <a:solidFill>
                  <a:srgbClr val="50555B"/>
                </a:solidFill>
                <a:latin typeface="Apple SD Gothic Neo"/>
                <a:ea typeface="Apple SD Gothic Neo"/>
                <a:cs typeface="Apple SD Gothic Neo"/>
              </a:defRPr>
            </a:lvl5pPr>
            <a:lvl6pPr algn="ctr">
              <a:defRPr sz="1275" b="0">
                <a:solidFill>
                  <a:srgbClr val="50555B"/>
                </a:solidFill>
                <a:latin typeface="Apple SD Gothic Neo"/>
                <a:ea typeface="Apple SD Gothic Neo"/>
                <a:cs typeface="Apple SD Gothic Neo"/>
              </a:defRPr>
            </a:lvl6pPr>
            <a:lvl7pPr algn="ctr">
              <a:defRPr sz="1275" b="0">
                <a:solidFill>
                  <a:srgbClr val="50555B"/>
                </a:solidFill>
                <a:latin typeface="Apple SD Gothic Neo"/>
                <a:ea typeface="Apple SD Gothic Neo"/>
                <a:cs typeface="Apple SD Gothic Neo"/>
              </a:defRPr>
            </a:lvl7pPr>
            <a:lvl8pPr algn="ctr">
              <a:defRPr sz="1275" b="0">
                <a:solidFill>
                  <a:srgbClr val="50555B"/>
                </a:solidFill>
                <a:latin typeface="Apple SD Gothic Neo"/>
                <a:ea typeface="Apple SD Gothic Neo"/>
                <a:cs typeface="Apple SD Gothic Neo"/>
              </a:defRPr>
            </a:lvl8pPr>
            <a:lvl9pPr algn="ctr">
              <a:defRPr sz="1275" b="0">
                <a:solidFill>
                  <a:srgbClr val="50555B"/>
                </a:solidFill>
                <a:latin typeface="Apple SD Gothic Neo"/>
                <a:ea typeface="Apple SD Gothic Neo"/>
                <a:cs typeface="Apple SD Gothic Neo"/>
              </a:defRPr>
            </a:lvl9pPr>
          </a:lstStyle>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모듈별 모델 복제나</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독립 process 아님</a:t>
            </a:r>
          </a:p>
        </p:txBody>
      </p:sp>
      <p:sp>
        <p:nvSpPr>
          <p:cNvPr id="24" name="DP3 object 58">
            <a:extLst xmlns:a="http://schemas.openxmlformats.org/drawingml/2006/main">
              <a:ext uri="{FF2B5EF4-FFF2-40B4-BE49-F238E27FC236}">
                <a16:creationId xmlns:a16="http://schemas.microsoft.com/office/drawing/2014/main" id="{463EFA83-7762-44D5-A682-32B201126A27}"/>
              </a:ext>
            </a:extLst>
          </p:cNvPr>
          <p:cNvSpPr>
            <a:spLocks xmlns:a="http://schemas.openxmlformats.org/drawingml/2006/main" noGrp="1"/>
          </p:cNvSpPr>
          <p:nvPr/>
        </p:nvSpPr>
        <p:spPr>
          <a:xfrm xmlns:a="http://schemas.openxmlformats.org/drawingml/2006/main">
            <a:off x="1971675" y="2190750"/>
            <a:ext cx="788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대상 범위와 지칭 관계를 한 책임에서 생산</a:t>
            </a:r>
          </a:p>
        </p:txBody>
      </p:sp>
      <p:sp>
        <p:nvSpPr>
          <p:cNvPr id="25" name="발화 원문&#10;시각·정정">
            <a:extLst xmlns:a="http://schemas.openxmlformats.org/drawingml/2006/main">
              <a:ext uri="{FF2B5EF4-FFF2-40B4-BE49-F238E27FC236}">
                <a16:creationId xmlns:a16="http://schemas.microsoft.com/office/drawing/2014/main" id="{6AEB4556-4E6E-45F5-8FF2-313BEDE8CF2F}"/>
              </a:ext>
            </a:extLst>
          </p:cNvPr>
          <p:cNvSpPr>
            <a:spLocks xmlns:a="http://schemas.openxmlformats.org/drawingml/2006/main" noGrp="1"/>
          </p:cNvSpPr>
          <p:nvPr/>
        </p:nvSpPr>
        <p:spPr>
          <a:xfrm xmlns:a="http://schemas.openxmlformats.org/drawingml/2006/main">
            <a:off x="2038350" y="2943225"/>
            <a:ext cx="1800225" cy="7334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6" name="DP3 object 59">
            <a:extLst xmlns:a="http://schemas.openxmlformats.org/drawingml/2006/main">
              <a:ext uri="{FF2B5EF4-FFF2-40B4-BE49-F238E27FC236}">
                <a16:creationId xmlns:a16="http://schemas.microsoft.com/office/drawing/2014/main" id="{AD4ECEA5-6381-4B13-913B-D15118B43E4C}"/>
              </a:ext>
            </a:extLst>
          </p:cNvPr>
          <p:cNvSpPr>
            <a:spLocks xmlns:a="http://schemas.openxmlformats.org/drawingml/2006/main" noGrp="1"/>
          </p:cNvSpPr>
          <p:nvPr/>
        </p:nvSpPr>
        <p:spPr>
          <a:xfrm xmlns:a="http://schemas.openxmlformats.org/drawingml/2006/main">
            <a:off x="2085975" y="3048000"/>
            <a:ext cx="17049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발화 원문</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시각·정정</a:t>
            </a:r>
          </a:p>
        </p:txBody>
      </p:sp>
      <p:sp>
        <p:nvSpPr>
          <p:cNvPr id="27" name="당시 화면&#10;선택·pointer">
            <a:extLst xmlns:a="http://schemas.openxmlformats.org/drawingml/2006/main">
              <a:ext uri="{FF2B5EF4-FFF2-40B4-BE49-F238E27FC236}">
                <a16:creationId xmlns:a16="http://schemas.microsoft.com/office/drawing/2014/main" id="{0919CF36-399A-4D60-9C16-4FE99A272B83}"/>
              </a:ext>
            </a:extLst>
          </p:cNvPr>
          <p:cNvSpPr>
            <a:spLocks xmlns:a="http://schemas.openxmlformats.org/drawingml/2006/main" noGrp="1"/>
          </p:cNvSpPr>
          <p:nvPr/>
        </p:nvSpPr>
        <p:spPr>
          <a:xfrm xmlns:a="http://schemas.openxmlformats.org/drawingml/2006/main">
            <a:off x="2038350" y="4000500"/>
            <a:ext cx="1800225" cy="8096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8" name="DP3 object 60">
            <a:extLst xmlns:a="http://schemas.openxmlformats.org/drawingml/2006/main">
              <a:ext uri="{FF2B5EF4-FFF2-40B4-BE49-F238E27FC236}">
                <a16:creationId xmlns:a16="http://schemas.microsoft.com/office/drawing/2014/main" id="{56AAF522-64D4-4662-AF8B-2869FD0A64C3}"/>
              </a:ext>
            </a:extLst>
          </p:cNvPr>
          <p:cNvSpPr>
            <a:spLocks xmlns:a="http://schemas.openxmlformats.org/drawingml/2006/main" noGrp="1"/>
          </p:cNvSpPr>
          <p:nvPr/>
        </p:nvSpPr>
        <p:spPr>
          <a:xfrm xmlns:a="http://schemas.openxmlformats.org/drawingml/2006/main">
            <a:off x="2085975" y="4105275"/>
            <a:ext cx="17049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당시 화면</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선택·pointer</a:t>
            </a:r>
          </a:p>
        </p:txBody>
      </p:sp>
      <p:sp>
        <p:nvSpPr>
          <p:cNvPr id="29" name="Request Interpreter Component">
            <a:extLst xmlns:a="http://schemas.openxmlformats.org/drawingml/2006/main">
              <a:ext uri="{FF2B5EF4-FFF2-40B4-BE49-F238E27FC236}">
                <a16:creationId xmlns:a16="http://schemas.microsoft.com/office/drawing/2014/main" id="{BDF0FEBA-0320-4A7A-AC46-D0DCD4351367}"/>
              </a:ext>
            </a:extLst>
          </p:cNvPr>
          <p:cNvSpPr>
            <a:spLocks xmlns:a="http://schemas.openxmlformats.org/drawingml/2006/main" noGrp="1"/>
          </p:cNvSpPr>
          <p:nvPr/>
        </p:nvSpPr>
        <p:spPr>
          <a:xfrm xmlns:a="http://schemas.openxmlformats.org/drawingml/2006/main">
            <a:off x="4048125" y="2590800"/>
            <a:ext cx="5676900" cy="30099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30" name="DP3 object 61">
            <a:extLst xmlns:a="http://schemas.openxmlformats.org/drawingml/2006/main">
              <a:ext uri="{FF2B5EF4-FFF2-40B4-BE49-F238E27FC236}">
                <a16:creationId xmlns:a16="http://schemas.microsoft.com/office/drawing/2014/main" id="{87C91261-A3B6-4EA2-8D35-801EC77345F8}"/>
              </a:ext>
            </a:extLst>
          </p:cNvPr>
          <p:cNvSpPr>
            <a:spLocks xmlns:a="http://schemas.openxmlformats.org/drawingml/2006/main" noGrp="1"/>
          </p:cNvSpPr>
          <p:nvPr/>
        </p:nvSpPr>
        <p:spPr>
          <a:xfrm xmlns:a="http://schemas.openxmlformats.org/drawingml/2006/main">
            <a:off x="4124325" y="2609850"/>
            <a:ext cx="552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Interpreter</a:t>
            </a:r>
          </a:p>
        </p:txBody>
      </p:sp>
      <p:sp>
        <p:nvSpPr>
          <p:cNvPr id="31" name="Editable path 62">
            <a:extLst xmlns:a="http://schemas.openxmlformats.org/drawingml/2006/main">
              <a:ext uri="{FF2B5EF4-FFF2-40B4-BE49-F238E27FC236}">
                <a16:creationId xmlns:a16="http://schemas.microsoft.com/office/drawing/2014/main" id="{D14350F4-22FD-4A14-9C42-1740BDFB5662}"/>
              </a:ext>
            </a:extLst>
          </p:cNvPr>
          <p:cNvSpPr>
            <a:spLocks xmlns:a="http://schemas.openxmlformats.org/drawingml/2006/main" noGrp="1"/>
          </p:cNvSpPr>
          <p:nvPr/>
        </p:nvSpPr>
        <p:spPr>
          <a:xfrm xmlns:a="http://schemas.openxmlformats.org/drawingml/2006/main">
            <a:off x="4048125" y="2933700"/>
            <a:ext cx="5676900" cy="953"/>
          </a:xfrm>
          <a:custGeom xmlns:a="http://schemas.openxmlformats.org/drawingml/2006/main">
            <a:pathLst>
              <a:path w="5676900" h="953">
                <a:moveTo>
                  <a:pt x="0" y="0"/>
                </a:moveTo>
                <a:lnTo>
                  <a:pt x="5676900" y="0"/>
                </a:lnTo>
              </a:path>
            </a:pathLst>
          </a:custGeom>
          <a:noFill xmlns:a="http://schemas.openxmlformats.org/drawingml/2006/main"/>
          <a:ln xmlns:a="http://schemas.openxmlformats.org/drawingml/2006/main" w="13335">
            <a:solidFill>
              <a:srgbClr val="111111"/>
            </a:solidFill>
            <a:prstDash val="solid"/>
          </a:ln>
        </p:spPr>
      </p:sp>
      <p:sp>
        <p:nvSpPr>
          <p:cNvPr id="32" name="Grounding Attempt Control / Joint Work Queue">
            <a:extLst xmlns:a="http://schemas.openxmlformats.org/drawingml/2006/main">
              <a:ext uri="{FF2B5EF4-FFF2-40B4-BE49-F238E27FC236}">
                <a16:creationId xmlns:a16="http://schemas.microsoft.com/office/drawing/2014/main" id="{A4615FDA-8243-46DC-A83B-D1ECC4247969}"/>
              </a:ext>
            </a:extLst>
          </p:cNvPr>
          <p:cNvSpPr>
            <a:spLocks xmlns:a="http://schemas.openxmlformats.org/drawingml/2006/main" noGrp="1"/>
          </p:cNvSpPr>
          <p:nvPr/>
        </p:nvSpPr>
        <p:spPr>
          <a:xfrm xmlns:a="http://schemas.openxmlformats.org/drawingml/2006/main">
            <a:off x="4238625" y="3000375"/>
            <a:ext cx="5295900" cy="3429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3" name="DP3 object 63">
            <a:extLst xmlns:a="http://schemas.openxmlformats.org/drawingml/2006/main">
              <a:ext uri="{FF2B5EF4-FFF2-40B4-BE49-F238E27FC236}">
                <a16:creationId xmlns:a16="http://schemas.microsoft.com/office/drawing/2014/main" id="{35FF4871-A100-4519-AF2E-6E05C467A447}"/>
              </a:ext>
            </a:extLst>
          </p:cNvPr>
          <p:cNvSpPr>
            <a:spLocks xmlns:a="http://schemas.openxmlformats.org/drawingml/2006/main" noGrp="1"/>
          </p:cNvSpPr>
          <p:nvPr/>
        </p:nvSpPr>
        <p:spPr>
          <a:xfrm xmlns:a="http://schemas.openxmlformats.org/drawingml/2006/main">
            <a:off x="4305300" y="3038475"/>
            <a:ext cx="516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Grounding Attempt Control / Joint Work Queue</a:t>
            </a:r>
          </a:p>
        </p:txBody>
      </p:sp>
      <p:sp>
        <p:nvSpPr>
          <p:cNvPr id="34" name="Joint Grounding&#10;Interpreter">
            <a:extLst xmlns:a="http://schemas.openxmlformats.org/drawingml/2006/main">
              <a:ext uri="{FF2B5EF4-FFF2-40B4-BE49-F238E27FC236}">
                <a16:creationId xmlns:a16="http://schemas.microsoft.com/office/drawing/2014/main" id="{032BAFB0-C66C-4D54-B3F7-5695CD675CE1}"/>
              </a:ext>
            </a:extLst>
          </p:cNvPr>
          <p:cNvSpPr>
            <a:spLocks xmlns:a="http://schemas.openxmlformats.org/drawingml/2006/main" noGrp="1"/>
          </p:cNvSpPr>
          <p:nvPr/>
        </p:nvSpPr>
        <p:spPr>
          <a:xfrm xmlns:a="http://schemas.openxmlformats.org/drawingml/2006/main">
            <a:off x="4238625" y="3533775"/>
            <a:ext cx="3238500" cy="8382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5" name="DP3 object 64">
            <a:extLst xmlns:a="http://schemas.openxmlformats.org/drawingml/2006/main">
              <a:ext uri="{FF2B5EF4-FFF2-40B4-BE49-F238E27FC236}">
                <a16:creationId xmlns:a16="http://schemas.microsoft.com/office/drawing/2014/main" id="{8BD37C31-0588-476D-8A69-D44429258170}"/>
              </a:ext>
            </a:extLst>
          </p:cNvPr>
          <p:cNvSpPr>
            <a:spLocks xmlns:a="http://schemas.openxmlformats.org/drawingml/2006/main" noGrp="1"/>
          </p:cNvSpPr>
          <p:nvPr/>
        </p:nvSpPr>
        <p:spPr>
          <a:xfrm xmlns:a="http://schemas.openxmlformats.org/drawingml/2006/main">
            <a:off x="4305300" y="3571875"/>
            <a:ext cx="31051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Joint Grounding</a:t>
            </a:r>
          </a:p>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Interpreter</a:t>
            </a:r>
          </a:p>
        </p:txBody>
      </p:sp>
      <p:sp>
        <p:nvSpPr>
          <p:cNvPr id="36" name="Joint Grounding&#10;State">
            <a:extLst xmlns:a="http://schemas.openxmlformats.org/drawingml/2006/main">
              <a:ext uri="{FF2B5EF4-FFF2-40B4-BE49-F238E27FC236}">
                <a16:creationId xmlns:a16="http://schemas.microsoft.com/office/drawing/2014/main" id="{346EC64D-B567-4FDC-B011-352CFE4F5B6C}"/>
              </a:ext>
            </a:extLst>
          </p:cNvPr>
          <p:cNvSpPr>
            <a:spLocks xmlns:a="http://schemas.openxmlformats.org/drawingml/2006/main" noGrp="1"/>
          </p:cNvSpPr>
          <p:nvPr/>
        </p:nvSpPr>
        <p:spPr>
          <a:xfrm xmlns:a="http://schemas.openxmlformats.org/drawingml/2006/main">
            <a:off x="7762875" y="4000500"/>
            <a:ext cx="1771650" cy="9906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37" name="DP3 object 65">
            <a:extLst xmlns:a="http://schemas.openxmlformats.org/drawingml/2006/main">
              <a:ext uri="{FF2B5EF4-FFF2-40B4-BE49-F238E27FC236}">
                <a16:creationId xmlns:a16="http://schemas.microsoft.com/office/drawing/2014/main" id="{CA8538FF-1E15-483B-BE8E-8EF41498BC2C}"/>
              </a:ext>
            </a:extLst>
          </p:cNvPr>
          <p:cNvSpPr>
            <a:spLocks xmlns:a="http://schemas.openxmlformats.org/drawingml/2006/main" noGrp="1"/>
          </p:cNvSpPr>
          <p:nvPr/>
        </p:nvSpPr>
        <p:spPr>
          <a:xfrm xmlns:a="http://schemas.openxmlformats.org/drawingml/2006/main">
            <a:off x="7810500" y="4105275"/>
            <a:ext cx="16764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Joint Grounding</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State</a:t>
            </a:r>
          </a:p>
        </p:txBody>
      </p:sp>
      <p:sp>
        <p:nvSpPr>
          <p:cNvPr id="38" name="Editable path 66">
            <a:extLst xmlns:a="http://schemas.openxmlformats.org/drawingml/2006/main">
              <a:ext uri="{FF2B5EF4-FFF2-40B4-BE49-F238E27FC236}">
                <a16:creationId xmlns:a16="http://schemas.microsoft.com/office/drawing/2014/main" id="{BD274279-5243-407A-AC99-A000834EF076}"/>
              </a:ext>
            </a:extLst>
          </p:cNvPr>
          <p:cNvSpPr>
            <a:spLocks xmlns:a="http://schemas.openxmlformats.org/drawingml/2006/main" noGrp="1"/>
          </p:cNvSpPr>
          <p:nvPr/>
        </p:nvSpPr>
        <p:spPr>
          <a:xfrm xmlns:a="http://schemas.openxmlformats.org/drawingml/2006/main">
            <a:off x="3838575" y="3295650"/>
            <a:ext cx="400050" cy="466725"/>
          </a:xfrm>
          <a:custGeom xmlns:a="http://schemas.openxmlformats.org/drawingml/2006/main">
            <a:pathLst>
              <a:path w="400050" h="466725">
                <a:moveTo>
                  <a:pt x="0" y="0"/>
                </a:moveTo>
                <a:lnTo>
                  <a:pt x="161925" y="0"/>
                </a:lnTo>
                <a:lnTo>
                  <a:pt x="161925" y="466725"/>
                </a:lnTo>
                <a:lnTo>
                  <a:pt x="400050" y="466725"/>
                </a:lnTo>
              </a:path>
            </a:pathLst>
          </a:custGeom>
          <a:noFill xmlns:a="http://schemas.openxmlformats.org/drawingml/2006/main"/>
          <a:ln xmlns:a="http://schemas.openxmlformats.org/drawingml/2006/main" w="20955">
            <a:solidFill>
              <a:srgbClr val="111111"/>
            </a:solidFill>
            <a:prstDash val="solid"/>
          </a:ln>
        </p:spPr>
      </p:sp>
      <p:sp>
        <p:nvSpPr>
          <p:cNvPr id="39" name="Editable arrowhead 67">
            <a:extLst xmlns:a="http://schemas.openxmlformats.org/drawingml/2006/main">
              <a:ext uri="{FF2B5EF4-FFF2-40B4-BE49-F238E27FC236}">
                <a16:creationId xmlns:a16="http://schemas.microsoft.com/office/drawing/2014/main" id="{09890FDB-532D-4E74-A845-3089077B1ADA}"/>
              </a:ext>
            </a:extLst>
          </p:cNvPr>
          <p:cNvSpPr>
            <a:spLocks xmlns:a="http://schemas.openxmlformats.org/drawingml/2006/main" noGrp="1"/>
          </p:cNvSpPr>
          <p:nvPr/>
        </p:nvSpPr>
        <p:spPr>
          <a:xfrm xmlns:a="http://schemas.openxmlformats.org/drawingml/2006/main">
            <a:off x="4143375" y="37147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0" name="Editable path 68">
            <a:extLst xmlns:a="http://schemas.openxmlformats.org/drawingml/2006/main">
              <a:ext uri="{FF2B5EF4-FFF2-40B4-BE49-F238E27FC236}">
                <a16:creationId xmlns:a16="http://schemas.microsoft.com/office/drawing/2014/main" id="{F87FAC5B-5DE8-4D27-B37D-79F0AF6986D6}"/>
              </a:ext>
            </a:extLst>
          </p:cNvPr>
          <p:cNvSpPr>
            <a:spLocks xmlns:a="http://schemas.openxmlformats.org/drawingml/2006/main" noGrp="1"/>
          </p:cNvSpPr>
          <p:nvPr/>
        </p:nvSpPr>
        <p:spPr>
          <a:xfrm xmlns:a="http://schemas.openxmlformats.org/drawingml/2006/main">
            <a:off x="3838575" y="4171950"/>
            <a:ext cx="400050" cy="219075"/>
          </a:xfrm>
          <a:custGeom xmlns:a="http://schemas.openxmlformats.org/drawingml/2006/main">
            <a:pathLst>
              <a:path w="400050" h="219075">
                <a:moveTo>
                  <a:pt x="0" y="219075"/>
                </a:moveTo>
                <a:lnTo>
                  <a:pt x="161925" y="219075"/>
                </a:lnTo>
                <a:lnTo>
                  <a:pt x="161925" y="0"/>
                </a:lnTo>
                <a:lnTo>
                  <a:pt x="400050" y="0"/>
                </a:lnTo>
              </a:path>
            </a:pathLst>
          </a:custGeom>
          <a:noFill xmlns:a="http://schemas.openxmlformats.org/drawingml/2006/main"/>
          <a:ln xmlns:a="http://schemas.openxmlformats.org/drawingml/2006/main" w="20955">
            <a:solidFill>
              <a:srgbClr val="111111"/>
            </a:solidFill>
            <a:prstDash val="solid"/>
          </a:ln>
        </p:spPr>
      </p:sp>
      <p:sp>
        <p:nvSpPr>
          <p:cNvPr id="41" name="Editable arrowhead 69">
            <a:extLst xmlns:a="http://schemas.openxmlformats.org/drawingml/2006/main">
              <a:ext uri="{FF2B5EF4-FFF2-40B4-BE49-F238E27FC236}">
                <a16:creationId xmlns:a16="http://schemas.microsoft.com/office/drawing/2014/main" id="{DE654FA6-DA94-4D38-A930-60E36DDD9B0B}"/>
              </a:ext>
            </a:extLst>
          </p:cNvPr>
          <p:cNvSpPr>
            <a:spLocks xmlns:a="http://schemas.openxmlformats.org/drawingml/2006/main" noGrp="1"/>
          </p:cNvSpPr>
          <p:nvPr/>
        </p:nvSpPr>
        <p:spPr>
          <a:xfrm xmlns:a="http://schemas.openxmlformats.org/drawingml/2006/main">
            <a:off x="4143375" y="41243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2" name="Editable path 70">
            <a:extLst xmlns:a="http://schemas.openxmlformats.org/drawingml/2006/main">
              <a:ext uri="{FF2B5EF4-FFF2-40B4-BE49-F238E27FC236}">
                <a16:creationId xmlns:a16="http://schemas.microsoft.com/office/drawing/2014/main" id="{052CB8BC-DA54-4468-B074-581EF23EE0C0}"/>
              </a:ext>
            </a:extLst>
          </p:cNvPr>
          <p:cNvSpPr>
            <a:spLocks xmlns:a="http://schemas.openxmlformats.org/drawingml/2006/main" noGrp="1"/>
          </p:cNvSpPr>
          <p:nvPr/>
        </p:nvSpPr>
        <p:spPr>
          <a:xfrm xmlns:a="http://schemas.openxmlformats.org/drawingml/2006/main">
            <a:off x="5857875" y="3343275"/>
            <a:ext cx="953" cy="190500"/>
          </a:xfrm>
          <a:custGeom xmlns:a="http://schemas.openxmlformats.org/drawingml/2006/main">
            <a:pathLst>
              <a:path w="953" h="190500">
                <a:moveTo>
                  <a:pt x="0" y="0"/>
                </a:moveTo>
                <a:lnTo>
                  <a:pt x="0" y="190500"/>
                </a:lnTo>
              </a:path>
            </a:pathLst>
          </a:custGeom>
          <a:noFill xmlns:a="http://schemas.openxmlformats.org/drawingml/2006/main"/>
          <a:ln xmlns:a="http://schemas.openxmlformats.org/drawingml/2006/main" w="19050">
            <a:solidFill>
              <a:srgbClr val="111111"/>
            </a:solidFill>
            <a:prstDash val="solid"/>
          </a:ln>
        </p:spPr>
      </p:sp>
      <p:sp>
        <p:nvSpPr>
          <p:cNvPr id="43" name="Editable arrowhead 71">
            <a:extLst xmlns:a="http://schemas.openxmlformats.org/drawingml/2006/main">
              <a:ext uri="{FF2B5EF4-FFF2-40B4-BE49-F238E27FC236}">
                <a16:creationId xmlns:a16="http://schemas.microsoft.com/office/drawing/2014/main" id="{1BDE136D-E368-466F-86D3-F6047D927167}"/>
              </a:ext>
            </a:extLst>
          </p:cNvPr>
          <p:cNvSpPr>
            <a:spLocks xmlns:a="http://schemas.openxmlformats.org/drawingml/2006/main" noGrp="1"/>
          </p:cNvSpPr>
          <p:nvPr/>
        </p:nvSpPr>
        <p:spPr>
          <a:xfrm xmlns:a="http://schemas.openxmlformats.org/drawingml/2006/main">
            <a:off x="5810250" y="34385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4" name="Editable path 72">
            <a:extLst xmlns:a="http://schemas.openxmlformats.org/drawingml/2006/main">
              <a:ext uri="{FF2B5EF4-FFF2-40B4-BE49-F238E27FC236}">
                <a16:creationId xmlns:a16="http://schemas.microsoft.com/office/drawing/2014/main" id="{3F16F623-EB32-4A46-A968-4B0389201DDE}"/>
              </a:ext>
            </a:extLst>
          </p:cNvPr>
          <p:cNvSpPr>
            <a:spLocks xmlns:a="http://schemas.openxmlformats.org/drawingml/2006/main" noGrp="1"/>
          </p:cNvSpPr>
          <p:nvPr/>
        </p:nvSpPr>
        <p:spPr>
          <a:xfrm xmlns:a="http://schemas.openxmlformats.org/drawingml/2006/main">
            <a:off x="5857875" y="4371975"/>
            <a:ext cx="953" cy="238125"/>
          </a:xfrm>
          <a:custGeom xmlns:a="http://schemas.openxmlformats.org/drawingml/2006/main">
            <a:pathLst>
              <a:path w="953" h="238125">
                <a:moveTo>
                  <a:pt x="0" y="0"/>
                </a:moveTo>
                <a:lnTo>
                  <a:pt x="0" y="238125"/>
                </a:lnTo>
              </a:path>
            </a:pathLst>
          </a:custGeom>
          <a:noFill xmlns:a="http://schemas.openxmlformats.org/drawingml/2006/main"/>
          <a:ln xmlns:a="http://schemas.openxmlformats.org/drawingml/2006/main" w="20955">
            <a:solidFill>
              <a:srgbClr val="111111"/>
            </a:solidFill>
            <a:prstDash val="solid"/>
          </a:ln>
        </p:spPr>
      </p:sp>
      <p:sp>
        <p:nvSpPr>
          <p:cNvPr id="45" name="Editable arrowhead 73">
            <a:extLst xmlns:a="http://schemas.openxmlformats.org/drawingml/2006/main">
              <a:ext uri="{FF2B5EF4-FFF2-40B4-BE49-F238E27FC236}">
                <a16:creationId xmlns:a16="http://schemas.microsoft.com/office/drawing/2014/main" id="{DE85B597-E56B-4956-91B2-33909E6A65FE}"/>
              </a:ext>
            </a:extLst>
          </p:cNvPr>
          <p:cNvSpPr>
            <a:spLocks xmlns:a="http://schemas.openxmlformats.org/drawingml/2006/main" noGrp="1"/>
          </p:cNvSpPr>
          <p:nvPr/>
        </p:nvSpPr>
        <p:spPr>
          <a:xfrm xmlns:a="http://schemas.openxmlformats.org/drawingml/2006/main">
            <a:off x="5810250" y="45148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6" name="DP3 object 74">
            <a:extLst xmlns:a="http://schemas.openxmlformats.org/drawingml/2006/main">
              <a:ext uri="{FF2B5EF4-FFF2-40B4-BE49-F238E27FC236}">
                <a16:creationId xmlns:a16="http://schemas.microsoft.com/office/drawing/2014/main" id="{A80DCB87-BB59-4C50-B427-599B78288622}"/>
              </a:ext>
            </a:extLst>
          </p:cNvPr>
          <p:cNvSpPr>
            <a:spLocks xmlns:a="http://schemas.openxmlformats.org/drawingml/2006/main" noGrp="1"/>
          </p:cNvSpPr>
          <p:nvPr/>
        </p:nvSpPr>
        <p:spPr>
          <a:xfrm xmlns:a="http://schemas.openxmlformats.org/drawingml/2006/main">
            <a:off x="4257675" y="34004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47" name="DP3 object 75">
            <a:extLst xmlns:a="http://schemas.openxmlformats.org/drawingml/2006/main">
              <a:ext uri="{FF2B5EF4-FFF2-40B4-BE49-F238E27FC236}">
                <a16:creationId xmlns:a16="http://schemas.microsoft.com/office/drawing/2014/main" id="{88A62AAA-5428-4382-BC2B-AB4A6476CB96}"/>
              </a:ext>
            </a:extLst>
          </p:cNvPr>
          <p:cNvSpPr>
            <a:spLocks xmlns:a="http://schemas.openxmlformats.org/drawingml/2006/main" noGrp="1"/>
          </p:cNvSpPr>
          <p:nvPr/>
        </p:nvSpPr>
        <p:spPr>
          <a:xfrm xmlns:a="http://schemas.openxmlformats.org/drawingml/2006/main">
            <a:off x="4257675" y="34004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48" name="TryApply / 현재성·기하 검증">
            <a:extLst xmlns:a="http://schemas.openxmlformats.org/drawingml/2006/main">
              <a:ext uri="{FF2B5EF4-FFF2-40B4-BE49-F238E27FC236}">
                <a16:creationId xmlns:a16="http://schemas.microsoft.com/office/drawing/2014/main" id="{A8A3EF35-C5DB-4712-8E90-00496B8D0F28}"/>
              </a:ext>
            </a:extLst>
          </p:cNvPr>
          <p:cNvSpPr>
            <a:spLocks xmlns:a="http://schemas.openxmlformats.org/drawingml/2006/main" noGrp="1"/>
          </p:cNvSpPr>
          <p:nvPr/>
        </p:nvSpPr>
        <p:spPr>
          <a:xfrm xmlns:a="http://schemas.openxmlformats.org/drawingml/2006/main">
            <a:off x="4238625" y="4610100"/>
            <a:ext cx="3238500" cy="3810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49" name="DP3 object 76">
            <a:extLst xmlns:a="http://schemas.openxmlformats.org/drawingml/2006/main">
              <a:ext uri="{FF2B5EF4-FFF2-40B4-BE49-F238E27FC236}">
                <a16:creationId xmlns:a16="http://schemas.microsoft.com/office/drawing/2014/main" id="{2D752BCD-E383-4092-85DC-BE91F946921B}"/>
              </a:ext>
            </a:extLst>
          </p:cNvPr>
          <p:cNvSpPr>
            <a:spLocks xmlns:a="http://schemas.openxmlformats.org/drawingml/2006/main" noGrp="1"/>
          </p:cNvSpPr>
          <p:nvPr/>
        </p:nvSpPr>
        <p:spPr>
          <a:xfrm xmlns:a="http://schemas.openxmlformats.org/drawingml/2006/main">
            <a:off x="4305300" y="4648200"/>
            <a:ext cx="3105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TryApply / 현재성·기하 검증</a:t>
            </a:r>
          </a:p>
        </p:txBody>
      </p:sp>
      <p:sp>
        <p:nvSpPr>
          <p:cNvPr id="50" name="DP3 object 77">
            <a:extLst xmlns:a="http://schemas.openxmlformats.org/drawingml/2006/main">
              <a:ext uri="{FF2B5EF4-FFF2-40B4-BE49-F238E27FC236}">
                <a16:creationId xmlns:a16="http://schemas.microsoft.com/office/drawing/2014/main" id="{3FF3B3C8-5DEA-44F5-BCD9-5D968176E494}"/>
              </a:ext>
            </a:extLst>
          </p:cNvPr>
          <p:cNvSpPr>
            <a:spLocks xmlns:a="http://schemas.openxmlformats.org/drawingml/2006/main" noGrp="1"/>
          </p:cNvSpPr>
          <p:nvPr/>
        </p:nvSpPr>
        <p:spPr>
          <a:xfrm xmlns:a="http://schemas.openxmlformats.org/drawingml/2006/main">
            <a:off x="4257675" y="44767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51" name="DP3 object 78">
            <a:extLst xmlns:a="http://schemas.openxmlformats.org/drawingml/2006/main">
              <a:ext uri="{FF2B5EF4-FFF2-40B4-BE49-F238E27FC236}">
                <a16:creationId xmlns:a16="http://schemas.microsoft.com/office/drawing/2014/main" id="{B6FD225A-6883-4E48-BF74-BAD13C96D2EB}"/>
              </a:ext>
            </a:extLst>
          </p:cNvPr>
          <p:cNvSpPr>
            <a:spLocks xmlns:a="http://schemas.openxmlformats.org/drawingml/2006/main" noGrp="1"/>
          </p:cNvSpPr>
          <p:nvPr/>
        </p:nvSpPr>
        <p:spPr>
          <a:xfrm xmlns:a="http://schemas.openxmlformats.org/drawingml/2006/main">
            <a:off x="4257675" y="44767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52" name="Editable path 79">
            <a:extLst xmlns:a="http://schemas.openxmlformats.org/drawingml/2006/main">
              <a:ext uri="{FF2B5EF4-FFF2-40B4-BE49-F238E27FC236}">
                <a16:creationId xmlns:a16="http://schemas.microsoft.com/office/drawing/2014/main" id="{3CF8505C-DFAD-4AF5-9060-9C8D481C12C2}"/>
              </a:ext>
            </a:extLst>
          </p:cNvPr>
          <p:cNvSpPr>
            <a:spLocks xmlns:a="http://schemas.openxmlformats.org/drawingml/2006/main" noGrp="1"/>
          </p:cNvSpPr>
          <p:nvPr/>
        </p:nvSpPr>
        <p:spPr>
          <a:xfrm xmlns:a="http://schemas.openxmlformats.org/drawingml/2006/main">
            <a:off x="7477125" y="4495800"/>
            <a:ext cx="285750" cy="304800"/>
          </a:xfrm>
          <a:custGeom xmlns:a="http://schemas.openxmlformats.org/drawingml/2006/main">
            <a:pathLst>
              <a:path w="285750" h="304800">
                <a:moveTo>
                  <a:pt x="0" y="304800"/>
                </a:moveTo>
                <a:lnTo>
                  <a:pt x="142875" y="304800"/>
                </a:lnTo>
                <a:lnTo>
                  <a:pt x="142875" y="0"/>
                </a:lnTo>
                <a:lnTo>
                  <a:pt x="285750" y="0"/>
                </a:lnTo>
              </a:path>
            </a:pathLst>
          </a:custGeom>
          <a:noFill xmlns:a="http://schemas.openxmlformats.org/drawingml/2006/main"/>
          <a:ln xmlns:a="http://schemas.openxmlformats.org/drawingml/2006/main" w="20955">
            <a:solidFill>
              <a:srgbClr val="111111"/>
            </a:solidFill>
            <a:prstDash val="solid"/>
          </a:ln>
        </p:spPr>
      </p:sp>
      <p:sp>
        <p:nvSpPr>
          <p:cNvPr id="53" name="Editable arrowhead 80">
            <a:extLst xmlns:a="http://schemas.openxmlformats.org/drawingml/2006/main">
              <a:ext uri="{FF2B5EF4-FFF2-40B4-BE49-F238E27FC236}">
                <a16:creationId xmlns:a16="http://schemas.microsoft.com/office/drawing/2014/main" id="{5410AB41-5339-4154-A94D-8D6450D649CD}"/>
              </a:ext>
            </a:extLst>
          </p:cNvPr>
          <p:cNvSpPr>
            <a:spLocks xmlns:a="http://schemas.openxmlformats.org/drawingml/2006/main" noGrp="1"/>
          </p:cNvSpPr>
          <p:nvPr/>
        </p:nvSpPr>
        <p:spPr>
          <a:xfrm xmlns:a="http://schemas.openxmlformats.org/drawingml/2006/main">
            <a:off x="7667625" y="444817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4" name="DP3 object 81">
            <a:extLst xmlns:a="http://schemas.openxmlformats.org/drawingml/2006/main">
              <a:ext uri="{FF2B5EF4-FFF2-40B4-BE49-F238E27FC236}">
                <a16:creationId xmlns:a16="http://schemas.microsoft.com/office/drawing/2014/main" id="{D49B784B-B600-4AA6-9FCB-0E699787AD8F}"/>
              </a:ext>
            </a:extLst>
          </p:cNvPr>
          <p:cNvSpPr>
            <a:spLocks xmlns:a="http://schemas.openxmlformats.org/drawingml/2006/main" noGrp="1"/>
          </p:cNvSpPr>
          <p:nvPr/>
        </p:nvSpPr>
        <p:spPr>
          <a:xfrm xmlns:a="http://schemas.openxmlformats.org/drawingml/2006/main">
            <a:off x="7553325" y="38671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55" name="DP3 object 82">
            <a:extLst xmlns:a="http://schemas.openxmlformats.org/drawingml/2006/main">
              <a:ext uri="{FF2B5EF4-FFF2-40B4-BE49-F238E27FC236}">
                <a16:creationId xmlns:a16="http://schemas.microsoft.com/office/drawing/2014/main" id="{956914D1-80E8-4053-A59B-9A58BF93EF30}"/>
              </a:ext>
            </a:extLst>
          </p:cNvPr>
          <p:cNvSpPr>
            <a:spLocks xmlns:a="http://schemas.openxmlformats.org/drawingml/2006/main" noGrp="1"/>
          </p:cNvSpPr>
          <p:nvPr/>
        </p:nvSpPr>
        <p:spPr>
          <a:xfrm xmlns:a="http://schemas.openxmlformats.org/drawingml/2006/main">
            <a:off x="7553325" y="38671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3</a:t>
            </a:r>
          </a:p>
        </p:txBody>
      </p:sp>
      <p:sp>
        <p:nvSpPr>
          <p:cNvPr id="56" name="DP3 object 83">
            <a:extLst xmlns:a="http://schemas.openxmlformats.org/drawingml/2006/main">
              <a:ext uri="{FF2B5EF4-FFF2-40B4-BE49-F238E27FC236}">
                <a16:creationId xmlns:a16="http://schemas.microsoft.com/office/drawing/2014/main" id="{9B08E734-1005-4987-859E-4D00E6A8941F}"/>
              </a:ext>
            </a:extLst>
          </p:cNvPr>
          <p:cNvSpPr>
            <a:spLocks xmlns:a="http://schemas.openxmlformats.org/drawingml/2006/main" noGrp="1"/>
          </p:cNvSpPr>
          <p:nvPr/>
        </p:nvSpPr>
        <p:spPr>
          <a:xfrm xmlns:a="http://schemas.openxmlformats.org/drawingml/2006/main">
            <a:off x="4248150" y="5219700"/>
            <a:ext cx="528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추가 근거가 필요하면 같은 책임에서 재판단</a:t>
            </a:r>
          </a:p>
        </p:txBody>
      </p:sp>
      <p:sp>
        <p:nvSpPr>
          <p:cNvPr id="57" name="Editable path 84">
            <a:extLst xmlns:a="http://schemas.openxmlformats.org/drawingml/2006/main">
              <a:ext uri="{FF2B5EF4-FFF2-40B4-BE49-F238E27FC236}">
                <a16:creationId xmlns:a16="http://schemas.microsoft.com/office/drawing/2014/main" id="{AD5FFE13-79DB-4174-A574-6D0BA0B5C5E7}"/>
              </a:ext>
            </a:extLst>
          </p:cNvPr>
          <p:cNvSpPr>
            <a:spLocks xmlns:a="http://schemas.openxmlformats.org/drawingml/2006/main" noGrp="1"/>
          </p:cNvSpPr>
          <p:nvPr/>
        </p:nvSpPr>
        <p:spPr>
          <a:xfrm xmlns:a="http://schemas.openxmlformats.org/drawingml/2006/main">
            <a:off x="4124325" y="4314825"/>
            <a:ext cx="114300" cy="485775"/>
          </a:xfrm>
          <a:custGeom xmlns:a="http://schemas.openxmlformats.org/drawingml/2006/main">
            <a:pathLst>
              <a:path w="114300" h="485775">
                <a:moveTo>
                  <a:pt x="114300" y="485775"/>
                </a:moveTo>
                <a:lnTo>
                  <a:pt x="0" y="485775"/>
                </a:lnTo>
                <a:lnTo>
                  <a:pt x="0" y="0"/>
                </a:lnTo>
                <a:lnTo>
                  <a:pt x="114300" y="0"/>
                </a:lnTo>
              </a:path>
            </a:pathLst>
          </a:custGeom>
          <a:noFill xmlns:a="http://schemas.openxmlformats.org/drawingml/2006/main"/>
          <a:ln xmlns:a="http://schemas.openxmlformats.org/drawingml/2006/main" w="17145">
            <a:solidFill>
              <a:srgbClr val="111111"/>
            </a:solidFill>
            <a:prstDash val="dash"/>
          </a:ln>
        </p:spPr>
      </p:sp>
      <p:sp>
        <p:nvSpPr>
          <p:cNvPr id="58" name="Editable arrowhead 85">
            <a:extLst xmlns:a="http://schemas.openxmlformats.org/drawingml/2006/main">
              <a:ext uri="{FF2B5EF4-FFF2-40B4-BE49-F238E27FC236}">
                <a16:creationId xmlns:a16="http://schemas.microsoft.com/office/drawing/2014/main" id="{79A3389B-0137-40A9-B407-9FD1EFB216F8}"/>
              </a:ext>
            </a:extLst>
          </p:cNvPr>
          <p:cNvSpPr>
            <a:spLocks xmlns:a="http://schemas.openxmlformats.org/drawingml/2006/main" noGrp="1"/>
          </p:cNvSpPr>
          <p:nvPr/>
        </p:nvSpPr>
        <p:spPr>
          <a:xfrm xmlns:a="http://schemas.openxmlformats.org/drawingml/2006/main">
            <a:off x="4143375" y="426720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9" name="Request Controller: 현재성 확인과 최종 채택">
            <a:extLst xmlns:a="http://schemas.openxmlformats.org/drawingml/2006/main">
              <a:ext uri="{FF2B5EF4-FFF2-40B4-BE49-F238E27FC236}">
                <a16:creationId xmlns:a16="http://schemas.microsoft.com/office/drawing/2014/main" id="{D38CC67C-4CCA-41C7-A08C-7896BA4989D6}"/>
              </a:ext>
            </a:extLst>
          </p:cNvPr>
          <p:cNvSpPr>
            <a:spLocks xmlns:a="http://schemas.openxmlformats.org/drawingml/2006/main" noGrp="1"/>
          </p:cNvSpPr>
          <p:nvPr/>
        </p:nvSpPr>
        <p:spPr>
          <a:xfrm xmlns:a="http://schemas.openxmlformats.org/drawingml/2006/main">
            <a:off x="4048125" y="5772150"/>
            <a:ext cx="5676900" cy="3048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60" name="DP3 object 86">
            <a:extLst xmlns:a="http://schemas.openxmlformats.org/drawingml/2006/main">
              <a:ext uri="{FF2B5EF4-FFF2-40B4-BE49-F238E27FC236}">
                <a16:creationId xmlns:a16="http://schemas.microsoft.com/office/drawing/2014/main" id="{094A9F64-979A-42D8-959E-A755928DD813}"/>
              </a:ext>
            </a:extLst>
          </p:cNvPr>
          <p:cNvSpPr>
            <a:spLocks xmlns:a="http://schemas.openxmlformats.org/drawingml/2006/main" noGrp="1"/>
          </p:cNvSpPr>
          <p:nvPr/>
        </p:nvSpPr>
        <p:spPr>
          <a:xfrm xmlns:a="http://schemas.openxmlformats.org/drawingml/2006/main">
            <a:off x="4114800" y="5810250"/>
            <a:ext cx="554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Request Controller: 현재성 확인과 최종 채택</a:t>
            </a:r>
          </a:p>
        </p:txBody>
      </p:sp>
      <p:sp>
        <p:nvSpPr>
          <p:cNvPr id="61" name="Editable path 87">
            <a:extLst xmlns:a="http://schemas.openxmlformats.org/drawingml/2006/main">
              <a:ext uri="{FF2B5EF4-FFF2-40B4-BE49-F238E27FC236}">
                <a16:creationId xmlns:a16="http://schemas.microsoft.com/office/drawing/2014/main" id="{6D27864F-3F6B-435A-B80F-C6B8B06C0D1C}"/>
              </a:ext>
            </a:extLst>
          </p:cNvPr>
          <p:cNvSpPr>
            <a:spLocks xmlns:a="http://schemas.openxmlformats.org/drawingml/2006/main" noGrp="1"/>
          </p:cNvSpPr>
          <p:nvPr/>
        </p:nvSpPr>
        <p:spPr>
          <a:xfrm xmlns:a="http://schemas.openxmlformats.org/drawingml/2006/main">
            <a:off x="9534525" y="4743450"/>
            <a:ext cx="66675" cy="1028700"/>
          </a:xfrm>
          <a:custGeom xmlns:a="http://schemas.openxmlformats.org/drawingml/2006/main">
            <a:pathLst>
              <a:path w="66675" h="1028700">
                <a:moveTo>
                  <a:pt x="0" y="0"/>
                </a:moveTo>
                <a:lnTo>
                  <a:pt x="66675" y="0"/>
                </a:lnTo>
                <a:lnTo>
                  <a:pt x="66675" y="1028700"/>
                </a:lnTo>
              </a:path>
            </a:pathLst>
          </a:custGeom>
          <a:noFill xmlns:a="http://schemas.openxmlformats.org/drawingml/2006/main"/>
          <a:ln xmlns:a="http://schemas.openxmlformats.org/drawingml/2006/main" w="19050">
            <a:solidFill>
              <a:srgbClr val="111111"/>
            </a:solidFill>
            <a:prstDash val="solid"/>
          </a:ln>
        </p:spPr>
      </p:sp>
      <p:sp>
        <p:nvSpPr>
          <p:cNvPr id="62" name="Editable arrowhead 88">
            <a:extLst xmlns:a="http://schemas.openxmlformats.org/drawingml/2006/main">
              <a:ext uri="{FF2B5EF4-FFF2-40B4-BE49-F238E27FC236}">
                <a16:creationId xmlns:a16="http://schemas.microsoft.com/office/drawing/2014/main" id="{3A5F46ED-7ECE-497A-90C5-E200F0FDDCF9}"/>
              </a:ext>
            </a:extLst>
          </p:cNvPr>
          <p:cNvSpPr>
            <a:spLocks xmlns:a="http://schemas.openxmlformats.org/drawingml/2006/main" noGrp="1"/>
          </p:cNvSpPr>
          <p:nvPr/>
        </p:nvSpPr>
        <p:spPr>
          <a:xfrm xmlns:a="http://schemas.openxmlformats.org/drawingml/2006/main">
            <a:off x="9553575" y="56769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63" name="DP3 object 89">
            <a:extLst xmlns:a="http://schemas.openxmlformats.org/drawingml/2006/main">
              <a:ext uri="{FF2B5EF4-FFF2-40B4-BE49-F238E27FC236}">
                <a16:creationId xmlns:a16="http://schemas.microsoft.com/office/drawing/2014/main" id="{F4051308-B7F8-4E4E-B193-4D3E683FD618}"/>
              </a:ext>
            </a:extLst>
          </p:cNvPr>
          <p:cNvSpPr>
            <a:spLocks xmlns:a="http://schemas.openxmlformats.org/drawingml/2006/main" noGrp="1"/>
          </p:cNvSpPr>
          <p:nvPr/>
        </p:nvSpPr>
        <p:spPr>
          <a:xfrm xmlns:a="http://schemas.openxmlformats.org/drawingml/2006/main">
            <a:off x="10058400" y="2190750"/>
            <a:ext cx="790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원본별 생산자와 후보 저장, 후속 결합을 분리</a:t>
            </a:r>
          </a:p>
        </p:txBody>
      </p:sp>
      <p:sp>
        <p:nvSpPr>
          <p:cNvPr id="64" name="DP3 object 90">
            <a:extLst xmlns:a="http://schemas.openxmlformats.org/drawingml/2006/main">
              <a:ext uri="{FF2B5EF4-FFF2-40B4-BE49-F238E27FC236}">
                <a16:creationId xmlns:a16="http://schemas.microsoft.com/office/drawing/2014/main" id="{290F378B-E4B7-46E4-896B-81E1F6500FA8}"/>
              </a:ext>
            </a:extLst>
          </p:cNvPr>
          <p:cNvSpPr>
            <a:spLocks xmlns:a="http://schemas.openxmlformats.org/drawingml/2006/main" noGrp="1"/>
          </p:cNvSpPr>
          <p:nvPr/>
        </p:nvSpPr>
        <p:spPr>
          <a:xfrm xmlns:a="http://schemas.openxmlformats.org/drawingml/2006/main">
            <a:off x="12287250" y="2562225"/>
            <a:ext cx="21526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발화 원문·시각</a:t>
            </a:r>
          </a:p>
        </p:txBody>
      </p:sp>
      <p:sp>
        <p:nvSpPr>
          <p:cNvPr id="65" name="DP3 object 91">
            <a:extLst xmlns:a="http://schemas.openxmlformats.org/drawingml/2006/main">
              <a:ext uri="{FF2B5EF4-FFF2-40B4-BE49-F238E27FC236}">
                <a16:creationId xmlns:a16="http://schemas.microsoft.com/office/drawing/2014/main" id="{86EA1798-D715-47C9-B6A0-110293610E10}"/>
              </a:ext>
            </a:extLst>
          </p:cNvPr>
          <p:cNvSpPr>
            <a:spLocks xmlns:a="http://schemas.openxmlformats.org/drawingml/2006/main" noGrp="1"/>
          </p:cNvSpPr>
          <p:nvPr/>
        </p:nvSpPr>
        <p:spPr>
          <a:xfrm xmlns:a="http://schemas.openxmlformats.org/drawingml/2006/main">
            <a:off x="14763750" y="2562225"/>
            <a:ext cx="2876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당시 frame·선택·pointer</a:t>
            </a:r>
          </a:p>
        </p:txBody>
      </p:sp>
      <p:sp>
        <p:nvSpPr>
          <p:cNvPr id="66" name="Request Interpreter Component">
            <a:extLst xmlns:a="http://schemas.openxmlformats.org/drawingml/2006/main">
              <a:ext uri="{FF2B5EF4-FFF2-40B4-BE49-F238E27FC236}">
                <a16:creationId xmlns:a16="http://schemas.microsoft.com/office/drawing/2014/main" id="{82C4F965-8438-42B0-B5B7-E7A2D657328A}"/>
              </a:ext>
            </a:extLst>
          </p:cNvPr>
          <p:cNvSpPr>
            <a:spLocks xmlns:a="http://schemas.openxmlformats.org/drawingml/2006/main" noGrp="1"/>
          </p:cNvSpPr>
          <p:nvPr/>
        </p:nvSpPr>
        <p:spPr>
          <a:xfrm xmlns:a="http://schemas.openxmlformats.org/drawingml/2006/main">
            <a:off x="10229850" y="2895600"/>
            <a:ext cx="7562850" cy="27051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67" name="DP3 object 92">
            <a:extLst xmlns:a="http://schemas.openxmlformats.org/drawingml/2006/main">
              <a:ext uri="{FF2B5EF4-FFF2-40B4-BE49-F238E27FC236}">
                <a16:creationId xmlns:a16="http://schemas.microsoft.com/office/drawing/2014/main" id="{6C2A82DF-6AD3-43FF-AA0C-2ADD7F905DF3}"/>
              </a:ext>
            </a:extLst>
          </p:cNvPr>
          <p:cNvSpPr>
            <a:spLocks xmlns:a="http://schemas.openxmlformats.org/drawingml/2006/main" noGrp="1"/>
          </p:cNvSpPr>
          <p:nvPr/>
        </p:nvSpPr>
        <p:spPr>
          <a:xfrm xmlns:a="http://schemas.openxmlformats.org/drawingml/2006/main">
            <a:off x="10306050" y="2914650"/>
            <a:ext cx="7410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Interpreter</a:t>
            </a:r>
          </a:p>
        </p:txBody>
      </p:sp>
      <p:sp>
        <p:nvSpPr>
          <p:cNvPr id="68" name="Editable path 93">
            <a:extLst xmlns:a="http://schemas.openxmlformats.org/drawingml/2006/main">
              <a:ext uri="{FF2B5EF4-FFF2-40B4-BE49-F238E27FC236}">
                <a16:creationId xmlns:a16="http://schemas.microsoft.com/office/drawing/2014/main" id="{71EC3DCD-F2D4-49FA-BC5F-6CA995860F7D}"/>
              </a:ext>
            </a:extLst>
          </p:cNvPr>
          <p:cNvSpPr>
            <a:spLocks xmlns:a="http://schemas.openxmlformats.org/drawingml/2006/main" noGrp="1"/>
          </p:cNvSpPr>
          <p:nvPr/>
        </p:nvSpPr>
        <p:spPr>
          <a:xfrm xmlns:a="http://schemas.openxmlformats.org/drawingml/2006/main">
            <a:off x="10229850" y="3238500"/>
            <a:ext cx="7562850" cy="953"/>
          </a:xfrm>
          <a:custGeom xmlns:a="http://schemas.openxmlformats.org/drawingml/2006/main">
            <a:pathLst>
              <a:path w="7562850" h="953">
                <a:moveTo>
                  <a:pt x="0" y="0"/>
                </a:moveTo>
                <a:lnTo>
                  <a:pt x="7562850" y="0"/>
                </a:lnTo>
              </a:path>
            </a:pathLst>
          </a:custGeom>
          <a:noFill xmlns:a="http://schemas.openxmlformats.org/drawingml/2006/main"/>
          <a:ln xmlns:a="http://schemas.openxmlformats.org/drawingml/2006/main" w="13335">
            <a:solidFill>
              <a:srgbClr val="111111"/>
            </a:solidFill>
            <a:prstDash val="solid"/>
          </a:ln>
        </p:spPr>
      </p:sp>
      <p:sp>
        <p:nvSpPr>
          <p:cNvPr id="69" name="Grounding&#10;Coordinator">
            <a:extLst xmlns:a="http://schemas.openxmlformats.org/drawingml/2006/main">
              <a:ext uri="{FF2B5EF4-FFF2-40B4-BE49-F238E27FC236}">
                <a16:creationId xmlns:a16="http://schemas.microsoft.com/office/drawing/2014/main" id="{E5BBB894-6BDF-45D3-BE05-6F6734F60060}"/>
              </a:ext>
            </a:extLst>
          </p:cNvPr>
          <p:cNvSpPr>
            <a:spLocks xmlns:a="http://schemas.openxmlformats.org/drawingml/2006/main" noGrp="1"/>
          </p:cNvSpPr>
          <p:nvPr/>
        </p:nvSpPr>
        <p:spPr>
          <a:xfrm xmlns:a="http://schemas.openxmlformats.org/drawingml/2006/main">
            <a:off x="10363200" y="3343275"/>
            <a:ext cx="1590675" cy="6191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70" name="DP3 object 94">
            <a:extLst xmlns:a="http://schemas.openxmlformats.org/drawingml/2006/main">
              <a:ext uri="{FF2B5EF4-FFF2-40B4-BE49-F238E27FC236}">
                <a16:creationId xmlns:a16="http://schemas.microsoft.com/office/drawing/2014/main" id="{42768CAA-68F7-4374-AC42-C935C130F5E9}"/>
              </a:ext>
            </a:extLst>
          </p:cNvPr>
          <p:cNvSpPr>
            <a:spLocks xmlns:a="http://schemas.openxmlformats.org/drawingml/2006/main" noGrp="1"/>
          </p:cNvSpPr>
          <p:nvPr/>
        </p:nvSpPr>
        <p:spPr>
          <a:xfrm xmlns:a="http://schemas.openxmlformats.org/drawingml/2006/main">
            <a:off x="10429875" y="3381375"/>
            <a:ext cx="1457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Grounding</a:t>
            </a:r>
          </a:p>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Coordinator</a:t>
            </a:r>
          </a:p>
        </p:txBody>
      </p:sp>
      <p:sp>
        <p:nvSpPr>
          <p:cNvPr id="71" name="DP3 object 95">
            <a:extLst xmlns:a="http://schemas.openxmlformats.org/drawingml/2006/main">
              <a:ext uri="{FF2B5EF4-FFF2-40B4-BE49-F238E27FC236}">
                <a16:creationId xmlns:a16="http://schemas.microsoft.com/office/drawing/2014/main" id="{53835665-86F8-4F57-A32A-52CC5A993DC6}"/>
              </a:ext>
            </a:extLst>
          </p:cNvPr>
          <p:cNvSpPr>
            <a:spLocks xmlns:a="http://schemas.openxmlformats.org/drawingml/2006/main" noGrp="1"/>
          </p:cNvSpPr>
          <p:nvPr/>
        </p:nvSpPr>
        <p:spPr>
          <a:xfrm xmlns:a="http://schemas.openxmlformats.org/drawingml/2006/main">
            <a:off x="10401300" y="4114800"/>
            <a:ext cx="15144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역할 queue</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예산·완료</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확장 요청</a:t>
            </a:r>
          </a:p>
        </p:txBody>
      </p:sp>
      <p:sp>
        <p:nvSpPr>
          <p:cNvPr id="72" name="Speech Reference&#10;Producer">
            <a:extLst xmlns:a="http://schemas.openxmlformats.org/drawingml/2006/main">
              <a:ext uri="{FF2B5EF4-FFF2-40B4-BE49-F238E27FC236}">
                <a16:creationId xmlns:a16="http://schemas.microsoft.com/office/drawing/2014/main" id="{D735D4B6-C6FC-4388-9682-DE911E0F159A}"/>
              </a:ext>
            </a:extLst>
          </p:cNvPr>
          <p:cNvSpPr>
            <a:spLocks xmlns:a="http://schemas.openxmlformats.org/drawingml/2006/main" noGrp="1"/>
          </p:cNvSpPr>
          <p:nvPr/>
        </p:nvSpPr>
        <p:spPr>
          <a:xfrm xmlns:a="http://schemas.openxmlformats.org/drawingml/2006/main">
            <a:off x="12192000" y="3343275"/>
            <a:ext cx="2295525" cy="6191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73" name="DP3 object 96">
            <a:extLst xmlns:a="http://schemas.openxmlformats.org/drawingml/2006/main">
              <a:ext uri="{FF2B5EF4-FFF2-40B4-BE49-F238E27FC236}">
                <a16:creationId xmlns:a16="http://schemas.microsoft.com/office/drawing/2014/main" id="{74F7761D-3D27-4C61-A6CA-543D235B2FD9}"/>
              </a:ext>
            </a:extLst>
          </p:cNvPr>
          <p:cNvSpPr>
            <a:spLocks xmlns:a="http://schemas.openxmlformats.org/drawingml/2006/main" noGrp="1"/>
          </p:cNvSpPr>
          <p:nvPr/>
        </p:nvSpPr>
        <p:spPr>
          <a:xfrm xmlns:a="http://schemas.openxmlformats.org/drawingml/2006/main">
            <a:off x="12258675" y="3381375"/>
            <a:ext cx="21621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Speech Reference</a:t>
            </a:r>
          </a:p>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Producer</a:t>
            </a:r>
          </a:p>
        </p:txBody>
      </p:sp>
      <p:sp>
        <p:nvSpPr>
          <p:cNvPr id="74" name="Screen Target&#10;Producer">
            <a:extLst xmlns:a="http://schemas.openxmlformats.org/drawingml/2006/main">
              <a:ext uri="{FF2B5EF4-FFF2-40B4-BE49-F238E27FC236}">
                <a16:creationId xmlns:a16="http://schemas.microsoft.com/office/drawing/2014/main" id="{4DBCE2F4-AA27-4459-A2F3-D055CADBDE48}"/>
              </a:ext>
            </a:extLst>
          </p:cNvPr>
          <p:cNvSpPr>
            <a:spLocks xmlns:a="http://schemas.openxmlformats.org/drawingml/2006/main" noGrp="1"/>
          </p:cNvSpPr>
          <p:nvPr/>
        </p:nvSpPr>
        <p:spPr>
          <a:xfrm xmlns:a="http://schemas.openxmlformats.org/drawingml/2006/main">
            <a:off x="14735175" y="3343275"/>
            <a:ext cx="2924175" cy="6191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75" name="DP3 object 97">
            <a:extLst xmlns:a="http://schemas.openxmlformats.org/drawingml/2006/main">
              <a:ext uri="{FF2B5EF4-FFF2-40B4-BE49-F238E27FC236}">
                <a16:creationId xmlns:a16="http://schemas.microsoft.com/office/drawing/2014/main" id="{8C83E60C-0417-4740-8F09-115702D1F7EE}"/>
              </a:ext>
            </a:extLst>
          </p:cNvPr>
          <p:cNvSpPr>
            <a:spLocks xmlns:a="http://schemas.openxmlformats.org/drawingml/2006/main" noGrp="1"/>
          </p:cNvSpPr>
          <p:nvPr/>
        </p:nvSpPr>
        <p:spPr>
          <a:xfrm xmlns:a="http://schemas.openxmlformats.org/drawingml/2006/main">
            <a:off x="14801850" y="3381375"/>
            <a:ext cx="27908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Screen Target</a:t>
            </a:r>
          </a:p>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Producer</a:t>
            </a:r>
          </a:p>
        </p:txBody>
      </p:sp>
      <p:sp>
        <p:nvSpPr>
          <p:cNvPr id="76" name="Editable path 98">
            <a:extLst xmlns:a="http://schemas.openxmlformats.org/drawingml/2006/main">
              <a:ext uri="{FF2B5EF4-FFF2-40B4-BE49-F238E27FC236}">
                <a16:creationId xmlns:a16="http://schemas.microsoft.com/office/drawing/2014/main" id="{8DA1F055-56D2-44E0-8616-00695196AF48}"/>
              </a:ext>
            </a:extLst>
          </p:cNvPr>
          <p:cNvSpPr>
            <a:spLocks xmlns:a="http://schemas.openxmlformats.org/drawingml/2006/main" noGrp="1"/>
          </p:cNvSpPr>
          <p:nvPr/>
        </p:nvSpPr>
        <p:spPr>
          <a:xfrm xmlns:a="http://schemas.openxmlformats.org/drawingml/2006/main">
            <a:off x="13335000" y="2838450"/>
            <a:ext cx="953" cy="504825"/>
          </a:xfrm>
          <a:custGeom xmlns:a="http://schemas.openxmlformats.org/drawingml/2006/main">
            <a:pathLst>
              <a:path w="953" h="504825">
                <a:moveTo>
                  <a:pt x="0" y="0"/>
                </a:moveTo>
                <a:lnTo>
                  <a:pt x="0" y="504825"/>
                </a:lnTo>
              </a:path>
            </a:pathLst>
          </a:custGeom>
          <a:noFill xmlns:a="http://schemas.openxmlformats.org/drawingml/2006/main"/>
          <a:ln xmlns:a="http://schemas.openxmlformats.org/drawingml/2006/main" w="19050">
            <a:solidFill>
              <a:srgbClr val="111111"/>
            </a:solidFill>
            <a:prstDash val="solid"/>
          </a:ln>
        </p:spPr>
      </p:sp>
      <p:sp>
        <p:nvSpPr>
          <p:cNvPr id="77" name="Editable arrowhead 99">
            <a:extLst xmlns:a="http://schemas.openxmlformats.org/drawingml/2006/main">
              <a:ext uri="{FF2B5EF4-FFF2-40B4-BE49-F238E27FC236}">
                <a16:creationId xmlns:a16="http://schemas.microsoft.com/office/drawing/2014/main" id="{51341F7A-D781-4515-A50A-504C37AD82C6}"/>
              </a:ext>
            </a:extLst>
          </p:cNvPr>
          <p:cNvSpPr>
            <a:spLocks xmlns:a="http://schemas.openxmlformats.org/drawingml/2006/main" noGrp="1"/>
          </p:cNvSpPr>
          <p:nvPr/>
        </p:nvSpPr>
        <p:spPr>
          <a:xfrm xmlns:a="http://schemas.openxmlformats.org/drawingml/2006/main">
            <a:off x="13287375" y="32480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8" name="Editable path 100">
            <a:extLst xmlns:a="http://schemas.openxmlformats.org/drawingml/2006/main">
              <a:ext uri="{FF2B5EF4-FFF2-40B4-BE49-F238E27FC236}">
                <a16:creationId xmlns:a16="http://schemas.microsoft.com/office/drawing/2014/main" id="{C4511008-F01A-4888-8709-ECE7E3EFA590}"/>
              </a:ext>
            </a:extLst>
          </p:cNvPr>
          <p:cNvSpPr>
            <a:spLocks xmlns:a="http://schemas.openxmlformats.org/drawingml/2006/main" noGrp="1"/>
          </p:cNvSpPr>
          <p:nvPr/>
        </p:nvSpPr>
        <p:spPr>
          <a:xfrm xmlns:a="http://schemas.openxmlformats.org/drawingml/2006/main">
            <a:off x="16192500" y="2838450"/>
            <a:ext cx="953" cy="504825"/>
          </a:xfrm>
          <a:custGeom xmlns:a="http://schemas.openxmlformats.org/drawingml/2006/main">
            <a:pathLst>
              <a:path w="953" h="504825">
                <a:moveTo>
                  <a:pt x="0" y="0"/>
                </a:moveTo>
                <a:lnTo>
                  <a:pt x="0" y="504825"/>
                </a:lnTo>
              </a:path>
            </a:pathLst>
          </a:custGeom>
          <a:noFill xmlns:a="http://schemas.openxmlformats.org/drawingml/2006/main"/>
          <a:ln xmlns:a="http://schemas.openxmlformats.org/drawingml/2006/main" w="19050">
            <a:solidFill>
              <a:srgbClr val="111111"/>
            </a:solidFill>
            <a:prstDash val="solid"/>
          </a:ln>
        </p:spPr>
      </p:sp>
      <p:sp>
        <p:nvSpPr>
          <p:cNvPr id="79" name="Editable arrowhead 101">
            <a:extLst xmlns:a="http://schemas.openxmlformats.org/drawingml/2006/main">
              <a:ext uri="{FF2B5EF4-FFF2-40B4-BE49-F238E27FC236}">
                <a16:creationId xmlns:a16="http://schemas.microsoft.com/office/drawing/2014/main" id="{78BE0CD2-5D0A-4C8B-9FDD-A203105C6DD9}"/>
              </a:ext>
            </a:extLst>
          </p:cNvPr>
          <p:cNvSpPr>
            <a:spLocks xmlns:a="http://schemas.openxmlformats.org/drawingml/2006/main" noGrp="1"/>
          </p:cNvSpPr>
          <p:nvPr/>
        </p:nvSpPr>
        <p:spPr>
          <a:xfrm xmlns:a="http://schemas.openxmlformats.org/drawingml/2006/main">
            <a:off x="16144875" y="32480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0" name="Editable path 102">
            <a:extLst xmlns:a="http://schemas.openxmlformats.org/drawingml/2006/main">
              <a:ext uri="{FF2B5EF4-FFF2-40B4-BE49-F238E27FC236}">
                <a16:creationId xmlns:a16="http://schemas.microsoft.com/office/drawing/2014/main" id="{92B2BA53-491C-44EA-8184-B0CF4E66DA51}"/>
              </a:ext>
            </a:extLst>
          </p:cNvPr>
          <p:cNvSpPr>
            <a:spLocks xmlns:a="http://schemas.openxmlformats.org/drawingml/2006/main" noGrp="1"/>
          </p:cNvSpPr>
          <p:nvPr/>
        </p:nvSpPr>
        <p:spPr>
          <a:xfrm xmlns:a="http://schemas.openxmlformats.org/drawingml/2006/main">
            <a:off x="11953875" y="3638550"/>
            <a:ext cx="238125" cy="953"/>
          </a:xfrm>
          <a:custGeom xmlns:a="http://schemas.openxmlformats.org/drawingml/2006/main">
            <a:pathLst>
              <a:path w="238125" h="953">
                <a:moveTo>
                  <a:pt x="0" y="0"/>
                </a:moveTo>
                <a:lnTo>
                  <a:pt x="238125" y="0"/>
                </a:lnTo>
              </a:path>
            </a:pathLst>
          </a:custGeom>
          <a:noFill xmlns:a="http://schemas.openxmlformats.org/drawingml/2006/main"/>
          <a:ln xmlns:a="http://schemas.openxmlformats.org/drawingml/2006/main" w="17145">
            <a:solidFill>
              <a:srgbClr val="111111"/>
            </a:solidFill>
            <a:prstDash val="dash"/>
          </a:ln>
        </p:spPr>
      </p:sp>
      <p:sp>
        <p:nvSpPr>
          <p:cNvPr id="81" name="Editable arrowhead 103">
            <a:extLst xmlns:a="http://schemas.openxmlformats.org/drawingml/2006/main">
              <a:ext uri="{FF2B5EF4-FFF2-40B4-BE49-F238E27FC236}">
                <a16:creationId xmlns:a16="http://schemas.microsoft.com/office/drawing/2014/main" id="{0AF760E2-1264-40A1-BCF7-3A599FC01814}"/>
              </a:ext>
            </a:extLst>
          </p:cNvPr>
          <p:cNvSpPr>
            <a:spLocks xmlns:a="http://schemas.openxmlformats.org/drawingml/2006/main" noGrp="1"/>
          </p:cNvSpPr>
          <p:nvPr/>
        </p:nvSpPr>
        <p:spPr>
          <a:xfrm xmlns:a="http://schemas.openxmlformats.org/drawingml/2006/main">
            <a:off x="12096750" y="35909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2" name="Editable path 104">
            <a:extLst xmlns:a="http://schemas.openxmlformats.org/drawingml/2006/main">
              <a:ext uri="{FF2B5EF4-FFF2-40B4-BE49-F238E27FC236}">
                <a16:creationId xmlns:a16="http://schemas.microsoft.com/office/drawing/2014/main" id="{0ADDA57D-310E-4CA1-85A1-5B53B90B5216}"/>
              </a:ext>
            </a:extLst>
          </p:cNvPr>
          <p:cNvSpPr>
            <a:spLocks xmlns:a="http://schemas.openxmlformats.org/drawingml/2006/main" noGrp="1"/>
          </p:cNvSpPr>
          <p:nvPr/>
        </p:nvSpPr>
        <p:spPr>
          <a:xfrm xmlns:a="http://schemas.openxmlformats.org/drawingml/2006/main">
            <a:off x="11153775" y="3286125"/>
            <a:ext cx="5038725" cy="57150"/>
          </a:xfrm>
          <a:custGeom xmlns:a="http://schemas.openxmlformats.org/drawingml/2006/main">
            <a:pathLst>
              <a:path w="5038725" h="57150">
                <a:moveTo>
                  <a:pt x="0" y="57150"/>
                </a:moveTo>
                <a:lnTo>
                  <a:pt x="0" y="0"/>
                </a:lnTo>
                <a:lnTo>
                  <a:pt x="5038725" y="0"/>
                </a:lnTo>
                <a:lnTo>
                  <a:pt x="5038725" y="57150"/>
                </a:lnTo>
              </a:path>
            </a:pathLst>
          </a:custGeom>
          <a:noFill xmlns:a="http://schemas.openxmlformats.org/drawingml/2006/main"/>
          <a:ln xmlns:a="http://schemas.openxmlformats.org/drawingml/2006/main" w="14288">
            <a:solidFill>
              <a:srgbClr val="111111"/>
            </a:solidFill>
            <a:prstDash val="dash"/>
          </a:ln>
        </p:spPr>
      </p:sp>
      <p:sp>
        <p:nvSpPr>
          <p:cNvPr id="83" name="Editable arrowhead 105">
            <a:extLst xmlns:a="http://schemas.openxmlformats.org/drawingml/2006/main">
              <a:ext uri="{FF2B5EF4-FFF2-40B4-BE49-F238E27FC236}">
                <a16:creationId xmlns:a16="http://schemas.microsoft.com/office/drawing/2014/main" id="{3F8E80E8-EABB-46FD-A059-D812F892CC73}"/>
              </a:ext>
            </a:extLst>
          </p:cNvPr>
          <p:cNvSpPr>
            <a:spLocks xmlns:a="http://schemas.openxmlformats.org/drawingml/2006/main" noGrp="1"/>
          </p:cNvSpPr>
          <p:nvPr/>
        </p:nvSpPr>
        <p:spPr>
          <a:xfrm xmlns:a="http://schemas.openxmlformats.org/drawingml/2006/main">
            <a:off x="16144875" y="32480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4" name="Speech Candidate&#10;Revisions">
            <a:extLst xmlns:a="http://schemas.openxmlformats.org/drawingml/2006/main">
              <a:ext uri="{FF2B5EF4-FFF2-40B4-BE49-F238E27FC236}">
                <a16:creationId xmlns:a16="http://schemas.microsoft.com/office/drawing/2014/main" id="{44180333-E2E3-4220-AE24-8BDD22B6E382}"/>
              </a:ext>
            </a:extLst>
          </p:cNvPr>
          <p:cNvSpPr>
            <a:spLocks xmlns:a="http://schemas.openxmlformats.org/drawingml/2006/main" noGrp="1"/>
          </p:cNvSpPr>
          <p:nvPr/>
        </p:nvSpPr>
        <p:spPr>
          <a:xfrm xmlns:a="http://schemas.openxmlformats.org/drawingml/2006/main">
            <a:off x="12192000" y="4133850"/>
            <a:ext cx="2295525" cy="4572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85" name="DP3 object 106">
            <a:extLst xmlns:a="http://schemas.openxmlformats.org/drawingml/2006/main">
              <a:ext uri="{FF2B5EF4-FFF2-40B4-BE49-F238E27FC236}">
                <a16:creationId xmlns:a16="http://schemas.microsoft.com/office/drawing/2014/main" id="{728F637C-F511-472A-BD73-74DF77483E6C}"/>
              </a:ext>
            </a:extLst>
          </p:cNvPr>
          <p:cNvSpPr>
            <a:spLocks xmlns:a="http://schemas.openxmlformats.org/drawingml/2006/main" noGrp="1"/>
          </p:cNvSpPr>
          <p:nvPr/>
        </p:nvSpPr>
        <p:spPr>
          <a:xfrm xmlns:a="http://schemas.openxmlformats.org/drawingml/2006/main">
            <a:off x="12239625" y="4238625"/>
            <a:ext cx="22002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Speech Candidate</a:t>
            </a:r>
          </a:p>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Revisions</a:t>
            </a:r>
          </a:p>
        </p:txBody>
      </p:sp>
      <p:sp>
        <p:nvSpPr>
          <p:cNvPr id="86" name="Screen Candidate Revisions&#10;범위·관계·coverage">
            <a:extLst xmlns:a="http://schemas.openxmlformats.org/drawingml/2006/main">
              <a:ext uri="{FF2B5EF4-FFF2-40B4-BE49-F238E27FC236}">
                <a16:creationId xmlns:a16="http://schemas.microsoft.com/office/drawing/2014/main" id="{11F5B266-50FF-4532-9963-A38F090800E1}"/>
              </a:ext>
            </a:extLst>
          </p:cNvPr>
          <p:cNvSpPr>
            <a:spLocks xmlns:a="http://schemas.openxmlformats.org/drawingml/2006/main" noGrp="1"/>
          </p:cNvSpPr>
          <p:nvPr/>
        </p:nvSpPr>
        <p:spPr>
          <a:xfrm xmlns:a="http://schemas.openxmlformats.org/drawingml/2006/main">
            <a:off x="14735175" y="4133850"/>
            <a:ext cx="2924175" cy="4572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87" name="DP3 object 107">
            <a:extLst xmlns:a="http://schemas.openxmlformats.org/drawingml/2006/main">
              <a:ext uri="{FF2B5EF4-FFF2-40B4-BE49-F238E27FC236}">
                <a16:creationId xmlns:a16="http://schemas.microsoft.com/office/drawing/2014/main" id="{BA173F8C-9FD1-485B-B58D-16E2F8DC38BE}"/>
              </a:ext>
            </a:extLst>
          </p:cNvPr>
          <p:cNvSpPr>
            <a:spLocks xmlns:a="http://schemas.openxmlformats.org/drawingml/2006/main" noGrp="1"/>
          </p:cNvSpPr>
          <p:nvPr/>
        </p:nvSpPr>
        <p:spPr>
          <a:xfrm xmlns:a="http://schemas.openxmlformats.org/drawingml/2006/main">
            <a:off x="14782800" y="4238625"/>
            <a:ext cx="28289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Screen Candidate Revisions</a:t>
            </a:r>
          </a:p>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범위·관계·coverage</a:t>
            </a:r>
          </a:p>
        </p:txBody>
      </p:sp>
      <p:sp>
        <p:nvSpPr>
          <p:cNvPr id="88" name="Editable path 108">
            <a:extLst xmlns:a="http://schemas.openxmlformats.org/drawingml/2006/main">
              <a:ext uri="{FF2B5EF4-FFF2-40B4-BE49-F238E27FC236}">
                <a16:creationId xmlns:a16="http://schemas.microsoft.com/office/drawing/2014/main" id="{7E4DA412-C3EB-49C4-AD05-85BB4C3C2E74}"/>
              </a:ext>
            </a:extLst>
          </p:cNvPr>
          <p:cNvSpPr>
            <a:spLocks xmlns:a="http://schemas.openxmlformats.org/drawingml/2006/main" noGrp="1"/>
          </p:cNvSpPr>
          <p:nvPr/>
        </p:nvSpPr>
        <p:spPr>
          <a:xfrm xmlns:a="http://schemas.openxmlformats.org/drawingml/2006/main">
            <a:off x="13335000" y="3962400"/>
            <a:ext cx="953" cy="171450"/>
          </a:xfrm>
          <a:custGeom xmlns:a="http://schemas.openxmlformats.org/drawingml/2006/main">
            <a:pathLst>
              <a:path w="953" h="171450">
                <a:moveTo>
                  <a:pt x="0" y="0"/>
                </a:moveTo>
                <a:lnTo>
                  <a:pt x="0" y="171450"/>
                </a:lnTo>
              </a:path>
            </a:pathLst>
          </a:custGeom>
          <a:noFill xmlns:a="http://schemas.openxmlformats.org/drawingml/2006/main"/>
          <a:ln xmlns:a="http://schemas.openxmlformats.org/drawingml/2006/main" w="19050">
            <a:solidFill>
              <a:srgbClr val="111111"/>
            </a:solidFill>
            <a:prstDash val="solid"/>
          </a:ln>
        </p:spPr>
      </p:sp>
      <p:sp>
        <p:nvSpPr>
          <p:cNvPr id="89" name="Editable arrowhead 109">
            <a:extLst xmlns:a="http://schemas.openxmlformats.org/drawingml/2006/main">
              <a:ext uri="{FF2B5EF4-FFF2-40B4-BE49-F238E27FC236}">
                <a16:creationId xmlns:a16="http://schemas.microsoft.com/office/drawing/2014/main" id="{4077ECFE-F825-464A-8898-0CD5BC2AE551}"/>
              </a:ext>
            </a:extLst>
          </p:cNvPr>
          <p:cNvSpPr>
            <a:spLocks xmlns:a="http://schemas.openxmlformats.org/drawingml/2006/main" noGrp="1"/>
          </p:cNvSpPr>
          <p:nvPr/>
        </p:nvSpPr>
        <p:spPr>
          <a:xfrm xmlns:a="http://schemas.openxmlformats.org/drawingml/2006/main">
            <a:off x="13287375" y="40386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0" name="Editable path 110">
            <a:extLst xmlns:a="http://schemas.openxmlformats.org/drawingml/2006/main">
              <a:ext uri="{FF2B5EF4-FFF2-40B4-BE49-F238E27FC236}">
                <a16:creationId xmlns:a16="http://schemas.microsoft.com/office/drawing/2014/main" id="{A0AE48C5-BB55-4B74-84D2-A89C1EC9776F}"/>
              </a:ext>
            </a:extLst>
          </p:cNvPr>
          <p:cNvSpPr>
            <a:spLocks xmlns:a="http://schemas.openxmlformats.org/drawingml/2006/main" noGrp="1"/>
          </p:cNvSpPr>
          <p:nvPr/>
        </p:nvSpPr>
        <p:spPr>
          <a:xfrm xmlns:a="http://schemas.openxmlformats.org/drawingml/2006/main">
            <a:off x="16192500" y="3962400"/>
            <a:ext cx="953" cy="171450"/>
          </a:xfrm>
          <a:custGeom xmlns:a="http://schemas.openxmlformats.org/drawingml/2006/main">
            <a:pathLst>
              <a:path w="953" h="171450">
                <a:moveTo>
                  <a:pt x="0" y="0"/>
                </a:moveTo>
                <a:lnTo>
                  <a:pt x="0" y="171450"/>
                </a:lnTo>
              </a:path>
            </a:pathLst>
          </a:custGeom>
          <a:noFill xmlns:a="http://schemas.openxmlformats.org/drawingml/2006/main"/>
          <a:ln xmlns:a="http://schemas.openxmlformats.org/drawingml/2006/main" w="19050">
            <a:solidFill>
              <a:srgbClr val="111111"/>
            </a:solidFill>
            <a:prstDash val="solid"/>
          </a:ln>
        </p:spPr>
      </p:sp>
      <p:sp>
        <p:nvSpPr>
          <p:cNvPr id="91" name="Editable arrowhead 111">
            <a:extLst xmlns:a="http://schemas.openxmlformats.org/drawingml/2006/main">
              <a:ext uri="{FF2B5EF4-FFF2-40B4-BE49-F238E27FC236}">
                <a16:creationId xmlns:a16="http://schemas.microsoft.com/office/drawing/2014/main" id="{2098A52F-1032-4D56-8722-D30044ACA94A}"/>
              </a:ext>
            </a:extLst>
          </p:cNvPr>
          <p:cNvSpPr>
            <a:spLocks xmlns:a="http://schemas.openxmlformats.org/drawingml/2006/main" noGrp="1"/>
          </p:cNvSpPr>
          <p:nvPr/>
        </p:nvSpPr>
        <p:spPr>
          <a:xfrm xmlns:a="http://schemas.openxmlformats.org/drawingml/2006/main">
            <a:off x="16144875" y="40386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2" name="Multimodal Binding Resolver">
            <a:extLst xmlns:a="http://schemas.openxmlformats.org/drawingml/2006/main">
              <a:ext uri="{FF2B5EF4-FFF2-40B4-BE49-F238E27FC236}">
                <a16:creationId xmlns:a16="http://schemas.microsoft.com/office/drawing/2014/main" id="{7AC85DCB-44DE-4CD7-9E65-FD71C188312F}"/>
              </a:ext>
            </a:extLst>
          </p:cNvPr>
          <p:cNvSpPr>
            <a:spLocks xmlns:a="http://schemas.openxmlformats.org/drawingml/2006/main" noGrp="1"/>
          </p:cNvSpPr>
          <p:nvPr/>
        </p:nvSpPr>
        <p:spPr>
          <a:xfrm xmlns:a="http://schemas.openxmlformats.org/drawingml/2006/main">
            <a:off x="12192000" y="4800600"/>
            <a:ext cx="5467350" cy="3619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93" name="DP3 object 112">
            <a:extLst xmlns:a="http://schemas.openxmlformats.org/drawingml/2006/main">
              <a:ext uri="{FF2B5EF4-FFF2-40B4-BE49-F238E27FC236}">
                <a16:creationId xmlns:a16="http://schemas.microsoft.com/office/drawing/2014/main" id="{F051C427-3B84-46D2-9B2A-2EB5D0F6054C}"/>
              </a:ext>
            </a:extLst>
          </p:cNvPr>
          <p:cNvSpPr>
            <a:spLocks xmlns:a="http://schemas.openxmlformats.org/drawingml/2006/main" noGrp="1"/>
          </p:cNvSpPr>
          <p:nvPr/>
        </p:nvSpPr>
        <p:spPr>
          <a:xfrm xmlns:a="http://schemas.openxmlformats.org/drawingml/2006/main">
            <a:off x="12258675" y="48387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Multimodal Binding Resolver</a:t>
            </a:r>
          </a:p>
        </p:txBody>
      </p:sp>
      <p:sp>
        <p:nvSpPr>
          <p:cNvPr id="94" name="Editable path 113">
            <a:extLst xmlns:a="http://schemas.openxmlformats.org/drawingml/2006/main">
              <a:ext uri="{FF2B5EF4-FFF2-40B4-BE49-F238E27FC236}">
                <a16:creationId xmlns:a16="http://schemas.microsoft.com/office/drawing/2014/main" id="{8DE2C3D8-CFDB-4A91-9A21-EAE8BD85CFC6}"/>
              </a:ext>
            </a:extLst>
          </p:cNvPr>
          <p:cNvSpPr>
            <a:spLocks xmlns:a="http://schemas.openxmlformats.org/drawingml/2006/main" noGrp="1"/>
          </p:cNvSpPr>
          <p:nvPr/>
        </p:nvSpPr>
        <p:spPr>
          <a:xfrm xmlns:a="http://schemas.openxmlformats.org/drawingml/2006/main">
            <a:off x="13335000" y="4591050"/>
            <a:ext cx="953" cy="209550"/>
          </a:xfrm>
          <a:custGeom xmlns:a="http://schemas.openxmlformats.org/drawingml/2006/main">
            <a:pathLst>
              <a:path w="953" h="209550">
                <a:moveTo>
                  <a:pt x="0" y="0"/>
                </a:moveTo>
                <a:lnTo>
                  <a:pt x="0" y="209550"/>
                </a:lnTo>
              </a:path>
            </a:pathLst>
          </a:custGeom>
          <a:noFill xmlns:a="http://schemas.openxmlformats.org/drawingml/2006/main"/>
          <a:ln xmlns:a="http://schemas.openxmlformats.org/drawingml/2006/main" w="19050">
            <a:solidFill>
              <a:srgbClr val="111111"/>
            </a:solidFill>
            <a:prstDash val="solid"/>
          </a:ln>
        </p:spPr>
      </p:sp>
      <p:sp>
        <p:nvSpPr>
          <p:cNvPr id="95" name="Editable arrowhead 114">
            <a:extLst xmlns:a="http://schemas.openxmlformats.org/drawingml/2006/main">
              <a:ext uri="{FF2B5EF4-FFF2-40B4-BE49-F238E27FC236}">
                <a16:creationId xmlns:a16="http://schemas.microsoft.com/office/drawing/2014/main" id="{6B44DEC0-FC8D-463D-84E2-F87C7D197536}"/>
              </a:ext>
            </a:extLst>
          </p:cNvPr>
          <p:cNvSpPr>
            <a:spLocks xmlns:a="http://schemas.openxmlformats.org/drawingml/2006/main" noGrp="1"/>
          </p:cNvSpPr>
          <p:nvPr/>
        </p:nvSpPr>
        <p:spPr>
          <a:xfrm xmlns:a="http://schemas.openxmlformats.org/drawingml/2006/main">
            <a:off x="13287375" y="47053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6" name="Editable path 115">
            <a:extLst xmlns:a="http://schemas.openxmlformats.org/drawingml/2006/main">
              <a:ext uri="{FF2B5EF4-FFF2-40B4-BE49-F238E27FC236}">
                <a16:creationId xmlns:a16="http://schemas.microsoft.com/office/drawing/2014/main" id="{CA99860B-9369-4E70-A44C-E802D380909E}"/>
              </a:ext>
            </a:extLst>
          </p:cNvPr>
          <p:cNvSpPr>
            <a:spLocks xmlns:a="http://schemas.openxmlformats.org/drawingml/2006/main" noGrp="1"/>
          </p:cNvSpPr>
          <p:nvPr/>
        </p:nvSpPr>
        <p:spPr>
          <a:xfrm xmlns:a="http://schemas.openxmlformats.org/drawingml/2006/main">
            <a:off x="16192500" y="4591050"/>
            <a:ext cx="953" cy="209550"/>
          </a:xfrm>
          <a:custGeom xmlns:a="http://schemas.openxmlformats.org/drawingml/2006/main">
            <a:pathLst>
              <a:path w="953" h="209550">
                <a:moveTo>
                  <a:pt x="0" y="0"/>
                </a:moveTo>
                <a:lnTo>
                  <a:pt x="0" y="209550"/>
                </a:lnTo>
              </a:path>
            </a:pathLst>
          </a:custGeom>
          <a:noFill xmlns:a="http://schemas.openxmlformats.org/drawingml/2006/main"/>
          <a:ln xmlns:a="http://schemas.openxmlformats.org/drawingml/2006/main" w="19050">
            <a:solidFill>
              <a:srgbClr val="111111"/>
            </a:solidFill>
            <a:prstDash val="solid"/>
          </a:ln>
        </p:spPr>
      </p:sp>
      <p:sp>
        <p:nvSpPr>
          <p:cNvPr id="97" name="Editable arrowhead 116">
            <a:extLst xmlns:a="http://schemas.openxmlformats.org/drawingml/2006/main">
              <a:ext uri="{FF2B5EF4-FFF2-40B4-BE49-F238E27FC236}">
                <a16:creationId xmlns:a16="http://schemas.microsoft.com/office/drawing/2014/main" id="{9B43F895-06A7-4657-A4F6-C94425B9BF36}"/>
              </a:ext>
            </a:extLst>
          </p:cNvPr>
          <p:cNvSpPr>
            <a:spLocks xmlns:a="http://schemas.openxmlformats.org/drawingml/2006/main" noGrp="1"/>
          </p:cNvSpPr>
          <p:nvPr/>
        </p:nvSpPr>
        <p:spPr>
          <a:xfrm xmlns:a="http://schemas.openxmlformats.org/drawingml/2006/main">
            <a:off x="16144875" y="47053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8" name="검증 후 Binding Revision State / 후보 read-set">
            <a:extLst xmlns:a="http://schemas.openxmlformats.org/drawingml/2006/main">
              <a:ext uri="{FF2B5EF4-FFF2-40B4-BE49-F238E27FC236}">
                <a16:creationId xmlns:a16="http://schemas.microsoft.com/office/drawing/2014/main" id="{26635B55-7888-4D33-BD0F-C66C36DAE997}"/>
              </a:ext>
            </a:extLst>
          </p:cNvPr>
          <p:cNvSpPr>
            <a:spLocks xmlns:a="http://schemas.openxmlformats.org/drawingml/2006/main" noGrp="1"/>
          </p:cNvSpPr>
          <p:nvPr/>
        </p:nvSpPr>
        <p:spPr>
          <a:xfrm xmlns:a="http://schemas.openxmlformats.org/drawingml/2006/main">
            <a:off x="12192000" y="5305425"/>
            <a:ext cx="5467350" cy="2381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99" name="DP3 object 117">
            <a:extLst xmlns:a="http://schemas.openxmlformats.org/drawingml/2006/main">
              <a:ext uri="{FF2B5EF4-FFF2-40B4-BE49-F238E27FC236}">
                <a16:creationId xmlns:a16="http://schemas.microsoft.com/office/drawing/2014/main" id="{3EDE66B8-0889-4867-8B52-93A551107B3A}"/>
              </a:ext>
            </a:extLst>
          </p:cNvPr>
          <p:cNvSpPr>
            <a:spLocks xmlns:a="http://schemas.openxmlformats.org/drawingml/2006/main" noGrp="1"/>
          </p:cNvSpPr>
          <p:nvPr/>
        </p:nvSpPr>
        <p:spPr>
          <a:xfrm xmlns:a="http://schemas.openxmlformats.org/drawingml/2006/main">
            <a:off x="12239625" y="5410200"/>
            <a:ext cx="53721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111111"/>
                </a:solidFill>
                <a:latin typeface="Apple SD Gothic Neo"/>
                <a:ea typeface="Apple SD Gothic Neo"/>
                <a:cs typeface="Apple SD Gothic Neo"/>
              </a:defRPr>
            </a:defPPr>
            <a:lvl1pPr algn="ctr">
              <a:defRPr sz="1275" b="0">
                <a:solidFill>
                  <a:srgbClr val="111111"/>
                </a:solidFill>
                <a:latin typeface="Apple SD Gothic Neo"/>
                <a:ea typeface="Apple SD Gothic Neo"/>
                <a:cs typeface="Apple SD Gothic Neo"/>
              </a:defRPr>
            </a:lvl1pPr>
            <a:lvl2pPr algn="ctr">
              <a:defRPr sz="1275" b="0">
                <a:solidFill>
                  <a:srgbClr val="111111"/>
                </a:solidFill>
                <a:latin typeface="Apple SD Gothic Neo"/>
                <a:ea typeface="Apple SD Gothic Neo"/>
                <a:cs typeface="Apple SD Gothic Neo"/>
              </a:defRPr>
            </a:lvl2pPr>
            <a:lvl3pPr algn="ctr">
              <a:defRPr sz="1275" b="0">
                <a:solidFill>
                  <a:srgbClr val="111111"/>
                </a:solidFill>
                <a:latin typeface="Apple SD Gothic Neo"/>
                <a:ea typeface="Apple SD Gothic Neo"/>
                <a:cs typeface="Apple SD Gothic Neo"/>
              </a:defRPr>
            </a:lvl3pPr>
            <a:lvl4pPr algn="ctr">
              <a:defRPr sz="1275" b="0">
                <a:solidFill>
                  <a:srgbClr val="111111"/>
                </a:solidFill>
                <a:latin typeface="Apple SD Gothic Neo"/>
                <a:ea typeface="Apple SD Gothic Neo"/>
                <a:cs typeface="Apple SD Gothic Neo"/>
              </a:defRPr>
            </a:lvl4pPr>
            <a:lvl5pPr algn="ctr">
              <a:defRPr sz="1275" b="0">
                <a:solidFill>
                  <a:srgbClr val="111111"/>
                </a:solidFill>
                <a:latin typeface="Apple SD Gothic Neo"/>
                <a:ea typeface="Apple SD Gothic Neo"/>
                <a:cs typeface="Apple SD Gothic Neo"/>
              </a:defRPr>
            </a:lvl5pPr>
            <a:lvl6pPr algn="ctr">
              <a:defRPr sz="1275" b="0">
                <a:solidFill>
                  <a:srgbClr val="111111"/>
                </a:solidFill>
                <a:latin typeface="Apple SD Gothic Neo"/>
                <a:ea typeface="Apple SD Gothic Neo"/>
                <a:cs typeface="Apple SD Gothic Neo"/>
              </a:defRPr>
            </a:lvl6pPr>
            <a:lvl7pPr algn="ctr">
              <a:defRPr sz="1275" b="0">
                <a:solidFill>
                  <a:srgbClr val="111111"/>
                </a:solidFill>
                <a:latin typeface="Apple SD Gothic Neo"/>
                <a:ea typeface="Apple SD Gothic Neo"/>
                <a:cs typeface="Apple SD Gothic Neo"/>
              </a:defRPr>
            </a:lvl7pPr>
            <a:lvl8pPr algn="ctr">
              <a:defRPr sz="1275" b="0">
                <a:solidFill>
                  <a:srgbClr val="111111"/>
                </a:solidFill>
                <a:latin typeface="Apple SD Gothic Neo"/>
                <a:ea typeface="Apple SD Gothic Neo"/>
                <a:cs typeface="Apple SD Gothic Neo"/>
              </a:defRPr>
            </a:lvl8pPr>
            <a:lvl9pPr algn="ctr">
              <a:defRPr sz="1275" b="0">
                <a:solidFill>
                  <a:srgbClr val="111111"/>
                </a:solidFill>
                <a:latin typeface="Apple SD Gothic Neo"/>
                <a:ea typeface="Apple SD Gothic Neo"/>
                <a:cs typeface="Apple SD Gothic Neo"/>
              </a:defRPr>
            </a:lvl9pPr>
          </a:lstStyle>
          <a:p xmlns:a="http://schemas.openxmlformats.org/drawingml/2006/main">
            <a:pPr algn="ctr">
              <a:defRPr sz="1275" b="0">
                <a:solidFill>
                  <a:srgbClr val="111111"/>
                </a:solidFill>
                <a:latin typeface="Apple SD Gothic Neo"/>
                <a:ea typeface="Apple SD Gothic Neo"/>
                <a:cs typeface="Apple SD Gothic Neo"/>
              </a:defRPr>
            </a:pPr>
            <a:r>
              <a:rPr sz="1275" b="0">
                <a:solidFill>
                  <a:srgbClr val="111111"/>
                </a:solidFill>
                <a:latin typeface="Apple SD Gothic Neo"/>
                <a:ea typeface="Apple SD Gothic Neo"/>
                <a:cs typeface="Apple SD Gothic Neo"/>
              </a:rPr>
              <a:t>검증 후 Binding Revision State / 후보 read-set</a:t>
            </a:r>
          </a:p>
        </p:txBody>
      </p:sp>
      <p:sp>
        <p:nvSpPr>
          <p:cNvPr id="100" name="Editable path 118">
            <a:extLst xmlns:a="http://schemas.openxmlformats.org/drawingml/2006/main">
              <a:ext uri="{FF2B5EF4-FFF2-40B4-BE49-F238E27FC236}">
                <a16:creationId xmlns:a16="http://schemas.microsoft.com/office/drawing/2014/main" id="{103D9C64-1A4B-447E-BF6F-CAE8E94C97A2}"/>
              </a:ext>
            </a:extLst>
          </p:cNvPr>
          <p:cNvSpPr>
            <a:spLocks xmlns:a="http://schemas.openxmlformats.org/drawingml/2006/main" noGrp="1"/>
          </p:cNvSpPr>
          <p:nvPr/>
        </p:nvSpPr>
        <p:spPr>
          <a:xfrm xmlns:a="http://schemas.openxmlformats.org/drawingml/2006/main">
            <a:off x="14820900" y="5162550"/>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9050">
            <a:solidFill>
              <a:srgbClr val="111111"/>
            </a:solidFill>
            <a:prstDash val="solid"/>
          </a:ln>
        </p:spPr>
      </p:sp>
      <p:sp>
        <p:nvSpPr>
          <p:cNvPr id="101" name="Editable arrowhead 119">
            <a:extLst xmlns:a="http://schemas.openxmlformats.org/drawingml/2006/main">
              <a:ext uri="{FF2B5EF4-FFF2-40B4-BE49-F238E27FC236}">
                <a16:creationId xmlns:a16="http://schemas.microsoft.com/office/drawing/2014/main" id="{D2F4347B-87CC-4BBB-BA27-3B6F3814EAFB}"/>
              </a:ext>
            </a:extLst>
          </p:cNvPr>
          <p:cNvSpPr>
            <a:spLocks xmlns:a="http://schemas.openxmlformats.org/drawingml/2006/main" noGrp="1"/>
          </p:cNvSpPr>
          <p:nvPr/>
        </p:nvSpPr>
        <p:spPr>
          <a:xfrm xmlns:a="http://schemas.openxmlformats.org/drawingml/2006/main">
            <a:off x="14773275" y="52101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2" name="Editable path 120">
            <a:extLst xmlns:a="http://schemas.openxmlformats.org/drawingml/2006/main">
              <a:ext uri="{FF2B5EF4-FFF2-40B4-BE49-F238E27FC236}">
                <a16:creationId xmlns:a16="http://schemas.microsoft.com/office/drawing/2014/main" id="{3BC62E10-A36E-4315-B104-1D2173EC7822}"/>
              </a:ext>
            </a:extLst>
          </p:cNvPr>
          <p:cNvSpPr>
            <a:spLocks xmlns:a="http://schemas.openxmlformats.org/drawingml/2006/main" noGrp="1"/>
          </p:cNvSpPr>
          <p:nvPr/>
        </p:nvSpPr>
        <p:spPr>
          <a:xfrm xmlns:a="http://schemas.openxmlformats.org/drawingml/2006/main">
            <a:off x="17659350" y="3648075"/>
            <a:ext cx="238125" cy="1343025"/>
          </a:xfrm>
          <a:custGeom xmlns:a="http://schemas.openxmlformats.org/drawingml/2006/main">
            <a:pathLst>
              <a:path w="238125" h="1343025">
                <a:moveTo>
                  <a:pt x="0" y="1343025"/>
                </a:moveTo>
                <a:lnTo>
                  <a:pt x="238125" y="1343025"/>
                </a:lnTo>
                <a:lnTo>
                  <a:pt x="238125" y="0"/>
                </a:lnTo>
                <a:lnTo>
                  <a:pt x="0" y="0"/>
                </a:lnTo>
              </a:path>
            </a:pathLst>
          </a:custGeom>
          <a:noFill xmlns:a="http://schemas.openxmlformats.org/drawingml/2006/main"/>
          <a:ln xmlns:a="http://schemas.openxmlformats.org/drawingml/2006/main" w="17145">
            <a:solidFill>
              <a:srgbClr val="111111"/>
            </a:solidFill>
            <a:prstDash val="dash"/>
          </a:ln>
        </p:spPr>
      </p:sp>
      <p:sp>
        <p:nvSpPr>
          <p:cNvPr id="103" name="Editable arrowhead 121">
            <a:extLst xmlns:a="http://schemas.openxmlformats.org/drawingml/2006/main">
              <a:ext uri="{FF2B5EF4-FFF2-40B4-BE49-F238E27FC236}">
                <a16:creationId xmlns:a16="http://schemas.microsoft.com/office/drawing/2014/main" id="{61C3F2F5-C63B-4439-9AF3-E38D44004996}"/>
              </a:ext>
            </a:extLst>
          </p:cNvPr>
          <p:cNvSpPr>
            <a:spLocks xmlns:a="http://schemas.openxmlformats.org/drawingml/2006/main" noGrp="1"/>
          </p:cNvSpPr>
          <p:nvPr/>
        </p:nvSpPr>
        <p:spPr>
          <a:xfrm xmlns:a="http://schemas.openxmlformats.org/drawingml/2006/main">
            <a:off x="17659350" y="360045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4" name="DP3 object 122">
            <a:extLst xmlns:a="http://schemas.openxmlformats.org/drawingml/2006/main">
              <a:ext uri="{FF2B5EF4-FFF2-40B4-BE49-F238E27FC236}">
                <a16:creationId xmlns:a16="http://schemas.microsoft.com/office/drawing/2014/main" id="{57A5B531-AF16-436D-8F1C-6C849D90A56C}"/>
              </a:ext>
            </a:extLst>
          </p:cNvPr>
          <p:cNvSpPr>
            <a:spLocks xmlns:a="http://schemas.openxmlformats.org/drawingml/2006/main" noGrp="1"/>
          </p:cNvSpPr>
          <p:nvPr/>
        </p:nvSpPr>
        <p:spPr>
          <a:xfrm xmlns:a="http://schemas.openxmlformats.org/drawingml/2006/main">
            <a:off x="10363200" y="5105400"/>
            <a:ext cx="15906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50555B"/>
                </a:solidFill>
                <a:latin typeface="Apple SD Gothic Neo"/>
                <a:ea typeface="Apple SD Gothic Neo"/>
                <a:cs typeface="Apple SD Gothic Neo"/>
              </a:defRPr>
            </a:defPPr>
            <a:lvl1pPr algn="ctr">
              <a:defRPr sz="1275" b="0">
                <a:solidFill>
                  <a:srgbClr val="50555B"/>
                </a:solidFill>
                <a:latin typeface="Apple SD Gothic Neo"/>
                <a:ea typeface="Apple SD Gothic Neo"/>
                <a:cs typeface="Apple SD Gothic Neo"/>
              </a:defRPr>
            </a:lvl1pPr>
            <a:lvl2pPr algn="ctr">
              <a:defRPr sz="1275" b="0">
                <a:solidFill>
                  <a:srgbClr val="50555B"/>
                </a:solidFill>
                <a:latin typeface="Apple SD Gothic Neo"/>
                <a:ea typeface="Apple SD Gothic Neo"/>
                <a:cs typeface="Apple SD Gothic Neo"/>
              </a:defRPr>
            </a:lvl2pPr>
            <a:lvl3pPr algn="ctr">
              <a:defRPr sz="1275" b="0">
                <a:solidFill>
                  <a:srgbClr val="50555B"/>
                </a:solidFill>
                <a:latin typeface="Apple SD Gothic Neo"/>
                <a:ea typeface="Apple SD Gothic Neo"/>
                <a:cs typeface="Apple SD Gothic Neo"/>
              </a:defRPr>
            </a:lvl3pPr>
            <a:lvl4pPr algn="ctr">
              <a:defRPr sz="1275" b="0">
                <a:solidFill>
                  <a:srgbClr val="50555B"/>
                </a:solidFill>
                <a:latin typeface="Apple SD Gothic Neo"/>
                <a:ea typeface="Apple SD Gothic Neo"/>
                <a:cs typeface="Apple SD Gothic Neo"/>
              </a:defRPr>
            </a:lvl4pPr>
            <a:lvl5pPr algn="ctr">
              <a:defRPr sz="1275" b="0">
                <a:solidFill>
                  <a:srgbClr val="50555B"/>
                </a:solidFill>
                <a:latin typeface="Apple SD Gothic Neo"/>
                <a:ea typeface="Apple SD Gothic Neo"/>
                <a:cs typeface="Apple SD Gothic Neo"/>
              </a:defRPr>
            </a:lvl5pPr>
            <a:lvl6pPr algn="ctr">
              <a:defRPr sz="1275" b="0">
                <a:solidFill>
                  <a:srgbClr val="50555B"/>
                </a:solidFill>
                <a:latin typeface="Apple SD Gothic Neo"/>
                <a:ea typeface="Apple SD Gothic Neo"/>
                <a:cs typeface="Apple SD Gothic Neo"/>
              </a:defRPr>
            </a:lvl6pPr>
            <a:lvl7pPr algn="ctr">
              <a:defRPr sz="1275" b="0">
                <a:solidFill>
                  <a:srgbClr val="50555B"/>
                </a:solidFill>
                <a:latin typeface="Apple SD Gothic Neo"/>
                <a:ea typeface="Apple SD Gothic Neo"/>
                <a:cs typeface="Apple SD Gothic Neo"/>
              </a:defRPr>
            </a:lvl7pPr>
            <a:lvl8pPr algn="ctr">
              <a:defRPr sz="1275" b="0">
                <a:solidFill>
                  <a:srgbClr val="50555B"/>
                </a:solidFill>
                <a:latin typeface="Apple SD Gothic Neo"/>
                <a:ea typeface="Apple SD Gothic Neo"/>
                <a:cs typeface="Apple SD Gothic Neo"/>
              </a:defRPr>
            </a:lvl8pPr>
            <a:lvl9pPr algn="ctr">
              <a:defRPr sz="1275" b="0">
                <a:solidFill>
                  <a:srgbClr val="50555B"/>
                </a:solidFill>
                <a:latin typeface="Apple SD Gothic Neo"/>
                <a:ea typeface="Apple SD Gothic Neo"/>
                <a:cs typeface="Apple SD Gothic Neo"/>
              </a:defRPr>
            </a:lvl9pPr>
          </a:lstStyle>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공통 현재성 검사 후</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후보 게시</a:t>
            </a:r>
          </a:p>
        </p:txBody>
      </p:sp>
      <p:sp>
        <p:nvSpPr>
          <p:cNvPr id="105" name="DP3 object 123">
            <a:extLst xmlns:a="http://schemas.openxmlformats.org/drawingml/2006/main">
              <a:ext uri="{FF2B5EF4-FFF2-40B4-BE49-F238E27FC236}">
                <a16:creationId xmlns:a16="http://schemas.microsoft.com/office/drawing/2014/main" id="{54672FB5-6D5C-43C4-916C-9D1FAB920DE8}"/>
              </a:ext>
            </a:extLst>
          </p:cNvPr>
          <p:cNvSpPr>
            <a:spLocks xmlns:a="http://schemas.openxmlformats.org/drawingml/2006/main" noGrp="1"/>
          </p:cNvSpPr>
          <p:nvPr/>
        </p:nvSpPr>
        <p:spPr>
          <a:xfrm xmlns:a="http://schemas.openxmlformats.org/drawingml/2006/main">
            <a:off x="12001500" y="33718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06" name="DP3 object 124">
            <a:extLst xmlns:a="http://schemas.openxmlformats.org/drawingml/2006/main">
              <a:ext uri="{FF2B5EF4-FFF2-40B4-BE49-F238E27FC236}">
                <a16:creationId xmlns:a16="http://schemas.microsoft.com/office/drawing/2014/main" id="{2A871A5A-6AC1-418F-B626-C940AB8DB2E5}"/>
              </a:ext>
            </a:extLst>
          </p:cNvPr>
          <p:cNvSpPr>
            <a:spLocks xmlns:a="http://schemas.openxmlformats.org/drawingml/2006/main" noGrp="1"/>
          </p:cNvSpPr>
          <p:nvPr/>
        </p:nvSpPr>
        <p:spPr>
          <a:xfrm xmlns:a="http://schemas.openxmlformats.org/drawingml/2006/main">
            <a:off x="12001500" y="33718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107" name="DP3 object 125">
            <a:extLst xmlns:a="http://schemas.openxmlformats.org/drawingml/2006/main">
              <a:ext uri="{FF2B5EF4-FFF2-40B4-BE49-F238E27FC236}">
                <a16:creationId xmlns:a16="http://schemas.microsoft.com/office/drawing/2014/main" id="{68FA3957-52E4-4E88-8CBD-E194B78698EA}"/>
              </a:ext>
            </a:extLst>
          </p:cNvPr>
          <p:cNvSpPr>
            <a:spLocks xmlns:a="http://schemas.openxmlformats.org/drawingml/2006/main" noGrp="1"/>
          </p:cNvSpPr>
          <p:nvPr/>
        </p:nvSpPr>
        <p:spPr>
          <a:xfrm xmlns:a="http://schemas.openxmlformats.org/drawingml/2006/main">
            <a:off x="11915775" y="41719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08" name="DP3 object 126">
            <a:extLst xmlns:a="http://schemas.openxmlformats.org/drawingml/2006/main">
              <a:ext uri="{FF2B5EF4-FFF2-40B4-BE49-F238E27FC236}">
                <a16:creationId xmlns:a16="http://schemas.microsoft.com/office/drawing/2014/main" id="{4DFF6911-9E33-4BFF-9C54-26C69B336677}"/>
              </a:ext>
            </a:extLst>
          </p:cNvPr>
          <p:cNvSpPr>
            <a:spLocks xmlns:a="http://schemas.openxmlformats.org/drawingml/2006/main" noGrp="1"/>
          </p:cNvSpPr>
          <p:nvPr/>
        </p:nvSpPr>
        <p:spPr>
          <a:xfrm xmlns:a="http://schemas.openxmlformats.org/drawingml/2006/main">
            <a:off x="11915775" y="41719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109" name="DP3 object 127">
            <a:extLst xmlns:a="http://schemas.openxmlformats.org/drawingml/2006/main">
              <a:ext uri="{FF2B5EF4-FFF2-40B4-BE49-F238E27FC236}">
                <a16:creationId xmlns:a16="http://schemas.microsoft.com/office/drawing/2014/main" id="{3088AF9C-5F0A-47AB-AFD6-A6C1AE704C24}"/>
              </a:ext>
            </a:extLst>
          </p:cNvPr>
          <p:cNvSpPr>
            <a:spLocks xmlns:a="http://schemas.openxmlformats.org/drawingml/2006/main" noGrp="1"/>
          </p:cNvSpPr>
          <p:nvPr/>
        </p:nvSpPr>
        <p:spPr>
          <a:xfrm xmlns:a="http://schemas.openxmlformats.org/drawingml/2006/main">
            <a:off x="11915775" y="482917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10" name="DP3 object 128">
            <a:extLst xmlns:a="http://schemas.openxmlformats.org/drawingml/2006/main">
              <a:ext uri="{FF2B5EF4-FFF2-40B4-BE49-F238E27FC236}">
                <a16:creationId xmlns:a16="http://schemas.microsoft.com/office/drawing/2014/main" id="{E84EF34D-AE60-47F9-80FC-A714E6D5596D}"/>
              </a:ext>
            </a:extLst>
          </p:cNvPr>
          <p:cNvSpPr>
            <a:spLocks xmlns:a="http://schemas.openxmlformats.org/drawingml/2006/main" noGrp="1"/>
          </p:cNvSpPr>
          <p:nvPr/>
        </p:nvSpPr>
        <p:spPr>
          <a:xfrm xmlns:a="http://schemas.openxmlformats.org/drawingml/2006/main">
            <a:off x="11915775" y="482917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3</a:t>
            </a:r>
          </a:p>
        </p:txBody>
      </p:sp>
      <p:sp>
        <p:nvSpPr>
          <p:cNvPr id="111" name="Request Controller: 현재성 확인과 최종 채택">
            <a:extLst xmlns:a="http://schemas.openxmlformats.org/drawingml/2006/main">
              <a:ext uri="{FF2B5EF4-FFF2-40B4-BE49-F238E27FC236}">
                <a16:creationId xmlns:a16="http://schemas.microsoft.com/office/drawing/2014/main" id="{BBA236ED-12FC-48BA-ADE2-28F5BBEE29D3}"/>
              </a:ext>
            </a:extLst>
          </p:cNvPr>
          <p:cNvSpPr>
            <a:spLocks xmlns:a="http://schemas.openxmlformats.org/drawingml/2006/main" noGrp="1"/>
          </p:cNvSpPr>
          <p:nvPr/>
        </p:nvSpPr>
        <p:spPr>
          <a:xfrm xmlns:a="http://schemas.openxmlformats.org/drawingml/2006/main">
            <a:off x="10229850" y="5772150"/>
            <a:ext cx="7562850" cy="3048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112" name="DP3 object 129">
            <a:extLst xmlns:a="http://schemas.openxmlformats.org/drawingml/2006/main">
              <a:ext uri="{FF2B5EF4-FFF2-40B4-BE49-F238E27FC236}">
                <a16:creationId xmlns:a16="http://schemas.microsoft.com/office/drawing/2014/main" id="{63AD1AC8-19DE-4BBE-B4AC-6D5017B25899}"/>
              </a:ext>
            </a:extLst>
          </p:cNvPr>
          <p:cNvSpPr>
            <a:spLocks xmlns:a="http://schemas.openxmlformats.org/drawingml/2006/main" noGrp="1"/>
          </p:cNvSpPr>
          <p:nvPr/>
        </p:nvSpPr>
        <p:spPr>
          <a:xfrm xmlns:a="http://schemas.openxmlformats.org/drawingml/2006/main">
            <a:off x="10296525" y="58102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Request Controller: 현재성 확인과 최종 채택</a:t>
            </a:r>
          </a:p>
        </p:txBody>
      </p:sp>
      <p:sp>
        <p:nvSpPr>
          <p:cNvPr id="113" name="Editable path 130">
            <a:extLst xmlns:a="http://schemas.openxmlformats.org/drawingml/2006/main">
              <a:ext uri="{FF2B5EF4-FFF2-40B4-BE49-F238E27FC236}">
                <a16:creationId xmlns:a16="http://schemas.microsoft.com/office/drawing/2014/main" id="{5FC364EC-3893-45E6-8C5C-17035B331592}"/>
              </a:ext>
            </a:extLst>
          </p:cNvPr>
          <p:cNvSpPr>
            <a:spLocks xmlns:a="http://schemas.openxmlformats.org/drawingml/2006/main" noGrp="1"/>
          </p:cNvSpPr>
          <p:nvPr/>
        </p:nvSpPr>
        <p:spPr>
          <a:xfrm xmlns:a="http://schemas.openxmlformats.org/drawingml/2006/main">
            <a:off x="14820900" y="5543550"/>
            <a:ext cx="953" cy="228600"/>
          </a:xfrm>
          <a:custGeom xmlns:a="http://schemas.openxmlformats.org/drawingml/2006/main">
            <a:pathLst>
              <a:path w="953" h="228600">
                <a:moveTo>
                  <a:pt x="0" y="0"/>
                </a:moveTo>
                <a:lnTo>
                  <a:pt x="0" y="228600"/>
                </a:lnTo>
              </a:path>
            </a:pathLst>
          </a:custGeom>
          <a:noFill xmlns:a="http://schemas.openxmlformats.org/drawingml/2006/main"/>
          <a:ln xmlns:a="http://schemas.openxmlformats.org/drawingml/2006/main" w="19050">
            <a:solidFill>
              <a:srgbClr val="111111"/>
            </a:solidFill>
            <a:prstDash val="solid"/>
          </a:ln>
        </p:spPr>
      </p:sp>
      <p:sp>
        <p:nvSpPr>
          <p:cNvPr id="114" name="Editable arrowhead 131">
            <a:extLst xmlns:a="http://schemas.openxmlformats.org/drawingml/2006/main">
              <a:ext uri="{FF2B5EF4-FFF2-40B4-BE49-F238E27FC236}">
                <a16:creationId xmlns:a16="http://schemas.microsoft.com/office/drawing/2014/main" id="{366D6A9C-7C6D-4C0D-A3E4-68093A96EB65}"/>
              </a:ext>
            </a:extLst>
          </p:cNvPr>
          <p:cNvSpPr>
            <a:spLocks xmlns:a="http://schemas.openxmlformats.org/drawingml/2006/main" noGrp="1"/>
          </p:cNvSpPr>
          <p:nvPr/>
        </p:nvSpPr>
        <p:spPr>
          <a:xfrm xmlns:a="http://schemas.openxmlformats.org/drawingml/2006/main">
            <a:off x="14773275" y="56769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15" name="DP3 object 132">
            <a:extLst xmlns:a="http://schemas.openxmlformats.org/drawingml/2006/main">
              <a:ext uri="{FF2B5EF4-FFF2-40B4-BE49-F238E27FC236}">
                <a16:creationId xmlns:a16="http://schemas.microsoft.com/office/drawing/2014/main" id="{9809EBE9-8E1E-4959-9CBD-C0AACAD743DD}"/>
              </a:ext>
            </a:extLst>
          </p:cNvPr>
          <p:cNvSpPr>
            <a:spLocks xmlns:a="http://schemas.openxmlformats.org/drawingml/2006/main" noGrp="1"/>
          </p:cNvSpPr>
          <p:nvPr/>
        </p:nvSpPr>
        <p:spPr>
          <a:xfrm xmlns:a="http://schemas.openxmlformats.org/drawingml/2006/main">
            <a:off x="266700" y="9677400"/>
            <a:ext cx="1752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1">
                <a:solidFill>
                  <a:srgbClr val="111111"/>
                </a:solidFill>
                <a:latin typeface="Apple SD Gothic Neo"/>
                <a:ea typeface="Apple SD Gothic Neo"/>
                <a:cs typeface="Apple SD Gothic Neo"/>
              </a:defRPr>
            </a:defPPr>
            <a:lvl1pPr algn="l">
              <a:defRPr sz="1500" b="1">
                <a:solidFill>
                  <a:srgbClr val="111111"/>
                </a:solidFill>
                <a:latin typeface="Apple SD Gothic Neo"/>
                <a:ea typeface="Apple SD Gothic Neo"/>
                <a:cs typeface="Apple SD Gothic Neo"/>
              </a:defRPr>
            </a:lvl1pPr>
            <a:lvl2pPr algn="l">
              <a:defRPr sz="1500" b="1">
                <a:solidFill>
                  <a:srgbClr val="111111"/>
                </a:solidFill>
                <a:latin typeface="Apple SD Gothic Neo"/>
                <a:ea typeface="Apple SD Gothic Neo"/>
                <a:cs typeface="Apple SD Gothic Neo"/>
              </a:defRPr>
            </a:lvl2pPr>
            <a:lvl3pPr algn="l">
              <a:defRPr sz="1500" b="1">
                <a:solidFill>
                  <a:srgbClr val="111111"/>
                </a:solidFill>
                <a:latin typeface="Apple SD Gothic Neo"/>
                <a:ea typeface="Apple SD Gothic Neo"/>
                <a:cs typeface="Apple SD Gothic Neo"/>
              </a:defRPr>
            </a:lvl3pPr>
            <a:lvl4pPr algn="l">
              <a:defRPr sz="1500" b="1">
                <a:solidFill>
                  <a:srgbClr val="111111"/>
                </a:solidFill>
                <a:latin typeface="Apple SD Gothic Neo"/>
                <a:ea typeface="Apple SD Gothic Neo"/>
                <a:cs typeface="Apple SD Gothic Neo"/>
              </a:defRPr>
            </a:lvl4pPr>
            <a:lvl5pPr algn="l">
              <a:defRPr sz="1500" b="1">
                <a:solidFill>
                  <a:srgbClr val="111111"/>
                </a:solidFill>
                <a:latin typeface="Apple SD Gothic Neo"/>
                <a:ea typeface="Apple SD Gothic Neo"/>
                <a:cs typeface="Apple SD Gothic Neo"/>
              </a:defRPr>
            </a:lvl5pPr>
            <a:lvl6pPr algn="l">
              <a:defRPr sz="1500" b="1">
                <a:solidFill>
                  <a:srgbClr val="111111"/>
                </a:solidFill>
                <a:latin typeface="Apple SD Gothic Neo"/>
                <a:ea typeface="Apple SD Gothic Neo"/>
                <a:cs typeface="Apple SD Gothic Neo"/>
              </a:defRPr>
            </a:lvl6pPr>
            <a:lvl7pPr algn="l">
              <a:defRPr sz="1500" b="1">
                <a:solidFill>
                  <a:srgbClr val="111111"/>
                </a:solidFill>
                <a:latin typeface="Apple SD Gothic Neo"/>
                <a:ea typeface="Apple SD Gothic Neo"/>
                <a:cs typeface="Apple SD Gothic Neo"/>
              </a:defRPr>
            </a:lvl7pPr>
            <a:lvl8pPr algn="l">
              <a:defRPr sz="1500" b="1">
                <a:solidFill>
                  <a:srgbClr val="111111"/>
                </a:solidFill>
                <a:latin typeface="Apple SD Gothic Neo"/>
                <a:ea typeface="Apple SD Gothic Neo"/>
                <a:cs typeface="Apple SD Gothic Neo"/>
              </a:defRPr>
            </a:lvl8pPr>
            <a:lvl9pPr algn="l">
              <a:defRPr sz="1500" b="1">
                <a:solidFill>
                  <a:srgbClr val="111111"/>
                </a:solidFill>
                <a:latin typeface="Apple SD Gothic Neo"/>
                <a:ea typeface="Apple SD Gothic Neo"/>
                <a:cs typeface="Apple SD Gothic Neo"/>
              </a:defRPr>
            </a:lvl9pPr>
          </a:lstStyle>
          <a:p xmlns:a="http://schemas.openxmlformats.org/drawingml/2006/main">
            <a:pPr algn="l">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공통 계약: bbox 0~1000 출력 후 pixel 변환. B 기본은 순차 생산, 충분한 후보는 코드 결합 가능. PoC는 Qwen vision 생산.</a:t>
            </a:r>
          </a:p>
        </p:txBody>
      </p:sp>
      <p:sp>
        <p:nvSpPr>
          <p:cNvPr id="116" name="DP3 object 133">
            <a:extLst xmlns:a="http://schemas.openxmlformats.org/drawingml/2006/main">
              <a:ext uri="{FF2B5EF4-FFF2-40B4-BE49-F238E27FC236}">
                <a16:creationId xmlns:a16="http://schemas.microsoft.com/office/drawing/2014/main" id="{C77BDF29-F694-4FF8-890C-8F4755025802}"/>
              </a:ext>
            </a:extLst>
          </p:cNvPr>
          <p:cNvSpPr>
            <a:spLocks xmlns:a="http://schemas.openxmlformats.org/drawingml/2006/main" noGrp="1"/>
          </p:cNvSpPr>
          <p:nvPr/>
        </p:nvSpPr>
        <p:spPr>
          <a:xfrm xmlns:a="http://schemas.openxmlformats.org/drawingml/2006/main">
            <a:off x="266700" y="9972675"/>
            <a:ext cx="1719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0">
                <a:solidFill>
                  <a:srgbClr val="50555B"/>
                </a:solidFill>
                <a:latin typeface="Apple SD Gothic Neo"/>
                <a:ea typeface="Apple SD Gothic Neo"/>
                <a:cs typeface="Apple SD Gothic Neo"/>
              </a:defRPr>
            </a:defPPr>
            <a:lvl1pPr algn="l">
              <a:defRPr sz="1425" b="0">
                <a:solidFill>
                  <a:srgbClr val="50555B"/>
                </a:solidFill>
                <a:latin typeface="Apple SD Gothic Neo"/>
                <a:ea typeface="Apple SD Gothic Neo"/>
                <a:cs typeface="Apple SD Gothic Neo"/>
              </a:defRPr>
            </a:lvl1pPr>
            <a:lvl2pPr algn="l">
              <a:defRPr sz="1425" b="0">
                <a:solidFill>
                  <a:srgbClr val="50555B"/>
                </a:solidFill>
                <a:latin typeface="Apple SD Gothic Neo"/>
                <a:ea typeface="Apple SD Gothic Neo"/>
                <a:cs typeface="Apple SD Gothic Neo"/>
              </a:defRPr>
            </a:lvl2pPr>
            <a:lvl3pPr algn="l">
              <a:defRPr sz="1425" b="0">
                <a:solidFill>
                  <a:srgbClr val="50555B"/>
                </a:solidFill>
                <a:latin typeface="Apple SD Gothic Neo"/>
                <a:ea typeface="Apple SD Gothic Neo"/>
                <a:cs typeface="Apple SD Gothic Neo"/>
              </a:defRPr>
            </a:lvl3pPr>
            <a:lvl4pPr algn="l">
              <a:defRPr sz="1425" b="0">
                <a:solidFill>
                  <a:srgbClr val="50555B"/>
                </a:solidFill>
                <a:latin typeface="Apple SD Gothic Neo"/>
                <a:ea typeface="Apple SD Gothic Neo"/>
                <a:cs typeface="Apple SD Gothic Neo"/>
              </a:defRPr>
            </a:lvl4pPr>
            <a:lvl5pPr algn="l">
              <a:defRPr sz="1425" b="0">
                <a:solidFill>
                  <a:srgbClr val="50555B"/>
                </a:solidFill>
                <a:latin typeface="Apple SD Gothic Neo"/>
                <a:ea typeface="Apple SD Gothic Neo"/>
                <a:cs typeface="Apple SD Gothic Neo"/>
              </a:defRPr>
            </a:lvl5pPr>
            <a:lvl6pPr algn="l">
              <a:defRPr sz="1425" b="0">
                <a:solidFill>
                  <a:srgbClr val="50555B"/>
                </a:solidFill>
                <a:latin typeface="Apple SD Gothic Neo"/>
                <a:ea typeface="Apple SD Gothic Neo"/>
                <a:cs typeface="Apple SD Gothic Neo"/>
              </a:defRPr>
            </a:lvl6pPr>
            <a:lvl7pPr algn="l">
              <a:defRPr sz="1425" b="0">
                <a:solidFill>
                  <a:srgbClr val="50555B"/>
                </a:solidFill>
                <a:latin typeface="Apple SD Gothic Neo"/>
                <a:ea typeface="Apple SD Gothic Neo"/>
                <a:cs typeface="Apple SD Gothic Neo"/>
              </a:defRPr>
            </a:lvl7pPr>
            <a:lvl8pPr algn="l">
              <a:defRPr sz="1425" b="0">
                <a:solidFill>
                  <a:srgbClr val="50555B"/>
                </a:solidFill>
                <a:latin typeface="Apple SD Gothic Neo"/>
                <a:ea typeface="Apple SD Gothic Neo"/>
                <a:cs typeface="Apple SD Gothic Neo"/>
              </a:defRPr>
            </a:lvl8pPr>
            <a:lvl9pPr algn="l">
              <a:defRPr sz="1425" b="0">
                <a:solidFill>
                  <a:srgbClr val="50555B"/>
                </a:solidFill>
                <a:latin typeface="Apple SD Gothic Neo"/>
                <a:ea typeface="Apple SD Gothic Neo"/>
                <a:cs typeface="Apple SD Gothic Neo"/>
              </a:defRPr>
            </a:lvl9pPr>
          </a:lstStyle>
          <a:p xmlns:a="http://schemas.openxmlformats.org/drawingml/2006/main">
            <a:pPr algn="l">
              <a:defRPr sz="1425" b="0">
                <a:solidFill>
                  <a:srgbClr val="50555B"/>
                </a:solidFill>
                <a:latin typeface="Apple SD Gothic Neo"/>
                <a:ea typeface="Apple SD Gothic Neo"/>
                <a:cs typeface="Apple SD Gothic Neo"/>
              </a:defRPr>
            </a:pPr>
            <a:r>
              <a:rPr sz="1425" b="0">
                <a:solidFill>
                  <a:srgbClr val="50555B"/>
                </a:solidFill>
                <a:latin typeface="Apple SD Gothic Neo"/>
                <a:ea typeface="Apple SD Gothic Neo"/>
                <a:cs typeface="Apple SD Gothic Neo"/>
              </a:rPr>
              <a:t>정규화 24회: 안별 4사례×3 / 시간 괄호: 관측/예정 / 비용: 12회 합계 / RSS: 로컬 실행기 / B의 미완료 3회 유지</a:t>
            </a:r>
          </a:p>
        </p:txBody>
      </p:sp>
    </p:spTree>
    <p:extLst>
      <p:ext uri="{BB962C8B-B14F-4D97-AF65-F5344CB8AC3E}">
        <p14:creationId xmlns:p14="http://schemas.microsoft.com/office/powerpoint/2010/main" val="153810879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3" name="Unified slide title">
            <a:extLst xmlns:a="http://schemas.openxmlformats.org/drawingml/2006/main">
              <a:ext uri="{FF2B5EF4-FFF2-40B4-BE49-F238E27FC236}">
                <a16:creationId xmlns:a16="http://schemas.microsoft.com/office/drawing/2014/main" id="{175F91AC-3A51-4070-A0B3-B0BF4E31A05D}"/>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DP3. 화면과 발화의 지칭 결합 방안 (선택 및 보완)</a:t>
            </a:r>
          </a:p>
        </p:txBody>
      </p:sp>
      <p:sp>
        <p:nvSpPr>
          <p:cNvPr id="2" name="Workflow 과제 소개">
            <a:extLst xmlns:a="http://schemas.openxmlformats.org/drawingml/2006/main">
              <a:ext uri="{FF2B5EF4-FFF2-40B4-BE49-F238E27FC236}">
                <a16:creationId xmlns:a16="http://schemas.microsoft.com/office/drawing/2014/main" id="{49F87FF1-29D7-48FC-97C6-0A75A7AA06EE}"/>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과제 소개">
            <a:extLst xmlns:a="http://schemas.openxmlformats.org/drawingml/2006/main">
              <a:ext uri="{FF2B5EF4-FFF2-40B4-BE49-F238E27FC236}">
                <a16:creationId xmlns:a16="http://schemas.microsoft.com/office/drawing/2014/main" id="{2653AB81-25A1-4BA7-ACC0-C58AE28BAC75}"/>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Workflow 요구사항 분석">
            <a:extLst xmlns:a="http://schemas.openxmlformats.org/drawingml/2006/main">
              <a:ext uri="{FF2B5EF4-FFF2-40B4-BE49-F238E27FC236}">
                <a16:creationId xmlns:a16="http://schemas.microsoft.com/office/drawing/2014/main" id="{D253FCB5-E1D8-44CA-9F94-C9724E2F6140}"/>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요구사항 분석">
            <a:extLst xmlns:a="http://schemas.openxmlformats.org/drawingml/2006/main">
              <a:ext uri="{FF2B5EF4-FFF2-40B4-BE49-F238E27FC236}">
                <a16:creationId xmlns:a16="http://schemas.microsoft.com/office/drawing/2014/main" id="{5A51AF1C-3357-4F03-B764-627DEE00D67C}"/>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Workflow 설계">
            <a:extLst xmlns:a="http://schemas.openxmlformats.org/drawingml/2006/main">
              <a:ext uri="{FF2B5EF4-FFF2-40B4-BE49-F238E27FC236}">
                <a16:creationId xmlns:a16="http://schemas.microsoft.com/office/drawing/2014/main" id="{69BFC04B-FF92-4BDD-8D05-992010C04C79}"/>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설계">
            <a:extLst xmlns:a="http://schemas.openxmlformats.org/drawingml/2006/main">
              <a:ext uri="{FF2B5EF4-FFF2-40B4-BE49-F238E27FC236}">
                <a16:creationId xmlns:a16="http://schemas.microsoft.com/office/drawing/2014/main" id="{BD93817D-FFD5-46D6-9C61-84BDDC79EAF3}"/>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Workflow 구현 및 검증">
            <a:extLst xmlns:a="http://schemas.openxmlformats.org/drawingml/2006/main">
              <a:ext uri="{FF2B5EF4-FFF2-40B4-BE49-F238E27FC236}">
                <a16:creationId xmlns:a16="http://schemas.microsoft.com/office/drawing/2014/main" id="{28464C70-DFAB-41FB-B432-637C725F8A0F}"/>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구현 및 검증">
            <a:extLst xmlns:a="http://schemas.openxmlformats.org/drawingml/2006/main">
              <a:ext uri="{FF2B5EF4-FFF2-40B4-BE49-F238E27FC236}">
                <a16:creationId xmlns:a16="http://schemas.microsoft.com/office/drawing/2014/main" id="{2B084416-16C9-4914-ACCA-34BE7B1042F3}"/>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Workflow 결론">
            <a:extLst xmlns:a="http://schemas.openxmlformats.org/drawingml/2006/main">
              <a:ext uri="{FF2B5EF4-FFF2-40B4-BE49-F238E27FC236}">
                <a16:creationId xmlns:a16="http://schemas.microsoft.com/office/drawing/2014/main" id="{1FCFD890-C07B-4837-9B73-5E05130CD705}"/>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결론">
            <a:extLst xmlns:a="http://schemas.openxmlformats.org/drawingml/2006/main">
              <a:ext uri="{FF2B5EF4-FFF2-40B4-BE49-F238E27FC236}">
                <a16:creationId xmlns:a16="http://schemas.microsoft.com/office/drawing/2014/main" id="{DA26FE4E-2F94-46A9-8462-7276C858B2D2}"/>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Header rule">
            <a:extLst xmlns:a="http://schemas.openxmlformats.org/drawingml/2006/main">
              <a:ext uri="{FF2B5EF4-FFF2-40B4-BE49-F238E27FC236}">
                <a16:creationId xmlns:a16="http://schemas.microsoft.com/office/drawing/2014/main" id="{0D479311-AB62-4DB4-A20B-BF701E847AD7}"/>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Continuous slide number">
            <a:extLst xmlns:a="http://schemas.openxmlformats.org/drawingml/2006/main">
              <a:ext uri="{FF2B5EF4-FFF2-40B4-BE49-F238E27FC236}">
                <a16:creationId xmlns:a16="http://schemas.microsoft.com/office/drawing/2014/main" id="{55193AF1-ECF0-4EE4-918D-BDDC60C947AE}"/>
              </a:ext>
            </a:extLst>
          </p:cNvPr>
          <p:cNvSpPr>
            <a:spLocks xmlns:a="http://schemas.openxmlformats.org/drawingml/2006/main" noGrp="1"/>
          </p:cNvSpPr>
          <p:nvPr/>
        </p:nvSpPr>
        <p:spPr>
          <a:xfrm xmlns:a="http://schemas.openxmlformats.org/drawingml/2006/main">
            <a:off x="17487900" y="10020300"/>
            <a:ext cx="590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50555B"/>
                </a:solidFill>
                <a:latin typeface="Apple SD Gothic Neo"/>
                <a:ea typeface="Apple SD Gothic Neo"/>
                <a:cs typeface="Apple SD Gothic Neo"/>
              </a:defRPr>
            </a:defPPr>
            <a:lvl1pPr algn="r">
              <a:defRPr sz="1200" b="0">
                <a:solidFill>
                  <a:srgbClr val="50555B"/>
                </a:solidFill>
                <a:latin typeface="Apple SD Gothic Neo"/>
                <a:ea typeface="Apple SD Gothic Neo"/>
                <a:cs typeface="Apple SD Gothic Neo"/>
              </a:defRPr>
            </a:lvl1pPr>
            <a:lvl2pPr algn="r">
              <a:defRPr sz="1200" b="0">
                <a:solidFill>
                  <a:srgbClr val="50555B"/>
                </a:solidFill>
                <a:latin typeface="Apple SD Gothic Neo"/>
                <a:ea typeface="Apple SD Gothic Neo"/>
                <a:cs typeface="Apple SD Gothic Neo"/>
              </a:defRPr>
            </a:lvl2pPr>
            <a:lvl3pPr algn="r">
              <a:defRPr sz="1200" b="0">
                <a:solidFill>
                  <a:srgbClr val="50555B"/>
                </a:solidFill>
                <a:latin typeface="Apple SD Gothic Neo"/>
                <a:ea typeface="Apple SD Gothic Neo"/>
                <a:cs typeface="Apple SD Gothic Neo"/>
              </a:defRPr>
            </a:lvl3pPr>
            <a:lvl4pPr algn="r">
              <a:defRPr sz="1200" b="0">
                <a:solidFill>
                  <a:srgbClr val="50555B"/>
                </a:solidFill>
                <a:latin typeface="Apple SD Gothic Neo"/>
                <a:ea typeface="Apple SD Gothic Neo"/>
                <a:cs typeface="Apple SD Gothic Neo"/>
              </a:defRPr>
            </a:lvl4pPr>
            <a:lvl5pPr algn="r">
              <a:defRPr sz="1200" b="0">
                <a:solidFill>
                  <a:srgbClr val="50555B"/>
                </a:solidFill>
                <a:latin typeface="Apple SD Gothic Neo"/>
                <a:ea typeface="Apple SD Gothic Neo"/>
                <a:cs typeface="Apple SD Gothic Neo"/>
              </a:defRPr>
            </a:lvl5pPr>
            <a:lvl6pPr algn="r">
              <a:defRPr sz="1200" b="0">
                <a:solidFill>
                  <a:srgbClr val="50555B"/>
                </a:solidFill>
                <a:latin typeface="Apple SD Gothic Neo"/>
                <a:ea typeface="Apple SD Gothic Neo"/>
                <a:cs typeface="Apple SD Gothic Neo"/>
              </a:defRPr>
            </a:lvl6pPr>
            <a:lvl7pPr algn="r">
              <a:defRPr sz="1200" b="0">
                <a:solidFill>
                  <a:srgbClr val="50555B"/>
                </a:solidFill>
                <a:latin typeface="Apple SD Gothic Neo"/>
                <a:ea typeface="Apple SD Gothic Neo"/>
                <a:cs typeface="Apple SD Gothic Neo"/>
              </a:defRPr>
            </a:lvl7pPr>
            <a:lvl8pPr algn="r">
              <a:defRPr sz="1200" b="0">
                <a:solidFill>
                  <a:srgbClr val="50555B"/>
                </a:solidFill>
                <a:latin typeface="Apple SD Gothic Neo"/>
                <a:ea typeface="Apple SD Gothic Neo"/>
                <a:cs typeface="Apple SD Gothic Neo"/>
              </a:defRPr>
            </a:lvl8pPr>
            <a:lvl9pPr algn="r">
              <a:defRPr sz="1200" b="0">
                <a:solidFill>
                  <a:srgbClr val="50555B"/>
                </a:solidFill>
                <a:latin typeface="Apple SD Gothic Neo"/>
                <a:ea typeface="Apple SD Gothic Neo"/>
                <a:cs typeface="Apple SD Gothic Neo"/>
              </a:defRPr>
            </a:lvl9pPr>
          </a:lstStyle>
          <a:p xmlns:a="http://schemas.openxmlformats.org/drawingml/2006/main">
            <a:pPr algn="r">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11 / 16</a:t>
            </a:r>
          </a:p>
        </p:txBody>
      </p:sp>
      <p:sp>
        <p:nvSpPr>
          <p:cNvPr id="14" name="DP3 object 134">
            <a:extLst xmlns:a="http://schemas.openxmlformats.org/drawingml/2006/main">
              <a:ext uri="{FF2B5EF4-FFF2-40B4-BE49-F238E27FC236}">
                <a16:creationId xmlns:a16="http://schemas.microsoft.com/office/drawing/2014/main" id="{1577D278-C617-4D66-9DD1-A593DA975D82}"/>
              </a:ext>
            </a:extLst>
          </p:cNvPr>
          <p:cNvSpPr>
            <a:spLocks xmlns:a="http://schemas.openxmlformats.org/drawingml/2006/main" noGrp="1"/>
          </p:cNvSpPr>
          <p:nvPr/>
        </p:nvSpPr>
        <p:spPr>
          <a:xfrm xmlns:a="http://schemas.openxmlformats.org/drawingml/2006/main">
            <a:off x="266700" y="1181100"/>
            <a:ext cx="17478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1">
                <a:solidFill>
                  <a:srgbClr val="4676CB"/>
                </a:solidFill>
                <a:latin typeface="Apple SD Gothic Neo"/>
                <a:ea typeface="Apple SD Gothic Neo"/>
                <a:cs typeface="Apple SD Gothic Neo"/>
              </a:defRPr>
            </a:defPPr>
            <a:lvl1pPr algn="l">
              <a:defRPr sz="2100" b="1">
                <a:solidFill>
                  <a:srgbClr val="4676CB"/>
                </a:solidFill>
                <a:latin typeface="Apple SD Gothic Neo"/>
                <a:ea typeface="Apple SD Gothic Neo"/>
                <a:cs typeface="Apple SD Gothic Neo"/>
              </a:defRPr>
            </a:lvl1pPr>
            <a:lvl2pPr algn="l">
              <a:defRPr sz="2100" b="1">
                <a:solidFill>
                  <a:srgbClr val="4676CB"/>
                </a:solidFill>
                <a:latin typeface="Apple SD Gothic Neo"/>
                <a:ea typeface="Apple SD Gothic Neo"/>
                <a:cs typeface="Apple SD Gothic Neo"/>
              </a:defRPr>
            </a:lvl2pPr>
            <a:lvl3pPr algn="l">
              <a:defRPr sz="2100" b="1">
                <a:solidFill>
                  <a:srgbClr val="4676CB"/>
                </a:solidFill>
                <a:latin typeface="Apple SD Gothic Neo"/>
                <a:ea typeface="Apple SD Gothic Neo"/>
                <a:cs typeface="Apple SD Gothic Neo"/>
              </a:defRPr>
            </a:lvl3pPr>
            <a:lvl4pPr algn="l">
              <a:defRPr sz="2100" b="1">
                <a:solidFill>
                  <a:srgbClr val="4676CB"/>
                </a:solidFill>
                <a:latin typeface="Apple SD Gothic Neo"/>
                <a:ea typeface="Apple SD Gothic Neo"/>
                <a:cs typeface="Apple SD Gothic Neo"/>
              </a:defRPr>
            </a:lvl4pPr>
            <a:lvl5pPr algn="l">
              <a:defRPr sz="2100" b="1">
                <a:solidFill>
                  <a:srgbClr val="4676CB"/>
                </a:solidFill>
                <a:latin typeface="Apple SD Gothic Neo"/>
                <a:ea typeface="Apple SD Gothic Neo"/>
                <a:cs typeface="Apple SD Gothic Neo"/>
              </a:defRPr>
            </a:lvl5pPr>
            <a:lvl6pPr algn="l">
              <a:defRPr sz="2100" b="1">
                <a:solidFill>
                  <a:srgbClr val="4676CB"/>
                </a:solidFill>
                <a:latin typeface="Apple SD Gothic Neo"/>
                <a:ea typeface="Apple SD Gothic Neo"/>
                <a:cs typeface="Apple SD Gothic Neo"/>
              </a:defRPr>
            </a:lvl6pPr>
            <a:lvl7pPr algn="l">
              <a:defRPr sz="2100" b="1">
                <a:solidFill>
                  <a:srgbClr val="4676CB"/>
                </a:solidFill>
                <a:latin typeface="Apple SD Gothic Neo"/>
                <a:ea typeface="Apple SD Gothic Neo"/>
                <a:cs typeface="Apple SD Gothic Neo"/>
              </a:defRPr>
            </a:lvl7pPr>
            <a:lvl8pPr algn="l">
              <a:defRPr sz="2100" b="1">
                <a:solidFill>
                  <a:srgbClr val="4676CB"/>
                </a:solidFill>
                <a:latin typeface="Apple SD Gothic Neo"/>
                <a:ea typeface="Apple SD Gothic Neo"/>
                <a:cs typeface="Apple SD Gothic Neo"/>
              </a:defRPr>
            </a:lvl8pPr>
            <a:lvl9pPr algn="l">
              <a:defRPr sz="2100" b="1">
                <a:solidFill>
                  <a:srgbClr val="4676CB"/>
                </a:solidFill>
                <a:latin typeface="Apple SD Gothic Neo"/>
                <a:ea typeface="Apple SD Gothic Neo"/>
                <a:cs typeface="Apple SD Gothic Neo"/>
              </a:defRPr>
            </a:lvl9pPr>
          </a:lstStyle>
          <a:p xmlns:a="http://schemas.openxmlformats.org/drawingml/2006/main">
            <a:pPr algn="l">
              <a:defRPr sz="2100" b="1">
                <a:solidFill>
                  <a:srgbClr val="4676CB"/>
                </a:solidFill>
                <a:latin typeface="Apple SD Gothic Neo"/>
                <a:ea typeface="Apple SD Gothic Neo"/>
                <a:cs typeface="Apple SD Gothic Neo"/>
              </a:defRPr>
            </a:pPr>
            <a:r>
              <a:rPr sz="2100" b="1">
                <a:solidFill>
                  <a:srgbClr val="4676CB"/>
                </a:solidFill>
                <a:latin typeface="Apple SD Gothic Neo"/>
                <a:ea typeface="Apple SD Gothic Neo"/>
                <a:cs typeface="Apple SD Gothic Neo"/>
              </a:rPr>
              <a:t>정규화 계약의 기본 A 선택 / A2+A5는 pixel 계약에서 확인한 별도 복구 대안</a:t>
            </a:r>
          </a:p>
        </p:txBody>
      </p:sp>
      <p:graphicFrame>
        <p:nvGraphicFramePr>
          <p:cNvPr id="15" name="">
            <a:extLst xmlns:a="http://schemas.openxmlformats.org/drawingml/2006/main">
              <a:ext uri="{FF2B5EF4-FFF2-40B4-BE49-F238E27FC236}">
                <a16:creationId xmlns:a16="http://schemas.microsoft.com/office/drawing/2014/main" id="{EF0A6792-4EFA-42AB-8541-FB230CCD5DAA}"/>
              </a:ext>
            </a:extLst>
          </p:cNvPr>
          <p:cNvGraphicFramePr/>
          <p:nvPr/>
        </p:nvGraphicFramePr>
        <p:xfrm>
          <a:off xmlns:a="http://schemas.openxmlformats.org/drawingml/2006/main" x="228600" y="1657350"/>
          <a:ext xmlns:a="http://schemas.openxmlformats.org/drawingml/2006/main" cx="17830800" cy="7962900"/>
        </p:xfrm>
        <a:graphic xmlns:a="http://schemas.openxmlformats.org/drawingml/2006/main">
          <a:graphicData uri="http://schemas.openxmlformats.org/drawingml/2006/table">
            <a:tbl>
              <a:tblPr firstRow="0" bandRow="0" bandCol="0"/>
              <a:tblGrid>
                <a:gridCol w="1638300"/>
                <a:gridCol w="8096250"/>
                <a:gridCol w="8096250"/>
              </a:tblGrid>
              <a:tr h="438150">
                <a:tc>
                  <a:txBody>
                    <a:bodyPr anchor="ctr"/>
                    <a:lstStyle/>
                    <a:p>
                      <a:pPr algn="ctr"/>
                      <a:r>
                        <a:rPr sz="1875" b="1">
                          <a:solidFill>
                            <a:srgbClr val="111111"/>
                          </a:solidFill>
                          <a:latin typeface="Apple SD Gothic Neo"/>
                          <a:ea typeface="Apple SD Gothic Neo"/>
                          <a:cs typeface="Apple SD Gothic Neo"/>
                        </a:rPr>
                        <a:t>설계안</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 원본 공동 해석</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 발화·화면 후보 생산 후 결합</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r>
                        <a:rPr sz="2175" b="1">
                          <a:solidFill>
                            <a:srgbClr val="111111"/>
                          </a:solidFill>
                          <a:latin typeface="Apple SD Gothic Neo"/>
                          <a:ea typeface="Apple SD Gothic Neo"/>
                          <a:cs typeface="Apple SD Gothic Neo"/>
                        </a:rPr>
                        <a:t>구조</a:t>
                      </a: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r>
                        <a:rPr sz="1875" b="1">
                          <a:solidFill>
                            <a:srgbClr val="111111"/>
                          </a:solidFill>
                          <a:latin typeface="Apple SD Gothic Neo"/>
                          <a:ea typeface="Apple SD Gothic Neo"/>
                          <a:cs typeface="Apple SD Gothic Neo"/>
                        </a:rPr>
                        <a:t>장점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별도 후보 게시를 기다리지 않고 대상·관계를 공동 생산</a:t>
                      </a:r>
                    </a:p>
                    <a:p>
                      <a:pPr algn="ctr"/>
                      <a:r>
                        <a:rPr sz="1500">
                          <a:solidFill>
                            <a:srgbClr val="111111"/>
                          </a:solidFill>
                          <a:latin typeface="Apple SD Gothic Neo"/>
                          <a:ea typeface="Apple SD Gothic Neo"/>
                          <a:cs typeface="Apple SD Gothic Neo"/>
                        </a:rPr>
                        <a:t>발화에 맞는 자유로운 범위를 원본에서 직접 판단</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유효 후보를 같은 판단 안에서 반복 결합</a:t>
                      </a:r>
                    </a:p>
                    <a:p>
                      <a:pPr algn="ctr"/>
                      <a:r>
                        <a:rPr sz="1500">
                          <a:solidFill>
                            <a:srgbClr val="111111"/>
                          </a:solidFill>
                          <a:latin typeface="Apple SD Gothic Neo"/>
                          <a:ea typeface="Apple SD Gothic Neo"/>
                          <a:cs typeface="Apple SD Gothic Neo"/>
                        </a:rPr>
                        <a:t>화면·발화의 해석 근거와 오류 지점을 분리</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r>
                        <a:rPr sz="1875" b="1">
                          <a:solidFill>
                            <a:srgbClr val="111111"/>
                          </a:solidFill>
                          <a:latin typeface="Apple SD Gothic Neo"/>
                          <a:ea typeface="Apple SD Gothic Neo"/>
                          <a:cs typeface="Apple SD Gothic Neo"/>
                        </a:rPr>
                        <a:t>단점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500" b="0">
                          <a:solidFill>
                            <a:srgbClr val="C00000"/>
                          </a:solidFill>
                          <a:latin typeface="Apple SD Gothic Neo"/>
                          <a:ea typeface="Apple SD Gothic Neo"/>
                          <a:cs typeface="Apple SD Gothic Neo"/>
                        </a:rPr>
                        <a:t>좌표·대상 혼동 시 공동 판단을 다시 수행</a:t>
                      </a:r>
                    </a:p>
                    <a:p>
                      <a:pPr algn="ctr">
                        <a:lnSpc>
                          <a:spcPct val="100000"/>
                        </a:lnSpc>
                        <a:buNone/>
                      </a:pPr>
                      <a:r>
                        <a:rPr sz="1500" b="0">
                          <a:solidFill>
                            <a:srgbClr val="C00000"/>
                          </a:solidFill>
                          <a:latin typeface="Apple SD Gothic Neo"/>
                          <a:ea typeface="Apple SD Gothic Neo"/>
                          <a:cs typeface="Apple SD Gothic Neo"/>
                        </a:rPr>
                        <a:t>큰 원본과 복합 관계를 함께 처리하는 부담</a:t>
                      </a:r>
                    </a:p>
                    <a:p>
                      <a:pPr algn="ctr">
                        <a:lnSpc>
                          <a:spcPct val="100000"/>
                        </a:lnSpc>
                        <a:buNone/>
                      </a:pPr>
                      <a:r>
                        <a:rPr sz="1500" b="0">
                          <a:solidFill>
                            <a:srgbClr val="4676CB"/>
                          </a:solidFill>
                          <a:latin typeface="Apple SD Gothic Neo"/>
                          <a:ea typeface="Apple SD Gothic Neo"/>
                          <a:cs typeface="Apple SD Gothic Neo"/>
                        </a:rPr>
                        <a:t>[복구 대안] A2+A5 / 정규화 A에는 추가 적용하지 않음</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C00000"/>
                          </a:solidFill>
                          <a:latin typeface="Apple SD Gothic Neo"/>
                          <a:ea typeface="Apple SD Gothic Neo"/>
                          <a:cs typeface="Apple SD Gothic Neo"/>
                        </a:rPr>
                        <a:t>생산·게시·확장과 결합 의존 및 상태 추가</a:t>
                      </a:r>
                    </a:p>
                    <a:p>
                      <a:pPr algn="ctr"/>
                      <a:r>
                        <a:rPr sz="1500">
                          <a:solidFill>
                            <a:srgbClr val="C00000"/>
                          </a:solidFill>
                          <a:latin typeface="Apple SD Gothic Neo"/>
                          <a:ea typeface="Apple SD Gothic Neo"/>
                          <a:cs typeface="Apple SD Gothic Neo"/>
                        </a:rPr>
                        <a:t>후보의 범위 오류가 최종 결합을 막을 수 있음</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QA01 첫 응답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7.716 (15/15)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18.774 (12/15)</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r>
                        <a:rPr sz="1350" b="1">
                          <a:solidFill>
                            <a:srgbClr val="111111"/>
                          </a:solidFill>
                          <a:latin typeface="Apple SD Gothic Neo"/>
                          <a:ea typeface="Apple SD Gothic Neo"/>
                          <a:cs typeface="Apple SD Gothic Neo"/>
                        </a:rPr>
                        <a:t>QA02 지칭 집합</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pPr>
                      <a:r>
                        <a:rPr sz="1500" b="0">
                          <a:solidFill>
                            <a:srgbClr val="111111"/>
                          </a:solidFill>
                          <a:latin typeface="Apple SD Gothic Neo"/>
                          <a:ea typeface="Apple SD Gothic Neo"/>
                          <a:cs typeface="Apple SD Gothic Neo"/>
                        </a:rPr>
                        <a:t>24/24 (정규화 기본)</a:t>
                      </a:r>
                    </a:p>
                    <a:p>
                      <a:pPr algn="ctr">
                        <a:lnSpc>
                          <a:spcPct val="100000"/>
                        </a:lnSpc>
                        <a:buNone/>
                      </a:pPr>
                      <a:r>
                        <a:rPr sz="1500" b="0">
                          <a:solidFill>
                            <a:srgbClr val="4676CB"/>
                          </a:solidFill>
                          <a:latin typeface="Apple SD Gothic Neo"/>
                          <a:ea typeface="Apple SD Gothic Neo"/>
                          <a:cs typeface="Apple SD Gothic Neo"/>
                        </a:rPr>
                        <a:t>[별도 pixel 복구] 19/24 → 24/24</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18/24 (75.0%)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QA03 VIA 처리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9.646 (12/12)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25.033 (9/12)</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QA04 변경 (개)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미측정 (이전 판본 2.50)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미측정 (이전 판본 2.50)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QA05 모델 비용 ($)</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0.0254572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0.0650212</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QA06 RSS (MB)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40.141</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41.894</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135">
            <a:extLst xmlns:a="http://schemas.openxmlformats.org/drawingml/2006/main">
              <a:ext uri="{FF2B5EF4-FFF2-40B4-BE49-F238E27FC236}">
                <a16:creationId xmlns:a16="http://schemas.microsoft.com/office/drawing/2014/main" id="{A41D48E0-A5B5-4A1F-85AB-314504C8979C}"/>
              </a:ext>
            </a:extLst>
          </p:cNvPr>
          <p:cNvSpPr>
            <a:spLocks xmlns:a="http://schemas.openxmlformats.org/drawingml/2006/main" noGrp="1"/>
          </p:cNvSpPr>
          <p:nvPr/>
        </p:nvSpPr>
        <p:spPr>
          <a:xfrm xmlns:a="http://schemas.openxmlformats.org/drawingml/2006/main">
            <a:off x="381000" y="2781300"/>
            <a:ext cx="1323975" cy="657225"/>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7" name="DP3 object 136">
            <a:extLst xmlns:a="http://schemas.openxmlformats.org/drawingml/2006/main">
              <a:ext uri="{FF2B5EF4-FFF2-40B4-BE49-F238E27FC236}">
                <a16:creationId xmlns:a16="http://schemas.microsoft.com/office/drawing/2014/main" id="{161FED4F-E904-4198-88E3-5006DDE18247}"/>
              </a:ext>
            </a:extLst>
          </p:cNvPr>
          <p:cNvSpPr>
            <a:spLocks xmlns:a="http://schemas.openxmlformats.org/drawingml/2006/main" noGrp="1"/>
          </p:cNvSpPr>
          <p:nvPr/>
        </p:nvSpPr>
        <p:spPr>
          <a:xfrm xmlns:a="http://schemas.openxmlformats.org/drawingml/2006/main">
            <a:off x="419100" y="2800350"/>
            <a:ext cx="123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Component</a:t>
            </a:r>
          </a:p>
        </p:txBody>
      </p:sp>
      <p:sp>
        <p:nvSpPr>
          <p:cNvPr id="18" name="DP3 object 137">
            <a:extLst xmlns:a="http://schemas.openxmlformats.org/drawingml/2006/main">
              <a:ext uri="{FF2B5EF4-FFF2-40B4-BE49-F238E27FC236}">
                <a16:creationId xmlns:a16="http://schemas.microsoft.com/office/drawing/2014/main" id="{3658A0F0-439F-4CC0-BE7C-B281487C9F49}"/>
              </a:ext>
            </a:extLst>
          </p:cNvPr>
          <p:cNvSpPr>
            <a:spLocks xmlns:a="http://schemas.openxmlformats.org/drawingml/2006/main" noGrp="1"/>
          </p:cNvSpPr>
          <p:nvPr/>
        </p:nvSpPr>
        <p:spPr>
          <a:xfrm xmlns:a="http://schemas.openxmlformats.org/drawingml/2006/main">
            <a:off x="466725" y="3105150"/>
            <a:ext cx="1152525" cy="247650"/>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prstDash val="solid"/>
          </a:ln>
        </p:spPr>
      </p:sp>
      <p:sp>
        <p:nvSpPr>
          <p:cNvPr id="19" name="DP3 object 138">
            <a:extLst xmlns:a="http://schemas.openxmlformats.org/drawingml/2006/main">
              <a:ext uri="{FF2B5EF4-FFF2-40B4-BE49-F238E27FC236}">
                <a16:creationId xmlns:a16="http://schemas.microsoft.com/office/drawing/2014/main" id="{7A21E369-EE90-47FC-BAA3-350DFCEE17F5}"/>
              </a:ext>
            </a:extLst>
          </p:cNvPr>
          <p:cNvSpPr>
            <a:spLocks xmlns:a="http://schemas.openxmlformats.org/drawingml/2006/main" noGrp="1"/>
          </p:cNvSpPr>
          <p:nvPr/>
        </p:nvSpPr>
        <p:spPr>
          <a:xfrm xmlns:a="http://schemas.openxmlformats.org/drawingml/2006/main">
            <a:off x="485775" y="3105150"/>
            <a:ext cx="11144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내부 Module</a:t>
            </a:r>
          </a:p>
        </p:txBody>
      </p:sp>
      <p:sp>
        <p:nvSpPr>
          <p:cNvPr id="20" name="보존 상태">
            <a:extLst xmlns:a="http://schemas.openxmlformats.org/drawingml/2006/main">
              <a:ext uri="{FF2B5EF4-FFF2-40B4-BE49-F238E27FC236}">
                <a16:creationId xmlns:a16="http://schemas.microsoft.com/office/drawing/2014/main" id="{7AF5A9FC-AF32-45F8-95BF-930DD4C51FC9}"/>
              </a:ext>
            </a:extLst>
          </p:cNvPr>
          <p:cNvSpPr>
            <a:spLocks xmlns:a="http://schemas.openxmlformats.org/drawingml/2006/main" noGrp="1"/>
          </p:cNvSpPr>
          <p:nvPr/>
        </p:nvSpPr>
        <p:spPr>
          <a:xfrm xmlns:a="http://schemas.openxmlformats.org/drawingml/2006/main">
            <a:off x="400050" y="3790950"/>
            <a:ext cx="1285875" cy="5715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1" name="DP3 object 139">
            <a:extLst xmlns:a="http://schemas.openxmlformats.org/drawingml/2006/main">
              <a:ext uri="{FF2B5EF4-FFF2-40B4-BE49-F238E27FC236}">
                <a16:creationId xmlns:a16="http://schemas.microsoft.com/office/drawing/2014/main" id="{36759D63-4C91-4422-AD6B-1BCA72A56112}"/>
              </a:ext>
            </a:extLst>
          </p:cNvPr>
          <p:cNvSpPr>
            <a:spLocks xmlns:a="http://schemas.openxmlformats.org/drawingml/2006/main" noGrp="1"/>
          </p:cNvSpPr>
          <p:nvPr/>
        </p:nvSpPr>
        <p:spPr>
          <a:xfrm xmlns:a="http://schemas.openxmlformats.org/drawingml/2006/main">
            <a:off x="447675" y="3895725"/>
            <a:ext cx="1190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상태 / 자료</a:t>
            </a:r>
          </a:p>
        </p:txBody>
      </p:sp>
      <p:sp>
        <p:nvSpPr>
          <p:cNvPr id="22" name="DP3 object 140">
            <a:extLst xmlns:a="http://schemas.openxmlformats.org/drawingml/2006/main">
              <a:ext uri="{FF2B5EF4-FFF2-40B4-BE49-F238E27FC236}">
                <a16:creationId xmlns:a16="http://schemas.microsoft.com/office/drawing/2014/main" id="{2B13F0F2-D376-4818-AD67-DE29354213C0}"/>
              </a:ext>
            </a:extLst>
          </p:cNvPr>
          <p:cNvSpPr>
            <a:spLocks xmlns:a="http://schemas.openxmlformats.org/drawingml/2006/main" noGrp="1"/>
          </p:cNvSpPr>
          <p:nvPr/>
        </p:nvSpPr>
        <p:spPr>
          <a:xfrm xmlns:a="http://schemas.openxmlformats.org/drawingml/2006/main">
            <a:off x="314325" y="4591050"/>
            <a:ext cx="14954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실선: 처리·자료</a:t>
            </a:r>
          </a:p>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점선: 조건부 경로</a:t>
            </a:r>
          </a:p>
        </p:txBody>
      </p:sp>
      <p:sp>
        <p:nvSpPr>
          <p:cNvPr id="23" name="DP3 object 141">
            <a:extLst xmlns:a="http://schemas.openxmlformats.org/drawingml/2006/main">
              <a:ext uri="{FF2B5EF4-FFF2-40B4-BE49-F238E27FC236}">
                <a16:creationId xmlns:a16="http://schemas.microsoft.com/office/drawing/2014/main" id="{2F123515-1E57-4AD3-8C99-9F065F2CF0AD}"/>
              </a:ext>
            </a:extLst>
          </p:cNvPr>
          <p:cNvSpPr>
            <a:spLocks xmlns:a="http://schemas.openxmlformats.org/drawingml/2006/main" noGrp="1"/>
          </p:cNvSpPr>
          <p:nvPr/>
        </p:nvSpPr>
        <p:spPr>
          <a:xfrm xmlns:a="http://schemas.openxmlformats.org/drawingml/2006/main">
            <a:off x="314325" y="5286375"/>
            <a:ext cx="14954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50555B"/>
                </a:solidFill>
                <a:latin typeface="Apple SD Gothic Neo"/>
                <a:ea typeface="Apple SD Gothic Neo"/>
                <a:cs typeface="Apple SD Gothic Neo"/>
              </a:defRPr>
            </a:defPPr>
            <a:lvl1pPr algn="ctr">
              <a:defRPr sz="1275" b="0">
                <a:solidFill>
                  <a:srgbClr val="50555B"/>
                </a:solidFill>
                <a:latin typeface="Apple SD Gothic Neo"/>
                <a:ea typeface="Apple SD Gothic Neo"/>
                <a:cs typeface="Apple SD Gothic Neo"/>
              </a:defRPr>
            </a:lvl1pPr>
            <a:lvl2pPr algn="ctr">
              <a:defRPr sz="1275" b="0">
                <a:solidFill>
                  <a:srgbClr val="50555B"/>
                </a:solidFill>
                <a:latin typeface="Apple SD Gothic Neo"/>
                <a:ea typeface="Apple SD Gothic Neo"/>
                <a:cs typeface="Apple SD Gothic Neo"/>
              </a:defRPr>
            </a:lvl2pPr>
            <a:lvl3pPr algn="ctr">
              <a:defRPr sz="1275" b="0">
                <a:solidFill>
                  <a:srgbClr val="50555B"/>
                </a:solidFill>
                <a:latin typeface="Apple SD Gothic Neo"/>
                <a:ea typeface="Apple SD Gothic Neo"/>
                <a:cs typeface="Apple SD Gothic Neo"/>
              </a:defRPr>
            </a:lvl3pPr>
            <a:lvl4pPr algn="ctr">
              <a:defRPr sz="1275" b="0">
                <a:solidFill>
                  <a:srgbClr val="50555B"/>
                </a:solidFill>
                <a:latin typeface="Apple SD Gothic Neo"/>
                <a:ea typeface="Apple SD Gothic Neo"/>
                <a:cs typeface="Apple SD Gothic Neo"/>
              </a:defRPr>
            </a:lvl4pPr>
            <a:lvl5pPr algn="ctr">
              <a:defRPr sz="1275" b="0">
                <a:solidFill>
                  <a:srgbClr val="50555B"/>
                </a:solidFill>
                <a:latin typeface="Apple SD Gothic Neo"/>
                <a:ea typeface="Apple SD Gothic Neo"/>
                <a:cs typeface="Apple SD Gothic Neo"/>
              </a:defRPr>
            </a:lvl5pPr>
            <a:lvl6pPr algn="ctr">
              <a:defRPr sz="1275" b="0">
                <a:solidFill>
                  <a:srgbClr val="50555B"/>
                </a:solidFill>
                <a:latin typeface="Apple SD Gothic Neo"/>
                <a:ea typeface="Apple SD Gothic Neo"/>
                <a:cs typeface="Apple SD Gothic Neo"/>
              </a:defRPr>
            </a:lvl6pPr>
            <a:lvl7pPr algn="ctr">
              <a:defRPr sz="1275" b="0">
                <a:solidFill>
                  <a:srgbClr val="50555B"/>
                </a:solidFill>
                <a:latin typeface="Apple SD Gothic Neo"/>
                <a:ea typeface="Apple SD Gothic Neo"/>
                <a:cs typeface="Apple SD Gothic Neo"/>
              </a:defRPr>
            </a:lvl7pPr>
            <a:lvl8pPr algn="ctr">
              <a:defRPr sz="1275" b="0">
                <a:solidFill>
                  <a:srgbClr val="50555B"/>
                </a:solidFill>
                <a:latin typeface="Apple SD Gothic Neo"/>
                <a:ea typeface="Apple SD Gothic Neo"/>
                <a:cs typeface="Apple SD Gothic Neo"/>
              </a:defRPr>
            </a:lvl8pPr>
            <a:lvl9pPr algn="ctr">
              <a:defRPr sz="1275" b="0">
                <a:solidFill>
                  <a:srgbClr val="50555B"/>
                </a:solidFill>
                <a:latin typeface="Apple SD Gothic Neo"/>
                <a:ea typeface="Apple SD Gothic Neo"/>
                <a:cs typeface="Apple SD Gothic Neo"/>
              </a:defRPr>
            </a:lvl9pPr>
          </a:lstStyle>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모듈별 모델 복제나</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독립 process 아님</a:t>
            </a:r>
          </a:p>
        </p:txBody>
      </p:sp>
      <p:sp>
        <p:nvSpPr>
          <p:cNvPr id="24" name="DP3 object 142">
            <a:extLst xmlns:a="http://schemas.openxmlformats.org/drawingml/2006/main">
              <a:ext uri="{FF2B5EF4-FFF2-40B4-BE49-F238E27FC236}">
                <a16:creationId xmlns:a16="http://schemas.microsoft.com/office/drawing/2014/main" id="{44031A32-1BBC-48BE-B6CE-95E4902C755C}"/>
              </a:ext>
            </a:extLst>
          </p:cNvPr>
          <p:cNvSpPr>
            <a:spLocks xmlns:a="http://schemas.openxmlformats.org/drawingml/2006/main" noGrp="1"/>
          </p:cNvSpPr>
          <p:nvPr/>
        </p:nvSpPr>
        <p:spPr>
          <a:xfrm xmlns:a="http://schemas.openxmlformats.org/drawingml/2006/main">
            <a:off x="314325" y="5800725"/>
            <a:ext cx="1495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00" b="0">
                <a:solidFill>
                  <a:srgbClr val="4676CB"/>
                </a:solidFill>
                <a:latin typeface="Apple SD Gothic Neo"/>
                <a:ea typeface="Apple SD Gothic Neo"/>
                <a:cs typeface="Apple SD Gothic Neo"/>
              </a:defRPr>
            </a:defPPr>
            <a:lvl1pPr algn="ctr">
              <a:defRPr sz="1200" b="0">
                <a:solidFill>
                  <a:srgbClr val="4676CB"/>
                </a:solidFill>
                <a:latin typeface="Apple SD Gothic Neo"/>
                <a:ea typeface="Apple SD Gothic Neo"/>
                <a:cs typeface="Apple SD Gothic Neo"/>
              </a:defRPr>
            </a:lvl1pPr>
            <a:lvl2pPr algn="ctr">
              <a:defRPr sz="1200" b="0">
                <a:solidFill>
                  <a:srgbClr val="4676CB"/>
                </a:solidFill>
                <a:latin typeface="Apple SD Gothic Neo"/>
                <a:ea typeface="Apple SD Gothic Neo"/>
                <a:cs typeface="Apple SD Gothic Neo"/>
              </a:defRPr>
            </a:lvl2pPr>
            <a:lvl3pPr algn="ctr">
              <a:defRPr sz="1200" b="0">
                <a:solidFill>
                  <a:srgbClr val="4676CB"/>
                </a:solidFill>
                <a:latin typeface="Apple SD Gothic Neo"/>
                <a:ea typeface="Apple SD Gothic Neo"/>
                <a:cs typeface="Apple SD Gothic Neo"/>
              </a:defRPr>
            </a:lvl3pPr>
            <a:lvl4pPr algn="ctr">
              <a:defRPr sz="1200" b="0">
                <a:solidFill>
                  <a:srgbClr val="4676CB"/>
                </a:solidFill>
                <a:latin typeface="Apple SD Gothic Neo"/>
                <a:ea typeface="Apple SD Gothic Neo"/>
                <a:cs typeface="Apple SD Gothic Neo"/>
              </a:defRPr>
            </a:lvl4pPr>
            <a:lvl5pPr algn="ctr">
              <a:defRPr sz="1200" b="0">
                <a:solidFill>
                  <a:srgbClr val="4676CB"/>
                </a:solidFill>
                <a:latin typeface="Apple SD Gothic Neo"/>
                <a:ea typeface="Apple SD Gothic Neo"/>
                <a:cs typeface="Apple SD Gothic Neo"/>
              </a:defRPr>
            </a:lvl5pPr>
            <a:lvl6pPr algn="ctr">
              <a:defRPr sz="1200" b="0">
                <a:solidFill>
                  <a:srgbClr val="4676CB"/>
                </a:solidFill>
                <a:latin typeface="Apple SD Gothic Neo"/>
                <a:ea typeface="Apple SD Gothic Neo"/>
                <a:cs typeface="Apple SD Gothic Neo"/>
              </a:defRPr>
            </a:lvl6pPr>
            <a:lvl7pPr algn="ctr">
              <a:defRPr sz="1200" b="0">
                <a:solidFill>
                  <a:srgbClr val="4676CB"/>
                </a:solidFill>
                <a:latin typeface="Apple SD Gothic Neo"/>
                <a:ea typeface="Apple SD Gothic Neo"/>
                <a:cs typeface="Apple SD Gothic Neo"/>
              </a:defRPr>
            </a:lvl7pPr>
            <a:lvl8pPr algn="ctr">
              <a:defRPr sz="1200" b="0">
                <a:solidFill>
                  <a:srgbClr val="4676CB"/>
                </a:solidFill>
                <a:latin typeface="Apple SD Gothic Neo"/>
                <a:ea typeface="Apple SD Gothic Neo"/>
                <a:cs typeface="Apple SD Gothic Neo"/>
              </a:defRPr>
            </a:lvl8pPr>
            <a:lvl9pPr algn="ctr">
              <a:defRPr sz="1200" b="0">
                <a:solidFill>
                  <a:srgbClr val="4676CB"/>
                </a:solidFill>
                <a:latin typeface="Apple SD Gothic Neo"/>
                <a:ea typeface="Apple SD Gothic Neo"/>
                <a:cs typeface="Apple SD Gothic Neo"/>
              </a:defRPr>
            </a:lvl9pPr>
          </a:lstStyle>
          <a:p xmlns:a="http://schemas.openxmlformats.org/drawingml/2006/main">
            <a:pPr algn="ctr">
              <a:defRPr sz="1200" b="0">
                <a:solidFill>
                  <a:srgbClr val="4676CB"/>
                </a:solidFill>
                <a:latin typeface="Apple SD Gothic Neo"/>
                <a:ea typeface="Apple SD Gothic Neo"/>
                <a:cs typeface="Apple SD Gothic Neo"/>
              </a:defRPr>
            </a:pPr>
            <a:r>
              <a:rPr sz="1200" b="0">
                <a:solidFill>
                  <a:srgbClr val="4676CB"/>
                </a:solidFill>
                <a:latin typeface="Apple SD Gothic Neo"/>
                <a:ea typeface="Apple SD Gothic Neo"/>
                <a:cs typeface="Apple SD Gothic Neo"/>
              </a:rPr>
              <a:t>파란 점선:</a:t>
            </a:r>
          </a:p>
          <a:p xmlns:a="http://schemas.openxmlformats.org/drawingml/2006/main">
            <a:pPr algn="ctr">
              <a:defRPr sz="1200" b="0">
                <a:solidFill>
                  <a:srgbClr val="4676CB"/>
                </a:solidFill>
                <a:latin typeface="Apple SD Gothic Neo"/>
                <a:ea typeface="Apple SD Gothic Neo"/>
                <a:cs typeface="Apple SD Gothic Neo"/>
              </a:defRPr>
            </a:pPr>
            <a:r>
              <a:rPr sz="1200" b="0">
                <a:solidFill>
                  <a:srgbClr val="4676CB"/>
                </a:solidFill>
                <a:latin typeface="Apple SD Gothic Neo"/>
                <a:ea typeface="Apple SD Gothic Neo"/>
                <a:cs typeface="Apple SD Gothic Neo"/>
              </a:rPr>
              <a:t>별도 복구 대안</a:t>
            </a:r>
          </a:p>
        </p:txBody>
      </p:sp>
      <p:sp>
        <p:nvSpPr>
          <p:cNvPr id="25" name="DP3 object 143">
            <a:extLst xmlns:a="http://schemas.openxmlformats.org/drawingml/2006/main">
              <a:ext uri="{FF2B5EF4-FFF2-40B4-BE49-F238E27FC236}">
                <a16:creationId xmlns:a16="http://schemas.microsoft.com/office/drawing/2014/main" id="{8254356B-CED0-422A-B9C0-EF0009911338}"/>
              </a:ext>
            </a:extLst>
          </p:cNvPr>
          <p:cNvSpPr>
            <a:spLocks xmlns:a="http://schemas.openxmlformats.org/drawingml/2006/main" noGrp="1"/>
          </p:cNvSpPr>
          <p:nvPr/>
        </p:nvSpPr>
        <p:spPr>
          <a:xfrm xmlns:a="http://schemas.openxmlformats.org/drawingml/2006/main">
            <a:off x="1971675" y="2190750"/>
            <a:ext cx="788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대상 범위와 지칭 관계를 한 책임에서 생산</a:t>
            </a:r>
          </a:p>
        </p:txBody>
      </p:sp>
      <p:sp>
        <p:nvSpPr>
          <p:cNvPr id="26" name="발화 원문&#10;시각·정정">
            <a:extLst xmlns:a="http://schemas.openxmlformats.org/drawingml/2006/main">
              <a:ext uri="{FF2B5EF4-FFF2-40B4-BE49-F238E27FC236}">
                <a16:creationId xmlns:a16="http://schemas.microsoft.com/office/drawing/2014/main" id="{F49784D3-D07C-4B7A-9E04-CF64A80E3A31}"/>
              </a:ext>
            </a:extLst>
          </p:cNvPr>
          <p:cNvSpPr>
            <a:spLocks xmlns:a="http://schemas.openxmlformats.org/drawingml/2006/main" noGrp="1"/>
          </p:cNvSpPr>
          <p:nvPr/>
        </p:nvSpPr>
        <p:spPr>
          <a:xfrm xmlns:a="http://schemas.openxmlformats.org/drawingml/2006/main">
            <a:off x="2038350" y="2943225"/>
            <a:ext cx="1800225" cy="7334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7" name="DP3 object 144">
            <a:extLst xmlns:a="http://schemas.openxmlformats.org/drawingml/2006/main">
              <a:ext uri="{FF2B5EF4-FFF2-40B4-BE49-F238E27FC236}">
                <a16:creationId xmlns:a16="http://schemas.microsoft.com/office/drawing/2014/main" id="{7FC08F28-BD6D-472E-91BA-1BF1EDD6A9C5}"/>
              </a:ext>
            </a:extLst>
          </p:cNvPr>
          <p:cNvSpPr>
            <a:spLocks xmlns:a="http://schemas.openxmlformats.org/drawingml/2006/main" noGrp="1"/>
          </p:cNvSpPr>
          <p:nvPr/>
        </p:nvSpPr>
        <p:spPr>
          <a:xfrm xmlns:a="http://schemas.openxmlformats.org/drawingml/2006/main">
            <a:off x="2085975" y="3048000"/>
            <a:ext cx="17049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발화 원문</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시각·정정</a:t>
            </a:r>
          </a:p>
        </p:txBody>
      </p:sp>
      <p:sp>
        <p:nvSpPr>
          <p:cNvPr id="28" name="당시 화면&#10;선택·pointer">
            <a:extLst xmlns:a="http://schemas.openxmlformats.org/drawingml/2006/main">
              <a:ext uri="{FF2B5EF4-FFF2-40B4-BE49-F238E27FC236}">
                <a16:creationId xmlns:a16="http://schemas.microsoft.com/office/drawing/2014/main" id="{1A2F246C-56A1-4E25-985B-566622D48D25}"/>
              </a:ext>
            </a:extLst>
          </p:cNvPr>
          <p:cNvSpPr>
            <a:spLocks xmlns:a="http://schemas.openxmlformats.org/drawingml/2006/main" noGrp="1"/>
          </p:cNvSpPr>
          <p:nvPr/>
        </p:nvSpPr>
        <p:spPr>
          <a:xfrm xmlns:a="http://schemas.openxmlformats.org/drawingml/2006/main">
            <a:off x="2038350" y="4000500"/>
            <a:ext cx="1800225" cy="8096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9" name="DP3 object 145">
            <a:extLst xmlns:a="http://schemas.openxmlformats.org/drawingml/2006/main">
              <a:ext uri="{FF2B5EF4-FFF2-40B4-BE49-F238E27FC236}">
                <a16:creationId xmlns:a16="http://schemas.microsoft.com/office/drawing/2014/main" id="{967ADF3D-9227-40AD-839B-7AA650E7CCA3}"/>
              </a:ext>
            </a:extLst>
          </p:cNvPr>
          <p:cNvSpPr>
            <a:spLocks xmlns:a="http://schemas.openxmlformats.org/drawingml/2006/main" noGrp="1"/>
          </p:cNvSpPr>
          <p:nvPr/>
        </p:nvSpPr>
        <p:spPr>
          <a:xfrm xmlns:a="http://schemas.openxmlformats.org/drawingml/2006/main">
            <a:off x="2085975" y="4105275"/>
            <a:ext cx="17049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당시 화면</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선택·pointer</a:t>
            </a:r>
          </a:p>
        </p:txBody>
      </p:sp>
      <p:sp>
        <p:nvSpPr>
          <p:cNvPr id="30" name="Request Interpreter Component">
            <a:extLst xmlns:a="http://schemas.openxmlformats.org/drawingml/2006/main">
              <a:ext uri="{FF2B5EF4-FFF2-40B4-BE49-F238E27FC236}">
                <a16:creationId xmlns:a16="http://schemas.microsoft.com/office/drawing/2014/main" id="{C08CA63C-ED72-4A9C-9EC0-79377158796B}"/>
              </a:ext>
            </a:extLst>
          </p:cNvPr>
          <p:cNvSpPr>
            <a:spLocks xmlns:a="http://schemas.openxmlformats.org/drawingml/2006/main" noGrp="1"/>
          </p:cNvSpPr>
          <p:nvPr/>
        </p:nvSpPr>
        <p:spPr>
          <a:xfrm xmlns:a="http://schemas.openxmlformats.org/drawingml/2006/main">
            <a:off x="4048125" y="2590800"/>
            <a:ext cx="5676900" cy="30099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31" name="DP3 object 146">
            <a:extLst xmlns:a="http://schemas.openxmlformats.org/drawingml/2006/main">
              <a:ext uri="{FF2B5EF4-FFF2-40B4-BE49-F238E27FC236}">
                <a16:creationId xmlns:a16="http://schemas.microsoft.com/office/drawing/2014/main" id="{B8DADB31-F26D-4118-9813-4D046388555B}"/>
              </a:ext>
            </a:extLst>
          </p:cNvPr>
          <p:cNvSpPr>
            <a:spLocks xmlns:a="http://schemas.openxmlformats.org/drawingml/2006/main" noGrp="1"/>
          </p:cNvSpPr>
          <p:nvPr/>
        </p:nvSpPr>
        <p:spPr>
          <a:xfrm xmlns:a="http://schemas.openxmlformats.org/drawingml/2006/main">
            <a:off x="4124325" y="2609850"/>
            <a:ext cx="552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Interpreter</a:t>
            </a:r>
          </a:p>
        </p:txBody>
      </p:sp>
      <p:sp>
        <p:nvSpPr>
          <p:cNvPr id="32" name="Editable path 147">
            <a:extLst xmlns:a="http://schemas.openxmlformats.org/drawingml/2006/main">
              <a:ext uri="{FF2B5EF4-FFF2-40B4-BE49-F238E27FC236}">
                <a16:creationId xmlns:a16="http://schemas.microsoft.com/office/drawing/2014/main" id="{5717950E-EB09-4542-83FE-0AAD2C671AA1}"/>
              </a:ext>
            </a:extLst>
          </p:cNvPr>
          <p:cNvSpPr>
            <a:spLocks xmlns:a="http://schemas.openxmlformats.org/drawingml/2006/main" noGrp="1"/>
          </p:cNvSpPr>
          <p:nvPr/>
        </p:nvSpPr>
        <p:spPr>
          <a:xfrm xmlns:a="http://schemas.openxmlformats.org/drawingml/2006/main">
            <a:off x="4048125" y="2933700"/>
            <a:ext cx="5676900" cy="953"/>
          </a:xfrm>
          <a:custGeom xmlns:a="http://schemas.openxmlformats.org/drawingml/2006/main">
            <a:pathLst>
              <a:path w="5676900" h="953">
                <a:moveTo>
                  <a:pt x="0" y="0"/>
                </a:moveTo>
                <a:lnTo>
                  <a:pt x="5676900" y="0"/>
                </a:lnTo>
              </a:path>
            </a:pathLst>
          </a:custGeom>
          <a:noFill xmlns:a="http://schemas.openxmlformats.org/drawingml/2006/main"/>
          <a:ln xmlns:a="http://schemas.openxmlformats.org/drawingml/2006/main" w="13335">
            <a:solidFill>
              <a:srgbClr val="111111"/>
            </a:solidFill>
            <a:prstDash val="solid"/>
          </a:ln>
        </p:spPr>
      </p:sp>
      <p:sp>
        <p:nvSpPr>
          <p:cNvPr id="33" name="Grounding Attempt Control / Joint Work Queue">
            <a:extLst xmlns:a="http://schemas.openxmlformats.org/drawingml/2006/main">
              <a:ext uri="{FF2B5EF4-FFF2-40B4-BE49-F238E27FC236}">
                <a16:creationId xmlns:a16="http://schemas.microsoft.com/office/drawing/2014/main" id="{362797D0-403C-4FEF-BA22-B20843DEAB71}"/>
              </a:ext>
            </a:extLst>
          </p:cNvPr>
          <p:cNvSpPr>
            <a:spLocks xmlns:a="http://schemas.openxmlformats.org/drawingml/2006/main" noGrp="1"/>
          </p:cNvSpPr>
          <p:nvPr/>
        </p:nvSpPr>
        <p:spPr>
          <a:xfrm xmlns:a="http://schemas.openxmlformats.org/drawingml/2006/main">
            <a:off x="4238625" y="3000375"/>
            <a:ext cx="5295900" cy="3429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4" name="DP3 object 148">
            <a:extLst xmlns:a="http://schemas.openxmlformats.org/drawingml/2006/main">
              <a:ext uri="{FF2B5EF4-FFF2-40B4-BE49-F238E27FC236}">
                <a16:creationId xmlns:a16="http://schemas.microsoft.com/office/drawing/2014/main" id="{631FB852-3341-42A2-A115-033F12A07007}"/>
              </a:ext>
            </a:extLst>
          </p:cNvPr>
          <p:cNvSpPr>
            <a:spLocks xmlns:a="http://schemas.openxmlformats.org/drawingml/2006/main" noGrp="1"/>
          </p:cNvSpPr>
          <p:nvPr/>
        </p:nvSpPr>
        <p:spPr>
          <a:xfrm xmlns:a="http://schemas.openxmlformats.org/drawingml/2006/main">
            <a:off x="4305300" y="3038475"/>
            <a:ext cx="516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Grounding Attempt Control / Joint Work Queue</a:t>
            </a:r>
          </a:p>
        </p:txBody>
      </p:sp>
      <p:sp>
        <p:nvSpPr>
          <p:cNvPr id="35" name="Joint Grounding&#10;Interpreter">
            <a:extLst xmlns:a="http://schemas.openxmlformats.org/drawingml/2006/main">
              <a:ext uri="{FF2B5EF4-FFF2-40B4-BE49-F238E27FC236}">
                <a16:creationId xmlns:a16="http://schemas.microsoft.com/office/drawing/2014/main" id="{9A5A477C-D91D-48F6-9DF9-EF88041C243C}"/>
              </a:ext>
            </a:extLst>
          </p:cNvPr>
          <p:cNvSpPr>
            <a:spLocks xmlns:a="http://schemas.openxmlformats.org/drawingml/2006/main" noGrp="1"/>
          </p:cNvSpPr>
          <p:nvPr/>
        </p:nvSpPr>
        <p:spPr>
          <a:xfrm xmlns:a="http://schemas.openxmlformats.org/drawingml/2006/main">
            <a:off x="4238625" y="3533775"/>
            <a:ext cx="3238500" cy="8382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6" name="DP3 object 149">
            <a:extLst xmlns:a="http://schemas.openxmlformats.org/drawingml/2006/main">
              <a:ext uri="{FF2B5EF4-FFF2-40B4-BE49-F238E27FC236}">
                <a16:creationId xmlns:a16="http://schemas.microsoft.com/office/drawing/2014/main" id="{2EA9A93D-7F8F-4FC3-A391-B9E215F4B20A}"/>
              </a:ext>
            </a:extLst>
          </p:cNvPr>
          <p:cNvSpPr>
            <a:spLocks xmlns:a="http://schemas.openxmlformats.org/drawingml/2006/main" noGrp="1"/>
          </p:cNvSpPr>
          <p:nvPr/>
        </p:nvSpPr>
        <p:spPr>
          <a:xfrm xmlns:a="http://schemas.openxmlformats.org/drawingml/2006/main">
            <a:off x="4305300" y="3571875"/>
            <a:ext cx="31051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Joint Grounding</a:t>
            </a:r>
          </a:p>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Interpreter</a:t>
            </a:r>
          </a:p>
        </p:txBody>
      </p:sp>
      <p:sp>
        <p:nvSpPr>
          <p:cNvPr id="37" name="Joint Grounding&#10;State">
            <a:extLst xmlns:a="http://schemas.openxmlformats.org/drawingml/2006/main">
              <a:ext uri="{FF2B5EF4-FFF2-40B4-BE49-F238E27FC236}">
                <a16:creationId xmlns:a16="http://schemas.microsoft.com/office/drawing/2014/main" id="{6137A2BA-70FD-46A4-BD73-21C94D05CFC7}"/>
              </a:ext>
            </a:extLst>
          </p:cNvPr>
          <p:cNvSpPr>
            <a:spLocks xmlns:a="http://schemas.openxmlformats.org/drawingml/2006/main" noGrp="1"/>
          </p:cNvSpPr>
          <p:nvPr/>
        </p:nvSpPr>
        <p:spPr>
          <a:xfrm xmlns:a="http://schemas.openxmlformats.org/drawingml/2006/main">
            <a:off x="7762875" y="4000500"/>
            <a:ext cx="1771650" cy="9906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38" name="DP3 object 150">
            <a:extLst xmlns:a="http://schemas.openxmlformats.org/drawingml/2006/main">
              <a:ext uri="{FF2B5EF4-FFF2-40B4-BE49-F238E27FC236}">
                <a16:creationId xmlns:a16="http://schemas.microsoft.com/office/drawing/2014/main" id="{A2324F4D-0260-459B-BDFB-4489D778BCF1}"/>
              </a:ext>
            </a:extLst>
          </p:cNvPr>
          <p:cNvSpPr>
            <a:spLocks xmlns:a="http://schemas.openxmlformats.org/drawingml/2006/main" noGrp="1"/>
          </p:cNvSpPr>
          <p:nvPr/>
        </p:nvSpPr>
        <p:spPr>
          <a:xfrm xmlns:a="http://schemas.openxmlformats.org/drawingml/2006/main">
            <a:off x="7810500" y="4105275"/>
            <a:ext cx="16764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Joint Grounding</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State</a:t>
            </a:r>
          </a:p>
        </p:txBody>
      </p:sp>
      <p:sp>
        <p:nvSpPr>
          <p:cNvPr id="39" name="Editable path 151">
            <a:extLst xmlns:a="http://schemas.openxmlformats.org/drawingml/2006/main">
              <a:ext uri="{FF2B5EF4-FFF2-40B4-BE49-F238E27FC236}">
                <a16:creationId xmlns:a16="http://schemas.microsoft.com/office/drawing/2014/main" id="{5B270EFE-00E3-4ACF-8F4A-9C30E0F3D748}"/>
              </a:ext>
            </a:extLst>
          </p:cNvPr>
          <p:cNvSpPr>
            <a:spLocks xmlns:a="http://schemas.openxmlformats.org/drawingml/2006/main" noGrp="1"/>
          </p:cNvSpPr>
          <p:nvPr/>
        </p:nvSpPr>
        <p:spPr>
          <a:xfrm xmlns:a="http://schemas.openxmlformats.org/drawingml/2006/main">
            <a:off x="3838575" y="3295650"/>
            <a:ext cx="400050" cy="466725"/>
          </a:xfrm>
          <a:custGeom xmlns:a="http://schemas.openxmlformats.org/drawingml/2006/main">
            <a:pathLst>
              <a:path w="400050" h="466725">
                <a:moveTo>
                  <a:pt x="0" y="0"/>
                </a:moveTo>
                <a:lnTo>
                  <a:pt x="161925" y="0"/>
                </a:lnTo>
                <a:lnTo>
                  <a:pt x="161925" y="466725"/>
                </a:lnTo>
                <a:lnTo>
                  <a:pt x="400050" y="466725"/>
                </a:lnTo>
              </a:path>
            </a:pathLst>
          </a:custGeom>
          <a:noFill xmlns:a="http://schemas.openxmlformats.org/drawingml/2006/main"/>
          <a:ln xmlns:a="http://schemas.openxmlformats.org/drawingml/2006/main" w="20955">
            <a:solidFill>
              <a:srgbClr val="111111"/>
            </a:solidFill>
            <a:prstDash val="solid"/>
          </a:ln>
        </p:spPr>
      </p:sp>
      <p:sp>
        <p:nvSpPr>
          <p:cNvPr id="40" name="Editable arrowhead 152">
            <a:extLst xmlns:a="http://schemas.openxmlformats.org/drawingml/2006/main">
              <a:ext uri="{FF2B5EF4-FFF2-40B4-BE49-F238E27FC236}">
                <a16:creationId xmlns:a16="http://schemas.microsoft.com/office/drawing/2014/main" id="{63D5D0BB-AAA0-4A44-A9B8-26927F395CA1}"/>
              </a:ext>
            </a:extLst>
          </p:cNvPr>
          <p:cNvSpPr>
            <a:spLocks xmlns:a="http://schemas.openxmlformats.org/drawingml/2006/main" noGrp="1"/>
          </p:cNvSpPr>
          <p:nvPr/>
        </p:nvSpPr>
        <p:spPr>
          <a:xfrm xmlns:a="http://schemas.openxmlformats.org/drawingml/2006/main">
            <a:off x="4143375" y="37147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1" name="Editable path 153">
            <a:extLst xmlns:a="http://schemas.openxmlformats.org/drawingml/2006/main">
              <a:ext uri="{FF2B5EF4-FFF2-40B4-BE49-F238E27FC236}">
                <a16:creationId xmlns:a16="http://schemas.microsoft.com/office/drawing/2014/main" id="{BD6F5C64-76A3-40EC-9ABB-EBB6FCE4EA58}"/>
              </a:ext>
            </a:extLst>
          </p:cNvPr>
          <p:cNvSpPr>
            <a:spLocks xmlns:a="http://schemas.openxmlformats.org/drawingml/2006/main" noGrp="1"/>
          </p:cNvSpPr>
          <p:nvPr/>
        </p:nvSpPr>
        <p:spPr>
          <a:xfrm xmlns:a="http://schemas.openxmlformats.org/drawingml/2006/main">
            <a:off x="3838575" y="4171950"/>
            <a:ext cx="400050" cy="219075"/>
          </a:xfrm>
          <a:custGeom xmlns:a="http://schemas.openxmlformats.org/drawingml/2006/main">
            <a:pathLst>
              <a:path w="400050" h="219075">
                <a:moveTo>
                  <a:pt x="0" y="219075"/>
                </a:moveTo>
                <a:lnTo>
                  <a:pt x="161925" y="219075"/>
                </a:lnTo>
                <a:lnTo>
                  <a:pt x="161925" y="0"/>
                </a:lnTo>
                <a:lnTo>
                  <a:pt x="400050" y="0"/>
                </a:lnTo>
              </a:path>
            </a:pathLst>
          </a:custGeom>
          <a:noFill xmlns:a="http://schemas.openxmlformats.org/drawingml/2006/main"/>
          <a:ln xmlns:a="http://schemas.openxmlformats.org/drawingml/2006/main" w="20955">
            <a:solidFill>
              <a:srgbClr val="111111"/>
            </a:solidFill>
            <a:prstDash val="solid"/>
          </a:ln>
        </p:spPr>
      </p:sp>
      <p:sp>
        <p:nvSpPr>
          <p:cNvPr id="42" name="Editable arrowhead 154">
            <a:extLst xmlns:a="http://schemas.openxmlformats.org/drawingml/2006/main">
              <a:ext uri="{FF2B5EF4-FFF2-40B4-BE49-F238E27FC236}">
                <a16:creationId xmlns:a16="http://schemas.microsoft.com/office/drawing/2014/main" id="{5260B0CF-17F4-4267-9BED-8312C68B9D23}"/>
              </a:ext>
            </a:extLst>
          </p:cNvPr>
          <p:cNvSpPr>
            <a:spLocks xmlns:a="http://schemas.openxmlformats.org/drawingml/2006/main" noGrp="1"/>
          </p:cNvSpPr>
          <p:nvPr/>
        </p:nvSpPr>
        <p:spPr>
          <a:xfrm xmlns:a="http://schemas.openxmlformats.org/drawingml/2006/main">
            <a:off x="4143375" y="41243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3" name="Editable path 155">
            <a:extLst xmlns:a="http://schemas.openxmlformats.org/drawingml/2006/main">
              <a:ext uri="{FF2B5EF4-FFF2-40B4-BE49-F238E27FC236}">
                <a16:creationId xmlns:a16="http://schemas.microsoft.com/office/drawing/2014/main" id="{911091C2-9689-422E-BF02-D7FBB76A438B}"/>
              </a:ext>
            </a:extLst>
          </p:cNvPr>
          <p:cNvSpPr>
            <a:spLocks xmlns:a="http://schemas.openxmlformats.org/drawingml/2006/main" noGrp="1"/>
          </p:cNvSpPr>
          <p:nvPr/>
        </p:nvSpPr>
        <p:spPr>
          <a:xfrm xmlns:a="http://schemas.openxmlformats.org/drawingml/2006/main">
            <a:off x="5857875" y="3343275"/>
            <a:ext cx="953" cy="190500"/>
          </a:xfrm>
          <a:custGeom xmlns:a="http://schemas.openxmlformats.org/drawingml/2006/main">
            <a:pathLst>
              <a:path w="953" h="190500">
                <a:moveTo>
                  <a:pt x="0" y="0"/>
                </a:moveTo>
                <a:lnTo>
                  <a:pt x="0" y="190500"/>
                </a:lnTo>
              </a:path>
            </a:pathLst>
          </a:custGeom>
          <a:noFill xmlns:a="http://schemas.openxmlformats.org/drawingml/2006/main"/>
          <a:ln xmlns:a="http://schemas.openxmlformats.org/drawingml/2006/main" w="19050">
            <a:solidFill>
              <a:srgbClr val="111111"/>
            </a:solidFill>
            <a:prstDash val="solid"/>
          </a:ln>
        </p:spPr>
      </p:sp>
      <p:sp>
        <p:nvSpPr>
          <p:cNvPr id="44" name="Editable arrowhead 156">
            <a:extLst xmlns:a="http://schemas.openxmlformats.org/drawingml/2006/main">
              <a:ext uri="{FF2B5EF4-FFF2-40B4-BE49-F238E27FC236}">
                <a16:creationId xmlns:a16="http://schemas.microsoft.com/office/drawing/2014/main" id="{59893578-9580-44D8-985A-8A389F5416E9}"/>
              </a:ext>
            </a:extLst>
          </p:cNvPr>
          <p:cNvSpPr>
            <a:spLocks xmlns:a="http://schemas.openxmlformats.org/drawingml/2006/main" noGrp="1"/>
          </p:cNvSpPr>
          <p:nvPr/>
        </p:nvSpPr>
        <p:spPr>
          <a:xfrm xmlns:a="http://schemas.openxmlformats.org/drawingml/2006/main">
            <a:off x="5810250" y="34385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5" name="Editable path 157">
            <a:extLst xmlns:a="http://schemas.openxmlformats.org/drawingml/2006/main">
              <a:ext uri="{FF2B5EF4-FFF2-40B4-BE49-F238E27FC236}">
                <a16:creationId xmlns:a16="http://schemas.microsoft.com/office/drawing/2014/main" id="{E67F60B1-A36E-4767-9F0F-E0E14E8A1269}"/>
              </a:ext>
            </a:extLst>
          </p:cNvPr>
          <p:cNvSpPr>
            <a:spLocks xmlns:a="http://schemas.openxmlformats.org/drawingml/2006/main" noGrp="1"/>
          </p:cNvSpPr>
          <p:nvPr/>
        </p:nvSpPr>
        <p:spPr>
          <a:xfrm xmlns:a="http://schemas.openxmlformats.org/drawingml/2006/main">
            <a:off x="5857875" y="4371975"/>
            <a:ext cx="953" cy="238125"/>
          </a:xfrm>
          <a:custGeom xmlns:a="http://schemas.openxmlformats.org/drawingml/2006/main">
            <a:pathLst>
              <a:path w="953" h="238125">
                <a:moveTo>
                  <a:pt x="0" y="0"/>
                </a:moveTo>
                <a:lnTo>
                  <a:pt x="0" y="238125"/>
                </a:lnTo>
              </a:path>
            </a:pathLst>
          </a:custGeom>
          <a:noFill xmlns:a="http://schemas.openxmlformats.org/drawingml/2006/main"/>
          <a:ln xmlns:a="http://schemas.openxmlformats.org/drawingml/2006/main" w="20955">
            <a:solidFill>
              <a:srgbClr val="111111"/>
            </a:solidFill>
            <a:prstDash val="solid"/>
          </a:ln>
        </p:spPr>
      </p:sp>
      <p:sp>
        <p:nvSpPr>
          <p:cNvPr id="46" name="Editable arrowhead 158">
            <a:extLst xmlns:a="http://schemas.openxmlformats.org/drawingml/2006/main">
              <a:ext uri="{FF2B5EF4-FFF2-40B4-BE49-F238E27FC236}">
                <a16:creationId xmlns:a16="http://schemas.microsoft.com/office/drawing/2014/main" id="{1CB225C7-578F-4C79-8763-5776C3B5A1B0}"/>
              </a:ext>
            </a:extLst>
          </p:cNvPr>
          <p:cNvSpPr>
            <a:spLocks xmlns:a="http://schemas.openxmlformats.org/drawingml/2006/main" noGrp="1"/>
          </p:cNvSpPr>
          <p:nvPr/>
        </p:nvSpPr>
        <p:spPr>
          <a:xfrm xmlns:a="http://schemas.openxmlformats.org/drawingml/2006/main">
            <a:off x="5810250" y="45148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7" name="DP3 object 159">
            <a:extLst xmlns:a="http://schemas.openxmlformats.org/drawingml/2006/main">
              <a:ext uri="{FF2B5EF4-FFF2-40B4-BE49-F238E27FC236}">
                <a16:creationId xmlns:a16="http://schemas.microsoft.com/office/drawing/2014/main" id="{00DB8A46-47CC-4CF3-A5A1-302B8693FF87}"/>
              </a:ext>
            </a:extLst>
          </p:cNvPr>
          <p:cNvSpPr>
            <a:spLocks xmlns:a="http://schemas.openxmlformats.org/drawingml/2006/main" noGrp="1"/>
          </p:cNvSpPr>
          <p:nvPr/>
        </p:nvSpPr>
        <p:spPr>
          <a:xfrm xmlns:a="http://schemas.openxmlformats.org/drawingml/2006/main">
            <a:off x="4257675" y="34004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48" name="DP3 object 160">
            <a:extLst xmlns:a="http://schemas.openxmlformats.org/drawingml/2006/main">
              <a:ext uri="{FF2B5EF4-FFF2-40B4-BE49-F238E27FC236}">
                <a16:creationId xmlns:a16="http://schemas.microsoft.com/office/drawing/2014/main" id="{F7FFE2C5-262A-49E5-88DD-D35EB51DB48A}"/>
              </a:ext>
            </a:extLst>
          </p:cNvPr>
          <p:cNvSpPr>
            <a:spLocks xmlns:a="http://schemas.openxmlformats.org/drawingml/2006/main" noGrp="1"/>
          </p:cNvSpPr>
          <p:nvPr/>
        </p:nvSpPr>
        <p:spPr>
          <a:xfrm xmlns:a="http://schemas.openxmlformats.org/drawingml/2006/main">
            <a:off x="4257675" y="34004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49" name="TryApply / 현재성·기하 검증">
            <a:extLst xmlns:a="http://schemas.openxmlformats.org/drawingml/2006/main">
              <a:ext uri="{FF2B5EF4-FFF2-40B4-BE49-F238E27FC236}">
                <a16:creationId xmlns:a16="http://schemas.microsoft.com/office/drawing/2014/main" id="{8DE847DE-2FE2-488F-BC1D-5BB68A3B8252}"/>
              </a:ext>
            </a:extLst>
          </p:cNvPr>
          <p:cNvSpPr>
            <a:spLocks xmlns:a="http://schemas.openxmlformats.org/drawingml/2006/main" noGrp="1"/>
          </p:cNvSpPr>
          <p:nvPr/>
        </p:nvSpPr>
        <p:spPr>
          <a:xfrm xmlns:a="http://schemas.openxmlformats.org/drawingml/2006/main">
            <a:off x="4238625" y="4610100"/>
            <a:ext cx="3238500" cy="3810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50" name="DP3 object 161">
            <a:extLst xmlns:a="http://schemas.openxmlformats.org/drawingml/2006/main">
              <a:ext uri="{FF2B5EF4-FFF2-40B4-BE49-F238E27FC236}">
                <a16:creationId xmlns:a16="http://schemas.microsoft.com/office/drawing/2014/main" id="{45F57E62-2944-4295-B25C-0CD11DD77F0C}"/>
              </a:ext>
            </a:extLst>
          </p:cNvPr>
          <p:cNvSpPr>
            <a:spLocks xmlns:a="http://schemas.openxmlformats.org/drawingml/2006/main" noGrp="1"/>
          </p:cNvSpPr>
          <p:nvPr/>
        </p:nvSpPr>
        <p:spPr>
          <a:xfrm xmlns:a="http://schemas.openxmlformats.org/drawingml/2006/main">
            <a:off x="4305300" y="4648200"/>
            <a:ext cx="3105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TryApply / 현재성·기하 검증</a:t>
            </a:r>
          </a:p>
        </p:txBody>
      </p:sp>
      <p:sp>
        <p:nvSpPr>
          <p:cNvPr id="51" name="DP3 object 162">
            <a:extLst xmlns:a="http://schemas.openxmlformats.org/drawingml/2006/main">
              <a:ext uri="{FF2B5EF4-FFF2-40B4-BE49-F238E27FC236}">
                <a16:creationId xmlns:a16="http://schemas.microsoft.com/office/drawing/2014/main" id="{94D5EE5B-B837-46D6-90A2-49B2F8EC06F4}"/>
              </a:ext>
            </a:extLst>
          </p:cNvPr>
          <p:cNvSpPr>
            <a:spLocks xmlns:a="http://schemas.openxmlformats.org/drawingml/2006/main" noGrp="1"/>
          </p:cNvSpPr>
          <p:nvPr/>
        </p:nvSpPr>
        <p:spPr>
          <a:xfrm xmlns:a="http://schemas.openxmlformats.org/drawingml/2006/main">
            <a:off x="4257675" y="44767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52" name="DP3 object 163">
            <a:extLst xmlns:a="http://schemas.openxmlformats.org/drawingml/2006/main">
              <a:ext uri="{FF2B5EF4-FFF2-40B4-BE49-F238E27FC236}">
                <a16:creationId xmlns:a16="http://schemas.microsoft.com/office/drawing/2014/main" id="{2E16B0EC-2E98-4BF6-871B-CBBB70183CD8}"/>
              </a:ext>
            </a:extLst>
          </p:cNvPr>
          <p:cNvSpPr>
            <a:spLocks xmlns:a="http://schemas.openxmlformats.org/drawingml/2006/main" noGrp="1"/>
          </p:cNvSpPr>
          <p:nvPr/>
        </p:nvSpPr>
        <p:spPr>
          <a:xfrm xmlns:a="http://schemas.openxmlformats.org/drawingml/2006/main">
            <a:off x="4257675" y="44767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53" name="Editable path 164">
            <a:extLst xmlns:a="http://schemas.openxmlformats.org/drawingml/2006/main">
              <a:ext uri="{FF2B5EF4-FFF2-40B4-BE49-F238E27FC236}">
                <a16:creationId xmlns:a16="http://schemas.microsoft.com/office/drawing/2014/main" id="{C1700208-E3CB-4D61-B8B6-3298B2C9F414}"/>
              </a:ext>
            </a:extLst>
          </p:cNvPr>
          <p:cNvSpPr>
            <a:spLocks xmlns:a="http://schemas.openxmlformats.org/drawingml/2006/main" noGrp="1"/>
          </p:cNvSpPr>
          <p:nvPr/>
        </p:nvSpPr>
        <p:spPr>
          <a:xfrm xmlns:a="http://schemas.openxmlformats.org/drawingml/2006/main">
            <a:off x="7477125" y="4495800"/>
            <a:ext cx="285750" cy="304800"/>
          </a:xfrm>
          <a:custGeom xmlns:a="http://schemas.openxmlformats.org/drawingml/2006/main">
            <a:pathLst>
              <a:path w="285750" h="304800">
                <a:moveTo>
                  <a:pt x="0" y="304800"/>
                </a:moveTo>
                <a:lnTo>
                  <a:pt x="142875" y="304800"/>
                </a:lnTo>
                <a:lnTo>
                  <a:pt x="142875" y="0"/>
                </a:lnTo>
                <a:lnTo>
                  <a:pt x="285750" y="0"/>
                </a:lnTo>
              </a:path>
            </a:pathLst>
          </a:custGeom>
          <a:noFill xmlns:a="http://schemas.openxmlformats.org/drawingml/2006/main"/>
          <a:ln xmlns:a="http://schemas.openxmlformats.org/drawingml/2006/main" w="20955">
            <a:solidFill>
              <a:srgbClr val="111111"/>
            </a:solidFill>
            <a:prstDash val="solid"/>
          </a:ln>
        </p:spPr>
      </p:sp>
      <p:sp>
        <p:nvSpPr>
          <p:cNvPr id="54" name="Editable arrowhead 165">
            <a:extLst xmlns:a="http://schemas.openxmlformats.org/drawingml/2006/main">
              <a:ext uri="{FF2B5EF4-FFF2-40B4-BE49-F238E27FC236}">
                <a16:creationId xmlns:a16="http://schemas.microsoft.com/office/drawing/2014/main" id="{1002BB0B-A0EC-4680-96DD-6A46EE997BA7}"/>
              </a:ext>
            </a:extLst>
          </p:cNvPr>
          <p:cNvSpPr>
            <a:spLocks xmlns:a="http://schemas.openxmlformats.org/drawingml/2006/main" noGrp="1"/>
          </p:cNvSpPr>
          <p:nvPr/>
        </p:nvSpPr>
        <p:spPr>
          <a:xfrm xmlns:a="http://schemas.openxmlformats.org/drawingml/2006/main">
            <a:off x="7667625" y="444817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5" name="DP3 object 166">
            <a:extLst xmlns:a="http://schemas.openxmlformats.org/drawingml/2006/main">
              <a:ext uri="{FF2B5EF4-FFF2-40B4-BE49-F238E27FC236}">
                <a16:creationId xmlns:a16="http://schemas.microsoft.com/office/drawing/2014/main" id="{6AA804AF-5524-46EF-9B27-5B3CB39F25E6}"/>
              </a:ext>
            </a:extLst>
          </p:cNvPr>
          <p:cNvSpPr>
            <a:spLocks xmlns:a="http://schemas.openxmlformats.org/drawingml/2006/main" noGrp="1"/>
          </p:cNvSpPr>
          <p:nvPr/>
        </p:nvSpPr>
        <p:spPr>
          <a:xfrm xmlns:a="http://schemas.openxmlformats.org/drawingml/2006/main">
            <a:off x="7553325" y="38671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56" name="DP3 object 167">
            <a:extLst xmlns:a="http://schemas.openxmlformats.org/drawingml/2006/main">
              <a:ext uri="{FF2B5EF4-FFF2-40B4-BE49-F238E27FC236}">
                <a16:creationId xmlns:a16="http://schemas.microsoft.com/office/drawing/2014/main" id="{CBA8C8FF-D257-4C9D-958D-837F9A8DEF2E}"/>
              </a:ext>
            </a:extLst>
          </p:cNvPr>
          <p:cNvSpPr>
            <a:spLocks xmlns:a="http://schemas.openxmlformats.org/drawingml/2006/main" noGrp="1"/>
          </p:cNvSpPr>
          <p:nvPr/>
        </p:nvSpPr>
        <p:spPr>
          <a:xfrm xmlns:a="http://schemas.openxmlformats.org/drawingml/2006/main">
            <a:off x="7553325" y="38671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3</a:t>
            </a:r>
          </a:p>
        </p:txBody>
      </p:sp>
      <p:sp>
        <p:nvSpPr>
          <p:cNvPr id="57" name="pixel 복구 대안 (미적용): A2 패치 + A5 좌표 view">
            <a:extLst xmlns:a="http://schemas.openxmlformats.org/drawingml/2006/main">
              <a:ext uri="{FF2B5EF4-FFF2-40B4-BE49-F238E27FC236}">
                <a16:creationId xmlns:a16="http://schemas.microsoft.com/office/drawing/2014/main" id="{2FAF02DF-1DDD-46B5-83D6-1D28BA612520}"/>
              </a:ext>
            </a:extLst>
          </p:cNvPr>
          <p:cNvSpPr>
            <a:spLocks xmlns:a="http://schemas.openxmlformats.org/drawingml/2006/main" noGrp="1"/>
          </p:cNvSpPr>
          <p:nvPr/>
        </p:nvSpPr>
        <p:spPr>
          <a:xfrm xmlns:a="http://schemas.openxmlformats.org/drawingml/2006/main">
            <a:off x="4238625" y="5191125"/>
            <a:ext cx="5295900" cy="314325"/>
          </a:xfrm>
          <a:prstGeom xmlns:a="http://schemas.openxmlformats.org/drawingml/2006/main" prst="rect">
            <a:avLst/>
          </a:prstGeom>
          <a:solidFill xmlns:a="http://schemas.openxmlformats.org/drawingml/2006/main">
            <a:srgbClr val="F1F6FC"/>
          </a:solidFill>
          <a:ln xmlns:a="http://schemas.openxmlformats.org/drawingml/2006/main" w="17145">
            <a:solidFill>
              <a:srgbClr val="4676CB"/>
            </a:solidFill>
            <a:prstDash val="dash"/>
          </a:ln>
        </p:spPr>
      </p:sp>
      <p:sp>
        <p:nvSpPr>
          <p:cNvPr id="58" name="DP3 object 168">
            <a:extLst xmlns:a="http://schemas.openxmlformats.org/drawingml/2006/main">
              <a:ext uri="{FF2B5EF4-FFF2-40B4-BE49-F238E27FC236}">
                <a16:creationId xmlns:a16="http://schemas.microsoft.com/office/drawing/2014/main" id="{B1FCC46C-3926-4133-8374-D2CEBA6FA99F}"/>
              </a:ext>
            </a:extLst>
          </p:cNvPr>
          <p:cNvSpPr>
            <a:spLocks xmlns:a="http://schemas.openxmlformats.org/drawingml/2006/main" noGrp="1"/>
          </p:cNvSpPr>
          <p:nvPr/>
        </p:nvSpPr>
        <p:spPr>
          <a:xfrm xmlns:a="http://schemas.openxmlformats.org/drawingml/2006/main">
            <a:off x="4305300" y="5229225"/>
            <a:ext cx="5162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4676CB"/>
                </a:solidFill>
                <a:latin typeface="Apple SD Gothic Neo"/>
                <a:ea typeface="Apple SD Gothic Neo"/>
                <a:cs typeface="Apple SD Gothic Neo"/>
              </a:defRPr>
            </a:defPPr>
            <a:lvl1pPr algn="ctr">
              <a:defRPr sz="1425" b="0">
                <a:solidFill>
                  <a:srgbClr val="4676CB"/>
                </a:solidFill>
                <a:latin typeface="Apple SD Gothic Neo"/>
                <a:ea typeface="Apple SD Gothic Neo"/>
                <a:cs typeface="Apple SD Gothic Neo"/>
              </a:defRPr>
            </a:lvl1pPr>
            <a:lvl2pPr algn="ctr">
              <a:defRPr sz="1425" b="0">
                <a:solidFill>
                  <a:srgbClr val="4676CB"/>
                </a:solidFill>
                <a:latin typeface="Apple SD Gothic Neo"/>
                <a:ea typeface="Apple SD Gothic Neo"/>
                <a:cs typeface="Apple SD Gothic Neo"/>
              </a:defRPr>
            </a:lvl2pPr>
            <a:lvl3pPr algn="ctr">
              <a:defRPr sz="1425" b="0">
                <a:solidFill>
                  <a:srgbClr val="4676CB"/>
                </a:solidFill>
                <a:latin typeface="Apple SD Gothic Neo"/>
                <a:ea typeface="Apple SD Gothic Neo"/>
                <a:cs typeface="Apple SD Gothic Neo"/>
              </a:defRPr>
            </a:lvl3pPr>
            <a:lvl4pPr algn="ctr">
              <a:defRPr sz="1425" b="0">
                <a:solidFill>
                  <a:srgbClr val="4676CB"/>
                </a:solidFill>
                <a:latin typeface="Apple SD Gothic Neo"/>
                <a:ea typeface="Apple SD Gothic Neo"/>
                <a:cs typeface="Apple SD Gothic Neo"/>
              </a:defRPr>
            </a:lvl4pPr>
            <a:lvl5pPr algn="ctr">
              <a:defRPr sz="1425" b="0">
                <a:solidFill>
                  <a:srgbClr val="4676CB"/>
                </a:solidFill>
                <a:latin typeface="Apple SD Gothic Neo"/>
                <a:ea typeface="Apple SD Gothic Neo"/>
                <a:cs typeface="Apple SD Gothic Neo"/>
              </a:defRPr>
            </a:lvl5pPr>
            <a:lvl6pPr algn="ctr">
              <a:defRPr sz="1425" b="0">
                <a:solidFill>
                  <a:srgbClr val="4676CB"/>
                </a:solidFill>
                <a:latin typeface="Apple SD Gothic Neo"/>
                <a:ea typeface="Apple SD Gothic Neo"/>
                <a:cs typeface="Apple SD Gothic Neo"/>
              </a:defRPr>
            </a:lvl6pPr>
            <a:lvl7pPr algn="ctr">
              <a:defRPr sz="1425" b="0">
                <a:solidFill>
                  <a:srgbClr val="4676CB"/>
                </a:solidFill>
                <a:latin typeface="Apple SD Gothic Neo"/>
                <a:ea typeface="Apple SD Gothic Neo"/>
                <a:cs typeface="Apple SD Gothic Neo"/>
              </a:defRPr>
            </a:lvl7pPr>
            <a:lvl8pPr algn="ctr">
              <a:defRPr sz="1425" b="0">
                <a:solidFill>
                  <a:srgbClr val="4676CB"/>
                </a:solidFill>
                <a:latin typeface="Apple SD Gothic Neo"/>
                <a:ea typeface="Apple SD Gothic Neo"/>
                <a:cs typeface="Apple SD Gothic Neo"/>
              </a:defRPr>
            </a:lvl8pPr>
            <a:lvl9pPr algn="ctr">
              <a:defRPr sz="1425" b="0">
                <a:solidFill>
                  <a:srgbClr val="4676CB"/>
                </a:solidFill>
                <a:latin typeface="Apple SD Gothic Neo"/>
                <a:ea typeface="Apple SD Gothic Neo"/>
                <a:cs typeface="Apple SD Gothic Neo"/>
              </a:defRPr>
            </a:lvl9pPr>
          </a:lstStyle>
          <a:p xmlns:a="http://schemas.openxmlformats.org/drawingml/2006/main">
            <a:pPr algn="ctr">
              <a:defRPr sz="1425" b="0">
                <a:solidFill>
                  <a:srgbClr val="4676CB"/>
                </a:solidFill>
                <a:latin typeface="Apple SD Gothic Neo"/>
                <a:ea typeface="Apple SD Gothic Neo"/>
                <a:cs typeface="Apple SD Gothic Neo"/>
              </a:defRPr>
            </a:pPr>
            <a:r>
              <a:rPr sz="1425" b="0">
                <a:solidFill>
                  <a:srgbClr val="4676CB"/>
                </a:solidFill>
                <a:latin typeface="Apple SD Gothic Neo"/>
                <a:ea typeface="Apple SD Gothic Neo"/>
                <a:cs typeface="Apple SD Gothic Neo"/>
              </a:rPr>
              <a:t>pixel 복구 대안 (미적용): A2 패치 + A5 좌표 view</a:t>
            </a:r>
          </a:p>
        </p:txBody>
      </p:sp>
      <p:sp>
        <p:nvSpPr>
          <p:cNvPr id="59" name="Editable path 169">
            <a:extLst xmlns:a="http://schemas.openxmlformats.org/drawingml/2006/main">
              <a:ext uri="{FF2B5EF4-FFF2-40B4-BE49-F238E27FC236}">
                <a16:creationId xmlns:a16="http://schemas.microsoft.com/office/drawing/2014/main" id="{31A2979E-D8DA-4154-BC9B-12BF4387E308}"/>
              </a:ext>
            </a:extLst>
          </p:cNvPr>
          <p:cNvSpPr>
            <a:spLocks xmlns:a="http://schemas.openxmlformats.org/drawingml/2006/main" noGrp="1"/>
          </p:cNvSpPr>
          <p:nvPr/>
        </p:nvSpPr>
        <p:spPr>
          <a:xfrm xmlns:a="http://schemas.openxmlformats.org/drawingml/2006/main">
            <a:off x="6877050" y="4991100"/>
            <a:ext cx="953" cy="200025"/>
          </a:xfrm>
          <a:custGeom xmlns:a="http://schemas.openxmlformats.org/drawingml/2006/main">
            <a:pathLst>
              <a:path w="953" h="200025">
                <a:moveTo>
                  <a:pt x="0" y="0"/>
                </a:moveTo>
                <a:lnTo>
                  <a:pt x="0" y="200025"/>
                </a:lnTo>
              </a:path>
            </a:pathLst>
          </a:custGeom>
          <a:noFill xmlns:a="http://schemas.openxmlformats.org/drawingml/2006/main"/>
          <a:ln xmlns:a="http://schemas.openxmlformats.org/drawingml/2006/main" w="19050">
            <a:solidFill>
              <a:srgbClr val="4676CB"/>
            </a:solidFill>
            <a:prstDash val="dash"/>
          </a:ln>
        </p:spPr>
      </p:sp>
      <p:sp>
        <p:nvSpPr>
          <p:cNvPr id="60" name="Editable arrowhead 170">
            <a:extLst xmlns:a="http://schemas.openxmlformats.org/drawingml/2006/main">
              <a:ext uri="{FF2B5EF4-FFF2-40B4-BE49-F238E27FC236}">
                <a16:creationId xmlns:a16="http://schemas.microsoft.com/office/drawing/2014/main" id="{482FB9C6-5EE5-4E5A-9F8B-C24C113F9B19}"/>
              </a:ext>
            </a:extLst>
          </p:cNvPr>
          <p:cNvSpPr>
            <a:spLocks xmlns:a="http://schemas.openxmlformats.org/drawingml/2006/main" noGrp="1"/>
          </p:cNvSpPr>
          <p:nvPr/>
        </p:nvSpPr>
        <p:spPr>
          <a:xfrm xmlns:a="http://schemas.openxmlformats.org/drawingml/2006/main">
            <a:off x="6829425" y="50958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61" name="Editable path 171">
            <a:extLst xmlns:a="http://schemas.openxmlformats.org/drawingml/2006/main">
              <a:ext uri="{FF2B5EF4-FFF2-40B4-BE49-F238E27FC236}">
                <a16:creationId xmlns:a16="http://schemas.microsoft.com/office/drawing/2014/main" id="{4E614711-7E81-44C8-AC8A-AAC912A45855}"/>
              </a:ext>
            </a:extLst>
          </p:cNvPr>
          <p:cNvSpPr>
            <a:spLocks xmlns:a="http://schemas.openxmlformats.org/drawingml/2006/main" noGrp="1"/>
          </p:cNvSpPr>
          <p:nvPr/>
        </p:nvSpPr>
        <p:spPr>
          <a:xfrm xmlns:a="http://schemas.openxmlformats.org/drawingml/2006/main">
            <a:off x="4124325" y="4314825"/>
            <a:ext cx="114300" cy="1038225"/>
          </a:xfrm>
          <a:custGeom xmlns:a="http://schemas.openxmlformats.org/drawingml/2006/main">
            <a:pathLst>
              <a:path w="114300" h="1038225">
                <a:moveTo>
                  <a:pt x="114300" y="1038225"/>
                </a:moveTo>
                <a:lnTo>
                  <a:pt x="0" y="1038225"/>
                </a:lnTo>
                <a:lnTo>
                  <a:pt x="0" y="0"/>
                </a:lnTo>
                <a:lnTo>
                  <a:pt x="114300" y="0"/>
                </a:lnTo>
              </a:path>
            </a:pathLst>
          </a:custGeom>
          <a:noFill xmlns:a="http://schemas.openxmlformats.org/drawingml/2006/main"/>
          <a:ln xmlns:a="http://schemas.openxmlformats.org/drawingml/2006/main" w="19050">
            <a:solidFill>
              <a:srgbClr val="4676CB"/>
            </a:solidFill>
            <a:prstDash val="dash"/>
          </a:ln>
        </p:spPr>
      </p:sp>
      <p:sp>
        <p:nvSpPr>
          <p:cNvPr id="62" name="Editable arrowhead 172">
            <a:extLst xmlns:a="http://schemas.openxmlformats.org/drawingml/2006/main">
              <a:ext uri="{FF2B5EF4-FFF2-40B4-BE49-F238E27FC236}">
                <a16:creationId xmlns:a16="http://schemas.microsoft.com/office/drawing/2014/main" id="{52F84713-5C61-4AE5-B62C-AEDEAEF179AD}"/>
              </a:ext>
            </a:extLst>
          </p:cNvPr>
          <p:cNvSpPr>
            <a:spLocks xmlns:a="http://schemas.openxmlformats.org/drawingml/2006/main" noGrp="1"/>
          </p:cNvSpPr>
          <p:nvPr/>
        </p:nvSpPr>
        <p:spPr>
          <a:xfrm xmlns:a="http://schemas.openxmlformats.org/drawingml/2006/main">
            <a:off x="4143375" y="426720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63" name="Request Controller: 현재성 확인과 최종 채택">
            <a:extLst xmlns:a="http://schemas.openxmlformats.org/drawingml/2006/main">
              <a:ext uri="{FF2B5EF4-FFF2-40B4-BE49-F238E27FC236}">
                <a16:creationId xmlns:a16="http://schemas.microsoft.com/office/drawing/2014/main" id="{7C819D15-F343-43DD-89AE-FB6B663F2055}"/>
              </a:ext>
            </a:extLst>
          </p:cNvPr>
          <p:cNvSpPr>
            <a:spLocks xmlns:a="http://schemas.openxmlformats.org/drawingml/2006/main" noGrp="1"/>
          </p:cNvSpPr>
          <p:nvPr/>
        </p:nvSpPr>
        <p:spPr>
          <a:xfrm xmlns:a="http://schemas.openxmlformats.org/drawingml/2006/main">
            <a:off x="4048125" y="5772150"/>
            <a:ext cx="5676900" cy="3048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64" name="DP3 object 173">
            <a:extLst xmlns:a="http://schemas.openxmlformats.org/drawingml/2006/main">
              <a:ext uri="{FF2B5EF4-FFF2-40B4-BE49-F238E27FC236}">
                <a16:creationId xmlns:a16="http://schemas.microsoft.com/office/drawing/2014/main" id="{E567CFA8-137D-4295-8142-3EAA3ACCBB67}"/>
              </a:ext>
            </a:extLst>
          </p:cNvPr>
          <p:cNvSpPr>
            <a:spLocks xmlns:a="http://schemas.openxmlformats.org/drawingml/2006/main" noGrp="1"/>
          </p:cNvSpPr>
          <p:nvPr/>
        </p:nvSpPr>
        <p:spPr>
          <a:xfrm xmlns:a="http://schemas.openxmlformats.org/drawingml/2006/main">
            <a:off x="4114800" y="5810250"/>
            <a:ext cx="554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Request Controller: 현재성 확인과 최종 채택</a:t>
            </a:r>
          </a:p>
        </p:txBody>
      </p:sp>
      <p:sp>
        <p:nvSpPr>
          <p:cNvPr id="65" name="Editable path 174">
            <a:extLst xmlns:a="http://schemas.openxmlformats.org/drawingml/2006/main">
              <a:ext uri="{FF2B5EF4-FFF2-40B4-BE49-F238E27FC236}">
                <a16:creationId xmlns:a16="http://schemas.microsoft.com/office/drawing/2014/main" id="{0427964B-A03E-41FA-AED2-6B26D1B7AB82}"/>
              </a:ext>
            </a:extLst>
          </p:cNvPr>
          <p:cNvSpPr>
            <a:spLocks xmlns:a="http://schemas.openxmlformats.org/drawingml/2006/main" noGrp="1"/>
          </p:cNvSpPr>
          <p:nvPr/>
        </p:nvSpPr>
        <p:spPr>
          <a:xfrm xmlns:a="http://schemas.openxmlformats.org/drawingml/2006/main">
            <a:off x="9534525" y="4743450"/>
            <a:ext cx="66675" cy="1028700"/>
          </a:xfrm>
          <a:custGeom xmlns:a="http://schemas.openxmlformats.org/drawingml/2006/main">
            <a:pathLst>
              <a:path w="66675" h="1028700">
                <a:moveTo>
                  <a:pt x="0" y="0"/>
                </a:moveTo>
                <a:lnTo>
                  <a:pt x="66675" y="0"/>
                </a:lnTo>
                <a:lnTo>
                  <a:pt x="66675" y="1028700"/>
                </a:lnTo>
              </a:path>
            </a:pathLst>
          </a:custGeom>
          <a:noFill xmlns:a="http://schemas.openxmlformats.org/drawingml/2006/main"/>
          <a:ln xmlns:a="http://schemas.openxmlformats.org/drawingml/2006/main" w="19050">
            <a:solidFill>
              <a:srgbClr val="111111"/>
            </a:solidFill>
            <a:prstDash val="solid"/>
          </a:ln>
        </p:spPr>
      </p:sp>
      <p:sp>
        <p:nvSpPr>
          <p:cNvPr id="66" name="Editable arrowhead 175">
            <a:extLst xmlns:a="http://schemas.openxmlformats.org/drawingml/2006/main">
              <a:ext uri="{FF2B5EF4-FFF2-40B4-BE49-F238E27FC236}">
                <a16:creationId xmlns:a16="http://schemas.microsoft.com/office/drawing/2014/main" id="{DB0192DA-07DB-494F-89F1-25B70B28F3F5}"/>
              </a:ext>
            </a:extLst>
          </p:cNvPr>
          <p:cNvSpPr>
            <a:spLocks xmlns:a="http://schemas.openxmlformats.org/drawingml/2006/main" noGrp="1"/>
          </p:cNvSpPr>
          <p:nvPr/>
        </p:nvSpPr>
        <p:spPr>
          <a:xfrm xmlns:a="http://schemas.openxmlformats.org/drawingml/2006/main">
            <a:off x="9553575" y="56769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67" name="DP3 object 176">
            <a:extLst xmlns:a="http://schemas.openxmlformats.org/drawingml/2006/main">
              <a:ext uri="{FF2B5EF4-FFF2-40B4-BE49-F238E27FC236}">
                <a16:creationId xmlns:a16="http://schemas.microsoft.com/office/drawing/2014/main" id="{EAA700A0-AF74-440E-A2E5-9ECCF0A352EC}"/>
              </a:ext>
            </a:extLst>
          </p:cNvPr>
          <p:cNvSpPr>
            <a:spLocks xmlns:a="http://schemas.openxmlformats.org/drawingml/2006/main" noGrp="1"/>
          </p:cNvSpPr>
          <p:nvPr/>
        </p:nvSpPr>
        <p:spPr>
          <a:xfrm xmlns:a="http://schemas.openxmlformats.org/drawingml/2006/main">
            <a:off x="10058400" y="2190750"/>
            <a:ext cx="790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원본별 생산자와 후보 저장, 후속 결합을 분리</a:t>
            </a:r>
          </a:p>
        </p:txBody>
      </p:sp>
      <p:sp>
        <p:nvSpPr>
          <p:cNvPr id="68" name="DP3 object 177">
            <a:extLst xmlns:a="http://schemas.openxmlformats.org/drawingml/2006/main">
              <a:ext uri="{FF2B5EF4-FFF2-40B4-BE49-F238E27FC236}">
                <a16:creationId xmlns:a16="http://schemas.microsoft.com/office/drawing/2014/main" id="{F94F532D-2BB0-4199-A7AB-4710088A503C}"/>
              </a:ext>
            </a:extLst>
          </p:cNvPr>
          <p:cNvSpPr>
            <a:spLocks xmlns:a="http://schemas.openxmlformats.org/drawingml/2006/main" noGrp="1"/>
          </p:cNvSpPr>
          <p:nvPr/>
        </p:nvSpPr>
        <p:spPr>
          <a:xfrm xmlns:a="http://schemas.openxmlformats.org/drawingml/2006/main">
            <a:off x="12287250" y="2562225"/>
            <a:ext cx="21526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발화 원문·시각</a:t>
            </a:r>
          </a:p>
        </p:txBody>
      </p:sp>
      <p:sp>
        <p:nvSpPr>
          <p:cNvPr id="69" name="DP3 object 178">
            <a:extLst xmlns:a="http://schemas.openxmlformats.org/drawingml/2006/main">
              <a:ext uri="{FF2B5EF4-FFF2-40B4-BE49-F238E27FC236}">
                <a16:creationId xmlns:a16="http://schemas.microsoft.com/office/drawing/2014/main" id="{0FC91E1F-3371-4229-9A8A-AB319196BE45}"/>
              </a:ext>
            </a:extLst>
          </p:cNvPr>
          <p:cNvSpPr>
            <a:spLocks xmlns:a="http://schemas.openxmlformats.org/drawingml/2006/main" noGrp="1"/>
          </p:cNvSpPr>
          <p:nvPr/>
        </p:nvSpPr>
        <p:spPr>
          <a:xfrm xmlns:a="http://schemas.openxmlformats.org/drawingml/2006/main">
            <a:off x="14763750" y="2562225"/>
            <a:ext cx="2876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당시 frame·선택·pointer</a:t>
            </a:r>
          </a:p>
        </p:txBody>
      </p:sp>
      <p:sp>
        <p:nvSpPr>
          <p:cNvPr id="70" name="Request Interpreter Component">
            <a:extLst xmlns:a="http://schemas.openxmlformats.org/drawingml/2006/main">
              <a:ext uri="{FF2B5EF4-FFF2-40B4-BE49-F238E27FC236}">
                <a16:creationId xmlns:a16="http://schemas.microsoft.com/office/drawing/2014/main" id="{828116F2-DA61-42F3-8572-89E5686DC48D}"/>
              </a:ext>
            </a:extLst>
          </p:cNvPr>
          <p:cNvSpPr>
            <a:spLocks xmlns:a="http://schemas.openxmlformats.org/drawingml/2006/main" noGrp="1"/>
          </p:cNvSpPr>
          <p:nvPr/>
        </p:nvSpPr>
        <p:spPr>
          <a:xfrm xmlns:a="http://schemas.openxmlformats.org/drawingml/2006/main">
            <a:off x="10229850" y="2895600"/>
            <a:ext cx="7562850" cy="27051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71" name="DP3 object 179">
            <a:extLst xmlns:a="http://schemas.openxmlformats.org/drawingml/2006/main">
              <a:ext uri="{FF2B5EF4-FFF2-40B4-BE49-F238E27FC236}">
                <a16:creationId xmlns:a16="http://schemas.microsoft.com/office/drawing/2014/main" id="{8E164045-656F-44A1-A58F-E278ED3A59C4}"/>
              </a:ext>
            </a:extLst>
          </p:cNvPr>
          <p:cNvSpPr>
            <a:spLocks xmlns:a="http://schemas.openxmlformats.org/drawingml/2006/main" noGrp="1"/>
          </p:cNvSpPr>
          <p:nvPr/>
        </p:nvSpPr>
        <p:spPr>
          <a:xfrm xmlns:a="http://schemas.openxmlformats.org/drawingml/2006/main">
            <a:off x="10306050" y="2914650"/>
            <a:ext cx="7410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Interpreter</a:t>
            </a:r>
          </a:p>
        </p:txBody>
      </p:sp>
      <p:sp>
        <p:nvSpPr>
          <p:cNvPr id="72" name="Editable path 180">
            <a:extLst xmlns:a="http://schemas.openxmlformats.org/drawingml/2006/main">
              <a:ext uri="{FF2B5EF4-FFF2-40B4-BE49-F238E27FC236}">
                <a16:creationId xmlns:a16="http://schemas.microsoft.com/office/drawing/2014/main" id="{6864AB50-D4E8-4B2B-95BC-F84274056151}"/>
              </a:ext>
            </a:extLst>
          </p:cNvPr>
          <p:cNvSpPr>
            <a:spLocks xmlns:a="http://schemas.openxmlformats.org/drawingml/2006/main" noGrp="1"/>
          </p:cNvSpPr>
          <p:nvPr/>
        </p:nvSpPr>
        <p:spPr>
          <a:xfrm xmlns:a="http://schemas.openxmlformats.org/drawingml/2006/main">
            <a:off x="10229850" y="3238500"/>
            <a:ext cx="7562850" cy="953"/>
          </a:xfrm>
          <a:custGeom xmlns:a="http://schemas.openxmlformats.org/drawingml/2006/main">
            <a:pathLst>
              <a:path w="7562850" h="953">
                <a:moveTo>
                  <a:pt x="0" y="0"/>
                </a:moveTo>
                <a:lnTo>
                  <a:pt x="7562850" y="0"/>
                </a:lnTo>
              </a:path>
            </a:pathLst>
          </a:custGeom>
          <a:noFill xmlns:a="http://schemas.openxmlformats.org/drawingml/2006/main"/>
          <a:ln xmlns:a="http://schemas.openxmlformats.org/drawingml/2006/main" w="13335">
            <a:solidFill>
              <a:srgbClr val="111111"/>
            </a:solidFill>
            <a:prstDash val="solid"/>
          </a:ln>
        </p:spPr>
      </p:sp>
      <p:sp>
        <p:nvSpPr>
          <p:cNvPr id="73" name="Grounding&#10;Coordinator">
            <a:extLst xmlns:a="http://schemas.openxmlformats.org/drawingml/2006/main">
              <a:ext uri="{FF2B5EF4-FFF2-40B4-BE49-F238E27FC236}">
                <a16:creationId xmlns:a16="http://schemas.microsoft.com/office/drawing/2014/main" id="{C2B46FFA-084C-41F1-AD71-930D20111A6C}"/>
              </a:ext>
            </a:extLst>
          </p:cNvPr>
          <p:cNvSpPr>
            <a:spLocks xmlns:a="http://schemas.openxmlformats.org/drawingml/2006/main" noGrp="1"/>
          </p:cNvSpPr>
          <p:nvPr/>
        </p:nvSpPr>
        <p:spPr>
          <a:xfrm xmlns:a="http://schemas.openxmlformats.org/drawingml/2006/main">
            <a:off x="10363200" y="3343275"/>
            <a:ext cx="1590675" cy="6191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74" name="DP3 object 181">
            <a:extLst xmlns:a="http://schemas.openxmlformats.org/drawingml/2006/main">
              <a:ext uri="{FF2B5EF4-FFF2-40B4-BE49-F238E27FC236}">
                <a16:creationId xmlns:a16="http://schemas.microsoft.com/office/drawing/2014/main" id="{43D09563-4EEE-42A9-B27D-50F909CFCD52}"/>
              </a:ext>
            </a:extLst>
          </p:cNvPr>
          <p:cNvSpPr>
            <a:spLocks xmlns:a="http://schemas.openxmlformats.org/drawingml/2006/main" noGrp="1"/>
          </p:cNvSpPr>
          <p:nvPr/>
        </p:nvSpPr>
        <p:spPr>
          <a:xfrm xmlns:a="http://schemas.openxmlformats.org/drawingml/2006/main">
            <a:off x="10429875" y="3381375"/>
            <a:ext cx="1457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Grounding</a:t>
            </a:r>
          </a:p>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Coordinator</a:t>
            </a:r>
          </a:p>
        </p:txBody>
      </p:sp>
      <p:sp>
        <p:nvSpPr>
          <p:cNvPr id="75" name="DP3 object 182">
            <a:extLst xmlns:a="http://schemas.openxmlformats.org/drawingml/2006/main">
              <a:ext uri="{FF2B5EF4-FFF2-40B4-BE49-F238E27FC236}">
                <a16:creationId xmlns:a16="http://schemas.microsoft.com/office/drawing/2014/main" id="{DA029D09-0F8D-45A3-B4D0-7166068164C0}"/>
              </a:ext>
            </a:extLst>
          </p:cNvPr>
          <p:cNvSpPr>
            <a:spLocks xmlns:a="http://schemas.openxmlformats.org/drawingml/2006/main" noGrp="1"/>
          </p:cNvSpPr>
          <p:nvPr/>
        </p:nvSpPr>
        <p:spPr>
          <a:xfrm xmlns:a="http://schemas.openxmlformats.org/drawingml/2006/main">
            <a:off x="10401300" y="4114800"/>
            <a:ext cx="15144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역할 queue</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예산·완료</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확장 요청</a:t>
            </a:r>
          </a:p>
        </p:txBody>
      </p:sp>
      <p:sp>
        <p:nvSpPr>
          <p:cNvPr id="76" name="Speech Reference&#10;Producer">
            <a:extLst xmlns:a="http://schemas.openxmlformats.org/drawingml/2006/main">
              <a:ext uri="{FF2B5EF4-FFF2-40B4-BE49-F238E27FC236}">
                <a16:creationId xmlns:a16="http://schemas.microsoft.com/office/drawing/2014/main" id="{71D61B95-4B9E-4ACD-8BA5-6EB811B79E34}"/>
              </a:ext>
            </a:extLst>
          </p:cNvPr>
          <p:cNvSpPr>
            <a:spLocks xmlns:a="http://schemas.openxmlformats.org/drawingml/2006/main" noGrp="1"/>
          </p:cNvSpPr>
          <p:nvPr/>
        </p:nvSpPr>
        <p:spPr>
          <a:xfrm xmlns:a="http://schemas.openxmlformats.org/drawingml/2006/main">
            <a:off x="12192000" y="3343275"/>
            <a:ext cx="2295525" cy="6191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77" name="DP3 object 183">
            <a:extLst xmlns:a="http://schemas.openxmlformats.org/drawingml/2006/main">
              <a:ext uri="{FF2B5EF4-FFF2-40B4-BE49-F238E27FC236}">
                <a16:creationId xmlns:a16="http://schemas.microsoft.com/office/drawing/2014/main" id="{414D905E-D6BA-4686-B175-4F3AA0DB4615}"/>
              </a:ext>
            </a:extLst>
          </p:cNvPr>
          <p:cNvSpPr>
            <a:spLocks xmlns:a="http://schemas.openxmlformats.org/drawingml/2006/main" noGrp="1"/>
          </p:cNvSpPr>
          <p:nvPr/>
        </p:nvSpPr>
        <p:spPr>
          <a:xfrm xmlns:a="http://schemas.openxmlformats.org/drawingml/2006/main">
            <a:off x="12258675" y="3381375"/>
            <a:ext cx="21621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Speech Reference</a:t>
            </a:r>
          </a:p>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Producer</a:t>
            </a:r>
          </a:p>
        </p:txBody>
      </p:sp>
      <p:sp>
        <p:nvSpPr>
          <p:cNvPr id="78" name="Screen Target&#10;Producer">
            <a:extLst xmlns:a="http://schemas.openxmlformats.org/drawingml/2006/main">
              <a:ext uri="{FF2B5EF4-FFF2-40B4-BE49-F238E27FC236}">
                <a16:creationId xmlns:a16="http://schemas.microsoft.com/office/drawing/2014/main" id="{8D651506-4E11-4AFB-A7AD-99247D886B63}"/>
              </a:ext>
            </a:extLst>
          </p:cNvPr>
          <p:cNvSpPr>
            <a:spLocks xmlns:a="http://schemas.openxmlformats.org/drawingml/2006/main" noGrp="1"/>
          </p:cNvSpPr>
          <p:nvPr/>
        </p:nvSpPr>
        <p:spPr>
          <a:xfrm xmlns:a="http://schemas.openxmlformats.org/drawingml/2006/main">
            <a:off x="14735175" y="3343275"/>
            <a:ext cx="2924175" cy="6191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79" name="DP3 object 184">
            <a:extLst xmlns:a="http://schemas.openxmlformats.org/drawingml/2006/main">
              <a:ext uri="{FF2B5EF4-FFF2-40B4-BE49-F238E27FC236}">
                <a16:creationId xmlns:a16="http://schemas.microsoft.com/office/drawing/2014/main" id="{0B9C672C-FB43-4724-BD43-D916C90FA0DE}"/>
              </a:ext>
            </a:extLst>
          </p:cNvPr>
          <p:cNvSpPr>
            <a:spLocks xmlns:a="http://schemas.openxmlformats.org/drawingml/2006/main" noGrp="1"/>
          </p:cNvSpPr>
          <p:nvPr/>
        </p:nvSpPr>
        <p:spPr>
          <a:xfrm xmlns:a="http://schemas.openxmlformats.org/drawingml/2006/main">
            <a:off x="14801850" y="3381375"/>
            <a:ext cx="27908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Screen Target</a:t>
            </a:r>
          </a:p>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Producer</a:t>
            </a:r>
          </a:p>
        </p:txBody>
      </p:sp>
      <p:sp>
        <p:nvSpPr>
          <p:cNvPr id="80" name="Editable path 185">
            <a:extLst xmlns:a="http://schemas.openxmlformats.org/drawingml/2006/main">
              <a:ext uri="{FF2B5EF4-FFF2-40B4-BE49-F238E27FC236}">
                <a16:creationId xmlns:a16="http://schemas.microsoft.com/office/drawing/2014/main" id="{D11F4366-5287-4CD4-8FD3-A3667F9C1667}"/>
              </a:ext>
            </a:extLst>
          </p:cNvPr>
          <p:cNvSpPr>
            <a:spLocks xmlns:a="http://schemas.openxmlformats.org/drawingml/2006/main" noGrp="1"/>
          </p:cNvSpPr>
          <p:nvPr/>
        </p:nvSpPr>
        <p:spPr>
          <a:xfrm xmlns:a="http://schemas.openxmlformats.org/drawingml/2006/main">
            <a:off x="13335000" y="2838450"/>
            <a:ext cx="953" cy="504825"/>
          </a:xfrm>
          <a:custGeom xmlns:a="http://schemas.openxmlformats.org/drawingml/2006/main">
            <a:pathLst>
              <a:path w="953" h="504825">
                <a:moveTo>
                  <a:pt x="0" y="0"/>
                </a:moveTo>
                <a:lnTo>
                  <a:pt x="0" y="504825"/>
                </a:lnTo>
              </a:path>
            </a:pathLst>
          </a:custGeom>
          <a:noFill xmlns:a="http://schemas.openxmlformats.org/drawingml/2006/main"/>
          <a:ln xmlns:a="http://schemas.openxmlformats.org/drawingml/2006/main" w="19050">
            <a:solidFill>
              <a:srgbClr val="111111"/>
            </a:solidFill>
            <a:prstDash val="solid"/>
          </a:ln>
        </p:spPr>
      </p:sp>
      <p:sp>
        <p:nvSpPr>
          <p:cNvPr id="81" name="Editable arrowhead 186">
            <a:extLst xmlns:a="http://schemas.openxmlformats.org/drawingml/2006/main">
              <a:ext uri="{FF2B5EF4-FFF2-40B4-BE49-F238E27FC236}">
                <a16:creationId xmlns:a16="http://schemas.microsoft.com/office/drawing/2014/main" id="{8E596DE3-CE52-4933-A787-95004FF53B17}"/>
              </a:ext>
            </a:extLst>
          </p:cNvPr>
          <p:cNvSpPr>
            <a:spLocks xmlns:a="http://schemas.openxmlformats.org/drawingml/2006/main" noGrp="1"/>
          </p:cNvSpPr>
          <p:nvPr/>
        </p:nvSpPr>
        <p:spPr>
          <a:xfrm xmlns:a="http://schemas.openxmlformats.org/drawingml/2006/main">
            <a:off x="13287375" y="32480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2" name="Editable path 187">
            <a:extLst xmlns:a="http://schemas.openxmlformats.org/drawingml/2006/main">
              <a:ext uri="{FF2B5EF4-FFF2-40B4-BE49-F238E27FC236}">
                <a16:creationId xmlns:a16="http://schemas.microsoft.com/office/drawing/2014/main" id="{5206A24D-E48C-4F83-845E-A4496269C070}"/>
              </a:ext>
            </a:extLst>
          </p:cNvPr>
          <p:cNvSpPr>
            <a:spLocks xmlns:a="http://schemas.openxmlformats.org/drawingml/2006/main" noGrp="1"/>
          </p:cNvSpPr>
          <p:nvPr/>
        </p:nvSpPr>
        <p:spPr>
          <a:xfrm xmlns:a="http://schemas.openxmlformats.org/drawingml/2006/main">
            <a:off x="16192500" y="2838450"/>
            <a:ext cx="953" cy="504825"/>
          </a:xfrm>
          <a:custGeom xmlns:a="http://schemas.openxmlformats.org/drawingml/2006/main">
            <a:pathLst>
              <a:path w="953" h="504825">
                <a:moveTo>
                  <a:pt x="0" y="0"/>
                </a:moveTo>
                <a:lnTo>
                  <a:pt x="0" y="504825"/>
                </a:lnTo>
              </a:path>
            </a:pathLst>
          </a:custGeom>
          <a:noFill xmlns:a="http://schemas.openxmlformats.org/drawingml/2006/main"/>
          <a:ln xmlns:a="http://schemas.openxmlformats.org/drawingml/2006/main" w="19050">
            <a:solidFill>
              <a:srgbClr val="111111"/>
            </a:solidFill>
            <a:prstDash val="solid"/>
          </a:ln>
        </p:spPr>
      </p:sp>
      <p:sp>
        <p:nvSpPr>
          <p:cNvPr id="83" name="Editable arrowhead 188">
            <a:extLst xmlns:a="http://schemas.openxmlformats.org/drawingml/2006/main">
              <a:ext uri="{FF2B5EF4-FFF2-40B4-BE49-F238E27FC236}">
                <a16:creationId xmlns:a16="http://schemas.microsoft.com/office/drawing/2014/main" id="{FDF51FB2-B0C9-4090-A314-411D513C3D88}"/>
              </a:ext>
            </a:extLst>
          </p:cNvPr>
          <p:cNvSpPr>
            <a:spLocks xmlns:a="http://schemas.openxmlformats.org/drawingml/2006/main" noGrp="1"/>
          </p:cNvSpPr>
          <p:nvPr/>
        </p:nvSpPr>
        <p:spPr>
          <a:xfrm xmlns:a="http://schemas.openxmlformats.org/drawingml/2006/main">
            <a:off x="16144875" y="32480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4" name="Editable path 189">
            <a:extLst xmlns:a="http://schemas.openxmlformats.org/drawingml/2006/main">
              <a:ext uri="{FF2B5EF4-FFF2-40B4-BE49-F238E27FC236}">
                <a16:creationId xmlns:a16="http://schemas.microsoft.com/office/drawing/2014/main" id="{64D16F48-8B5B-447C-80A7-7357458FF89C}"/>
              </a:ext>
            </a:extLst>
          </p:cNvPr>
          <p:cNvSpPr>
            <a:spLocks xmlns:a="http://schemas.openxmlformats.org/drawingml/2006/main" noGrp="1"/>
          </p:cNvSpPr>
          <p:nvPr/>
        </p:nvSpPr>
        <p:spPr>
          <a:xfrm xmlns:a="http://schemas.openxmlformats.org/drawingml/2006/main">
            <a:off x="11953875" y="3638550"/>
            <a:ext cx="238125" cy="953"/>
          </a:xfrm>
          <a:custGeom xmlns:a="http://schemas.openxmlformats.org/drawingml/2006/main">
            <a:pathLst>
              <a:path w="238125" h="953">
                <a:moveTo>
                  <a:pt x="0" y="0"/>
                </a:moveTo>
                <a:lnTo>
                  <a:pt x="238125" y="0"/>
                </a:lnTo>
              </a:path>
            </a:pathLst>
          </a:custGeom>
          <a:noFill xmlns:a="http://schemas.openxmlformats.org/drawingml/2006/main"/>
          <a:ln xmlns:a="http://schemas.openxmlformats.org/drawingml/2006/main" w="17145">
            <a:solidFill>
              <a:srgbClr val="111111"/>
            </a:solidFill>
            <a:prstDash val="dash"/>
          </a:ln>
        </p:spPr>
      </p:sp>
      <p:sp>
        <p:nvSpPr>
          <p:cNvPr id="85" name="Editable arrowhead 190">
            <a:extLst xmlns:a="http://schemas.openxmlformats.org/drawingml/2006/main">
              <a:ext uri="{FF2B5EF4-FFF2-40B4-BE49-F238E27FC236}">
                <a16:creationId xmlns:a16="http://schemas.microsoft.com/office/drawing/2014/main" id="{E151BCE0-462F-4D52-A3C0-FD541F8A1AB4}"/>
              </a:ext>
            </a:extLst>
          </p:cNvPr>
          <p:cNvSpPr>
            <a:spLocks xmlns:a="http://schemas.openxmlformats.org/drawingml/2006/main" noGrp="1"/>
          </p:cNvSpPr>
          <p:nvPr/>
        </p:nvSpPr>
        <p:spPr>
          <a:xfrm xmlns:a="http://schemas.openxmlformats.org/drawingml/2006/main">
            <a:off x="12096750" y="35909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6" name="Editable path 191">
            <a:extLst xmlns:a="http://schemas.openxmlformats.org/drawingml/2006/main">
              <a:ext uri="{FF2B5EF4-FFF2-40B4-BE49-F238E27FC236}">
                <a16:creationId xmlns:a16="http://schemas.microsoft.com/office/drawing/2014/main" id="{13CE8455-A16A-48E9-AF82-BB1444A7B3C7}"/>
              </a:ext>
            </a:extLst>
          </p:cNvPr>
          <p:cNvSpPr>
            <a:spLocks xmlns:a="http://schemas.openxmlformats.org/drawingml/2006/main" noGrp="1"/>
          </p:cNvSpPr>
          <p:nvPr/>
        </p:nvSpPr>
        <p:spPr>
          <a:xfrm xmlns:a="http://schemas.openxmlformats.org/drawingml/2006/main">
            <a:off x="11153775" y="3286125"/>
            <a:ext cx="5038725" cy="57150"/>
          </a:xfrm>
          <a:custGeom xmlns:a="http://schemas.openxmlformats.org/drawingml/2006/main">
            <a:pathLst>
              <a:path w="5038725" h="57150">
                <a:moveTo>
                  <a:pt x="0" y="57150"/>
                </a:moveTo>
                <a:lnTo>
                  <a:pt x="0" y="0"/>
                </a:lnTo>
                <a:lnTo>
                  <a:pt x="5038725" y="0"/>
                </a:lnTo>
                <a:lnTo>
                  <a:pt x="5038725" y="57150"/>
                </a:lnTo>
              </a:path>
            </a:pathLst>
          </a:custGeom>
          <a:noFill xmlns:a="http://schemas.openxmlformats.org/drawingml/2006/main"/>
          <a:ln xmlns:a="http://schemas.openxmlformats.org/drawingml/2006/main" w="14288">
            <a:solidFill>
              <a:srgbClr val="111111"/>
            </a:solidFill>
            <a:prstDash val="dash"/>
          </a:ln>
        </p:spPr>
      </p:sp>
      <p:sp>
        <p:nvSpPr>
          <p:cNvPr id="87" name="Editable arrowhead 192">
            <a:extLst xmlns:a="http://schemas.openxmlformats.org/drawingml/2006/main">
              <a:ext uri="{FF2B5EF4-FFF2-40B4-BE49-F238E27FC236}">
                <a16:creationId xmlns:a16="http://schemas.microsoft.com/office/drawing/2014/main" id="{56AE66DD-3CBF-42A7-AF95-B4BDBE6DAA68}"/>
              </a:ext>
            </a:extLst>
          </p:cNvPr>
          <p:cNvSpPr>
            <a:spLocks xmlns:a="http://schemas.openxmlformats.org/drawingml/2006/main" noGrp="1"/>
          </p:cNvSpPr>
          <p:nvPr/>
        </p:nvSpPr>
        <p:spPr>
          <a:xfrm xmlns:a="http://schemas.openxmlformats.org/drawingml/2006/main">
            <a:off x="16144875" y="32480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8" name="Speech Candidate&#10;Revisions">
            <a:extLst xmlns:a="http://schemas.openxmlformats.org/drawingml/2006/main">
              <a:ext uri="{FF2B5EF4-FFF2-40B4-BE49-F238E27FC236}">
                <a16:creationId xmlns:a16="http://schemas.microsoft.com/office/drawing/2014/main" id="{6519971E-39F6-4F40-83B3-EB7E9C1A6C7A}"/>
              </a:ext>
            </a:extLst>
          </p:cNvPr>
          <p:cNvSpPr>
            <a:spLocks xmlns:a="http://schemas.openxmlformats.org/drawingml/2006/main" noGrp="1"/>
          </p:cNvSpPr>
          <p:nvPr/>
        </p:nvSpPr>
        <p:spPr>
          <a:xfrm xmlns:a="http://schemas.openxmlformats.org/drawingml/2006/main">
            <a:off x="12192000" y="4133850"/>
            <a:ext cx="2295525" cy="4572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89" name="DP3 object 193">
            <a:extLst xmlns:a="http://schemas.openxmlformats.org/drawingml/2006/main">
              <a:ext uri="{FF2B5EF4-FFF2-40B4-BE49-F238E27FC236}">
                <a16:creationId xmlns:a16="http://schemas.microsoft.com/office/drawing/2014/main" id="{C99B72E6-15E4-44DF-A058-FEFF148EE65C}"/>
              </a:ext>
            </a:extLst>
          </p:cNvPr>
          <p:cNvSpPr>
            <a:spLocks xmlns:a="http://schemas.openxmlformats.org/drawingml/2006/main" noGrp="1"/>
          </p:cNvSpPr>
          <p:nvPr/>
        </p:nvSpPr>
        <p:spPr>
          <a:xfrm xmlns:a="http://schemas.openxmlformats.org/drawingml/2006/main">
            <a:off x="12239625" y="4238625"/>
            <a:ext cx="22002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Speech Candidate</a:t>
            </a:r>
          </a:p>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Revisions</a:t>
            </a:r>
          </a:p>
        </p:txBody>
      </p:sp>
      <p:sp>
        <p:nvSpPr>
          <p:cNvPr id="90" name="Screen Candidate Revisions&#10;범위·관계·coverage">
            <a:extLst xmlns:a="http://schemas.openxmlformats.org/drawingml/2006/main">
              <a:ext uri="{FF2B5EF4-FFF2-40B4-BE49-F238E27FC236}">
                <a16:creationId xmlns:a16="http://schemas.microsoft.com/office/drawing/2014/main" id="{FFD76E23-7849-4FC4-852C-BC5F26906AC2}"/>
              </a:ext>
            </a:extLst>
          </p:cNvPr>
          <p:cNvSpPr>
            <a:spLocks xmlns:a="http://schemas.openxmlformats.org/drawingml/2006/main" noGrp="1"/>
          </p:cNvSpPr>
          <p:nvPr/>
        </p:nvSpPr>
        <p:spPr>
          <a:xfrm xmlns:a="http://schemas.openxmlformats.org/drawingml/2006/main">
            <a:off x="14735175" y="4133850"/>
            <a:ext cx="2924175" cy="4572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91" name="DP3 object 194">
            <a:extLst xmlns:a="http://schemas.openxmlformats.org/drawingml/2006/main">
              <a:ext uri="{FF2B5EF4-FFF2-40B4-BE49-F238E27FC236}">
                <a16:creationId xmlns:a16="http://schemas.microsoft.com/office/drawing/2014/main" id="{C5F7BEC7-0FBE-46F1-861F-253BF67EDD15}"/>
              </a:ext>
            </a:extLst>
          </p:cNvPr>
          <p:cNvSpPr>
            <a:spLocks xmlns:a="http://schemas.openxmlformats.org/drawingml/2006/main" noGrp="1"/>
          </p:cNvSpPr>
          <p:nvPr/>
        </p:nvSpPr>
        <p:spPr>
          <a:xfrm xmlns:a="http://schemas.openxmlformats.org/drawingml/2006/main">
            <a:off x="14782800" y="4238625"/>
            <a:ext cx="28289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Screen Candidate Revisions</a:t>
            </a:r>
          </a:p>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범위·관계·coverage</a:t>
            </a:r>
          </a:p>
        </p:txBody>
      </p:sp>
      <p:sp>
        <p:nvSpPr>
          <p:cNvPr id="92" name="Editable path 195">
            <a:extLst xmlns:a="http://schemas.openxmlformats.org/drawingml/2006/main">
              <a:ext uri="{FF2B5EF4-FFF2-40B4-BE49-F238E27FC236}">
                <a16:creationId xmlns:a16="http://schemas.microsoft.com/office/drawing/2014/main" id="{099D069B-929A-4ADE-84A8-01A7E18AD1DB}"/>
              </a:ext>
            </a:extLst>
          </p:cNvPr>
          <p:cNvSpPr>
            <a:spLocks xmlns:a="http://schemas.openxmlformats.org/drawingml/2006/main" noGrp="1"/>
          </p:cNvSpPr>
          <p:nvPr/>
        </p:nvSpPr>
        <p:spPr>
          <a:xfrm xmlns:a="http://schemas.openxmlformats.org/drawingml/2006/main">
            <a:off x="13335000" y="3962400"/>
            <a:ext cx="953" cy="171450"/>
          </a:xfrm>
          <a:custGeom xmlns:a="http://schemas.openxmlformats.org/drawingml/2006/main">
            <a:pathLst>
              <a:path w="953" h="171450">
                <a:moveTo>
                  <a:pt x="0" y="0"/>
                </a:moveTo>
                <a:lnTo>
                  <a:pt x="0" y="171450"/>
                </a:lnTo>
              </a:path>
            </a:pathLst>
          </a:custGeom>
          <a:noFill xmlns:a="http://schemas.openxmlformats.org/drawingml/2006/main"/>
          <a:ln xmlns:a="http://schemas.openxmlformats.org/drawingml/2006/main" w="19050">
            <a:solidFill>
              <a:srgbClr val="111111"/>
            </a:solidFill>
            <a:prstDash val="solid"/>
          </a:ln>
        </p:spPr>
      </p:sp>
      <p:sp>
        <p:nvSpPr>
          <p:cNvPr id="93" name="Editable arrowhead 196">
            <a:extLst xmlns:a="http://schemas.openxmlformats.org/drawingml/2006/main">
              <a:ext uri="{FF2B5EF4-FFF2-40B4-BE49-F238E27FC236}">
                <a16:creationId xmlns:a16="http://schemas.microsoft.com/office/drawing/2014/main" id="{9C2B022E-94DF-45BF-8236-45BDE9BD09F3}"/>
              </a:ext>
            </a:extLst>
          </p:cNvPr>
          <p:cNvSpPr>
            <a:spLocks xmlns:a="http://schemas.openxmlformats.org/drawingml/2006/main" noGrp="1"/>
          </p:cNvSpPr>
          <p:nvPr/>
        </p:nvSpPr>
        <p:spPr>
          <a:xfrm xmlns:a="http://schemas.openxmlformats.org/drawingml/2006/main">
            <a:off x="13287375" y="40386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4" name="Editable path 197">
            <a:extLst xmlns:a="http://schemas.openxmlformats.org/drawingml/2006/main">
              <a:ext uri="{FF2B5EF4-FFF2-40B4-BE49-F238E27FC236}">
                <a16:creationId xmlns:a16="http://schemas.microsoft.com/office/drawing/2014/main" id="{5923EE01-0328-4020-A136-1BADAAEE3F30}"/>
              </a:ext>
            </a:extLst>
          </p:cNvPr>
          <p:cNvSpPr>
            <a:spLocks xmlns:a="http://schemas.openxmlformats.org/drawingml/2006/main" noGrp="1"/>
          </p:cNvSpPr>
          <p:nvPr/>
        </p:nvSpPr>
        <p:spPr>
          <a:xfrm xmlns:a="http://schemas.openxmlformats.org/drawingml/2006/main">
            <a:off x="16192500" y="3962400"/>
            <a:ext cx="953" cy="171450"/>
          </a:xfrm>
          <a:custGeom xmlns:a="http://schemas.openxmlformats.org/drawingml/2006/main">
            <a:pathLst>
              <a:path w="953" h="171450">
                <a:moveTo>
                  <a:pt x="0" y="0"/>
                </a:moveTo>
                <a:lnTo>
                  <a:pt x="0" y="171450"/>
                </a:lnTo>
              </a:path>
            </a:pathLst>
          </a:custGeom>
          <a:noFill xmlns:a="http://schemas.openxmlformats.org/drawingml/2006/main"/>
          <a:ln xmlns:a="http://schemas.openxmlformats.org/drawingml/2006/main" w="19050">
            <a:solidFill>
              <a:srgbClr val="111111"/>
            </a:solidFill>
            <a:prstDash val="solid"/>
          </a:ln>
        </p:spPr>
      </p:sp>
      <p:sp>
        <p:nvSpPr>
          <p:cNvPr id="95" name="Editable arrowhead 198">
            <a:extLst xmlns:a="http://schemas.openxmlformats.org/drawingml/2006/main">
              <a:ext uri="{FF2B5EF4-FFF2-40B4-BE49-F238E27FC236}">
                <a16:creationId xmlns:a16="http://schemas.microsoft.com/office/drawing/2014/main" id="{AA5FC83A-98AF-48B1-8B0E-3A86C545AE64}"/>
              </a:ext>
            </a:extLst>
          </p:cNvPr>
          <p:cNvSpPr>
            <a:spLocks xmlns:a="http://schemas.openxmlformats.org/drawingml/2006/main" noGrp="1"/>
          </p:cNvSpPr>
          <p:nvPr/>
        </p:nvSpPr>
        <p:spPr>
          <a:xfrm xmlns:a="http://schemas.openxmlformats.org/drawingml/2006/main">
            <a:off x="16144875" y="40386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6" name="Multimodal Binding Resolver">
            <a:extLst xmlns:a="http://schemas.openxmlformats.org/drawingml/2006/main">
              <a:ext uri="{FF2B5EF4-FFF2-40B4-BE49-F238E27FC236}">
                <a16:creationId xmlns:a16="http://schemas.microsoft.com/office/drawing/2014/main" id="{F4E6629A-C584-4902-82F8-E73EA321EEC7}"/>
              </a:ext>
            </a:extLst>
          </p:cNvPr>
          <p:cNvSpPr>
            <a:spLocks xmlns:a="http://schemas.openxmlformats.org/drawingml/2006/main" noGrp="1"/>
          </p:cNvSpPr>
          <p:nvPr/>
        </p:nvSpPr>
        <p:spPr>
          <a:xfrm xmlns:a="http://schemas.openxmlformats.org/drawingml/2006/main">
            <a:off x="12192000" y="4800600"/>
            <a:ext cx="5467350" cy="3619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97" name="DP3 object 199">
            <a:extLst xmlns:a="http://schemas.openxmlformats.org/drawingml/2006/main">
              <a:ext uri="{FF2B5EF4-FFF2-40B4-BE49-F238E27FC236}">
                <a16:creationId xmlns:a16="http://schemas.microsoft.com/office/drawing/2014/main" id="{3DEEA063-F711-4CE9-9F54-37B9BDF063EA}"/>
              </a:ext>
            </a:extLst>
          </p:cNvPr>
          <p:cNvSpPr>
            <a:spLocks xmlns:a="http://schemas.openxmlformats.org/drawingml/2006/main" noGrp="1"/>
          </p:cNvSpPr>
          <p:nvPr/>
        </p:nvSpPr>
        <p:spPr>
          <a:xfrm xmlns:a="http://schemas.openxmlformats.org/drawingml/2006/main">
            <a:off x="12258675" y="48387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Multimodal Binding Resolver</a:t>
            </a:r>
          </a:p>
        </p:txBody>
      </p:sp>
      <p:sp>
        <p:nvSpPr>
          <p:cNvPr id="98" name="Editable path 200">
            <a:extLst xmlns:a="http://schemas.openxmlformats.org/drawingml/2006/main">
              <a:ext uri="{FF2B5EF4-FFF2-40B4-BE49-F238E27FC236}">
                <a16:creationId xmlns:a16="http://schemas.microsoft.com/office/drawing/2014/main" id="{90667838-88E3-4272-92A6-28BBAA4FFC8F}"/>
              </a:ext>
            </a:extLst>
          </p:cNvPr>
          <p:cNvSpPr>
            <a:spLocks xmlns:a="http://schemas.openxmlformats.org/drawingml/2006/main" noGrp="1"/>
          </p:cNvSpPr>
          <p:nvPr/>
        </p:nvSpPr>
        <p:spPr>
          <a:xfrm xmlns:a="http://schemas.openxmlformats.org/drawingml/2006/main">
            <a:off x="13335000" y="4591050"/>
            <a:ext cx="953" cy="209550"/>
          </a:xfrm>
          <a:custGeom xmlns:a="http://schemas.openxmlformats.org/drawingml/2006/main">
            <a:pathLst>
              <a:path w="953" h="209550">
                <a:moveTo>
                  <a:pt x="0" y="0"/>
                </a:moveTo>
                <a:lnTo>
                  <a:pt x="0" y="209550"/>
                </a:lnTo>
              </a:path>
            </a:pathLst>
          </a:custGeom>
          <a:noFill xmlns:a="http://schemas.openxmlformats.org/drawingml/2006/main"/>
          <a:ln xmlns:a="http://schemas.openxmlformats.org/drawingml/2006/main" w="19050">
            <a:solidFill>
              <a:srgbClr val="111111"/>
            </a:solidFill>
            <a:prstDash val="solid"/>
          </a:ln>
        </p:spPr>
      </p:sp>
      <p:sp>
        <p:nvSpPr>
          <p:cNvPr id="99" name="Editable arrowhead 201">
            <a:extLst xmlns:a="http://schemas.openxmlformats.org/drawingml/2006/main">
              <a:ext uri="{FF2B5EF4-FFF2-40B4-BE49-F238E27FC236}">
                <a16:creationId xmlns:a16="http://schemas.microsoft.com/office/drawing/2014/main" id="{8EF34001-2CD9-4FD5-A8A7-17130B943FB1}"/>
              </a:ext>
            </a:extLst>
          </p:cNvPr>
          <p:cNvSpPr>
            <a:spLocks xmlns:a="http://schemas.openxmlformats.org/drawingml/2006/main" noGrp="1"/>
          </p:cNvSpPr>
          <p:nvPr/>
        </p:nvSpPr>
        <p:spPr>
          <a:xfrm xmlns:a="http://schemas.openxmlformats.org/drawingml/2006/main">
            <a:off x="13287375" y="47053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0" name="Editable path 202">
            <a:extLst xmlns:a="http://schemas.openxmlformats.org/drawingml/2006/main">
              <a:ext uri="{FF2B5EF4-FFF2-40B4-BE49-F238E27FC236}">
                <a16:creationId xmlns:a16="http://schemas.microsoft.com/office/drawing/2014/main" id="{D9C56097-8C92-4D6E-832B-7767D908CA01}"/>
              </a:ext>
            </a:extLst>
          </p:cNvPr>
          <p:cNvSpPr>
            <a:spLocks xmlns:a="http://schemas.openxmlformats.org/drawingml/2006/main" noGrp="1"/>
          </p:cNvSpPr>
          <p:nvPr/>
        </p:nvSpPr>
        <p:spPr>
          <a:xfrm xmlns:a="http://schemas.openxmlformats.org/drawingml/2006/main">
            <a:off x="16192500" y="4591050"/>
            <a:ext cx="953" cy="209550"/>
          </a:xfrm>
          <a:custGeom xmlns:a="http://schemas.openxmlformats.org/drawingml/2006/main">
            <a:pathLst>
              <a:path w="953" h="209550">
                <a:moveTo>
                  <a:pt x="0" y="0"/>
                </a:moveTo>
                <a:lnTo>
                  <a:pt x="0" y="209550"/>
                </a:lnTo>
              </a:path>
            </a:pathLst>
          </a:custGeom>
          <a:noFill xmlns:a="http://schemas.openxmlformats.org/drawingml/2006/main"/>
          <a:ln xmlns:a="http://schemas.openxmlformats.org/drawingml/2006/main" w="19050">
            <a:solidFill>
              <a:srgbClr val="111111"/>
            </a:solidFill>
            <a:prstDash val="solid"/>
          </a:ln>
        </p:spPr>
      </p:sp>
      <p:sp>
        <p:nvSpPr>
          <p:cNvPr id="101" name="Editable arrowhead 203">
            <a:extLst xmlns:a="http://schemas.openxmlformats.org/drawingml/2006/main">
              <a:ext uri="{FF2B5EF4-FFF2-40B4-BE49-F238E27FC236}">
                <a16:creationId xmlns:a16="http://schemas.microsoft.com/office/drawing/2014/main" id="{9CD519D4-BE05-42BE-85CA-25C5BF38BAC3}"/>
              </a:ext>
            </a:extLst>
          </p:cNvPr>
          <p:cNvSpPr>
            <a:spLocks xmlns:a="http://schemas.openxmlformats.org/drawingml/2006/main" noGrp="1"/>
          </p:cNvSpPr>
          <p:nvPr/>
        </p:nvSpPr>
        <p:spPr>
          <a:xfrm xmlns:a="http://schemas.openxmlformats.org/drawingml/2006/main">
            <a:off x="16144875" y="47053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2" name="검증 후 Binding Revision State / 후보 read-set">
            <a:extLst xmlns:a="http://schemas.openxmlformats.org/drawingml/2006/main">
              <a:ext uri="{FF2B5EF4-FFF2-40B4-BE49-F238E27FC236}">
                <a16:creationId xmlns:a16="http://schemas.microsoft.com/office/drawing/2014/main" id="{8733C939-8215-48C7-9EED-16EE8C05C626}"/>
              </a:ext>
            </a:extLst>
          </p:cNvPr>
          <p:cNvSpPr>
            <a:spLocks xmlns:a="http://schemas.openxmlformats.org/drawingml/2006/main" noGrp="1"/>
          </p:cNvSpPr>
          <p:nvPr/>
        </p:nvSpPr>
        <p:spPr>
          <a:xfrm xmlns:a="http://schemas.openxmlformats.org/drawingml/2006/main">
            <a:off x="12192000" y="5305425"/>
            <a:ext cx="5467350" cy="2381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103" name="DP3 object 204">
            <a:extLst xmlns:a="http://schemas.openxmlformats.org/drawingml/2006/main">
              <a:ext uri="{FF2B5EF4-FFF2-40B4-BE49-F238E27FC236}">
                <a16:creationId xmlns:a16="http://schemas.microsoft.com/office/drawing/2014/main" id="{8D30A93F-5827-445F-9EF0-F329A9934E87}"/>
              </a:ext>
            </a:extLst>
          </p:cNvPr>
          <p:cNvSpPr>
            <a:spLocks xmlns:a="http://schemas.openxmlformats.org/drawingml/2006/main" noGrp="1"/>
          </p:cNvSpPr>
          <p:nvPr/>
        </p:nvSpPr>
        <p:spPr>
          <a:xfrm xmlns:a="http://schemas.openxmlformats.org/drawingml/2006/main">
            <a:off x="12239625" y="5410200"/>
            <a:ext cx="53721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111111"/>
                </a:solidFill>
                <a:latin typeface="Apple SD Gothic Neo"/>
                <a:ea typeface="Apple SD Gothic Neo"/>
                <a:cs typeface="Apple SD Gothic Neo"/>
              </a:defRPr>
            </a:defPPr>
            <a:lvl1pPr algn="ctr">
              <a:defRPr sz="1275" b="0">
                <a:solidFill>
                  <a:srgbClr val="111111"/>
                </a:solidFill>
                <a:latin typeface="Apple SD Gothic Neo"/>
                <a:ea typeface="Apple SD Gothic Neo"/>
                <a:cs typeface="Apple SD Gothic Neo"/>
              </a:defRPr>
            </a:lvl1pPr>
            <a:lvl2pPr algn="ctr">
              <a:defRPr sz="1275" b="0">
                <a:solidFill>
                  <a:srgbClr val="111111"/>
                </a:solidFill>
                <a:latin typeface="Apple SD Gothic Neo"/>
                <a:ea typeface="Apple SD Gothic Neo"/>
                <a:cs typeface="Apple SD Gothic Neo"/>
              </a:defRPr>
            </a:lvl2pPr>
            <a:lvl3pPr algn="ctr">
              <a:defRPr sz="1275" b="0">
                <a:solidFill>
                  <a:srgbClr val="111111"/>
                </a:solidFill>
                <a:latin typeface="Apple SD Gothic Neo"/>
                <a:ea typeface="Apple SD Gothic Neo"/>
                <a:cs typeface="Apple SD Gothic Neo"/>
              </a:defRPr>
            </a:lvl3pPr>
            <a:lvl4pPr algn="ctr">
              <a:defRPr sz="1275" b="0">
                <a:solidFill>
                  <a:srgbClr val="111111"/>
                </a:solidFill>
                <a:latin typeface="Apple SD Gothic Neo"/>
                <a:ea typeface="Apple SD Gothic Neo"/>
                <a:cs typeface="Apple SD Gothic Neo"/>
              </a:defRPr>
            </a:lvl4pPr>
            <a:lvl5pPr algn="ctr">
              <a:defRPr sz="1275" b="0">
                <a:solidFill>
                  <a:srgbClr val="111111"/>
                </a:solidFill>
                <a:latin typeface="Apple SD Gothic Neo"/>
                <a:ea typeface="Apple SD Gothic Neo"/>
                <a:cs typeface="Apple SD Gothic Neo"/>
              </a:defRPr>
            </a:lvl5pPr>
            <a:lvl6pPr algn="ctr">
              <a:defRPr sz="1275" b="0">
                <a:solidFill>
                  <a:srgbClr val="111111"/>
                </a:solidFill>
                <a:latin typeface="Apple SD Gothic Neo"/>
                <a:ea typeface="Apple SD Gothic Neo"/>
                <a:cs typeface="Apple SD Gothic Neo"/>
              </a:defRPr>
            </a:lvl6pPr>
            <a:lvl7pPr algn="ctr">
              <a:defRPr sz="1275" b="0">
                <a:solidFill>
                  <a:srgbClr val="111111"/>
                </a:solidFill>
                <a:latin typeface="Apple SD Gothic Neo"/>
                <a:ea typeface="Apple SD Gothic Neo"/>
                <a:cs typeface="Apple SD Gothic Neo"/>
              </a:defRPr>
            </a:lvl7pPr>
            <a:lvl8pPr algn="ctr">
              <a:defRPr sz="1275" b="0">
                <a:solidFill>
                  <a:srgbClr val="111111"/>
                </a:solidFill>
                <a:latin typeface="Apple SD Gothic Neo"/>
                <a:ea typeface="Apple SD Gothic Neo"/>
                <a:cs typeface="Apple SD Gothic Neo"/>
              </a:defRPr>
            </a:lvl8pPr>
            <a:lvl9pPr algn="ctr">
              <a:defRPr sz="1275" b="0">
                <a:solidFill>
                  <a:srgbClr val="111111"/>
                </a:solidFill>
                <a:latin typeface="Apple SD Gothic Neo"/>
                <a:ea typeface="Apple SD Gothic Neo"/>
                <a:cs typeface="Apple SD Gothic Neo"/>
              </a:defRPr>
            </a:lvl9pPr>
          </a:lstStyle>
          <a:p xmlns:a="http://schemas.openxmlformats.org/drawingml/2006/main">
            <a:pPr algn="ctr">
              <a:defRPr sz="1275" b="0">
                <a:solidFill>
                  <a:srgbClr val="111111"/>
                </a:solidFill>
                <a:latin typeface="Apple SD Gothic Neo"/>
                <a:ea typeface="Apple SD Gothic Neo"/>
                <a:cs typeface="Apple SD Gothic Neo"/>
              </a:defRPr>
            </a:pPr>
            <a:r>
              <a:rPr sz="1275" b="0">
                <a:solidFill>
                  <a:srgbClr val="111111"/>
                </a:solidFill>
                <a:latin typeface="Apple SD Gothic Neo"/>
                <a:ea typeface="Apple SD Gothic Neo"/>
                <a:cs typeface="Apple SD Gothic Neo"/>
              </a:rPr>
              <a:t>검증 후 Binding Revision State / 후보 read-set</a:t>
            </a:r>
          </a:p>
        </p:txBody>
      </p:sp>
      <p:sp>
        <p:nvSpPr>
          <p:cNvPr id="104" name="Editable path 205">
            <a:extLst xmlns:a="http://schemas.openxmlformats.org/drawingml/2006/main">
              <a:ext uri="{FF2B5EF4-FFF2-40B4-BE49-F238E27FC236}">
                <a16:creationId xmlns:a16="http://schemas.microsoft.com/office/drawing/2014/main" id="{303623D9-C39F-4DB0-A0BE-3BD33095968C}"/>
              </a:ext>
            </a:extLst>
          </p:cNvPr>
          <p:cNvSpPr>
            <a:spLocks xmlns:a="http://schemas.openxmlformats.org/drawingml/2006/main" noGrp="1"/>
          </p:cNvSpPr>
          <p:nvPr/>
        </p:nvSpPr>
        <p:spPr>
          <a:xfrm xmlns:a="http://schemas.openxmlformats.org/drawingml/2006/main">
            <a:off x="14820900" y="5162550"/>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9050">
            <a:solidFill>
              <a:srgbClr val="111111"/>
            </a:solidFill>
            <a:prstDash val="solid"/>
          </a:ln>
        </p:spPr>
      </p:sp>
      <p:sp>
        <p:nvSpPr>
          <p:cNvPr id="105" name="Editable arrowhead 206">
            <a:extLst xmlns:a="http://schemas.openxmlformats.org/drawingml/2006/main">
              <a:ext uri="{FF2B5EF4-FFF2-40B4-BE49-F238E27FC236}">
                <a16:creationId xmlns:a16="http://schemas.microsoft.com/office/drawing/2014/main" id="{298B826A-305B-44C5-AE45-EDC9255AD141}"/>
              </a:ext>
            </a:extLst>
          </p:cNvPr>
          <p:cNvSpPr>
            <a:spLocks xmlns:a="http://schemas.openxmlformats.org/drawingml/2006/main" noGrp="1"/>
          </p:cNvSpPr>
          <p:nvPr/>
        </p:nvSpPr>
        <p:spPr>
          <a:xfrm xmlns:a="http://schemas.openxmlformats.org/drawingml/2006/main">
            <a:off x="14773275" y="52101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6" name="Editable path 207">
            <a:extLst xmlns:a="http://schemas.openxmlformats.org/drawingml/2006/main">
              <a:ext uri="{FF2B5EF4-FFF2-40B4-BE49-F238E27FC236}">
                <a16:creationId xmlns:a16="http://schemas.microsoft.com/office/drawing/2014/main" id="{AFCC88F5-A88F-4B06-B8AD-E01E684BA856}"/>
              </a:ext>
            </a:extLst>
          </p:cNvPr>
          <p:cNvSpPr>
            <a:spLocks xmlns:a="http://schemas.openxmlformats.org/drawingml/2006/main" noGrp="1"/>
          </p:cNvSpPr>
          <p:nvPr/>
        </p:nvSpPr>
        <p:spPr>
          <a:xfrm xmlns:a="http://schemas.openxmlformats.org/drawingml/2006/main">
            <a:off x="17659350" y="3648075"/>
            <a:ext cx="238125" cy="1343025"/>
          </a:xfrm>
          <a:custGeom xmlns:a="http://schemas.openxmlformats.org/drawingml/2006/main">
            <a:pathLst>
              <a:path w="238125" h="1343025">
                <a:moveTo>
                  <a:pt x="0" y="1343025"/>
                </a:moveTo>
                <a:lnTo>
                  <a:pt x="238125" y="1343025"/>
                </a:lnTo>
                <a:lnTo>
                  <a:pt x="238125" y="0"/>
                </a:lnTo>
                <a:lnTo>
                  <a:pt x="0" y="0"/>
                </a:lnTo>
              </a:path>
            </a:pathLst>
          </a:custGeom>
          <a:noFill xmlns:a="http://schemas.openxmlformats.org/drawingml/2006/main"/>
          <a:ln xmlns:a="http://schemas.openxmlformats.org/drawingml/2006/main" w="17145">
            <a:solidFill>
              <a:srgbClr val="111111"/>
            </a:solidFill>
            <a:prstDash val="dash"/>
          </a:ln>
        </p:spPr>
      </p:sp>
      <p:sp>
        <p:nvSpPr>
          <p:cNvPr id="107" name="Editable arrowhead 208">
            <a:extLst xmlns:a="http://schemas.openxmlformats.org/drawingml/2006/main">
              <a:ext uri="{FF2B5EF4-FFF2-40B4-BE49-F238E27FC236}">
                <a16:creationId xmlns:a16="http://schemas.microsoft.com/office/drawing/2014/main" id="{52CF810A-89AF-4BE4-ADAB-8C57CA16C2F2}"/>
              </a:ext>
            </a:extLst>
          </p:cNvPr>
          <p:cNvSpPr>
            <a:spLocks xmlns:a="http://schemas.openxmlformats.org/drawingml/2006/main" noGrp="1"/>
          </p:cNvSpPr>
          <p:nvPr/>
        </p:nvSpPr>
        <p:spPr>
          <a:xfrm xmlns:a="http://schemas.openxmlformats.org/drawingml/2006/main">
            <a:off x="17659350" y="360045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8" name="DP3 object 209">
            <a:extLst xmlns:a="http://schemas.openxmlformats.org/drawingml/2006/main">
              <a:ext uri="{FF2B5EF4-FFF2-40B4-BE49-F238E27FC236}">
                <a16:creationId xmlns:a16="http://schemas.microsoft.com/office/drawing/2014/main" id="{5F5EDEB4-FC98-48EF-8FE9-974FE74151D7}"/>
              </a:ext>
            </a:extLst>
          </p:cNvPr>
          <p:cNvSpPr>
            <a:spLocks xmlns:a="http://schemas.openxmlformats.org/drawingml/2006/main" noGrp="1"/>
          </p:cNvSpPr>
          <p:nvPr/>
        </p:nvSpPr>
        <p:spPr>
          <a:xfrm xmlns:a="http://schemas.openxmlformats.org/drawingml/2006/main">
            <a:off x="10363200" y="5105400"/>
            <a:ext cx="15906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50555B"/>
                </a:solidFill>
                <a:latin typeface="Apple SD Gothic Neo"/>
                <a:ea typeface="Apple SD Gothic Neo"/>
                <a:cs typeface="Apple SD Gothic Neo"/>
              </a:defRPr>
            </a:defPPr>
            <a:lvl1pPr algn="ctr">
              <a:defRPr sz="1275" b="0">
                <a:solidFill>
                  <a:srgbClr val="50555B"/>
                </a:solidFill>
                <a:latin typeface="Apple SD Gothic Neo"/>
                <a:ea typeface="Apple SD Gothic Neo"/>
                <a:cs typeface="Apple SD Gothic Neo"/>
              </a:defRPr>
            </a:lvl1pPr>
            <a:lvl2pPr algn="ctr">
              <a:defRPr sz="1275" b="0">
                <a:solidFill>
                  <a:srgbClr val="50555B"/>
                </a:solidFill>
                <a:latin typeface="Apple SD Gothic Neo"/>
                <a:ea typeface="Apple SD Gothic Neo"/>
                <a:cs typeface="Apple SD Gothic Neo"/>
              </a:defRPr>
            </a:lvl2pPr>
            <a:lvl3pPr algn="ctr">
              <a:defRPr sz="1275" b="0">
                <a:solidFill>
                  <a:srgbClr val="50555B"/>
                </a:solidFill>
                <a:latin typeface="Apple SD Gothic Neo"/>
                <a:ea typeface="Apple SD Gothic Neo"/>
                <a:cs typeface="Apple SD Gothic Neo"/>
              </a:defRPr>
            </a:lvl3pPr>
            <a:lvl4pPr algn="ctr">
              <a:defRPr sz="1275" b="0">
                <a:solidFill>
                  <a:srgbClr val="50555B"/>
                </a:solidFill>
                <a:latin typeface="Apple SD Gothic Neo"/>
                <a:ea typeface="Apple SD Gothic Neo"/>
                <a:cs typeface="Apple SD Gothic Neo"/>
              </a:defRPr>
            </a:lvl4pPr>
            <a:lvl5pPr algn="ctr">
              <a:defRPr sz="1275" b="0">
                <a:solidFill>
                  <a:srgbClr val="50555B"/>
                </a:solidFill>
                <a:latin typeface="Apple SD Gothic Neo"/>
                <a:ea typeface="Apple SD Gothic Neo"/>
                <a:cs typeface="Apple SD Gothic Neo"/>
              </a:defRPr>
            </a:lvl5pPr>
            <a:lvl6pPr algn="ctr">
              <a:defRPr sz="1275" b="0">
                <a:solidFill>
                  <a:srgbClr val="50555B"/>
                </a:solidFill>
                <a:latin typeface="Apple SD Gothic Neo"/>
                <a:ea typeface="Apple SD Gothic Neo"/>
                <a:cs typeface="Apple SD Gothic Neo"/>
              </a:defRPr>
            </a:lvl6pPr>
            <a:lvl7pPr algn="ctr">
              <a:defRPr sz="1275" b="0">
                <a:solidFill>
                  <a:srgbClr val="50555B"/>
                </a:solidFill>
                <a:latin typeface="Apple SD Gothic Neo"/>
                <a:ea typeface="Apple SD Gothic Neo"/>
                <a:cs typeface="Apple SD Gothic Neo"/>
              </a:defRPr>
            </a:lvl7pPr>
            <a:lvl8pPr algn="ctr">
              <a:defRPr sz="1275" b="0">
                <a:solidFill>
                  <a:srgbClr val="50555B"/>
                </a:solidFill>
                <a:latin typeface="Apple SD Gothic Neo"/>
                <a:ea typeface="Apple SD Gothic Neo"/>
                <a:cs typeface="Apple SD Gothic Neo"/>
              </a:defRPr>
            </a:lvl8pPr>
            <a:lvl9pPr algn="ctr">
              <a:defRPr sz="1275" b="0">
                <a:solidFill>
                  <a:srgbClr val="50555B"/>
                </a:solidFill>
                <a:latin typeface="Apple SD Gothic Neo"/>
                <a:ea typeface="Apple SD Gothic Neo"/>
                <a:cs typeface="Apple SD Gothic Neo"/>
              </a:defRPr>
            </a:lvl9pPr>
          </a:lstStyle>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공통 현재성 검사 후</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후보 게시</a:t>
            </a:r>
          </a:p>
        </p:txBody>
      </p:sp>
      <p:sp>
        <p:nvSpPr>
          <p:cNvPr id="109" name="DP3 object 210">
            <a:extLst xmlns:a="http://schemas.openxmlformats.org/drawingml/2006/main">
              <a:ext uri="{FF2B5EF4-FFF2-40B4-BE49-F238E27FC236}">
                <a16:creationId xmlns:a16="http://schemas.microsoft.com/office/drawing/2014/main" id="{2CBC9580-5C9E-48B2-BAE0-38FC9B48A151}"/>
              </a:ext>
            </a:extLst>
          </p:cNvPr>
          <p:cNvSpPr>
            <a:spLocks xmlns:a="http://schemas.openxmlformats.org/drawingml/2006/main" noGrp="1"/>
          </p:cNvSpPr>
          <p:nvPr/>
        </p:nvSpPr>
        <p:spPr>
          <a:xfrm xmlns:a="http://schemas.openxmlformats.org/drawingml/2006/main">
            <a:off x="12001500" y="33718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10" name="DP3 object 211">
            <a:extLst xmlns:a="http://schemas.openxmlformats.org/drawingml/2006/main">
              <a:ext uri="{FF2B5EF4-FFF2-40B4-BE49-F238E27FC236}">
                <a16:creationId xmlns:a16="http://schemas.microsoft.com/office/drawing/2014/main" id="{A2C337DD-B350-4A01-84C4-CF0224468582}"/>
              </a:ext>
            </a:extLst>
          </p:cNvPr>
          <p:cNvSpPr>
            <a:spLocks xmlns:a="http://schemas.openxmlformats.org/drawingml/2006/main" noGrp="1"/>
          </p:cNvSpPr>
          <p:nvPr/>
        </p:nvSpPr>
        <p:spPr>
          <a:xfrm xmlns:a="http://schemas.openxmlformats.org/drawingml/2006/main">
            <a:off x="12001500" y="33718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111" name="DP3 object 212">
            <a:extLst xmlns:a="http://schemas.openxmlformats.org/drawingml/2006/main">
              <a:ext uri="{FF2B5EF4-FFF2-40B4-BE49-F238E27FC236}">
                <a16:creationId xmlns:a16="http://schemas.microsoft.com/office/drawing/2014/main" id="{71A875AA-4177-4F4F-8513-EB1FC1D3D93F}"/>
              </a:ext>
            </a:extLst>
          </p:cNvPr>
          <p:cNvSpPr>
            <a:spLocks xmlns:a="http://schemas.openxmlformats.org/drawingml/2006/main" noGrp="1"/>
          </p:cNvSpPr>
          <p:nvPr/>
        </p:nvSpPr>
        <p:spPr>
          <a:xfrm xmlns:a="http://schemas.openxmlformats.org/drawingml/2006/main">
            <a:off x="11915775" y="41719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12" name="DP3 object 213">
            <a:extLst xmlns:a="http://schemas.openxmlformats.org/drawingml/2006/main">
              <a:ext uri="{FF2B5EF4-FFF2-40B4-BE49-F238E27FC236}">
                <a16:creationId xmlns:a16="http://schemas.microsoft.com/office/drawing/2014/main" id="{21FFDFF9-0448-4BC1-9A04-9F68928B914F}"/>
              </a:ext>
            </a:extLst>
          </p:cNvPr>
          <p:cNvSpPr>
            <a:spLocks xmlns:a="http://schemas.openxmlformats.org/drawingml/2006/main" noGrp="1"/>
          </p:cNvSpPr>
          <p:nvPr/>
        </p:nvSpPr>
        <p:spPr>
          <a:xfrm xmlns:a="http://schemas.openxmlformats.org/drawingml/2006/main">
            <a:off x="11915775" y="41719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113" name="DP3 object 214">
            <a:extLst xmlns:a="http://schemas.openxmlformats.org/drawingml/2006/main">
              <a:ext uri="{FF2B5EF4-FFF2-40B4-BE49-F238E27FC236}">
                <a16:creationId xmlns:a16="http://schemas.microsoft.com/office/drawing/2014/main" id="{280F3F1D-4D65-4A1E-A7A1-17BDE5218DBE}"/>
              </a:ext>
            </a:extLst>
          </p:cNvPr>
          <p:cNvSpPr>
            <a:spLocks xmlns:a="http://schemas.openxmlformats.org/drawingml/2006/main" noGrp="1"/>
          </p:cNvSpPr>
          <p:nvPr/>
        </p:nvSpPr>
        <p:spPr>
          <a:xfrm xmlns:a="http://schemas.openxmlformats.org/drawingml/2006/main">
            <a:off x="11915775" y="482917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14" name="DP3 object 215">
            <a:extLst xmlns:a="http://schemas.openxmlformats.org/drawingml/2006/main">
              <a:ext uri="{FF2B5EF4-FFF2-40B4-BE49-F238E27FC236}">
                <a16:creationId xmlns:a16="http://schemas.microsoft.com/office/drawing/2014/main" id="{9A911E6D-5B3C-4967-8DF0-4E8796F58851}"/>
              </a:ext>
            </a:extLst>
          </p:cNvPr>
          <p:cNvSpPr>
            <a:spLocks xmlns:a="http://schemas.openxmlformats.org/drawingml/2006/main" noGrp="1"/>
          </p:cNvSpPr>
          <p:nvPr/>
        </p:nvSpPr>
        <p:spPr>
          <a:xfrm xmlns:a="http://schemas.openxmlformats.org/drawingml/2006/main">
            <a:off x="11915775" y="482917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3</a:t>
            </a:r>
          </a:p>
        </p:txBody>
      </p:sp>
      <p:sp>
        <p:nvSpPr>
          <p:cNvPr id="115" name="Request Controller: 현재성 확인과 최종 채택">
            <a:extLst xmlns:a="http://schemas.openxmlformats.org/drawingml/2006/main">
              <a:ext uri="{FF2B5EF4-FFF2-40B4-BE49-F238E27FC236}">
                <a16:creationId xmlns:a16="http://schemas.microsoft.com/office/drawing/2014/main" id="{F5C5987B-1678-446E-9647-BCD4075CD5B2}"/>
              </a:ext>
            </a:extLst>
          </p:cNvPr>
          <p:cNvSpPr>
            <a:spLocks xmlns:a="http://schemas.openxmlformats.org/drawingml/2006/main" noGrp="1"/>
          </p:cNvSpPr>
          <p:nvPr/>
        </p:nvSpPr>
        <p:spPr>
          <a:xfrm xmlns:a="http://schemas.openxmlformats.org/drawingml/2006/main">
            <a:off x="10229850" y="5772150"/>
            <a:ext cx="7562850" cy="3048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116" name="DP3 object 216">
            <a:extLst xmlns:a="http://schemas.openxmlformats.org/drawingml/2006/main">
              <a:ext uri="{FF2B5EF4-FFF2-40B4-BE49-F238E27FC236}">
                <a16:creationId xmlns:a16="http://schemas.microsoft.com/office/drawing/2014/main" id="{BAE39670-D6F9-4718-85DB-97A69FA0A8E3}"/>
              </a:ext>
            </a:extLst>
          </p:cNvPr>
          <p:cNvSpPr>
            <a:spLocks xmlns:a="http://schemas.openxmlformats.org/drawingml/2006/main" noGrp="1"/>
          </p:cNvSpPr>
          <p:nvPr/>
        </p:nvSpPr>
        <p:spPr>
          <a:xfrm xmlns:a="http://schemas.openxmlformats.org/drawingml/2006/main">
            <a:off x="10296525" y="58102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Request Controller: 현재성 확인과 최종 채택</a:t>
            </a:r>
          </a:p>
        </p:txBody>
      </p:sp>
      <p:sp>
        <p:nvSpPr>
          <p:cNvPr id="117" name="Editable path 217">
            <a:extLst xmlns:a="http://schemas.openxmlformats.org/drawingml/2006/main">
              <a:ext uri="{FF2B5EF4-FFF2-40B4-BE49-F238E27FC236}">
                <a16:creationId xmlns:a16="http://schemas.microsoft.com/office/drawing/2014/main" id="{C9E85570-C524-408C-B77C-AE91A2CD24BF}"/>
              </a:ext>
            </a:extLst>
          </p:cNvPr>
          <p:cNvSpPr>
            <a:spLocks xmlns:a="http://schemas.openxmlformats.org/drawingml/2006/main" noGrp="1"/>
          </p:cNvSpPr>
          <p:nvPr/>
        </p:nvSpPr>
        <p:spPr>
          <a:xfrm xmlns:a="http://schemas.openxmlformats.org/drawingml/2006/main">
            <a:off x="14820900" y="5543550"/>
            <a:ext cx="953" cy="228600"/>
          </a:xfrm>
          <a:custGeom xmlns:a="http://schemas.openxmlformats.org/drawingml/2006/main">
            <a:pathLst>
              <a:path w="953" h="228600">
                <a:moveTo>
                  <a:pt x="0" y="0"/>
                </a:moveTo>
                <a:lnTo>
                  <a:pt x="0" y="228600"/>
                </a:lnTo>
              </a:path>
            </a:pathLst>
          </a:custGeom>
          <a:noFill xmlns:a="http://schemas.openxmlformats.org/drawingml/2006/main"/>
          <a:ln xmlns:a="http://schemas.openxmlformats.org/drawingml/2006/main" w="19050">
            <a:solidFill>
              <a:srgbClr val="111111"/>
            </a:solidFill>
            <a:prstDash val="solid"/>
          </a:ln>
        </p:spPr>
      </p:sp>
      <p:sp>
        <p:nvSpPr>
          <p:cNvPr id="118" name="Editable arrowhead 218">
            <a:extLst xmlns:a="http://schemas.openxmlformats.org/drawingml/2006/main">
              <a:ext uri="{FF2B5EF4-FFF2-40B4-BE49-F238E27FC236}">
                <a16:creationId xmlns:a16="http://schemas.microsoft.com/office/drawing/2014/main" id="{F149CA93-EF6E-47E7-BF03-C04A9BEF8AAF}"/>
              </a:ext>
            </a:extLst>
          </p:cNvPr>
          <p:cNvSpPr>
            <a:spLocks xmlns:a="http://schemas.openxmlformats.org/drawingml/2006/main" noGrp="1"/>
          </p:cNvSpPr>
          <p:nvPr/>
        </p:nvSpPr>
        <p:spPr>
          <a:xfrm xmlns:a="http://schemas.openxmlformats.org/drawingml/2006/main">
            <a:off x="14773275" y="56769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19" name="Selected A column">
            <a:extLst xmlns:a="http://schemas.openxmlformats.org/drawingml/2006/main">
              <a:ext uri="{FF2B5EF4-FFF2-40B4-BE49-F238E27FC236}">
                <a16:creationId xmlns:a16="http://schemas.microsoft.com/office/drawing/2014/main" id="{92F06832-A714-4F63-A938-A409A182A4E1}"/>
              </a:ext>
            </a:extLst>
          </p:cNvPr>
          <p:cNvSpPr>
            <a:spLocks xmlns:a="http://schemas.openxmlformats.org/drawingml/2006/main" noGrp="1"/>
          </p:cNvSpPr>
          <p:nvPr/>
        </p:nvSpPr>
        <p:spPr>
          <a:xfrm xmlns:a="http://schemas.openxmlformats.org/drawingml/2006/main">
            <a:off x="1866900" y="1657350"/>
            <a:ext cx="8096250" cy="7962900"/>
          </a:xfrm>
          <a:prstGeom xmlns:a="http://schemas.openxmlformats.org/drawingml/2006/main" prst="rect">
            <a:avLst/>
          </a:prstGeom>
          <a:noFill xmlns:a="http://schemas.openxmlformats.org/drawingml/2006/main"/>
          <a:ln xmlns:a="http://schemas.openxmlformats.org/drawingml/2006/main" w="40005">
            <a:solidFill>
              <a:srgbClr val="4676CB"/>
            </a:solidFill>
            <a:prstDash val="solid"/>
          </a:ln>
        </p:spPr>
      </p:sp>
      <p:sp>
        <p:nvSpPr>
          <p:cNvPr id="120" name="DP3 object 219">
            <a:extLst xmlns:a="http://schemas.openxmlformats.org/drawingml/2006/main">
              <a:ext uri="{FF2B5EF4-FFF2-40B4-BE49-F238E27FC236}">
                <a16:creationId xmlns:a16="http://schemas.microsoft.com/office/drawing/2014/main" id="{C519C07D-E1EB-462D-9CD6-4460554882C7}"/>
              </a:ext>
            </a:extLst>
          </p:cNvPr>
          <p:cNvSpPr>
            <a:spLocks xmlns:a="http://schemas.openxmlformats.org/drawingml/2006/main" noGrp="1"/>
          </p:cNvSpPr>
          <p:nvPr/>
        </p:nvSpPr>
        <p:spPr>
          <a:xfrm xmlns:a="http://schemas.openxmlformats.org/drawingml/2006/main">
            <a:off x="1943100" y="1409700"/>
            <a:ext cx="6381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4875" b="1">
                <a:solidFill>
                  <a:srgbClr val="C00000"/>
                </a:solidFill>
                <a:latin typeface="Apple SD Gothic Neo"/>
                <a:ea typeface="Apple SD Gothic Neo"/>
                <a:cs typeface="Apple SD Gothic Neo"/>
              </a:defRPr>
            </a:defPPr>
            <a:lvl1pPr algn="l">
              <a:defRPr sz="4875" b="1">
                <a:solidFill>
                  <a:srgbClr val="C00000"/>
                </a:solidFill>
                <a:latin typeface="Apple SD Gothic Neo"/>
                <a:ea typeface="Apple SD Gothic Neo"/>
                <a:cs typeface="Apple SD Gothic Neo"/>
              </a:defRPr>
            </a:lvl1pPr>
            <a:lvl2pPr algn="l">
              <a:defRPr sz="4875" b="1">
                <a:solidFill>
                  <a:srgbClr val="C00000"/>
                </a:solidFill>
                <a:latin typeface="Apple SD Gothic Neo"/>
                <a:ea typeface="Apple SD Gothic Neo"/>
                <a:cs typeface="Apple SD Gothic Neo"/>
              </a:defRPr>
            </a:lvl2pPr>
            <a:lvl3pPr algn="l">
              <a:defRPr sz="4875" b="1">
                <a:solidFill>
                  <a:srgbClr val="C00000"/>
                </a:solidFill>
                <a:latin typeface="Apple SD Gothic Neo"/>
                <a:ea typeface="Apple SD Gothic Neo"/>
                <a:cs typeface="Apple SD Gothic Neo"/>
              </a:defRPr>
            </a:lvl3pPr>
            <a:lvl4pPr algn="l">
              <a:defRPr sz="4875" b="1">
                <a:solidFill>
                  <a:srgbClr val="C00000"/>
                </a:solidFill>
                <a:latin typeface="Apple SD Gothic Neo"/>
                <a:ea typeface="Apple SD Gothic Neo"/>
                <a:cs typeface="Apple SD Gothic Neo"/>
              </a:defRPr>
            </a:lvl4pPr>
            <a:lvl5pPr algn="l">
              <a:defRPr sz="4875" b="1">
                <a:solidFill>
                  <a:srgbClr val="C00000"/>
                </a:solidFill>
                <a:latin typeface="Apple SD Gothic Neo"/>
                <a:ea typeface="Apple SD Gothic Neo"/>
                <a:cs typeface="Apple SD Gothic Neo"/>
              </a:defRPr>
            </a:lvl5pPr>
            <a:lvl6pPr algn="l">
              <a:defRPr sz="4875" b="1">
                <a:solidFill>
                  <a:srgbClr val="C00000"/>
                </a:solidFill>
                <a:latin typeface="Apple SD Gothic Neo"/>
                <a:ea typeface="Apple SD Gothic Neo"/>
                <a:cs typeface="Apple SD Gothic Neo"/>
              </a:defRPr>
            </a:lvl6pPr>
            <a:lvl7pPr algn="l">
              <a:defRPr sz="4875" b="1">
                <a:solidFill>
                  <a:srgbClr val="C00000"/>
                </a:solidFill>
                <a:latin typeface="Apple SD Gothic Neo"/>
                <a:ea typeface="Apple SD Gothic Neo"/>
                <a:cs typeface="Apple SD Gothic Neo"/>
              </a:defRPr>
            </a:lvl7pPr>
            <a:lvl8pPr algn="l">
              <a:defRPr sz="4875" b="1">
                <a:solidFill>
                  <a:srgbClr val="C00000"/>
                </a:solidFill>
                <a:latin typeface="Apple SD Gothic Neo"/>
                <a:ea typeface="Apple SD Gothic Neo"/>
                <a:cs typeface="Apple SD Gothic Neo"/>
              </a:defRPr>
            </a:lvl8pPr>
            <a:lvl9pPr algn="l">
              <a:defRPr sz="4875" b="1">
                <a:solidFill>
                  <a:srgbClr val="C00000"/>
                </a:solidFill>
                <a:latin typeface="Apple SD Gothic Neo"/>
                <a:ea typeface="Apple SD Gothic Neo"/>
                <a:cs typeface="Apple SD Gothic Neo"/>
              </a:defRPr>
            </a:lvl9pPr>
          </a:lstStyle>
          <a:p xmlns:a="http://schemas.openxmlformats.org/drawingml/2006/main">
            <a:pPr algn="l">
              <a:defRPr sz="4875" b="1">
                <a:solidFill>
                  <a:srgbClr val="C00000"/>
                </a:solidFill>
                <a:latin typeface="Apple SD Gothic Neo"/>
                <a:ea typeface="Apple SD Gothic Neo"/>
                <a:cs typeface="Apple SD Gothic Neo"/>
              </a:defRPr>
            </a:pPr>
            <a:r>
              <a:rPr sz="4875" b="1">
                <a:solidFill>
                  <a:srgbClr val="C00000"/>
                </a:solidFill>
                <a:latin typeface="Apple SD Gothic Neo"/>
                <a:ea typeface="Apple SD Gothic Neo"/>
                <a:cs typeface="Apple SD Gothic Neo"/>
              </a:rPr>
              <a:t>✓</a:t>
            </a:r>
          </a:p>
        </p:txBody>
      </p:sp>
      <p:sp>
        <p:nvSpPr>
          <p:cNvPr id="121" name="DP3 object 220">
            <a:extLst xmlns:a="http://schemas.openxmlformats.org/drawingml/2006/main">
              <a:ext uri="{FF2B5EF4-FFF2-40B4-BE49-F238E27FC236}">
                <a16:creationId xmlns:a16="http://schemas.microsoft.com/office/drawing/2014/main" id="{29B4B6EF-F17B-4006-8C0F-446B90E37BDC}"/>
              </a:ext>
            </a:extLst>
          </p:cNvPr>
          <p:cNvSpPr>
            <a:spLocks xmlns:a="http://schemas.openxmlformats.org/drawingml/2006/main" noGrp="1"/>
          </p:cNvSpPr>
          <p:nvPr/>
        </p:nvSpPr>
        <p:spPr>
          <a:xfrm xmlns:a="http://schemas.openxmlformats.org/drawingml/2006/main">
            <a:off x="266700" y="9677400"/>
            <a:ext cx="1724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0">
                <a:solidFill>
                  <a:srgbClr val="4676CB"/>
                </a:solidFill>
                <a:latin typeface="Apple SD Gothic Neo"/>
                <a:ea typeface="Apple SD Gothic Neo"/>
                <a:cs typeface="Apple SD Gothic Neo"/>
              </a:defRPr>
            </a:defPPr>
            <a:lvl1pPr algn="l">
              <a:defRPr sz="1500" b="0">
                <a:solidFill>
                  <a:srgbClr val="4676CB"/>
                </a:solidFill>
                <a:latin typeface="Apple SD Gothic Neo"/>
                <a:ea typeface="Apple SD Gothic Neo"/>
                <a:cs typeface="Apple SD Gothic Neo"/>
              </a:defRPr>
            </a:lvl1pPr>
            <a:lvl2pPr algn="l">
              <a:defRPr sz="1500" b="0">
                <a:solidFill>
                  <a:srgbClr val="4676CB"/>
                </a:solidFill>
                <a:latin typeface="Apple SD Gothic Neo"/>
                <a:ea typeface="Apple SD Gothic Neo"/>
                <a:cs typeface="Apple SD Gothic Neo"/>
              </a:defRPr>
            </a:lvl2pPr>
            <a:lvl3pPr algn="l">
              <a:defRPr sz="1500" b="0">
                <a:solidFill>
                  <a:srgbClr val="4676CB"/>
                </a:solidFill>
                <a:latin typeface="Apple SD Gothic Neo"/>
                <a:ea typeface="Apple SD Gothic Neo"/>
                <a:cs typeface="Apple SD Gothic Neo"/>
              </a:defRPr>
            </a:lvl3pPr>
            <a:lvl4pPr algn="l">
              <a:defRPr sz="1500" b="0">
                <a:solidFill>
                  <a:srgbClr val="4676CB"/>
                </a:solidFill>
                <a:latin typeface="Apple SD Gothic Neo"/>
                <a:ea typeface="Apple SD Gothic Neo"/>
                <a:cs typeface="Apple SD Gothic Neo"/>
              </a:defRPr>
            </a:lvl4pPr>
            <a:lvl5pPr algn="l">
              <a:defRPr sz="1500" b="0">
                <a:solidFill>
                  <a:srgbClr val="4676CB"/>
                </a:solidFill>
                <a:latin typeface="Apple SD Gothic Neo"/>
                <a:ea typeface="Apple SD Gothic Neo"/>
                <a:cs typeface="Apple SD Gothic Neo"/>
              </a:defRPr>
            </a:lvl5pPr>
            <a:lvl6pPr algn="l">
              <a:defRPr sz="1500" b="0">
                <a:solidFill>
                  <a:srgbClr val="4676CB"/>
                </a:solidFill>
                <a:latin typeface="Apple SD Gothic Neo"/>
                <a:ea typeface="Apple SD Gothic Neo"/>
                <a:cs typeface="Apple SD Gothic Neo"/>
              </a:defRPr>
            </a:lvl6pPr>
            <a:lvl7pPr algn="l">
              <a:defRPr sz="1500" b="0">
                <a:solidFill>
                  <a:srgbClr val="4676CB"/>
                </a:solidFill>
                <a:latin typeface="Apple SD Gothic Neo"/>
                <a:ea typeface="Apple SD Gothic Neo"/>
                <a:cs typeface="Apple SD Gothic Neo"/>
              </a:defRPr>
            </a:lvl7pPr>
            <a:lvl8pPr algn="l">
              <a:defRPr sz="1500" b="0">
                <a:solidFill>
                  <a:srgbClr val="4676CB"/>
                </a:solidFill>
                <a:latin typeface="Apple SD Gothic Neo"/>
                <a:ea typeface="Apple SD Gothic Neo"/>
                <a:cs typeface="Apple SD Gothic Neo"/>
              </a:defRPr>
            </a:lvl8pPr>
            <a:lvl9pPr algn="l">
              <a:defRPr sz="1500" b="0">
                <a:solidFill>
                  <a:srgbClr val="4676CB"/>
                </a:solidFill>
                <a:latin typeface="Apple SD Gothic Neo"/>
                <a:ea typeface="Apple SD Gothic Neo"/>
                <a:cs typeface="Apple SD Gothic Neo"/>
              </a:defRPr>
            </a:lvl9pPr>
          </a:lstStyle>
          <a:p xmlns:a="http://schemas.openxmlformats.org/drawingml/2006/main">
            <a:pPr algn="l">
              <a:defRPr sz="1500" b="0">
                <a:solidFill>
                  <a:srgbClr val="4676CB"/>
                </a:solidFill>
                <a:latin typeface="Apple SD Gothic Neo"/>
                <a:ea typeface="Apple SD Gothic Neo"/>
                <a:cs typeface="Apple SD Gothic Neo"/>
              </a:defRPr>
            </a:pPr>
            <a:r>
              <a:rPr sz="1500" b="0">
                <a:solidFill>
                  <a:srgbClr val="4676CB"/>
                </a:solidFill>
                <a:latin typeface="Apple SD Gothic Neo"/>
                <a:ea typeface="Apple SD Gothic Neo"/>
                <a:cs typeface="Apple SD Gothic Neo"/>
              </a:rPr>
              <a:t>선택 A의 이번 QA 열세는 확인되지 않음. 파란 복구 경로와 전후 수치는 별도 pixel 실험이며, 정규화 A와의 조합은 미실행.</a:t>
            </a:r>
          </a:p>
        </p:txBody>
      </p:sp>
      <p:sp>
        <p:nvSpPr>
          <p:cNvPr id="122" name="DP3 object 221">
            <a:extLst xmlns:a="http://schemas.openxmlformats.org/drawingml/2006/main">
              <a:ext uri="{FF2B5EF4-FFF2-40B4-BE49-F238E27FC236}">
                <a16:creationId xmlns:a16="http://schemas.microsoft.com/office/drawing/2014/main" id="{9808DB69-3AAD-4BA9-BF13-CC60591D943E}"/>
              </a:ext>
            </a:extLst>
          </p:cNvPr>
          <p:cNvSpPr>
            <a:spLocks xmlns:a="http://schemas.openxmlformats.org/drawingml/2006/main" noGrp="1"/>
          </p:cNvSpPr>
          <p:nvPr/>
        </p:nvSpPr>
        <p:spPr>
          <a:xfrm xmlns:a="http://schemas.openxmlformats.org/drawingml/2006/main">
            <a:off x="266700" y="9972675"/>
            <a:ext cx="1719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0">
                <a:solidFill>
                  <a:srgbClr val="50555B"/>
                </a:solidFill>
                <a:latin typeface="Apple SD Gothic Neo"/>
                <a:ea typeface="Apple SD Gothic Neo"/>
                <a:cs typeface="Apple SD Gothic Neo"/>
              </a:defRPr>
            </a:defPPr>
            <a:lvl1pPr algn="l">
              <a:defRPr sz="1425" b="0">
                <a:solidFill>
                  <a:srgbClr val="50555B"/>
                </a:solidFill>
                <a:latin typeface="Apple SD Gothic Neo"/>
                <a:ea typeface="Apple SD Gothic Neo"/>
                <a:cs typeface="Apple SD Gothic Neo"/>
              </a:defRPr>
            </a:lvl1pPr>
            <a:lvl2pPr algn="l">
              <a:defRPr sz="1425" b="0">
                <a:solidFill>
                  <a:srgbClr val="50555B"/>
                </a:solidFill>
                <a:latin typeface="Apple SD Gothic Neo"/>
                <a:ea typeface="Apple SD Gothic Neo"/>
                <a:cs typeface="Apple SD Gothic Neo"/>
              </a:defRPr>
            </a:lvl2pPr>
            <a:lvl3pPr algn="l">
              <a:defRPr sz="1425" b="0">
                <a:solidFill>
                  <a:srgbClr val="50555B"/>
                </a:solidFill>
                <a:latin typeface="Apple SD Gothic Neo"/>
                <a:ea typeface="Apple SD Gothic Neo"/>
                <a:cs typeface="Apple SD Gothic Neo"/>
              </a:defRPr>
            </a:lvl3pPr>
            <a:lvl4pPr algn="l">
              <a:defRPr sz="1425" b="0">
                <a:solidFill>
                  <a:srgbClr val="50555B"/>
                </a:solidFill>
                <a:latin typeface="Apple SD Gothic Neo"/>
                <a:ea typeface="Apple SD Gothic Neo"/>
                <a:cs typeface="Apple SD Gothic Neo"/>
              </a:defRPr>
            </a:lvl4pPr>
            <a:lvl5pPr algn="l">
              <a:defRPr sz="1425" b="0">
                <a:solidFill>
                  <a:srgbClr val="50555B"/>
                </a:solidFill>
                <a:latin typeface="Apple SD Gothic Neo"/>
                <a:ea typeface="Apple SD Gothic Neo"/>
                <a:cs typeface="Apple SD Gothic Neo"/>
              </a:defRPr>
            </a:lvl5pPr>
            <a:lvl6pPr algn="l">
              <a:defRPr sz="1425" b="0">
                <a:solidFill>
                  <a:srgbClr val="50555B"/>
                </a:solidFill>
                <a:latin typeface="Apple SD Gothic Neo"/>
                <a:ea typeface="Apple SD Gothic Neo"/>
                <a:cs typeface="Apple SD Gothic Neo"/>
              </a:defRPr>
            </a:lvl6pPr>
            <a:lvl7pPr algn="l">
              <a:defRPr sz="1425" b="0">
                <a:solidFill>
                  <a:srgbClr val="50555B"/>
                </a:solidFill>
                <a:latin typeface="Apple SD Gothic Neo"/>
                <a:ea typeface="Apple SD Gothic Neo"/>
                <a:cs typeface="Apple SD Gothic Neo"/>
              </a:defRPr>
            </a:lvl7pPr>
            <a:lvl8pPr algn="l">
              <a:defRPr sz="1425" b="0">
                <a:solidFill>
                  <a:srgbClr val="50555B"/>
                </a:solidFill>
                <a:latin typeface="Apple SD Gothic Neo"/>
                <a:ea typeface="Apple SD Gothic Neo"/>
                <a:cs typeface="Apple SD Gothic Neo"/>
              </a:defRPr>
            </a:lvl8pPr>
            <a:lvl9pPr algn="l">
              <a:defRPr sz="1425" b="0">
                <a:solidFill>
                  <a:srgbClr val="50555B"/>
                </a:solidFill>
                <a:latin typeface="Apple SD Gothic Neo"/>
                <a:ea typeface="Apple SD Gothic Neo"/>
                <a:cs typeface="Apple SD Gothic Neo"/>
              </a:defRPr>
            </a:lvl9pPr>
          </a:lstStyle>
          <a:p xmlns:a="http://schemas.openxmlformats.org/drawingml/2006/main">
            <a:pPr algn="l">
              <a:defRPr sz="1425" b="0">
                <a:solidFill>
                  <a:srgbClr val="50555B"/>
                </a:solidFill>
                <a:latin typeface="Apple SD Gothic Neo"/>
                <a:ea typeface="Apple SD Gothic Neo"/>
                <a:cs typeface="Apple SD Gothic Neo"/>
              </a:defRPr>
            </a:pPr>
            <a:r>
              <a:rPr sz="1425" b="0">
                <a:solidFill>
                  <a:srgbClr val="50555B"/>
                </a:solidFill>
                <a:latin typeface="Apple SD Gothic Neo"/>
                <a:ea typeface="Apple SD Gothic Neo"/>
                <a:cs typeface="Apple SD Gothic Neo"/>
              </a:rPr>
              <a:t>정규화 24회: 안별 4사례×3 / 시간 괄호: 관측/예정 / 비용: 12회 합계 / RSS: 로컬 실행기 / B의 미완료 3회 유지</a:t>
            </a:r>
          </a:p>
        </p:txBody>
      </p:sp>
    </p:spTree>
    <p:extLst>
      <p:ext uri="{BB962C8B-B14F-4D97-AF65-F5344CB8AC3E}">
        <p14:creationId xmlns:p14="http://schemas.microsoft.com/office/powerpoint/2010/main" val="99646924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Unified slide title">
            <a:extLst xmlns:a="http://schemas.openxmlformats.org/drawingml/2006/main">
              <a:ext uri="{FF2B5EF4-FFF2-40B4-BE49-F238E27FC236}">
                <a16:creationId xmlns:a16="http://schemas.microsoft.com/office/drawing/2014/main" id="{18B5DA3E-8D02-4867-82F7-43F68EF121CD}"/>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DP3. 화면과 발화의 지칭 결합 방안 (보완 효과 상세)</a:t>
            </a:r>
          </a:p>
        </p:txBody>
      </p:sp>
      <p:sp>
        <p:nvSpPr>
          <p:cNvPr id="2" name="Workflow 과제 소개">
            <a:extLst xmlns:a="http://schemas.openxmlformats.org/drawingml/2006/main">
              <a:ext uri="{FF2B5EF4-FFF2-40B4-BE49-F238E27FC236}">
                <a16:creationId xmlns:a16="http://schemas.microsoft.com/office/drawing/2014/main" id="{4A5B284F-AB20-419A-AC91-2C50797F08F8}"/>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과제 소개">
            <a:extLst xmlns:a="http://schemas.openxmlformats.org/drawingml/2006/main">
              <a:ext uri="{FF2B5EF4-FFF2-40B4-BE49-F238E27FC236}">
                <a16:creationId xmlns:a16="http://schemas.microsoft.com/office/drawing/2014/main" id="{AD07A095-1F5E-4461-927C-A87E777308C9}"/>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Workflow 요구사항 분석">
            <a:extLst xmlns:a="http://schemas.openxmlformats.org/drawingml/2006/main">
              <a:ext uri="{FF2B5EF4-FFF2-40B4-BE49-F238E27FC236}">
                <a16:creationId xmlns:a16="http://schemas.microsoft.com/office/drawing/2014/main" id="{9317EA51-3CD0-42F3-B253-D714DB0AB522}"/>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요구사항 분석">
            <a:extLst xmlns:a="http://schemas.openxmlformats.org/drawingml/2006/main">
              <a:ext uri="{FF2B5EF4-FFF2-40B4-BE49-F238E27FC236}">
                <a16:creationId xmlns:a16="http://schemas.microsoft.com/office/drawing/2014/main" id="{B11FE038-209B-43CE-AD15-49E673B6E689}"/>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Workflow 설계">
            <a:extLst xmlns:a="http://schemas.openxmlformats.org/drawingml/2006/main">
              <a:ext uri="{FF2B5EF4-FFF2-40B4-BE49-F238E27FC236}">
                <a16:creationId xmlns:a16="http://schemas.microsoft.com/office/drawing/2014/main" id="{A6102604-E6C9-416D-BC1C-B19D67CED93A}"/>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설계">
            <a:extLst xmlns:a="http://schemas.openxmlformats.org/drawingml/2006/main">
              <a:ext uri="{FF2B5EF4-FFF2-40B4-BE49-F238E27FC236}">
                <a16:creationId xmlns:a16="http://schemas.microsoft.com/office/drawing/2014/main" id="{BF2DA7DE-15B8-4902-B849-D33352E87716}"/>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Workflow 구현 및 검증">
            <a:extLst xmlns:a="http://schemas.openxmlformats.org/drawingml/2006/main">
              <a:ext uri="{FF2B5EF4-FFF2-40B4-BE49-F238E27FC236}">
                <a16:creationId xmlns:a16="http://schemas.microsoft.com/office/drawing/2014/main" id="{92F94B57-5C79-42B2-9263-10080C8D4AB3}"/>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구현 및 검증">
            <a:extLst xmlns:a="http://schemas.openxmlformats.org/drawingml/2006/main">
              <a:ext uri="{FF2B5EF4-FFF2-40B4-BE49-F238E27FC236}">
                <a16:creationId xmlns:a16="http://schemas.microsoft.com/office/drawing/2014/main" id="{4E74BA6C-7675-4FBF-99FD-1B8346CD7020}"/>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Workflow 결론">
            <a:extLst xmlns:a="http://schemas.openxmlformats.org/drawingml/2006/main">
              <a:ext uri="{FF2B5EF4-FFF2-40B4-BE49-F238E27FC236}">
                <a16:creationId xmlns:a16="http://schemas.microsoft.com/office/drawing/2014/main" id="{0F50FE83-477F-455B-B694-10967BF0FF10}"/>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결론">
            <a:extLst xmlns:a="http://schemas.openxmlformats.org/drawingml/2006/main">
              <a:ext uri="{FF2B5EF4-FFF2-40B4-BE49-F238E27FC236}">
                <a16:creationId xmlns:a16="http://schemas.microsoft.com/office/drawing/2014/main" id="{F1CC9605-68E0-4A6C-AF7F-213A3D99ED8D}"/>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Header rule">
            <a:extLst xmlns:a="http://schemas.openxmlformats.org/drawingml/2006/main">
              <a:ext uri="{FF2B5EF4-FFF2-40B4-BE49-F238E27FC236}">
                <a16:creationId xmlns:a16="http://schemas.microsoft.com/office/drawing/2014/main" id="{8AE3F109-F9CE-4E0F-AB8E-359C5122D157}"/>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Continuous slide number">
            <a:extLst xmlns:a="http://schemas.openxmlformats.org/drawingml/2006/main">
              <a:ext uri="{FF2B5EF4-FFF2-40B4-BE49-F238E27FC236}">
                <a16:creationId xmlns:a16="http://schemas.microsoft.com/office/drawing/2014/main" id="{680C8606-759E-4BA7-8F00-817678284E46}"/>
              </a:ext>
            </a:extLst>
          </p:cNvPr>
          <p:cNvSpPr>
            <a:spLocks xmlns:a="http://schemas.openxmlformats.org/drawingml/2006/main" noGrp="1"/>
          </p:cNvSpPr>
          <p:nvPr/>
        </p:nvSpPr>
        <p:spPr>
          <a:xfrm xmlns:a="http://schemas.openxmlformats.org/drawingml/2006/main">
            <a:off x="17487900" y="10020300"/>
            <a:ext cx="590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50555B"/>
                </a:solidFill>
                <a:latin typeface="Apple SD Gothic Neo"/>
                <a:ea typeface="Apple SD Gothic Neo"/>
                <a:cs typeface="Apple SD Gothic Neo"/>
              </a:defRPr>
            </a:defPPr>
            <a:lvl1pPr algn="r">
              <a:defRPr sz="1200" b="0">
                <a:solidFill>
                  <a:srgbClr val="50555B"/>
                </a:solidFill>
                <a:latin typeface="Apple SD Gothic Neo"/>
                <a:ea typeface="Apple SD Gothic Neo"/>
                <a:cs typeface="Apple SD Gothic Neo"/>
              </a:defRPr>
            </a:lvl1pPr>
            <a:lvl2pPr algn="r">
              <a:defRPr sz="1200" b="0">
                <a:solidFill>
                  <a:srgbClr val="50555B"/>
                </a:solidFill>
                <a:latin typeface="Apple SD Gothic Neo"/>
                <a:ea typeface="Apple SD Gothic Neo"/>
                <a:cs typeface="Apple SD Gothic Neo"/>
              </a:defRPr>
            </a:lvl2pPr>
            <a:lvl3pPr algn="r">
              <a:defRPr sz="1200" b="0">
                <a:solidFill>
                  <a:srgbClr val="50555B"/>
                </a:solidFill>
                <a:latin typeface="Apple SD Gothic Neo"/>
                <a:ea typeface="Apple SD Gothic Neo"/>
                <a:cs typeface="Apple SD Gothic Neo"/>
              </a:defRPr>
            </a:lvl3pPr>
            <a:lvl4pPr algn="r">
              <a:defRPr sz="1200" b="0">
                <a:solidFill>
                  <a:srgbClr val="50555B"/>
                </a:solidFill>
                <a:latin typeface="Apple SD Gothic Neo"/>
                <a:ea typeface="Apple SD Gothic Neo"/>
                <a:cs typeface="Apple SD Gothic Neo"/>
              </a:defRPr>
            </a:lvl4pPr>
            <a:lvl5pPr algn="r">
              <a:defRPr sz="1200" b="0">
                <a:solidFill>
                  <a:srgbClr val="50555B"/>
                </a:solidFill>
                <a:latin typeface="Apple SD Gothic Neo"/>
                <a:ea typeface="Apple SD Gothic Neo"/>
                <a:cs typeface="Apple SD Gothic Neo"/>
              </a:defRPr>
            </a:lvl5pPr>
            <a:lvl6pPr algn="r">
              <a:defRPr sz="1200" b="0">
                <a:solidFill>
                  <a:srgbClr val="50555B"/>
                </a:solidFill>
                <a:latin typeface="Apple SD Gothic Neo"/>
                <a:ea typeface="Apple SD Gothic Neo"/>
                <a:cs typeface="Apple SD Gothic Neo"/>
              </a:defRPr>
            </a:lvl6pPr>
            <a:lvl7pPr algn="r">
              <a:defRPr sz="1200" b="0">
                <a:solidFill>
                  <a:srgbClr val="50555B"/>
                </a:solidFill>
                <a:latin typeface="Apple SD Gothic Neo"/>
                <a:ea typeface="Apple SD Gothic Neo"/>
                <a:cs typeface="Apple SD Gothic Neo"/>
              </a:defRPr>
            </a:lvl7pPr>
            <a:lvl8pPr algn="r">
              <a:defRPr sz="1200" b="0">
                <a:solidFill>
                  <a:srgbClr val="50555B"/>
                </a:solidFill>
                <a:latin typeface="Apple SD Gothic Neo"/>
                <a:ea typeface="Apple SD Gothic Neo"/>
                <a:cs typeface="Apple SD Gothic Neo"/>
              </a:defRPr>
            </a:lvl8pPr>
            <a:lvl9pPr algn="r">
              <a:defRPr sz="1200" b="0">
                <a:solidFill>
                  <a:srgbClr val="50555B"/>
                </a:solidFill>
                <a:latin typeface="Apple SD Gothic Neo"/>
                <a:ea typeface="Apple SD Gothic Neo"/>
                <a:cs typeface="Apple SD Gothic Neo"/>
              </a:defRPr>
            </a:lvl9pPr>
          </a:lstStyle>
          <a:p xmlns:a="http://schemas.openxmlformats.org/drawingml/2006/main">
            <a:pPr algn="r">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12 / 16</a:t>
            </a:r>
          </a:p>
        </p:txBody>
      </p:sp>
      <p:sp>
        <p:nvSpPr>
          <p:cNvPr id="14" name="DP3 object 222">
            <a:extLst xmlns:a="http://schemas.openxmlformats.org/drawingml/2006/main">
              <a:ext uri="{FF2B5EF4-FFF2-40B4-BE49-F238E27FC236}">
                <a16:creationId xmlns:a16="http://schemas.microsoft.com/office/drawing/2014/main" id="{65439AAD-128C-466D-88D8-41ABEC3213E8}"/>
              </a:ext>
            </a:extLst>
          </p:cNvPr>
          <p:cNvSpPr>
            <a:spLocks xmlns:a="http://schemas.openxmlformats.org/drawingml/2006/main" noGrp="1"/>
          </p:cNvSpPr>
          <p:nvPr/>
        </p:nvSpPr>
        <p:spPr>
          <a:xfrm xmlns:a="http://schemas.openxmlformats.org/drawingml/2006/main">
            <a:off x="266700" y="1200150"/>
            <a:ext cx="1752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325" b="1">
                <a:solidFill>
                  <a:srgbClr val="4676CB"/>
                </a:solidFill>
                <a:latin typeface="Apple SD Gothic Neo"/>
                <a:ea typeface="Apple SD Gothic Neo"/>
                <a:cs typeface="Apple SD Gothic Neo"/>
              </a:defRPr>
            </a:defPPr>
            <a:lvl1pPr algn="l">
              <a:defRPr sz="2325" b="1">
                <a:solidFill>
                  <a:srgbClr val="4676CB"/>
                </a:solidFill>
                <a:latin typeface="Apple SD Gothic Neo"/>
                <a:ea typeface="Apple SD Gothic Neo"/>
                <a:cs typeface="Apple SD Gothic Neo"/>
              </a:defRPr>
            </a:lvl1pPr>
            <a:lvl2pPr algn="l">
              <a:defRPr sz="2325" b="1">
                <a:solidFill>
                  <a:srgbClr val="4676CB"/>
                </a:solidFill>
                <a:latin typeface="Apple SD Gothic Neo"/>
                <a:ea typeface="Apple SD Gothic Neo"/>
                <a:cs typeface="Apple SD Gothic Neo"/>
              </a:defRPr>
            </a:lvl2pPr>
            <a:lvl3pPr algn="l">
              <a:defRPr sz="2325" b="1">
                <a:solidFill>
                  <a:srgbClr val="4676CB"/>
                </a:solidFill>
                <a:latin typeface="Apple SD Gothic Neo"/>
                <a:ea typeface="Apple SD Gothic Neo"/>
                <a:cs typeface="Apple SD Gothic Neo"/>
              </a:defRPr>
            </a:lvl3pPr>
            <a:lvl4pPr algn="l">
              <a:defRPr sz="2325" b="1">
                <a:solidFill>
                  <a:srgbClr val="4676CB"/>
                </a:solidFill>
                <a:latin typeface="Apple SD Gothic Neo"/>
                <a:ea typeface="Apple SD Gothic Neo"/>
                <a:cs typeface="Apple SD Gothic Neo"/>
              </a:defRPr>
            </a:lvl4pPr>
            <a:lvl5pPr algn="l">
              <a:defRPr sz="2325" b="1">
                <a:solidFill>
                  <a:srgbClr val="4676CB"/>
                </a:solidFill>
                <a:latin typeface="Apple SD Gothic Neo"/>
                <a:ea typeface="Apple SD Gothic Neo"/>
                <a:cs typeface="Apple SD Gothic Neo"/>
              </a:defRPr>
            </a:lvl5pPr>
            <a:lvl6pPr algn="l">
              <a:defRPr sz="2325" b="1">
                <a:solidFill>
                  <a:srgbClr val="4676CB"/>
                </a:solidFill>
                <a:latin typeface="Apple SD Gothic Neo"/>
                <a:ea typeface="Apple SD Gothic Neo"/>
                <a:cs typeface="Apple SD Gothic Neo"/>
              </a:defRPr>
            </a:lvl6pPr>
            <a:lvl7pPr algn="l">
              <a:defRPr sz="2325" b="1">
                <a:solidFill>
                  <a:srgbClr val="4676CB"/>
                </a:solidFill>
                <a:latin typeface="Apple SD Gothic Neo"/>
                <a:ea typeface="Apple SD Gothic Neo"/>
                <a:cs typeface="Apple SD Gothic Neo"/>
              </a:defRPr>
            </a:lvl7pPr>
            <a:lvl8pPr algn="l">
              <a:defRPr sz="2325" b="1">
                <a:solidFill>
                  <a:srgbClr val="4676CB"/>
                </a:solidFill>
                <a:latin typeface="Apple SD Gothic Neo"/>
                <a:ea typeface="Apple SD Gothic Neo"/>
                <a:cs typeface="Apple SD Gothic Neo"/>
              </a:defRPr>
            </a:lvl8pPr>
            <a:lvl9pPr algn="l">
              <a:defRPr sz="2325" b="1">
                <a:solidFill>
                  <a:srgbClr val="4676CB"/>
                </a:solidFill>
                <a:latin typeface="Apple SD Gothic Neo"/>
                <a:ea typeface="Apple SD Gothic Neo"/>
                <a:cs typeface="Apple SD Gothic Neo"/>
              </a:defRPr>
            </a:lvl9pPr>
          </a:lstStyle>
          <a:p xmlns:a="http://schemas.openxmlformats.org/drawingml/2006/main">
            <a:pPr algn="l">
              <a:defRPr sz="2325" b="1">
                <a:solidFill>
                  <a:srgbClr val="4676CB"/>
                </a:solidFill>
                <a:latin typeface="Apple SD Gothic Neo"/>
                <a:ea typeface="Apple SD Gothic Neo"/>
                <a:cs typeface="Apple SD Gothic Neo"/>
              </a:defRPr>
            </a:pPr>
            <a:r>
              <a:rPr sz="2325" b="1">
                <a:solidFill>
                  <a:srgbClr val="4676CB"/>
                </a:solidFill>
                <a:latin typeface="Apple SD Gothic Neo"/>
                <a:ea typeface="Apple SD Gothic Neo"/>
                <a:cs typeface="Apple SD Gothic Neo"/>
              </a:rPr>
              <a:t>pixel 좌표 계약의 A2+A5: 거절된 지칭을 복구하되 지연과 메모리를 더 사용</a:t>
            </a:r>
          </a:p>
        </p:txBody>
      </p:sp>
      <p:sp>
        <p:nvSpPr>
          <p:cNvPr id="15" name="DP3 object 223">
            <a:extLst xmlns:a="http://schemas.openxmlformats.org/drawingml/2006/main">
              <a:ext uri="{FF2B5EF4-FFF2-40B4-BE49-F238E27FC236}">
                <a16:creationId xmlns:a16="http://schemas.microsoft.com/office/drawing/2014/main" id="{85298FA8-641A-47EC-BE7F-0CA266F2352E}"/>
              </a:ext>
            </a:extLst>
          </p:cNvPr>
          <p:cNvSpPr>
            <a:spLocks xmlns:a="http://schemas.openxmlformats.org/drawingml/2006/main" noGrp="1"/>
          </p:cNvSpPr>
          <p:nvPr/>
        </p:nvSpPr>
        <p:spPr>
          <a:xfrm xmlns:a="http://schemas.openxmlformats.org/drawingml/2006/main">
            <a:off x="266700" y="1695450"/>
            <a:ext cx="1743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0">
                <a:solidFill>
                  <a:srgbClr val="111111"/>
                </a:solidFill>
                <a:latin typeface="Apple SD Gothic Neo"/>
                <a:ea typeface="Apple SD Gothic Neo"/>
                <a:cs typeface="Apple SD Gothic Neo"/>
              </a:defRPr>
            </a:defPPr>
            <a:lvl1pPr algn="l">
              <a:defRPr sz="1950" b="0">
                <a:solidFill>
                  <a:srgbClr val="111111"/>
                </a:solidFill>
                <a:latin typeface="Apple SD Gothic Neo"/>
                <a:ea typeface="Apple SD Gothic Neo"/>
                <a:cs typeface="Apple SD Gothic Neo"/>
              </a:defRPr>
            </a:lvl1pPr>
            <a:lvl2pPr algn="l">
              <a:defRPr sz="1950" b="0">
                <a:solidFill>
                  <a:srgbClr val="111111"/>
                </a:solidFill>
                <a:latin typeface="Apple SD Gothic Neo"/>
                <a:ea typeface="Apple SD Gothic Neo"/>
                <a:cs typeface="Apple SD Gothic Neo"/>
              </a:defRPr>
            </a:lvl2pPr>
            <a:lvl3pPr algn="l">
              <a:defRPr sz="1950" b="0">
                <a:solidFill>
                  <a:srgbClr val="111111"/>
                </a:solidFill>
                <a:latin typeface="Apple SD Gothic Neo"/>
                <a:ea typeface="Apple SD Gothic Neo"/>
                <a:cs typeface="Apple SD Gothic Neo"/>
              </a:defRPr>
            </a:lvl3pPr>
            <a:lvl4pPr algn="l">
              <a:defRPr sz="1950" b="0">
                <a:solidFill>
                  <a:srgbClr val="111111"/>
                </a:solidFill>
                <a:latin typeface="Apple SD Gothic Neo"/>
                <a:ea typeface="Apple SD Gothic Neo"/>
                <a:cs typeface="Apple SD Gothic Neo"/>
              </a:defRPr>
            </a:lvl4pPr>
            <a:lvl5pPr algn="l">
              <a:defRPr sz="1950" b="0">
                <a:solidFill>
                  <a:srgbClr val="111111"/>
                </a:solidFill>
                <a:latin typeface="Apple SD Gothic Neo"/>
                <a:ea typeface="Apple SD Gothic Neo"/>
                <a:cs typeface="Apple SD Gothic Neo"/>
              </a:defRPr>
            </a:lvl5pPr>
            <a:lvl6pPr algn="l">
              <a:defRPr sz="1950" b="0">
                <a:solidFill>
                  <a:srgbClr val="111111"/>
                </a:solidFill>
                <a:latin typeface="Apple SD Gothic Neo"/>
                <a:ea typeface="Apple SD Gothic Neo"/>
                <a:cs typeface="Apple SD Gothic Neo"/>
              </a:defRPr>
            </a:lvl6pPr>
            <a:lvl7pPr algn="l">
              <a:defRPr sz="1950" b="0">
                <a:solidFill>
                  <a:srgbClr val="111111"/>
                </a:solidFill>
                <a:latin typeface="Apple SD Gothic Neo"/>
                <a:ea typeface="Apple SD Gothic Neo"/>
                <a:cs typeface="Apple SD Gothic Neo"/>
              </a:defRPr>
            </a:lvl7pPr>
            <a:lvl8pPr algn="l">
              <a:defRPr sz="1950" b="0">
                <a:solidFill>
                  <a:srgbClr val="111111"/>
                </a:solidFill>
                <a:latin typeface="Apple SD Gothic Neo"/>
                <a:ea typeface="Apple SD Gothic Neo"/>
                <a:cs typeface="Apple SD Gothic Neo"/>
              </a:defRPr>
            </a:lvl8pPr>
            <a:lvl9pPr algn="l">
              <a:defRPr sz="1950" b="0">
                <a:solidFill>
                  <a:srgbClr val="111111"/>
                </a:solidFill>
                <a:latin typeface="Apple SD Gothic Neo"/>
                <a:ea typeface="Apple SD Gothic Neo"/>
                <a:cs typeface="Apple SD Gothic Neo"/>
              </a:defRPr>
            </a:lvl9pPr>
          </a:lstStyle>
          <a:p xmlns:a="http://schemas.openxmlformats.org/drawingml/2006/main">
            <a:pPr algn="l">
              <a:defRPr sz="1950" b="0">
                <a:solidFill>
                  <a:srgbClr val="111111"/>
                </a:solidFill>
                <a:latin typeface="Apple SD Gothic Neo"/>
                <a:ea typeface="Apple SD Gothic Neo"/>
                <a:cs typeface="Apple SD Gothic Neo"/>
              </a:defRPr>
            </a:pPr>
            <a:r>
              <a:rPr sz="1950" b="0">
                <a:solidFill>
                  <a:srgbClr val="111111"/>
                </a:solidFill>
                <a:latin typeface="Apple SD Gothic Neo"/>
                <a:ea typeface="Apple SD Gothic Neo"/>
                <a:cs typeface="Apple SD Gothic Neo"/>
              </a:rPr>
              <a:t>현재 선택은 정규화 기본 A. 아래는 별도 pixel 실험의 A와 A2+A5 전후 비교다.</a:t>
            </a:r>
          </a:p>
        </p:txBody>
      </p:sp>
      <p:sp>
        <p:nvSpPr>
          <p:cNvPr id="16" name="DP3 object 224">
            <a:extLst xmlns:a="http://schemas.openxmlformats.org/drawingml/2006/main">
              <a:ext uri="{FF2B5EF4-FFF2-40B4-BE49-F238E27FC236}">
                <a16:creationId xmlns:a16="http://schemas.microsoft.com/office/drawing/2014/main" id="{1C70909D-EE7F-437E-A9A4-036007068D38}"/>
              </a:ext>
            </a:extLst>
          </p:cNvPr>
          <p:cNvSpPr>
            <a:spLocks xmlns:a="http://schemas.openxmlformats.org/drawingml/2006/main" noGrp="1"/>
          </p:cNvSpPr>
          <p:nvPr/>
        </p:nvSpPr>
        <p:spPr>
          <a:xfrm xmlns:a="http://schemas.openxmlformats.org/drawingml/2006/main">
            <a:off x="228600" y="2209800"/>
            <a:ext cx="5829300" cy="7067550"/>
          </a:xfrm>
          <a:prstGeom xmlns:a="http://schemas.openxmlformats.org/drawingml/2006/main" prst="rect">
            <a:avLst/>
          </a:prstGeom>
          <a:noFill xmlns:a="http://schemas.openxmlformats.org/drawingml/2006/main"/>
          <a:ln xmlns:a="http://schemas.openxmlformats.org/drawingml/2006/main" w="28575">
            <a:solidFill>
              <a:srgbClr val="4676CB"/>
            </a:solidFill>
            <a:prstDash val="solid"/>
          </a:ln>
        </p:spPr>
      </p:sp>
      <p:sp>
        <p:nvSpPr>
          <p:cNvPr id="17" name="DP3 object 225">
            <a:extLst xmlns:a="http://schemas.openxmlformats.org/drawingml/2006/main">
              <a:ext uri="{FF2B5EF4-FFF2-40B4-BE49-F238E27FC236}">
                <a16:creationId xmlns:a16="http://schemas.microsoft.com/office/drawing/2014/main" id="{CF519F85-ABFD-45A9-93CD-5976620B1D00}"/>
              </a:ext>
            </a:extLst>
          </p:cNvPr>
          <p:cNvSpPr>
            <a:spLocks xmlns:a="http://schemas.openxmlformats.org/drawingml/2006/main" noGrp="1"/>
          </p:cNvSpPr>
          <p:nvPr/>
        </p:nvSpPr>
        <p:spPr>
          <a:xfrm xmlns:a="http://schemas.openxmlformats.org/drawingml/2006/main">
            <a:off x="228600" y="2209800"/>
            <a:ext cx="5829300" cy="476250"/>
          </a:xfrm>
          <a:prstGeom xmlns:a="http://schemas.openxmlformats.org/drawingml/2006/main" prst="rect">
            <a:avLst/>
          </a:prstGeom>
          <a:solidFill xmlns:a="http://schemas.openxmlformats.org/drawingml/2006/main">
            <a:srgbClr val="C9E1B3"/>
          </a:solidFill>
          <a:ln xmlns:a="http://schemas.openxmlformats.org/drawingml/2006/main" w="0">
            <a:noFill/>
            <a:prstDash val="solid"/>
          </a:ln>
        </p:spPr>
      </p:sp>
      <p:sp>
        <p:nvSpPr>
          <p:cNvPr id="18" name="DP3 object 226">
            <a:extLst xmlns:a="http://schemas.openxmlformats.org/drawingml/2006/main">
              <a:ext uri="{FF2B5EF4-FFF2-40B4-BE49-F238E27FC236}">
                <a16:creationId xmlns:a16="http://schemas.microsoft.com/office/drawing/2014/main" id="{50F167B8-0D3E-42DF-888B-5150503C2513}"/>
              </a:ext>
            </a:extLst>
          </p:cNvPr>
          <p:cNvSpPr>
            <a:spLocks xmlns:a="http://schemas.openxmlformats.org/drawingml/2006/main" noGrp="1"/>
          </p:cNvSpPr>
          <p:nvPr/>
        </p:nvSpPr>
        <p:spPr>
          <a:xfrm xmlns:a="http://schemas.openxmlformats.org/drawingml/2006/main">
            <a:off x="419100" y="2257425"/>
            <a:ext cx="5448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175" b="1">
                <a:solidFill>
                  <a:srgbClr val="111111"/>
                </a:solidFill>
                <a:latin typeface="Apple SD Gothic Neo"/>
                <a:ea typeface="Apple SD Gothic Neo"/>
                <a:cs typeface="Apple SD Gothic Neo"/>
              </a:defRPr>
            </a:defPPr>
            <a:lvl1pPr algn="ctr">
              <a:defRPr sz="2175" b="1">
                <a:solidFill>
                  <a:srgbClr val="111111"/>
                </a:solidFill>
                <a:latin typeface="Apple SD Gothic Neo"/>
                <a:ea typeface="Apple SD Gothic Neo"/>
                <a:cs typeface="Apple SD Gothic Neo"/>
              </a:defRPr>
            </a:lvl1pPr>
            <a:lvl2pPr algn="ctr">
              <a:defRPr sz="2175" b="1">
                <a:solidFill>
                  <a:srgbClr val="111111"/>
                </a:solidFill>
                <a:latin typeface="Apple SD Gothic Neo"/>
                <a:ea typeface="Apple SD Gothic Neo"/>
                <a:cs typeface="Apple SD Gothic Neo"/>
              </a:defRPr>
            </a:lvl2pPr>
            <a:lvl3pPr algn="ctr">
              <a:defRPr sz="2175" b="1">
                <a:solidFill>
                  <a:srgbClr val="111111"/>
                </a:solidFill>
                <a:latin typeface="Apple SD Gothic Neo"/>
                <a:ea typeface="Apple SD Gothic Neo"/>
                <a:cs typeface="Apple SD Gothic Neo"/>
              </a:defRPr>
            </a:lvl3pPr>
            <a:lvl4pPr algn="ctr">
              <a:defRPr sz="2175" b="1">
                <a:solidFill>
                  <a:srgbClr val="111111"/>
                </a:solidFill>
                <a:latin typeface="Apple SD Gothic Neo"/>
                <a:ea typeface="Apple SD Gothic Neo"/>
                <a:cs typeface="Apple SD Gothic Neo"/>
              </a:defRPr>
            </a:lvl4pPr>
            <a:lvl5pPr algn="ctr">
              <a:defRPr sz="2175" b="1">
                <a:solidFill>
                  <a:srgbClr val="111111"/>
                </a:solidFill>
                <a:latin typeface="Apple SD Gothic Neo"/>
                <a:ea typeface="Apple SD Gothic Neo"/>
                <a:cs typeface="Apple SD Gothic Neo"/>
              </a:defRPr>
            </a:lvl5pPr>
            <a:lvl6pPr algn="ctr">
              <a:defRPr sz="2175" b="1">
                <a:solidFill>
                  <a:srgbClr val="111111"/>
                </a:solidFill>
                <a:latin typeface="Apple SD Gothic Neo"/>
                <a:ea typeface="Apple SD Gothic Neo"/>
                <a:cs typeface="Apple SD Gothic Neo"/>
              </a:defRPr>
            </a:lvl6pPr>
            <a:lvl7pPr algn="ctr">
              <a:defRPr sz="2175" b="1">
                <a:solidFill>
                  <a:srgbClr val="111111"/>
                </a:solidFill>
                <a:latin typeface="Apple SD Gothic Neo"/>
                <a:ea typeface="Apple SD Gothic Neo"/>
                <a:cs typeface="Apple SD Gothic Neo"/>
              </a:defRPr>
            </a:lvl7pPr>
            <a:lvl8pPr algn="ctr">
              <a:defRPr sz="2175" b="1">
                <a:solidFill>
                  <a:srgbClr val="111111"/>
                </a:solidFill>
                <a:latin typeface="Apple SD Gothic Neo"/>
                <a:ea typeface="Apple SD Gothic Neo"/>
                <a:cs typeface="Apple SD Gothic Neo"/>
              </a:defRPr>
            </a:lvl8pPr>
            <a:lvl9pPr algn="ctr">
              <a:defRPr sz="2175" b="1">
                <a:solidFill>
                  <a:srgbClr val="111111"/>
                </a:solidFill>
                <a:latin typeface="Apple SD Gothic Neo"/>
                <a:ea typeface="Apple SD Gothic Neo"/>
                <a:cs typeface="Apple SD Gothic Neo"/>
              </a:defRPr>
            </a:lvl9pPr>
          </a:lstStyle>
          <a:p xmlns:a="http://schemas.openxmlformats.org/drawingml/2006/main">
            <a:pPr algn="ctr">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거절 시 실행하는 복구 경로</a:t>
            </a:r>
          </a:p>
        </p:txBody>
      </p:sp>
      <p:sp>
        <p:nvSpPr>
          <p:cNvPr id="19" name="Joint Grounding Interpreter&#10;원본에서 대상과 관계 판단">
            <a:extLst xmlns:a="http://schemas.openxmlformats.org/drawingml/2006/main">
              <a:ext uri="{FF2B5EF4-FFF2-40B4-BE49-F238E27FC236}">
                <a16:creationId xmlns:a16="http://schemas.microsoft.com/office/drawing/2014/main" id="{F457F889-1131-401F-AC81-2A423334180B}"/>
              </a:ext>
            </a:extLst>
          </p:cNvPr>
          <p:cNvSpPr>
            <a:spLocks xmlns:a="http://schemas.openxmlformats.org/drawingml/2006/main" noGrp="1"/>
          </p:cNvSpPr>
          <p:nvPr/>
        </p:nvSpPr>
        <p:spPr>
          <a:xfrm xmlns:a="http://schemas.openxmlformats.org/drawingml/2006/main">
            <a:off x="752475" y="2933700"/>
            <a:ext cx="4781550" cy="7715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20" name="DP3 object 227">
            <a:extLst xmlns:a="http://schemas.openxmlformats.org/drawingml/2006/main">
              <a:ext uri="{FF2B5EF4-FFF2-40B4-BE49-F238E27FC236}">
                <a16:creationId xmlns:a16="http://schemas.microsoft.com/office/drawing/2014/main" id="{90AB06D9-C7F5-4D7A-944A-891344FA0199}"/>
              </a:ext>
            </a:extLst>
          </p:cNvPr>
          <p:cNvSpPr>
            <a:spLocks xmlns:a="http://schemas.openxmlformats.org/drawingml/2006/main" noGrp="1"/>
          </p:cNvSpPr>
          <p:nvPr/>
        </p:nvSpPr>
        <p:spPr>
          <a:xfrm xmlns:a="http://schemas.openxmlformats.org/drawingml/2006/main">
            <a:off x="819150" y="2971800"/>
            <a:ext cx="46482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Joint Grounding Interpreter</a:t>
            </a:r>
          </a:p>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원본에서 대상과 관계 판단</a:t>
            </a:r>
          </a:p>
        </p:txBody>
      </p:sp>
      <p:sp>
        <p:nvSpPr>
          <p:cNvPr id="21" name="Editable path 228">
            <a:extLst xmlns:a="http://schemas.openxmlformats.org/drawingml/2006/main">
              <a:ext uri="{FF2B5EF4-FFF2-40B4-BE49-F238E27FC236}">
                <a16:creationId xmlns:a16="http://schemas.microsoft.com/office/drawing/2014/main" id="{8B0157CD-4E68-44E6-BEF4-ED8695A014FD}"/>
              </a:ext>
            </a:extLst>
          </p:cNvPr>
          <p:cNvSpPr>
            <a:spLocks xmlns:a="http://schemas.openxmlformats.org/drawingml/2006/main" noGrp="1"/>
          </p:cNvSpPr>
          <p:nvPr/>
        </p:nvSpPr>
        <p:spPr>
          <a:xfrm xmlns:a="http://schemas.openxmlformats.org/drawingml/2006/main">
            <a:off x="3143250" y="3705225"/>
            <a:ext cx="953" cy="314325"/>
          </a:xfrm>
          <a:custGeom xmlns:a="http://schemas.openxmlformats.org/drawingml/2006/main">
            <a:pathLst>
              <a:path w="953" h="314325">
                <a:moveTo>
                  <a:pt x="0" y="0"/>
                </a:moveTo>
                <a:lnTo>
                  <a:pt x="0" y="314325"/>
                </a:lnTo>
              </a:path>
            </a:pathLst>
          </a:custGeom>
          <a:noFill xmlns:a="http://schemas.openxmlformats.org/drawingml/2006/main"/>
          <a:ln xmlns:a="http://schemas.openxmlformats.org/drawingml/2006/main" w="22860">
            <a:solidFill>
              <a:srgbClr val="111111"/>
            </a:solidFill>
            <a:prstDash val="solid"/>
          </a:ln>
        </p:spPr>
      </p:sp>
      <p:sp>
        <p:nvSpPr>
          <p:cNvPr id="22" name="Editable arrowhead 229">
            <a:extLst xmlns:a="http://schemas.openxmlformats.org/drawingml/2006/main">
              <a:ext uri="{FF2B5EF4-FFF2-40B4-BE49-F238E27FC236}">
                <a16:creationId xmlns:a16="http://schemas.microsoft.com/office/drawing/2014/main" id="{7CDE6B05-736C-48B5-82E7-2FC6C2FEAD31}"/>
              </a:ext>
            </a:extLst>
          </p:cNvPr>
          <p:cNvSpPr>
            <a:spLocks xmlns:a="http://schemas.openxmlformats.org/drawingml/2006/main" noGrp="1"/>
          </p:cNvSpPr>
          <p:nvPr/>
        </p:nvSpPr>
        <p:spPr>
          <a:xfrm xmlns:a="http://schemas.openxmlformats.org/drawingml/2006/main">
            <a:off x="3095625" y="39243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23" name="source·revision·기하 검증">
            <a:extLst xmlns:a="http://schemas.openxmlformats.org/drawingml/2006/main">
              <a:ext uri="{FF2B5EF4-FFF2-40B4-BE49-F238E27FC236}">
                <a16:creationId xmlns:a16="http://schemas.microsoft.com/office/drawing/2014/main" id="{72EBA5AD-8378-491C-B157-6FA1EEDB99B8}"/>
              </a:ext>
            </a:extLst>
          </p:cNvPr>
          <p:cNvSpPr>
            <a:spLocks xmlns:a="http://schemas.openxmlformats.org/drawingml/2006/main" noGrp="1"/>
          </p:cNvSpPr>
          <p:nvPr/>
        </p:nvSpPr>
        <p:spPr>
          <a:xfrm xmlns:a="http://schemas.openxmlformats.org/drawingml/2006/main">
            <a:off x="752475" y="4019550"/>
            <a:ext cx="4781550" cy="4953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24" name="DP3 object 230">
            <a:extLst xmlns:a="http://schemas.openxmlformats.org/drawingml/2006/main">
              <a:ext uri="{FF2B5EF4-FFF2-40B4-BE49-F238E27FC236}">
                <a16:creationId xmlns:a16="http://schemas.microsoft.com/office/drawing/2014/main" id="{C4E4E407-D4AA-46C9-B50F-C49D128AB1CF}"/>
              </a:ext>
            </a:extLst>
          </p:cNvPr>
          <p:cNvSpPr>
            <a:spLocks xmlns:a="http://schemas.openxmlformats.org/drawingml/2006/main" noGrp="1"/>
          </p:cNvSpPr>
          <p:nvPr/>
        </p:nvSpPr>
        <p:spPr>
          <a:xfrm xmlns:a="http://schemas.openxmlformats.org/drawingml/2006/main">
            <a:off x="819150" y="4057650"/>
            <a:ext cx="4648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0">
                <a:solidFill>
                  <a:srgbClr val="111111"/>
                </a:solidFill>
                <a:latin typeface="Apple SD Gothic Neo"/>
                <a:ea typeface="Apple SD Gothic Neo"/>
                <a:cs typeface="Apple SD Gothic Neo"/>
              </a:defRPr>
            </a:defPPr>
            <a:lvl1pPr algn="ctr">
              <a:defRPr sz="2025" b="0">
                <a:solidFill>
                  <a:srgbClr val="111111"/>
                </a:solidFill>
                <a:latin typeface="Apple SD Gothic Neo"/>
                <a:ea typeface="Apple SD Gothic Neo"/>
                <a:cs typeface="Apple SD Gothic Neo"/>
              </a:defRPr>
            </a:lvl1pPr>
            <a:lvl2pPr algn="ctr">
              <a:defRPr sz="2025" b="0">
                <a:solidFill>
                  <a:srgbClr val="111111"/>
                </a:solidFill>
                <a:latin typeface="Apple SD Gothic Neo"/>
                <a:ea typeface="Apple SD Gothic Neo"/>
                <a:cs typeface="Apple SD Gothic Neo"/>
              </a:defRPr>
            </a:lvl2pPr>
            <a:lvl3pPr algn="ctr">
              <a:defRPr sz="2025" b="0">
                <a:solidFill>
                  <a:srgbClr val="111111"/>
                </a:solidFill>
                <a:latin typeface="Apple SD Gothic Neo"/>
                <a:ea typeface="Apple SD Gothic Neo"/>
                <a:cs typeface="Apple SD Gothic Neo"/>
              </a:defRPr>
            </a:lvl3pPr>
            <a:lvl4pPr algn="ctr">
              <a:defRPr sz="2025" b="0">
                <a:solidFill>
                  <a:srgbClr val="111111"/>
                </a:solidFill>
                <a:latin typeface="Apple SD Gothic Neo"/>
                <a:ea typeface="Apple SD Gothic Neo"/>
                <a:cs typeface="Apple SD Gothic Neo"/>
              </a:defRPr>
            </a:lvl4pPr>
            <a:lvl5pPr algn="ctr">
              <a:defRPr sz="2025" b="0">
                <a:solidFill>
                  <a:srgbClr val="111111"/>
                </a:solidFill>
                <a:latin typeface="Apple SD Gothic Neo"/>
                <a:ea typeface="Apple SD Gothic Neo"/>
                <a:cs typeface="Apple SD Gothic Neo"/>
              </a:defRPr>
            </a:lvl5pPr>
            <a:lvl6pPr algn="ctr">
              <a:defRPr sz="2025" b="0">
                <a:solidFill>
                  <a:srgbClr val="111111"/>
                </a:solidFill>
                <a:latin typeface="Apple SD Gothic Neo"/>
                <a:ea typeface="Apple SD Gothic Neo"/>
                <a:cs typeface="Apple SD Gothic Neo"/>
              </a:defRPr>
            </a:lvl6pPr>
            <a:lvl7pPr algn="ctr">
              <a:defRPr sz="2025" b="0">
                <a:solidFill>
                  <a:srgbClr val="111111"/>
                </a:solidFill>
                <a:latin typeface="Apple SD Gothic Neo"/>
                <a:ea typeface="Apple SD Gothic Neo"/>
                <a:cs typeface="Apple SD Gothic Neo"/>
              </a:defRPr>
            </a:lvl7pPr>
            <a:lvl8pPr algn="ctr">
              <a:defRPr sz="2025" b="0">
                <a:solidFill>
                  <a:srgbClr val="111111"/>
                </a:solidFill>
                <a:latin typeface="Apple SD Gothic Neo"/>
                <a:ea typeface="Apple SD Gothic Neo"/>
                <a:cs typeface="Apple SD Gothic Neo"/>
              </a:defRPr>
            </a:lvl8pPr>
            <a:lvl9pPr algn="ctr">
              <a:defRPr sz="2025" b="0">
                <a:solidFill>
                  <a:srgbClr val="111111"/>
                </a:solidFill>
                <a:latin typeface="Apple SD Gothic Neo"/>
                <a:ea typeface="Apple SD Gothic Neo"/>
                <a:cs typeface="Apple SD Gothic Neo"/>
              </a:defRPr>
            </a:lvl9pPr>
          </a:lstStyle>
          <a:p xmlns:a="http://schemas.openxmlformats.org/drawingml/2006/main">
            <a:pPr algn="ctr">
              <a:defRPr sz="2025" b="0">
                <a:solidFill>
                  <a:srgbClr val="111111"/>
                </a:solidFill>
                <a:latin typeface="Apple SD Gothic Neo"/>
                <a:ea typeface="Apple SD Gothic Neo"/>
                <a:cs typeface="Apple SD Gothic Neo"/>
              </a:defRPr>
            </a:pPr>
            <a:r>
              <a:rPr sz="2025" b="0">
                <a:solidFill>
                  <a:srgbClr val="111111"/>
                </a:solidFill>
                <a:latin typeface="Apple SD Gothic Neo"/>
                <a:ea typeface="Apple SD Gothic Neo"/>
                <a:cs typeface="Apple SD Gothic Neo"/>
              </a:rPr>
              <a:t>source·revision·기하 검증</a:t>
            </a:r>
          </a:p>
        </p:txBody>
      </p:sp>
      <p:sp>
        <p:nvSpPr>
          <p:cNvPr id="25" name="DP3 object 231">
            <a:extLst xmlns:a="http://schemas.openxmlformats.org/drawingml/2006/main">
              <a:ext uri="{FF2B5EF4-FFF2-40B4-BE49-F238E27FC236}">
                <a16:creationId xmlns:a16="http://schemas.microsoft.com/office/drawing/2014/main" id="{9B67DFC3-EE90-45F7-936F-2A44A84FDD99}"/>
              </a:ext>
            </a:extLst>
          </p:cNvPr>
          <p:cNvSpPr>
            <a:spLocks xmlns:a="http://schemas.openxmlformats.org/drawingml/2006/main" noGrp="1"/>
          </p:cNvSpPr>
          <p:nvPr/>
        </p:nvSpPr>
        <p:spPr>
          <a:xfrm xmlns:a="http://schemas.openxmlformats.org/drawingml/2006/main">
            <a:off x="3314700" y="4610100"/>
            <a:ext cx="2095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1">
                <a:solidFill>
                  <a:srgbClr val="C00000"/>
                </a:solidFill>
                <a:latin typeface="Apple SD Gothic Neo"/>
                <a:ea typeface="Apple SD Gothic Neo"/>
                <a:cs typeface="Apple SD Gothic Neo"/>
              </a:defRPr>
            </a:defPPr>
            <a:lvl1pPr algn="l">
              <a:defRPr sz="1725" b="1">
                <a:solidFill>
                  <a:srgbClr val="C00000"/>
                </a:solidFill>
                <a:latin typeface="Apple SD Gothic Neo"/>
                <a:ea typeface="Apple SD Gothic Neo"/>
                <a:cs typeface="Apple SD Gothic Neo"/>
              </a:defRPr>
            </a:lvl1pPr>
            <a:lvl2pPr algn="l">
              <a:defRPr sz="1725" b="1">
                <a:solidFill>
                  <a:srgbClr val="C00000"/>
                </a:solidFill>
                <a:latin typeface="Apple SD Gothic Neo"/>
                <a:ea typeface="Apple SD Gothic Neo"/>
                <a:cs typeface="Apple SD Gothic Neo"/>
              </a:defRPr>
            </a:lvl2pPr>
            <a:lvl3pPr algn="l">
              <a:defRPr sz="1725" b="1">
                <a:solidFill>
                  <a:srgbClr val="C00000"/>
                </a:solidFill>
                <a:latin typeface="Apple SD Gothic Neo"/>
                <a:ea typeface="Apple SD Gothic Neo"/>
                <a:cs typeface="Apple SD Gothic Neo"/>
              </a:defRPr>
            </a:lvl3pPr>
            <a:lvl4pPr algn="l">
              <a:defRPr sz="1725" b="1">
                <a:solidFill>
                  <a:srgbClr val="C00000"/>
                </a:solidFill>
                <a:latin typeface="Apple SD Gothic Neo"/>
                <a:ea typeface="Apple SD Gothic Neo"/>
                <a:cs typeface="Apple SD Gothic Neo"/>
              </a:defRPr>
            </a:lvl4pPr>
            <a:lvl5pPr algn="l">
              <a:defRPr sz="1725" b="1">
                <a:solidFill>
                  <a:srgbClr val="C00000"/>
                </a:solidFill>
                <a:latin typeface="Apple SD Gothic Neo"/>
                <a:ea typeface="Apple SD Gothic Neo"/>
                <a:cs typeface="Apple SD Gothic Neo"/>
              </a:defRPr>
            </a:lvl5pPr>
            <a:lvl6pPr algn="l">
              <a:defRPr sz="1725" b="1">
                <a:solidFill>
                  <a:srgbClr val="C00000"/>
                </a:solidFill>
                <a:latin typeface="Apple SD Gothic Neo"/>
                <a:ea typeface="Apple SD Gothic Neo"/>
                <a:cs typeface="Apple SD Gothic Neo"/>
              </a:defRPr>
            </a:lvl6pPr>
            <a:lvl7pPr algn="l">
              <a:defRPr sz="1725" b="1">
                <a:solidFill>
                  <a:srgbClr val="C00000"/>
                </a:solidFill>
                <a:latin typeface="Apple SD Gothic Neo"/>
                <a:ea typeface="Apple SD Gothic Neo"/>
                <a:cs typeface="Apple SD Gothic Neo"/>
              </a:defRPr>
            </a:lvl7pPr>
            <a:lvl8pPr algn="l">
              <a:defRPr sz="1725" b="1">
                <a:solidFill>
                  <a:srgbClr val="C00000"/>
                </a:solidFill>
                <a:latin typeface="Apple SD Gothic Neo"/>
                <a:ea typeface="Apple SD Gothic Neo"/>
                <a:cs typeface="Apple SD Gothic Neo"/>
              </a:defRPr>
            </a:lvl8pPr>
            <a:lvl9pPr algn="l">
              <a:defRPr sz="1725" b="1">
                <a:solidFill>
                  <a:srgbClr val="C00000"/>
                </a:solidFill>
                <a:latin typeface="Apple SD Gothic Neo"/>
                <a:ea typeface="Apple SD Gothic Neo"/>
                <a:cs typeface="Apple SD Gothic Neo"/>
              </a:defRPr>
            </a:lvl9pPr>
          </a:lstStyle>
          <a:p xmlns:a="http://schemas.openxmlformats.org/drawingml/2006/main">
            <a:pPr algn="l">
              <a:defRPr sz="1725" b="1">
                <a:solidFill>
                  <a:srgbClr val="C00000"/>
                </a:solidFill>
                <a:latin typeface="Apple SD Gothic Neo"/>
                <a:ea typeface="Apple SD Gothic Neo"/>
                <a:cs typeface="Apple SD Gothic Neo"/>
              </a:defRPr>
            </a:pPr>
            <a:r>
              <a:rPr sz="1725" b="1">
                <a:solidFill>
                  <a:srgbClr val="C00000"/>
                </a:solidFill>
                <a:latin typeface="Apple SD Gothic Neo"/>
                <a:ea typeface="Apple SD Gothic Neo"/>
                <a:cs typeface="Apple SD Gothic Neo"/>
              </a:rPr>
              <a:t>검증 거절</a:t>
            </a:r>
          </a:p>
        </p:txBody>
      </p:sp>
      <p:sp>
        <p:nvSpPr>
          <p:cNvPr id="26" name="Editable path 232">
            <a:extLst xmlns:a="http://schemas.openxmlformats.org/drawingml/2006/main">
              <a:ext uri="{FF2B5EF4-FFF2-40B4-BE49-F238E27FC236}">
                <a16:creationId xmlns:a16="http://schemas.microsoft.com/office/drawing/2014/main" id="{DEBB982C-126A-426F-99EA-4F75374D3039}"/>
              </a:ext>
            </a:extLst>
          </p:cNvPr>
          <p:cNvSpPr>
            <a:spLocks xmlns:a="http://schemas.openxmlformats.org/drawingml/2006/main" noGrp="1"/>
          </p:cNvSpPr>
          <p:nvPr/>
        </p:nvSpPr>
        <p:spPr>
          <a:xfrm xmlns:a="http://schemas.openxmlformats.org/drawingml/2006/main">
            <a:off x="3143250" y="4514850"/>
            <a:ext cx="953" cy="523875"/>
          </a:xfrm>
          <a:custGeom xmlns:a="http://schemas.openxmlformats.org/drawingml/2006/main">
            <a:pathLst>
              <a:path w="953" h="523875">
                <a:moveTo>
                  <a:pt x="0" y="0"/>
                </a:moveTo>
                <a:lnTo>
                  <a:pt x="0" y="523875"/>
                </a:lnTo>
              </a:path>
            </a:pathLst>
          </a:custGeom>
          <a:noFill xmlns:a="http://schemas.openxmlformats.org/drawingml/2006/main"/>
          <a:ln xmlns:a="http://schemas.openxmlformats.org/drawingml/2006/main" w="23813">
            <a:solidFill>
              <a:srgbClr val="C00000"/>
            </a:solidFill>
            <a:prstDash val="dash"/>
          </a:ln>
        </p:spPr>
      </p:sp>
      <p:sp>
        <p:nvSpPr>
          <p:cNvPr id="27" name="Editable arrowhead 233">
            <a:extLst xmlns:a="http://schemas.openxmlformats.org/drawingml/2006/main">
              <a:ext uri="{FF2B5EF4-FFF2-40B4-BE49-F238E27FC236}">
                <a16:creationId xmlns:a16="http://schemas.microsoft.com/office/drawing/2014/main" id="{C66E19C8-54F2-42F1-A118-99D861D1E1A8}"/>
              </a:ext>
            </a:extLst>
          </p:cNvPr>
          <p:cNvSpPr>
            <a:spLocks xmlns:a="http://schemas.openxmlformats.org/drawingml/2006/main" noGrp="1"/>
          </p:cNvSpPr>
          <p:nvPr/>
        </p:nvSpPr>
        <p:spPr>
          <a:xfrm xmlns:a="http://schemas.openxmlformats.org/drawingml/2006/main">
            <a:off x="3095625" y="49434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C00000"/>
          </a:solidFill>
          <a:ln xmlns:a="http://schemas.openxmlformats.org/drawingml/2006/main" w="5715">
            <a:solidFill>
              <a:srgbClr val="C00000"/>
            </a:solidFill>
            <a:prstDash val="solid"/>
          </a:ln>
        </p:spPr>
      </p:sp>
      <p:sp>
        <p:nvSpPr>
          <p:cNvPr id="28" name="A5  영향 범위의 좌표 view&#10;raw 지시점 crop 또는 전체 격자">
            <a:extLst xmlns:a="http://schemas.openxmlformats.org/drawingml/2006/main">
              <a:ext uri="{FF2B5EF4-FFF2-40B4-BE49-F238E27FC236}">
                <a16:creationId xmlns:a16="http://schemas.microsoft.com/office/drawing/2014/main" id="{AA4C0F59-8633-4622-9943-9E6E8CB4AFB5}"/>
              </a:ext>
            </a:extLst>
          </p:cNvPr>
          <p:cNvSpPr>
            <a:spLocks xmlns:a="http://schemas.openxmlformats.org/drawingml/2006/main" noGrp="1"/>
          </p:cNvSpPr>
          <p:nvPr/>
        </p:nvSpPr>
        <p:spPr>
          <a:xfrm xmlns:a="http://schemas.openxmlformats.org/drawingml/2006/main">
            <a:off x="752475" y="5038725"/>
            <a:ext cx="4781550" cy="866775"/>
          </a:xfrm>
          <a:prstGeom xmlns:a="http://schemas.openxmlformats.org/drawingml/2006/main" prst="rect">
            <a:avLst/>
          </a:prstGeom>
          <a:solidFill xmlns:a="http://schemas.openxmlformats.org/drawingml/2006/main">
            <a:srgbClr val="F1F6FC"/>
          </a:solidFill>
          <a:ln xmlns:a="http://schemas.openxmlformats.org/drawingml/2006/main" w="28575">
            <a:solidFill>
              <a:srgbClr val="4676CB"/>
            </a:solidFill>
            <a:prstDash val="solid"/>
          </a:ln>
        </p:spPr>
      </p:sp>
      <p:sp>
        <p:nvSpPr>
          <p:cNvPr id="29" name="DP3 object 234">
            <a:extLst xmlns:a="http://schemas.openxmlformats.org/drawingml/2006/main">
              <a:ext uri="{FF2B5EF4-FFF2-40B4-BE49-F238E27FC236}">
                <a16:creationId xmlns:a16="http://schemas.microsoft.com/office/drawing/2014/main" id="{DAB5F551-8F45-410A-87C0-A6EFABA5B0D4}"/>
              </a:ext>
            </a:extLst>
          </p:cNvPr>
          <p:cNvSpPr>
            <a:spLocks xmlns:a="http://schemas.openxmlformats.org/drawingml/2006/main" noGrp="1"/>
          </p:cNvSpPr>
          <p:nvPr/>
        </p:nvSpPr>
        <p:spPr>
          <a:xfrm xmlns:a="http://schemas.openxmlformats.org/drawingml/2006/main">
            <a:off x="819150" y="5076825"/>
            <a:ext cx="46482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4676CB"/>
                </a:solidFill>
                <a:latin typeface="Apple SD Gothic Neo"/>
                <a:ea typeface="Apple SD Gothic Neo"/>
                <a:cs typeface="Apple SD Gothic Neo"/>
              </a:defRPr>
            </a:defPPr>
            <a:lvl1pPr algn="ctr">
              <a:defRPr sz="1875" b="1">
                <a:solidFill>
                  <a:srgbClr val="4676CB"/>
                </a:solidFill>
                <a:latin typeface="Apple SD Gothic Neo"/>
                <a:ea typeface="Apple SD Gothic Neo"/>
                <a:cs typeface="Apple SD Gothic Neo"/>
              </a:defRPr>
            </a:lvl1pPr>
            <a:lvl2pPr algn="ctr">
              <a:defRPr sz="1875" b="1">
                <a:solidFill>
                  <a:srgbClr val="4676CB"/>
                </a:solidFill>
                <a:latin typeface="Apple SD Gothic Neo"/>
                <a:ea typeface="Apple SD Gothic Neo"/>
                <a:cs typeface="Apple SD Gothic Neo"/>
              </a:defRPr>
            </a:lvl2pPr>
            <a:lvl3pPr algn="ctr">
              <a:defRPr sz="1875" b="1">
                <a:solidFill>
                  <a:srgbClr val="4676CB"/>
                </a:solidFill>
                <a:latin typeface="Apple SD Gothic Neo"/>
                <a:ea typeface="Apple SD Gothic Neo"/>
                <a:cs typeface="Apple SD Gothic Neo"/>
              </a:defRPr>
            </a:lvl3pPr>
            <a:lvl4pPr algn="ctr">
              <a:defRPr sz="1875" b="1">
                <a:solidFill>
                  <a:srgbClr val="4676CB"/>
                </a:solidFill>
                <a:latin typeface="Apple SD Gothic Neo"/>
                <a:ea typeface="Apple SD Gothic Neo"/>
                <a:cs typeface="Apple SD Gothic Neo"/>
              </a:defRPr>
            </a:lvl4pPr>
            <a:lvl5pPr algn="ctr">
              <a:defRPr sz="1875" b="1">
                <a:solidFill>
                  <a:srgbClr val="4676CB"/>
                </a:solidFill>
                <a:latin typeface="Apple SD Gothic Neo"/>
                <a:ea typeface="Apple SD Gothic Neo"/>
                <a:cs typeface="Apple SD Gothic Neo"/>
              </a:defRPr>
            </a:lvl5pPr>
            <a:lvl6pPr algn="ctr">
              <a:defRPr sz="1875" b="1">
                <a:solidFill>
                  <a:srgbClr val="4676CB"/>
                </a:solidFill>
                <a:latin typeface="Apple SD Gothic Neo"/>
                <a:ea typeface="Apple SD Gothic Neo"/>
                <a:cs typeface="Apple SD Gothic Neo"/>
              </a:defRPr>
            </a:lvl6pPr>
            <a:lvl7pPr algn="ctr">
              <a:defRPr sz="1875" b="1">
                <a:solidFill>
                  <a:srgbClr val="4676CB"/>
                </a:solidFill>
                <a:latin typeface="Apple SD Gothic Neo"/>
                <a:ea typeface="Apple SD Gothic Neo"/>
                <a:cs typeface="Apple SD Gothic Neo"/>
              </a:defRPr>
            </a:lvl7pPr>
            <a:lvl8pPr algn="ctr">
              <a:defRPr sz="1875" b="1">
                <a:solidFill>
                  <a:srgbClr val="4676CB"/>
                </a:solidFill>
                <a:latin typeface="Apple SD Gothic Neo"/>
                <a:ea typeface="Apple SD Gothic Neo"/>
                <a:cs typeface="Apple SD Gothic Neo"/>
              </a:defRPr>
            </a:lvl8pPr>
            <a:lvl9pPr algn="ctr">
              <a:defRPr sz="1875" b="1">
                <a:solidFill>
                  <a:srgbClr val="4676CB"/>
                </a:solidFill>
                <a:latin typeface="Apple SD Gothic Neo"/>
                <a:ea typeface="Apple SD Gothic Neo"/>
                <a:cs typeface="Apple SD Gothic Neo"/>
              </a:defRPr>
            </a:lvl9pPr>
          </a:lstStyle>
          <a:p xmlns:a="http://schemas.openxmlformats.org/drawingml/2006/main">
            <a:pPr algn="ctr">
              <a:defRPr sz="1875" b="1">
                <a:solidFill>
                  <a:srgbClr val="4676CB"/>
                </a:solidFill>
                <a:latin typeface="Apple SD Gothic Neo"/>
                <a:ea typeface="Apple SD Gothic Neo"/>
                <a:cs typeface="Apple SD Gothic Neo"/>
              </a:defRPr>
            </a:pPr>
            <a:r>
              <a:rPr sz="1875" b="1">
                <a:solidFill>
                  <a:srgbClr val="4676CB"/>
                </a:solidFill>
                <a:latin typeface="Apple SD Gothic Neo"/>
                <a:ea typeface="Apple SD Gothic Neo"/>
                <a:cs typeface="Apple SD Gothic Neo"/>
              </a:rPr>
              <a:t>A5  영향 범위의 좌표 view</a:t>
            </a:r>
          </a:p>
          <a:p xmlns:a="http://schemas.openxmlformats.org/drawingml/2006/main">
            <a:pPr algn="ctr">
              <a:defRPr sz="1875" b="1">
                <a:solidFill>
                  <a:srgbClr val="4676CB"/>
                </a:solidFill>
                <a:latin typeface="Apple SD Gothic Neo"/>
                <a:ea typeface="Apple SD Gothic Neo"/>
                <a:cs typeface="Apple SD Gothic Neo"/>
              </a:defRPr>
            </a:pPr>
            <a:r>
              <a:rPr sz="1875" b="1">
                <a:solidFill>
                  <a:srgbClr val="4676CB"/>
                </a:solidFill>
                <a:latin typeface="Apple SD Gothic Neo"/>
                <a:ea typeface="Apple SD Gothic Neo"/>
                <a:cs typeface="Apple SD Gothic Neo"/>
              </a:rPr>
              <a:t>raw 지시점 crop 또는 전체 격자</a:t>
            </a:r>
          </a:p>
        </p:txBody>
      </p:sp>
      <p:sp>
        <p:nvSpPr>
          <p:cNvPr id="30" name="Editable path 235">
            <a:extLst xmlns:a="http://schemas.openxmlformats.org/drawingml/2006/main">
              <a:ext uri="{FF2B5EF4-FFF2-40B4-BE49-F238E27FC236}">
                <a16:creationId xmlns:a16="http://schemas.microsoft.com/office/drawing/2014/main" id="{3012B289-2716-4749-B24E-F7251D270155}"/>
              </a:ext>
            </a:extLst>
          </p:cNvPr>
          <p:cNvSpPr>
            <a:spLocks xmlns:a="http://schemas.openxmlformats.org/drawingml/2006/main" noGrp="1"/>
          </p:cNvSpPr>
          <p:nvPr/>
        </p:nvSpPr>
        <p:spPr>
          <a:xfrm xmlns:a="http://schemas.openxmlformats.org/drawingml/2006/main">
            <a:off x="3143250" y="5905500"/>
            <a:ext cx="953" cy="352425"/>
          </a:xfrm>
          <a:custGeom xmlns:a="http://schemas.openxmlformats.org/drawingml/2006/main">
            <a:pathLst>
              <a:path w="953" h="352425">
                <a:moveTo>
                  <a:pt x="0" y="0"/>
                </a:moveTo>
                <a:lnTo>
                  <a:pt x="0" y="352425"/>
                </a:lnTo>
              </a:path>
            </a:pathLst>
          </a:custGeom>
          <a:noFill xmlns:a="http://schemas.openxmlformats.org/drawingml/2006/main"/>
          <a:ln xmlns:a="http://schemas.openxmlformats.org/drawingml/2006/main" w="24765">
            <a:solidFill>
              <a:srgbClr val="4676CB"/>
            </a:solidFill>
            <a:prstDash val="solid"/>
          </a:ln>
        </p:spPr>
      </p:sp>
      <p:sp>
        <p:nvSpPr>
          <p:cNvPr id="31" name="Editable arrowhead 236">
            <a:extLst xmlns:a="http://schemas.openxmlformats.org/drawingml/2006/main">
              <a:ext uri="{FF2B5EF4-FFF2-40B4-BE49-F238E27FC236}">
                <a16:creationId xmlns:a16="http://schemas.microsoft.com/office/drawing/2014/main" id="{3DC437A7-F480-4CBE-B1A3-9D4EB6580504}"/>
              </a:ext>
            </a:extLst>
          </p:cNvPr>
          <p:cNvSpPr>
            <a:spLocks xmlns:a="http://schemas.openxmlformats.org/drawingml/2006/main" noGrp="1"/>
          </p:cNvSpPr>
          <p:nvPr/>
        </p:nvSpPr>
        <p:spPr>
          <a:xfrm xmlns:a="http://schemas.openxmlformats.org/drawingml/2006/main">
            <a:off x="3095625" y="61626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32" name="A2  영향 표현만 다시 판단·패치&#10;비영향 표현의 binding은 유지">
            <a:extLst xmlns:a="http://schemas.openxmlformats.org/drawingml/2006/main">
              <a:ext uri="{FF2B5EF4-FFF2-40B4-BE49-F238E27FC236}">
                <a16:creationId xmlns:a16="http://schemas.microsoft.com/office/drawing/2014/main" id="{2C811B30-6DB4-4C24-A54A-BC945821AB1C}"/>
              </a:ext>
            </a:extLst>
          </p:cNvPr>
          <p:cNvSpPr>
            <a:spLocks xmlns:a="http://schemas.openxmlformats.org/drawingml/2006/main" noGrp="1"/>
          </p:cNvSpPr>
          <p:nvPr/>
        </p:nvSpPr>
        <p:spPr>
          <a:xfrm xmlns:a="http://schemas.openxmlformats.org/drawingml/2006/main">
            <a:off x="752475" y="6257925"/>
            <a:ext cx="4781550" cy="866775"/>
          </a:xfrm>
          <a:prstGeom xmlns:a="http://schemas.openxmlformats.org/drawingml/2006/main" prst="rect">
            <a:avLst/>
          </a:prstGeom>
          <a:solidFill xmlns:a="http://schemas.openxmlformats.org/drawingml/2006/main">
            <a:srgbClr val="F1F6FC"/>
          </a:solidFill>
          <a:ln xmlns:a="http://schemas.openxmlformats.org/drawingml/2006/main" w="28575">
            <a:solidFill>
              <a:srgbClr val="4676CB"/>
            </a:solidFill>
            <a:prstDash val="solid"/>
          </a:ln>
        </p:spPr>
      </p:sp>
      <p:sp>
        <p:nvSpPr>
          <p:cNvPr id="33" name="DP3 object 237">
            <a:extLst xmlns:a="http://schemas.openxmlformats.org/drawingml/2006/main">
              <a:ext uri="{FF2B5EF4-FFF2-40B4-BE49-F238E27FC236}">
                <a16:creationId xmlns:a16="http://schemas.microsoft.com/office/drawing/2014/main" id="{E7DBFBC9-BD99-4116-9CCB-37D6677D8CF8}"/>
              </a:ext>
            </a:extLst>
          </p:cNvPr>
          <p:cNvSpPr>
            <a:spLocks xmlns:a="http://schemas.openxmlformats.org/drawingml/2006/main" noGrp="1"/>
          </p:cNvSpPr>
          <p:nvPr/>
        </p:nvSpPr>
        <p:spPr>
          <a:xfrm xmlns:a="http://schemas.openxmlformats.org/drawingml/2006/main">
            <a:off x="819150" y="6296025"/>
            <a:ext cx="46482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4676CB"/>
                </a:solidFill>
                <a:latin typeface="Apple SD Gothic Neo"/>
                <a:ea typeface="Apple SD Gothic Neo"/>
                <a:cs typeface="Apple SD Gothic Neo"/>
              </a:defRPr>
            </a:defPPr>
            <a:lvl1pPr algn="ctr">
              <a:defRPr sz="1875" b="1">
                <a:solidFill>
                  <a:srgbClr val="4676CB"/>
                </a:solidFill>
                <a:latin typeface="Apple SD Gothic Neo"/>
                <a:ea typeface="Apple SD Gothic Neo"/>
                <a:cs typeface="Apple SD Gothic Neo"/>
              </a:defRPr>
            </a:lvl1pPr>
            <a:lvl2pPr algn="ctr">
              <a:defRPr sz="1875" b="1">
                <a:solidFill>
                  <a:srgbClr val="4676CB"/>
                </a:solidFill>
                <a:latin typeface="Apple SD Gothic Neo"/>
                <a:ea typeface="Apple SD Gothic Neo"/>
                <a:cs typeface="Apple SD Gothic Neo"/>
              </a:defRPr>
            </a:lvl2pPr>
            <a:lvl3pPr algn="ctr">
              <a:defRPr sz="1875" b="1">
                <a:solidFill>
                  <a:srgbClr val="4676CB"/>
                </a:solidFill>
                <a:latin typeface="Apple SD Gothic Neo"/>
                <a:ea typeface="Apple SD Gothic Neo"/>
                <a:cs typeface="Apple SD Gothic Neo"/>
              </a:defRPr>
            </a:lvl3pPr>
            <a:lvl4pPr algn="ctr">
              <a:defRPr sz="1875" b="1">
                <a:solidFill>
                  <a:srgbClr val="4676CB"/>
                </a:solidFill>
                <a:latin typeface="Apple SD Gothic Neo"/>
                <a:ea typeface="Apple SD Gothic Neo"/>
                <a:cs typeface="Apple SD Gothic Neo"/>
              </a:defRPr>
            </a:lvl4pPr>
            <a:lvl5pPr algn="ctr">
              <a:defRPr sz="1875" b="1">
                <a:solidFill>
                  <a:srgbClr val="4676CB"/>
                </a:solidFill>
                <a:latin typeface="Apple SD Gothic Neo"/>
                <a:ea typeface="Apple SD Gothic Neo"/>
                <a:cs typeface="Apple SD Gothic Neo"/>
              </a:defRPr>
            </a:lvl5pPr>
            <a:lvl6pPr algn="ctr">
              <a:defRPr sz="1875" b="1">
                <a:solidFill>
                  <a:srgbClr val="4676CB"/>
                </a:solidFill>
                <a:latin typeface="Apple SD Gothic Neo"/>
                <a:ea typeface="Apple SD Gothic Neo"/>
                <a:cs typeface="Apple SD Gothic Neo"/>
              </a:defRPr>
            </a:lvl6pPr>
            <a:lvl7pPr algn="ctr">
              <a:defRPr sz="1875" b="1">
                <a:solidFill>
                  <a:srgbClr val="4676CB"/>
                </a:solidFill>
                <a:latin typeface="Apple SD Gothic Neo"/>
                <a:ea typeface="Apple SD Gothic Neo"/>
                <a:cs typeface="Apple SD Gothic Neo"/>
              </a:defRPr>
            </a:lvl7pPr>
            <a:lvl8pPr algn="ctr">
              <a:defRPr sz="1875" b="1">
                <a:solidFill>
                  <a:srgbClr val="4676CB"/>
                </a:solidFill>
                <a:latin typeface="Apple SD Gothic Neo"/>
                <a:ea typeface="Apple SD Gothic Neo"/>
                <a:cs typeface="Apple SD Gothic Neo"/>
              </a:defRPr>
            </a:lvl8pPr>
            <a:lvl9pPr algn="ctr">
              <a:defRPr sz="1875" b="1">
                <a:solidFill>
                  <a:srgbClr val="4676CB"/>
                </a:solidFill>
                <a:latin typeface="Apple SD Gothic Neo"/>
                <a:ea typeface="Apple SD Gothic Neo"/>
                <a:cs typeface="Apple SD Gothic Neo"/>
              </a:defRPr>
            </a:lvl9pPr>
          </a:lstStyle>
          <a:p xmlns:a="http://schemas.openxmlformats.org/drawingml/2006/main">
            <a:pPr algn="ctr">
              <a:defRPr sz="1875" b="1">
                <a:solidFill>
                  <a:srgbClr val="4676CB"/>
                </a:solidFill>
                <a:latin typeface="Apple SD Gothic Neo"/>
                <a:ea typeface="Apple SD Gothic Neo"/>
                <a:cs typeface="Apple SD Gothic Neo"/>
              </a:defRPr>
            </a:pPr>
            <a:r>
              <a:rPr sz="1875" b="1">
                <a:solidFill>
                  <a:srgbClr val="4676CB"/>
                </a:solidFill>
                <a:latin typeface="Apple SD Gothic Neo"/>
                <a:ea typeface="Apple SD Gothic Neo"/>
                <a:cs typeface="Apple SD Gothic Neo"/>
              </a:rPr>
              <a:t>A2  영향 표현만 다시 판단·패치</a:t>
            </a:r>
          </a:p>
          <a:p xmlns:a="http://schemas.openxmlformats.org/drawingml/2006/main">
            <a:pPr algn="ctr">
              <a:defRPr sz="1875" b="1">
                <a:solidFill>
                  <a:srgbClr val="4676CB"/>
                </a:solidFill>
                <a:latin typeface="Apple SD Gothic Neo"/>
                <a:ea typeface="Apple SD Gothic Neo"/>
                <a:cs typeface="Apple SD Gothic Neo"/>
              </a:defRPr>
            </a:pPr>
            <a:r>
              <a:rPr sz="1875" b="1">
                <a:solidFill>
                  <a:srgbClr val="4676CB"/>
                </a:solidFill>
                <a:latin typeface="Apple SD Gothic Neo"/>
                <a:ea typeface="Apple SD Gothic Neo"/>
                <a:cs typeface="Apple SD Gothic Neo"/>
              </a:rPr>
              <a:t>비영향 표현의 binding은 유지</a:t>
            </a:r>
          </a:p>
        </p:txBody>
      </p:sp>
      <p:sp>
        <p:nvSpPr>
          <p:cNvPr id="34" name="Editable path 238">
            <a:extLst xmlns:a="http://schemas.openxmlformats.org/drawingml/2006/main">
              <a:ext uri="{FF2B5EF4-FFF2-40B4-BE49-F238E27FC236}">
                <a16:creationId xmlns:a16="http://schemas.microsoft.com/office/drawing/2014/main" id="{37B94A98-F40D-4057-8B79-783F8763DE11}"/>
              </a:ext>
            </a:extLst>
          </p:cNvPr>
          <p:cNvSpPr>
            <a:spLocks xmlns:a="http://schemas.openxmlformats.org/drawingml/2006/main" noGrp="1"/>
          </p:cNvSpPr>
          <p:nvPr/>
        </p:nvSpPr>
        <p:spPr>
          <a:xfrm xmlns:a="http://schemas.openxmlformats.org/drawingml/2006/main">
            <a:off x="3143250" y="7124700"/>
            <a:ext cx="953" cy="361950"/>
          </a:xfrm>
          <a:custGeom xmlns:a="http://schemas.openxmlformats.org/drawingml/2006/main">
            <a:pathLst>
              <a:path w="953" h="361950">
                <a:moveTo>
                  <a:pt x="0" y="0"/>
                </a:moveTo>
                <a:lnTo>
                  <a:pt x="0" y="361950"/>
                </a:lnTo>
              </a:path>
            </a:pathLst>
          </a:custGeom>
          <a:noFill xmlns:a="http://schemas.openxmlformats.org/drawingml/2006/main"/>
          <a:ln xmlns:a="http://schemas.openxmlformats.org/drawingml/2006/main" w="24765">
            <a:solidFill>
              <a:srgbClr val="4676CB"/>
            </a:solidFill>
            <a:prstDash val="solid"/>
          </a:ln>
        </p:spPr>
      </p:sp>
      <p:sp>
        <p:nvSpPr>
          <p:cNvPr id="35" name="Editable arrowhead 239">
            <a:extLst xmlns:a="http://schemas.openxmlformats.org/drawingml/2006/main">
              <a:ext uri="{FF2B5EF4-FFF2-40B4-BE49-F238E27FC236}">
                <a16:creationId xmlns:a16="http://schemas.microsoft.com/office/drawing/2014/main" id="{974EFA15-A58C-4ED0-BF14-D10A7B9E0693}"/>
              </a:ext>
            </a:extLst>
          </p:cNvPr>
          <p:cNvSpPr>
            <a:spLocks xmlns:a="http://schemas.openxmlformats.org/drawingml/2006/main" noGrp="1"/>
          </p:cNvSpPr>
          <p:nvPr/>
        </p:nvSpPr>
        <p:spPr>
          <a:xfrm xmlns:a="http://schemas.openxmlformats.org/drawingml/2006/main">
            <a:off x="3095625" y="73914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36" name="전체 현재성 재검증 후 채택">
            <a:extLst xmlns:a="http://schemas.openxmlformats.org/drawingml/2006/main">
              <a:ext uri="{FF2B5EF4-FFF2-40B4-BE49-F238E27FC236}">
                <a16:creationId xmlns:a16="http://schemas.microsoft.com/office/drawing/2014/main" id="{3A12ACBE-EF29-47F2-8F08-E76E54A71C08}"/>
              </a:ext>
            </a:extLst>
          </p:cNvPr>
          <p:cNvSpPr>
            <a:spLocks xmlns:a="http://schemas.openxmlformats.org/drawingml/2006/main" noGrp="1"/>
          </p:cNvSpPr>
          <p:nvPr/>
        </p:nvSpPr>
        <p:spPr>
          <a:xfrm xmlns:a="http://schemas.openxmlformats.org/drawingml/2006/main">
            <a:off x="752475" y="7486650"/>
            <a:ext cx="4781550" cy="5429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7" name="DP3 object 240">
            <a:extLst xmlns:a="http://schemas.openxmlformats.org/drawingml/2006/main">
              <a:ext uri="{FF2B5EF4-FFF2-40B4-BE49-F238E27FC236}">
                <a16:creationId xmlns:a16="http://schemas.microsoft.com/office/drawing/2014/main" id="{D067D1CD-5759-4FAE-B7F6-37DC115344CD}"/>
              </a:ext>
            </a:extLst>
          </p:cNvPr>
          <p:cNvSpPr>
            <a:spLocks xmlns:a="http://schemas.openxmlformats.org/drawingml/2006/main" noGrp="1"/>
          </p:cNvSpPr>
          <p:nvPr/>
        </p:nvSpPr>
        <p:spPr>
          <a:xfrm xmlns:a="http://schemas.openxmlformats.org/drawingml/2006/main">
            <a:off x="819150" y="7524750"/>
            <a:ext cx="46482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1">
                <a:solidFill>
                  <a:srgbClr val="111111"/>
                </a:solidFill>
                <a:latin typeface="Apple SD Gothic Neo"/>
                <a:ea typeface="Apple SD Gothic Neo"/>
                <a:cs typeface="Apple SD Gothic Neo"/>
              </a:defRPr>
            </a:defPPr>
            <a:lvl1pPr algn="ctr">
              <a:defRPr sz="1950" b="1">
                <a:solidFill>
                  <a:srgbClr val="111111"/>
                </a:solidFill>
                <a:latin typeface="Apple SD Gothic Neo"/>
                <a:ea typeface="Apple SD Gothic Neo"/>
                <a:cs typeface="Apple SD Gothic Neo"/>
              </a:defRPr>
            </a:lvl1pPr>
            <a:lvl2pPr algn="ctr">
              <a:defRPr sz="1950" b="1">
                <a:solidFill>
                  <a:srgbClr val="111111"/>
                </a:solidFill>
                <a:latin typeface="Apple SD Gothic Neo"/>
                <a:ea typeface="Apple SD Gothic Neo"/>
                <a:cs typeface="Apple SD Gothic Neo"/>
              </a:defRPr>
            </a:lvl2pPr>
            <a:lvl3pPr algn="ctr">
              <a:defRPr sz="1950" b="1">
                <a:solidFill>
                  <a:srgbClr val="111111"/>
                </a:solidFill>
                <a:latin typeface="Apple SD Gothic Neo"/>
                <a:ea typeface="Apple SD Gothic Neo"/>
                <a:cs typeface="Apple SD Gothic Neo"/>
              </a:defRPr>
            </a:lvl3pPr>
            <a:lvl4pPr algn="ctr">
              <a:defRPr sz="1950" b="1">
                <a:solidFill>
                  <a:srgbClr val="111111"/>
                </a:solidFill>
                <a:latin typeface="Apple SD Gothic Neo"/>
                <a:ea typeface="Apple SD Gothic Neo"/>
                <a:cs typeface="Apple SD Gothic Neo"/>
              </a:defRPr>
            </a:lvl4pPr>
            <a:lvl5pPr algn="ctr">
              <a:defRPr sz="1950" b="1">
                <a:solidFill>
                  <a:srgbClr val="111111"/>
                </a:solidFill>
                <a:latin typeface="Apple SD Gothic Neo"/>
                <a:ea typeface="Apple SD Gothic Neo"/>
                <a:cs typeface="Apple SD Gothic Neo"/>
              </a:defRPr>
            </a:lvl5pPr>
            <a:lvl6pPr algn="ctr">
              <a:defRPr sz="1950" b="1">
                <a:solidFill>
                  <a:srgbClr val="111111"/>
                </a:solidFill>
                <a:latin typeface="Apple SD Gothic Neo"/>
                <a:ea typeface="Apple SD Gothic Neo"/>
                <a:cs typeface="Apple SD Gothic Neo"/>
              </a:defRPr>
            </a:lvl6pPr>
            <a:lvl7pPr algn="ctr">
              <a:defRPr sz="1950" b="1">
                <a:solidFill>
                  <a:srgbClr val="111111"/>
                </a:solidFill>
                <a:latin typeface="Apple SD Gothic Neo"/>
                <a:ea typeface="Apple SD Gothic Neo"/>
                <a:cs typeface="Apple SD Gothic Neo"/>
              </a:defRPr>
            </a:lvl7pPr>
            <a:lvl8pPr algn="ctr">
              <a:defRPr sz="1950" b="1">
                <a:solidFill>
                  <a:srgbClr val="111111"/>
                </a:solidFill>
                <a:latin typeface="Apple SD Gothic Neo"/>
                <a:ea typeface="Apple SD Gothic Neo"/>
                <a:cs typeface="Apple SD Gothic Neo"/>
              </a:defRPr>
            </a:lvl8pPr>
            <a:lvl9pPr algn="ctr">
              <a:defRPr sz="1950" b="1">
                <a:solidFill>
                  <a:srgbClr val="111111"/>
                </a:solidFill>
                <a:latin typeface="Apple SD Gothic Neo"/>
                <a:ea typeface="Apple SD Gothic Neo"/>
                <a:cs typeface="Apple SD Gothic Neo"/>
              </a:defRPr>
            </a:lvl9pPr>
          </a:lstStyle>
          <a:p xmlns:a="http://schemas.openxmlformats.org/drawingml/2006/main">
            <a:pPr algn="ctr">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전체 현재성 재검증 후 채택</a:t>
            </a:r>
          </a:p>
        </p:txBody>
      </p:sp>
      <p:sp>
        <p:nvSpPr>
          <p:cNvPr id="38" name="DP3 object 241">
            <a:extLst xmlns:a="http://schemas.openxmlformats.org/drawingml/2006/main">
              <a:ext uri="{FF2B5EF4-FFF2-40B4-BE49-F238E27FC236}">
                <a16:creationId xmlns:a16="http://schemas.microsoft.com/office/drawing/2014/main" id="{C4D4ECC5-A7C7-4DEB-8CBC-8848B8BCC5DC}"/>
              </a:ext>
            </a:extLst>
          </p:cNvPr>
          <p:cNvSpPr>
            <a:spLocks xmlns:a="http://schemas.openxmlformats.org/drawingml/2006/main" noGrp="1"/>
          </p:cNvSpPr>
          <p:nvPr/>
        </p:nvSpPr>
        <p:spPr>
          <a:xfrm xmlns:a="http://schemas.openxmlformats.org/drawingml/2006/main">
            <a:off x="495300" y="8305800"/>
            <a:ext cx="53149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0">
                <a:solidFill>
                  <a:srgbClr val="111111"/>
                </a:solidFill>
                <a:latin typeface="Apple SD Gothic Neo"/>
                <a:ea typeface="Apple SD Gothic Neo"/>
                <a:cs typeface="Apple SD Gothic Neo"/>
              </a:defRPr>
            </a:defPPr>
            <a:lvl1pPr algn="ctr">
              <a:defRPr sz="1875" b="0">
                <a:solidFill>
                  <a:srgbClr val="111111"/>
                </a:solidFill>
                <a:latin typeface="Apple SD Gothic Neo"/>
                <a:ea typeface="Apple SD Gothic Neo"/>
                <a:cs typeface="Apple SD Gothic Neo"/>
              </a:defRPr>
            </a:lvl1pPr>
            <a:lvl2pPr algn="ctr">
              <a:defRPr sz="1875" b="0">
                <a:solidFill>
                  <a:srgbClr val="111111"/>
                </a:solidFill>
                <a:latin typeface="Apple SD Gothic Neo"/>
                <a:ea typeface="Apple SD Gothic Neo"/>
                <a:cs typeface="Apple SD Gothic Neo"/>
              </a:defRPr>
            </a:lvl2pPr>
            <a:lvl3pPr algn="ctr">
              <a:defRPr sz="1875" b="0">
                <a:solidFill>
                  <a:srgbClr val="111111"/>
                </a:solidFill>
                <a:latin typeface="Apple SD Gothic Neo"/>
                <a:ea typeface="Apple SD Gothic Neo"/>
                <a:cs typeface="Apple SD Gothic Neo"/>
              </a:defRPr>
            </a:lvl3pPr>
            <a:lvl4pPr algn="ctr">
              <a:defRPr sz="1875" b="0">
                <a:solidFill>
                  <a:srgbClr val="111111"/>
                </a:solidFill>
                <a:latin typeface="Apple SD Gothic Neo"/>
                <a:ea typeface="Apple SD Gothic Neo"/>
                <a:cs typeface="Apple SD Gothic Neo"/>
              </a:defRPr>
            </a:lvl4pPr>
            <a:lvl5pPr algn="ctr">
              <a:defRPr sz="1875" b="0">
                <a:solidFill>
                  <a:srgbClr val="111111"/>
                </a:solidFill>
                <a:latin typeface="Apple SD Gothic Neo"/>
                <a:ea typeface="Apple SD Gothic Neo"/>
                <a:cs typeface="Apple SD Gothic Neo"/>
              </a:defRPr>
            </a:lvl5pPr>
            <a:lvl6pPr algn="ctr">
              <a:defRPr sz="1875" b="0">
                <a:solidFill>
                  <a:srgbClr val="111111"/>
                </a:solidFill>
                <a:latin typeface="Apple SD Gothic Neo"/>
                <a:ea typeface="Apple SD Gothic Neo"/>
                <a:cs typeface="Apple SD Gothic Neo"/>
              </a:defRPr>
            </a:lvl6pPr>
            <a:lvl7pPr algn="ctr">
              <a:defRPr sz="1875" b="0">
                <a:solidFill>
                  <a:srgbClr val="111111"/>
                </a:solidFill>
                <a:latin typeface="Apple SD Gothic Neo"/>
                <a:ea typeface="Apple SD Gothic Neo"/>
                <a:cs typeface="Apple SD Gothic Neo"/>
              </a:defRPr>
            </a:lvl7pPr>
            <a:lvl8pPr algn="ctr">
              <a:defRPr sz="1875" b="0">
                <a:solidFill>
                  <a:srgbClr val="111111"/>
                </a:solidFill>
                <a:latin typeface="Apple SD Gothic Neo"/>
                <a:ea typeface="Apple SD Gothic Neo"/>
                <a:cs typeface="Apple SD Gothic Neo"/>
              </a:defRPr>
            </a:lvl8pPr>
            <a:lvl9pPr algn="ctr">
              <a:defRPr sz="1875" b="0">
                <a:solidFill>
                  <a:srgbClr val="111111"/>
                </a:solidFill>
                <a:latin typeface="Apple SD Gothic Neo"/>
                <a:ea typeface="Apple SD Gothic Neo"/>
                <a:cs typeface="Apple SD Gothic Neo"/>
              </a:defRPr>
            </a:lvl9pPr>
          </a:lstStyle>
          <a:p xmlns:a="http://schemas.openxmlformats.org/drawingml/2006/main">
            <a:pPr algn="ctr">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동일 Joint 책임에서 수행</a:t>
            </a:r>
          </a:p>
          <a:p xmlns:a="http://schemas.openxmlformats.org/drawingml/2006/main">
            <a:pPr algn="ctr">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원본 PNG와 overlay 유지</a:t>
            </a:r>
          </a:p>
        </p:txBody>
      </p:sp>
      <p:sp>
        <p:nvSpPr>
          <p:cNvPr id="39" name="DP3 object 242">
            <a:extLst xmlns:a="http://schemas.openxmlformats.org/drawingml/2006/main">
              <a:ext uri="{FF2B5EF4-FFF2-40B4-BE49-F238E27FC236}">
                <a16:creationId xmlns:a16="http://schemas.microsoft.com/office/drawing/2014/main" id="{17A21D7A-4EE4-45EC-8874-AFB905D145F3}"/>
              </a:ext>
            </a:extLst>
          </p:cNvPr>
          <p:cNvSpPr>
            <a:spLocks xmlns:a="http://schemas.openxmlformats.org/drawingml/2006/main" noGrp="1"/>
          </p:cNvSpPr>
          <p:nvPr/>
        </p:nvSpPr>
        <p:spPr>
          <a:xfrm xmlns:a="http://schemas.openxmlformats.org/drawingml/2006/main">
            <a:off x="6391275" y="2209800"/>
            <a:ext cx="11582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775" b="1">
                <a:solidFill>
                  <a:srgbClr val="4676CB"/>
                </a:solidFill>
                <a:latin typeface="Apple SD Gothic Neo"/>
                <a:ea typeface="Apple SD Gothic Neo"/>
                <a:cs typeface="Apple SD Gothic Neo"/>
              </a:defRPr>
            </a:defPPr>
            <a:lvl1pPr algn="l">
              <a:defRPr sz="2775" b="1">
                <a:solidFill>
                  <a:srgbClr val="4676CB"/>
                </a:solidFill>
                <a:latin typeface="Apple SD Gothic Neo"/>
                <a:ea typeface="Apple SD Gothic Neo"/>
                <a:cs typeface="Apple SD Gothic Neo"/>
              </a:defRPr>
            </a:lvl1pPr>
            <a:lvl2pPr algn="l">
              <a:defRPr sz="2775" b="1">
                <a:solidFill>
                  <a:srgbClr val="4676CB"/>
                </a:solidFill>
                <a:latin typeface="Apple SD Gothic Neo"/>
                <a:ea typeface="Apple SD Gothic Neo"/>
                <a:cs typeface="Apple SD Gothic Neo"/>
              </a:defRPr>
            </a:lvl2pPr>
            <a:lvl3pPr algn="l">
              <a:defRPr sz="2775" b="1">
                <a:solidFill>
                  <a:srgbClr val="4676CB"/>
                </a:solidFill>
                <a:latin typeface="Apple SD Gothic Neo"/>
                <a:ea typeface="Apple SD Gothic Neo"/>
                <a:cs typeface="Apple SD Gothic Neo"/>
              </a:defRPr>
            </a:lvl3pPr>
            <a:lvl4pPr algn="l">
              <a:defRPr sz="2775" b="1">
                <a:solidFill>
                  <a:srgbClr val="4676CB"/>
                </a:solidFill>
                <a:latin typeface="Apple SD Gothic Neo"/>
                <a:ea typeface="Apple SD Gothic Neo"/>
                <a:cs typeface="Apple SD Gothic Neo"/>
              </a:defRPr>
            </a:lvl4pPr>
            <a:lvl5pPr algn="l">
              <a:defRPr sz="2775" b="1">
                <a:solidFill>
                  <a:srgbClr val="4676CB"/>
                </a:solidFill>
                <a:latin typeface="Apple SD Gothic Neo"/>
                <a:ea typeface="Apple SD Gothic Neo"/>
                <a:cs typeface="Apple SD Gothic Neo"/>
              </a:defRPr>
            </a:lvl5pPr>
            <a:lvl6pPr algn="l">
              <a:defRPr sz="2775" b="1">
                <a:solidFill>
                  <a:srgbClr val="4676CB"/>
                </a:solidFill>
                <a:latin typeface="Apple SD Gothic Neo"/>
                <a:ea typeface="Apple SD Gothic Neo"/>
                <a:cs typeface="Apple SD Gothic Neo"/>
              </a:defRPr>
            </a:lvl6pPr>
            <a:lvl7pPr algn="l">
              <a:defRPr sz="2775" b="1">
                <a:solidFill>
                  <a:srgbClr val="4676CB"/>
                </a:solidFill>
                <a:latin typeface="Apple SD Gothic Neo"/>
                <a:ea typeface="Apple SD Gothic Neo"/>
                <a:cs typeface="Apple SD Gothic Neo"/>
              </a:defRPr>
            </a:lvl7pPr>
            <a:lvl8pPr algn="l">
              <a:defRPr sz="2775" b="1">
                <a:solidFill>
                  <a:srgbClr val="4676CB"/>
                </a:solidFill>
                <a:latin typeface="Apple SD Gothic Neo"/>
                <a:ea typeface="Apple SD Gothic Neo"/>
                <a:cs typeface="Apple SD Gothic Neo"/>
              </a:defRPr>
            </a:lvl8pPr>
            <a:lvl9pPr algn="l">
              <a:defRPr sz="2775" b="1">
                <a:solidFill>
                  <a:srgbClr val="4676CB"/>
                </a:solidFill>
                <a:latin typeface="Apple SD Gothic Neo"/>
                <a:ea typeface="Apple SD Gothic Neo"/>
                <a:cs typeface="Apple SD Gothic Neo"/>
              </a:defRPr>
            </a:lvl9pPr>
          </a:lstStyle>
          <a:p xmlns:a="http://schemas.openxmlformats.org/drawingml/2006/main">
            <a:pPr algn="l">
              <a:defRPr sz="2775" b="1">
                <a:solidFill>
                  <a:srgbClr val="4676CB"/>
                </a:solidFill>
                <a:latin typeface="Apple SD Gothic Neo"/>
                <a:ea typeface="Apple SD Gothic Neo"/>
                <a:cs typeface="Apple SD Gothic Neo"/>
              </a:defRPr>
            </a:pPr>
            <a:r>
              <a:rPr sz="2775" b="1">
                <a:solidFill>
                  <a:srgbClr val="4676CB"/>
                </a:solidFill>
                <a:latin typeface="Apple SD Gothic Neo"/>
                <a:ea typeface="Apple SD Gothic Neo"/>
                <a:cs typeface="Apple SD Gothic Neo"/>
              </a:rPr>
              <a:t>QA02  19/24 (79.2%) → 24/24 (100%)</a:t>
            </a:r>
          </a:p>
        </p:txBody>
      </p:sp>
      <p:graphicFrame>
        <p:nvGraphicFramePr>
          <p:cNvPr id="40" name="">
            <a:extLst xmlns:a="http://schemas.openxmlformats.org/drawingml/2006/main">
              <a:ext uri="{FF2B5EF4-FFF2-40B4-BE49-F238E27FC236}">
                <a16:creationId xmlns:a16="http://schemas.microsoft.com/office/drawing/2014/main" id="{4893142C-4B51-4CA4-A29D-3C0D953D3AB8}"/>
              </a:ext>
            </a:extLst>
          </p:cNvPr>
          <p:cNvGraphicFramePr/>
          <p:nvPr/>
        </p:nvGraphicFramePr>
        <p:xfrm>
          <a:off xmlns:a="http://schemas.openxmlformats.org/drawingml/2006/main" x="6391275" y="2914650"/>
          <a:ext xmlns:a="http://schemas.openxmlformats.org/drawingml/2006/main" cx="11658600" cy="4829175"/>
        </p:xfrm>
        <a:graphic xmlns:a="http://schemas.openxmlformats.org/drawingml/2006/main">
          <a:graphicData uri="http://schemas.openxmlformats.org/drawingml/2006/table">
            <a:tbl>
              <a:tblPr firstRow="0" bandRow="0" bandCol="0"/>
              <a:tblGrid>
                <a:gridCol w="3209925"/>
                <a:gridCol w="2667000"/>
                <a:gridCol w="2667000"/>
                <a:gridCol w="3114675"/>
              </a:tblGrid>
              <a:tr h="409575">
                <a:tc>
                  <a:txBody>
                    <a:bodyPr anchor="ctr"/>
                    <a:lstStyle/>
                    <a:p>
                      <a:pPr algn="ctr"/>
                      <a:r>
                        <a:rPr sz="1875" b="1">
                          <a:solidFill>
                            <a:srgbClr val="111111"/>
                          </a:solidFill>
                          <a:latin typeface="Apple SD Gothic Neo"/>
                          <a:ea typeface="Apple SD Gothic Neo"/>
                          <a:cs typeface="Apple SD Gothic Neo"/>
                        </a:rPr>
                        <a:t>지표</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pixel A</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pixel A2+A5</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해석</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33400">
                <a:tc>
                  <a:txBody>
                    <a:bodyPr anchor="ctr"/>
                    <a:lstStyle/>
                    <a:p>
                      <a:pPr algn="ctr"/>
                      <a:r>
                        <a:rPr sz="1725">
                          <a:solidFill>
                            <a:srgbClr val="111111"/>
                          </a:solidFill>
                          <a:latin typeface="Apple SD Gothic Neo"/>
                          <a:ea typeface="Apple SD Gothic Neo"/>
                          <a:cs typeface="Apple SD Gothic Neo"/>
                        </a:rPr>
                        <a:t>QA01 첫 응답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9.268 (12/15)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11.036 (15/15)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725" b="1">
                          <a:solidFill>
                            <a:srgbClr val="4676CB"/>
                          </a:solidFill>
                          <a:latin typeface="Apple SD Gothic Neo"/>
                          <a:ea typeface="Apple SD Gothic Neo"/>
                          <a:cs typeface="Apple SD Gothic Neo"/>
                        </a:rPr>
                        <a:t>미관측 3건 회복</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r>
                        <a:rPr sz="1725">
                          <a:solidFill>
                            <a:srgbClr val="111111"/>
                          </a:solidFill>
                          <a:latin typeface="Apple SD Gothic Neo"/>
                          <a:ea typeface="Apple SD Gothic Neo"/>
                          <a:cs typeface="Apple SD Gothic Neo"/>
                        </a:rPr>
                        <a:t>같은 관측 12건의 QA01</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9.268</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10.875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725" b="1">
                          <a:solidFill>
                            <a:srgbClr val="C00000"/>
                          </a:solidFill>
                          <a:latin typeface="Apple SD Gothic Neo"/>
                          <a:ea typeface="Apple SD Gothic Neo"/>
                          <a:cs typeface="Apple SD Gothic Neo"/>
                        </a:rPr>
                        <a:t>+1.607초 (+17.33%)</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r>
                        <a:rPr sz="1725">
                          <a:solidFill>
                            <a:srgbClr val="111111"/>
                          </a:solidFill>
                          <a:latin typeface="Apple SD Gothic Neo"/>
                          <a:ea typeface="Apple SD Gothic Neo"/>
                          <a:cs typeface="Apple SD Gothic Neo"/>
                        </a:rPr>
                        <a:t>QA02 지칭 집합</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19/24</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24/24</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725" b="1">
                          <a:solidFill>
                            <a:srgbClr val="4676CB"/>
                          </a:solidFill>
                          <a:latin typeface="Apple SD Gothic Neo"/>
                          <a:ea typeface="Apple SD Gothic Neo"/>
                          <a:cs typeface="Apple SD Gothic Neo"/>
                        </a:rPr>
                        <a:t>5건 추가 정답</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r>
                        <a:rPr sz="1725">
                          <a:solidFill>
                            <a:srgbClr val="111111"/>
                          </a:solidFill>
                          <a:latin typeface="Apple SD Gothic Neo"/>
                          <a:ea typeface="Apple SD Gothic Neo"/>
                          <a:cs typeface="Apple SD Gothic Neo"/>
                        </a:rPr>
                        <a:t>QA03 VIA 처리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12.559 (10/12)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13.795 (12/12)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725" b="1">
                          <a:solidFill>
                            <a:srgbClr val="4676CB"/>
                          </a:solidFill>
                          <a:latin typeface="Apple SD Gothic Neo"/>
                          <a:ea typeface="Apple SD Gothic Neo"/>
                          <a:cs typeface="Apple SD Gothic Neo"/>
                        </a:rPr>
                        <a:t>미완료 2건 회복</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r>
                        <a:rPr sz="1725">
                          <a:solidFill>
                            <a:srgbClr val="111111"/>
                          </a:solidFill>
                          <a:latin typeface="Apple SD Gothic Neo"/>
                          <a:ea typeface="Apple SD Gothic Neo"/>
                          <a:cs typeface="Apple SD Gothic Neo"/>
                        </a:rPr>
                        <a:t>QA04 변경 (개)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미측정</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미측정</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이전 값을 전용하지 않음</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33425">
                <a:tc>
                  <a:txBody>
                    <a:bodyPr anchor="ctr"/>
                    <a:lstStyle/>
                    <a:p>
                      <a:pPr algn="ctr"/>
                      <a:r>
                        <a:rPr sz="1725">
                          <a:solidFill>
                            <a:srgbClr val="111111"/>
                          </a:solidFill>
                          <a:latin typeface="Apple SD Gothic Neo"/>
                          <a:ea typeface="Apple SD Gothic Neo"/>
                          <a:cs typeface="Apple SD Gothic Neo"/>
                        </a:rPr>
                        <a:t>QA05 확정 비용 ($)</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0.0339156</a:t>
                      </a:r>
                    </a:p>
                    <a:p>
                      <a:pPr algn="ctr"/>
                      <a:r>
                        <a:rPr sz="1725">
                          <a:solidFill>
                            <a:srgbClr val="111111"/>
                          </a:solidFill>
                          <a:latin typeface="Apple SD Gothic Neo"/>
                          <a:ea typeface="Apple SD Gothic Neo"/>
                          <a:cs typeface="Apple SD Gothic Neo"/>
                        </a:rPr>
                        <a:t>+ 사용량 미확정 1회</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0.0413400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총비용 증감 미확정</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r>
                        <a:rPr sz="1725">
                          <a:solidFill>
                            <a:srgbClr val="111111"/>
                          </a:solidFill>
                          <a:latin typeface="Apple SD Gothic Neo"/>
                          <a:ea typeface="Apple SD Gothic Neo"/>
                          <a:cs typeface="Apple SD Gothic Neo"/>
                        </a:rPr>
                        <a:t>QA06 RSS (MB)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41.452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50.037</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725" b="1">
                          <a:solidFill>
                            <a:srgbClr val="C00000"/>
                          </a:solidFill>
                          <a:latin typeface="Apple SD Gothic Neo"/>
                          <a:ea typeface="Apple SD Gothic Neo"/>
                          <a:cs typeface="Apple SD Gothic Neo"/>
                        </a:rPr>
                        <a:t>+8.585 MB</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r>
                        <a:rPr sz="1725">
                          <a:solidFill>
                            <a:srgbClr val="111111"/>
                          </a:solidFill>
                          <a:latin typeface="Apple SD Gothic Neo"/>
                          <a:ea typeface="Apple SD Gothic Neo"/>
                          <a:cs typeface="Apple SD Gothic Neo"/>
                        </a:rPr>
                        <a:t>실제 모델 요청 (회)</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22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23</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거절·복구 포함</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1" name="DP3 object 243">
            <a:extLst xmlns:a="http://schemas.openxmlformats.org/drawingml/2006/main">
              <a:ext uri="{FF2B5EF4-FFF2-40B4-BE49-F238E27FC236}">
                <a16:creationId xmlns:a16="http://schemas.microsoft.com/office/drawing/2014/main" id="{4B1B6FF4-27BE-454C-B7D9-FAD6CCA58BF6}"/>
              </a:ext>
            </a:extLst>
          </p:cNvPr>
          <p:cNvSpPr>
            <a:spLocks xmlns:a="http://schemas.openxmlformats.org/drawingml/2006/main" noGrp="1"/>
          </p:cNvSpPr>
          <p:nvPr/>
        </p:nvSpPr>
        <p:spPr>
          <a:xfrm xmlns:a="http://schemas.openxmlformats.org/drawingml/2006/main">
            <a:off x="6419850" y="7972425"/>
            <a:ext cx="11525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0">
                <a:solidFill>
                  <a:srgbClr val="C00000"/>
                </a:solidFill>
                <a:latin typeface="Apple SD Gothic Neo"/>
                <a:ea typeface="Apple SD Gothic Neo"/>
                <a:cs typeface="Apple SD Gothic Neo"/>
              </a:defRPr>
            </a:defPPr>
            <a:lvl1pPr algn="l">
              <a:defRPr sz="1650" b="0">
                <a:solidFill>
                  <a:srgbClr val="C00000"/>
                </a:solidFill>
                <a:latin typeface="Apple SD Gothic Neo"/>
                <a:ea typeface="Apple SD Gothic Neo"/>
                <a:cs typeface="Apple SD Gothic Neo"/>
              </a:defRPr>
            </a:lvl1pPr>
            <a:lvl2pPr algn="l">
              <a:defRPr sz="1650" b="0">
                <a:solidFill>
                  <a:srgbClr val="C00000"/>
                </a:solidFill>
                <a:latin typeface="Apple SD Gothic Neo"/>
                <a:ea typeface="Apple SD Gothic Neo"/>
                <a:cs typeface="Apple SD Gothic Neo"/>
              </a:defRPr>
            </a:lvl2pPr>
            <a:lvl3pPr algn="l">
              <a:defRPr sz="1650" b="0">
                <a:solidFill>
                  <a:srgbClr val="C00000"/>
                </a:solidFill>
                <a:latin typeface="Apple SD Gothic Neo"/>
                <a:ea typeface="Apple SD Gothic Neo"/>
                <a:cs typeface="Apple SD Gothic Neo"/>
              </a:defRPr>
            </a:lvl3pPr>
            <a:lvl4pPr algn="l">
              <a:defRPr sz="1650" b="0">
                <a:solidFill>
                  <a:srgbClr val="C00000"/>
                </a:solidFill>
                <a:latin typeface="Apple SD Gothic Neo"/>
                <a:ea typeface="Apple SD Gothic Neo"/>
                <a:cs typeface="Apple SD Gothic Neo"/>
              </a:defRPr>
            </a:lvl4pPr>
            <a:lvl5pPr algn="l">
              <a:defRPr sz="1650" b="0">
                <a:solidFill>
                  <a:srgbClr val="C00000"/>
                </a:solidFill>
                <a:latin typeface="Apple SD Gothic Neo"/>
                <a:ea typeface="Apple SD Gothic Neo"/>
                <a:cs typeface="Apple SD Gothic Neo"/>
              </a:defRPr>
            </a:lvl5pPr>
            <a:lvl6pPr algn="l">
              <a:defRPr sz="1650" b="0">
                <a:solidFill>
                  <a:srgbClr val="C00000"/>
                </a:solidFill>
                <a:latin typeface="Apple SD Gothic Neo"/>
                <a:ea typeface="Apple SD Gothic Neo"/>
                <a:cs typeface="Apple SD Gothic Neo"/>
              </a:defRPr>
            </a:lvl6pPr>
            <a:lvl7pPr algn="l">
              <a:defRPr sz="1650" b="0">
                <a:solidFill>
                  <a:srgbClr val="C00000"/>
                </a:solidFill>
                <a:latin typeface="Apple SD Gothic Neo"/>
                <a:ea typeface="Apple SD Gothic Neo"/>
                <a:cs typeface="Apple SD Gothic Neo"/>
              </a:defRPr>
            </a:lvl7pPr>
            <a:lvl8pPr algn="l">
              <a:defRPr sz="1650" b="0">
                <a:solidFill>
                  <a:srgbClr val="C00000"/>
                </a:solidFill>
                <a:latin typeface="Apple SD Gothic Neo"/>
                <a:ea typeface="Apple SD Gothic Neo"/>
                <a:cs typeface="Apple SD Gothic Neo"/>
              </a:defRPr>
            </a:lvl8pPr>
            <a:lvl9pPr algn="l">
              <a:defRPr sz="1650" b="0">
                <a:solidFill>
                  <a:srgbClr val="C00000"/>
                </a:solidFill>
                <a:latin typeface="Apple SD Gothic Neo"/>
                <a:ea typeface="Apple SD Gothic Neo"/>
                <a:cs typeface="Apple SD Gothic Neo"/>
              </a:defRPr>
            </a:lvl9pPr>
          </a:lstStyle>
          <a:p xmlns:a="http://schemas.openxmlformats.org/drawingml/2006/main">
            <a:pPr algn="l">
              <a:defRPr sz="1650" b="0">
                <a:solidFill>
                  <a:srgbClr val="C00000"/>
                </a:solidFill>
                <a:latin typeface="Apple SD Gothic Neo"/>
                <a:ea typeface="Apple SD Gothic Neo"/>
                <a:cs typeface="Apple SD Gothic Neo"/>
              </a:defRPr>
            </a:pPr>
            <a:r>
              <a:rPr sz="1650" b="0">
                <a:solidFill>
                  <a:srgbClr val="C00000"/>
                </a:solidFill>
                <a:latin typeface="Apple SD Gothic Neo"/>
                <a:ea typeface="Apple SD Gothic Neo"/>
                <a:cs typeface="Apple SD Gothic Neo"/>
              </a:rPr>
              <a:t>비용 미확정 1회는 예약 상한 $0.0729404를 별도 보존. 실제 청구액이 아님.</a:t>
            </a:r>
          </a:p>
        </p:txBody>
      </p:sp>
      <p:sp>
        <p:nvSpPr>
          <p:cNvPr id="42" name="DP3 object 244">
            <a:extLst xmlns:a="http://schemas.openxmlformats.org/drawingml/2006/main">
              <a:ext uri="{FF2B5EF4-FFF2-40B4-BE49-F238E27FC236}">
                <a16:creationId xmlns:a16="http://schemas.microsoft.com/office/drawing/2014/main" id="{368F34A1-916D-4293-BEDA-6583BF319FEF}"/>
              </a:ext>
            </a:extLst>
          </p:cNvPr>
          <p:cNvSpPr>
            <a:spLocks xmlns:a="http://schemas.openxmlformats.org/drawingml/2006/main" noGrp="1"/>
          </p:cNvSpPr>
          <p:nvPr/>
        </p:nvSpPr>
        <p:spPr>
          <a:xfrm xmlns:a="http://schemas.openxmlformats.org/drawingml/2006/main">
            <a:off x="6419850" y="8410575"/>
            <a:ext cx="1152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네 사례×3회씩 비교. A2와 A5 각각의 효과를 분리한 실험은 아님.</a:t>
            </a:r>
          </a:p>
        </p:txBody>
      </p:sp>
      <p:sp>
        <p:nvSpPr>
          <p:cNvPr id="43" name="DP3 object 245">
            <a:extLst xmlns:a="http://schemas.openxmlformats.org/drawingml/2006/main">
              <a:ext uri="{FF2B5EF4-FFF2-40B4-BE49-F238E27FC236}">
                <a16:creationId xmlns:a16="http://schemas.microsoft.com/office/drawing/2014/main" id="{DA7D1D13-7115-4715-8107-A9BEB704BBF1}"/>
              </a:ext>
            </a:extLst>
          </p:cNvPr>
          <p:cNvSpPr>
            <a:spLocks xmlns:a="http://schemas.openxmlformats.org/drawingml/2006/main" noGrp="1"/>
          </p:cNvSpPr>
          <p:nvPr/>
        </p:nvSpPr>
        <p:spPr>
          <a:xfrm xmlns:a="http://schemas.openxmlformats.org/drawingml/2006/main">
            <a:off x="6419850" y="8858250"/>
            <a:ext cx="1152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정답 bbox 미공급. 좌표 오류·공급자 오류를 포함한 기본 실패도 보존.</a:t>
            </a:r>
          </a:p>
        </p:txBody>
      </p:sp>
      <p:sp>
        <p:nvSpPr>
          <p:cNvPr id="44" name="Editable path 246">
            <a:extLst xmlns:a="http://schemas.openxmlformats.org/drawingml/2006/main">
              <a:ext uri="{FF2B5EF4-FFF2-40B4-BE49-F238E27FC236}">
                <a16:creationId xmlns:a16="http://schemas.microsoft.com/office/drawing/2014/main" id="{2E835710-8247-483C-BA8A-167EE1FCDC3F}"/>
              </a:ext>
            </a:extLst>
          </p:cNvPr>
          <p:cNvSpPr>
            <a:spLocks xmlns:a="http://schemas.openxmlformats.org/drawingml/2006/main" noGrp="1"/>
          </p:cNvSpPr>
          <p:nvPr/>
        </p:nvSpPr>
        <p:spPr>
          <a:xfrm xmlns:a="http://schemas.openxmlformats.org/drawingml/2006/main">
            <a:off x="266700" y="9496425"/>
            <a:ext cx="17773650" cy="953"/>
          </a:xfrm>
          <a:custGeom xmlns:a="http://schemas.openxmlformats.org/drawingml/2006/main">
            <a:pathLst>
              <a:path w="17773650" h="953">
                <a:moveTo>
                  <a:pt x="0" y="0"/>
                </a:moveTo>
                <a:lnTo>
                  <a:pt x="17773650" y="0"/>
                </a:lnTo>
              </a:path>
            </a:pathLst>
          </a:custGeom>
          <a:noFill xmlns:a="http://schemas.openxmlformats.org/drawingml/2006/main"/>
          <a:ln xmlns:a="http://schemas.openxmlformats.org/drawingml/2006/main" w="13335">
            <a:solidFill>
              <a:srgbClr val="4676CB"/>
            </a:solidFill>
            <a:prstDash val="solid"/>
          </a:ln>
        </p:spPr>
      </p:sp>
      <p:sp>
        <p:nvSpPr>
          <p:cNvPr id="45" name="DP3 object 247">
            <a:extLst xmlns:a="http://schemas.openxmlformats.org/drawingml/2006/main">
              <a:ext uri="{FF2B5EF4-FFF2-40B4-BE49-F238E27FC236}">
                <a16:creationId xmlns:a16="http://schemas.microsoft.com/office/drawing/2014/main" id="{8A0D7A0A-C1A0-42AF-A818-B2BDD30C77DC}"/>
              </a:ext>
            </a:extLst>
          </p:cNvPr>
          <p:cNvSpPr>
            <a:spLocks xmlns:a="http://schemas.openxmlformats.org/drawingml/2006/main" noGrp="1"/>
          </p:cNvSpPr>
          <p:nvPr/>
        </p:nvSpPr>
        <p:spPr>
          <a:xfrm xmlns:a="http://schemas.openxmlformats.org/drawingml/2006/main">
            <a:off x="266700" y="9620250"/>
            <a:ext cx="1724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1">
                <a:solidFill>
                  <a:srgbClr val="111111"/>
                </a:solidFill>
                <a:latin typeface="Apple SD Gothic Neo"/>
                <a:ea typeface="Apple SD Gothic Neo"/>
                <a:cs typeface="Apple SD Gothic Neo"/>
              </a:defRPr>
            </a:defPPr>
            <a:lvl1pPr algn="l">
              <a:defRPr sz="1575" b="1">
                <a:solidFill>
                  <a:srgbClr val="111111"/>
                </a:solidFill>
                <a:latin typeface="Apple SD Gothic Neo"/>
                <a:ea typeface="Apple SD Gothic Neo"/>
                <a:cs typeface="Apple SD Gothic Neo"/>
              </a:defRPr>
            </a:lvl1pPr>
            <a:lvl2pPr algn="l">
              <a:defRPr sz="1575" b="1">
                <a:solidFill>
                  <a:srgbClr val="111111"/>
                </a:solidFill>
                <a:latin typeface="Apple SD Gothic Neo"/>
                <a:ea typeface="Apple SD Gothic Neo"/>
                <a:cs typeface="Apple SD Gothic Neo"/>
              </a:defRPr>
            </a:lvl2pPr>
            <a:lvl3pPr algn="l">
              <a:defRPr sz="1575" b="1">
                <a:solidFill>
                  <a:srgbClr val="111111"/>
                </a:solidFill>
                <a:latin typeface="Apple SD Gothic Neo"/>
                <a:ea typeface="Apple SD Gothic Neo"/>
                <a:cs typeface="Apple SD Gothic Neo"/>
              </a:defRPr>
            </a:lvl3pPr>
            <a:lvl4pPr algn="l">
              <a:defRPr sz="1575" b="1">
                <a:solidFill>
                  <a:srgbClr val="111111"/>
                </a:solidFill>
                <a:latin typeface="Apple SD Gothic Neo"/>
                <a:ea typeface="Apple SD Gothic Neo"/>
                <a:cs typeface="Apple SD Gothic Neo"/>
              </a:defRPr>
            </a:lvl4pPr>
            <a:lvl5pPr algn="l">
              <a:defRPr sz="1575" b="1">
                <a:solidFill>
                  <a:srgbClr val="111111"/>
                </a:solidFill>
                <a:latin typeface="Apple SD Gothic Neo"/>
                <a:ea typeface="Apple SD Gothic Neo"/>
                <a:cs typeface="Apple SD Gothic Neo"/>
              </a:defRPr>
            </a:lvl5pPr>
            <a:lvl6pPr algn="l">
              <a:defRPr sz="1575" b="1">
                <a:solidFill>
                  <a:srgbClr val="111111"/>
                </a:solidFill>
                <a:latin typeface="Apple SD Gothic Neo"/>
                <a:ea typeface="Apple SD Gothic Neo"/>
                <a:cs typeface="Apple SD Gothic Neo"/>
              </a:defRPr>
            </a:lvl6pPr>
            <a:lvl7pPr algn="l">
              <a:defRPr sz="1575" b="1">
                <a:solidFill>
                  <a:srgbClr val="111111"/>
                </a:solidFill>
                <a:latin typeface="Apple SD Gothic Neo"/>
                <a:ea typeface="Apple SD Gothic Neo"/>
                <a:cs typeface="Apple SD Gothic Neo"/>
              </a:defRPr>
            </a:lvl7pPr>
            <a:lvl8pPr algn="l">
              <a:defRPr sz="1575" b="1">
                <a:solidFill>
                  <a:srgbClr val="111111"/>
                </a:solidFill>
                <a:latin typeface="Apple SD Gothic Neo"/>
                <a:ea typeface="Apple SD Gothic Neo"/>
                <a:cs typeface="Apple SD Gothic Neo"/>
              </a:defRPr>
            </a:lvl8pPr>
            <a:lvl9pPr algn="l">
              <a:defRPr sz="1575" b="1">
                <a:solidFill>
                  <a:srgbClr val="111111"/>
                </a:solidFill>
                <a:latin typeface="Apple SD Gothic Neo"/>
                <a:ea typeface="Apple SD Gothic Neo"/>
                <a:cs typeface="Apple SD Gothic Neo"/>
              </a:defRPr>
            </a:lvl9pPr>
          </a:lstStyle>
          <a:p xmlns:a="http://schemas.openxmlformats.org/drawingml/2006/main">
            <a:pPr algn="l">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정규화 A + A2+A5는 미실행. 정규화 계약의 24/24와 pixel 복구의 24/24를 합산하거나 같은 조합의 성과로 해석하지 않는다.</a:t>
            </a:r>
          </a:p>
        </p:txBody>
      </p:sp>
      <p:sp>
        <p:nvSpPr>
          <p:cNvPr id="46" name="DP3 object 248">
            <a:extLst xmlns:a="http://schemas.openxmlformats.org/drawingml/2006/main">
              <a:ext uri="{FF2B5EF4-FFF2-40B4-BE49-F238E27FC236}">
                <a16:creationId xmlns:a16="http://schemas.microsoft.com/office/drawing/2014/main" id="{6D7ED2BF-0963-4545-A051-5C8FB70A2AE6}"/>
              </a:ext>
            </a:extLst>
          </p:cNvPr>
          <p:cNvSpPr>
            <a:spLocks xmlns:a="http://schemas.openxmlformats.org/drawingml/2006/main" noGrp="1"/>
          </p:cNvSpPr>
          <p:nvPr/>
        </p:nvSpPr>
        <p:spPr>
          <a:xfrm xmlns:a="http://schemas.openxmlformats.org/drawingml/2006/main">
            <a:off x="266700" y="9944100"/>
            <a:ext cx="1714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0">
                <a:solidFill>
                  <a:srgbClr val="50555B"/>
                </a:solidFill>
                <a:latin typeface="Apple SD Gothic Neo"/>
                <a:ea typeface="Apple SD Gothic Neo"/>
                <a:cs typeface="Apple SD Gothic Neo"/>
              </a:defRPr>
            </a:defPPr>
            <a:lvl1pPr algn="l">
              <a:defRPr sz="1425" b="0">
                <a:solidFill>
                  <a:srgbClr val="50555B"/>
                </a:solidFill>
                <a:latin typeface="Apple SD Gothic Neo"/>
                <a:ea typeface="Apple SD Gothic Neo"/>
                <a:cs typeface="Apple SD Gothic Neo"/>
              </a:defRPr>
            </a:lvl1pPr>
            <a:lvl2pPr algn="l">
              <a:defRPr sz="1425" b="0">
                <a:solidFill>
                  <a:srgbClr val="50555B"/>
                </a:solidFill>
                <a:latin typeface="Apple SD Gothic Neo"/>
                <a:ea typeface="Apple SD Gothic Neo"/>
                <a:cs typeface="Apple SD Gothic Neo"/>
              </a:defRPr>
            </a:lvl2pPr>
            <a:lvl3pPr algn="l">
              <a:defRPr sz="1425" b="0">
                <a:solidFill>
                  <a:srgbClr val="50555B"/>
                </a:solidFill>
                <a:latin typeface="Apple SD Gothic Neo"/>
                <a:ea typeface="Apple SD Gothic Neo"/>
                <a:cs typeface="Apple SD Gothic Neo"/>
              </a:defRPr>
            </a:lvl3pPr>
            <a:lvl4pPr algn="l">
              <a:defRPr sz="1425" b="0">
                <a:solidFill>
                  <a:srgbClr val="50555B"/>
                </a:solidFill>
                <a:latin typeface="Apple SD Gothic Neo"/>
                <a:ea typeface="Apple SD Gothic Neo"/>
                <a:cs typeface="Apple SD Gothic Neo"/>
              </a:defRPr>
            </a:lvl4pPr>
            <a:lvl5pPr algn="l">
              <a:defRPr sz="1425" b="0">
                <a:solidFill>
                  <a:srgbClr val="50555B"/>
                </a:solidFill>
                <a:latin typeface="Apple SD Gothic Neo"/>
                <a:ea typeface="Apple SD Gothic Neo"/>
                <a:cs typeface="Apple SD Gothic Neo"/>
              </a:defRPr>
            </a:lvl5pPr>
            <a:lvl6pPr algn="l">
              <a:defRPr sz="1425" b="0">
                <a:solidFill>
                  <a:srgbClr val="50555B"/>
                </a:solidFill>
                <a:latin typeface="Apple SD Gothic Neo"/>
                <a:ea typeface="Apple SD Gothic Neo"/>
                <a:cs typeface="Apple SD Gothic Neo"/>
              </a:defRPr>
            </a:lvl6pPr>
            <a:lvl7pPr algn="l">
              <a:defRPr sz="1425" b="0">
                <a:solidFill>
                  <a:srgbClr val="50555B"/>
                </a:solidFill>
                <a:latin typeface="Apple SD Gothic Neo"/>
                <a:ea typeface="Apple SD Gothic Neo"/>
                <a:cs typeface="Apple SD Gothic Neo"/>
              </a:defRPr>
            </a:lvl7pPr>
            <a:lvl8pPr algn="l">
              <a:defRPr sz="1425" b="0">
                <a:solidFill>
                  <a:srgbClr val="50555B"/>
                </a:solidFill>
                <a:latin typeface="Apple SD Gothic Neo"/>
                <a:ea typeface="Apple SD Gothic Neo"/>
                <a:cs typeface="Apple SD Gothic Neo"/>
              </a:defRPr>
            </a:lvl8pPr>
            <a:lvl9pPr algn="l">
              <a:defRPr sz="1425" b="0">
                <a:solidFill>
                  <a:srgbClr val="50555B"/>
                </a:solidFill>
                <a:latin typeface="Apple SD Gothic Neo"/>
                <a:ea typeface="Apple SD Gothic Neo"/>
                <a:cs typeface="Apple SD Gothic Neo"/>
              </a:defRPr>
            </a:lvl9pPr>
          </a:lstStyle>
          <a:p xmlns:a="http://schemas.openxmlformats.org/drawingml/2006/main">
            <a:pPr algn="l">
              <a:defRPr sz="1425" b="0">
                <a:solidFill>
                  <a:srgbClr val="50555B"/>
                </a:solidFill>
                <a:latin typeface="Apple SD Gothic Neo"/>
                <a:ea typeface="Apple SD Gothic Neo"/>
                <a:cs typeface="Apple SD Gothic Neo"/>
              </a:defRPr>
            </a:pPr>
            <a:r>
              <a:rPr sz="1425" b="0">
                <a:solidFill>
                  <a:srgbClr val="50555B"/>
                </a:solidFill>
                <a:latin typeface="Apple SD Gothic Neo"/>
                <a:ea typeface="Apple SD Gothic Neo"/>
                <a:cs typeface="Apple SD Gothic Neo"/>
              </a:rPr>
              <a:t>기존 완료 발표 캠페인의 별도 실험. 실제 UI·음성·전체 VIA와 원격 모델 가중치는 측정 범위 밖.</a:t>
            </a:r>
          </a:p>
        </p:txBody>
      </p:sp>
    </p:spTree>
    <p:extLst>
      <p:ext uri="{BB962C8B-B14F-4D97-AF65-F5344CB8AC3E}">
        <p14:creationId xmlns:p14="http://schemas.microsoft.com/office/powerpoint/2010/main" val="114505172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 name="Unified slide title">
            <a:extLst xmlns:a="http://schemas.openxmlformats.org/drawingml/2006/main">
              <a:ext uri="{FF2B5EF4-FFF2-40B4-BE49-F238E27FC236}">
                <a16:creationId xmlns:a16="http://schemas.microsoft.com/office/drawing/2014/main" id="{5F30BCFB-60AC-4E04-87AF-9702EE4CE0FE}"/>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DP4. Agent 간 업무 인계 방안 (배경)</a:t>
            </a:r>
          </a:p>
        </p:txBody>
      </p:sp>
      <p:sp>
        <p:nvSpPr>
          <p:cNvPr id="2" name="Workflow 과제 소개">
            <a:extLst xmlns:a="http://schemas.openxmlformats.org/drawingml/2006/main">
              <a:ext uri="{FF2B5EF4-FFF2-40B4-BE49-F238E27FC236}">
                <a16:creationId xmlns:a16="http://schemas.microsoft.com/office/drawing/2014/main" id="{3A58816B-78DF-4B38-9289-D407764C412C}"/>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과제 소개">
            <a:extLst xmlns:a="http://schemas.openxmlformats.org/drawingml/2006/main">
              <a:ext uri="{FF2B5EF4-FFF2-40B4-BE49-F238E27FC236}">
                <a16:creationId xmlns:a16="http://schemas.microsoft.com/office/drawing/2014/main" id="{43D1FB7C-9AD9-402F-AECC-BE778735B835}"/>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Workflow 요구사항 분석">
            <a:extLst xmlns:a="http://schemas.openxmlformats.org/drawingml/2006/main">
              <a:ext uri="{FF2B5EF4-FFF2-40B4-BE49-F238E27FC236}">
                <a16:creationId xmlns:a16="http://schemas.microsoft.com/office/drawing/2014/main" id="{379A9E75-BDC4-4B4A-B53B-CDE9CFA76FAE}"/>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요구사항 분석">
            <a:extLst xmlns:a="http://schemas.openxmlformats.org/drawingml/2006/main">
              <a:ext uri="{FF2B5EF4-FFF2-40B4-BE49-F238E27FC236}">
                <a16:creationId xmlns:a16="http://schemas.microsoft.com/office/drawing/2014/main" id="{047EDA57-DB72-4DA1-9335-5B21FD3AB21E}"/>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Workflow 설계">
            <a:extLst xmlns:a="http://schemas.openxmlformats.org/drawingml/2006/main">
              <a:ext uri="{FF2B5EF4-FFF2-40B4-BE49-F238E27FC236}">
                <a16:creationId xmlns:a16="http://schemas.microsoft.com/office/drawing/2014/main" id="{229ABE71-199D-4A5D-8020-03990C22565D}"/>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설계">
            <a:extLst xmlns:a="http://schemas.openxmlformats.org/drawingml/2006/main">
              <a:ext uri="{FF2B5EF4-FFF2-40B4-BE49-F238E27FC236}">
                <a16:creationId xmlns:a16="http://schemas.microsoft.com/office/drawing/2014/main" id="{64FAE402-045A-40A1-A74D-D9527C234F65}"/>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Workflow 구현 및 검증">
            <a:extLst xmlns:a="http://schemas.openxmlformats.org/drawingml/2006/main">
              <a:ext uri="{FF2B5EF4-FFF2-40B4-BE49-F238E27FC236}">
                <a16:creationId xmlns:a16="http://schemas.microsoft.com/office/drawing/2014/main" id="{B5472576-C76F-47E1-B6B4-20E997FB069C}"/>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구현 및 검증">
            <a:extLst xmlns:a="http://schemas.openxmlformats.org/drawingml/2006/main">
              <a:ext uri="{FF2B5EF4-FFF2-40B4-BE49-F238E27FC236}">
                <a16:creationId xmlns:a16="http://schemas.microsoft.com/office/drawing/2014/main" id="{9E700558-586F-4986-B19E-B39BF6B1E560}"/>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Workflow 결론">
            <a:extLst xmlns:a="http://schemas.openxmlformats.org/drawingml/2006/main">
              <a:ext uri="{FF2B5EF4-FFF2-40B4-BE49-F238E27FC236}">
                <a16:creationId xmlns:a16="http://schemas.microsoft.com/office/drawing/2014/main" id="{0466172B-092B-4E64-A8C0-241FCB37972A}"/>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결론">
            <a:extLst xmlns:a="http://schemas.openxmlformats.org/drawingml/2006/main">
              <a:ext uri="{FF2B5EF4-FFF2-40B4-BE49-F238E27FC236}">
                <a16:creationId xmlns:a16="http://schemas.microsoft.com/office/drawing/2014/main" id="{F5D8DACC-A774-4890-A4A2-3FB25B641B16}"/>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Header rule">
            <a:extLst xmlns:a="http://schemas.openxmlformats.org/drawingml/2006/main">
              <a:ext uri="{FF2B5EF4-FFF2-40B4-BE49-F238E27FC236}">
                <a16:creationId xmlns:a16="http://schemas.microsoft.com/office/drawing/2014/main" id="{021FF204-E8EC-49D4-BDDF-C302C207A770}"/>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Continuous slide number">
            <a:extLst xmlns:a="http://schemas.openxmlformats.org/drawingml/2006/main">
              <a:ext uri="{FF2B5EF4-FFF2-40B4-BE49-F238E27FC236}">
                <a16:creationId xmlns:a16="http://schemas.microsoft.com/office/drawing/2014/main" id="{71A86951-9321-40F7-86D9-D00F801EBAE6}"/>
              </a:ext>
            </a:extLst>
          </p:cNvPr>
          <p:cNvSpPr>
            <a:spLocks xmlns:a="http://schemas.openxmlformats.org/drawingml/2006/main" noGrp="1"/>
          </p:cNvSpPr>
          <p:nvPr/>
        </p:nvSpPr>
        <p:spPr>
          <a:xfrm xmlns:a="http://schemas.openxmlformats.org/drawingml/2006/main">
            <a:off x="17487900" y="10020300"/>
            <a:ext cx="590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50555B"/>
                </a:solidFill>
                <a:latin typeface="Apple SD Gothic Neo"/>
                <a:ea typeface="Apple SD Gothic Neo"/>
                <a:cs typeface="Apple SD Gothic Neo"/>
              </a:defRPr>
            </a:defPPr>
            <a:lvl1pPr algn="r">
              <a:defRPr sz="1200" b="0">
                <a:solidFill>
                  <a:srgbClr val="50555B"/>
                </a:solidFill>
                <a:latin typeface="Apple SD Gothic Neo"/>
                <a:ea typeface="Apple SD Gothic Neo"/>
                <a:cs typeface="Apple SD Gothic Neo"/>
              </a:defRPr>
            </a:lvl1pPr>
            <a:lvl2pPr algn="r">
              <a:defRPr sz="1200" b="0">
                <a:solidFill>
                  <a:srgbClr val="50555B"/>
                </a:solidFill>
                <a:latin typeface="Apple SD Gothic Neo"/>
                <a:ea typeface="Apple SD Gothic Neo"/>
                <a:cs typeface="Apple SD Gothic Neo"/>
              </a:defRPr>
            </a:lvl2pPr>
            <a:lvl3pPr algn="r">
              <a:defRPr sz="1200" b="0">
                <a:solidFill>
                  <a:srgbClr val="50555B"/>
                </a:solidFill>
                <a:latin typeface="Apple SD Gothic Neo"/>
                <a:ea typeface="Apple SD Gothic Neo"/>
                <a:cs typeface="Apple SD Gothic Neo"/>
              </a:defRPr>
            </a:lvl3pPr>
            <a:lvl4pPr algn="r">
              <a:defRPr sz="1200" b="0">
                <a:solidFill>
                  <a:srgbClr val="50555B"/>
                </a:solidFill>
                <a:latin typeface="Apple SD Gothic Neo"/>
                <a:ea typeface="Apple SD Gothic Neo"/>
                <a:cs typeface="Apple SD Gothic Neo"/>
              </a:defRPr>
            </a:lvl4pPr>
            <a:lvl5pPr algn="r">
              <a:defRPr sz="1200" b="0">
                <a:solidFill>
                  <a:srgbClr val="50555B"/>
                </a:solidFill>
                <a:latin typeface="Apple SD Gothic Neo"/>
                <a:ea typeface="Apple SD Gothic Neo"/>
                <a:cs typeface="Apple SD Gothic Neo"/>
              </a:defRPr>
            </a:lvl5pPr>
            <a:lvl6pPr algn="r">
              <a:defRPr sz="1200" b="0">
                <a:solidFill>
                  <a:srgbClr val="50555B"/>
                </a:solidFill>
                <a:latin typeface="Apple SD Gothic Neo"/>
                <a:ea typeface="Apple SD Gothic Neo"/>
                <a:cs typeface="Apple SD Gothic Neo"/>
              </a:defRPr>
            </a:lvl6pPr>
            <a:lvl7pPr algn="r">
              <a:defRPr sz="1200" b="0">
                <a:solidFill>
                  <a:srgbClr val="50555B"/>
                </a:solidFill>
                <a:latin typeface="Apple SD Gothic Neo"/>
                <a:ea typeface="Apple SD Gothic Neo"/>
                <a:cs typeface="Apple SD Gothic Neo"/>
              </a:defRPr>
            </a:lvl7pPr>
            <a:lvl8pPr algn="r">
              <a:defRPr sz="1200" b="0">
                <a:solidFill>
                  <a:srgbClr val="50555B"/>
                </a:solidFill>
                <a:latin typeface="Apple SD Gothic Neo"/>
                <a:ea typeface="Apple SD Gothic Neo"/>
                <a:cs typeface="Apple SD Gothic Neo"/>
              </a:defRPr>
            </a:lvl8pPr>
            <a:lvl9pPr algn="r">
              <a:defRPr sz="1200" b="0">
                <a:solidFill>
                  <a:srgbClr val="50555B"/>
                </a:solidFill>
                <a:latin typeface="Apple SD Gothic Neo"/>
                <a:ea typeface="Apple SD Gothic Neo"/>
                <a:cs typeface="Apple SD Gothic Neo"/>
              </a:defRPr>
            </a:lvl9pPr>
          </a:lstStyle>
          <a:p xmlns:a="http://schemas.openxmlformats.org/drawingml/2006/main">
            <a:pPr algn="r">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13 / 16</a:t>
            </a:r>
          </a:p>
        </p:txBody>
      </p:sp>
      <p:sp>
        <p:nvSpPr>
          <p:cNvPr id="14" name="DP4 object 1">
            <a:extLst xmlns:a="http://schemas.openxmlformats.org/drawingml/2006/main">
              <a:ext uri="{FF2B5EF4-FFF2-40B4-BE49-F238E27FC236}">
                <a16:creationId xmlns:a16="http://schemas.microsoft.com/office/drawing/2014/main" id="{08E0CE23-C4FD-4D3A-A72B-2B2C4D6668C7}"/>
              </a:ext>
            </a:extLst>
          </p:cNvPr>
          <p:cNvSpPr>
            <a:spLocks xmlns:a="http://schemas.openxmlformats.org/drawingml/2006/main" noGrp="1"/>
          </p:cNvSpPr>
          <p:nvPr/>
        </p:nvSpPr>
        <p:spPr>
          <a:xfrm xmlns:a="http://schemas.openxmlformats.org/drawingml/2006/main">
            <a:off x="628650" y="1381125"/>
            <a:ext cx="1704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225" b="1">
                <a:solidFill>
                  <a:srgbClr val="111111"/>
                </a:solidFill>
                <a:latin typeface="Apple SD Gothic Neo"/>
                <a:ea typeface="Apple SD Gothic Neo"/>
                <a:cs typeface="Apple SD Gothic Neo"/>
              </a:defRPr>
            </a:defPPr>
            <a:lvl1pPr algn="l">
              <a:defRPr sz="3225" b="1">
                <a:solidFill>
                  <a:srgbClr val="111111"/>
                </a:solidFill>
                <a:latin typeface="Apple SD Gothic Neo"/>
                <a:ea typeface="Apple SD Gothic Neo"/>
                <a:cs typeface="Apple SD Gothic Neo"/>
              </a:defRPr>
            </a:lvl1pPr>
            <a:lvl2pPr algn="l">
              <a:defRPr sz="3225" b="1">
                <a:solidFill>
                  <a:srgbClr val="111111"/>
                </a:solidFill>
                <a:latin typeface="Apple SD Gothic Neo"/>
                <a:ea typeface="Apple SD Gothic Neo"/>
                <a:cs typeface="Apple SD Gothic Neo"/>
              </a:defRPr>
            </a:lvl2pPr>
            <a:lvl3pPr algn="l">
              <a:defRPr sz="3225" b="1">
                <a:solidFill>
                  <a:srgbClr val="111111"/>
                </a:solidFill>
                <a:latin typeface="Apple SD Gothic Neo"/>
                <a:ea typeface="Apple SD Gothic Neo"/>
                <a:cs typeface="Apple SD Gothic Neo"/>
              </a:defRPr>
            </a:lvl3pPr>
            <a:lvl4pPr algn="l">
              <a:defRPr sz="3225" b="1">
                <a:solidFill>
                  <a:srgbClr val="111111"/>
                </a:solidFill>
                <a:latin typeface="Apple SD Gothic Neo"/>
                <a:ea typeface="Apple SD Gothic Neo"/>
                <a:cs typeface="Apple SD Gothic Neo"/>
              </a:defRPr>
            </a:lvl4pPr>
            <a:lvl5pPr algn="l">
              <a:defRPr sz="3225" b="1">
                <a:solidFill>
                  <a:srgbClr val="111111"/>
                </a:solidFill>
                <a:latin typeface="Apple SD Gothic Neo"/>
                <a:ea typeface="Apple SD Gothic Neo"/>
                <a:cs typeface="Apple SD Gothic Neo"/>
              </a:defRPr>
            </a:lvl5pPr>
            <a:lvl6pPr algn="l">
              <a:defRPr sz="3225" b="1">
                <a:solidFill>
                  <a:srgbClr val="111111"/>
                </a:solidFill>
                <a:latin typeface="Apple SD Gothic Neo"/>
                <a:ea typeface="Apple SD Gothic Neo"/>
                <a:cs typeface="Apple SD Gothic Neo"/>
              </a:defRPr>
            </a:lvl6pPr>
            <a:lvl7pPr algn="l">
              <a:defRPr sz="3225" b="1">
                <a:solidFill>
                  <a:srgbClr val="111111"/>
                </a:solidFill>
                <a:latin typeface="Apple SD Gothic Neo"/>
                <a:ea typeface="Apple SD Gothic Neo"/>
                <a:cs typeface="Apple SD Gothic Neo"/>
              </a:defRPr>
            </a:lvl7pPr>
            <a:lvl8pPr algn="l">
              <a:defRPr sz="3225" b="1">
                <a:solidFill>
                  <a:srgbClr val="111111"/>
                </a:solidFill>
                <a:latin typeface="Apple SD Gothic Neo"/>
                <a:ea typeface="Apple SD Gothic Neo"/>
                <a:cs typeface="Apple SD Gothic Neo"/>
              </a:defRPr>
            </a:lvl8pPr>
            <a:lvl9pPr algn="l">
              <a:defRPr sz="3225" b="1">
                <a:solidFill>
                  <a:srgbClr val="111111"/>
                </a:solidFill>
                <a:latin typeface="Apple SD Gothic Neo"/>
                <a:ea typeface="Apple SD Gothic Neo"/>
                <a:cs typeface="Apple SD Gothic Neo"/>
              </a:defRPr>
            </a:lvl9pPr>
          </a:lstStyle>
          <a:p xmlns:a="http://schemas.openxmlformats.org/drawingml/2006/main">
            <a:pPr algn="l">
              <a:defRPr sz="3225" b="1">
                <a:solidFill>
                  <a:srgbClr val="111111"/>
                </a:solidFill>
                <a:latin typeface="Apple SD Gothic Neo"/>
                <a:ea typeface="Apple SD Gothic Neo"/>
                <a:cs typeface="Apple SD Gothic Neo"/>
              </a:defRPr>
            </a:pPr>
            <a:r>
              <a:rPr sz="3225" b="1">
                <a:solidFill>
                  <a:srgbClr val="111111"/>
                </a:solidFill>
                <a:latin typeface="Apple SD Gothic Neo"/>
                <a:ea typeface="Apple SD Gothic Neo"/>
                <a:cs typeface="Apple SD Gothic Neo"/>
              </a:rPr>
              <a:t>Agent가 바뀌어도, 사용자가 정한 조건은 이어져야 한다</a:t>
            </a:r>
          </a:p>
        </p:txBody>
      </p:sp>
      <p:sp>
        <p:nvSpPr>
          <p:cNvPr id="15" name="DP4 object 2">
            <a:extLst xmlns:a="http://schemas.openxmlformats.org/drawingml/2006/main">
              <a:ext uri="{FF2B5EF4-FFF2-40B4-BE49-F238E27FC236}">
                <a16:creationId xmlns:a16="http://schemas.microsoft.com/office/drawing/2014/main" id="{B6A77973-A0FE-4919-9DBB-79BD9F0532CA}"/>
              </a:ext>
            </a:extLst>
          </p:cNvPr>
          <p:cNvSpPr>
            <a:spLocks xmlns:a="http://schemas.openxmlformats.org/drawingml/2006/main" noGrp="1"/>
          </p:cNvSpPr>
          <p:nvPr/>
        </p:nvSpPr>
        <p:spPr>
          <a:xfrm xmlns:a="http://schemas.openxmlformats.org/drawingml/2006/main">
            <a:off x="647700" y="2047875"/>
            <a:ext cx="1685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0">
                <a:solidFill>
                  <a:srgbClr val="111111"/>
                </a:solidFill>
                <a:latin typeface="Apple SD Gothic Neo"/>
                <a:ea typeface="Apple SD Gothic Neo"/>
                <a:cs typeface="Apple SD Gothic Neo"/>
              </a:defRPr>
            </a:defPPr>
            <a:lvl1pPr algn="l">
              <a:defRPr sz="2100" b="0">
                <a:solidFill>
                  <a:srgbClr val="111111"/>
                </a:solidFill>
                <a:latin typeface="Apple SD Gothic Neo"/>
                <a:ea typeface="Apple SD Gothic Neo"/>
                <a:cs typeface="Apple SD Gothic Neo"/>
              </a:defRPr>
            </a:lvl1pPr>
            <a:lvl2pPr algn="l">
              <a:defRPr sz="2100" b="0">
                <a:solidFill>
                  <a:srgbClr val="111111"/>
                </a:solidFill>
                <a:latin typeface="Apple SD Gothic Neo"/>
                <a:ea typeface="Apple SD Gothic Neo"/>
                <a:cs typeface="Apple SD Gothic Neo"/>
              </a:defRPr>
            </a:lvl2pPr>
            <a:lvl3pPr algn="l">
              <a:defRPr sz="2100" b="0">
                <a:solidFill>
                  <a:srgbClr val="111111"/>
                </a:solidFill>
                <a:latin typeface="Apple SD Gothic Neo"/>
                <a:ea typeface="Apple SD Gothic Neo"/>
                <a:cs typeface="Apple SD Gothic Neo"/>
              </a:defRPr>
            </a:lvl3pPr>
            <a:lvl4pPr algn="l">
              <a:defRPr sz="2100" b="0">
                <a:solidFill>
                  <a:srgbClr val="111111"/>
                </a:solidFill>
                <a:latin typeface="Apple SD Gothic Neo"/>
                <a:ea typeface="Apple SD Gothic Neo"/>
                <a:cs typeface="Apple SD Gothic Neo"/>
              </a:defRPr>
            </a:lvl4pPr>
            <a:lvl5pPr algn="l">
              <a:defRPr sz="2100" b="0">
                <a:solidFill>
                  <a:srgbClr val="111111"/>
                </a:solidFill>
                <a:latin typeface="Apple SD Gothic Neo"/>
                <a:ea typeface="Apple SD Gothic Neo"/>
                <a:cs typeface="Apple SD Gothic Neo"/>
              </a:defRPr>
            </a:lvl5pPr>
            <a:lvl6pPr algn="l">
              <a:defRPr sz="2100" b="0">
                <a:solidFill>
                  <a:srgbClr val="111111"/>
                </a:solidFill>
                <a:latin typeface="Apple SD Gothic Neo"/>
                <a:ea typeface="Apple SD Gothic Neo"/>
                <a:cs typeface="Apple SD Gothic Neo"/>
              </a:defRPr>
            </a:lvl6pPr>
            <a:lvl7pPr algn="l">
              <a:defRPr sz="2100" b="0">
                <a:solidFill>
                  <a:srgbClr val="111111"/>
                </a:solidFill>
                <a:latin typeface="Apple SD Gothic Neo"/>
                <a:ea typeface="Apple SD Gothic Neo"/>
                <a:cs typeface="Apple SD Gothic Neo"/>
              </a:defRPr>
            </a:lvl7pPr>
            <a:lvl8pPr algn="l">
              <a:defRPr sz="2100" b="0">
                <a:solidFill>
                  <a:srgbClr val="111111"/>
                </a:solidFill>
                <a:latin typeface="Apple SD Gothic Neo"/>
                <a:ea typeface="Apple SD Gothic Neo"/>
                <a:cs typeface="Apple SD Gothic Neo"/>
              </a:defRPr>
            </a:lvl8pPr>
            <a:lvl9pPr algn="l">
              <a:defRPr sz="2100" b="0">
                <a:solidFill>
                  <a:srgbClr val="111111"/>
                </a:solidFill>
                <a:latin typeface="Apple SD Gothic Neo"/>
                <a:ea typeface="Apple SD Gothic Neo"/>
                <a:cs typeface="Apple SD Gothic Neo"/>
              </a:defRPr>
            </a:lvl9pPr>
          </a:lstStyle>
          <a:p xmlns:a="http://schemas.openxmlformats.org/drawingml/2006/main">
            <a:pPr algn="l">
              <a:defRPr sz="2100" b="0">
                <a:solidFill>
                  <a:srgbClr val="111111"/>
                </a:solidFill>
                <a:latin typeface="Apple SD Gothic Neo"/>
                <a:ea typeface="Apple SD Gothic Neo"/>
                <a:cs typeface="Apple SD Gothic Neo"/>
              </a:defRPr>
            </a:pPr>
            <a:r>
              <a:rPr sz="2100" b="0">
                <a:solidFill>
                  <a:srgbClr val="111111"/>
                </a:solidFill>
                <a:latin typeface="Apple SD Gothic Neo"/>
                <a:ea typeface="Apple SD Gothic Neo"/>
                <a:cs typeface="Apple SD Gothic Neo"/>
              </a:rPr>
              <a:t>같은 비교 결과로 발표자료와 메일을 만들 때, 다음 Agent가 받을 자료를 VIA가 연결한다.</a:t>
            </a:r>
          </a:p>
        </p:txBody>
      </p:sp>
      <p:sp>
        <p:nvSpPr>
          <p:cNvPr id="16" name="DP4 object 3">
            <a:extLst xmlns:a="http://schemas.openxmlformats.org/drawingml/2006/main">
              <a:ext uri="{FF2B5EF4-FFF2-40B4-BE49-F238E27FC236}">
                <a16:creationId xmlns:a16="http://schemas.microsoft.com/office/drawing/2014/main" id="{E27F23F1-A791-44B7-ACAA-32A16B8168E3}"/>
              </a:ext>
            </a:extLst>
          </p:cNvPr>
          <p:cNvSpPr>
            <a:spLocks xmlns:a="http://schemas.openxmlformats.org/drawingml/2006/main" noGrp="1"/>
          </p:cNvSpPr>
          <p:nvPr/>
        </p:nvSpPr>
        <p:spPr>
          <a:xfrm xmlns:a="http://schemas.openxmlformats.org/drawingml/2006/main">
            <a:off x="857250" y="2781300"/>
            <a:ext cx="4762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325" b="1">
                <a:solidFill>
                  <a:srgbClr val="111111"/>
                </a:solidFill>
                <a:latin typeface="Apple SD Gothic Neo"/>
                <a:ea typeface="Apple SD Gothic Neo"/>
                <a:cs typeface="Apple SD Gothic Neo"/>
              </a:defRPr>
            </a:defPPr>
            <a:lvl1pPr algn="l">
              <a:defRPr sz="2325" b="1">
                <a:solidFill>
                  <a:srgbClr val="111111"/>
                </a:solidFill>
                <a:latin typeface="Apple SD Gothic Neo"/>
                <a:ea typeface="Apple SD Gothic Neo"/>
                <a:cs typeface="Apple SD Gothic Neo"/>
              </a:defRPr>
            </a:lvl1pPr>
            <a:lvl2pPr algn="l">
              <a:defRPr sz="2325" b="1">
                <a:solidFill>
                  <a:srgbClr val="111111"/>
                </a:solidFill>
                <a:latin typeface="Apple SD Gothic Neo"/>
                <a:ea typeface="Apple SD Gothic Neo"/>
                <a:cs typeface="Apple SD Gothic Neo"/>
              </a:defRPr>
            </a:lvl2pPr>
            <a:lvl3pPr algn="l">
              <a:defRPr sz="2325" b="1">
                <a:solidFill>
                  <a:srgbClr val="111111"/>
                </a:solidFill>
                <a:latin typeface="Apple SD Gothic Neo"/>
                <a:ea typeface="Apple SD Gothic Neo"/>
                <a:cs typeface="Apple SD Gothic Neo"/>
              </a:defRPr>
            </a:lvl3pPr>
            <a:lvl4pPr algn="l">
              <a:defRPr sz="2325" b="1">
                <a:solidFill>
                  <a:srgbClr val="111111"/>
                </a:solidFill>
                <a:latin typeface="Apple SD Gothic Neo"/>
                <a:ea typeface="Apple SD Gothic Neo"/>
                <a:cs typeface="Apple SD Gothic Neo"/>
              </a:defRPr>
            </a:lvl4pPr>
            <a:lvl5pPr algn="l">
              <a:defRPr sz="2325" b="1">
                <a:solidFill>
                  <a:srgbClr val="111111"/>
                </a:solidFill>
                <a:latin typeface="Apple SD Gothic Neo"/>
                <a:ea typeface="Apple SD Gothic Neo"/>
                <a:cs typeface="Apple SD Gothic Neo"/>
              </a:defRPr>
            </a:lvl5pPr>
            <a:lvl6pPr algn="l">
              <a:defRPr sz="2325" b="1">
                <a:solidFill>
                  <a:srgbClr val="111111"/>
                </a:solidFill>
                <a:latin typeface="Apple SD Gothic Neo"/>
                <a:ea typeface="Apple SD Gothic Neo"/>
                <a:cs typeface="Apple SD Gothic Neo"/>
              </a:defRPr>
            </a:lvl6pPr>
            <a:lvl7pPr algn="l">
              <a:defRPr sz="2325" b="1">
                <a:solidFill>
                  <a:srgbClr val="111111"/>
                </a:solidFill>
                <a:latin typeface="Apple SD Gothic Neo"/>
                <a:ea typeface="Apple SD Gothic Neo"/>
                <a:cs typeface="Apple SD Gothic Neo"/>
              </a:defRPr>
            </a:lvl7pPr>
            <a:lvl8pPr algn="l">
              <a:defRPr sz="2325" b="1">
                <a:solidFill>
                  <a:srgbClr val="111111"/>
                </a:solidFill>
                <a:latin typeface="Apple SD Gothic Neo"/>
                <a:ea typeface="Apple SD Gothic Neo"/>
                <a:cs typeface="Apple SD Gothic Neo"/>
              </a:defRPr>
            </a:lvl8pPr>
            <a:lvl9pPr algn="l">
              <a:defRPr sz="2325" b="1">
                <a:solidFill>
                  <a:srgbClr val="111111"/>
                </a:solidFill>
                <a:latin typeface="Apple SD Gothic Neo"/>
                <a:ea typeface="Apple SD Gothic Neo"/>
                <a:cs typeface="Apple SD Gothic Neo"/>
              </a:defRPr>
            </a:lvl9pPr>
          </a:lstStyle>
          <a:p xmlns:a="http://schemas.openxmlformats.org/drawingml/2006/main">
            <a:pPr algn="l">
              <a:defRPr sz="2325" b="1">
                <a:solidFill>
                  <a:srgbClr val="111111"/>
                </a:solidFill>
                <a:latin typeface="Apple SD Gothic Neo"/>
                <a:ea typeface="Apple SD Gothic Neo"/>
                <a:cs typeface="Apple SD Gothic Neo"/>
              </a:defRPr>
            </a:pPr>
            <a:r>
              <a:rPr sz="2325" b="1">
                <a:solidFill>
                  <a:srgbClr val="111111"/>
                </a:solidFill>
                <a:latin typeface="Apple SD Gothic Neo"/>
                <a:ea typeface="Apple SD Gothic Neo"/>
                <a:cs typeface="Apple SD Gothic Neo"/>
              </a:rPr>
              <a:t>① 조사 결과 확보</a:t>
            </a:r>
          </a:p>
        </p:txBody>
      </p:sp>
      <p:sp>
        <p:nvSpPr>
          <p:cNvPr id="17" name="DP4 object 4">
            <a:extLst xmlns:a="http://schemas.openxmlformats.org/drawingml/2006/main">
              <a:ext uri="{FF2B5EF4-FFF2-40B4-BE49-F238E27FC236}">
                <a16:creationId xmlns:a16="http://schemas.microsoft.com/office/drawing/2014/main" id="{8573E664-D730-4298-AD77-6677111152A6}"/>
              </a:ext>
            </a:extLst>
          </p:cNvPr>
          <p:cNvSpPr>
            <a:spLocks xmlns:a="http://schemas.openxmlformats.org/drawingml/2006/main" noGrp="1"/>
          </p:cNvSpPr>
          <p:nvPr/>
        </p:nvSpPr>
        <p:spPr>
          <a:xfrm xmlns:a="http://schemas.openxmlformats.org/drawingml/2006/main">
            <a:off x="6572250" y="2781300"/>
            <a:ext cx="4762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325" b="1">
                <a:solidFill>
                  <a:srgbClr val="111111"/>
                </a:solidFill>
                <a:latin typeface="Apple SD Gothic Neo"/>
                <a:ea typeface="Apple SD Gothic Neo"/>
                <a:cs typeface="Apple SD Gothic Neo"/>
              </a:defRPr>
            </a:defPPr>
            <a:lvl1pPr algn="l">
              <a:defRPr sz="2325" b="1">
                <a:solidFill>
                  <a:srgbClr val="111111"/>
                </a:solidFill>
                <a:latin typeface="Apple SD Gothic Neo"/>
                <a:ea typeface="Apple SD Gothic Neo"/>
                <a:cs typeface="Apple SD Gothic Neo"/>
              </a:defRPr>
            </a:lvl1pPr>
            <a:lvl2pPr algn="l">
              <a:defRPr sz="2325" b="1">
                <a:solidFill>
                  <a:srgbClr val="111111"/>
                </a:solidFill>
                <a:latin typeface="Apple SD Gothic Neo"/>
                <a:ea typeface="Apple SD Gothic Neo"/>
                <a:cs typeface="Apple SD Gothic Neo"/>
              </a:defRPr>
            </a:lvl2pPr>
            <a:lvl3pPr algn="l">
              <a:defRPr sz="2325" b="1">
                <a:solidFill>
                  <a:srgbClr val="111111"/>
                </a:solidFill>
                <a:latin typeface="Apple SD Gothic Neo"/>
                <a:ea typeface="Apple SD Gothic Neo"/>
                <a:cs typeface="Apple SD Gothic Neo"/>
              </a:defRPr>
            </a:lvl3pPr>
            <a:lvl4pPr algn="l">
              <a:defRPr sz="2325" b="1">
                <a:solidFill>
                  <a:srgbClr val="111111"/>
                </a:solidFill>
                <a:latin typeface="Apple SD Gothic Neo"/>
                <a:ea typeface="Apple SD Gothic Neo"/>
                <a:cs typeface="Apple SD Gothic Neo"/>
              </a:defRPr>
            </a:lvl4pPr>
            <a:lvl5pPr algn="l">
              <a:defRPr sz="2325" b="1">
                <a:solidFill>
                  <a:srgbClr val="111111"/>
                </a:solidFill>
                <a:latin typeface="Apple SD Gothic Neo"/>
                <a:ea typeface="Apple SD Gothic Neo"/>
                <a:cs typeface="Apple SD Gothic Neo"/>
              </a:defRPr>
            </a:lvl5pPr>
            <a:lvl6pPr algn="l">
              <a:defRPr sz="2325" b="1">
                <a:solidFill>
                  <a:srgbClr val="111111"/>
                </a:solidFill>
                <a:latin typeface="Apple SD Gothic Neo"/>
                <a:ea typeface="Apple SD Gothic Neo"/>
                <a:cs typeface="Apple SD Gothic Neo"/>
              </a:defRPr>
            </a:lvl6pPr>
            <a:lvl7pPr algn="l">
              <a:defRPr sz="2325" b="1">
                <a:solidFill>
                  <a:srgbClr val="111111"/>
                </a:solidFill>
                <a:latin typeface="Apple SD Gothic Neo"/>
                <a:ea typeface="Apple SD Gothic Neo"/>
                <a:cs typeface="Apple SD Gothic Neo"/>
              </a:defRPr>
            </a:lvl7pPr>
            <a:lvl8pPr algn="l">
              <a:defRPr sz="2325" b="1">
                <a:solidFill>
                  <a:srgbClr val="111111"/>
                </a:solidFill>
                <a:latin typeface="Apple SD Gothic Neo"/>
                <a:ea typeface="Apple SD Gothic Neo"/>
                <a:cs typeface="Apple SD Gothic Neo"/>
              </a:defRPr>
            </a:lvl8pPr>
            <a:lvl9pPr algn="l">
              <a:defRPr sz="2325" b="1">
                <a:solidFill>
                  <a:srgbClr val="111111"/>
                </a:solidFill>
                <a:latin typeface="Apple SD Gothic Neo"/>
                <a:ea typeface="Apple SD Gothic Neo"/>
                <a:cs typeface="Apple SD Gothic Neo"/>
              </a:defRPr>
            </a:lvl9pPr>
          </a:lstStyle>
          <a:p xmlns:a="http://schemas.openxmlformats.org/drawingml/2006/main">
            <a:pPr algn="l">
              <a:defRPr sz="2325" b="1">
                <a:solidFill>
                  <a:srgbClr val="111111"/>
                </a:solidFill>
                <a:latin typeface="Apple SD Gothic Neo"/>
                <a:ea typeface="Apple SD Gothic Neo"/>
                <a:cs typeface="Apple SD Gothic Neo"/>
              </a:defRPr>
            </a:pPr>
            <a:r>
              <a:rPr sz="2325" b="1">
                <a:solidFill>
                  <a:srgbClr val="111111"/>
                </a:solidFill>
                <a:latin typeface="Apple SD Gothic Neo"/>
                <a:ea typeface="Apple SD Gothic Neo"/>
                <a:cs typeface="Apple SD Gothic Neo"/>
              </a:rPr>
              <a:t>② 발표자료로 재위임</a:t>
            </a:r>
          </a:p>
        </p:txBody>
      </p:sp>
      <p:sp>
        <p:nvSpPr>
          <p:cNvPr id="18" name="DP4 object 5">
            <a:extLst xmlns:a="http://schemas.openxmlformats.org/drawingml/2006/main">
              <a:ext uri="{FF2B5EF4-FFF2-40B4-BE49-F238E27FC236}">
                <a16:creationId xmlns:a16="http://schemas.microsoft.com/office/drawing/2014/main" id="{6E2AC799-FFC0-4D4F-8FE1-E9A96A6162CA}"/>
              </a:ext>
            </a:extLst>
          </p:cNvPr>
          <p:cNvSpPr>
            <a:spLocks xmlns:a="http://schemas.openxmlformats.org/drawingml/2006/main" noGrp="1"/>
          </p:cNvSpPr>
          <p:nvPr/>
        </p:nvSpPr>
        <p:spPr>
          <a:xfrm xmlns:a="http://schemas.openxmlformats.org/drawingml/2006/main">
            <a:off x="12287250" y="2781300"/>
            <a:ext cx="4762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325" b="1">
                <a:solidFill>
                  <a:srgbClr val="111111"/>
                </a:solidFill>
                <a:latin typeface="Apple SD Gothic Neo"/>
                <a:ea typeface="Apple SD Gothic Neo"/>
                <a:cs typeface="Apple SD Gothic Neo"/>
              </a:defRPr>
            </a:defPPr>
            <a:lvl1pPr algn="l">
              <a:defRPr sz="2325" b="1">
                <a:solidFill>
                  <a:srgbClr val="111111"/>
                </a:solidFill>
                <a:latin typeface="Apple SD Gothic Neo"/>
                <a:ea typeface="Apple SD Gothic Neo"/>
                <a:cs typeface="Apple SD Gothic Neo"/>
              </a:defRPr>
            </a:lvl1pPr>
            <a:lvl2pPr algn="l">
              <a:defRPr sz="2325" b="1">
                <a:solidFill>
                  <a:srgbClr val="111111"/>
                </a:solidFill>
                <a:latin typeface="Apple SD Gothic Neo"/>
                <a:ea typeface="Apple SD Gothic Neo"/>
                <a:cs typeface="Apple SD Gothic Neo"/>
              </a:defRPr>
            </a:lvl2pPr>
            <a:lvl3pPr algn="l">
              <a:defRPr sz="2325" b="1">
                <a:solidFill>
                  <a:srgbClr val="111111"/>
                </a:solidFill>
                <a:latin typeface="Apple SD Gothic Neo"/>
                <a:ea typeface="Apple SD Gothic Neo"/>
                <a:cs typeface="Apple SD Gothic Neo"/>
              </a:defRPr>
            </a:lvl3pPr>
            <a:lvl4pPr algn="l">
              <a:defRPr sz="2325" b="1">
                <a:solidFill>
                  <a:srgbClr val="111111"/>
                </a:solidFill>
                <a:latin typeface="Apple SD Gothic Neo"/>
                <a:ea typeface="Apple SD Gothic Neo"/>
                <a:cs typeface="Apple SD Gothic Neo"/>
              </a:defRPr>
            </a:lvl4pPr>
            <a:lvl5pPr algn="l">
              <a:defRPr sz="2325" b="1">
                <a:solidFill>
                  <a:srgbClr val="111111"/>
                </a:solidFill>
                <a:latin typeface="Apple SD Gothic Neo"/>
                <a:ea typeface="Apple SD Gothic Neo"/>
                <a:cs typeface="Apple SD Gothic Neo"/>
              </a:defRPr>
            </a:lvl5pPr>
            <a:lvl6pPr algn="l">
              <a:defRPr sz="2325" b="1">
                <a:solidFill>
                  <a:srgbClr val="111111"/>
                </a:solidFill>
                <a:latin typeface="Apple SD Gothic Neo"/>
                <a:ea typeface="Apple SD Gothic Neo"/>
                <a:cs typeface="Apple SD Gothic Neo"/>
              </a:defRPr>
            </a:lvl6pPr>
            <a:lvl7pPr algn="l">
              <a:defRPr sz="2325" b="1">
                <a:solidFill>
                  <a:srgbClr val="111111"/>
                </a:solidFill>
                <a:latin typeface="Apple SD Gothic Neo"/>
                <a:ea typeface="Apple SD Gothic Neo"/>
                <a:cs typeface="Apple SD Gothic Neo"/>
              </a:defRPr>
            </a:lvl7pPr>
            <a:lvl8pPr algn="l">
              <a:defRPr sz="2325" b="1">
                <a:solidFill>
                  <a:srgbClr val="111111"/>
                </a:solidFill>
                <a:latin typeface="Apple SD Gothic Neo"/>
                <a:ea typeface="Apple SD Gothic Neo"/>
                <a:cs typeface="Apple SD Gothic Neo"/>
              </a:defRPr>
            </a:lvl8pPr>
            <a:lvl9pPr algn="l">
              <a:defRPr sz="2325" b="1">
                <a:solidFill>
                  <a:srgbClr val="111111"/>
                </a:solidFill>
                <a:latin typeface="Apple SD Gothic Neo"/>
                <a:ea typeface="Apple SD Gothic Neo"/>
                <a:cs typeface="Apple SD Gothic Neo"/>
              </a:defRPr>
            </a:lvl9pPr>
          </a:lstStyle>
          <a:p xmlns:a="http://schemas.openxmlformats.org/drawingml/2006/main">
            <a:pPr algn="l">
              <a:defRPr sz="2325" b="1">
                <a:solidFill>
                  <a:srgbClr val="111111"/>
                </a:solidFill>
                <a:latin typeface="Apple SD Gothic Neo"/>
                <a:ea typeface="Apple SD Gothic Neo"/>
                <a:cs typeface="Apple SD Gothic Neo"/>
              </a:defRPr>
            </a:pPr>
            <a:r>
              <a:rPr sz="2325" b="1">
                <a:solidFill>
                  <a:srgbClr val="111111"/>
                </a:solidFill>
                <a:latin typeface="Apple SD Gothic Neo"/>
                <a:ea typeface="Apple SD Gothic Neo"/>
                <a:cs typeface="Apple SD Gothic Neo"/>
              </a:rPr>
              <a:t>③ 메일 초안으로 재위임</a:t>
            </a:r>
          </a:p>
        </p:txBody>
      </p:sp>
      <p:sp>
        <p:nvSpPr>
          <p:cNvPr id="19" name="조사 Agent">
            <a:extLst xmlns:a="http://schemas.openxmlformats.org/drawingml/2006/main">
              <a:ext uri="{FF2B5EF4-FFF2-40B4-BE49-F238E27FC236}">
                <a16:creationId xmlns:a16="http://schemas.microsoft.com/office/drawing/2014/main" id="{7B48BF60-6CCB-453B-91CB-C3D317396DE5}"/>
              </a:ext>
            </a:extLst>
          </p:cNvPr>
          <p:cNvSpPr>
            <a:spLocks xmlns:a="http://schemas.openxmlformats.org/drawingml/2006/main" noGrp="1"/>
          </p:cNvSpPr>
          <p:nvPr/>
        </p:nvSpPr>
        <p:spPr>
          <a:xfrm xmlns:a="http://schemas.openxmlformats.org/drawingml/2006/main">
            <a:off x="857250" y="3343275"/>
            <a:ext cx="4762500" cy="5334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20" name="DP4 object 6">
            <a:extLst xmlns:a="http://schemas.openxmlformats.org/drawingml/2006/main">
              <a:ext uri="{FF2B5EF4-FFF2-40B4-BE49-F238E27FC236}">
                <a16:creationId xmlns:a16="http://schemas.microsoft.com/office/drawing/2014/main" id="{16D7B13C-50C3-4674-AC0D-AF9FBF4ACB35}"/>
              </a:ext>
            </a:extLst>
          </p:cNvPr>
          <p:cNvSpPr>
            <a:spLocks xmlns:a="http://schemas.openxmlformats.org/drawingml/2006/main" noGrp="1"/>
          </p:cNvSpPr>
          <p:nvPr/>
        </p:nvSpPr>
        <p:spPr>
          <a:xfrm xmlns:a="http://schemas.openxmlformats.org/drawingml/2006/main">
            <a:off x="923925" y="3381375"/>
            <a:ext cx="4629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175" b="1">
                <a:solidFill>
                  <a:srgbClr val="111111"/>
                </a:solidFill>
                <a:latin typeface="Apple SD Gothic Neo"/>
                <a:ea typeface="Apple SD Gothic Neo"/>
                <a:cs typeface="Apple SD Gothic Neo"/>
              </a:defRPr>
            </a:defPPr>
            <a:lvl1pPr algn="ctr">
              <a:defRPr sz="2175" b="1">
                <a:solidFill>
                  <a:srgbClr val="111111"/>
                </a:solidFill>
                <a:latin typeface="Apple SD Gothic Neo"/>
                <a:ea typeface="Apple SD Gothic Neo"/>
                <a:cs typeface="Apple SD Gothic Neo"/>
              </a:defRPr>
            </a:lvl1pPr>
            <a:lvl2pPr algn="ctr">
              <a:defRPr sz="2175" b="1">
                <a:solidFill>
                  <a:srgbClr val="111111"/>
                </a:solidFill>
                <a:latin typeface="Apple SD Gothic Neo"/>
                <a:ea typeface="Apple SD Gothic Neo"/>
                <a:cs typeface="Apple SD Gothic Neo"/>
              </a:defRPr>
            </a:lvl2pPr>
            <a:lvl3pPr algn="ctr">
              <a:defRPr sz="2175" b="1">
                <a:solidFill>
                  <a:srgbClr val="111111"/>
                </a:solidFill>
                <a:latin typeface="Apple SD Gothic Neo"/>
                <a:ea typeface="Apple SD Gothic Neo"/>
                <a:cs typeface="Apple SD Gothic Neo"/>
              </a:defRPr>
            </a:lvl3pPr>
            <a:lvl4pPr algn="ctr">
              <a:defRPr sz="2175" b="1">
                <a:solidFill>
                  <a:srgbClr val="111111"/>
                </a:solidFill>
                <a:latin typeface="Apple SD Gothic Neo"/>
                <a:ea typeface="Apple SD Gothic Neo"/>
                <a:cs typeface="Apple SD Gothic Neo"/>
              </a:defRPr>
            </a:lvl4pPr>
            <a:lvl5pPr algn="ctr">
              <a:defRPr sz="2175" b="1">
                <a:solidFill>
                  <a:srgbClr val="111111"/>
                </a:solidFill>
                <a:latin typeface="Apple SD Gothic Neo"/>
                <a:ea typeface="Apple SD Gothic Neo"/>
                <a:cs typeface="Apple SD Gothic Neo"/>
              </a:defRPr>
            </a:lvl5pPr>
            <a:lvl6pPr algn="ctr">
              <a:defRPr sz="2175" b="1">
                <a:solidFill>
                  <a:srgbClr val="111111"/>
                </a:solidFill>
                <a:latin typeface="Apple SD Gothic Neo"/>
                <a:ea typeface="Apple SD Gothic Neo"/>
                <a:cs typeface="Apple SD Gothic Neo"/>
              </a:defRPr>
            </a:lvl6pPr>
            <a:lvl7pPr algn="ctr">
              <a:defRPr sz="2175" b="1">
                <a:solidFill>
                  <a:srgbClr val="111111"/>
                </a:solidFill>
                <a:latin typeface="Apple SD Gothic Neo"/>
                <a:ea typeface="Apple SD Gothic Neo"/>
                <a:cs typeface="Apple SD Gothic Neo"/>
              </a:defRPr>
            </a:lvl7pPr>
            <a:lvl8pPr algn="ctr">
              <a:defRPr sz="2175" b="1">
                <a:solidFill>
                  <a:srgbClr val="111111"/>
                </a:solidFill>
                <a:latin typeface="Apple SD Gothic Neo"/>
                <a:ea typeface="Apple SD Gothic Neo"/>
                <a:cs typeface="Apple SD Gothic Neo"/>
              </a:defRPr>
            </a:lvl8pPr>
            <a:lvl9pPr algn="ctr">
              <a:defRPr sz="2175" b="1">
                <a:solidFill>
                  <a:srgbClr val="111111"/>
                </a:solidFill>
                <a:latin typeface="Apple SD Gothic Neo"/>
                <a:ea typeface="Apple SD Gothic Neo"/>
                <a:cs typeface="Apple SD Gothic Neo"/>
              </a:defRPr>
            </a:lvl9pPr>
          </a:lstStyle>
          <a:p xmlns:a="http://schemas.openxmlformats.org/drawingml/2006/main">
            <a:pPr algn="ctr">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조사 Agent</a:t>
            </a:r>
          </a:p>
        </p:txBody>
      </p:sp>
      <p:sp>
        <p:nvSpPr>
          <p:cNvPr id="21" name="제품 비교 결과">
            <a:extLst xmlns:a="http://schemas.openxmlformats.org/drawingml/2006/main">
              <a:ext uri="{FF2B5EF4-FFF2-40B4-BE49-F238E27FC236}">
                <a16:creationId xmlns:a16="http://schemas.microsoft.com/office/drawing/2014/main" id="{28E031C2-D048-48CD-95C6-7D7B2D824BA6}"/>
              </a:ext>
            </a:extLst>
          </p:cNvPr>
          <p:cNvSpPr>
            <a:spLocks xmlns:a="http://schemas.openxmlformats.org/drawingml/2006/main" noGrp="1"/>
          </p:cNvSpPr>
          <p:nvPr/>
        </p:nvSpPr>
        <p:spPr>
          <a:xfrm xmlns:a="http://schemas.openxmlformats.org/drawingml/2006/main">
            <a:off x="1047750" y="4076700"/>
            <a:ext cx="4381500" cy="1638300"/>
          </a:xfrm>
          <a:custGeom xmlns:a="http://schemas.openxmlformats.org/drawingml/2006/main">
            <a:pathLst>
              <a:path w="4381500" h="1638300">
                <a:moveTo>
                  <a:pt x="0" y="0"/>
                </a:moveTo>
                <a:lnTo>
                  <a:pt x="4229100" y="0"/>
                </a:lnTo>
                <a:lnTo>
                  <a:pt x="4381500" y="152400"/>
                </a:lnTo>
                <a:lnTo>
                  <a:pt x="4381500" y="1638300"/>
                </a:lnTo>
                <a:lnTo>
                  <a:pt x="0" y="1638300"/>
                </a:lnTo>
                <a:close/>
              </a:path>
            </a:pathLst>
          </a:custGeom>
          <a:solidFill xmlns:a="http://schemas.openxmlformats.org/drawingml/2006/main">
            <a:srgbClr val="FFFFFF"/>
          </a:solidFill>
          <a:ln xmlns:a="http://schemas.openxmlformats.org/drawingml/2006/main" w="16193">
            <a:solidFill>
              <a:srgbClr val="111111"/>
            </a:solidFill>
            <a:prstDash val="solid"/>
          </a:ln>
        </p:spPr>
      </p:sp>
      <p:sp>
        <p:nvSpPr>
          <p:cNvPr id="22" name="Editable path 7">
            <a:extLst xmlns:a="http://schemas.openxmlformats.org/drawingml/2006/main">
              <a:ext uri="{FF2B5EF4-FFF2-40B4-BE49-F238E27FC236}">
                <a16:creationId xmlns:a16="http://schemas.microsoft.com/office/drawing/2014/main" id="{1469467C-133A-40C5-9B46-EA94E6A40253}"/>
              </a:ext>
            </a:extLst>
          </p:cNvPr>
          <p:cNvSpPr>
            <a:spLocks xmlns:a="http://schemas.openxmlformats.org/drawingml/2006/main" noGrp="1"/>
          </p:cNvSpPr>
          <p:nvPr/>
        </p:nvSpPr>
        <p:spPr>
          <a:xfrm xmlns:a="http://schemas.openxmlformats.org/drawingml/2006/main">
            <a:off x="5276850" y="4076700"/>
            <a:ext cx="152400" cy="152400"/>
          </a:xfrm>
          <a:custGeom xmlns:a="http://schemas.openxmlformats.org/drawingml/2006/main">
            <a:pathLst>
              <a:path w="152400" h="152400">
                <a:moveTo>
                  <a:pt x="0" y="0"/>
                </a:moveTo>
                <a:lnTo>
                  <a:pt x="0" y="152400"/>
                </a:lnTo>
                <a:lnTo>
                  <a:pt x="152400" y="152400"/>
                </a:lnTo>
              </a:path>
            </a:pathLst>
          </a:custGeom>
          <a:noFill xmlns:a="http://schemas.openxmlformats.org/drawingml/2006/main"/>
          <a:ln xmlns:a="http://schemas.openxmlformats.org/drawingml/2006/main" w="13335">
            <a:solidFill>
              <a:srgbClr val="111111"/>
            </a:solidFill>
            <a:prstDash val="solid"/>
          </a:ln>
        </p:spPr>
      </p:sp>
      <p:sp>
        <p:nvSpPr>
          <p:cNvPr id="23" name="DP4 object 8">
            <a:extLst xmlns:a="http://schemas.openxmlformats.org/drawingml/2006/main">
              <a:ext uri="{FF2B5EF4-FFF2-40B4-BE49-F238E27FC236}">
                <a16:creationId xmlns:a16="http://schemas.microsoft.com/office/drawing/2014/main" id="{3173E6FB-1FCF-44BE-877D-7F9163882AFB}"/>
              </a:ext>
            </a:extLst>
          </p:cNvPr>
          <p:cNvSpPr>
            <a:spLocks xmlns:a="http://schemas.openxmlformats.org/drawingml/2006/main" noGrp="1"/>
          </p:cNvSpPr>
          <p:nvPr/>
        </p:nvSpPr>
        <p:spPr>
          <a:xfrm xmlns:a="http://schemas.openxmlformats.org/drawingml/2006/main">
            <a:off x="1209675" y="4219575"/>
            <a:ext cx="401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111111"/>
                </a:solidFill>
                <a:latin typeface="Apple SD Gothic Neo"/>
                <a:ea typeface="Apple SD Gothic Neo"/>
                <a:cs typeface="Apple SD Gothic Neo"/>
              </a:defRPr>
            </a:defPPr>
            <a:lvl1pPr algn="l">
              <a:defRPr sz="1950" b="1">
                <a:solidFill>
                  <a:srgbClr val="111111"/>
                </a:solidFill>
                <a:latin typeface="Apple SD Gothic Neo"/>
                <a:ea typeface="Apple SD Gothic Neo"/>
                <a:cs typeface="Apple SD Gothic Neo"/>
              </a:defRPr>
            </a:lvl1pPr>
            <a:lvl2pPr algn="l">
              <a:defRPr sz="1950" b="1">
                <a:solidFill>
                  <a:srgbClr val="111111"/>
                </a:solidFill>
                <a:latin typeface="Apple SD Gothic Neo"/>
                <a:ea typeface="Apple SD Gothic Neo"/>
                <a:cs typeface="Apple SD Gothic Neo"/>
              </a:defRPr>
            </a:lvl2pPr>
            <a:lvl3pPr algn="l">
              <a:defRPr sz="1950" b="1">
                <a:solidFill>
                  <a:srgbClr val="111111"/>
                </a:solidFill>
                <a:latin typeface="Apple SD Gothic Neo"/>
                <a:ea typeface="Apple SD Gothic Neo"/>
                <a:cs typeface="Apple SD Gothic Neo"/>
              </a:defRPr>
            </a:lvl3pPr>
            <a:lvl4pPr algn="l">
              <a:defRPr sz="1950" b="1">
                <a:solidFill>
                  <a:srgbClr val="111111"/>
                </a:solidFill>
                <a:latin typeface="Apple SD Gothic Neo"/>
                <a:ea typeface="Apple SD Gothic Neo"/>
                <a:cs typeface="Apple SD Gothic Neo"/>
              </a:defRPr>
            </a:lvl4pPr>
            <a:lvl5pPr algn="l">
              <a:defRPr sz="1950" b="1">
                <a:solidFill>
                  <a:srgbClr val="111111"/>
                </a:solidFill>
                <a:latin typeface="Apple SD Gothic Neo"/>
                <a:ea typeface="Apple SD Gothic Neo"/>
                <a:cs typeface="Apple SD Gothic Neo"/>
              </a:defRPr>
            </a:lvl5pPr>
            <a:lvl6pPr algn="l">
              <a:defRPr sz="1950" b="1">
                <a:solidFill>
                  <a:srgbClr val="111111"/>
                </a:solidFill>
                <a:latin typeface="Apple SD Gothic Neo"/>
                <a:ea typeface="Apple SD Gothic Neo"/>
                <a:cs typeface="Apple SD Gothic Neo"/>
              </a:defRPr>
            </a:lvl6pPr>
            <a:lvl7pPr algn="l">
              <a:defRPr sz="1950" b="1">
                <a:solidFill>
                  <a:srgbClr val="111111"/>
                </a:solidFill>
                <a:latin typeface="Apple SD Gothic Neo"/>
                <a:ea typeface="Apple SD Gothic Neo"/>
                <a:cs typeface="Apple SD Gothic Neo"/>
              </a:defRPr>
            </a:lvl7pPr>
            <a:lvl8pPr algn="l">
              <a:defRPr sz="1950" b="1">
                <a:solidFill>
                  <a:srgbClr val="111111"/>
                </a:solidFill>
                <a:latin typeface="Apple SD Gothic Neo"/>
                <a:ea typeface="Apple SD Gothic Neo"/>
                <a:cs typeface="Apple SD Gothic Neo"/>
              </a:defRPr>
            </a:lvl8pPr>
            <a:lvl9pPr algn="l">
              <a:defRPr sz="1950" b="1">
                <a:solidFill>
                  <a:srgbClr val="111111"/>
                </a:solidFill>
                <a:latin typeface="Apple SD Gothic Neo"/>
                <a:ea typeface="Apple SD Gothic Neo"/>
                <a:cs typeface="Apple SD Gothic Neo"/>
              </a:defRPr>
            </a:lvl9pPr>
          </a:lstStyle>
          <a:p xmlns:a="http://schemas.openxmlformats.org/drawingml/2006/main">
            <a:pPr algn="l">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제품 비교 결과</a:t>
            </a:r>
          </a:p>
        </p:txBody>
      </p:sp>
      <p:sp>
        <p:nvSpPr>
          <p:cNvPr id="24" name="Editable path 9">
            <a:extLst xmlns:a="http://schemas.openxmlformats.org/drawingml/2006/main">
              <a:ext uri="{FF2B5EF4-FFF2-40B4-BE49-F238E27FC236}">
                <a16:creationId xmlns:a16="http://schemas.microsoft.com/office/drawing/2014/main" id="{259E3E96-01B2-434A-BD44-D45C1EF4B824}"/>
              </a:ext>
            </a:extLst>
          </p:cNvPr>
          <p:cNvSpPr>
            <a:spLocks xmlns:a="http://schemas.openxmlformats.org/drawingml/2006/main" noGrp="1"/>
          </p:cNvSpPr>
          <p:nvPr/>
        </p:nvSpPr>
        <p:spPr>
          <a:xfrm xmlns:a="http://schemas.openxmlformats.org/drawingml/2006/main">
            <a:off x="1209675" y="4619625"/>
            <a:ext cx="4057650" cy="953"/>
          </a:xfrm>
          <a:custGeom xmlns:a="http://schemas.openxmlformats.org/drawingml/2006/main">
            <a:pathLst>
              <a:path w="4057650" h="953">
                <a:moveTo>
                  <a:pt x="0" y="0"/>
                </a:moveTo>
                <a:lnTo>
                  <a:pt x="4057650" y="0"/>
                </a:lnTo>
              </a:path>
            </a:pathLst>
          </a:custGeom>
          <a:noFill xmlns:a="http://schemas.openxmlformats.org/drawingml/2006/main"/>
          <a:ln xmlns:a="http://schemas.openxmlformats.org/drawingml/2006/main" w="9525">
            <a:solidFill>
              <a:srgbClr val="B7B9B9"/>
            </a:solidFill>
            <a:prstDash val="solid"/>
          </a:ln>
        </p:spPr>
      </p:sp>
      <p:sp>
        <p:nvSpPr>
          <p:cNvPr id="25" name="DP4 object 10">
            <a:extLst xmlns:a="http://schemas.openxmlformats.org/drawingml/2006/main">
              <a:ext uri="{FF2B5EF4-FFF2-40B4-BE49-F238E27FC236}">
                <a16:creationId xmlns:a16="http://schemas.microsoft.com/office/drawing/2014/main" id="{775ACCB7-85A8-40B6-896C-06B807EF328E}"/>
              </a:ext>
            </a:extLst>
          </p:cNvPr>
          <p:cNvSpPr>
            <a:spLocks xmlns:a="http://schemas.openxmlformats.org/drawingml/2006/main" noGrp="1"/>
          </p:cNvSpPr>
          <p:nvPr/>
        </p:nvSpPr>
        <p:spPr>
          <a:xfrm xmlns:a="http://schemas.openxmlformats.org/drawingml/2006/main">
            <a:off x="1209675" y="4724400"/>
            <a:ext cx="40576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가격·유지보수 비교</a:t>
            </a:r>
          </a:p>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공개 결과의 원본과 판본</a:t>
            </a:r>
          </a:p>
        </p:txBody>
      </p:sp>
      <p:sp>
        <p:nvSpPr>
          <p:cNvPr id="26" name="발표자료 Agent">
            <a:extLst xmlns:a="http://schemas.openxmlformats.org/drawingml/2006/main">
              <a:ext uri="{FF2B5EF4-FFF2-40B4-BE49-F238E27FC236}">
                <a16:creationId xmlns:a16="http://schemas.microsoft.com/office/drawing/2014/main" id="{BE77E466-2094-481A-ABDB-A152ED668442}"/>
              </a:ext>
            </a:extLst>
          </p:cNvPr>
          <p:cNvSpPr>
            <a:spLocks xmlns:a="http://schemas.openxmlformats.org/drawingml/2006/main" noGrp="1"/>
          </p:cNvSpPr>
          <p:nvPr/>
        </p:nvSpPr>
        <p:spPr>
          <a:xfrm xmlns:a="http://schemas.openxmlformats.org/drawingml/2006/main">
            <a:off x="6572250" y="3343275"/>
            <a:ext cx="4762500" cy="5334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27" name="DP4 object 11">
            <a:extLst xmlns:a="http://schemas.openxmlformats.org/drawingml/2006/main">
              <a:ext uri="{FF2B5EF4-FFF2-40B4-BE49-F238E27FC236}">
                <a16:creationId xmlns:a16="http://schemas.microsoft.com/office/drawing/2014/main" id="{305220C6-8A33-4FA1-B9DD-474FD233E06A}"/>
              </a:ext>
            </a:extLst>
          </p:cNvPr>
          <p:cNvSpPr>
            <a:spLocks xmlns:a="http://schemas.openxmlformats.org/drawingml/2006/main" noGrp="1"/>
          </p:cNvSpPr>
          <p:nvPr/>
        </p:nvSpPr>
        <p:spPr>
          <a:xfrm xmlns:a="http://schemas.openxmlformats.org/drawingml/2006/main">
            <a:off x="6638925" y="3381375"/>
            <a:ext cx="4629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175" b="1">
                <a:solidFill>
                  <a:srgbClr val="111111"/>
                </a:solidFill>
                <a:latin typeface="Apple SD Gothic Neo"/>
                <a:ea typeface="Apple SD Gothic Neo"/>
                <a:cs typeface="Apple SD Gothic Neo"/>
              </a:defRPr>
            </a:defPPr>
            <a:lvl1pPr algn="ctr">
              <a:defRPr sz="2175" b="1">
                <a:solidFill>
                  <a:srgbClr val="111111"/>
                </a:solidFill>
                <a:latin typeface="Apple SD Gothic Neo"/>
                <a:ea typeface="Apple SD Gothic Neo"/>
                <a:cs typeface="Apple SD Gothic Neo"/>
              </a:defRPr>
            </a:lvl1pPr>
            <a:lvl2pPr algn="ctr">
              <a:defRPr sz="2175" b="1">
                <a:solidFill>
                  <a:srgbClr val="111111"/>
                </a:solidFill>
                <a:latin typeface="Apple SD Gothic Neo"/>
                <a:ea typeface="Apple SD Gothic Neo"/>
                <a:cs typeface="Apple SD Gothic Neo"/>
              </a:defRPr>
            </a:lvl2pPr>
            <a:lvl3pPr algn="ctr">
              <a:defRPr sz="2175" b="1">
                <a:solidFill>
                  <a:srgbClr val="111111"/>
                </a:solidFill>
                <a:latin typeface="Apple SD Gothic Neo"/>
                <a:ea typeface="Apple SD Gothic Neo"/>
                <a:cs typeface="Apple SD Gothic Neo"/>
              </a:defRPr>
            </a:lvl3pPr>
            <a:lvl4pPr algn="ctr">
              <a:defRPr sz="2175" b="1">
                <a:solidFill>
                  <a:srgbClr val="111111"/>
                </a:solidFill>
                <a:latin typeface="Apple SD Gothic Neo"/>
                <a:ea typeface="Apple SD Gothic Neo"/>
                <a:cs typeface="Apple SD Gothic Neo"/>
              </a:defRPr>
            </a:lvl4pPr>
            <a:lvl5pPr algn="ctr">
              <a:defRPr sz="2175" b="1">
                <a:solidFill>
                  <a:srgbClr val="111111"/>
                </a:solidFill>
                <a:latin typeface="Apple SD Gothic Neo"/>
                <a:ea typeface="Apple SD Gothic Neo"/>
                <a:cs typeface="Apple SD Gothic Neo"/>
              </a:defRPr>
            </a:lvl5pPr>
            <a:lvl6pPr algn="ctr">
              <a:defRPr sz="2175" b="1">
                <a:solidFill>
                  <a:srgbClr val="111111"/>
                </a:solidFill>
                <a:latin typeface="Apple SD Gothic Neo"/>
                <a:ea typeface="Apple SD Gothic Neo"/>
                <a:cs typeface="Apple SD Gothic Neo"/>
              </a:defRPr>
            </a:lvl6pPr>
            <a:lvl7pPr algn="ctr">
              <a:defRPr sz="2175" b="1">
                <a:solidFill>
                  <a:srgbClr val="111111"/>
                </a:solidFill>
                <a:latin typeface="Apple SD Gothic Neo"/>
                <a:ea typeface="Apple SD Gothic Neo"/>
                <a:cs typeface="Apple SD Gothic Neo"/>
              </a:defRPr>
            </a:lvl7pPr>
            <a:lvl8pPr algn="ctr">
              <a:defRPr sz="2175" b="1">
                <a:solidFill>
                  <a:srgbClr val="111111"/>
                </a:solidFill>
                <a:latin typeface="Apple SD Gothic Neo"/>
                <a:ea typeface="Apple SD Gothic Neo"/>
                <a:cs typeface="Apple SD Gothic Neo"/>
              </a:defRPr>
            </a:lvl8pPr>
            <a:lvl9pPr algn="ctr">
              <a:defRPr sz="2175" b="1">
                <a:solidFill>
                  <a:srgbClr val="111111"/>
                </a:solidFill>
                <a:latin typeface="Apple SD Gothic Neo"/>
                <a:ea typeface="Apple SD Gothic Neo"/>
                <a:cs typeface="Apple SD Gothic Neo"/>
              </a:defRPr>
            </a:lvl9pPr>
          </a:lstStyle>
          <a:p xmlns:a="http://schemas.openxmlformats.org/drawingml/2006/main">
            <a:pPr algn="ctr">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발표자료 Agent</a:t>
            </a:r>
          </a:p>
        </p:txBody>
      </p:sp>
      <p:sp>
        <p:nvSpPr>
          <p:cNvPr id="28" name="발표자료 작성">
            <a:extLst xmlns:a="http://schemas.openxmlformats.org/drawingml/2006/main">
              <a:ext uri="{FF2B5EF4-FFF2-40B4-BE49-F238E27FC236}">
                <a16:creationId xmlns:a16="http://schemas.microsoft.com/office/drawing/2014/main" id="{BA2525DD-3F8D-4839-9230-28FCCA8E75CD}"/>
              </a:ext>
            </a:extLst>
          </p:cNvPr>
          <p:cNvSpPr>
            <a:spLocks xmlns:a="http://schemas.openxmlformats.org/drawingml/2006/main" noGrp="1"/>
          </p:cNvSpPr>
          <p:nvPr/>
        </p:nvSpPr>
        <p:spPr>
          <a:xfrm xmlns:a="http://schemas.openxmlformats.org/drawingml/2006/main">
            <a:off x="6762750" y="4076700"/>
            <a:ext cx="4381500" cy="1638300"/>
          </a:xfrm>
          <a:custGeom xmlns:a="http://schemas.openxmlformats.org/drawingml/2006/main">
            <a:pathLst>
              <a:path w="4381500" h="1638300">
                <a:moveTo>
                  <a:pt x="0" y="0"/>
                </a:moveTo>
                <a:lnTo>
                  <a:pt x="4229100" y="0"/>
                </a:lnTo>
                <a:lnTo>
                  <a:pt x="4381500" y="152400"/>
                </a:lnTo>
                <a:lnTo>
                  <a:pt x="4381500" y="1638300"/>
                </a:lnTo>
                <a:lnTo>
                  <a:pt x="0" y="1638300"/>
                </a:lnTo>
                <a:close/>
              </a:path>
            </a:pathLst>
          </a:custGeom>
          <a:solidFill xmlns:a="http://schemas.openxmlformats.org/drawingml/2006/main">
            <a:srgbClr val="FFFFFF"/>
          </a:solidFill>
          <a:ln xmlns:a="http://schemas.openxmlformats.org/drawingml/2006/main" w="16193">
            <a:solidFill>
              <a:srgbClr val="111111"/>
            </a:solidFill>
            <a:prstDash val="solid"/>
          </a:ln>
        </p:spPr>
      </p:sp>
      <p:sp>
        <p:nvSpPr>
          <p:cNvPr id="29" name="Editable path 12">
            <a:extLst xmlns:a="http://schemas.openxmlformats.org/drawingml/2006/main">
              <a:ext uri="{FF2B5EF4-FFF2-40B4-BE49-F238E27FC236}">
                <a16:creationId xmlns:a16="http://schemas.microsoft.com/office/drawing/2014/main" id="{07349F2E-E9D8-4EBC-8729-1E5BA96E5166}"/>
              </a:ext>
            </a:extLst>
          </p:cNvPr>
          <p:cNvSpPr>
            <a:spLocks xmlns:a="http://schemas.openxmlformats.org/drawingml/2006/main" noGrp="1"/>
          </p:cNvSpPr>
          <p:nvPr/>
        </p:nvSpPr>
        <p:spPr>
          <a:xfrm xmlns:a="http://schemas.openxmlformats.org/drawingml/2006/main">
            <a:off x="10991850" y="4076700"/>
            <a:ext cx="152400" cy="152400"/>
          </a:xfrm>
          <a:custGeom xmlns:a="http://schemas.openxmlformats.org/drawingml/2006/main">
            <a:pathLst>
              <a:path w="152400" h="152400">
                <a:moveTo>
                  <a:pt x="0" y="0"/>
                </a:moveTo>
                <a:lnTo>
                  <a:pt x="0" y="152400"/>
                </a:lnTo>
                <a:lnTo>
                  <a:pt x="152400" y="152400"/>
                </a:lnTo>
              </a:path>
            </a:pathLst>
          </a:custGeom>
          <a:noFill xmlns:a="http://schemas.openxmlformats.org/drawingml/2006/main"/>
          <a:ln xmlns:a="http://schemas.openxmlformats.org/drawingml/2006/main" w="13335">
            <a:solidFill>
              <a:srgbClr val="111111"/>
            </a:solidFill>
            <a:prstDash val="solid"/>
          </a:ln>
        </p:spPr>
      </p:sp>
      <p:sp>
        <p:nvSpPr>
          <p:cNvPr id="30" name="DP4 object 13">
            <a:extLst xmlns:a="http://schemas.openxmlformats.org/drawingml/2006/main">
              <a:ext uri="{FF2B5EF4-FFF2-40B4-BE49-F238E27FC236}">
                <a16:creationId xmlns:a16="http://schemas.microsoft.com/office/drawing/2014/main" id="{66D33F3A-941F-4320-B553-83D166712CEA}"/>
              </a:ext>
            </a:extLst>
          </p:cNvPr>
          <p:cNvSpPr>
            <a:spLocks xmlns:a="http://schemas.openxmlformats.org/drawingml/2006/main" noGrp="1"/>
          </p:cNvSpPr>
          <p:nvPr/>
        </p:nvSpPr>
        <p:spPr>
          <a:xfrm xmlns:a="http://schemas.openxmlformats.org/drawingml/2006/main">
            <a:off x="6924675" y="4219575"/>
            <a:ext cx="401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111111"/>
                </a:solidFill>
                <a:latin typeface="Apple SD Gothic Neo"/>
                <a:ea typeface="Apple SD Gothic Neo"/>
                <a:cs typeface="Apple SD Gothic Neo"/>
              </a:defRPr>
            </a:defPPr>
            <a:lvl1pPr algn="l">
              <a:defRPr sz="1950" b="1">
                <a:solidFill>
                  <a:srgbClr val="111111"/>
                </a:solidFill>
                <a:latin typeface="Apple SD Gothic Neo"/>
                <a:ea typeface="Apple SD Gothic Neo"/>
                <a:cs typeface="Apple SD Gothic Neo"/>
              </a:defRPr>
            </a:lvl1pPr>
            <a:lvl2pPr algn="l">
              <a:defRPr sz="1950" b="1">
                <a:solidFill>
                  <a:srgbClr val="111111"/>
                </a:solidFill>
                <a:latin typeface="Apple SD Gothic Neo"/>
                <a:ea typeface="Apple SD Gothic Neo"/>
                <a:cs typeface="Apple SD Gothic Neo"/>
              </a:defRPr>
            </a:lvl2pPr>
            <a:lvl3pPr algn="l">
              <a:defRPr sz="1950" b="1">
                <a:solidFill>
                  <a:srgbClr val="111111"/>
                </a:solidFill>
                <a:latin typeface="Apple SD Gothic Neo"/>
                <a:ea typeface="Apple SD Gothic Neo"/>
                <a:cs typeface="Apple SD Gothic Neo"/>
              </a:defRPr>
            </a:lvl3pPr>
            <a:lvl4pPr algn="l">
              <a:defRPr sz="1950" b="1">
                <a:solidFill>
                  <a:srgbClr val="111111"/>
                </a:solidFill>
                <a:latin typeface="Apple SD Gothic Neo"/>
                <a:ea typeface="Apple SD Gothic Neo"/>
                <a:cs typeface="Apple SD Gothic Neo"/>
              </a:defRPr>
            </a:lvl4pPr>
            <a:lvl5pPr algn="l">
              <a:defRPr sz="1950" b="1">
                <a:solidFill>
                  <a:srgbClr val="111111"/>
                </a:solidFill>
                <a:latin typeface="Apple SD Gothic Neo"/>
                <a:ea typeface="Apple SD Gothic Neo"/>
                <a:cs typeface="Apple SD Gothic Neo"/>
              </a:defRPr>
            </a:lvl5pPr>
            <a:lvl6pPr algn="l">
              <a:defRPr sz="1950" b="1">
                <a:solidFill>
                  <a:srgbClr val="111111"/>
                </a:solidFill>
                <a:latin typeface="Apple SD Gothic Neo"/>
                <a:ea typeface="Apple SD Gothic Neo"/>
                <a:cs typeface="Apple SD Gothic Neo"/>
              </a:defRPr>
            </a:lvl6pPr>
            <a:lvl7pPr algn="l">
              <a:defRPr sz="1950" b="1">
                <a:solidFill>
                  <a:srgbClr val="111111"/>
                </a:solidFill>
                <a:latin typeface="Apple SD Gothic Neo"/>
                <a:ea typeface="Apple SD Gothic Neo"/>
                <a:cs typeface="Apple SD Gothic Neo"/>
              </a:defRPr>
            </a:lvl7pPr>
            <a:lvl8pPr algn="l">
              <a:defRPr sz="1950" b="1">
                <a:solidFill>
                  <a:srgbClr val="111111"/>
                </a:solidFill>
                <a:latin typeface="Apple SD Gothic Neo"/>
                <a:ea typeface="Apple SD Gothic Neo"/>
                <a:cs typeface="Apple SD Gothic Neo"/>
              </a:defRPr>
            </a:lvl8pPr>
            <a:lvl9pPr algn="l">
              <a:defRPr sz="1950" b="1">
                <a:solidFill>
                  <a:srgbClr val="111111"/>
                </a:solidFill>
                <a:latin typeface="Apple SD Gothic Neo"/>
                <a:ea typeface="Apple SD Gothic Neo"/>
                <a:cs typeface="Apple SD Gothic Neo"/>
              </a:defRPr>
            </a:lvl9pPr>
          </a:lstStyle>
          <a:p xmlns:a="http://schemas.openxmlformats.org/drawingml/2006/main">
            <a:pPr algn="l">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발표자료 작성</a:t>
            </a:r>
          </a:p>
        </p:txBody>
      </p:sp>
      <p:sp>
        <p:nvSpPr>
          <p:cNvPr id="31" name="Editable path 14">
            <a:extLst xmlns:a="http://schemas.openxmlformats.org/drawingml/2006/main">
              <a:ext uri="{FF2B5EF4-FFF2-40B4-BE49-F238E27FC236}">
                <a16:creationId xmlns:a16="http://schemas.microsoft.com/office/drawing/2014/main" id="{BCCD8F38-5B6A-4F96-BA2F-927B6785E292}"/>
              </a:ext>
            </a:extLst>
          </p:cNvPr>
          <p:cNvSpPr>
            <a:spLocks xmlns:a="http://schemas.openxmlformats.org/drawingml/2006/main" noGrp="1"/>
          </p:cNvSpPr>
          <p:nvPr/>
        </p:nvSpPr>
        <p:spPr>
          <a:xfrm xmlns:a="http://schemas.openxmlformats.org/drawingml/2006/main">
            <a:off x="6924675" y="4619625"/>
            <a:ext cx="4057650" cy="953"/>
          </a:xfrm>
          <a:custGeom xmlns:a="http://schemas.openxmlformats.org/drawingml/2006/main">
            <a:pathLst>
              <a:path w="4057650" h="953">
                <a:moveTo>
                  <a:pt x="0" y="0"/>
                </a:moveTo>
                <a:lnTo>
                  <a:pt x="4057650" y="0"/>
                </a:lnTo>
              </a:path>
            </a:pathLst>
          </a:custGeom>
          <a:noFill xmlns:a="http://schemas.openxmlformats.org/drawingml/2006/main"/>
          <a:ln xmlns:a="http://schemas.openxmlformats.org/drawingml/2006/main" w="9525">
            <a:solidFill>
              <a:srgbClr val="B7B9B9"/>
            </a:solidFill>
            <a:prstDash val="solid"/>
          </a:ln>
        </p:spPr>
      </p:sp>
      <p:sp>
        <p:nvSpPr>
          <p:cNvPr id="32" name="DP4 object 15">
            <a:extLst xmlns:a="http://schemas.openxmlformats.org/drawingml/2006/main">
              <a:ext uri="{FF2B5EF4-FFF2-40B4-BE49-F238E27FC236}">
                <a16:creationId xmlns:a16="http://schemas.microsoft.com/office/drawing/2014/main" id="{27270502-228B-40E7-A657-0FB8EC479E7D}"/>
              </a:ext>
            </a:extLst>
          </p:cNvPr>
          <p:cNvSpPr>
            <a:spLocks xmlns:a="http://schemas.openxmlformats.org/drawingml/2006/main" noGrp="1"/>
          </p:cNvSpPr>
          <p:nvPr/>
        </p:nvSpPr>
        <p:spPr>
          <a:xfrm xmlns:a="http://schemas.openxmlformats.org/drawingml/2006/main">
            <a:off x="6924675" y="4724400"/>
            <a:ext cx="40576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같은 결과를 새 목적에 사용</a:t>
            </a:r>
          </a:p>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표·설명·제외사항 전달</a:t>
            </a:r>
          </a:p>
        </p:txBody>
      </p:sp>
      <p:sp>
        <p:nvSpPr>
          <p:cNvPr id="33" name="메일 Agent">
            <a:extLst xmlns:a="http://schemas.openxmlformats.org/drawingml/2006/main">
              <a:ext uri="{FF2B5EF4-FFF2-40B4-BE49-F238E27FC236}">
                <a16:creationId xmlns:a16="http://schemas.microsoft.com/office/drawing/2014/main" id="{DAF07292-0C04-40A1-AE15-140A50C457E5}"/>
              </a:ext>
            </a:extLst>
          </p:cNvPr>
          <p:cNvSpPr>
            <a:spLocks xmlns:a="http://schemas.openxmlformats.org/drawingml/2006/main" noGrp="1"/>
          </p:cNvSpPr>
          <p:nvPr/>
        </p:nvSpPr>
        <p:spPr>
          <a:xfrm xmlns:a="http://schemas.openxmlformats.org/drawingml/2006/main">
            <a:off x="12287250" y="3343275"/>
            <a:ext cx="4762500" cy="5334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34" name="DP4 object 16">
            <a:extLst xmlns:a="http://schemas.openxmlformats.org/drawingml/2006/main">
              <a:ext uri="{FF2B5EF4-FFF2-40B4-BE49-F238E27FC236}">
                <a16:creationId xmlns:a16="http://schemas.microsoft.com/office/drawing/2014/main" id="{BA2D4A64-962D-4A73-A890-ADD7E2812751}"/>
              </a:ext>
            </a:extLst>
          </p:cNvPr>
          <p:cNvSpPr>
            <a:spLocks xmlns:a="http://schemas.openxmlformats.org/drawingml/2006/main" noGrp="1"/>
          </p:cNvSpPr>
          <p:nvPr/>
        </p:nvSpPr>
        <p:spPr>
          <a:xfrm xmlns:a="http://schemas.openxmlformats.org/drawingml/2006/main">
            <a:off x="12353925" y="3381375"/>
            <a:ext cx="4629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175" b="1">
                <a:solidFill>
                  <a:srgbClr val="111111"/>
                </a:solidFill>
                <a:latin typeface="Apple SD Gothic Neo"/>
                <a:ea typeface="Apple SD Gothic Neo"/>
                <a:cs typeface="Apple SD Gothic Neo"/>
              </a:defRPr>
            </a:defPPr>
            <a:lvl1pPr algn="ctr">
              <a:defRPr sz="2175" b="1">
                <a:solidFill>
                  <a:srgbClr val="111111"/>
                </a:solidFill>
                <a:latin typeface="Apple SD Gothic Neo"/>
                <a:ea typeface="Apple SD Gothic Neo"/>
                <a:cs typeface="Apple SD Gothic Neo"/>
              </a:defRPr>
            </a:lvl1pPr>
            <a:lvl2pPr algn="ctr">
              <a:defRPr sz="2175" b="1">
                <a:solidFill>
                  <a:srgbClr val="111111"/>
                </a:solidFill>
                <a:latin typeface="Apple SD Gothic Neo"/>
                <a:ea typeface="Apple SD Gothic Neo"/>
                <a:cs typeface="Apple SD Gothic Neo"/>
              </a:defRPr>
            </a:lvl2pPr>
            <a:lvl3pPr algn="ctr">
              <a:defRPr sz="2175" b="1">
                <a:solidFill>
                  <a:srgbClr val="111111"/>
                </a:solidFill>
                <a:latin typeface="Apple SD Gothic Neo"/>
                <a:ea typeface="Apple SD Gothic Neo"/>
                <a:cs typeface="Apple SD Gothic Neo"/>
              </a:defRPr>
            </a:lvl3pPr>
            <a:lvl4pPr algn="ctr">
              <a:defRPr sz="2175" b="1">
                <a:solidFill>
                  <a:srgbClr val="111111"/>
                </a:solidFill>
                <a:latin typeface="Apple SD Gothic Neo"/>
                <a:ea typeface="Apple SD Gothic Neo"/>
                <a:cs typeface="Apple SD Gothic Neo"/>
              </a:defRPr>
            </a:lvl4pPr>
            <a:lvl5pPr algn="ctr">
              <a:defRPr sz="2175" b="1">
                <a:solidFill>
                  <a:srgbClr val="111111"/>
                </a:solidFill>
                <a:latin typeface="Apple SD Gothic Neo"/>
                <a:ea typeface="Apple SD Gothic Neo"/>
                <a:cs typeface="Apple SD Gothic Neo"/>
              </a:defRPr>
            </a:lvl5pPr>
            <a:lvl6pPr algn="ctr">
              <a:defRPr sz="2175" b="1">
                <a:solidFill>
                  <a:srgbClr val="111111"/>
                </a:solidFill>
                <a:latin typeface="Apple SD Gothic Neo"/>
                <a:ea typeface="Apple SD Gothic Neo"/>
                <a:cs typeface="Apple SD Gothic Neo"/>
              </a:defRPr>
            </a:lvl6pPr>
            <a:lvl7pPr algn="ctr">
              <a:defRPr sz="2175" b="1">
                <a:solidFill>
                  <a:srgbClr val="111111"/>
                </a:solidFill>
                <a:latin typeface="Apple SD Gothic Neo"/>
                <a:ea typeface="Apple SD Gothic Neo"/>
                <a:cs typeface="Apple SD Gothic Neo"/>
              </a:defRPr>
            </a:lvl7pPr>
            <a:lvl8pPr algn="ctr">
              <a:defRPr sz="2175" b="1">
                <a:solidFill>
                  <a:srgbClr val="111111"/>
                </a:solidFill>
                <a:latin typeface="Apple SD Gothic Neo"/>
                <a:ea typeface="Apple SD Gothic Neo"/>
                <a:cs typeface="Apple SD Gothic Neo"/>
              </a:defRPr>
            </a:lvl8pPr>
            <a:lvl9pPr algn="ctr">
              <a:defRPr sz="2175" b="1">
                <a:solidFill>
                  <a:srgbClr val="111111"/>
                </a:solidFill>
                <a:latin typeface="Apple SD Gothic Neo"/>
                <a:ea typeface="Apple SD Gothic Neo"/>
                <a:cs typeface="Apple SD Gothic Neo"/>
              </a:defRPr>
            </a:lvl9pPr>
          </a:lstStyle>
          <a:p xmlns:a="http://schemas.openxmlformats.org/drawingml/2006/main">
            <a:pPr algn="ctr">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메일 Agent</a:t>
            </a:r>
          </a:p>
        </p:txBody>
      </p:sp>
      <p:sp>
        <p:nvSpPr>
          <p:cNvPr id="35" name="메일 초안 작성">
            <a:extLst xmlns:a="http://schemas.openxmlformats.org/drawingml/2006/main">
              <a:ext uri="{FF2B5EF4-FFF2-40B4-BE49-F238E27FC236}">
                <a16:creationId xmlns:a16="http://schemas.microsoft.com/office/drawing/2014/main" id="{2556251A-1641-446C-A08B-0AB431C51AFD}"/>
              </a:ext>
            </a:extLst>
          </p:cNvPr>
          <p:cNvSpPr>
            <a:spLocks xmlns:a="http://schemas.openxmlformats.org/drawingml/2006/main" noGrp="1"/>
          </p:cNvSpPr>
          <p:nvPr/>
        </p:nvSpPr>
        <p:spPr>
          <a:xfrm xmlns:a="http://schemas.openxmlformats.org/drawingml/2006/main">
            <a:off x="12477750" y="4076700"/>
            <a:ext cx="4381500" cy="1638300"/>
          </a:xfrm>
          <a:custGeom xmlns:a="http://schemas.openxmlformats.org/drawingml/2006/main">
            <a:pathLst>
              <a:path w="4381500" h="1638300">
                <a:moveTo>
                  <a:pt x="0" y="0"/>
                </a:moveTo>
                <a:lnTo>
                  <a:pt x="4229100" y="0"/>
                </a:lnTo>
                <a:lnTo>
                  <a:pt x="4381500" y="152400"/>
                </a:lnTo>
                <a:lnTo>
                  <a:pt x="4381500" y="1638300"/>
                </a:lnTo>
                <a:lnTo>
                  <a:pt x="0" y="1638300"/>
                </a:lnTo>
                <a:close/>
              </a:path>
            </a:pathLst>
          </a:custGeom>
          <a:solidFill xmlns:a="http://schemas.openxmlformats.org/drawingml/2006/main">
            <a:srgbClr val="FFFFFF"/>
          </a:solidFill>
          <a:ln xmlns:a="http://schemas.openxmlformats.org/drawingml/2006/main" w="16193">
            <a:solidFill>
              <a:srgbClr val="111111"/>
            </a:solidFill>
            <a:prstDash val="solid"/>
          </a:ln>
        </p:spPr>
      </p:sp>
      <p:sp>
        <p:nvSpPr>
          <p:cNvPr id="36" name="Editable path 17">
            <a:extLst xmlns:a="http://schemas.openxmlformats.org/drawingml/2006/main">
              <a:ext uri="{FF2B5EF4-FFF2-40B4-BE49-F238E27FC236}">
                <a16:creationId xmlns:a16="http://schemas.microsoft.com/office/drawing/2014/main" id="{25206964-63DD-4B1C-AAD9-9E5B4238AFF7}"/>
              </a:ext>
            </a:extLst>
          </p:cNvPr>
          <p:cNvSpPr>
            <a:spLocks xmlns:a="http://schemas.openxmlformats.org/drawingml/2006/main" noGrp="1"/>
          </p:cNvSpPr>
          <p:nvPr/>
        </p:nvSpPr>
        <p:spPr>
          <a:xfrm xmlns:a="http://schemas.openxmlformats.org/drawingml/2006/main">
            <a:off x="16706850" y="4076700"/>
            <a:ext cx="152400" cy="152400"/>
          </a:xfrm>
          <a:custGeom xmlns:a="http://schemas.openxmlformats.org/drawingml/2006/main">
            <a:pathLst>
              <a:path w="152400" h="152400">
                <a:moveTo>
                  <a:pt x="0" y="0"/>
                </a:moveTo>
                <a:lnTo>
                  <a:pt x="0" y="152400"/>
                </a:lnTo>
                <a:lnTo>
                  <a:pt x="152400" y="152400"/>
                </a:lnTo>
              </a:path>
            </a:pathLst>
          </a:custGeom>
          <a:noFill xmlns:a="http://schemas.openxmlformats.org/drawingml/2006/main"/>
          <a:ln xmlns:a="http://schemas.openxmlformats.org/drawingml/2006/main" w="13335">
            <a:solidFill>
              <a:srgbClr val="111111"/>
            </a:solidFill>
            <a:prstDash val="solid"/>
          </a:ln>
        </p:spPr>
      </p:sp>
      <p:sp>
        <p:nvSpPr>
          <p:cNvPr id="37" name="DP4 object 18">
            <a:extLst xmlns:a="http://schemas.openxmlformats.org/drawingml/2006/main">
              <a:ext uri="{FF2B5EF4-FFF2-40B4-BE49-F238E27FC236}">
                <a16:creationId xmlns:a16="http://schemas.microsoft.com/office/drawing/2014/main" id="{35AFEAE4-D346-4E85-85DA-DB8FF373A251}"/>
              </a:ext>
            </a:extLst>
          </p:cNvPr>
          <p:cNvSpPr>
            <a:spLocks xmlns:a="http://schemas.openxmlformats.org/drawingml/2006/main" noGrp="1"/>
          </p:cNvSpPr>
          <p:nvPr/>
        </p:nvSpPr>
        <p:spPr>
          <a:xfrm xmlns:a="http://schemas.openxmlformats.org/drawingml/2006/main">
            <a:off x="12639675" y="4219575"/>
            <a:ext cx="401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111111"/>
                </a:solidFill>
                <a:latin typeface="Apple SD Gothic Neo"/>
                <a:ea typeface="Apple SD Gothic Neo"/>
                <a:cs typeface="Apple SD Gothic Neo"/>
              </a:defRPr>
            </a:defPPr>
            <a:lvl1pPr algn="l">
              <a:defRPr sz="1950" b="1">
                <a:solidFill>
                  <a:srgbClr val="111111"/>
                </a:solidFill>
                <a:latin typeface="Apple SD Gothic Neo"/>
                <a:ea typeface="Apple SD Gothic Neo"/>
                <a:cs typeface="Apple SD Gothic Neo"/>
              </a:defRPr>
            </a:lvl1pPr>
            <a:lvl2pPr algn="l">
              <a:defRPr sz="1950" b="1">
                <a:solidFill>
                  <a:srgbClr val="111111"/>
                </a:solidFill>
                <a:latin typeface="Apple SD Gothic Neo"/>
                <a:ea typeface="Apple SD Gothic Neo"/>
                <a:cs typeface="Apple SD Gothic Neo"/>
              </a:defRPr>
            </a:lvl2pPr>
            <a:lvl3pPr algn="l">
              <a:defRPr sz="1950" b="1">
                <a:solidFill>
                  <a:srgbClr val="111111"/>
                </a:solidFill>
                <a:latin typeface="Apple SD Gothic Neo"/>
                <a:ea typeface="Apple SD Gothic Neo"/>
                <a:cs typeface="Apple SD Gothic Neo"/>
              </a:defRPr>
            </a:lvl3pPr>
            <a:lvl4pPr algn="l">
              <a:defRPr sz="1950" b="1">
                <a:solidFill>
                  <a:srgbClr val="111111"/>
                </a:solidFill>
                <a:latin typeface="Apple SD Gothic Neo"/>
                <a:ea typeface="Apple SD Gothic Neo"/>
                <a:cs typeface="Apple SD Gothic Neo"/>
              </a:defRPr>
            </a:lvl4pPr>
            <a:lvl5pPr algn="l">
              <a:defRPr sz="1950" b="1">
                <a:solidFill>
                  <a:srgbClr val="111111"/>
                </a:solidFill>
                <a:latin typeface="Apple SD Gothic Neo"/>
                <a:ea typeface="Apple SD Gothic Neo"/>
                <a:cs typeface="Apple SD Gothic Neo"/>
              </a:defRPr>
            </a:lvl5pPr>
            <a:lvl6pPr algn="l">
              <a:defRPr sz="1950" b="1">
                <a:solidFill>
                  <a:srgbClr val="111111"/>
                </a:solidFill>
                <a:latin typeface="Apple SD Gothic Neo"/>
                <a:ea typeface="Apple SD Gothic Neo"/>
                <a:cs typeface="Apple SD Gothic Neo"/>
              </a:defRPr>
            </a:lvl6pPr>
            <a:lvl7pPr algn="l">
              <a:defRPr sz="1950" b="1">
                <a:solidFill>
                  <a:srgbClr val="111111"/>
                </a:solidFill>
                <a:latin typeface="Apple SD Gothic Neo"/>
                <a:ea typeface="Apple SD Gothic Neo"/>
                <a:cs typeface="Apple SD Gothic Neo"/>
              </a:defRPr>
            </a:lvl7pPr>
            <a:lvl8pPr algn="l">
              <a:defRPr sz="1950" b="1">
                <a:solidFill>
                  <a:srgbClr val="111111"/>
                </a:solidFill>
                <a:latin typeface="Apple SD Gothic Neo"/>
                <a:ea typeface="Apple SD Gothic Neo"/>
                <a:cs typeface="Apple SD Gothic Neo"/>
              </a:defRPr>
            </a:lvl8pPr>
            <a:lvl9pPr algn="l">
              <a:defRPr sz="1950" b="1">
                <a:solidFill>
                  <a:srgbClr val="111111"/>
                </a:solidFill>
                <a:latin typeface="Apple SD Gothic Neo"/>
                <a:ea typeface="Apple SD Gothic Neo"/>
                <a:cs typeface="Apple SD Gothic Neo"/>
              </a:defRPr>
            </a:lvl9pPr>
          </a:lstStyle>
          <a:p xmlns:a="http://schemas.openxmlformats.org/drawingml/2006/main">
            <a:pPr algn="l">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메일 초안 작성</a:t>
            </a:r>
          </a:p>
        </p:txBody>
      </p:sp>
      <p:sp>
        <p:nvSpPr>
          <p:cNvPr id="38" name="Editable path 19">
            <a:extLst xmlns:a="http://schemas.openxmlformats.org/drawingml/2006/main">
              <a:ext uri="{FF2B5EF4-FFF2-40B4-BE49-F238E27FC236}">
                <a16:creationId xmlns:a16="http://schemas.microsoft.com/office/drawing/2014/main" id="{F1960784-905E-4761-B5A9-C79D1C137987}"/>
              </a:ext>
            </a:extLst>
          </p:cNvPr>
          <p:cNvSpPr>
            <a:spLocks xmlns:a="http://schemas.openxmlformats.org/drawingml/2006/main" noGrp="1"/>
          </p:cNvSpPr>
          <p:nvPr/>
        </p:nvSpPr>
        <p:spPr>
          <a:xfrm xmlns:a="http://schemas.openxmlformats.org/drawingml/2006/main">
            <a:off x="12639675" y="4619625"/>
            <a:ext cx="4057650" cy="953"/>
          </a:xfrm>
          <a:custGeom xmlns:a="http://schemas.openxmlformats.org/drawingml/2006/main">
            <a:pathLst>
              <a:path w="4057650" h="953">
                <a:moveTo>
                  <a:pt x="0" y="0"/>
                </a:moveTo>
                <a:lnTo>
                  <a:pt x="4057650" y="0"/>
                </a:lnTo>
              </a:path>
            </a:pathLst>
          </a:custGeom>
          <a:noFill xmlns:a="http://schemas.openxmlformats.org/drawingml/2006/main"/>
          <a:ln xmlns:a="http://schemas.openxmlformats.org/drawingml/2006/main" w="9525">
            <a:solidFill>
              <a:srgbClr val="B7B9B9"/>
            </a:solidFill>
            <a:prstDash val="solid"/>
          </a:ln>
        </p:spPr>
      </p:sp>
      <p:sp>
        <p:nvSpPr>
          <p:cNvPr id="39" name="DP4 object 20">
            <a:extLst xmlns:a="http://schemas.openxmlformats.org/drawingml/2006/main">
              <a:ext uri="{FF2B5EF4-FFF2-40B4-BE49-F238E27FC236}">
                <a16:creationId xmlns:a16="http://schemas.microsoft.com/office/drawing/2014/main" id="{5ABCCC41-A06D-4B1F-ACF5-3F09E5D33AB5}"/>
              </a:ext>
            </a:extLst>
          </p:cNvPr>
          <p:cNvSpPr>
            <a:spLocks xmlns:a="http://schemas.openxmlformats.org/drawingml/2006/main" noGrp="1"/>
          </p:cNvSpPr>
          <p:nvPr/>
        </p:nvSpPr>
        <p:spPr>
          <a:xfrm xmlns:a="http://schemas.openxmlformats.org/drawingml/2006/main">
            <a:off x="12639675" y="4724400"/>
            <a:ext cx="40576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받는 사람과 문체는 변경</a:t>
            </a:r>
          </a:p>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채택 조건은 계속 유지</a:t>
            </a:r>
          </a:p>
        </p:txBody>
      </p:sp>
      <p:sp>
        <p:nvSpPr>
          <p:cNvPr id="40" name="Editable path 21">
            <a:extLst xmlns:a="http://schemas.openxmlformats.org/drawingml/2006/main">
              <a:ext uri="{FF2B5EF4-FFF2-40B4-BE49-F238E27FC236}">
                <a16:creationId xmlns:a16="http://schemas.microsoft.com/office/drawing/2014/main" id="{B6DF35DD-818F-44D4-9D67-11D468C4540D}"/>
              </a:ext>
            </a:extLst>
          </p:cNvPr>
          <p:cNvSpPr>
            <a:spLocks xmlns:a="http://schemas.openxmlformats.org/drawingml/2006/main" noGrp="1"/>
          </p:cNvSpPr>
          <p:nvPr/>
        </p:nvSpPr>
        <p:spPr>
          <a:xfrm xmlns:a="http://schemas.openxmlformats.org/drawingml/2006/main">
            <a:off x="5619750" y="3609975"/>
            <a:ext cx="952500" cy="953"/>
          </a:xfrm>
          <a:custGeom xmlns:a="http://schemas.openxmlformats.org/drawingml/2006/main">
            <a:pathLst>
              <a:path w="952500" h="953">
                <a:moveTo>
                  <a:pt x="0" y="0"/>
                </a:moveTo>
                <a:lnTo>
                  <a:pt x="952500" y="0"/>
                </a:lnTo>
              </a:path>
            </a:pathLst>
          </a:custGeom>
          <a:noFill xmlns:a="http://schemas.openxmlformats.org/drawingml/2006/main"/>
          <a:ln xmlns:a="http://schemas.openxmlformats.org/drawingml/2006/main" w="23813">
            <a:solidFill>
              <a:srgbClr val="111111"/>
            </a:solidFill>
            <a:prstDash val="solid"/>
          </a:ln>
        </p:spPr>
      </p:sp>
      <p:sp>
        <p:nvSpPr>
          <p:cNvPr id="41" name="Editable arrowhead 22">
            <a:extLst xmlns:a="http://schemas.openxmlformats.org/drawingml/2006/main">
              <a:ext uri="{FF2B5EF4-FFF2-40B4-BE49-F238E27FC236}">
                <a16:creationId xmlns:a16="http://schemas.microsoft.com/office/drawing/2014/main" id="{C7DD7372-CEFB-457D-A8DA-FE1C49BA1CEB}"/>
              </a:ext>
            </a:extLst>
          </p:cNvPr>
          <p:cNvSpPr>
            <a:spLocks xmlns:a="http://schemas.openxmlformats.org/drawingml/2006/main" noGrp="1"/>
          </p:cNvSpPr>
          <p:nvPr/>
        </p:nvSpPr>
        <p:spPr>
          <a:xfrm xmlns:a="http://schemas.openxmlformats.org/drawingml/2006/main">
            <a:off x="6477000" y="35623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2" name="Editable path 23">
            <a:extLst xmlns:a="http://schemas.openxmlformats.org/drawingml/2006/main">
              <a:ext uri="{FF2B5EF4-FFF2-40B4-BE49-F238E27FC236}">
                <a16:creationId xmlns:a16="http://schemas.microsoft.com/office/drawing/2014/main" id="{347DAB0B-1BFA-48E4-B57F-536414875FA4}"/>
              </a:ext>
            </a:extLst>
          </p:cNvPr>
          <p:cNvSpPr>
            <a:spLocks xmlns:a="http://schemas.openxmlformats.org/drawingml/2006/main" noGrp="1"/>
          </p:cNvSpPr>
          <p:nvPr/>
        </p:nvSpPr>
        <p:spPr>
          <a:xfrm xmlns:a="http://schemas.openxmlformats.org/drawingml/2006/main">
            <a:off x="11334750" y="3609975"/>
            <a:ext cx="952500" cy="953"/>
          </a:xfrm>
          <a:custGeom xmlns:a="http://schemas.openxmlformats.org/drawingml/2006/main">
            <a:pathLst>
              <a:path w="952500" h="953">
                <a:moveTo>
                  <a:pt x="0" y="0"/>
                </a:moveTo>
                <a:lnTo>
                  <a:pt x="952500" y="0"/>
                </a:lnTo>
              </a:path>
            </a:pathLst>
          </a:custGeom>
          <a:noFill xmlns:a="http://schemas.openxmlformats.org/drawingml/2006/main"/>
          <a:ln xmlns:a="http://schemas.openxmlformats.org/drawingml/2006/main" w="23813">
            <a:solidFill>
              <a:srgbClr val="111111"/>
            </a:solidFill>
            <a:prstDash val="solid"/>
          </a:ln>
        </p:spPr>
      </p:sp>
      <p:sp>
        <p:nvSpPr>
          <p:cNvPr id="43" name="Editable arrowhead 24">
            <a:extLst xmlns:a="http://schemas.openxmlformats.org/drawingml/2006/main">
              <a:ext uri="{FF2B5EF4-FFF2-40B4-BE49-F238E27FC236}">
                <a16:creationId xmlns:a16="http://schemas.microsoft.com/office/drawing/2014/main" id="{878E65AA-F4CC-49D7-BB10-A45811F91A68}"/>
              </a:ext>
            </a:extLst>
          </p:cNvPr>
          <p:cNvSpPr>
            <a:spLocks xmlns:a="http://schemas.openxmlformats.org/drawingml/2006/main" noGrp="1"/>
          </p:cNvSpPr>
          <p:nvPr/>
        </p:nvSpPr>
        <p:spPr>
          <a:xfrm xmlns:a="http://schemas.openxmlformats.org/drawingml/2006/main">
            <a:off x="12192000" y="35623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4" name="DP4 object 25">
            <a:extLst xmlns:a="http://schemas.openxmlformats.org/drawingml/2006/main">
              <a:ext uri="{FF2B5EF4-FFF2-40B4-BE49-F238E27FC236}">
                <a16:creationId xmlns:a16="http://schemas.microsoft.com/office/drawing/2014/main" id="{B96C1B0E-1EE1-47CE-B5A9-D490676DD3AD}"/>
              </a:ext>
            </a:extLst>
          </p:cNvPr>
          <p:cNvSpPr>
            <a:spLocks xmlns:a="http://schemas.openxmlformats.org/drawingml/2006/main" noGrp="1"/>
          </p:cNvSpPr>
          <p:nvPr/>
        </p:nvSpPr>
        <p:spPr>
          <a:xfrm xmlns:a="http://schemas.openxmlformats.org/drawingml/2006/main">
            <a:off x="5810250" y="3200400"/>
            <a:ext cx="619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VIA</a:t>
            </a:r>
          </a:p>
        </p:txBody>
      </p:sp>
      <p:sp>
        <p:nvSpPr>
          <p:cNvPr id="45" name="DP4 object 26">
            <a:extLst xmlns:a="http://schemas.openxmlformats.org/drawingml/2006/main">
              <a:ext uri="{FF2B5EF4-FFF2-40B4-BE49-F238E27FC236}">
                <a16:creationId xmlns:a16="http://schemas.microsoft.com/office/drawing/2014/main" id="{077E37C9-6EF1-411B-B417-F8368AB4E0EE}"/>
              </a:ext>
            </a:extLst>
          </p:cNvPr>
          <p:cNvSpPr>
            <a:spLocks xmlns:a="http://schemas.openxmlformats.org/drawingml/2006/main" noGrp="1"/>
          </p:cNvSpPr>
          <p:nvPr/>
        </p:nvSpPr>
        <p:spPr>
          <a:xfrm xmlns:a="http://schemas.openxmlformats.org/drawingml/2006/main">
            <a:off x="11525250" y="3200400"/>
            <a:ext cx="619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VIA</a:t>
            </a:r>
          </a:p>
        </p:txBody>
      </p:sp>
      <p:sp>
        <p:nvSpPr>
          <p:cNvPr id="46" name="DP4 object 27">
            <a:extLst xmlns:a="http://schemas.openxmlformats.org/drawingml/2006/main">
              <a:ext uri="{FF2B5EF4-FFF2-40B4-BE49-F238E27FC236}">
                <a16:creationId xmlns:a16="http://schemas.microsoft.com/office/drawing/2014/main" id="{DC195A42-99E5-4014-9777-6F1C26522606}"/>
              </a:ext>
            </a:extLst>
          </p:cNvPr>
          <p:cNvSpPr>
            <a:spLocks xmlns:a="http://schemas.openxmlformats.org/drawingml/2006/main" noGrp="1"/>
          </p:cNvSpPr>
          <p:nvPr/>
        </p:nvSpPr>
        <p:spPr>
          <a:xfrm xmlns:a="http://schemas.openxmlformats.org/drawingml/2006/main">
            <a:off x="1038225" y="6010275"/>
            <a:ext cx="15811500" cy="504825"/>
          </a:xfrm>
          <a:prstGeom xmlns:a="http://schemas.openxmlformats.org/drawingml/2006/main" prst="rect">
            <a:avLst/>
          </a:prstGeom>
          <a:solidFill xmlns:a="http://schemas.openxmlformats.org/drawingml/2006/main">
            <a:srgbClr val="C9E1B3"/>
          </a:solidFill>
          <a:ln xmlns:a="http://schemas.openxmlformats.org/drawingml/2006/main" w="0">
            <a:noFill/>
            <a:prstDash val="solid"/>
          </a:ln>
        </p:spPr>
      </p:sp>
      <p:sp>
        <p:nvSpPr>
          <p:cNvPr id="47" name="DP4 object 28">
            <a:extLst xmlns:a="http://schemas.openxmlformats.org/drawingml/2006/main">
              <a:ext uri="{FF2B5EF4-FFF2-40B4-BE49-F238E27FC236}">
                <a16:creationId xmlns:a16="http://schemas.microsoft.com/office/drawing/2014/main" id="{2BF23F60-C671-4D59-A55B-9CA7C9CEC3A5}"/>
              </a:ext>
            </a:extLst>
          </p:cNvPr>
          <p:cNvSpPr>
            <a:spLocks xmlns:a="http://schemas.openxmlformats.org/drawingml/2006/main" noGrp="1"/>
          </p:cNvSpPr>
          <p:nvPr/>
        </p:nvSpPr>
        <p:spPr>
          <a:xfrm xmlns:a="http://schemas.openxmlformats.org/drawingml/2006/main">
            <a:off x="1238250" y="6048375"/>
            <a:ext cx="1543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250" b="1">
                <a:solidFill>
                  <a:srgbClr val="111111"/>
                </a:solidFill>
                <a:latin typeface="Apple SD Gothic Neo"/>
                <a:ea typeface="Apple SD Gothic Neo"/>
                <a:cs typeface="Apple SD Gothic Neo"/>
              </a:defRPr>
            </a:defPPr>
            <a:lvl1pPr algn="ctr">
              <a:defRPr sz="2250" b="1">
                <a:solidFill>
                  <a:srgbClr val="111111"/>
                </a:solidFill>
                <a:latin typeface="Apple SD Gothic Neo"/>
                <a:ea typeface="Apple SD Gothic Neo"/>
                <a:cs typeface="Apple SD Gothic Neo"/>
              </a:defRPr>
            </a:lvl1pPr>
            <a:lvl2pPr algn="ctr">
              <a:defRPr sz="2250" b="1">
                <a:solidFill>
                  <a:srgbClr val="111111"/>
                </a:solidFill>
                <a:latin typeface="Apple SD Gothic Neo"/>
                <a:ea typeface="Apple SD Gothic Neo"/>
                <a:cs typeface="Apple SD Gothic Neo"/>
              </a:defRPr>
            </a:lvl2pPr>
            <a:lvl3pPr algn="ctr">
              <a:defRPr sz="2250" b="1">
                <a:solidFill>
                  <a:srgbClr val="111111"/>
                </a:solidFill>
                <a:latin typeface="Apple SD Gothic Neo"/>
                <a:ea typeface="Apple SD Gothic Neo"/>
                <a:cs typeface="Apple SD Gothic Neo"/>
              </a:defRPr>
            </a:lvl3pPr>
            <a:lvl4pPr algn="ctr">
              <a:defRPr sz="2250" b="1">
                <a:solidFill>
                  <a:srgbClr val="111111"/>
                </a:solidFill>
                <a:latin typeface="Apple SD Gothic Neo"/>
                <a:ea typeface="Apple SD Gothic Neo"/>
                <a:cs typeface="Apple SD Gothic Neo"/>
              </a:defRPr>
            </a:lvl4pPr>
            <a:lvl5pPr algn="ctr">
              <a:defRPr sz="2250" b="1">
                <a:solidFill>
                  <a:srgbClr val="111111"/>
                </a:solidFill>
                <a:latin typeface="Apple SD Gothic Neo"/>
                <a:ea typeface="Apple SD Gothic Neo"/>
                <a:cs typeface="Apple SD Gothic Neo"/>
              </a:defRPr>
            </a:lvl5pPr>
            <a:lvl6pPr algn="ctr">
              <a:defRPr sz="2250" b="1">
                <a:solidFill>
                  <a:srgbClr val="111111"/>
                </a:solidFill>
                <a:latin typeface="Apple SD Gothic Neo"/>
                <a:ea typeface="Apple SD Gothic Neo"/>
                <a:cs typeface="Apple SD Gothic Neo"/>
              </a:defRPr>
            </a:lvl6pPr>
            <a:lvl7pPr algn="ctr">
              <a:defRPr sz="2250" b="1">
                <a:solidFill>
                  <a:srgbClr val="111111"/>
                </a:solidFill>
                <a:latin typeface="Apple SD Gothic Neo"/>
                <a:ea typeface="Apple SD Gothic Neo"/>
                <a:cs typeface="Apple SD Gothic Neo"/>
              </a:defRPr>
            </a:lvl7pPr>
            <a:lvl8pPr algn="ctr">
              <a:defRPr sz="2250" b="1">
                <a:solidFill>
                  <a:srgbClr val="111111"/>
                </a:solidFill>
                <a:latin typeface="Apple SD Gothic Neo"/>
                <a:ea typeface="Apple SD Gothic Neo"/>
                <a:cs typeface="Apple SD Gothic Neo"/>
              </a:defRPr>
            </a:lvl8pPr>
            <a:lvl9pPr algn="ctr">
              <a:defRPr sz="2250" b="1">
                <a:solidFill>
                  <a:srgbClr val="111111"/>
                </a:solidFill>
                <a:latin typeface="Apple SD Gothic Neo"/>
                <a:ea typeface="Apple SD Gothic Neo"/>
                <a:cs typeface="Apple SD Gothic Neo"/>
              </a:defRPr>
            </a:lvl9pPr>
          </a:lstStyle>
          <a:p xmlns:a="http://schemas.openxmlformats.org/drawingml/2006/main">
            <a:pPr algn="ctr">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채택한 조건: “가격이 같을 때 유지보수 기간이 긴 제품 우선”</a:t>
            </a:r>
          </a:p>
        </p:txBody>
      </p:sp>
      <p:sp>
        <p:nvSpPr>
          <p:cNvPr id="48" name="Editable path 29">
            <a:extLst xmlns:a="http://schemas.openxmlformats.org/drawingml/2006/main">
              <a:ext uri="{FF2B5EF4-FFF2-40B4-BE49-F238E27FC236}">
                <a16:creationId xmlns:a16="http://schemas.microsoft.com/office/drawing/2014/main" id="{D777DD00-5422-4228-813E-6F5D874D718D}"/>
              </a:ext>
            </a:extLst>
          </p:cNvPr>
          <p:cNvSpPr>
            <a:spLocks xmlns:a="http://schemas.openxmlformats.org/drawingml/2006/main" noGrp="1"/>
          </p:cNvSpPr>
          <p:nvPr/>
        </p:nvSpPr>
        <p:spPr>
          <a:xfrm xmlns:a="http://schemas.openxmlformats.org/drawingml/2006/main">
            <a:off x="3238500" y="5715000"/>
            <a:ext cx="953" cy="295275"/>
          </a:xfrm>
          <a:custGeom xmlns:a="http://schemas.openxmlformats.org/drawingml/2006/main">
            <a:pathLst>
              <a:path w="953" h="295275">
                <a:moveTo>
                  <a:pt x="0" y="295275"/>
                </a:moveTo>
                <a:lnTo>
                  <a:pt x="0" y="0"/>
                </a:lnTo>
              </a:path>
            </a:pathLst>
          </a:custGeom>
          <a:noFill xmlns:a="http://schemas.openxmlformats.org/drawingml/2006/main"/>
          <a:ln xmlns:a="http://schemas.openxmlformats.org/drawingml/2006/main" w="22860">
            <a:solidFill>
              <a:srgbClr val="70A843"/>
            </a:solidFill>
            <a:prstDash val="solid"/>
          </a:ln>
        </p:spPr>
      </p:sp>
      <p:sp>
        <p:nvSpPr>
          <p:cNvPr id="49" name="Editable arrowhead 30">
            <a:extLst xmlns:a="http://schemas.openxmlformats.org/drawingml/2006/main">
              <a:ext uri="{FF2B5EF4-FFF2-40B4-BE49-F238E27FC236}">
                <a16:creationId xmlns:a16="http://schemas.microsoft.com/office/drawing/2014/main" id="{547653D4-DEC6-4822-B228-CD888D6F5BD6}"/>
              </a:ext>
            </a:extLst>
          </p:cNvPr>
          <p:cNvSpPr>
            <a:spLocks xmlns:a="http://schemas.openxmlformats.org/drawingml/2006/main" noGrp="1"/>
          </p:cNvSpPr>
          <p:nvPr/>
        </p:nvSpPr>
        <p:spPr>
          <a:xfrm xmlns:a="http://schemas.openxmlformats.org/drawingml/2006/main">
            <a:off x="3190875" y="571500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70A843"/>
          </a:solidFill>
          <a:ln xmlns:a="http://schemas.openxmlformats.org/drawingml/2006/main" w="5715">
            <a:solidFill>
              <a:srgbClr val="70A843"/>
            </a:solidFill>
            <a:prstDash val="solid"/>
          </a:ln>
        </p:spPr>
      </p:sp>
      <p:sp>
        <p:nvSpPr>
          <p:cNvPr id="50" name="Editable path 31">
            <a:extLst xmlns:a="http://schemas.openxmlformats.org/drawingml/2006/main">
              <a:ext uri="{FF2B5EF4-FFF2-40B4-BE49-F238E27FC236}">
                <a16:creationId xmlns:a16="http://schemas.microsoft.com/office/drawing/2014/main" id="{21C251D4-0444-4582-93C7-579E9DC57040}"/>
              </a:ext>
            </a:extLst>
          </p:cNvPr>
          <p:cNvSpPr>
            <a:spLocks xmlns:a="http://schemas.openxmlformats.org/drawingml/2006/main" noGrp="1"/>
          </p:cNvSpPr>
          <p:nvPr/>
        </p:nvSpPr>
        <p:spPr>
          <a:xfrm xmlns:a="http://schemas.openxmlformats.org/drawingml/2006/main">
            <a:off x="8953500" y="5715000"/>
            <a:ext cx="953" cy="295275"/>
          </a:xfrm>
          <a:custGeom xmlns:a="http://schemas.openxmlformats.org/drawingml/2006/main">
            <a:pathLst>
              <a:path w="953" h="295275">
                <a:moveTo>
                  <a:pt x="0" y="295275"/>
                </a:moveTo>
                <a:lnTo>
                  <a:pt x="0" y="0"/>
                </a:lnTo>
              </a:path>
            </a:pathLst>
          </a:custGeom>
          <a:noFill xmlns:a="http://schemas.openxmlformats.org/drawingml/2006/main"/>
          <a:ln xmlns:a="http://schemas.openxmlformats.org/drawingml/2006/main" w="22860">
            <a:solidFill>
              <a:srgbClr val="70A843"/>
            </a:solidFill>
            <a:prstDash val="solid"/>
          </a:ln>
        </p:spPr>
      </p:sp>
      <p:sp>
        <p:nvSpPr>
          <p:cNvPr id="51" name="Editable arrowhead 32">
            <a:extLst xmlns:a="http://schemas.openxmlformats.org/drawingml/2006/main">
              <a:ext uri="{FF2B5EF4-FFF2-40B4-BE49-F238E27FC236}">
                <a16:creationId xmlns:a16="http://schemas.microsoft.com/office/drawing/2014/main" id="{EA106082-F947-48C3-9994-D4EBE8EB04E1}"/>
              </a:ext>
            </a:extLst>
          </p:cNvPr>
          <p:cNvSpPr>
            <a:spLocks xmlns:a="http://schemas.openxmlformats.org/drawingml/2006/main" noGrp="1"/>
          </p:cNvSpPr>
          <p:nvPr/>
        </p:nvSpPr>
        <p:spPr>
          <a:xfrm xmlns:a="http://schemas.openxmlformats.org/drawingml/2006/main">
            <a:off x="8905875" y="571500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70A843"/>
          </a:solidFill>
          <a:ln xmlns:a="http://schemas.openxmlformats.org/drawingml/2006/main" w="5715">
            <a:solidFill>
              <a:srgbClr val="70A843"/>
            </a:solidFill>
            <a:prstDash val="solid"/>
          </a:ln>
        </p:spPr>
      </p:sp>
      <p:sp>
        <p:nvSpPr>
          <p:cNvPr id="52" name="Editable path 33">
            <a:extLst xmlns:a="http://schemas.openxmlformats.org/drawingml/2006/main">
              <a:ext uri="{FF2B5EF4-FFF2-40B4-BE49-F238E27FC236}">
                <a16:creationId xmlns:a16="http://schemas.microsoft.com/office/drawing/2014/main" id="{459B8E79-242A-4CAD-A539-B225B9B84F68}"/>
              </a:ext>
            </a:extLst>
          </p:cNvPr>
          <p:cNvSpPr>
            <a:spLocks xmlns:a="http://schemas.openxmlformats.org/drawingml/2006/main" noGrp="1"/>
          </p:cNvSpPr>
          <p:nvPr/>
        </p:nvSpPr>
        <p:spPr>
          <a:xfrm xmlns:a="http://schemas.openxmlformats.org/drawingml/2006/main">
            <a:off x="14668500" y="5715000"/>
            <a:ext cx="953" cy="295275"/>
          </a:xfrm>
          <a:custGeom xmlns:a="http://schemas.openxmlformats.org/drawingml/2006/main">
            <a:pathLst>
              <a:path w="953" h="295275">
                <a:moveTo>
                  <a:pt x="0" y="295275"/>
                </a:moveTo>
                <a:lnTo>
                  <a:pt x="0" y="0"/>
                </a:lnTo>
              </a:path>
            </a:pathLst>
          </a:custGeom>
          <a:noFill xmlns:a="http://schemas.openxmlformats.org/drawingml/2006/main"/>
          <a:ln xmlns:a="http://schemas.openxmlformats.org/drawingml/2006/main" w="22860">
            <a:solidFill>
              <a:srgbClr val="70A843"/>
            </a:solidFill>
            <a:prstDash val="solid"/>
          </a:ln>
        </p:spPr>
      </p:sp>
      <p:sp>
        <p:nvSpPr>
          <p:cNvPr id="53" name="Editable arrowhead 34">
            <a:extLst xmlns:a="http://schemas.openxmlformats.org/drawingml/2006/main">
              <a:ext uri="{FF2B5EF4-FFF2-40B4-BE49-F238E27FC236}">
                <a16:creationId xmlns:a16="http://schemas.microsoft.com/office/drawing/2014/main" id="{7068B1B0-3078-4D54-B642-058F3FE53AB2}"/>
              </a:ext>
            </a:extLst>
          </p:cNvPr>
          <p:cNvSpPr>
            <a:spLocks xmlns:a="http://schemas.openxmlformats.org/drawingml/2006/main" noGrp="1"/>
          </p:cNvSpPr>
          <p:nvPr/>
        </p:nvSpPr>
        <p:spPr>
          <a:xfrm xmlns:a="http://schemas.openxmlformats.org/drawingml/2006/main">
            <a:off x="14620875" y="571500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70A843"/>
          </a:solidFill>
          <a:ln xmlns:a="http://schemas.openxmlformats.org/drawingml/2006/main" w="5715">
            <a:solidFill>
              <a:srgbClr val="70A843"/>
            </a:solidFill>
            <a:prstDash val="solid"/>
          </a:ln>
        </p:spPr>
      </p:sp>
      <p:graphicFrame>
        <p:nvGraphicFramePr>
          <p:cNvPr id="54" name="">
            <a:extLst xmlns:a="http://schemas.openxmlformats.org/drawingml/2006/main">
              <a:ext uri="{FF2B5EF4-FFF2-40B4-BE49-F238E27FC236}">
                <a16:creationId xmlns:a16="http://schemas.microsoft.com/office/drawing/2014/main" id="{353D74BE-9D81-4B4B-8E22-1D93A146928C}"/>
              </a:ext>
            </a:extLst>
          </p:cNvPr>
          <p:cNvGraphicFramePr/>
          <p:nvPr/>
        </p:nvGraphicFramePr>
        <p:xfrm>
          <a:off xmlns:a="http://schemas.openxmlformats.org/drawingml/2006/main" x="1038225" y="6896100"/>
          <a:ext xmlns:a="http://schemas.openxmlformats.org/drawingml/2006/main" cx="15811500" cy="1438275"/>
        </p:xfrm>
        <a:graphic xmlns:a="http://schemas.openxmlformats.org/drawingml/2006/main">
          <a:graphicData uri="http://schemas.openxmlformats.org/drawingml/2006/table">
            <a:tbl>
              <a:tblPr firstRow="0" bandRow="0" bandCol="0"/>
              <a:tblGrid>
                <a:gridCol w="4476750"/>
                <a:gridCol w="11334750"/>
              </a:tblGrid>
              <a:tr h="409575">
                <a:tc>
                  <a:txBody>
                    <a:bodyPr anchor="ctr"/>
                    <a:lstStyle/>
                    <a:p>
                      <a:pPr algn="ctr"/>
                      <a:r>
                        <a:rPr sz="1875" b="1">
                          <a:solidFill>
                            <a:srgbClr val="111111"/>
                          </a:solidFill>
                          <a:latin typeface="Apple SD Gothic Neo"/>
                          <a:ea typeface="Apple SD Gothic Neo"/>
                          <a:cs typeface="Apple SD Gothic Neo"/>
                        </a:rPr>
                        <a:t>인계에서 잃기 쉬운 것</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문제가 되는 전달 예</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r>
                        <a:rPr sz="2025">
                          <a:solidFill>
                            <a:srgbClr val="111111"/>
                          </a:solidFill>
                          <a:latin typeface="Apple SD Gothic Neo"/>
                          <a:ea typeface="Apple SD Gothic Neo"/>
                          <a:cs typeface="Apple SD Gothic Neo"/>
                        </a:rPr>
                        <a:t>조건의 적용 전제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2025" b="1">
                          <a:solidFill>
                            <a:srgbClr val="C00000"/>
                          </a:solidFill>
                          <a:latin typeface="Apple SD Gothic Neo"/>
                          <a:ea typeface="Apple SD Gothic Neo"/>
                          <a:cs typeface="Apple SD Gothic Neo"/>
                        </a:rPr>
                        <a:t>“가격이 같을 때”가 빠지고 유지보수를 항상 우선</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r>
                        <a:rPr sz="2025">
                          <a:solidFill>
                            <a:srgbClr val="111111"/>
                          </a:solidFill>
                          <a:latin typeface="Apple SD Gothic Neo"/>
                          <a:ea typeface="Apple SD Gothic Neo"/>
                          <a:cs typeface="Apple SD Gothic Neo"/>
                        </a:rPr>
                        <a:t>자료의 유효성</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2025" b="0">
                          <a:solidFill>
                            <a:srgbClr val="C00000"/>
                          </a:solidFill>
                          <a:latin typeface="Apple SD Gothic Neo"/>
                          <a:ea typeface="Apple SD Gothic Neo"/>
                          <a:cs typeface="Apple SD Gothic Neo"/>
                        </a:rPr>
                        <a:t>이전 판본·철회된 자료를 다음 Agent가 사용</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Editable path 35">
            <a:extLst xmlns:a="http://schemas.openxmlformats.org/drawingml/2006/main">
              <a:ext uri="{FF2B5EF4-FFF2-40B4-BE49-F238E27FC236}">
                <a16:creationId xmlns:a16="http://schemas.microsoft.com/office/drawing/2014/main" id="{575B97F2-2057-49DB-BC61-4B716F8A2BA4}"/>
              </a:ext>
            </a:extLst>
          </p:cNvPr>
          <p:cNvSpPr>
            <a:spLocks xmlns:a="http://schemas.openxmlformats.org/drawingml/2006/main" noGrp="1"/>
          </p:cNvSpPr>
          <p:nvPr/>
        </p:nvSpPr>
        <p:spPr>
          <a:xfrm xmlns:a="http://schemas.openxmlformats.org/drawingml/2006/main">
            <a:off x="619125" y="8696325"/>
            <a:ext cx="16811625" cy="953"/>
          </a:xfrm>
          <a:custGeom xmlns:a="http://schemas.openxmlformats.org/drawingml/2006/main">
            <a:pathLst>
              <a:path w="16811625" h="953">
                <a:moveTo>
                  <a:pt x="0" y="0"/>
                </a:moveTo>
                <a:lnTo>
                  <a:pt x="16811625" y="0"/>
                </a:lnTo>
              </a:path>
            </a:pathLst>
          </a:custGeom>
          <a:noFill xmlns:a="http://schemas.openxmlformats.org/drawingml/2006/main"/>
          <a:ln xmlns:a="http://schemas.openxmlformats.org/drawingml/2006/main" w="14288">
            <a:solidFill>
              <a:srgbClr val="4676CB"/>
            </a:solidFill>
            <a:prstDash val="solid"/>
          </a:ln>
        </p:spPr>
      </p:sp>
      <p:sp>
        <p:nvSpPr>
          <p:cNvPr id="56" name="DP4 object 36">
            <a:extLst xmlns:a="http://schemas.openxmlformats.org/drawingml/2006/main">
              <a:ext uri="{FF2B5EF4-FFF2-40B4-BE49-F238E27FC236}">
                <a16:creationId xmlns:a16="http://schemas.microsoft.com/office/drawing/2014/main" id="{B8ED7CAC-1CD9-434C-A02C-78C1E49F5A97}"/>
              </a:ext>
            </a:extLst>
          </p:cNvPr>
          <p:cNvSpPr>
            <a:spLocks xmlns:a="http://schemas.openxmlformats.org/drawingml/2006/main" noGrp="1"/>
          </p:cNvSpPr>
          <p:nvPr/>
        </p:nvSpPr>
        <p:spPr>
          <a:xfrm xmlns:a="http://schemas.openxmlformats.org/drawingml/2006/main">
            <a:off x="628650" y="9039225"/>
            <a:ext cx="2619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550" b="1">
                <a:solidFill>
                  <a:srgbClr val="C00000"/>
                </a:solidFill>
                <a:latin typeface="Apple SD Gothic Neo"/>
                <a:ea typeface="Apple SD Gothic Neo"/>
                <a:cs typeface="Apple SD Gothic Neo"/>
              </a:defRPr>
            </a:defPPr>
            <a:lvl1pPr algn="l">
              <a:defRPr sz="2550" b="1">
                <a:solidFill>
                  <a:srgbClr val="C00000"/>
                </a:solidFill>
                <a:latin typeface="Apple SD Gothic Neo"/>
                <a:ea typeface="Apple SD Gothic Neo"/>
                <a:cs typeface="Apple SD Gothic Neo"/>
              </a:defRPr>
            </a:lvl1pPr>
            <a:lvl2pPr algn="l">
              <a:defRPr sz="2550" b="1">
                <a:solidFill>
                  <a:srgbClr val="C00000"/>
                </a:solidFill>
                <a:latin typeface="Apple SD Gothic Neo"/>
                <a:ea typeface="Apple SD Gothic Neo"/>
                <a:cs typeface="Apple SD Gothic Neo"/>
              </a:defRPr>
            </a:lvl2pPr>
            <a:lvl3pPr algn="l">
              <a:defRPr sz="2550" b="1">
                <a:solidFill>
                  <a:srgbClr val="C00000"/>
                </a:solidFill>
                <a:latin typeface="Apple SD Gothic Neo"/>
                <a:ea typeface="Apple SD Gothic Neo"/>
                <a:cs typeface="Apple SD Gothic Neo"/>
              </a:defRPr>
            </a:lvl3pPr>
            <a:lvl4pPr algn="l">
              <a:defRPr sz="2550" b="1">
                <a:solidFill>
                  <a:srgbClr val="C00000"/>
                </a:solidFill>
                <a:latin typeface="Apple SD Gothic Neo"/>
                <a:ea typeface="Apple SD Gothic Neo"/>
                <a:cs typeface="Apple SD Gothic Neo"/>
              </a:defRPr>
            </a:lvl4pPr>
            <a:lvl5pPr algn="l">
              <a:defRPr sz="2550" b="1">
                <a:solidFill>
                  <a:srgbClr val="C00000"/>
                </a:solidFill>
                <a:latin typeface="Apple SD Gothic Neo"/>
                <a:ea typeface="Apple SD Gothic Neo"/>
                <a:cs typeface="Apple SD Gothic Neo"/>
              </a:defRPr>
            </a:lvl5pPr>
            <a:lvl6pPr algn="l">
              <a:defRPr sz="2550" b="1">
                <a:solidFill>
                  <a:srgbClr val="C00000"/>
                </a:solidFill>
                <a:latin typeface="Apple SD Gothic Neo"/>
                <a:ea typeface="Apple SD Gothic Neo"/>
                <a:cs typeface="Apple SD Gothic Neo"/>
              </a:defRPr>
            </a:lvl6pPr>
            <a:lvl7pPr algn="l">
              <a:defRPr sz="2550" b="1">
                <a:solidFill>
                  <a:srgbClr val="C00000"/>
                </a:solidFill>
                <a:latin typeface="Apple SD Gothic Neo"/>
                <a:ea typeface="Apple SD Gothic Neo"/>
                <a:cs typeface="Apple SD Gothic Neo"/>
              </a:defRPr>
            </a:lvl7pPr>
            <a:lvl8pPr algn="l">
              <a:defRPr sz="2550" b="1">
                <a:solidFill>
                  <a:srgbClr val="C00000"/>
                </a:solidFill>
                <a:latin typeface="Apple SD Gothic Neo"/>
                <a:ea typeface="Apple SD Gothic Neo"/>
                <a:cs typeface="Apple SD Gothic Neo"/>
              </a:defRPr>
            </a:lvl8pPr>
            <a:lvl9pPr algn="l">
              <a:defRPr sz="2550" b="1">
                <a:solidFill>
                  <a:srgbClr val="C00000"/>
                </a:solidFill>
                <a:latin typeface="Apple SD Gothic Neo"/>
                <a:ea typeface="Apple SD Gothic Neo"/>
                <a:cs typeface="Apple SD Gothic Neo"/>
              </a:defRPr>
            </a:lvl9pPr>
          </a:lstStyle>
          <a:p xmlns:a="http://schemas.openxmlformats.org/drawingml/2006/main">
            <a:pPr algn="l">
              <a:defRPr sz="2550" b="1">
                <a:solidFill>
                  <a:srgbClr val="C00000"/>
                </a:solidFill>
                <a:latin typeface="Apple SD Gothic Neo"/>
                <a:ea typeface="Apple SD Gothic Neo"/>
                <a:cs typeface="Apple SD Gothic Neo"/>
              </a:defRPr>
            </a:pPr>
            <a:r>
              <a:rPr sz="2550" b="1">
                <a:solidFill>
                  <a:srgbClr val="C00000"/>
                </a:solidFill>
                <a:latin typeface="Apple SD Gothic Neo"/>
                <a:ea typeface="Apple SD Gothic Neo"/>
                <a:cs typeface="Apple SD Gothic Neo"/>
              </a:rPr>
              <a:t>이 DP의 질문</a:t>
            </a:r>
          </a:p>
        </p:txBody>
      </p:sp>
      <p:sp>
        <p:nvSpPr>
          <p:cNvPr id="57" name="DP4 object 37">
            <a:extLst xmlns:a="http://schemas.openxmlformats.org/drawingml/2006/main">
              <a:ext uri="{FF2B5EF4-FFF2-40B4-BE49-F238E27FC236}">
                <a16:creationId xmlns:a16="http://schemas.microsoft.com/office/drawing/2014/main" id="{C1E1DCF1-C989-4C8E-963B-A554CD5E0043}"/>
              </a:ext>
            </a:extLst>
          </p:cNvPr>
          <p:cNvSpPr>
            <a:spLocks xmlns:a="http://schemas.openxmlformats.org/drawingml/2006/main" noGrp="1"/>
          </p:cNvSpPr>
          <p:nvPr/>
        </p:nvSpPr>
        <p:spPr>
          <a:xfrm xmlns:a="http://schemas.openxmlformats.org/drawingml/2006/main">
            <a:off x="3381375" y="9001125"/>
            <a:ext cx="14049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775" b="1">
                <a:solidFill>
                  <a:srgbClr val="111111"/>
                </a:solidFill>
                <a:latin typeface="Apple SD Gothic Neo"/>
                <a:ea typeface="Apple SD Gothic Neo"/>
                <a:cs typeface="Apple SD Gothic Neo"/>
              </a:defRPr>
            </a:defPPr>
            <a:lvl1pPr algn="l">
              <a:defRPr sz="2775" b="1">
                <a:solidFill>
                  <a:srgbClr val="111111"/>
                </a:solidFill>
                <a:latin typeface="Apple SD Gothic Neo"/>
                <a:ea typeface="Apple SD Gothic Neo"/>
                <a:cs typeface="Apple SD Gothic Neo"/>
              </a:defRPr>
            </a:lvl1pPr>
            <a:lvl2pPr algn="l">
              <a:defRPr sz="2775" b="1">
                <a:solidFill>
                  <a:srgbClr val="111111"/>
                </a:solidFill>
                <a:latin typeface="Apple SD Gothic Neo"/>
                <a:ea typeface="Apple SD Gothic Neo"/>
                <a:cs typeface="Apple SD Gothic Neo"/>
              </a:defRPr>
            </a:lvl2pPr>
            <a:lvl3pPr algn="l">
              <a:defRPr sz="2775" b="1">
                <a:solidFill>
                  <a:srgbClr val="111111"/>
                </a:solidFill>
                <a:latin typeface="Apple SD Gothic Neo"/>
                <a:ea typeface="Apple SD Gothic Neo"/>
                <a:cs typeface="Apple SD Gothic Neo"/>
              </a:defRPr>
            </a:lvl3pPr>
            <a:lvl4pPr algn="l">
              <a:defRPr sz="2775" b="1">
                <a:solidFill>
                  <a:srgbClr val="111111"/>
                </a:solidFill>
                <a:latin typeface="Apple SD Gothic Neo"/>
                <a:ea typeface="Apple SD Gothic Neo"/>
                <a:cs typeface="Apple SD Gothic Neo"/>
              </a:defRPr>
            </a:lvl4pPr>
            <a:lvl5pPr algn="l">
              <a:defRPr sz="2775" b="1">
                <a:solidFill>
                  <a:srgbClr val="111111"/>
                </a:solidFill>
                <a:latin typeface="Apple SD Gothic Neo"/>
                <a:ea typeface="Apple SD Gothic Neo"/>
                <a:cs typeface="Apple SD Gothic Neo"/>
              </a:defRPr>
            </a:lvl5pPr>
            <a:lvl6pPr algn="l">
              <a:defRPr sz="2775" b="1">
                <a:solidFill>
                  <a:srgbClr val="111111"/>
                </a:solidFill>
                <a:latin typeface="Apple SD Gothic Neo"/>
                <a:ea typeface="Apple SD Gothic Neo"/>
                <a:cs typeface="Apple SD Gothic Neo"/>
              </a:defRPr>
            </a:lvl6pPr>
            <a:lvl7pPr algn="l">
              <a:defRPr sz="2775" b="1">
                <a:solidFill>
                  <a:srgbClr val="111111"/>
                </a:solidFill>
                <a:latin typeface="Apple SD Gothic Neo"/>
                <a:ea typeface="Apple SD Gothic Neo"/>
                <a:cs typeface="Apple SD Gothic Neo"/>
              </a:defRPr>
            </a:lvl7pPr>
            <a:lvl8pPr algn="l">
              <a:defRPr sz="2775" b="1">
                <a:solidFill>
                  <a:srgbClr val="111111"/>
                </a:solidFill>
                <a:latin typeface="Apple SD Gothic Neo"/>
                <a:ea typeface="Apple SD Gothic Neo"/>
                <a:cs typeface="Apple SD Gothic Neo"/>
              </a:defRPr>
            </a:lvl8pPr>
            <a:lvl9pPr algn="l">
              <a:defRPr sz="2775" b="1">
                <a:solidFill>
                  <a:srgbClr val="111111"/>
                </a:solidFill>
                <a:latin typeface="Apple SD Gothic Neo"/>
                <a:ea typeface="Apple SD Gothic Neo"/>
                <a:cs typeface="Apple SD Gothic Neo"/>
              </a:defRPr>
            </a:lvl9pPr>
          </a:lstStyle>
          <a:p xmlns:a="http://schemas.openxmlformats.org/drawingml/2006/main">
            <a:pPr algn="l">
              <a:defRPr sz="2775" b="1">
                <a:solidFill>
                  <a:srgbClr val="111111"/>
                </a:solidFill>
                <a:latin typeface="Apple SD Gothic Neo"/>
                <a:ea typeface="Apple SD Gothic Neo"/>
                <a:cs typeface="Apple SD Gothic Neo"/>
              </a:defRPr>
            </a:pPr>
            <a:r>
              <a:rPr sz="2775" b="1">
                <a:solidFill>
                  <a:srgbClr val="111111"/>
                </a:solidFill>
                <a:latin typeface="Apple SD Gothic Neo"/>
                <a:ea typeface="Apple SD Gothic Neo"/>
                <a:cs typeface="Apple SD Gothic Neo"/>
              </a:rPr>
              <a:t>인계 자료를 언제 준비하고, 누가 상세 범위를 선택할 것인가?</a:t>
            </a:r>
          </a:p>
        </p:txBody>
      </p:sp>
      <p:sp>
        <p:nvSpPr>
          <p:cNvPr id="58" name="DP4 object 38">
            <a:extLst xmlns:a="http://schemas.openxmlformats.org/drawingml/2006/main">
              <a:ext uri="{FF2B5EF4-FFF2-40B4-BE49-F238E27FC236}">
                <a16:creationId xmlns:a16="http://schemas.microsoft.com/office/drawing/2014/main" id="{ED20AA9D-5D14-4240-981D-0E5DA6E227F1}"/>
              </a:ext>
            </a:extLst>
          </p:cNvPr>
          <p:cNvSpPr>
            <a:spLocks xmlns:a="http://schemas.openxmlformats.org/drawingml/2006/main" noGrp="1"/>
          </p:cNvSpPr>
          <p:nvPr/>
        </p:nvSpPr>
        <p:spPr>
          <a:xfrm xmlns:a="http://schemas.openxmlformats.org/drawingml/2006/main">
            <a:off x="3381375" y="9620250"/>
            <a:ext cx="1390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0">
                <a:solidFill>
                  <a:srgbClr val="111111"/>
                </a:solidFill>
                <a:latin typeface="Apple SD Gothic Neo"/>
                <a:ea typeface="Apple SD Gothic Neo"/>
                <a:cs typeface="Apple SD Gothic Neo"/>
              </a:defRPr>
            </a:defPPr>
            <a:lvl1pPr algn="l">
              <a:defRPr sz="2025" b="0">
                <a:solidFill>
                  <a:srgbClr val="111111"/>
                </a:solidFill>
                <a:latin typeface="Apple SD Gothic Neo"/>
                <a:ea typeface="Apple SD Gothic Neo"/>
                <a:cs typeface="Apple SD Gothic Neo"/>
              </a:defRPr>
            </a:lvl1pPr>
            <a:lvl2pPr algn="l">
              <a:defRPr sz="2025" b="0">
                <a:solidFill>
                  <a:srgbClr val="111111"/>
                </a:solidFill>
                <a:latin typeface="Apple SD Gothic Neo"/>
                <a:ea typeface="Apple SD Gothic Neo"/>
                <a:cs typeface="Apple SD Gothic Neo"/>
              </a:defRPr>
            </a:lvl2pPr>
            <a:lvl3pPr algn="l">
              <a:defRPr sz="2025" b="0">
                <a:solidFill>
                  <a:srgbClr val="111111"/>
                </a:solidFill>
                <a:latin typeface="Apple SD Gothic Neo"/>
                <a:ea typeface="Apple SD Gothic Neo"/>
                <a:cs typeface="Apple SD Gothic Neo"/>
              </a:defRPr>
            </a:lvl3pPr>
            <a:lvl4pPr algn="l">
              <a:defRPr sz="2025" b="0">
                <a:solidFill>
                  <a:srgbClr val="111111"/>
                </a:solidFill>
                <a:latin typeface="Apple SD Gothic Neo"/>
                <a:ea typeface="Apple SD Gothic Neo"/>
                <a:cs typeface="Apple SD Gothic Neo"/>
              </a:defRPr>
            </a:lvl4pPr>
            <a:lvl5pPr algn="l">
              <a:defRPr sz="2025" b="0">
                <a:solidFill>
                  <a:srgbClr val="111111"/>
                </a:solidFill>
                <a:latin typeface="Apple SD Gothic Neo"/>
                <a:ea typeface="Apple SD Gothic Neo"/>
                <a:cs typeface="Apple SD Gothic Neo"/>
              </a:defRPr>
            </a:lvl5pPr>
            <a:lvl6pPr algn="l">
              <a:defRPr sz="2025" b="0">
                <a:solidFill>
                  <a:srgbClr val="111111"/>
                </a:solidFill>
                <a:latin typeface="Apple SD Gothic Neo"/>
                <a:ea typeface="Apple SD Gothic Neo"/>
                <a:cs typeface="Apple SD Gothic Neo"/>
              </a:defRPr>
            </a:lvl6pPr>
            <a:lvl7pPr algn="l">
              <a:defRPr sz="2025" b="0">
                <a:solidFill>
                  <a:srgbClr val="111111"/>
                </a:solidFill>
                <a:latin typeface="Apple SD Gothic Neo"/>
                <a:ea typeface="Apple SD Gothic Neo"/>
                <a:cs typeface="Apple SD Gothic Neo"/>
              </a:defRPr>
            </a:lvl7pPr>
            <a:lvl8pPr algn="l">
              <a:defRPr sz="2025" b="0">
                <a:solidFill>
                  <a:srgbClr val="111111"/>
                </a:solidFill>
                <a:latin typeface="Apple SD Gothic Neo"/>
                <a:ea typeface="Apple SD Gothic Neo"/>
                <a:cs typeface="Apple SD Gothic Neo"/>
              </a:defRPr>
            </a:lvl8pPr>
            <a:lvl9pPr algn="l">
              <a:defRPr sz="2025" b="0">
                <a:solidFill>
                  <a:srgbClr val="111111"/>
                </a:solidFill>
                <a:latin typeface="Apple SD Gothic Neo"/>
                <a:ea typeface="Apple SD Gothic Neo"/>
                <a:cs typeface="Apple SD Gothic Neo"/>
              </a:defRPr>
            </a:lvl9pPr>
          </a:lstStyle>
          <a:p xmlns:a="http://schemas.openxmlformats.org/drawingml/2006/main">
            <a:pPr algn="l">
              <a:defRPr sz="2025" b="0">
                <a:solidFill>
                  <a:srgbClr val="111111"/>
                </a:solidFill>
                <a:latin typeface="Apple SD Gothic Neo"/>
                <a:ea typeface="Apple SD Gothic Neo"/>
                <a:cs typeface="Apple SD Gothic Neo"/>
              </a:defRPr>
            </a:pPr>
            <a:r>
              <a:rPr sz="2025" b="0">
                <a:solidFill>
                  <a:srgbClr val="111111"/>
                </a:solidFill>
                <a:latin typeface="Apple SD Gothic Neo"/>
                <a:ea typeface="Apple SD Gothic Neo"/>
                <a:cs typeface="Apple SD Gothic Neo"/>
              </a:rPr>
              <a:t>위임할 때 구성 / 지속 업무 기록에서 추출 / 수신자가 원문을 선택해 읽기</a:t>
            </a:r>
          </a:p>
        </p:txBody>
      </p:sp>
    </p:spTree>
    <p:extLst>
      <p:ext uri="{BB962C8B-B14F-4D97-AF65-F5344CB8AC3E}">
        <p14:creationId xmlns:p14="http://schemas.microsoft.com/office/powerpoint/2010/main" val="180355434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 name="Unified slide title">
            <a:extLst xmlns:a="http://schemas.openxmlformats.org/drawingml/2006/main">
              <a:ext uri="{FF2B5EF4-FFF2-40B4-BE49-F238E27FC236}">
                <a16:creationId xmlns:a16="http://schemas.microsoft.com/office/drawing/2014/main" id="{EE0789CE-D0F0-48AE-8CAA-7F72DCF9D0E8}"/>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DP4. Agent 간 업무 인계 방안 (설계 방안 비교)</a:t>
            </a:r>
          </a:p>
        </p:txBody>
      </p:sp>
      <p:sp>
        <p:nvSpPr>
          <p:cNvPr id="2" name="Workflow 과제 소개">
            <a:extLst xmlns:a="http://schemas.openxmlformats.org/drawingml/2006/main">
              <a:ext uri="{FF2B5EF4-FFF2-40B4-BE49-F238E27FC236}">
                <a16:creationId xmlns:a16="http://schemas.microsoft.com/office/drawing/2014/main" id="{C449EC1F-3AA5-4B01-9BF4-6CB5867DC513}"/>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과제 소개">
            <a:extLst xmlns:a="http://schemas.openxmlformats.org/drawingml/2006/main">
              <a:ext uri="{FF2B5EF4-FFF2-40B4-BE49-F238E27FC236}">
                <a16:creationId xmlns:a16="http://schemas.microsoft.com/office/drawing/2014/main" id="{B8A4678F-FB36-4173-B55A-459DCB202E78}"/>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Workflow 요구사항 분석">
            <a:extLst xmlns:a="http://schemas.openxmlformats.org/drawingml/2006/main">
              <a:ext uri="{FF2B5EF4-FFF2-40B4-BE49-F238E27FC236}">
                <a16:creationId xmlns:a16="http://schemas.microsoft.com/office/drawing/2014/main" id="{E9844939-888D-47DE-8A2F-8358BD048044}"/>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요구사항 분석">
            <a:extLst xmlns:a="http://schemas.openxmlformats.org/drawingml/2006/main">
              <a:ext uri="{FF2B5EF4-FFF2-40B4-BE49-F238E27FC236}">
                <a16:creationId xmlns:a16="http://schemas.microsoft.com/office/drawing/2014/main" id="{00755F68-0F2E-4FA6-A889-C3A17DA6C2C1}"/>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Workflow 설계">
            <a:extLst xmlns:a="http://schemas.openxmlformats.org/drawingml/2006/main">
              <a:ext uri="{FF2B5EF4-FFF2-40B4-BE49-F238E27FC236}">
                <a16:creationId xmlns:a16="http://schemas.microsoft.com/office/drawing/2014/main" id="{A8DE47B9-C153-459A-8C9E-0FAF117638D4}"/>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설계">
            <a:extLst xmlns:a="http://schemas.openxmlformats.org/drawingml/2006/main">
              <a:ext uri="{FF2B5EF4-FFF2-40B4-BE49-F238E27FC236}">
                <a16:creationId xmlns:a16="http://schemas.microsoft.com/office/drawing/2014/main" id="{5F617349-C259-49B8-8556-C5BD3580B9EF}"/>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Workflow 구현 및 검증">
            <a:extLst xmlns:a="http://schemas.openxmlformats.org/drawingml/2006/main">
              <a:ext uri="{FF2B5EF4-FFF2-40B4-BE49-F238E27FC236}">
                <a16:creationId xmlns:a16="http://schemas.microsoft.com/office/drawing/2014/main" id="{A23F754A-F83D-42E6-8011-1617C3F4F7B9}"/>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구현 및 검증">
            <a:extLst xmlns:a="http://schemas.openxmlformats.org/drawingml/2006/main">
              <a:ext uri="{FF2B5EF4-FFF2-40B4-BE49-F238E27FC236}">
                <a16:creationId xmlns:a16="http://schemas.microsoft.com/office/drawing/2014/main" id="{1CCC1B89-9F2D-48A2-84E5-60238248EAB9}"/>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Workflow 결론">
            <a:extLst xmlns:a="http://schemas.openxmlformats.org/drawingml/2006/main">
              <a:ext uri="{FF2B5EF4-FFF2-40B4-BE49-F238E27FC236}">
                <a16:creationId xmlns:a16="http://schemas.microsoft.com/office/drawing/2014/main" id="{01D37A0F-C000-4E59-A497-804B88F764F1}"/>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결론">
            <a:extLst xmlns:a="http://schemas.openxmlformats.org/drawingml/2006/main">
              <a:ext uri="{FF2B5EF4-FFF2-40B4-BE49-F238E27FC236}">
                <a16:creationId xmlns:a16="http://schemas.microsoft.com/office/drawing/2014/main" id="{359945E4-9499-4397-87BD-D2D9E46C0386}"/>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Header rule">
            <a:extLst xmlns:a="http://schemas.openxmlformats.org/drawingml/2006/main">
              <a:ext uri="{FF2B5EF4-FFF2-40B4-BE49-F238E27FC236}">
                <a16:creationId xmlns:a16="http://schemas.microsoft.com/office/drawing/2014/main" id="{83A85CD5-69E0-487A-925B-C44D329ADAC2}"/>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Continuous slide number">
            <a:extLst xmlns:a="http://schemas.openxmlformats.org/drawingml/2006/main">
              <a:ext uri="{FF2B5EF4-FFF2-40B4-BE49-F238E27FC236}">
                <a16:creationId xmlns:a16="http://schemas.microsoft.com/office/drawing/2014/main" id="{2A50CA3B-F65A-49C2-825B-D97878A3EE0A}"/>
              </a:ext>
            </a:extLst>
          </p:cNvPr>
          <p:cNvSpPr>
            <a:spLocks xmlns:a="http://schemas.openxmlformats.org/drawingml/2006/main" noGrp="1"/>
          </p:cNvSpPr>
          <p:nvPr/>
        </p:nvSpPr>
        <p:spPr>
          <a:xfrm xmlns:a="http://schemas.openxmlformats.org/drawingml/2006/main">
            <a:off x="17487900" y="10020300"/>
            <a:ext cx="590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50555B"/>
                </a:solidFill>
                <a:latin typeface="Apple SD Gothic Neo"/>
                <a:ea typeface="Apple SD Gothic Neo"/>
                <a:cs typeface="Apple SD Gothic Neo"/>
              </a:defRPr>
            </a:defPPr>
            <a:lvl1pPr algn="r">
              <a:defRPr sz="1200" b="0">
                <a:solidFill>
                  <a:srgbClr val="50555B"/>
                </a:solidFill>
                <a:latin typeface="Apple SD Gothic Neo"/>
                <a:ea typeface="Apple SD Gothic Neo"/>
                <a:cs typeface="Apple SD Gothic Neo"/>
              </a:defRPr>
            </a:lvl1pPr>
            <a:lvl2pPr algn="r">
              <a:defRPr sz="1200" b="0">
                <a:solidFill>
                  <a:srgbClr val="50555B"/>
                </a:solidFill>
                <a:latin typeface="Apple SD Gothic Neo"/>
                <a:ea typeface="Apple SD Gothic Neo"/>
                <a:cs typeface="Apple SD Gothic Neo"/>
              </a:defRPr>
            </a:lvl2pPr>
            <a:lvl3pPr algn="r">
              <a:defRPr sz="1200" b="0">
                <a:solidFill>
                  <a:srgbClr val="50555B"/>
                </a:solidFill>
                <a:latin typeface="Apple SD Gothic Neo"/>
                <a:ea typeface="Apple SD Gothic Neo"/>
                <a:cs typeface="Apple SD Gothic Neo"/>
              </a:defRPr>
            </a:lvl3pPr>
            <a:lvl4pPr algn="r">
              <a:defRPr sz="1200" b="0">
                <a:solidFill>
                  <a:srgbClr val="50555B"/>
                </a:solidFill>
                <a:latin typeface="Apple SD Gothic Neo"/>
                <a:ea typeface="Apple SD Gothic Neo"/>
                <a:cs typeface="Apple SD Gothic Neo"/>
              </a:defRPr>
            </a:lvl4pPr>
            <a:lvl5pPr algn="r">
              <a:defRPr sz="1200" b="0">
                <a:solidFill>
                  <a:srgbClr val="50555B"/>
                </a:solidFill>
                <a:latin typeface="Apple SD Gothic Neo"/>
                <a:ea typeface="Apple SD Gothic Neo"/>
                <a:cs typeface="Apple SD Gothic Neo"/>
              </a:defRPr>
            </a:lvl5pPr>
            <a:lvl6pPr algn="r">
              <a:defRPr sz="1200" b="0">
                <a:solidFill>
                  <a:srgbClr val="50555B"/>
                </a:solidFill>
                <a:latin typeface="Apple SD Gothic Neo"/>
                <a:ea typeface="Apple SD Gothic Neo"/>
                <a:cs typeface="Apple SD Gothic Neo"/>
              </a:defRPr>
            </a:lvl6pPr>
            <a:lvl7pPr algn="r">
              <a:defRPr sz="1200" b="0">
                <a:solidFill>
                  <a:srgbClr val="50555B"/>
                </a:solidFill>
                <a:latin typeface="Apple SD Gothic Neo"/>
                <a:ea typeface="Apple SD Gothic Neo"/>
                <a:cs typeface="Apple SD Gothic Neo"/>
              </a:defRPr>
            </a:lvl7pPr>
            <a:lvl8pPr algn="r">
              <a:defRPr sz="1200" b="0">
                <a:solidFill>
                  <a:srgbClr val="50555B"/>
                </a:solidFill>
                <a:latin typeface="Apple SD Gothic Neo"/>
                <a:ea typeface="Apple SD Gothic Neo"/>
                <a:cs typeface="Apple SD Gothic Neo"/>
              </a:defRPr>
            </a:lvl8pPr>
            <a:lvl9pPr algn="r">
              <a:defRPr sz="1200" b="0">
                <a:solidFill>
                  <a:srgbClr val="50555B"/>
                </a:solidFill>
                <a:latin typeface="Apple SD Gothic Neo"/>
                <a:ea typeface="Apple SD Gothic Neo"/>
                <a:cs typeface="Apple SD Gothic Neo"/>
              </a:defRPr>
            </a:lvl9pPr>
          </a:lstStyle>
          <a:p xmlns:a="http://schemas.openxmlformats.org/drawingml/2006/main">
            <a:pPr algn="r">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14 / 16</a:t>
            </a:r>
          </a:p>
        </p:txBody>
      </p:sp>
      <p:sp>
        <p:nvSpPr>
          <p:cNvPr id="14" name="DP4 object 39">
            <a:extLst xmlns:a="http://schemas.openxmlformats.org/drawingml/2006/main">
              <a:ext uri="{FF2B5EF4-FFF2-40B4-BE49-F238E27FC236}">
                <a16:creationId xmlns:a16="http://schemas.microsoft.com/office/drawing/2014/main" id="{D7B9E0DE-0E00-43A2-B162-DEC483207801}"/>
              </a:ext>
            </a:extLst>
          </p:cNvPr>
          <p:cNvSpPr>
            <a:spLocks xmlns:a="http://schemas.openxmlformats.org/drawingml/2006/main" noGrp="1"/>
          </p:cNvSpPr>
          <p:nvPr/>
        </p:nvSpPr>
        <p:spPr>
          <a:xfrm xmlns:a="http://schemas.openxmlformats.org/drawingml/2006/main">
            <a:off x="266700" y="1181100"/>
            <a:ext cx="17478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1">
                <a:solidFill>
                  <a:srgbClr val="111111"/>
                </a:solidFill>
                <a:latin typeface="Apple SD Gothic Neo"/>
                <a:ea typeface="Apple SD Gothic Neo"/>
                <a:cs typeface="Apple SD Gothic Neo"/>
              </a:defRPr>
            </a:defPPr>
            <a:lvl1pPr algn="l">
              <a:defRPr sz="2100" b="1">
                <a:solidFill>
                  <a:srgbClr val="111111"/>
                </a:solidFill>
                <a:latin typeface="Apple SD Gothic Neo"/>
                <a:ea typeface="Apple SD Gothic Neo"/>
                <a:cs typeface="Apple SD Gothic Neo"/>
              </a:defRPr>
            </a:lvl1pPr>
            <a:lvl2pPr algn="l">
              <a:defRPr sz="2100" b="1">
                <a:solidFill>
                  <a:srgbClr val="111111"/>
                </a:solidFill>
                <a:latin typeface="Apple SD Gothic Neo"/>
                <a:ea typeface="Apple SD Gothic Neo"/>
                <a:cs typeface="Apple SD Gothic Neo"/>
              </a:defRPr>
            </a:lvl2pPr>
            <a:lvl3pPr algn="l">
              <a:defRPr sz="2100" b="1">
                <a:solidFill>
                  <a:srgbClr val="111111"/>
                </a:solidFill>
                <a:latin typeface="Apple SD Gothic Neo"/>
                <a:ea typeface="Apple SD Gothic Neo"/>
                <a:cs typeface="Apple SD Gothic Neo"/>
              </a:defRPr>
            </a:lvl3pPr>
            <a:lvl4pPr algn="l">
              <a:defRPr sz="2100" b="1">
                <a:solidFill>
                  <a:srgbClr val="111111"/>
                </a:solidFill>
                <a:latin typeface="Apple SD Gothic Neo"/>
                <a:ea typeface="Apple SD Gothic Neo"/>
                <a:cs typeface="Apple SD Gothic Neo"/>
              </a:defRPr>
            </a:lvl4pPr>
            <a:lvl5pPr algn="l">
              <a:defRPr sz="2100" b="1">
                <a:solidFill>
                  <a:srgbClr val="111111"/>
                </a:solidFill>
                <a:latin typeface="Apple SD Gothic Neo"/>
                <a:ea typeface="Apple SD Gothic Neo"/>
                <a:cs typeface="Apple SD Gothic Neo"/>
              </a:defRPr>
            </a:lvl5pPr>
            <a:lvl6pPr algn="l">
              <a:defRPr sz="2100" b="1">
                <a:solidFill>
                  <a:srgbClr val="111111"/>
                </a:solidFill>
                <a:latin typeface="Apple SD Gothic Neo"/>
                <a:ea typeface="Apple SD Gothic Neo"/>
                <a:cs typeface="Apple SD Gothic Neo"/>
              </a:defRPr>
            </a:lvl6pPr>
            <a:lvl7pPr algn="l">
              <a:defRPr sz="2100" b="1">
                <a:solidFill>
                  <a:srgbClr val="111111"/>
                </a:solidFill>
                <a:latin typeface="Apple SD Gothic Neo"/>
                <a:ea typeface="Apple SD Gothic Neo"/>
                <a:cs typeface="Apple SD Gothic Neo"/>
              </a:defRPr>
            </a:lvl7pPr>
            <a:lvl8pPr algn="l">
              <a:defRPr sz="2100" b="1">
                <a:solidFill>
                  <a:srgbClr val="111111"/>
                </a:solidFill>
                <a:latin typeface="Apple SD Gothic Neo"/>
                <a:ea typeface="Apple SD Gothic Neo"/>
                <a:cs typeface="Apple SD Gothic Neo"/>
              </a:defRPr>
            </a:lvl8pPr>
            <a:lvl9pPr algn="l">
              <a:defRPr sz="2100" b="1">
                <a:solidFill>
                  <a:srgbClr val="111111"/>
                </a:solidFill>
                <a:latin typeface="Apple SD Gothic Neo"/>
                <a:ea typeface="Apple SD Gothic Neo"/>
                <a:cs typeface="Apple SD Gothic Neo"/>
              </a:defRPr>
            </a:lvl9pPr>
          </a:lstStyle>
          <a:p xmlns:a="http://schemas.openxmlformats.org/drawingml/2006/main">
            <a:pPr algn="l">
              <a:defRPr sz="2100" b="1">
                <a:solidFill>
                  <a:srgbClr val="111111"/>
                </a:solidFill>
                <a:latin typeface="Apple SD Gothic Neo"/>
                <a:ea typeface="Apple SD Gothic Neo"/>
                <a:cs typeface="Apple SD Gothic Neo"/>
              </a:defRPr>
            </a:pPr>
            <a:r>
              <a:rPr sz="2100" b="1">
                <a:solidFill>
                  <a:srgbClr val="111111"/>
                </a:solidFill>
                <a:latin typeface="Apple SD Gothic Neo"/>
                <a:ea typeface="Apple SD Gothic Neo"/>
                <a:cs typeface="Apple SD Gothic Neo"/>
              </a:rPr>
              <a:t>A↔B는 준비 수명 / A↔C는 상세 자료 선택 책임이 다르다</a:t>
            </a:r>
          </a:p>
        </p:txBody>
      </p:sp>
      <p:graphicFrame>
        <p:nvGraphicFramePr>
          <p:cNvPr id="15" name="">
            <a:extLst xmlns:a="http://schemas.openxmlformats.org/drawingml/2006/main">
              <a:ext uri="{FF2B5EF4-FFF2-40B4-BE49-F238E27FC236}">
                <a16:creationId xmlns:a16="http://schemas.microsoft.com/office/drawing/2014/main" id="{E47C9CAF-D35D-4350-8739-4D19FB24EE01}"/>
              </a:ext>
            </a:extLst>
          </p:cNvPr>
          <p:cNvGraphicFramePr/>
          <p:nvPr/>
        </p:nvGraphicFramePr>
        <p:xfrm>
          <a:off xmlns:a="http://schemas.openxmlformats.org/drawingml/2006/main" x="228600" y="1657350"/>
          <a:ext xmlns:a="http://schemas.openxmlformats.org/drawingml/2006/main" cx="17830800" cy="8115300"/>
        </p:xfrm>
        <a:graphic xmlns:a="http://schemas.openxmlformats.org/drawingml/2006/main">
          <a:graphicData uri="http://schemas.openxmlformats.org/drawingml/2006/table">
            <a:tbl>
              <a:tblPr firstRow="0" bandRow="0" bandCol="0"/>
              <a:tblGrid>
                <a:gridCol w="1600200"/>
                <a:gridCol w="5410200"/>
                <a:gridCol w="5410200"/>
                <a:gridCol w="5410200"/>
              </a:tblGrid>
              <a:tr h="438150">
                <a:tc>
                  <a:txBody>
                    <a:bodyPr anchor="ctr"/>
                    <a:lstStyle/>
                    <a:p>
                      <a:pPr algn="ctr"/>
                      <a:r>
                        <a:rPr sz="1875" b="1">
                          <a:solidFill>
                            <a:srgbClr val="111111"/>
                          </a:solidFill>
                          <a:latin typeface="Apple SD Gothic Neo"/>
                          <a:ea typeface="Apple SD Gothic Neo"/>
                          <a:cs typeface="Apple SD Gothic Neo"/>
                        </a:rPr>
                        <a:t>설계안</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 위임 시 인계 묶음</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 지속 업무 기록</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(C) 필수 명세 + 수신자 읽기</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00500">
                <a:tc>
                  <a:txBody>
                    <a:bodyPr anchor="ctr"/>
                    <a:lstStyle/>
                    <a:p>
                      <a:pPr algn="ctr"/>
                      <a:r>
                        <a:rPr sz="2100" b="1">
                          <a:solidFill>
                            <a:srgbClr val="111111"/>
                          </a:solidFill>
                          <a:latin typeface="Apple SD Gothic Neo"/>
                          <a:ea typeface="Apple SD Gothic Neo"/>
                          <a:cs typeface="Apple SD Gothic Neo"/>
                        </a:rPr>
                        <a:t>구조</a:t>
                      </a: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r>
                        <a:rPr sz="1800" b="1">
                          <a:solidFill>
                            <a:srgbClr val="111111"/>
                          </a:solidFill>
                          <a:latin typeface="Apple SD Gothic Neo"/>
                          <a:ea typeface="Apple SD Gothic Neo"/>
                          <a:cs typeface="Apple SD Gothic Neo"/>
                        </a:rPr>
                        <a:t>장점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필요한 위임에만 자료를 구성</a:t>
                      </a:r>
                    </a:p>
                    <a:p>
                      <a:pPr algn="ctr"/>
                      <a:r>
                        <a:rPr sz="1425">
                          <a:solidFill>
                            <a:srgbClr val="111111"/>
                          </a:solidFill>
                          <a:latin typeface="Apple SD Gothic Neo"/>
                          <a:ea typeface="Apple SD Gothic Neo"/>
                          <a:cs typeface="Apple SD Gothic Neo"/>
                        </a:rPr>
                        <a:t>기확보 원문·유효 참조를 재사용</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여러 인계에서 업무 설명을 재사용</a:t>
                      </a:r>
                    </a:p>
                    <a:p>
                      <a:pPr algn="ctr"/>
                      <a:r>
                        <a:rPr sz="1425">
                          <a:solidFill>
                            <a:srgbClr val="111111"/>
                          </a:solidFill>
                          <a:latin typeface="Apple SD Gothic Neo"/>
                          <a:ea typeface="Apple SD Gothic Neo"/>
                          <a:cs typeface="Apple SD Gothic Neo"/>
                        </a:rPr>
                        <a:t>공개 결과와 조건 관계를 유지</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VIA의 선행 세부 선택을 줄임</a:t>
                      </a:r>
                    </a:p>
                    <a:p>
                      <a:pPr algn="ctr"/>
                      <a:r>
                        <a:rPr sz="1425">
                          <a:solidFill>
                            <a:srgbClr val="111111"/>
                          </a:solidFill>
                          <a:latin typeface="Apple SD Gothic Neo"/>
                          <a:ea typeface="Apple SD Gothic Neo"/>
                          <a:cs typeface="Apple SD Gothic Neo"/>
                        </a:rPr>
                        <a:t>업무 중 필요한 범위만 수신자가 선택</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47700">
                <a:tc>
                  <a:txBody>
                    <a:bodyPr anchor="ctr"/>
                    <a:lstStyle/>
                    <a:p>
                      <a:pPr algn="ctr"/>
                      <a:r>
                        <a:rPr sz="1800" b="1">
                          <a:solidFill>
                            <a:srgbClr val="111111"/>
                          </a:solidFill>
                          <a:latin typeface="Apple SD Gothic Neo"/>
                          <a:ea typeface="Apple SD Gothic Neo"/>
                          <a:cs typeface="Apple SD Gothic Neo"/>
                        </a:rPr>
                        <a:t>단점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C00000"/>
                          </a:solidFill>
                          <a:latin typeface="Apple SD Gothic Neo"/>
                          <a:ea typeface="Apple SD Gothic Neo"/>
                          <a:cs typeface="Apple SD Gothic Neo"/>
                        </a:rPr>
                        <a:t>새 목적마다 선택·구성 부담</a:t>
                      </a:r>
                    </a:p>
                    <a:p>
                      <a:pPr algn="ctr"/>
                      <a:r>
                        <a:rPr sz="1425">
                          <a:solidFill>
                            <a:srgbClr val="C00000"/>
                          </a:solidFill>
                          <a:latin typeface="Apple SD Gothic Neo"/>
                          <a:ea typeface="Apple SD Gothic Neo"/>
                          <a:cs typeface="Apple SD Gothic Neo"/>
                        </a:rPr>
                        <a:t>반복 인계의 준비 작업 증가</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C00000"/>
                          </a:solidFill>
                          <a:latin typeface="Apple SD Gothic Neo"/>
                          <a:ea typeface="Apple SD Gothic Neo"/>
                          <a:cs typeface="Apple SD Gothic Neo"/>
                        </a:rPr>
                        <a:t>인계가 없어도 생산·갱신 비용</a:t>
                      </a:r>
                    </a:p>
                    <a:p>
                      <a:pPr algn="ctr"/>
                      <a:r>
                        <a:rPr sz="1425">
                          <a:solidFill>
                            <a:srgbClr val="C00000"/>
                          </a:solidFill>
                          <a:latin typeface="Apple SD Gothic Neo"/>
                          <a:ea typeface="Apple SD Gothic Neo"/>
                          <a:cs typeface="Apple SD Gothic Neo"/>
                        </a:rPr>
                        <a:t>새 목적에는 원본 보완이 필요</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C00000"/>
                          </a:solidFill>
                          <a:latin typeface="Apple SD Gothic Neo"/>
                          <a:ea typeface="Apple SD Gothic Neo"/>
                          <a:cs typeface="Apple SD Gothic Neo"/>
                        </a:rPr>
                        <a:t>수신자의 읽기 지원·접근 관리 필요</a:t>
                      </a:r>
                    </a:p>
                    <a:p>
                      <a:pPr algn="ctr"/>
                      <a:r>
                        <a:rPr sz="1425">
                          <a:solidFill>
                            <a:srgbClr val="C00000"/>
                          </a:solidFill>
                          <a:latin typeface="Apple SD Gothic Neo"/>
                          <a:ea typeface="Apple SD Gothic Neo"/>
                          <a:cs typeface="Apple SD Gothic Neo"/>
                        </a:rPr>
                        <a:t>유효 참조만으로 본문 조건 보존은 불충분</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QA01 첫 응답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425">
                          <a:solidFill>
                            <a:srgbClr val="111111"/>
                          </a:solidFill>
                          <a:latin typeface="Apple SD Gothic Neo"/>
                          <a:ea typeface="Apple SD Gothic Neo"/>
                          <a:cs typeface="Apple SD Gothic Neo"/>
                        </a:rPr>
                        <a:t>4.307 (20/21)</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4.421 (21/21)</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4.321 (21/21)</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QA02 지칭 집합</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425">
                          <a:solidFill>
                            <a:srgbClr val="111111"/>
                          </a:solidFill>
                          <a:latin typeface="Apple SD Gothic Neo"/>
                          <a:ea typeface="Apple SD Gothic Neo"/>
                          <a:cs typeface="Apple SD Gothic Neo"/>
                        </a:rPr>
                        <a:t>N/A</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N/A</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N/A</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r>
                        <a:rPr sz="1350" b="1">
                          <a:solidFill>
                            <a:srgbClr val="111111"/>
                          </a:solidFill>
                          <a:latin typeface="Apple SD Gothic Neo"/>
                          <a:ea typeface="Apple SD Gothic Neo"/>
                          <a:cs typeface="Apple SD Gothic Neo"/>
                        </a:rPr>
                        <a:t>QA03 VIA 처리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425">
                          <a:solidFill>
                            <a:srgbClr val="111111"/>
                          </a:solidFill>
                          <a:latin typeface="Apple SD Gothic Neo"/>
                          <a:ea typeface="Apple SD Gothic Neo"/>
                          <a:cs typeface="Apple SD Gothic Neo"/>
                        </a:rPr>
                        <a:t>11.019 (20/21)</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12.439 (19/21)</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4.329 (19/21)</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QA04 변경 (개)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425">
                          <a:solidFill>
                            <a:srgbClr val="111111"/>
                          </a:solidFill>
                          <a:latin typeface="Apple SD Gothic Neo"/>
                          <a:ea typeface="Apple SD Gothic Neo"/>
                          <a:cs typeface="Apple SD Gothic Neo"/>
                        </a:rPr>
                        <a:t>1.50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1.75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1.50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r>
                        <a:rPr sz="1350" b="1">
                          <a:solidFill>
                            <a:srgbClr val="111111"/>
                          </a:solidFill>
                          <a:latin typeface="Apple SD Gothic Neo"/>
                          <a:ea typeface="Apple SD Gothic Neo"/>
                          <a:cs typeface="Apple SD Gothic Neo"/>
                        </a:rPr>
                        <a:t>QA05 모델 비용 ($)</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425">
                          <a:solidFill>
                            <a:srgbClr val="111111"/>
                          </a:solidFill>
                          <a:latin typeface="Apple SD Gothic Neo"/>
                          <a:ea typeface="Apple SD Gothic Neo"/>
                          <a:cs typeface="Apple SD Gothic Neo"/>
                        </a:rPr>
                        <a:t>0.1018408</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0.2886828</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0.0757928</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QA06 RSS (MB)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425">
                          <a:solidFill>
                            <a:srgbClr val="111111"/>
                          </a:solidFill>
                          <a:latin typeface="Apple SD Gothic Neo"/>
                          <a:ea typeface="Apple SD Gothic Neo"/>
                          <a:cs typeface="Apple SD Gothic Neo"/>
                        </a:rPr>
                        <a:t>49.119</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57.229</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48.153</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r>
                        <a:rPr sz="1350" b="1">
                          <a:solidFill>
                            <a:srgbClr val="111111"/>
                          </a:solidFill>
                          <a:latin typeface="Apple SD Gothic Neo"/>
                          <a:ea typeface="Apple SD Gothic Neo"/>
                          <a:cs typeface="Apple SD Gothic Neo"/>
                        </a:rPr>
                        <a:t>본문 충족 (진단)</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425">
                          <a:solidFill>
                            <a:srgbClr val="111111"/>
                          </a:solidFill>
                          <a:latin typeface="Apple SD Gothic Neo"/>
                          <a:ea typeface="Apple SD Gothic Neo"/>
                          <a:cs typeface="Apple SD Gothic Neo"/>
                        </a:rPr>
                        <a:t>8/18</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15/18</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12/18</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4 object 40">
            <a:extLst xmlns:a="http://schemas.openxmlformats.org/drawingml/2006/main">
              <a:ext uri="{FF2B5EF4-FFF2-40B4-BE49-F238E27FC236}">
                <a16:creationId xmlns:a16="http://schemas.microsoft.com/office/drawing/2014/main" id="{26F05496-5ABC-478B-8C94-3E1764A80611}"/>
              </a:ext>
            </a:extLst>
          </p:cNvPr>
          <p:cNvSpPr>
            <a:spLocks xmlns:a="http://schemas.openxmlformats.org/drawingml/2006/main" noGrp="1"/>
          </p:cNvSpPr>
          <p:nvPr/>
        </p:nvSpPr>
        <p:spPr>
          <a:xfrm xmlns:a="http://schemas.openxmlformats.org/drawingml/2006/main">
            <a:off x="361950" y="2724150"/>
            <a:ext cx="1333500" cy="6858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7" name="DP4 object 41">
            <a:extLst xmlns:a="http://schemas.openxmlformats.org/drawingml/2006/main">
              <a:ext uri="{FF2B5EF4-FFF2-40B4-BE49-F238E27FC236}">
                <a16:creationId xmlns:a16="http://schemas.microsoft.com/office/drawing/2014/main" id="{F25B18C5-1D76-4506-8C03-F68300EA4214}"/>
              </a:ext>
            </a:extLst>
          </p:cNvPr>
          <p:cNvSpPr>
            <a:spLocks xmlns:a="http://schemas.openxmlformats.org/drawingml/2006/main" noGrp="1"/>
          </p:cNvSpPr>
          <p:nvPr/>
        </p:nvSpPr>
        <p:spPr>
          <a:xfrm xmlns:a="http://schemas.openxmlformats.org/drawingml/2006/main">
            <a:off x="400050" y="2752725"/>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Component</a:t>
            </a:r>
          </a:p>
        </p:txBody>
      </p:sp>
      <p:sp>
        <p:nvSpPr>
          <p:cNvPr id="18" name="DP4 object 42">
            <a:extLst xmlns:a="http://schemas.openxmlformats.org/drawingml/2006/main">
              <a:ext uri="{FF2B5EF4-FFF2-40B4-BE49-F238E27FC236}">
                <a16:creationId xmlns:a16="http://schemas.microsoft.com/office/drawing/2014/main" id="{BA1F49A8-F77B-48DF-8733-231C856BBC74}"/>
              </a:ext>
            </a:extLst>
          </p:cNvPr>
          <p:cNvSpPr>
            <a:spLocks xmlns:a="http://schemas.openxmlformats.org/drawingml/2006/main" noGrp="1"/>
          </p:cNvSpPr>
          <p:nvPr/>
        </p:nvSpPr>
        <p:spPr>
          <a:xfrm xmlns:a="http://schemas.openxmlformats.org/drawingml/2006/main">
            <a:off x="438150" y="3086100"/>
            <a:ext cx="1181100" cy="257175"/>
          </a:xfrm>
          <a:prstGeom xmlns:a="http://schemas.openxmlformats.org/drawingml/2006/main" prst="rect">
            <a:avLst/>
          </a:prstGeom>
          <a:solidFill xmlns:a="http://schemas.openxmlformats.org/drawingml/2006/main">
            <a:srgbClr val="FFFFFF"/>
          </a:solidFill>
          <a:ln xmlns:a="http://schemas.openxmlformats.org/drawingml/2006/main" w="13335">
            <a:solidFill>
              <a:srgbClr val="111111"/>
            </a:solidFill>
            <a:prstDash val="solid"/>
          </a:ln>
        </p:spPr>
      </p:sp>
      <p:sp>
        <p:nvSpPr>
          <p:cNvPr id="19" name="DP4 object 43">
            <a:extLst xmlns:a="http://schemas.openxmlformats.org/drawingml/2006/main">
              <a:ext uri="{FF2B5EF4-FFF2-40B4-BE49-F238E27FC236}">
                <a16:creationId xmlns:a16="http://schemas.microsoft.com/office/drawing/2014/main" id="{75366499-829E-4A16-9DB4-828D34879CD5}"/>
              </a:ext>
            </a:extLst>
          </p:cNvPr>
          <p:cNvSpPr>
            <a:spLocks xmlns:a="http://schemas.openxmlformats.org/drawingml/2006/main" noGrp="1"/>
          </p:cNvSpPr>
          <p:nvPr/>
        </p:nvSpPr>
        <p:spPr>
          <a:xfrm xmlns:a="http://schemas.openxmlformats.org/drawingml/2006/main">
            <a:off x="466725" y="3086100"/>
            <a:ext cx="1123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내부 처리</a:t>
            </a:r>
          </a:p>
        </p:txBody>
      </p:sp>
      <p:sp>
        <p:nvSpPr>
          <p:cNvPr id="20" name="상태 / 자료">
            <a:extLst xmlns:a="http://schemas.openxmlformats.org/drawingml/2006/main">
              <a:ext uri="{FF2B5EF4-FFF2-40B4-BE49-F238E27FC236}">
                <a16:creationId xmlns:a16="http://schemas.microsoft.com/office/drawing/2014/main" id="{EB894216-164A-4726-8CB1-D3266BDBE33E}"/>
              </a:ext>
            </a:extLst>
          </p:cNvPr>
          <p:cNvSpPr>
            <a:spLocks xmlns:a="http://schemas.openxmlformats.org/drawingml/2006/main" noGrp="1"/>
          </p:cNvSpPr>
          <p:nvPr/>
        </p:nvSpPr>
        <p:spPr>
          <a:xfrm xmlns:a="http://schemas.openxmlformats.org/drawingml/2006/main">
            <a:off x="381000" y="3695700"/>
            <a:ext cx="1304925" cy="5810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1" name="DP4 object 44">
            <a:extLst xmlns:a="http://schemas.openxmlformats.org/drawingml/2006/main">
              <a:ext uri="{FF2B5EF4-FFF2-40B4-BE49-F238E27FC236}">
                <a16:creationId xmlns:a16="http://schemas.microsoft.com/office/drawing/2014/main" id="{D567760B-55B4-495B-8011-1C98F66841AE}"/>
              </a:ext>
            </a:extLst>
          </p:cNvPr>
          <p:cNvSpPr>
            <a:spLocks xmlns:a="http://schemas.openxmlformats.org/drawingml/2006/main" noGrp="1"/>
          </p:cNvSpPr>
          <p:nvPr/>
        </p:nvSpPr>
        <p:spPr>
          <a:xfrm xmlns:a="http://schemas.openxmlformats.org/drawingml/2006/main">
            <a:off x="428625" y="3800475"/>
            <a:ext cx="12096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상태 / 자료</a:t>
            </a:r>
          </a:p>
        </p:txBody>
      </p:sp>
      <p:sp>
        <p:nvSpPr>
          <p:cNvPr id="22" name="DP4 object 45">
            <a:extLst xmlns:a="http://schemas.openxmlformats.org/drawingml/2006/main">
              <a:ext uri="{FF2B5EF4-FFF2-40B4-BE49-F238E27FC236}">
                <a16:creationId xmlns:a16="http://schemas.microsoft.com/office/drawing/2014/main" id="{4471C1DA-8962-4C5F-9EBD-2EA2C8A5CC50}"/>
              </a:ext>
            </a:extLst>
          </p:cNvPr>
          <p:cNvSpPr>
            <a:spLocks xmlns:a="http://schemas.openxmlformats.org/drawingml/2006/main" noGrp="1"/>
          </p:cNvSpPr>
          <p:nvPr/>
        </p:nvSpPr>
        <p:spPr>
          <a:xfrm xmlns:a="http://schemas.openxmlformats.org/drawingml/2006/main">
            <a:off x="304800" y="4572000"/>
            <a:ext cx="1466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실선: 자료·명령</a:t>
            </a:r>
          </a:p>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점선: 요청·조건</a:t>
            </a:r>
          </a:p>
        </p:txBody>
      </p:sp>
      <p:sp>
        <p:nvSpPr>
          <p:cNvPr id="23" name="DP4 object 46">
            <a:extLst xmlns:a="http://schemas.openxmlformats.org/drawingml/2006/main">
              <a:ext uri="{FF2B5EF4-FFF2-40B4-BE49-F238E27FC236}">
                <a16:creationId xmlns:a16="http://schemas.microsoft.com/office/drawing/2014/main" id="{3D4E05AF-F850-4948-97F7-297609EED7C1}"/>
              </a:ext>
            </a:extLst>
          </p:cNvPr>
          <p:cNvSpPr>
            <a:spLocks xmlns:a="http://schemas.openxmlformats.org/drawingml/2006/main" noGrp="1"/>
          </p:cNvSpPr>
          <p:nvPr/>
        </p:nvSpPr>
        <p:spPr>
          <a:xfrm xmlns:a="http://schemas.openxmlformats.org/drawingml/2006/main">
            <a:off x="304800" y="5286375"/>
            <a:ext cx="1466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50555B"/>
                </a:solidFill>
                <a:latin typeface="Apple SD Gothic Neo"/>
                <a:ea typeface="Apple SD Gothic Neo"/>
                <a:cs typeface="Apple SD Gothic Neo"/>
              </a:defRPr>
            </a:defPPr>
            <a:lvl1pPr algn="ctr">
              <a:defRPr sz="1350" b="0">
                <a:solidFill>
                  <a:srgbClr val="50555B"/>
                </a:solidFill>
                <a:latin typeface="Apple SD Gothic Neo"/>
                <a:ea typeface="Apple SD Gothic Neo"/>
                <a:cs typeface="Apple SD Gothic Neo"/>
              </a:defRPr>
            </a:lvl1pPr>
            <a:lvl2pPr algn="ctr">
              <a:defRPr sz="1350" b="0">
                <a:solidFill>
                  <a:srgbClr val="50555B"/>
                </a:solidFill>
                <a:latin typeface="Apple SD Gothic Neo"/>
                <a:ea typeface="Apple SD Gothic Neo"/>
                <a:cs typeface="Apple SD Gothic Neo"/>
              </a:defRPr>
            </a:lvl2pPr>
            <a:lvl3pPr algn="ctr">
              <a:defRPr sz="1350" b="0">
                <a:solidFill>
                  <a:srgbClr val="50555B"/>
                </a:solidFill>
                <a:latin typeface="Apple SD Gothic Neo"/>
                <a:ea typeface="Apple SD Gothic Neo"/>
                <a:cs typeface="Apple SD Gothic Neo"/>
              </a:defRPr>
            </a:lvl3pPr>
            <a:lvl4pPr algn="ctr">
              <a:defRPr sz="1350" b="0">
                <a:solidFill>
                  <a:srgbClr val="50555B"/>
                </a:solidFill>
                <a:latin typeface="Apple SD Gothic Neo"/>
                <a:ea typeface="Apple SD Gothic Neo"/>
                <a:cs typeface="Apple SD Gothic Neo"/>
              </a:defRPr>
            </a:lvl4pPr>
            <a:lvl5pPr algn="ctr">
              <a:defRPr sz="1350" b="0">
                <a:solidFill>
                  <a:srgbClr val="50555B"/>
                </a:solidFill>
                <a:latin typeface="Apple SD Gothic Neo"/>
                <a:ea typeface="Apple SD Gothic Neo"/>
                <a:cs typeface="Apple SD Gothic Neo"/>
              </a:defRPr>
            </a:lvl5pPr>
            <a:lvl6pPr algn="ctr">
              <a:defRPr sz="1350" b="0">
                <a:solidFill>
                  <a:srgbClr val="50555B"/>
                </a:solidFill>
                <a:latin typeface="Apple SD Gothic Neo"/>
                <a:ea typeface="Apple SD Gothic Neo"/>
                <a:cs typeface="Apple SD Gothic Neo"/>
              </a:defRPr>
            </a:lvl6pPr>
            <a:lvl7pPr algn="ctr">
              <a:defRPr sz="1350" b="0">
                <a:solidFill>
                  <a:srgbClr val="50555B"/>
                </a:solidFill>
                <a:latin typeface="Apple SD Gothic Neo"/>
                <a:ea typeface="Apple SD Gothic Neo"/>
                <a:cs typeface="Apple SD Gothic Neo"/>
              </a:defRPr>
            </a:lvl7pPr>
            <a:lvl8pPr algn="ctr">
              <a:defRPr sz="1350" b="0">
                <a:solidFill>
                  <a:srgbClr val="50555B"/>
                </a:solidFill>
                <a:latin typeface="Apple SD Gothic Neo"/>
                <a:ea typeface="Apple SD Gothic Neo"/>
                <a:cs typeface="Apple SD Gothic Neo"/>
              </a:defRPr>
            </a:lvl8pPr>
            <a:lvl9pPr algn="ctr">
              <a:defRPr sz="1350" b="0">
                <a:solidFill>
                  <a:srgbClr val="50555B"/>
                </a:solidFill>
                <a:latin typeface="Apple SD Gothic Neo"/>
                <a:ea typeface="Apple SD Gothic Neo"/>
                <a:cs typeface="Apple SD Gothic Neo"/>
              </a:defRPr>
            </a:lvl9pPr>
          </a:lstStyle>
          <a:p xmlns:a="http://schemas.openxmlformats.org/drawingml/2006/main">
            <a:pPr algn="ctr">
              <a:defRPr sz="1350" b="0">
                <a:solidFill>
                  <a:srgbClr val="50555B"/>
                </a:solidFill>
                <a:latin typeface="Apple SD Gothic Neo"/>
                <a:ea typeface="Apple SD Gothic Neo"/>
                <a:cs typeface="Apple SD Gothic Neo"/>
              </a:defRPr>
            </a:pPr>
            <a:r>
              <a:rPr sz="1350" b="0">
                <a:solidFill>
                  <a:srgbClr val="50555B"/>
                </a:solidFill>
                <a:latin typeface="Apple SD Gothic Neo"/>
                <a:ea typeface="Apple SD Gothic Neo"/>
                <a:cs typeface="Apple SD Gothic Neo"/>
              </a:rPr>
              <a:t>Task·원본 권위는</a:t>
            </a:r>
          </a:p>
          <a:p xmlns:a="http://schemas.openxmlformats.org/drawingml/2006/main">
            <a:pPr algn="ctr">
              <a:defRPr sz="1350" b="0">
                <a:solidFill>
                  <a:srgbClr val="50555B"/>
                </a:solidFill>
                <a:latin typeface="Apple SD Gothic Neo"/>
                <a:ea typeface="Apple SD Gothic Neo"/>
                <a:cs typeface="Apple SD Gothic Neo"/>
              </a:defRPr>
            </a:pPr>
            <a:r>
              <a:rPr sz="1350" b="0">
                <a:solidFill>
                  <a:srgbClr val="50555B"/>
                </a:solidFill>
                <a:latin typeface="Apple SD Gothic Neo"/>
                <a:ea typeface="Apple SD Gothic Neo"/>
                <a:cs typeface="Apple SD Gothic Neo"/>
              </a:rPr>
              <a:t>기존 owner 유지</a:t>
            </a:r>
          </a:p>
        </p:txBody>
      </p:sp>
      <p:sp>
        <p:nvSpPr>
          <p:cNvPr id="24" name="DP4 object 47">
            <a:extLst xmlns:a="http://schemas.openxmlformats.org/drawingml/2006/main">
              <a:ext uri="{FF2B5EF4-FFF2-40B4-BE49-F238E27FC236}">
                <a16:creationId xmlns:a16="http://schemas.microsoft.com/office/drawing/2014/main" id="{DD3A0A2A-ADC8-408A-B31A-BCA0E1E661F2}"/>
              </a:ext>
            </a:extLst>
          </p:cNvPr>
          <p:cNvSpPr>
            <a:spLocks xmlns:a="http://schemas.openxmlformats.org/drawingml/2006/main" noGrp="1"/>
          </p:cNvSpPr>
          <p:nvPr/>
        </p:nvSpPr>
        <p:spPr>
          <a:xfrm xmlns:a="http://schemas.openxmlformats.org/drawingml/2006/main">
            <a:off x="1924050" y="2152650"/>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1">
                <a:solidFill>
                  <a:srgbClr val="111111"/>
                </a:solidFill>
                <a:latin typeface="Apple SD Gothic Neo"/>
                <a:ea typeface="Apple SD Gothic Neo"/>
                <a:cs typeface="Apple SD Gothic Neo"/>
              </a:defRPr>
            </a:defPPr>
            <a:lvl1pPr algn="ctr">
              <a:defRPr sz="1950" b="1">
                <a:solidFill>
                  <a:srgbClr val="111111"/>
                </a:solidFill>
                <a:latin typeface="Apple SD Gothic Neo"/>
                <a:ea typeface="Apple SD Gothic Neo"/>
                <a:cs typeface="Apple SD Gothic Neo"/>
              </a:defRPr>
            </a:lvl1pPr>
            <a:lvl2pPr algn="ctr">
              <a:defRPr sz="1950" b="1">
                <a:solidFill>
                  <a:srgbClr val="111111"/>
                </a:solidFill>
                <a:latin typeface="Apple SD Gothic Neo"/>
                <a:ea typeface="Apple SD Gothic Neo"/>
                <a:cs typeface="Apple SD Gothic Neo"/>
              </a:defRPr>
            </a:lvl2pPr>
            <a:lvl3pPr algn="ctr">
              <a:defRPr sz="1950" b="1">
                <a:solidFill>
                  <a:srgbClr val="111111"/>
                </a:solidFill>
                <a:latin typeface="Apple SD Gothic Neo"/>
                <a:ea typeface="Apple SD Gothic Neo"/>
                <a:cs typeface="Apple SD Gothic Neo"/>
              </a:defRPr>
            </a:lvl3pPr>
            <a:lvl4pPr algn="ctr">
              <a:defRPr sz="1950" b="1">
                <a:solidFill>
                  <a:srgbClr val="111111"/>
                </a:solidFill>
                <a:latin typeface="Apple SD Gothic Neo"/>
                <a:ea typeface="Apple SD Gothic Neo"/>
                <a:cs typeface="Apple SD Gothic Neo"/>
              </a:defRPr>
            </a:lvl4pPr>
            <a:lvl5pPr algn="ctr">
              <a:defRPr sz="1950" b="1">
                <a:solidFill>
                  <a:srgbClr val="111111"/>
                </a:solidFill>
                <a:latin typeface="Apple SD Gothic Neo"/>
                <a:ea typeface="Apple SD Gothic Neo"/>
                <a:cs typeface="Apple SD Gothic Neo"/>
              </a:defRPr>
            </a:lvl5pPr>
            <a:lvl6pPr algn="ctr">
              <a:defRPr sz="1950" b="1">
                <a:solidFill>
                  <a:srgbClr val="111111"/>
                </a:solidFill>
                <a:latin typeface="Apple SD Gothic Neo"/>
                <a:ea typeface="Apple SD Gothic Neo"/>
                <a:cs typeface="Apple SD Gothic Neo"/>
              </a:defRPr>
            </a:lvl6pPr>
            <a:lvl7pPr algn="ctr">
              <a:defRPr sz="1950" b="1">
                <a:solidFill>
                  <a:srgbClr val="111111"/>
                </a:solidFill>
                <a:latin typeface="Apple SD Gothic Neo"/>
                <a:ea typeface="Apple SD Gothic Neo"/>
                <a:cs typeface="Apple SD Gothic Neo"/>
              </a:defRPr>
            </a:lvl7pPr>
            <a:lvl8pPr algn="ctr">
              <a:defRPr sz="1950" b="1">
                <a:solidFill>
                  <a:srgbClr val="111111"/>
                </a:solidFill>
                <a:latin typeface="Apple SD Gothic Neo"/>
                <a:ea typeface="Apple SD Gothic Neo"/>
                <a:cs typeface="Apple SD Gothic Neo"/>
              </a:defRPr>
            </a:lvl8pPr>
            <a:lvl9pPr algn="ctr">
              <a:defRPr sz="1950" b="1">
                <a:solidFill>
                  <a:srgbClr val="111111"/>
                </a:solidFill>
                <a:latin typeface="Apple SD Gothic Neo"/>
                <a:ea typeface="Apple SD Gothic Neo"/>
                <a:cs typeface="Apple SD Gothic Neo"/>
              </a:defRPr>
            </a:lvl9pPr>
          </a:lstStyle>
          <a:p xmlns:a="http://schemas.openxmlformats.org/drawingml/2006/main">
            <a:pPr algn="ctr">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위임 요청마다 목적별 구성</a:t>
            </a:r>
          </a:p>
        </p:txBody>
      </p:sp>
      <p:sp>
        <p:nvSpPr>
          <p:cNvPr id="25" name="Request Controller: 채택·허가">
            <a:extLst xmlns:a="http://schemas.openxmlformats.org/drawingml/2006/main">
              <a:ext uri="{FF2B5EF4-FFF2-40B4-BE49-F238E27FC236}">
                <a16:creationId xmlns:a16="http://schemas.microsoft.com/office/drawing/2014/main" id="{89A67C68-5CE4-4EDB-8327-AE92C5A433A0}"/>
              </a:ext>
            </a:extLst>
          </p:cNvPr>
          <p:cNvSpPr>
            <a:spLocks xmlns:a="http://schemas.openxmlformats.org/drawingml/2006/main" noGrp="1"/>
          </p:cNvSpPr>
          <p:nvPr/>
        </p:nvSpPr>
        <p:spPr>
          <a:xfrm xmlns:a="http://schemas.openxmlformats.org/drawingml/2006/main">
            <a:off x="2000250" y="2514600"/>
            <a:ext cx="5067300" cy="32385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26" name="DP4 object 48">
            <a:extLst xmlns:a="http://schemas.openxmlformats.org/drawingml/2006/main">
              <a:ext uri="{FF2B5EF4-FFF2-40B4-BE49-F238E27FC236}">
                <a16:creationId xmlns:a16="http://schemas.microsoft.com/office/drawing/2014/main" id="{654BC9BB-61C5-4D5A-BEEB-0B69FA4F4D01}"/>
              </a:ext>
            </a:extLst>
          </p:cNvPr>
          <p:cNvSpPr>
            <a:spLocks xmlns:a="http://schemas.openxmlformats.org/drawingml/2006/main" noGrp="1"/>
          </p:cNvSpPr>
          <p:nvPr/>
        </p:nvSpPr>
        <p:spPr>
          <a:xfrm xmlns:a="http://schemas.openxmlformats.org/drawingml/2006/main">
            <a:off x="2066925" y="2552700"/>
            <a:ext cx="4933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Request Controller: 채택·허가</a:t>
            </a:r>
          </a:p>
        </p:txBody>
      </p:sp>
      <p:sp>
        <p:nvSpPr>
          <p:cNvPr id="27" name="Context Manager Component">
            <a:extLst xmlns:a="http://schemas.openxmlformats.org/drawingml/2006/main">
              <a:ext uri="{FF2B5EF4-FFF2-40B4-BE49-F238E27FC236}">
                <a16:creationId xmlns:a16="http://schemas.microsoft.com/office/drawing/2014/main" id="{FB794737-AD32-4A99-9C00-ACE32FC44BC7}"/>
              </a:ext>
            </a:extLst>
          </p:cNvPr>
          <p:cNvSpPr>
            <a:spLocks xmlns:a="http://schemas.openxmlformats.org/drawingml/2006/main" noGrp="1"/>
          </p:cNvSpPr>
          <p:nvPr/>
        </p:nvSpPr>
        <p:spPr>
          <a:xfrm xmlns:a="http://schemas.openxmlformats.org/drawingml/2006/main">
            <a:off x="2000250" y="2981325"/>
            <a:ext cx="5067300" cy="1819275"/>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28" name="DP4 object 49">
            <a:extLst xmlns:a="http://schemas.openxmlformats.org/drawingml/2006/main">
              <a:ext uri="{FF2B5EF4-FFF2-40B4-BE49-F238E27FC236}">
                <a16:creationId xmlns:a16="http://schemas.microsoft.com/office/drawing/2014/main" id="{53742E53-771E-47FC-80C3-B43009DA9DAD}"/>
              </a:ext>
            </a:extLst>
          </p:cNvPr>
          <p:cNvSpPr>
            <a:spLocks xmlns:a="http://schemas.openxmlformats.org/drawingml/2006/main" noGrp="1"/>
          </p:cNvSpPr>
          <p:nvPr/>
        </p:nvSpPr>
        <p:spPr>
          <a:xfrm xmlns:a="http://schemas.openxmlformats.org/drawingml/2006/main">
            <a:off x="2076450" y="3000375"/>
            <a:ext cx="491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Context Manager</a:t>
            </a:r>
          </a:p>
        </p:txBody>
      </p:sp>
      <p:sp>
        <p:nvSpPr>
          <p:cNvPr id="29" name="Editable path 50">
            <a:extLst xmlns:a="http://schemas.openxmlformats.org/drawingml/2006/main">
              <a:ext uri="{FF2B5EF4-FFF2-40B4-BE49-F238E27FC236}">
                <a16:creationId xmlns:a16="http://schemas.microsoft.com/office/drawing/2014/main" id="{614946EF-B5F2-4B87-8121-E7FA0CB01CDD}"/>
              </a:ext>
            </a:extLst>
          </p:cNvPr>
          <p:cNvSpPr>
            <a:spLocks xmlns:a="http://schemas.openxmlformats.org/drawingml/2006/main" noGrp="1"/>
          </p:cNvSpPr>
          <p:nvPr/>
        </p:nvSpPr>
        <p:spPr>
          <a:xfrm xmlns:a="http://schemas.openxmlformats.org/drawingml/2006/main">
            <a:off x="2000250" y="3324225"/>
            <a:ext cx="5067300" cy="953"/>
          </a:xfrm>
          <a:custGeom xmlns:a="http://schemas.openxmlformats.org/drawingml/2006/main">
            <a:pathLst>
              <a:path w="5067300" h="953">
                <a:moveTo>
                  <a:pt x="0" y="0"/>
                </a:moveTo>
                <a:lnTo>
                  <a:pt x="5067300" y="0"/>
                </a:lnTo>
              </a:path>
            </a:pathLst>
          </a:custGeom>
          <a:noFill xmlns:a="http://schemas.openxmlformats.org/drawingml/2006/main"/>
          <a:ln xmlns:a="http://schemas.openxmlformats.org/drawingml/2006/main" w="13335">
            <a:solidFill>
              <a:srgbClr val="111111"/>
            </a:solidFill>
            <a:prstDash val="solid"/>
          </a:ln>
        </p:spPr>
      </p:sp>
      <p:sp>
        <p:nvSpPr>
          <p:cNvPr id="30" name="목적별 자료 선택&#10;필수 조건·발췌·참조 구성">
            <a:extLst xmlns:a="http://schemas.openxmlformats.org/drawingml/2006/main">
              <a:ext uri="{FF2B5EF4-FFF2-40B4-BE49-F238E27FC236}">
                <a16:creationId xmlns:a16="http://schemas.microsoft.com/office/drawing/2014/main" id="{0906B957-D7BA-4CB3-A27C-8F4C464D06F4}"/>
              </a:ext>
            </a:extLst>
          </p:cNvPr>
          <p:cNvSpPr>
            <a:spLocks xmlns:a="http://schemas.openxmlformats.org/drawingml/2006/main" noGrp="1"/>
          </p:cNvSpPr>
          <p:nvPr/>
        </p:nvSpPr>
        <p:spPr>
          <a:xfrm xmlns:a="http://schemas.openxmlformats.org/drawingml/2006/main">
            <a:off x="2143125" y="3438525"/>
            <a:ext cx="2619375" cy="5429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1" name="DP4 object 51">
            <a:extLst xmlns:a="http://schemas.openxmlformats.org/drawingml/2006/main">
              <a:ext uri="{FF2B5EF4-FFF2-40B4-BE49-F238E27FC236}">
                <a16:creationId xmlns:a16="http://schemas.microsoft.com/office/drawing/2014/main" id="{7D217758-5924-4AB7-B8E9-7912AC6C9BE5}"/>
              </a:ext>
            </a:extLst>
          </p:cNvPr>
          <p:cNvSpPr>
            <a:spLocks xmlns:a="http://schemas.openxmlformats.org/drawingml/2006/main" noGrp="1"/>
          </p:cNvSpPr>
          <p:nvPr/>
        </p:nvSpPr>
        <p:spPr>
          <a:xfrm xmlns:a="http://schemas.openxmlformats.org/drawingml/2006/main">
            <a:off x="2209800" y="3476625"/>
            <a:ext cx="24860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목적별 자료 선택</a:t>
            </a:r>
          </a:p>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필수 조건·발췌·참조 구성</a:t>
            </a:r>
          </a:p>
        </p:txBody>
      </p:sp>
      <p:sp>
        <p:nvSpPr>
          <p:cNvPr id="32" name="공통 원본&#10;기확보 근거">
            <a:extLst xmlns:a="http://schemas.openxmlformats.org/drawingml/2006/main">
              <a:ext uri="{FF2B5EF4-FFF2-40B4-BE49-F238E27FC236}">
                <a16:creationId xmlns:a16="http://schemas.microsoft.com/office/drawing/2014/main" id="{A36B963C-C220-486B-93AD-CD887C10E204}"/>
              </a:ext>
            </a:extLst>
          </p:cNvPr>
          <p:cNvSpPr>
            <a:spLocks xmlns:a="http://schemas.openxmlformats.org/drawingml/2006/main" noGrp="1"/>
          </p:cNvSpPr>
          <p:nvPr/>
        </p:nvSpPr>
        <p:spPr>
          <a:xfrm xmlns:a="http://schemas.openxmlformats.org/drawingml/2006/main">
            <a:off x="5057775" y="3409950"/>
            <a:ext cx="1847850" cy="6191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33" name="DP4 object 52">
            <a:extLst xmlns:a="http://schemas.openxmlformats.org/drawingml/2006/main">
              <a:ext uri="{FF2B5EF4-FFF2-40B4-BE49-F238E27FC236}">
                <a16:creationId xmlns:a16="http://schemas.microsoft.com/office/drawing/2014/main" id="{8079B3ED-326B-4643-AC69-A135CEC9DC73}"/>
              </a:ext>
            </a:extLst>
          </p:cNvPr>
          <p:cNvSpPr>
            <a:spLocks xmlns:a="http://schemas.openxmlformats.org/drawingml/2006/main" noGrp="1"/>
          </p:cNvSpPr>
          <p:nvPr/>
        </p:nvSpPr>
        <p:spPr>
          <a:xfrm xmlns:a="http://schemas.openxmlformats.org/drawingml/2006/main">
            <a:off x="5105400" y="3514725"/>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공통 원본</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기확보 근거</a:t>
            </a:r>
          </a:p>
        </p:txBody>
      </p:sp>
      <p:sp>
        <p:nvSpPr>
          <p:cNvPr id="34" name="Editable path 53">
            <a:extLst xmlns:a="http://schemas.openxmlformats.org/drawingml/2006/main">
              <a:ext uri="{FF2B5EF4-FFF2-40B4-BE49-F238E27FC236}">
                <a16:creationId xmlns:a16="http://schemas.microsoft.com/office/drawing/2014/main" id="{904425FF-5BD4-4CD0-8BC5-1817B36DEBD7}"/>
              </a:ext>
            </a:extLst>
          </p:cNvPr>
          <p:cNvSpPr>
            <a:spLocks xmlns:a="http://schemas.openxmlformats.org/drawingml/2006/main" noGrp="1"/>
          </p:cNvSpPr>
          <p:nvPr/>
        </p:nvSpPr>
        <p:spPr>
          <a:xfrm xmlns:a="http://schemas.openxmlformats.org/drawingml/2006/main">
            <a:off x="4762500" y="3714750"/>
            <a:ext cx="295275" cy="953"/>
          </a:xfrm>
          <a:custGeom xmlns:a="http://schemas.openxmlformats.org/drawingml/2006/main">
            <a:pathLst>
              <a:path w="295275" h="953">
                <a:moveTo>
                  <a:pt x="295275" y="0"/>
                </a:moveTo>
                <a:lnTo>
                  <a:pt x="0" y="0"/>
                </a:lnTo>
              </a:path>
            </a:pathLst>
          </a:custGeom>
          <a:noFill xmlns:a="http://schemas.openxmlformats.org/drawingml/2006/main"/>
          <a:ln xmlns:a="http://schemas.openxmlformats.org/drawingml/2006/main" w="19050">
            <a:solidFill>
              <a:srgbClr val="111111"/>
            </a:solidFill>
            <a:prstDash val="solid"/>
          </a:ln>
        </p:spPr>
      </p:sp>
      <p:sp>
        <p:nvSpPr>
          <p:cNvPr id="35" name="Editable arrowhead 54">
            <a:extLst xmlns:a="http://schemas.openxmlformats.org/drawingml/2006/main">
              <a:ext uri="{FF2B5EF4-FFF2-40B4-BE49-F238E27FC236}">
                <a16:creationId xmlns:a16="http://schemas.microsoft.com/office/drawing/2014/main" id="{0DC4D55E-C917-495B-BACE-75FB5173873D}"/>
              </a:ext>
            </a:extLst>
          </p:cNvPr>
          <p:cNvSpPr>
            <a:spLocks xmlns:a="http://schemas.openxmlformats.org/drawingml/2006/main" noGrp="1"/>
          </p:cNvSpPr>
          <p:nvPr/>
        </p:nvSpPr>
        <p:spPr>
          <a:xfrm xmlns:a="http://schemas.openxmlformats.org/drawingml/2006/main">
            <a:off x="4762500" y="3667125"/>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6" name="Editable path 55">
            <a:extLst xmlns:a="http://schemas.openxmlformats.org/drawingml/2006/main">
              <a:ext uri="{FF2B5EF4-FFF2-40B4-BE49-F238E27FC236}">
                <a16:creationId xmlns:a16="http://schemas.microsoft.com/office/drawing/2014/main" id="{AFDC4F5F-86F3-4337-ABFA-6847E98D9EE2}"/>
              </a:ext>
            </a:extLst>
          </p:cNvPr>
          <p:cNvSpPr>
            <a:spLocks xmlns:a="http://schemas.openxmlformats.org/drawingml/2006/main" noGrp="1"/>
          </p:cNvSpPr>
          <p:nvPr/>
        </p:nvSpPr>
        <p:spPr>
          <a:xfrm xmlns:a="http://schemas.openxmlformats.org/drawingml/2006/main">
            <a:off x="3448050" y="2838450"/>
            <a:ext cx="953" cy="600075"/>
          </a:xfrm>
          <a:custGeom xmlns:a="http://schemas.openxmlformats.org/drawingml/2006/main">
            <a:pathLst>
              <a:path w="953" h="600075">
                <a:moveTo>
                  <a:pt x="0" y="0"/>
                </a:moveTo>
                <a:lnTo>
                  <a:pt x="0" y="600075"/>
                </a:lnTo>
              </a:path>
            </a:pathLst>
          </a:custGeom>
          <a:noFill xmlns:a="http://schemas.openxmlformats.org/drawingml/2006/main"/>
          <a:ln xmlns:a="http://schemas.openxmlformats.org/drawingml/2006/main" w="19050">
            <a:solidFill>
              <a:srgbClr val="111111"/>
            </a:solidFill>
            <a:prstDash val="solid"/>
          </a:ln>
        </p:spPr>
      </p:sp>
      <p:sp>
        <p:nvSpPr>
          <p:cNvPr id="37" name="Editable arrowhead 56">
            <a:extLst xmlns:a="http://schemas.openxmlformats.org/drawingml/2006/main">
              <a:ext uri="{FF2B5EF4-FFF2-40B4-BE49-F238E27FC236}">
                <a16:creationId xmlns:a16="http://schemas.microsoft.com/office/drawing/2014/main" id="{5832AFD1-CC09-48B9-950E-F3D7C8990136}"/>
              </a:ext>
            </a:extLst>
          </p:cNvPr>
          <p:cNvSpPr>
            <a:spLocks xmlns:a="http://schemas.openxmlformats.org/drawingml/2006/main" noGrp="1"/>
          </p:cNvSpPr>
          <p:nvPr/>
        </p:nvSpPr>
        <p:spPr>
          <a:xfrm xmlns:a="http://schemas.openxmlformats.org/drawingml/2006/main">
            <a:off x="3400425" y="33432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8" name="임시 인계 묶음 (capsule)">
            <a:extLst xmlns:a="http://schemas.openxmlformats.org/drawingml/2006/main">
              <a:ext uri="{FF2B5EF4-FFF2-40B4-BE49-F238E27FC236}">
                <a16:creationId xmlns:a16="http://schemas.microsoft.com/office/drawing/2014/main" id="{4CC9B289-1D0B-4E7C-98E9-B357A376231D}"/>
              </a:ext>
            </a:extLst>
          </p:cNvPr>
          <p:cNvSpPr>
            <a:spLocks xmlns:a="http://schemas.openxmlformats.org/drawingml/2006/main" noGrp="1"/>
          </p:cNvSpPr>
          <p:nvPr/>
        </p:nvSpPr>
        <p:spPr>
          <a:xfrm xmlns:a="http://schemas.openxmlformats.org/drawingml/2006/main">
            <a:off x="2533650" y="4238625"/>
            <a:ext cx="4000500" cy="4667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39" name="DP4 object 57">
            <a:extLst xmlns:a="http://schemas.openxmlformats.org/drawingml/2006/main">
              <a:ext uri="{FF2B5EF4-FFF2-40B4-BE49-F238E27FC236}">
                <a16:creationId xmlns:a16="http://schemas.microsoft.com/office/drawing/2014/main" id="{23CA7D76-9B56-449E-ACAC-AD12777DCD48}"/>
              </a:ext>
            </a:extLst>
          </p:cNvPr>
          <p:cNvSpPr>
            <a:spLocks xmlns:a="http://schemas.openxmlformats.org/drawingml/2006/main" noGrp="1"/>
          </p:cNvSpPr>
          <p:nvPr/>
        </p:nvSpPr>
        <p:spPr>
          <a:xfrm xmlns:a="http://schemas.openxmlformats.org/drawingml/2006/main">
            <a:off x="2581275" y="4343400"/>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0">
                <a:solidFill>
                  <a:srgbClr val="111111"/>
                </a:solidFill>
                <a:latin typeface="Apple SD Gothic Neo"/>
                <a:ea typeface="Apple SD Gothic Neo"/>
                <a:cs typeface="Apple SD Gothic Neo"/>
              </a:defRPr>
            </a:defPPr>
            <a:lvl1pPr algn="ctr">
              <a:defRPr sz="1800" b="0">
                <a:solidFill>
                  <a:srgbClr val="111111"/>
                </a:solidFill>
                <a:latin typeface="Apple SD Gothic Neo"/>
                <a:ea typeface="Apple SD Gothic Neo"/>
                <a:cs typeface="Apple SD Gothic Neo"/>
              </a:defRPr>
            </a:lvl1pPr>
            <a:lvl2pPr algn="ctr">
              <a:defRPr sz="1800" b="0">
                <a:solidFill>
                  <a:srgbClr val="111111"/>
                </a:solidFill>
                <a:latin typeface="Apple SD Gothic Neo"/>
                <a:ea typeface="Apple SD Gothic Neo"/>
                <a:cs typeface="Apple SD Gothic Neo"/>
              </a:defRPr>
            </a:lvl2pPr>
            <a:lvl3pPr algn="ctr">
              <a:defRPr sz="1800" b="0">
                <a:solidFill>
                  <a:srgbClr val="111111"/>
                </a:solidFill>
                <a:latin typeface="Apple SD Gothic Neo"/>
                <a:ea typeface="Apple SD Gothic Neo"/>
                <a:cs typeface="Apple SD Gothic Neo"/>
              </a:defRPr>
            </a:lvl3pPr>
            <a:lvl4pPr algn="ctr">
              <a:defRPr sz="1800" b="0">
                <a:solidFill>
                  <a:srgbClr val="111111"/>
                </a:solidFill>
                <a:latin typeface="Apple SD Gothic Neo"/>
                <a:ea typeface="Apple SD Gothic Neo"/>
                <a:cs typeface="Apple SD Gothic Neo"/>
              </a:defRPr>
            </a:lvl4pPr>
            <a:lvl5pPr algn="ctr">
              <a:defRPr sz="1800" b="0">
                <a:solidFill>
                  <a:srgbClr val="111111"/>
                </a:solidFill>
                <a:latin typeface="Apple SD Gothic Neo"/>
                <a:ea typeface="Apple SD Gothic Neo"/>
                <a:cs typeface="Apple SD Gothic Neo"/>
              </a:defRPr>
            </a:lvl5pPr>
            <a:lvl6pPr algn="ctr">
              <a:defRPr sz="1800" b="0">
                <a:solidFill>
                  <a:srgbClr val="111111"/>
                </a:solidFill>
                <a:latin typeface="Apple SD Gothic Neo"/>
                <a:ea typeface="Apple SD Gothic Neo"/>
                <a:cs typeface="Apple SD Gothic Neo"/>
              </a:defRPr>
            </a:lvl6pPr>
            <a:lvl7pPr algn="ctr">
              <a:defRPr sz="1800" b="0">
                <a:solidFill>
                  <a:srgbClr val="111111"/>
                </a:solidFill>
                <a:latin typeface="Apple SD Gothic Neo"/>
                <a:ea typeface="Apple SD Gothic Neo"/>
                <a:cs typeface="Apple SD Gothic Neo"/>
              </a:defRPr>
            </a:lvl7pPr>
            <a:lvl8pPr algn="ctr">
              <a:defRPr sz="1800" b="0">
                <a:solidFill>
                  <a:srgbClr val="111111"/>
                </a:solidFill>
                <a:latin typeface="Apple SD Gothic Neo"/>
                <a:ea typeface="Apple SD Gothic Neo"/>
                <a:cs typeface="Apple SD Gothic Neo"/>
              </a:defRPr>
            </a:lvl8pPr>
            <a:lvl9pPr algn="ctr">
              <a:defRPr sz="1800" b="0">
                <a:solidFill>
                  <a:srgbClr val="111111"/>
                </a:solidFill>
                <a:latin typeface="Apple SD Gothic Neo"/>
                <a:ea typeface="Apple SD Gothic Neo"/>
                <a:cs typeface="Apple SD Gothic Neo"/>
              </a:defRPr>
            </a:lvl9pPr>
          </a:lstStyle>
          <a:p xmlns:a="http://schemas.openxmlformats.org/drawingml/2006/main">
            <a:pPr algn="ctr">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임시 인계 묶음 (capsule)</a:t>
            </a:r>
          </a:p>
        </p:txBody>
      </p:sp>
      <p:sp>
        <p:nvSpPr>
          <p:cNvPr id="40" name="Editable path 58">
            <a:extLst xmlns:a="http://schemas.openxmlformats.org/drawingml/2006/main">
              <a:ext uri="{FF2B5EF4-FFF2-40B4-BE49-F238E27FC236}">
                <a16:creationId xmlns:a16="http://schemas.microsoft.com/office/drawing/2014/main" id="{421FB9DC-C847-4617-B3C9-EC65A1E8E81D}"/>
              </a:ext>
            </a:extLst>
          </p:cNvPr>
          <p:cNvSpPr>
            <a:spLocks xmlns:a="http://schemas.openxmlformats.org/drawingml/2006/main" noGrp="1"/>
          </p:cNvSpPr>
          <p:nvPr/>
        </p:nvSpPr>
        <p:spPr>
          <a:xfrm xmlns:a="http://schemas.openxmlformats.org/drawingml/2006/main">
            <a:off x="3448050" y="3981450"/>
            <a:ext cx="953" cy="257175"/>
          </a:xfrm>
          <a:custGeom xmlns:a="http://schemas.openxmlformats.org/drawingml/2006/main">
            <a:pathLst>
              <a:path w="953" h="257175">
                <a:moveTo>
                  <a:pt x="0" y="0"/>
                </a:moveTo>
                <a:lnTo>
                  <a:pt x="0" y="257175"/>
                </a:lnTo>
              </a:path>
            </a:pathLst>
          </a:custGeom>
          <a:noFill xmlns:a="http://schemas.openxmlformats.org/drawingml/2006/main"/>
          <a:ln xmlns:a="http://schemas.openxmlformats.org/drawingml/2006/main" w="19050">
            <a:solidFill>
              <a:srgbClr val="111111"/>
            </a:solidFill>
            <a:prstDash val="solid"/>
          </a:ln>
        </p:spPr>
      </p:sp>
      <p:sp>
        <p:nvSpPr>
          <p:cNvPr id="41" name="Editable arrowhead 59">
            <a:extLst xmlns:a="http://schemas.openxmlformats.org/drawingml/2006/main">
              <a:ext uri="{FF2B5EF4-FFF2-40B4-BE49-F238E27FC236}">
                <a16:creationId xmlns:a16="http://schemas.microsoft.com/office/drawing/2014/main" id="{F1000768-C976-4D0F-818D-A4AD06933C7C}"/>
              </a:ext>
            </a:extLst>
          </p:cNvPr>
          <p:cNvSpPr>
            <a:spLocks xmlns:a="http://schemas.openxmlformats.org/drawingml/2006/main" noGrp="1"/>
          </p:cNvSpPr>
          <p:nvPr/>
        </p:nvSpPr>
        <p:spPr>
          <a:xfrm xmlns:a="http://schemas.openxmlformats.org/drawingml/2006/main">
            <a:off x="3400425" y="41433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2" name="DP4 object 60">
            <a:extLst xmlns:a="http://schemas.openxmlformats.org/drawingml/2006/main">
              <a:ext uri="{FF2B5EF4-FFF2-40B4-BE49-F238E27FC236}">
                <a16:creationId xmlns:a16="http://schemas.microsoft.com/office/drawing/2014/main" id="{56ABEDE9-18B5-4D44-9A2D-AD60B18467DD}"/>
              </a:ext>
            </a:extLst>
          </p:cNvPr>
          <p:cNvSpPr>
            <a:spLocks xmlns:a="http://schemas.openxmlformats.org/drawingml/2006/main" noGrp="1"/>
          </p:cNvSpPr>
          <p:nvPr/>
        </p:nvSpPr>
        <p:spPr>
          <a:xfrm xmlns:a="http://schemas.openxmlformats.org/drawingml/2006/main">
            <a:off x="2066925" y="33242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43" name="DP4 object 61">
            <a:extLst xmlns:a="http://schemas.openxmlformats.org/drawingml/2006/main">
              <a:ext uri="{FF2B5EF4-FFF2-40B4-BE49-F238E27FC236}">
                <a16:creationId xmlns:a16="http://schemas.microsoft.com/office/drawing/2014/main" id="{69F72966-9551-46AB-B9FB-C7FB4FBAD73B}"/>
              </a:ext>
            </a:extLst>
          </p:cNvPr>
          <p:cNvSpPr>
            <a:spLocks xmlns:a="http://schemas.openxmlformats.org/drawingml/2006/main" noGrp="1"/>
          </p:cNvSpPr>
          <p:nvPr/>
        </p:nvSpPr>
        <p:spPr>
          <a:xfrm xmlns:a="http://schemas.openxmlformats.org/drawingml/2006/main">
            <a:off x="2066925" y="33242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44" name="DP4 object 62">
            <a:extLst xmlns:a="http://schemas.openxmlformats.org/drawingml/2006/main">
              <a:ext uri="{FF2B5EF4-FFF2-40B4-BE49-F238E27FC236}">
                <a16:creationId xmlns:a16="http://schemas.microsoft.com/office/drawing/2014/main" id="{BE2BB813-6343-4CFD-AA8B-B55E9609D845}"/>
              </a:ext>
            </a:extLst>
          </p:cNvPr>
          <p:cNvSpPr>
            <a:spLocks xmlns:a="http://schemas.openxmlformats.org/drawingml/2006/main" noGrp="1"/>
          </p:cNvSpPr>
          <p:nvPr/>
        </p:nvSpPr>
        <p:spPr>
          <a:xfrm xmlns:a="http://schemas.openxmlformats.org/drawingml/2006/main">
            <a:off x="2343150" y="41719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45" name="DP4 object 63">
            <a:extLst xmlns:a="http://schemas.openxmlformats.org/drawingml/2006/main">
              <a:ext uri="{FF2B5EF4-FFF2-40B4-BE49-F238E27FC236}">
                <a16:creationId xmlns:a16="http://schemas.microsoft.com/office/drawing/2014/main" id="{5CD2914A-B103-466C-894E-189B6A246FC4}"/>
              </a:ext>
            </a:extLst>
          </p:cNvPr>
          <p:cNvSpPr>
            <a:spLocks xmlns:a="http://schemas.openxmlformats.org/drawingml/2006/main" noGrp="1"/>
          </p:cNvSpPr>
          <p:nvPr/>
        </p:nvSpPr>
        <p:spPr>
          <a:xfrm xmlns:a="http://schemas.openxmlformats.org/drawingml/2006/main">
            <a:off x="2343150" y="41719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46" name="Task Manager: 명령 확정">
            <a:extLst xmlns:a="http://schemas.openxmlformats.org/drawingml/2006/main">
              <a:ext uri="{FF2B5EF4-FFF2-40B4-BE49-F238E27FC236}">
                <a16:creationId xmlns:a16="http://schemas.microsoft.com/office/drawing/2014/main" id="{B751B427-3BA8-451B-B318-1880854206F7}"/>
              </a:ext>
            </a:extLst>
          </p:cNvPr>
          <p:cNvSpPr>
            <a:spLocks xmlns:a="http://schemas.openxmlformats.org/drawingml/2006/main" noGrp="1"/>
          </p:cNvSpPr>
          <p:nvPr/>
        </p:nvSpPr>
        <p:spPr>
          <a:xfrm xmlns:a="http://schemas.openxmlformats.org/drawingml/2006/main">
            <a:off x="2000250" y="4914900"/>
            <a:ext cx="5067300" cy="3048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47" name="DP4 object 64">
            <a:extLst xmlns:a="http://schemas.openxmlformats.org/drawingml/2006/main">
              <a:ext uri="{FF2B5EF4-FFF2-40B4-BE49-F238E27FC236}">
                <a16:creationId xmlns:a16="http://schemas.microsoft.com/office/drawing/2014/main" id="{58BC56F2-0648-49BA-8CA8-5BEC9962E140}"/>
              </a:ext>
            </a:extLst>
          </p:cNvPr>
          <p:cNvSpPr>
            <a:spLocks xmlns:a="http://schemas.openxmlformats.org/drawingml/2006/main" noGrp="1"/>
          </p:cNvSpPr>
          <p:nvPr/>
        </p:nvSpPr>
        <p:spPr>
          <a:xfrm xmlns:a="http://schemas.openxmlformats.org/drawingml/2006/main">
            <a:off x="2066925" y="4953000"/>
            <a:ext cx="4933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Task Manager: 명령 확정</a:t>
            </a:r>
          </a:p>
        </p:txBody>
      </p:sp>
      <p:sp>
        <p:nvSpPr>
          <p:cNvPr id="48" name="Agent Gateway: 실제 전송">
            <a:extLst xmlns:a="http://schemas.openxmlformats.org/drawingml/2006/main">
              <a:ext uri="{FF2B5EF4-FFF2-40B4-BE49-F238E27FC236}">
                <a16:creationId xmlns:a16="http://schemas.microsoft.com/office/drawing/2014/main" id="{68A40A4B-93A1-4D0C-9229-076800737CFF}"/>
              </a:ext>
            </a:extLst>
          </p:cNvPr>
          <p:cNvSpPr>
            <a:spLocks xmlns:a="http://schemas.openxmlformats.org/drawingml/2006/main" noGrp="1"/>
          </p:cNvSpPr>
          <p:nvPr/>
        </p:nvSpPr>
        <p:spPr>
          <a:xfrm xmlns:a="http://schemas.openxmlformats.org/drawingml/2006/main">
            <a:off x="2000250" y="5324475"/>
            <a:ext cx="5067300" cy="3048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49" name="DP4 object 65">
            <a:extLst xmlns:a="http://schemas.openxmlformats.org/drawingml/2006/main">
              <a:ext uri="{FF2B5EF4-FFF2-40B4-BE49-F238E27FC236}">
                <a16:creationId xmlns:a16="http://schemas.microsoft.com/office/drawing/2014/main" id="{946CC1A1-8672-4729-A452-9647293A6A53}"/>
              </a:ext>
            </a:extLst>
          </p:cNvPr>
          <p:cNvSpPr>
            <a:spLocks xmlns:a="http://schemas.openxmlformats.org/drawingml/2006/main" noGrp="1"/>
          </p:cNvSpPr>
          <p:nvPr/>
        </p:nvSpPr>
        <p:spPr>
          <a:xfrm xmlns:a="http://schemas.openxmlformats.org/drawingml/2006/main">
            <a:off x="2066925" y="5362575"/>
            <a:ext cx="4933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Agent Gateway: 실제 전송</a:t>
            </a:r>
          </a:p>
        </p:txBody>
      </p:sp>
      <p:sp>
        <p:nvSpPr>
          <p:cNvPr id="50" name="외부 Downstream Agent">
            <a:extLst xmlns:a="http://schemas.openxmlformats.org/drawingml/2006/main">
              <a:ext uri="{FF2B5EF4-FFF2-40B4-BE49-F238E27FC236}">
                <a16:creationId xmlns:a16="http://schemas.microsoft.com/office/drawing/2014/main" id="{873331DC-7551-4EFB-B97E-92358A57FBB6}"/>
              </a:ext>
            </a:extLst>
          </p:cNvPr>
          <p:cNvSpPr>
            <a:spLocks xmlns:a="http://schemas.openxmlformats.org/drawingml/2006/main" noGrp="1"/>
          </p:cNvSpPr>
          <p:nvPr/>
        </p:nvSpPr>
        <p:spPr>
          <a:xfrm xmlns:a="http://schemas.openxmlformats.org/drawingml/2006/main">
            <a:off x="2000250" y="5762625"/>
            <a:ext cx="5067300" cy="2667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51" name="DP4 object 66">
            <a:extLst xmlns:a="http://schemas.openxmlformats.org/drawingml/2006/main">
              <a:ext uri="{FF2B5EF4-FFF2-40B4-BE49-F238E27FC236}">
                <a16:creationId xmlns:a16="http://schemas.microsoft.com/office/drawing/2014/main" id="{23ED9C6F-CA17-43BA-AC71-918EA5BCA71F}"/>
              </a:ext>
            </a:extLst>
          </p:cNvPr>
          <p:cNvSpPr>
            <a:spLocks xmlns:a="http://schemas.openxmlformats.org/drawingml/2006/main" noGrp="1"/>
          </p:cNvSpPr>
          <p:nvPr/>
        </p:nvSpPr>
        <p:spPr>
          <a:xfrm xmlns:a="http://schemas.openxmlformats.org/drawingml/2006/main">
            <a:off x="2066925" y="5800725"/>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외부 Downstream Agent</a:t>
            </a:r>
          </a:p>
        </p:txBody>
      </p:sp>
      <p:sp>
        <p:nvSpPr>
          <p:cNvPr id="52" name="Editable path 67">
            <a:extLst xmlns:a="http://schemas.openxmlformats.org/drawingml/2006/main">
              <a:ext uri="{FF2B5EF4-FFF2-40B4-BE49-F238E27FC236}">
                <a16:creationId xmlns:a16="http://schemas.microsoft.com/office/drawing/2014/main" id="{3952B70C-050C-487A-8A94-F825F7FE24A3}"/>
              </a:ext>
            </a:extLst>
          </p:cNvPr>
          <p:cNvSpPr>
            <a:spLocks xmlns:a="http://schemas.openxmlformats.org/drawingml/2006/main" noGrp="1"/>
          </p:cNvSpPr>
          <p:nvPr/>
        </p:nvSpPr>
        <p:spPr>
          <a:xfrm xmlns:a="http://schemas.openxmlformats.org/drawingml/2006/main">
            <a:off x="4533900" y="4800600"/>
            <a:ext cx="953" cy="114300"/>
          </a:xfrm>
          <a:custGeom xmlns:a="http://schemas.openxmlformats.org/drawingml/2006/main">
            <a:pathLst>
              <a:path w="953" h="114300">
                <a:moveTo>
                  <a:pt x="0" y="0"/>
                </a:moveTo>
                <a:lnTo>
                  <a:pt x="0" y="114300"/>
                </a:lnTo>
              </a:path>
            </a:pathLst>
          </a:custGeom>
          <a:noFill xmlns:a="http://schemas.openxmlformats.org/drawingml/2006/main"/>
          <a:ln xmlns:a="http://schemas.openxmlformats.org/drawingml/2006/main" w="19050">
            <a:solidFill>
              <a:srgbClr val="111111"/>
            </a:solidFill>
            <a:prstDash val="solid"/>
          </a:ln>
        </p:spPr>
      </p:sp>
      <p:sp>
        <p:nvSpPr>
          <p:cNvPr id="53" name="Editable arrowhead 68">
            <a:extLst xmlns:a="http://schemas.openxmlformats.org/drawingml/2006/main">
              <a:ext uri="{FF2B5EF4-FFF2-40B4-BE49-F238E27FC236}">
                <a16:creationId xmlns:a16="http://schemas.microsoft.com/office/drawing/2014/main" id="{B3D448F7-0A0D-4144-8C25-CEF7C9AFD922}"/>
              </a:ext>
            </a:extLst>
          </p:cNvPr>
          <p:cNvSpPr>
            <a:spLocks xmlns:a="http://schemas.openxmlformats.org/drawingml/2006/main" noGrp="1"/>
          </p:cNvSpPr>
          <p:nvPr/>
        </p:nvSpPr>
        <p:spPr>
          <a:xfrm xmlns:a="http://schemas.openxmlformats.org/drawingml/2006/main">
            <a:off x="4486275" y="48196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4" name="Editable path 69">
            <a:extLst xmlns:a="http://schemas.openxmlformats.org/drawingml/2006/main">
              <a:ext uri="{FF2B5EF4-FFF2-40B4-BE49-F238E27FC236}">
                <a16:creationId xmlns:a16="http://schemas.microsoft.com/office/drawing/2014/main" id="{A6028170-9489-4FCF-8AC9-9E095EF371D9}"/>
              </a:ext>
            </a:extLst>
          </p:cNvPr>
          <p:cNvSpPr>
            <a:spLocks xmlns:a="http://schemas.openxmlformats.org/drawingml/2006/main" noGrp="1"/>
          </p:cNvSpPr>
          <p:nvPr/>
        </p:nvSpPr>
        <p:spPr>
          <a:xfrm xmlns:a="http://schemas.openxmlformats.org/drawingml/2006/main">
            <a:off x="4533900" y="5219700"/>
            <a:ext cx="953" cy="104775"/>
          </a:xfrm>
          <a:custGeom xmlns:a="http://schemas.openxmlformats.org/drawingml/2006/main">
            <a:pathLst>
              <a:path w="953" h="104775">
                <a:moveTo>
                  <a:pt x="0" y="0"/>
                </a:moveTo>
                <a:lnTo>
                  <a:pt x="0" y="104775"/>
                </a:lnTo>
              </a:path>
            </a:pathLst>
          </a:custGeom>
          <a:noFill xmlns:a="http://schemas.openxmlformats.org/drawingml/2006/main"/>
          <a:ln xmlns:a="http://schemas.openxmlformats.org/drawingml/2006/main" w="19050">
            <a:solidFill>
              <a:srgbClr val="111111"/>
            </a:solidFill>
            <a:prstDash val="solid"/>
          </a:ln>
        </p:spPr>
      </p:sp>
      <p:sp>
        <p:nvSpPr>
          <p:cNvPr id="55" name="Editable arrowhead 70">
            <a:extLst xmlns:a="http://schemas.openxmlformats.org/drawingml/2006/main">
              <a:ext uri="{FF2B5EF4-FFF2-40B4-BE49-F238E27FC236}">
                <a16:creationId xmlns:a16="http://schemas.microsoft.com/office/drawing/2014/main" id="{6313547C-0A69-482C-ABC9-A0642E16F185}"/>
              </a:ext>
            </a:extLst>
          </p:cNvPr>
          <p:cNvSpPr>
            <a:spLocks xmlns:a="http://schemas.openxmlformats.org/drawingml/2006/main" noGrp="1"/>
          </p:cNvSpPr>
          <p:nvPr/>
        </p:nvSpPr>
        <p:spPr>
          <a:xfrm xmlns:a="http://schemas.openxmlformats.org/drawingml/2006/main">
            <a:off x="4486275" y="52292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6" name="Editable path 71">
            <a:extLst xmlns:a="http://schemas.openxmlformats.org/drawingml/2006/main">
              <a:ext uri="{FF2B5EF4-FFF2-40B4-BE49-F238E27FC236}">
                <a16:creationId xmlns:a16="http://schemas.microsoft.com/office/drawing/2014/main" id="{1747ACB2-AE94-4680-B8E8-AC5D1AE85953}"/>
              </a:ext>
            </a:extLst>
          </p:cNvPr>
          <p:cNvSpPr>
            <a:spLocks xmlns:a="http://schemas.openxmlformats.org/drawingml/2006/main" noGrp="1"/>
          </p:cNvSpPr>
          <p:nvPr/>
        </p:nvSpPr>
        <p:spPr>
          <a:xfrm xmlns:a="http://schemas.openxmlformats.org/drawingml/2006/main">
            <a:off x="4533900" y="5629275"/>
            <a:ext cx="953" cy="133350"/>
          </a:xfrm>
          <a:custGeom xmlns:a="http://schemas.openxmlformats.org/drawingml/2006/main">
            <a:pathLst>
              <a:path w="953" h="133350">
                <a:moveTo>
                  <a:pt x="0" y="0"/>
                </a:moveTo>
                <a:lnTo>
                  <a:pt x="0" y="133350"/>
                </a:lnTo>
              </a:path>
            </a:pathLst>
          </a:custGeom>
          <a:noFill xmlns:a="http://schemas.openxmlformats.org/drawingml/2006/main"/>
          <a:ln xmlns:a="http://schemas.openxmlformats.org/drawingml/2006/main" w="19050">
            <a:solidFill>
              <a:srgbClr val="111111"/>
            </a:solidFill>
            <a:prstDash val="solid"/>
          </a:ln>
        </p:spPr>
      </p:sp>
      <p:sp>
        <p:nvSpPr>
          <p:cNvPr id="57" name="Editable arrowhead 72">
            <a:extLst xmlns:a="http://schemas.openxmlformats.org/drawingml/2006/main">
              <a:ext uri="{FF2B5EF4-FFF2-40B4-BE49-F238E27FC236}">
                <a16:creationId xmlns:a16="http://schemas.microsoft.com/office/drawing/2014/main" id="{EB41BB29-75EA-4150-9417-0A432DE4E3E3}"/>
              </a:ext>
            </a:extLst>
          </p:cNvPr>
          <p:cNvSpPr>
            <a:spLocks xmlns:a="http://schemas.openxmlformats.org/drawingml/2006/main" noGrp="1"/>
          </p:cNvSpPr>
          <p:nvPr/>
        </p:nvSpPr>
        <p:spPr>
          <a:xfrm xmlns:a="http://schemas.openxmlformats.org/drawingml/2006/main">
            <a:off x="4486275" y="56673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8" name="DP4 object 73">
            <a:extLst xmlns:a="http://schemas.openxmlformats.org/drawingml/2006/main">
              <a:ext uri="{FF2B5EF4-FFF2-40B4-BE49-F238E27FC236}">
                <a16:creationId xmlns:a16="http://schemas.microsoft.com/office/drawing/2014/main" id="{3C36FD2C-F062-4801-BADA-4E67A7F2D5C4}"/>
              </a:ext>
            </a:extLst>
          </p:cNvPr>
          <p:cNvSpPr>
            <a:spLocks xmlns:a="http://schemas.openxmlformats.org/drawingml/2006/main" noGrp="1"/>
          </p:cNvSpPr>
          <p:nvPr/>
        </p:nvSpPr>
        <p:spPr>
          <a:xfrm xmlns:a="http://schemas.openxmlformats.org/drawingml/2006/main">
            <a:off x="7334250" y="2152650"/>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공개 사건을 선생산하고 반복 소비</a:t>
            </a:r>
          </a:p>
        </p:txBody>
      </p:sp>
      <p:sp>
        <p:nvSpPr>
          <p:cNvPr id="59" name="Request Controller: 채택·허가">
            <a:extLst xmlns:a="http://schemas.openxmlformats.org/drawingml/2006/main">
              <a:ext uri="{FF2B5EF4-FFF2-40B4-BE49-F238E27FC236}">
                <a16:creationId xmlns:a16="http://schemas.microsoft.com/office/drawing/2014/main" id="{758EF702-9591-4D2E-B7FF-49B1AEC7FFCC}"/>
              </a:ext>
            </a:extLst>
          </p:cNvPr>
          <p:cNvSpPr>
            <a:spLocks xmlns:a="http://schemas.openxmlformats.org/drawingml/2006/main" noGrp="1"/>
          </p:cNvSpPr>
          <p:nvPr/>
        </p:nvSpPr>
        <p:spPr>
          <a:xfrm xmlns:a="http://schemas.openxmlformats.org/drawingml/2006/main">
            <a:off x="7410450" y="2514600"/>
            <a:ext cx="5067300" cy="32385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60" name="DP4 object 74">
            <a:extLst xmlns:a="http://schemas.openxmlformats.org/drawingml/2006/main">
              <a:ext uri="{FF2B5EF4-FFF2-40B4-BE49-F238E27FC236}">
                <a16:creationId xmlns:a16="http://schemas.microsoft.com/office/drawing/2014/main" id="{7DD28A4F-253B-4255-BE42-B7FA33791962}"/>
              </a:ext>
            </a:extLst>
          </p:cNvPr>
          <p:cNvSpPr>
            <a:spLocks xmlns:a="http://schemas.openxmlformats.org/drawingml/2006/main" noGrp="1"/>
          </p:cNvSpPr>
          <p:nvPr/>
        </p:nvSpPr>
        <p:spPr>
          <a:xfrm xmlns:a="http://schemas.openxmlformats.org/drawingml/2006/main">
            <a:off x="7477125" y="2552700"/>
            <a:ext cx="4933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Request Controller: 채택·허가</a:t>
            </a:r>
          </a:p>
        </p:txBody>
      </p:sp>
      <p:sp>
        <p:nvSpPr>
          <p:cNvPr id="61" name="Context Manager Component">
            <a:extLst xmlns:a="http://schemas.openxmlformats.org/drawingml/2006/main">
              <a:ext uri="{FF2B5EF4-FFF2-40B4-BE49-F238E27FC236}">
                <a16:creationId xmlns:a16="http://schemas.microsoft.com/office/drawing/2014/main" id="{A9B04BB3-CFA2-488D-B984-F0972DA5FEF8}"/>
              </a:ext>
            </a:extLst>
          </p:cNvPr>
          <p:cNvSpPr>
            <a:spLocks xmlns:a="http://schemas.openxmlformats.org/drawingml/2006/main" noGrp="1"/>
          </p:cNvSpPr>
          <p:nvPr/>
        </p:nvSpPr>
        <p:spPr>
          <a:xfrm xmlns:a="http://schemas.openxmlformats.org/drawingml/2006/main">
            <a:off x="7410450" y="2981325"/>
            <a:ext cx="5067300" cy="1819275"/>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62" name="DP4 object 75">
            <a:extLst xmlns:a="http://schemas.openxmlformats.org/drawingml/2006/main">
              <a:ext uri="{FF2B5EF4-FFF2-40B4-BE49-F238E27FC236}">
                <a16:creationId xmlns:a16="http://schemas.microsoft.com/office/drawing/2014/main" id="{2F14D811-F258-4E69-99B1-8826CADFF429}"/>
              </a:ext>
            </a:extLst>
          </p:cNvPr>
          <p:cNvSpPr>
            <a:spLocks xmlns:a="http://schemas.openxmlformats.org/drawingml/2006/main" noGrp="1"/>
          </p:cNvSpPr>
          <p:nvPr/>
        </p:nvSpPr>
        <p:spPr>
          <a:xfrm xmlns:a="http://schemas.openxmlformats.org/drawingml/2006/main">
            <a:off x="7486650" y="3000375"/>
            <a:ext cx="491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Context Manager</a:t>
            </a:r>
          </a:p>
        </p:txBody>
      </p:sp>
      <p:sp>
        <p:nvSpPr>
          <p:cNvPr id="63" name="Editable path 76">
            <a:extLst xmlns:a="http://schemas.openxmlformats.org/drawingml/2006/main">
              <a:ext uri="{FF2B5EF4-FFF2-40B4-BE49-F238E27FC236}">
                <a16:creationId xmlns:a16="http://schemas.microsoft.com/office/drawing/2014/main" id="{990BE1E2-037E-4A83-A8CF-61D0812EC0BC}"/>
              </a:ext>
            </a:extLst>
          </p:cNvPr>
          <p:cNvSpPr>
            <a:spLocks xmlns:a="http://schemas.openxmlformats.org/drawingml/2006/main" noGrp="1"/>
          </p:cNvSpPr>
          <p:nvPr/>
        </p:nvSpPr>
        <p:spPr>
          <a:xfrm xmlns:a="http://schemas.openxmlformats.org/drawingml/2006/main">
            <a:off x="7410450" y="3324225"/>
            <a:ext cx="5067300" cy="953"/>
          </a:xfrm>
          <a:custGeom xmlns:a="http://schemas.openxmlformats.org/drawingml/2006/main">
            <a:pathLst>
              <a:path w="5067300" h="953">
                <a:moveTo>
                  <a:pt x="0" y="0"/>
                </a:moveTo>
                <a:lnTo>
                  <a:pt x="5067300" y="0"/>
                </a:lnTo>
              </a:path>
            </a:pathLst>
          </a:custGeom>
          <a:noFill xmlns:a="http://schemas.openxmlformats.org/drawingml/2006/main"/>
          <a:ln xmlns:a="http://schemas.openxmlformats.org/drawingml/2006/main" w="13335">
            <a:solidFill>
              <a:srgbClr val="111111"/>
            </a:solidFill>
            <a:prstDash val="solid"/>
          </a:ln>
        </p:spPr>
      </p:sp>
      <p:sp>
        <p:nvSpPr>
          <p:cNvPr id="64" name="DP4 object 77">
            <a:extLst xmlns:a="http://schemas.openxmlformats.org/drawingml/2006/main">
              <a:ext uri="{FF2B5EF4-FFF2-40B4-BE49-F238E27FC236}">
                <a16:creationId xmlns:a16="http://schemas.microsoft.com/office/drawing/2014/main" id="{B2E5856A-38AE-40BB-A9BA-1378AD487C62}"/>
              </a:ext>
            </a:extLst>
          </p:cNvPr>
          <p:cNvSpPr>
            <a:spLocks xmlns:a="http://schemas.openxmlformats.org/drawingml/2006/main" noGrp="1"/>
          </p:cNvSpPr>
          <p:nvPr/>
        </p:nvSpPr>
        <p:spPr>
          <a:xfrm xmlns:a="http://schemas.openxmlformats.org/drawingml/2006/main">
            <a:off x="7572375" y="3333750"/>
            <a:ext cx="2228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공개 결과·정정 사건</a:t>
            </a:r>
          </a:p>
        </p:txBody>
      </p:sp>
      <p:sp>
        <p:nvSpPr>
          <p:cNvPr id="65" name="업무 설명·관계&#10;생산 / 갱신">
            <a:extLst xmlns:a="http://schemas.openxmlformats.org/drawingml/2006/main">
              <a:ext uri="{FF2B5EF4-FFF2-40B4-BE49-F238E27FC236}">
                <a16:creationId xmlns:a16="http://schemas.microsoft.com/office/drawing/2014/main" id="{80B6B3B2-A8BD-4A63-B955-181E7DE308A5}"/>
              </a:ext>
            </a:extLst>
          </p:cNvPr>
          <p:cNvSpPr>
            <a:spLocks xmlns:a="http://schemas.openxmlformats.org/drawingml/2006/main" noGrp="1"/>
          </p:cNvSpPr>
          <p:nvPr/>
        </p:nvSpPr>
        <p:spPr>
          <a:xfrm xmlns:a="http://schemas.openxmlformats.org/drawingml/2006/main">
            <a:off x="7572375" y="3676650"/>
            <a:ext cx="2228850" cy="4953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66" name="DP4 object 78">
            <a:extLst xmlns:a="http://schemas.openxmlformats.org/drawingml/2006/main">
              <a:ext uri="{FF2B5EF4-FFF2-40B4-BE49-F238E27FC236}">
                <a16:creationId xmlns:a16="http://schemas.microsoft.com/office/drawing/2014/main" id="{59401C51-18C9-40E4-A724-DEEDEDD9358E}"/>
              </a:ext>
            </a:extLst>
          </p:cNvPr>
          <p:cNvSpPr>
            <a:spLocks xmlns:a="http://schemas.openxmlformats.org/drawingml/2006/main" noGrp="1"/>
          </p:cNvSpPr>
          <p:nvPr/>
        </p:nvSpPr>
        <p:spPr>
          <a:xfrm xmlns:a="http://schemas.openxmlformats.org/drawingml/2006/main">
            <a:off x="7639050" y="37147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업무 설명·관계</a:t>
            </a:r>
          </a:p>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생산 / 갱신</a:t>
            </a:r>
          </a:p>
        </p:txBody>
      </p:sp>
      <p:sp>
        <p:nvSpPr>
          <p:cNvPr id="67" name="지속 업무 기록&#10;판본·의존성·coverage">
            <a:extLst xmlns:a="http://schemas.openxmlformats.org/drawingml/2006/main">
              <a:ext uri="{FF2B5EF4-FFF2-40B4-BE49-F238E27FC236}">
                <a16:creationId xmlns:a16="http://schemas.microsoft.com/office/drawing/2014/main" id="{BE4B5967-773F-48B8-9E21-794D3E70CD09}"/>
              </a:ext>
            </a:extLst>
          </p:cNvPr>
          <p:cNvSpPr>
            <a:spLocks xmlns:a="http://schemas.openxmlformats.org/drawingml/2006/main" noGrp="1"/>
          </p:cNvSpPr>
          <p:nvPr/>
        </p:nvSpPr>
        <p:spPr>
          <a:xfrm xmlns:a="http://schemas.openxmlformats.org/drawingml/2006/main">
            <a:off x="10134600" y="3419475"/>
            <a:ext cx="2190750" cy="74295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68" name="DP4 object 79">
            <a:extLst xmlns:a="http://schemas.openxmlformats.org/drawingml/2006/main">
              <a:ext uri="{FF2B5EF4-FFF2-40B4-BE49-F238E27FC236}">
                <a16:creationId xmlns:a16="http://schemas.microsoft.com/office/drawing/2014/main" id="{864E471B-927D-4594-A8AF-E14451FA437D}"/>
              </a:ext>
            </a:extLst>
          </p:cNvPr>
          <p:cNvSpPr>
            <a:spLocks xmlns:a="http://schemas.openxmlformats.org/drawingml/2006/main" noGrp="1"/>
          </p:cNvSpPr>
          <p:nvPr/>
        </p:nvSpPr>
        <p:spPr>
          <a:xfrm xmlns:a="http://schemas.openxmlformats.org/drawingml/2006/main">
            <a:off x="10182225" y="3524250"/>
            <a:ext cx="2095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지속 업무 기록</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판본·의존성·coverage</a:t>
            </a:r>
          </a:p>
        </p:txBody>
      </p:sp>
      <p:sp>
        <p:nvSpPr>
          <p:cNvPr id="69" name="Editable path 80">
            <a:extLst xmlns:a="http://schemas.openxmlformats.org/drawingml/2006/main">
              <a:ext uri="{FF2B5EF4-FFF2-40B4-BE49-F238E27FC236}">
                <a16:creationId xmlns:a16="http://schemas.microsoft.com/office/drawing/2014/main" id="{EE9B2CE8-894A-44E2-B1E6-3B2BCED0BCA1}"/>
              </a:ext>
            </a:extLst>
          </p:cNvPr>
          <p:cNvSpPr>
            <a:spLocks xmlns:a="http://schemas.openxmlformats.org/drawingml/2006/main" noGrp="1"/>
          </p:cNvSpPr>
          <p:nvPr/>
        </p:nvSpPr>
        <p:spPr>
          <a:xfrm xmlns:a="http://schemas.openxmlformats.org/drawingml/2006/main">
            <a:off x="8677275" y="3590925"/>
            <a:ext cx="953" cy="85725"/>
          </a:xfrm>
          <a:custGeom xmlns:a="http://schemas.openxmlformats.org/drawingml/2006/main">
            <a:pathLst>
              <a:path w="953" h="85725">
                <a:moveTo>
                  <a:pt x="0" y="0"/>
                </a:moveTo>
                <a:lnTo>
                  <a:pt x="0" y="85725"/>
                </a:lnTo>
              </a:path>
            </a:pathLst>
          </a:custGeom>
          <a:noFill xmlns:a="http://schemas.openxmlformats.org/drawingml/2006/main"/>
          <a:ln xmlns:a="http://schemas.openxmlformats.org/drawingml/2006/main" w="19050">
            <a:solidFill>
              <a:srgbClr val="111111"/>
            </a:solidFill>
            <a:prstDash val="solid"/>
          </a:ln>
        </p:spPr>
      </p:sp>
      <p:sp>
        <p:nvSpPr>
          <p:cNvPr id="70" name="Editable arrowhead 81">
            <a:extLst xmlns:a="http://schemas.openxmlformats.org/drawingml/2006/main">
              <a:ext uri="{FF2B5EF4-FFF2-40B4-BE49-F238E27FC236}">
                <a16:creationId xmlns:a16="http://schemas.microsoft.com/office/drawing/2014/main" id="{9E356623-0077-49FF-804D-5C8604494B91}"/>
              </a:ext>
            </a:extLst>
          </p:cNvPr>
          <p:cNvSpPr>
            <a:spLocks xmlns:a="http://schemas.openxmlformats.org/drawingml/2006/main" noGrp="1"/>
          </p:cNvSpPr>
          <p:nvPr/>
        </p:nvSpPr>
        <p:spPr>
          <a:xfrm xmlns:a="http://schemas.openxmlformats.org/drawingml/2006/main">
            <a:off x="8629650" y="35814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1" name="Editable path 82">
            <a:extLst xmlns:a="http://schemas.openxmlformats.org/drawingml/2006/main">
              <a:ext uri="{FF2B5EF4-FFF2-40B4-BE49-F238E27FC236}">
                <a16:creationId xmlns:a16="http://schemas.microsoft.com/office/drawing/2014/main" id="{462FD433-00E2-4BDC-9B70-E801C8F8BCF8}"/>
              </a:ext>
            </a:extLst>
          </p:cNvPr>
          <p:cNvSpPr>
            <a:spLocks xmlns:a="http://schemas.openxmlformats.org/drawingml/2006/main" noGrp="1"/>
          </p:cNvSpPr>
          <p:nvPr/>
        </p:nvSpPr>
        <p:spPr>
          <a:xfrm xmlns:a="http://schemas.openxmlformats.org/drawingml/2006/main">
            <a:off x="9801225" y="391477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9050">
            <a:solidFill>
              <a:srgbClr val="111111"/>
            </a:solidFill>
            <a:prstDash val="solid"/>
          </a:ln>
        </p:spPr>
      </p:sp>
      <p:sp>
        <p:nvSpPr>
          <p:cNvPr id="72" name="Editable arrowhead 83">
            <a:extLst xmlns:a="http://schemas.openxmlformats.org/drawingml/2006/main">
              <a:ext uri="{FF2B5EF4-FFF2-40B4-BE49-F238E27FC236}">
                <a16:creationId xmlns:a16="http://schemas.microsoft.com/office/drawing/2014/main" id="{32AC6907-C28C-44FB-8DB7-A2A6D333747B}"/>
              </a:ext>
            </a:extLst>
          </p:cNvPr>
          <p:cNvSpPr>
            <a:spLocks xmlns:a="http://schemas.openxmlformats.org/drawingml/2006/main" noGrp="1"/>
          </p:cNvSpPr>
          <p:nvPr/>
        </p:nvSpPr>
        <p:spPr>
          <a:xfrm xmlns:a="http://schemas.openxmlformats.org/drawingml/2006/main">
            <a:off x="10039350" y="38671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3" name="목적별 추출 / 부족한 원본 보완">
            <a:extLst xmlns:a="http://schemas.openxmlformats.org/drawingml/2006/main">
              <a:ext uri="{FF2B5EF4-FFF2-40B4-BE49-F238E27FC236}">
                <a16:creationId xmlns:a16="http://schemas.microsoft.com/office/drawing/2014/main" id="{5A7A976D-928F-42D1-86C6-F795879DF7FC}"/>
              </a:ext>
            </a:extLst>
          </p:cNvPr>
          <p:cNvSpPr>
            <a:spLocks xmlns:a="http://schemas.openxmlformats.org/drawingml/2006/main" noGrp="1"/>
          </p:cNvSpPr>
          <p:nvPr/>
        </p:nvSpPr>
        <p:spPr>
          <a:xfrm xmlns:a="http://schemas.openxmlformats.org/drawingml/2006/main">
            <a:off x="7943850" y="4352925"/>
            <a:ext cx="4000500" cy="3524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74" name="DP4 object 84">
            <a:extLst xmlns:a="http://schemas.openxmlformats.org/drawingml/2006/main">
              <a:ext uri="{FF2B5EF4-FFF2-40B4-BE49-F238E27FC236}">
                <a16:creationId xmlns:a16="http://schemas.microsoft.com/office/drawing/2014/main" id="{72827454-B824-4177-A0E6-6E15768E258E}"/>
              </a:ext>
            </a:extLst>
          </p:cNvPr>
          <p:cNvSpPr>
            <a:spLocks xmlns:a="http://schemas.openxmlformats.org/drawingml/2006/main" noGrp="1"/>
          </p:cNvSpPr>
          <p:nvPr/>
        </p:nvSpPr>
        <p:spPr>
          <a:xfrm xmlns:a="http://schemas.openxmlformats.org/drawingml/2006/main">
            <a:off x="8010525" y="4391025"/>
            <a:ext cx="3867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목적별 추출 / 부족한 원본 보완</a:t>
            </a:r>
          </a:p>
        </p:txBody>
      </p:sp>
      <p:sp>
        <p:nvSpPr>
          <p:cNvPr id="75" name="Editable path 85">
            <a:extLst xmlns:a="http://schemas.openxmlformats.org/drawingml/2006/main">
              <a:ext uri="{FF2B5EF4-FFF2-40B4-BE49-F238E27FC236}">
                <a16:creationId xmlns:a16="http://schemas.microsoft.com/office/drawing/2014/main" id="{6BBAA367-DC21-451D-BFBD-B95EDDD97F0C}"/>
              </a:ext>
            </a:extLst>
          </p:cNvPr>
          <p:cNvSpPr>
            <a:spLocks xmlns:a="http://schemas.openxmlformats.org/drawingml/2006/main" noGrp="1"/>
          </p:cNvSpPr>
          <p:nvPr/>
        </p:nvSpPr>
        <p:spPr>
          <a:xfrm xmlns:a="http://schemas.openxmlformats.org/drawingml/2006/main">
            <a:off x="9944100" y="4162425"/>
            <a:ext cx="1285875" cy="190500"/>
          </a:xfrm>
          <a:custGeom xmlns:a="http://schemas.openxmlformats.org/drawingml/2006/main">
            <a:pathLst>
              <a:path w="1285875" h="190500">
                <a:moveTo>
                  <a:pt x="1285875" y="0"/>
                </a:moveTo>
                <a:lnTo>
                  <a:pt x="1285875" y="104775"/>
                </a:lnTo>
                <a:lnTo>
                  <a:pt x="0" y="104775"/>
                </a:lnTo>
                <a:lnTo>
                  <a:pt x="0" y="190500"/>
                </a:lnTo>
              </a:path>
            </a:pathLst>
          </a:custGeom>
          <a:noFill xmlns:a="http://schemas.openxmlformats.org/drawingml/2006/main"/>
          <a:ln xmlns:a="http://schemas.openxmlformats.org/drawingml/2006/main" w="19050">
            <a:solidFill>
              <a:srgbClr val="111111"/>
            </a:solidFill>
            <a:prstDash val="solid"/>
          </a:ln>
        </p:spPr>
      </p:sp>
      <p:sp>
        <p:nvSpPr>
          <p:cNvPr id="76" name="Editable arrowhead 86">
            <a:extLst xmlns:a="http://schemas.openxmlformats.org/drawingml/2006/main">
              <a:ext uri="{FF2B5EF4-FFF2-40B4-BE49-F238E27FC236}">
                <a16:creationId xmlns:a16="http://schemas.microsoft.com/office/drawing/2014/main" id="{B29C8AE7-050B-49F8-A59F-624F7605830D}"/>
              </a:ext>
            </a:extLst>
          </p:cNvPr>
          <p:cNvSpPr>
            <a:spLocks xmlns:a="http://schemas.openxmlformats.org/drawingml/2006/main" noGrp="1"/>
          </p:cNvSpPr>
          <p:nvPr/>
        </p:nvSpPr>
        <p:spPr>
          <a:xfrm xmlns:a="http://schemas.openxmlformats.org/drawingml/2006/main">
            <a:off x="9896475" y="42576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7" name="Editable path 87">
            <a:extLst xmlns:a="http://schemas.openxmlformats.org/drawingml/2006/main">
              <a:ext uri="{FF2B5EF4-FFF2-40B4-BE49-F238E27FC236}">
                <a16:creationId xmlns:a16="http://schemas.microsoft.com/office/drawing/2014/main" id="{99ECAD24-5822-4584-86F8-B8787684A428}"/>
              </a:ext>
            </a:extLst>
          </p:cNvPr>
          <p:cNvSpPr>
            <a:spLocks xmlns:a="http://schemas.openxmlformats.org/drawingml/2006/main" noGrp="1"/>
          </p:cNvSpPr>
          <p:nvPr/>
        </p:nvSpPr>
        <p:spPr>
          <a:xfrm xmlns:a="http://schemas.openxmlformats.org/drawingml/2006/main">
            <a:off x="7315200" y="2838450"/>
            <a:ext cx="714375" cy="1695450"/>
          </a:xfrm>
          <a:custGeom xmlns:a="http://schemas.openxmlformats.org/drawingml/2006/main">
            <a:pathLst>
              <a:path w="714375" h="1695450">
                <a:moveTo>
                  <a:pt x="714375" y="0"/>
                </a:moveTo>
                <a:lnTo>
                  <a:pt x="0" y="0"/>
                </a:lnTo>
                <a:lnTo>
                  <a:pt x="0" y="1695450"/>
                </a:lnTo>
                <a:lnTo>
                  <a:pt x="628650" y="1695450"/>
                </a:lnTo>
              </a:path>
            </a:pathLst>
          </a:custGeom>
          <a:noFill xmlns:a="http://schemas.openxmlformats.org/drawingml/2006/main"/>
          <a:ln xmlns:a="http://schemas.openxmlformats.org/drawingml/2006/main" w="17145">
            <a:solidFill>
              <a:srgbClr val="111111"/>
            </a:solidFill>
            <a:prstDash val="dash"/>
          </a:ln>
        </p:spPr>
      </p:sp>
      <p:sp>
        <p:nvSpPr>
          <p:cNvPr id="78" name="Editable arrowhead 88">
            <a:extLst xmlns:a="http://schemas.openxmlformats.org/drawingml/2006/main">
              <a:ext uri="{FF2B5EF4-FFF2-40B4-BE49-F238E27FC236}">
                <a16:creationId xmlns:a16="http://schemas.microsoft.com/office/drawing/2014/main" id="{67FB390D-F0F7-4C85-A99A-73DBAE36CF56}"/>
              </a:ext>
            </a:extLst>
          </p:cNvPr>
          <p:cNvSpPr>
            <a:spLocks xmlns:a="http://schemas.openxmlformats.org/drawingml/2006/main" noGrp="1"/>
          </p:cNvSpPr>
          <p:nvPr/>
        </p:nvSpPr>
        <p:spPr>
          <a:xfrm xmlns:a="http://schemas.openxmlformats.org/drawingml/2006/main">
            <a:off x="7848600" y="448627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9" name="DP4 object 89">
            <a:extLst xmlns:a="http://schemas.openxmlformats.org/drawingml/2006/main">
              <a:ext uri="{FF2B5EF4-FFF2-40B4-BE49-F238E27FC236}">
                <a16:creationId xmlns:a16="http://schemas.microsoft.com/office/drawing/2014/main" id="{91A313F4-F50A-4C6B-A912-686CAC2D26B2}"/>
              </a:ext>
            </a:extLst>
          </p:cNvPr>
          <p:cNvSpPr>
            <a:spLocks xmlns:a="http://schemas.openxmlformats.org/drawingml/2006/main" noGrp="1"/>
          </p:cNvSpPr>
          <p:nvPr/>
        </p:nvSpPr>
        <p:spPr>
          <a:xfrm xmlns:a="http://schemas.openxmlformats.org/drawingml/2006/main">
            <a:off x="7477125" y="357187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80" name="DP4 object 90">
            <a:extLst xmlns:a="http://schemas.openxmlformats.org/drawingml/2006/main">
              <a:ext uri="{FF2B5EF4-FFF2-40B4-BE49-F238E27FC236}">
                <a16:creationId xmlns:a16="http://schemas.microsoft.com/office/drawing/2014/main" id="{23EF0E7E-D5A7-4E0A-A462-F81E3119F376}"/>
              </a:ext>
            </a:extLst>
          </p:cNvPr>
          <p:cNvSpPr>
            <a:spLocks xmlns:a="http://schemas.openxmlformats.org/drawingml/2006/main" noGrp="1"/>
          </p:cNvSpPr>
          <p:nvPr/>
        </p:nvSpPr>
        <p:spPr>
          <a:xfrm xmlns:a="http://schemas.openxmlformats.org/drawingml/2006/main">
            <a:off x="7477125" y="357187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81" name="DP4 object 91">
            <a:extLst xmlns:a="http://schemas.openxmlformats.org/drawingml/2006/main">
              <a:ext uri="{FF2B5EF4-FFF2-40B4-BE49-F238E27FC236}">
                <a16:creationId xmlns:a16="http://schemas.microsoft.com/office/drawing/2014/main" id="{64649946-B007-4A6E-A9F5-E082396582C3}"/>
              </a:ext>
            </a:extLst>
          </p:cNvPr>
          <p:cNvSpPr>
            <a:spLocks xmlns:a="http://schemas.openxmlformats.org/drawingml/2006/main" noGrp="1"/>
          </p:cNvSpPr>
          <p:nvPr/>
        </p:nvSpPr>
        <p:spPr>
          <a:xfrm xmlns:a="http://schemas.openxmlformats.org/drawingml/2006/main">
            <a:off x="9944100" y="334327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82" name="DP4 object 92">
            <a:extLst xmlns:a="http://schemas.openxmlformats.org/drawingml/2006/main">
              <a:ext uri="{FF2B5EF4-FFF2-40B4-BE49-F238E27FC236}">
                <a16:creationId xmlns:a16="http://schemas.microsoft.com/office/drawing/2014/main" id="{33C1DD4A-4DAA-4E07-B266-5454925CC30D}"/>
              </a:ext>
            </a:extLst>
          </p:cNvPr>
          <p:cNvSpPr>
            <a:spLocks xmlns:a="http://schemas.openxmlformats.org/drawingml/2006/main" noGrp="1"/>
          </p:cNvSpPr>
          <p:nvPr/>
        </p:nvSpPr>
        <p:spPr>
          <a:xfrm xmlns:a="http://schemas.openxmlformats.org/drawingml/2006/main">
            <a:off x="9944100" y="334327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83" name="DP4 object 93">
            <a:extLst xmlns:a="http://schemas.openxmlformats.org/drawingml/2006/main">
              <a:ext uri="{FF2B5EF4-FFF2-40B4-BE49-F238E27FC236}">
                <a16:creationId xmlns:a16="http://schemas.microsoft.com/office/drawing/2014/main" id="{785C863F-701F-4B03-A2B4-FC14189B004B}"/>
              </a:ext>
            </a:extLst>
          </p:cNvPr>
          <p:cNvSpPr>
            <a:spLocks xmlns:a="http://schemas.openxmlformats.org/drawingml/2006/main" noGrp="1"/>
          </p:cNvSpPr>
          <p:nvPr/>
        </p:nvSpPr>
        <p:spPr>
          <a:xfrm xmlns:a="http://schemas.openxmlformats.org/drawingml/2006/main">
            <a:off x="7753350" y="425767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84" name="DP4 object 94">
            <a:extLst xmlns:a="http://schemas.openxmlformats.org/drawingml/2006/main">
              <a:ext uri="{FF2B5EF4-FFF2-40B4-BE49-F238E27FC236}">
                <a16:creationId xmlns:a16="http://schemas.microsoft.com/office/drawing/2014/main" id="{B682923A-D265-4E82-AAFC-D9984F75E329}"/>
              </a:ext>
            </a:extLst>
          </p:cNvPr>
          <p:cNvSpPr>
            <a:spLocks xmlns:a="http://schemas.openxmlformats.org/drawingml/2006/main" noGrp="1"/>
          </p:cNvSpPr>
          <p:nvPr/>
        </p:nvSpPr>
        <p:spPr>
          <a:xfrm xmlns:a="http://schemas.openxmlformats.org/drawingml/2006/main">
            <a:off x="7753350" y="425767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3</a:t>
            </a:r>
          </a:p>
        </p:txBody>
      </p:sp>
      <p:sp>
        <p:nvSpPr>
          <p:cNvPr id="85" name="Task Manager: 명령 확정">
            <a:extLst xmlns:a="http://schemas.openxmlformats.org/drawingml/2006/main">
              <a:ext uri="{FF2B5EF4-FFF2-40B4-BE49-F238E27FC236}">
                <a16:creationId xmlns:a16="http://schemas.microsoft.com/office/drawing/2014/main" id="{BF16C15E-CFD0-46D1-B685-4F2C601A6343}"/>
              </a:ext>
            </a:extLst>
          </p:cNvPr>
          <p:cNvSpPr>
            <a:spLocks xmlns:a="http://schemas.openxmlformats.org/drawingml/2006/main" noGrp="1"/>
          </p:cNvSpPr>
          <p:nvPr/>
        </p:nvSpPr>
        <p:spPr>
          <a:xfrm xmlns:a="http://schemas.openxmlformats.org/drawingml/2006/main">
            <a:off x="7410450" y="4914900"/>
            <a:ext cx="5067300" cy="3048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86" name="DP4 object 95">
            <a:extLst xmlns:a="http://schemas.openxmlformats.org/drawingml/2006/main">
              <a:ext uri="{FF2B5EF4-FFF2-40B4-BE49-F238E27FC236}">
                <a16:creationId xmlns:a16="http://schemas.microsoft.com/office/drawing/2014/main" id="{13DD1638-9F36-458B-ABD9-ED2316E3FD40}"/>
              </a:ext>
            </a:extLst>
          </p:cNvPr>
          <p:cNvSpPr>
            <a:spLocks xmlns:a="http://schemas.openxmlformats.org/drawingml/2006/main" noGrp="1"/>
          </p:cNvSpPr>
          <p:nvPr/>
        </p:nvSpPr>
        <p:spPr>
          <a:xfrm xmlns:a="http://schemas.openxmlformats.org/drawingml/2006/main">
            <a:off x="7477125" y="4953000"/>
            <a:ext cx="4933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Task Manager: 명령 확정</a:t>
            </a:r>
          </a:p>
        </p:txBody>
      </p:sp>
      <p:sp>
        <p:nvSpPr>
          <p:cNvPr id="87" name="Agent Gateway: 실제 전송">
            <a:extLst xmlns:a="http://schemas.openxmlformats.org/drawingml/2006/main">
              <a:ext uri="{FF2B5EF4-FFF2-40B4-BE49-F238E27FC236}">
                <a16:creationId xmlns:a16="http://schemas.microsoft.com/office/drawing/2014/main" id="{EE179A76-3990-497F-93E7-437575FD5A44}"/>
              </a:ext>
            </a:extLst>
          </p:cNvPr>
          <p:cNvSpPr>
            <a:spLocks xmlns:a="http://schemas.openxmlformats.org/drawingml/2006/main" noGrp="1"/>
          </p:cNvSpPr>
          <p:nvPr/>
        </p:nvSpPr>
        <p:spPr>
          <a:xfrm xmlns:a="http://schemas.openxmlformats.org/drawingml/2006/main">
            <a:off x="7410450" y="5324475"/>
            <a:ext cx="5067300" cy="3048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88" name="DP4 object 96">
            <a:extLst xmlns:a="http://schemas.openxmlformats.org/drawingml/2006/main">
              <a:ext uri="{FF2B5EF4-FFF2-40B4-BE49-F238E27FC236}">
                <a16:creationId xmlns:a16="http://schemas.microsoft.com/office/drawing/2014/main" id="{55E31E1E-68CE-46EB-B91A-846E4BA93A83}"/>
              </a:ext>
            </a:extLst>
          </p:cNvPr>
          <p:cNvSpPr>
            <a:spLocks xmlns:a="http://schemas.openxmlformats.org/drawingml/2006/main" noGrp="1"/>
          </p:cNvSpPr>
          <p:nvPr/>
        </p:nvSpPr>
        <p:spPr>
          <a:xfrm xmlns:a="http://schemas.openxmlformats.org/drawingml/2006/main">
            <a:off x="7477125" y="5362575"/>
            <a:ext cx="4933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Agent Gateway: 실제 전송</a:t>
            </a:r>
          </a:p>
        </p:txBody>
      </p:sp>
      <p:sp>
        <p:nvSpPr>
          <p:cNvPr id="89" name="외부 Downstream Agent">
            <a:extLst xmlns:a="http://schemas.openxmlformats.org/drawingml/2006/main">
              <a:ext uri="{FF2B5EF4-FFF2-40B4-BE49-F238E27FC236}">
                <a16:creationId xmlns:a16="http://schemas.microsoft.com/office/drawing/2014/main" id="{6AF72B15-6F5B-435B-A9F1-F7BAB05C64F9}"/>
              </a:ext>
            </a:extLst>
          </p:cNvPr>
          <p:cNvSpPr>
            <a:spLocks xmlns:a="http://schemas.openxmlformats.org/drawingml/2006/main" noGrp="1"/>
          </p:cNvSpPr>
          <p:nvPr/>
        </p:nvSpPr>
        <p:spPr>
          <a:xfrm xmlns:a="http://schemas.openxmlformats.org/drawingml/2006/main">
            <a:off x="7410450" y="5762625"/>
            <a:ext cx="5067300" cy="2667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90" name="DP4 object 97">
            <a:extLst xmlns:a="http://schemas.openxmlformats.org/drawingml/2006/main">
              <a:ext uri="{FF2B5EF4-FFF2-40B4-BE49-F238E27FC236}">
                <a16:creationId xmlns:a16="http://schemas.microsoft.com/office/drawing/2014/main" id="{44A6AF5E-D803-4C51-BD07-C13264678FC4}"/>
              </a:ext>
            </a:extLst>
          </p:cNvPr>
          <p:cNvSpPr>
            <a:spLocks xmlns:a="http://schemas.openxmlformats.org/drawingml/2006/main" noGrp="1"/>
          </p:cNvSpPr>
          <p:nvPr/>
        </p:nvSpPr>
        <p:spPr>
          <a:xfrm xmlns:a="http://schemas.openxmlformats.org/drawingml/2006/main">
            <a:off x="7477125" y="5800725"/>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외부 Downstream Agent</a:t>
            </a:r>
          </a:p>
        </p:txBody>
      </p:sp>
      <p:sp>
        <p:nvSpPr>
          <p:cNvPr id="91" name="Editable path 98">
            <a:extLst xmlns:a="http://schemas.openxmlformats.org/drawingml/2006/main">
              <a:ext uri="{FF2B5EF4-FFF2-40B4-BE49-F238E27FC236}">
                <a16:creationId xmlns:a16="http://schemas.microsoft.com/office/drawing/2014/main" id="{DFACFF2F-F5F4-4919-85CF-38E8055E303D}"/>
              </a:ext>
            </a:extLst>
          </p:cNvPr>
          <p:cNvSpPr>
            <a:spLocks xmlns:a="http://schemas.openxmlformats.org/drawingml/2006/main" noGrp="1"/>
          </p:cNvSpPr>
          <p:nvPr/>
        </p:nvSpPr>
        <p:spPr>
          <a:xfrm xmlns:a="http://schemas.openxmlformats.org/drawingml/2006/main">
            <a:off x="9944100" y="4800600"/>
            <a:ext cx="953" cy="114300"/>
          </a:xfrm>
          <a:custGeom xmlns:a="http://schemas.openxmlformats.org/drawingml/2006/main">
            <a:pathLst>
              <a:path w="953" h="114300">
                <a:moveTo>
                  <a:pt x="0" y="0"/>
                </a:moveTo>
                <a:lnTo>
                  <a:pt x="0" y="114300"/>
                </a:lnTo>
              </a:path>
            </a:pathLst>
          </a:custGeom>
          <a:noFill xmlns:a="http://schemas.openxmlformats.org/drawingml/2006/main"/>
          <a:ln xmlns:a="http://schemas.openxmlformats.org/drawingml/2006/main" w="19050">
            <a:solidFill>
              <a:srgbClr val="111111"/>
            </a:solidFill>
            <a:prstDash val="solid"/>
          </a:ln>
        </p:spPr>
      </p:sp>
      <p:sp>
        <p:nvSpPr>
          <p:cNvPr id="92" name="Editable arrowhead 99">
            <a:extLst xmlns:a="http://schemas.openxmlformats.org/drawingml/2006/main">
              <a:ext uri="{FF2B5EF4-FFF2-40B4-BE49-F238E27FC236}">
                <a16:creationId xmlns:a16="http://schemas.microsoft.com/office/drawing/2014/main" id="{4719E0CA-D7B3-4BE9-AA44-21EB76F1B41E}"/>
              </a:ext>
            </a:extLst>
          </p:cNvPr>
          <p:cNvSpPr>
            <a:spLocks xmlns:a="http://schemas.openxmlformats.org/drawingml/2006/main" noGrp="1"/>
          </p:cNvSpPr>
          <p:nvPr/>
        </p:nvSpPr>
        <p:spPr>
          <a:xfrm xmlns:a="http://schemas.openxmlformats.org/drawingml/2006/main">
            <a:off x="9896475" y="48196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3" name="Editable path 100">
            <a:extLst xmlns:a="http://schemas.openxmlformats.org/drawingml/2006/main">
              <a:ext uri="{FF2B5EF4-FFF2-40B4-BE49-F238E27FC236}">
                <a16:creationId xmlns:a16="http://schemas.microsoft.com/office/drawing/2014/main" id="{A3172858-87CB-4ADA-9E34-A4E4AC49DB23}"/>
              </a:ext>
            </a:extLst>
          </p:cNvPr>
          <p:cNvSpPr>
            <a:spLocks xmlns:a="http://schemas.openxmlformats.org/drawingml/2006/main" noGrp="1"/>
          </p:cNvSpPr>
          <p:nvPr/>
        </p:nvSpPr>
        <p:spPr>
          <a:xfrm xmlns:a="http://schemas.openxmlformats.org/drawingml/2006/main">
            <a:off x="9944100" y="5219700"/>
            <a:ext cx="953" cy="104775"/>
          </a:xfrm>
          <a:custGeom xmlns:a="http://schemas.openxmlformats.org/drawingml/2006/main">
            <a:pathLst>
              <a:path w="953" h="104775">
                <a:moveTo>
                  <a:pt x="0" y="0"/>
                </a:moveTo>
                <a:lnTo>
                  <a:pt x="0" y="104775"/>
                </a:lnTo>
              </a:path>
            </a:pathLst>
          </a:custGeom>
          <a:noFill xmlns:a="http://schemas.openxmlformats.org/drawingml/2006/main"/>
          <a:ln xmlns:a="http://schemas.openxmlformats.org/drawingml/2006/main" w="19050">
            <a:solidFill>
              <a:srgbClr val="111111"/>
            </a:solidFill>
            <a:prstDash val="solid"/>
          </a:ln>
        </p:spPr>
      </p:sp>
      <p:sp>
        <p:nvSpPr>
          <p:cNvPr id="94" name="Editable arrowhead 101">
            <a:extLst xmlns:a="http://schemas.openxmlformats.org/drawingml/2006/main">
              <a:ext uri="{FF2B5EF4-FFF2-40B4-BE49-F238E27FC236}">
                <a16:creationId xmlns:a16="http://schemas.microsoft.com/office/drawing/2014/main" id="{A4BD0C15-832B-4460-85A5-89FCEBA6A428}"/>
              </a:ext>
            </a:extLst>
          </p:cNvPr>
          <p:cNvSpPr>
            <a:spLocks xmlns:a="http://schemas.openxmlformats.org/drawingml/2006/main" noGrp="1"/>
          </p:cNvSpPr>
          <p:nvPr/>
        </p:nvSpPr>
        <p:spPr>
          <a:xfrm xmlns:a="http://schemas.openxmlformats.org/drawingml/2006/main">
            <a:off x="9896475" y="52292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5" name="Editable path 102">
            <a:extLst xmlns:a="http://schemas.openxmlformats.org/drawingml/2006/main">
              <a:ext uri="{FF2B5EF4-FFF2-40B4-BE49-F238E27FC236}">
                <a16:creationId xmlns:a16="http://schemas.microsoft.com/office/drawing/2014/main" id="{8AD1D8D2-1E70-41FA-894E-73A612226027}"/>
              </a:ext>
            </a:extLst>
          </p:cNvPr>
          <p:cNvSpPr>
            <a:spLocks xmlns:a="http://schemas.openxmlformats.org/drawingml/2006/main" noGrp="1"/>
          </p:cNvSpPr>
          <p:nvPr/>
        </p:nvSpPr>
        <p:spPr>
          <a:xfrm xmlns:a="http://schemas.openxmlformats.org/drawingml/2006/main">
            <a:off x="9944100" y="5629275"/>
            <a:ext cx="953" cy="133350"/>
          </a:xfrm>
          <a:custGeom xmlns:a="http://schemas.openxmlformats.org/drawingml/2006/main">
            <a:pathLst>
              <a:path w="953" h="133350">
                <a:moveTo>
                  <a:pt x="0" y="0"/>
                </a:moveTo>
                <a:lnTo>
                  <a:pt x="0" y="133350"/>
                </a:lnTo>
              </a:path>
            </a:pathLst>
          </a:custGeom>
          <a:noFill xmlns:a="http://schemas.openxmlformats.org/drawingml/2006/main"/>
          <a:ln xmlns:a="http://schemas.openxmlformats.org/drawingml/2006/main" w="19050">
            <a:solidFill>
              <a:srgbClr val="111111"/>
            </a:solidFill>
            <a:prstDash val="solid"/>
          </a:ln>
        </p:spPr>
      </p:sp>
      <p:sp>
        <p:nvSpPr>
          <p:cNvPr id="96" name="Editable arrowhead 103">
            <a:extLst xmlns:a="http://schemas.openxmlformats.org/drawingml/2006/main">
              <a:ext uri="{FF2B5EF4-FFF2-40B4-BE49-F238E27FC236}">
                <a16:creationId xmlns:a16="http://schemas.microsoft.com/office/drawing/2014/main" id="{0979B3A6-585C-4001-8A63-C0E67D40627F}"/>
              </a:ext>
            </a:extLst>
          </p:cNvPr>
          <p:cNvSpPr>
            <a:spLocks xmlns:a="http://schemas.openxmlformats.org/drawingml/2006/main" noGrp="1"/>
          </p:cNvSpPr>
          <p:nvPr/>
        </p:nvSpPr>
        <p:spPr>
          <a:xfrm xmlns:a="http://schemas.openxmlformats.org/drawingml/2006/main">
            <a:off x="9896475" y="56673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7" name="DP4 object 104">
            <a:extLst xmlns:a="http://schemas.openxmlformats.org/drawingml/2006/main">
              <a:ext uri="{FF2B5EF4-FFF2-40B4-BE49-F238E27FC236}">
                <a16:creationId xmlns:a16="http://schemas.microsoft.com/office/drawing/2014/main" id="{B76DD7E0-EA65-4159-8FE8-90F0D08129AE}"/>
              </a:ext>
            </a:extLst>
          </p:cNvPr>
          <p:cNvSpPr>
            <a:spLocks xmlns:a="http://schemas.openxmlformats.org/drawingml/2006/main" noGrp="1"/>
          </p:cNvSpPr>
          <p:nvPr/>
        </p:nvSpPr>
        <p:spPr>
          <a:xfrm xmlns:a="http://schemas.openxmlformats.org/drawingml/2006/main">
            <a:off x="12744450" y="2152650"/>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필수 명세 전달 + 수신자 READ 왕복</a:t>
            </a:r>
          </a:p>
        </p:txBody>
      </p:sp>
      <p:sp>
        <p:nvSpPr>
          <p:cNvPr id="98" name="Request Controller: 채택·허가">
            <a:extLst xmlns:a="http://schemas.openxmlformats.org/drawingml/2006/main">
              <a:ext uri="{FF2B5EF4-FFF2-40B4-BE49-F238E27FC236}">
                <a16:creationId xmlns:a16="http://schemas.microsoft.com/office/drawing/2014/main" id="{8E3A0AAD-ECAD-465F-8786-7A3B411F7B4C}"/>
              </a:ext>
            </a:extLst>
          </p:cNvPr>
          <p:cNvSpPr>
            <a:spLocks xmlns:a="http://schemas.openxmlformats.org/drawingml/2006/main" noGrp="1"/>
          </p:cNvSpPr>
          <p:nvPr/>
        </p:nvSpPr>
        <p:spPr>
          <a:xfrm xmlns:a="http://schemas.openxmlformats.org/drawingml/2006/main">
            <a:off x="12820650" y="2514600"/>
            <a:ext cx="5067300" cy="32385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99" name="DP4 object 105">
            <a:extLst xmlns:a="http://schemas.openxmlformats.org/drawingml/2006/main">
              <a:ext uri="{FF2B5EF4-FFF2-40B4-BE49-F238E27FC236}">
                <a16:creationId xmlns:a16="http://schemas.microsoft.com/office/drawing/2014/main" id="{79B0D73A-4C7F-46A0-B3BF-920E804005CA}"/>
              </a:ext>
            </a:extLst>
          </p:cNvPr>
          <p:cNvSpPr>
            <a:spLocks xmlns:a="http://schemas.openxmlformats.org/drawingml/2006/main" noGrp="1"/>
          </p:cNvSpPr>
          <p:nvPr/>
        </p:nvSpPr>
        <p:spPr>
          <a:xfrm xmlns:a="http://schemas.openxmlformats.org/drawingml/2006/main">
            <a:off x="12887325" y="2552700"/>
            <a:ext cx="4933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Request Controller: 채택·허가</a:t>
            </a:r>
          </a:p>
        </p:txBody>
      </p:sp>
      <p:sp>
        <p:nvSpPr>
          <p:cNvPr id="100" name="Context Manager Component">
            <a:extLst xmlns:a="http://schemas.openxmlformats.org/drawingml/2006/main">
              <a:ext uri="{FF2B5EF4-FFF2-40B4-BE49-F238E27FC236}">
                <a16:creationId xmlns:a16="http://schemas.microsoft.com/office/drawing/2014/main" id="{16E7F429-6CA0-4CF2-ADFB-83D78CC61FD9}"/>
              </a:ext>
            </a:extLst>
          </p:cNvPr>
          <p:cNvSpPr>
            <a:spLocks xmlns:a="http://schemas.openxmlformats.org/drawingml/2006/main" noGrp="1"/>
          </p:cNvSpPr>
          <p:nvPr/>
        </p:nvSpPr>
        <p:spPr>
          <a:xfrm xmlns:a="http://schemas.openxmlformats.org/drawingml/2006/main">
            <a:off x="12820650" y="2981325"/>
            <a:ext cx="5067300" cy="1819275"/>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01" name="DP4 object 106">
            <a:extLst xmlns:a="http://schemas.openxmlformats.org/drawingml/2006/main">
              <a:ext uri="{FF2B5EF4-FFF2-40B4-BE49-F238E27FC236}">
                <a16:creationId xmlns:a16="http://schemas.microsoft.com/office/drawing/2014/main" id="{5B2CF914-3775-4D3A-95C1-F0B9FCA63C75}"/>
              </a:ext>
            </a:extLst>
          </p:cNvPr>
          <p:cNvSpPr>
            <a:spLocks xmlns:a="http://schemas.openxmlformats.org/drawingml/2006/main" noGrp="1"/>
          </p:cNvSpPr>
          <p:nvPr/>
        </p:nvSpPr>
        <p:spPr>
          <a:xfrm xmlns:a="http://schemas.openxmlformats.org/drawingml/2006/main">
            <a:off x="12896850" y="3000375"/>
            <a:ext cx="491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Context Manager</a:t>
            </a:r>
          </a:p>
        </p:txBody>
      </p:sp>
      <p:sp>
        <p:nvSpPr>
          <p:cNvPr id="102" name="Editable path 107">
            <a:extLst xmlns:a="http://schemas.openxmlformats.org/drawingml/2006/main">
              <a:ext uri="{FF2B5EF4-FFF2-40B4-BE49-F238E27FC236}">
                <a16:creationId xmlns:a16="http://schemas.microsoft.com/office/drawing/2014/main" id="{E31B639F-0F20-4F02-8425-DD71925451D9}"/>
              </a:ext>
            </a:extLst>
          </p:cNvPr>
          <p:cNvSpPr>
            <a:spLocks xmlns:a="http://schemas.openxmlformats.org/drawingml/2006/main" noGrp="1"/>
          </p:cNvSpPr>
          <p:nvPr/>
        </p:nvSpPr>
        <p:spPr>
          <a:xfrm xmlns:a="http://schemas.openxmlformats.org/drawingml/2006/main">
            <a:off x="12820650" y="3324225"/>
            <a:ext cx="5067300" cy="953"/>
          </a:xfrm>
          <a:custGeom xmlns:a="http://schemas.openxmlformats.org/drawingml/2006/main">
            <a:pathLst>
              <a:path w="5067300" h="953">
                <a:moveTo>
                  <a:pt x="0" y="0"/>
                </a:moveTo>
                <a:lnTo>
                  <a:pt x="5067300" y="0"/>
                </a:lnTo>
              </a:path>
            </a:pathLst>
          </a:custGeom>
          <a:noFill xmlns:a="http://schemas.openxmlformats.org/drawingml/2006/main"/>
          <a:ln xmlns:a="http://schemas.openxmlformats.org/drawingml/2006/main" w="13335">
            <a:solidFill>
              <a:srgbClr val="111111"/>
            </a:solidFill>
            <a:prstDash val="solid"/>
          </a:ln>
        </p:spPr>
      </p:sp>
      <p:sp>
        <p:nvSpPr>
          <p:cNvPr id="103" name="필수 명세·자료 목록 구성">
            <a:extLst xmlns:a="http://schemas.openxmlformats.org/drawingml/2006/main">
              <a:ext uri="{FF2B5EF4-FFF2-40B4-BE49-F238E27FC236}">
                <a16:creationId xmlns:a16="http://schemas.microsoft.com/office/drawing/2014/main" id="{7EB817C6-C8D7-49A1-A2FC-0734DC3E45F1}"/>
              </a:ext>
            </a:extLst>
          </p:cNvPr>
          <p:cNvSpPr>
            <a:spLocks xmlns:a="http://schemas.openxmlformats.org/drawingml/2006/main" noGrp="1"/>
          </p:cNvSpPr>
          <p:nvPr/>
        </p:nvSpPr>
        <p:spPr>
          <a:xfrm xmlns:a="http://schemas.openxmlformats.org/drawingml/2006/main">
            <a:off x="12944475" y="3419475"/>
            <a:ext cx="2295525" cy="3619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104" name="DP4 object 108">
            <a:extLst xmlns:a="http://schemas.openxmlformats.org/drawingml/2006/main">
              <a:ext uri="{FF2B5EF4-FFF2-40B4-BE49-F238E27FC236}">
                <a16:creationId xmlns:a16="http://schemas.microsoft.com/office/drawing/2014/main" id="{3DF0B37F-025E-4162-952F-87036C295636}"/>
              </a:ext>
            </a:extLst>
          </p:cNvPr>
          <p:cNvSpPr>
            <a:spLocks xmlns:a="http://schemas.openxmlformats.org/drawingml/2006/main" noGrp="1"/>
          </p:cNvSpPr>
          <p:nvPr/>
        </p:nvSpPr>
        <p:spPr>
          <a:xfrm xmlns:a="http://schemas.openxmlformats.org/drawingml/2006/main">
            <a:off x="13011150" y="3457575"/>
            <a:ext cx="2162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1">
                <a:solidFill>
                  <a:srgbClr val="111111"/>
                </a:solidFill>
                <a:latin typeface="Apple SD Gothic Neo"/>
                <a:ea typeface="Apple SD Gothic Neo"/>
                <a:cs typeface="Apple SD Gothic Neo"/>
              </a:defRPr>
            </a:defPPr>
            <a:lvl1pPr algn="ctr">
              <a:defRPr sz="1575" b="1">
                <a:solidFill>
                  <a:srgbClr val="111111"/>
                </a:solidFill>
                <a:latin typeface="Apple SD Gothic Neo"/>
                <a:ea typeface="Apple SD Gothic Neo"/>
                <a:cs typeface="Apple SD Gothic Neo"/>
              </a:defRPr>
            </a:lvl1pPr>
            <a:lvl2pPr algn="ctr">
              <a:defRPr sz="1575" b="1">
                <a:solidFill>
                  <a:srgbClr val="111111"/>
                </a:solidFill>
                <a:latin typeface="Apple SD Gothic Neo"/>
                <a:ea typeface="Apple SD Gothic Neo"/>
                <a:cs typeface="Apple SD Gothic Neo"/>
              </a:defRPr>
            </a:lvl2pPr>
            <a:lvl3pPr algn="ctr">
              <a:defRPr sz="1575" b="1">
                <a:solidFill>
                  <a:srgbClr val="111111"/>
                </a:solidFill>
                <a:latin typeface="Apple SD Gothic Neo"/>
                <a:ea typeface="Apple SD Gothic Neo"/>
                <a:cs typeface="Apple SD Gothic Neo"/>
              </a:defRPr>
            </a:lvl3pPr>
            <a:lvl4pPr algn="ctr">
              <a:defRPr sz="1575" b="1">
                <a:solidFill>
                  <a:srgbClr val="111111"/>
                </a:solidFill>
                <a:latin typeface="Apple SD Gothic Neo"/>
                <a:ea typeface="Apple SD Gothic Neo"/>
                <a:cs typeface="Apple SD Gothic Neo"/>
              </a:defRPr>
            </a:lvl4pPr>
            <a:lvl5pPr algn="ctr">
              <a:defRPr sz="1575" b="1">
                <a:solidFill>
                  <a:srgbClr val="111111"/>
                </a:solidFill>
                <a:latin typeface="Apple SD Gothic Neo"/>
                <a:ea typeface="Apple SD Gothic Neo"/>
                <a:cs typeface="Apple SD Gothic Neo"/>
              </a:defRPr>
            </a:lvl5pPr>
            <a:lvl6pPr algn="ctr">
              <a:defRPr sz="1575" b="1">
                <a:solidFill>
                  <a:srgbClr val="111111"/>
                </a:solidFill>
                <a:latin typeface="Apple SD Gothic Neo"/>
                <a:ea typeface="Apple SD Gothic Neo"/>
                <a:cs typeface="Apple SD Gothic Neo"/>
              </a:defRPr>
            </a:lvl6pPr>
            <a:lvl7pPr algn="ctr">
              <a:defRPr sz="1575" b="1">
                <a:solidFill>
                  <a:srgbClr val="111111"/>
                </a:solidFill>
                <a:latin typeface="Apple SD Gothic Neo"/>
                <a:ea typeface="Apple SD Gothic Neo"/>
                <a:cs typeface="Apple SD Gothic Neo"/>
              </a:defRPr>
            </a:lvl7pPr>
            <a:lvl8pPr algn="ctr">
              <a:defRPr sz="1575" b="1">
                <a:solidFill>
                  <a:srgbClr val="111111"/>
                </a:solidFill>
                <a:latin typeface="Apple SD Gothic Neo"/>
                <a:ea typeface="Apple SD Gothic Neo"/>
                <a:cs typeface="Apple SD Gothic Neo"/>
              </a:defRPr>
            </a:lvl8pPr>
            <a:lvl9pPr algn="ctr">
              <a:defRPr sz="1575" b="1">
                <a:solidFill>
                  <a:srgbClr val="111111"/>
                </a:solidFill>
                <a:latin typeface="Apple SD Gothic Neo"/>
                <a:ea typeface="Apple SD Gothic Neo"/>
                <a:cs typeface="Apple SD Gothic Neo"/>
              </a:defRPr>
            </a:lvl9pPr>
          </a:lstStyle>
          <a:p xmlns:a="http://schemas.openxmlformats.org/drawingml/2006/main">
            <a:pPr algn="ctr">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필수 명세·자료 목록 구성</a:t>
            </a:r>
          </a:p>
        </p:txBody>
      </p:sp>
      <p:sp>
        <p:nvSpPr>
          <p:cNvPr id="105" name="Editable path 109">
            <a:extLst xmlns:a="http://schemas.openxmlformats.org/drawingml/2006/main">
              <a:ext uri="{FF2B5EF4-FFF2-40B4-BE49-F238E27FC236}">
                <a16:creationId xmlns:a16="http://schemas.microsoft.com/office/drawing/2014/main" id="{A0D92CC4-EDCD-4BC6-90B2-C0657D643D03}"/>
              </a:ext>
            </a:extLst>
          </p:cNvPr>
          <p:cNvSpPr>
            <a:spLocks xmlns:a="http://schemas.openxmlformats.org/drawingml/2006/main" noGrp="1"/>
          </p:cNvSpPr>
          <p:nvPr/>
        </p:nvSpPr>
        <p:spPr>
          <a:xfrm xmlns:a="http://schemas.openxmlformats.org/drawingml/2006/main">
            <a:off x="14077950" y="2838450"/>
            <a:ext cx="953" cy="581025"/>
          </a:xfrm>
          <a:custGeom xmlns:a="http://schemas.openxmlformats.org/drawingml/2006/main">
            <a:pathLst>
              <a:path w="953" h="581025">
                <a:moveTo>
                  <a:pt x="0" y="0"/>
                </a:moveTo>
                <a:lnTo>
                  <a:pt x="0" y="581025"/>
                </a:lnTo>
              </a:path>
            </a:pathLst>
          </a:custGeom>
          <a:noFill xmlns:a="http://schemas.openxmlformats.org/drawingml/2006/main"/>
          <a:ln xmlns:a="http://schemas.openxmlformats.org/drawingml/2006/main" w="19050">
            <a:solidFill>
              <a:srgbClr val="111111"/>
            </a:solidFill>
            <a:prstDash val="solid"/>
          </a:ln>
        </p:spPr>
      </p:sp>
      <p:sp>
        <p:nvSpPr>
          <p:cNvPr id="106" name="Editable arrowhead 110">
            <a:extLst xmlns:a="http://schemas.openxmlformats.org/drawingml/2006/main">
              <a:ext uri="{FF2B5EF4-FFF2-40B4-BE49-F238E27FC236}">
                <a16:creationId xmlns:a16="http://schemas.microsoft.com/office/drawing/2014/main" id="{9EA576E8-507D-4B79-A853-96AE50F6864A}"/>
              </a:ext>
            </a:extLst>
          </p:cNvPr>
          <p:cNvSpPr>
            <a:spLocks xmlns:a="http://schemas.openxmlformats.org/drawingml/2006/main" noGrp="1"/>
          </p:cNvSpPr>
          <p:nvPr/>
        </p:nvSpPr>
        <p:spPr>
          <a:xfrm xmlns:a="http://schemas.openxmlformats.org/drawingml/2006/main">
            <a:off x="14030325" y="33242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7" name="DP4 object 111">
            <a:extLst xmlns:a="http://schemas.openxmlformats.org/drawingml/2006/main">
              <a:ext uri="{FF2B5EF4-FFF2-40B4-BE49-F238E27FC236}">
                <a16:creationId xmlns:a16="http://schemas.microsoft.com/office/drawing/2014/main" id="{A6EC514E-CEDF-45D9-BE93-AEE4736EEC3C}"/>
              </a:ext>
            </a:extLst>
          </p:cNvPr>
          <p:cNvSpPr>
            <a:spLocks xmlns:a="http://schemas.openxmlformats.org/drawingml/2006/main" noGrp="1"/>
          </p:cNvSpPr>
          <p:nvPr/>
        </p:nvSpPr>
        <p:spPr>
          <a:xfrm xmlns:a="http://schemas.openxmlformats.org/drawingml/2006/main">
            <a:off x="12944475" y="3895725"/>
            <a:ext cx="2295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필수 조건은 VIA가 명시</a:t>
            </a:r>
          </a:p>
        </p:txBody>
      </p:sp>
      <p:sp>
        <p:nvSpPr>
          <p:cNvPr id="108" name="Editable path 112">
            <a:extLst xmlns:a="http://schemas.openxmlformats.org/drawingml/2006/main">
              <a:ext uri="{FF2B5EF4-FFF2-40B4-BE49-F238E27FC236}">
                <a16:creationId xmlns:a16="http://schemas.microsoft.com/office/drawing/2014/main" id="{B90825B4-7D44-42D1-9CCB-287159DBD788}"/>
              </a:ext>
            </a:extLst>
          </p:cNvPr>
          <p:cNvSpPr>
            <a:spLocks xmlns:a="http://schemas.openxmlformats.org/drawingml/2006/main" noGrp="1"/>
          </p:cNvSpPr>
          <p:nvPr/>
        </p:nvSpPr>
        <p:spPr>
          <a:xfrm xmlns:a="http://schemas.openxmlformats.org/drawingml/2006/main">
            <a:off x="14087475" y="3781425"/>
            <a:ext cx="953" cy="95250"/>
          </a:xfrm>
          <a:custGeom xmlns:a="http://schemas.openxmlformats.org/drawingml/2006/main">
            <a:pathLst>
              <a:path w="953" h="95250">
                <a:moveTo>
                  <a:pt x="0" y="0"/>
                </a:moveTo>
                <a:lnTo>
                  <a:pt x="0" y="95250"/>
                </a:lnTo>
              </a:path>
            </a:pathLst>
          </a:custGeom>
          <a:noFill xmlns:a="http://schemas.openxmlformats.org/drawingml/2006/main"/>
          <a:ln xmlns:a="http://schemas.openxmlformats.org/drawingml/2006/main" w="19050">
            <a:solidFill>
              <a:srgbClr val="111111"/>
            </a:solidFill>
            <a:prstDash val="solid"/>
          </a:ln>
        </p:spPr>
      </p:sp>
      <p:sp>
        <p:nvSpPr>
          <p:cNvPr id="109" name="Editable arrowhead 113">
            <a:extLst xmlns:a="http://schemas.openxmlformats.org/drawingml/2006/main">
              <a:ext uri="{FF2B5EF4-FFF2-40B4-BE49-F238E27FC236}">
                <a16:creationId xmlns:a16="http://schemas.microsoft.com/office/drawing/2014/main" id="{5477AB30-B838-4020-8EB0-F1A0A5EE280B}"/>
              </a:ext>
            </a:extLst>
          </p:cNvPr>
          <p:cNvSpPr>
            <a:spLocks xmlns:a="http://schemas.openxmlformats.org/drawingml/2006/main" noGrp="1"/>
          </p:cNvSpPr>
          <p:nvPr/>
        </p:nvSpPr>
        <p:spPr>
          <a:xfrm xmlns:a="http://schemas.openxmlformats.org/drawingml/2006/main">
            <a:off x="14039850" y="37814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10" name="Editable path 114">
            <a:extLst xmlns:a="http://schemas.openxmlformats.org/drawingml/2006/main">
              <a:ext uri="{FF2B5EF4-FFF2-40B4-BE49-F238E27FC236}">
                <a16:creationId xmlns:a16="http://schemas.microsoft.com/office/drawing/2014/main" id="{1C3645A4-F850-44BF-BA05-49724D757449}"/>
              </a:ext>
            </a:extLst>
          </p:cNvPr>
          <p:cNvSpPr>
            <a:spLocks xmlns:a="http://schemas.openxmlformats.org/drawingml/2006/main" noGrp="1"/>
          </p:cNvSpPr>
          <p:nvPr/>
        </p:nvSpPr>
        <p:spPr>
          <a:xfrm xmlns:a="http://schemas.openxmlformats.org/drawingml/2006/main">
            <a:off x="14087475" y="4210050"/>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9050">
            <a:solidFill>
              <a:srgbClr val="111111"/>
            </a:solidFill>
            <a:prstDash val="solid"/>
          </a:ln>
        </p:spPr>
      </p:sp>
      <p:sp>
        <p:nvSpPr>
          <p:cNvPr id="111" name="Editable arrowhead 115">
            <a:extLst xmlns:a="http://schemas.openxmlformats.org/drawingml/2006/main">
              <a:ext uri="{FF2B5EF4-FFF2-40B4-BE49-F238E27FC236}">
                <a16:creationId xmlns:a16="http://schemas.microsoft.com/office/drawing/2014/main" id="{6C838DC4-E71F-421D-890A-0954052CF1D0}"/>
              </a:ext>
            </a:extLst>
          </p:cNvPr>
          <p:cNvSpPr>
            <a:spLocks xmlns:a="http://schemas.openxmlformats.org/drawingml/2006/main" noGrp="1"/>
          </p:cNvSpPr>
          <p:nvPr/>
        </p:nvSpPr>
        <p:spPr>
          <a:xfrm xmlns:a="http://schemas.openxmlformats.org/drawingml/2006/main">
            <a:off x="14039850" y="42576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12" name="manifest / 필수 조건·참조">
            <a:extLst xmlns:a="http://schemas.openxmlformats.org/drawingml/2006/main">
              <a:ext uri="{FF2B5EF4-FFF2-40B4-BE49-F238E27FC236}">
                <a16:creationId xmlns:a16="http://schemas.microsoft.com/office/drawing/2014/main" id="{610FFCB4-3A2E-418C-A094-8668DB675289}"/>
              </a:ext>
            </a:extLst>
          </p:cNvPr>
          <p:cNvSpPr>
            <a:spLocks xmlns:a="http://schemas.openxmlformats.org/drawingml/2006/main" noGrp="1"/>
          </p:cNvSpPr>
          <p:nvPr/>
        </p:nvSpPr>
        <p:spPr>
          <a:xfrm xmlns:a="http://schemas.openxmlformats.org/drawingml/2006/main">
            <a:off x="12944475" y="4352925"/>
            <a:ext cx="2295525" cy="3524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113" name="DP4 object 116">
            <a:extLst xmlns:a="http://schemas.openxmlformats.org/drawingml/2006/main">
              <a:ext uri="{FF2B5EF4-FFF2-40B4-BE49-F238E27FC236}">
                <a16:creationId xmlns:a16="http://schemas.microsoft.com/office/drawing/2014/main" id="{F1644766-16AC-4C82-8842-EC46C30B2C38}"/>
              </a:ext>
            </a:extLst>
          </p:cNvPr>
          <p:cNvSpPr>
            <a:spLocks xmlns:a="http://schemas.openxmlformats.org/drawingml/2006/main" noGrp="1"/>
          </p:cNvSpPr>
          <p:nvPr/>
        </p:nvSpPr>
        <p:spPr>
          <a:xfrm xmlns:a="http://schemas.openxmlformats.org/drawingml/2006/main">
            <a:off x="12992100" y="4457700"/>
            <a:ext cx="2200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manifest / 필수 조건·참조</a:t>
            </a:r>
          </a:p>
        </p:txBody>
      </p:sp>
      <p:sp>
        <p:nvSpPr>
          <p:cNvPr id="114" name="요청 범위 읽기 제공&#10;권한·판본·철회 검사">
            <a:extLst xmlns:a="http://schemas.openxmlformats.org/drawingml/2006/main">
              <a:ext uri="{FF2B5EF4-FFF2-40B4-BE49-F238E27FC236}">
                <a16:creationId xmlns:a16="http://schemas.microsoft.com/office/drawing/2014/main" id="{8A2DAE4B-E89E-4866-9967-4263B092DC98}"/>
              </a:ext>
            </a:extLst>
          </p:cNvPr>
          <p:cNvSpPr>
            <a:spLocks xmlns:a="http://schemas.openxmlformats.org/drawingml/2006/main" noGrp="1"/>
          </p:cNvSpPr>
          <p:nvPr/>
        </p:nvSpPr>
        <p:spPr>
          <a:xfrm xmlns:a="http://schemas.openxmlformats.org/drawingml/2006/main">
            <a:off x="15535275" y="3419475"/>
            <a:ext cx="2181225" cy="5905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115" name="DP4 object 117">
            <a:extLst xmlns:a="http://schemas.openxmlformats.org/drawingml/2006/main">
              <a:ext uri="{FF2B5EF4-FFF2-40B4-BE49-F238E27FC236}">
                <a16:creationId xmlns:a16="http://schemas.microsoft.com/office/drawing/2014/main" id="{D7474D8D-C54C-4D93-A190-A85A15B5AC47}"/>
              </a:ext>
            </a:extLst>
          </p:cNvPr>
          <p:cNvSpPr>
            <a:spLocks xmlns:a="http://schemas.openxmlformats.org/drawingml/2006/main" noGrp="1"/>
          </p:cNvSpPr>
          <p:nvPr/>
        </p:nvSpPr>
        <p:spPr>
          <a:xfrm xmlns:a="http://schemas.openxmlformats.org/drawingml/2006/main">
            <a:off x="15601950" y="3457575"/>
            <a:ext cx="2047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요청 범위 읽기 제공</a:t>
            </a:r>
          </a:p>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권한·판본·철회 검사</a:t>
            </a:r>
          </a:p>
        </p:txBody>
      </p:sp>
      <p:sp>
        <p:nvSpPr>
          <p:cNvPr id="116" name="lease / read receipt">
            <a:extLst xmlns:a="http://schemas.openxmlformats.org/drawingml/2006/main">
              <a:ext uri="{FF2B5EF4-FFF2-40B4-BE49-F238E27FC236}">
                <a16:creationId xmlns:a16="http://schemas.microsoft.com/office/drawing/2014/main" id="{856B9E40-8DFD-4924-92E9-3F5D8C6A2D3C}"/>
              </a:ext>
            </a:extLst>
          </p:cNvPr>
          <p:cNvSpPr>
            <a:spLocks xmlns:a="http://schemas.openxmlformats.org/drawingml/2006/main" noGrp="1"/>
          </p:cNvSpPr>
          <p:nvPr/>
        </p:nvSpPr>
        <p:spPr>
          <a:xfrm xmlns:a="http://schemas.openxmlformats.org/drawingml/2006/main">
            <a:off x="15535275" y="4295775"/>
            <a:ext cx="2181225" cy="4095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117" name="DP4 object 118">
            <a:extLst xmlns:a="http://schemas.openxmlformats.org/drawingml/2006/main">
              <a:ext uri="{FF2B5EF4-FFF2-40B4-BE49-F238E27FC236}">
                <a16:creationId xmlns:a16="http://schemas.microsoft.com/office/drawing/2014/main" id="{570DF3C0-CA7E-4F44-A5E8-68733FD9914F}"/>
              </a:ext>
            </a:extLst>
          </p:cNvPr>
          <p:cNvSpPr>
            <a:spLocks xmlns:a="http://schemas.openxmlformats.org/drawingml/2006/main" noGrp="1"/>
          </p:cNvSpPr>
          <p:nvPr/>
        </p:nvSpPr>
        <p:spPr>
          <a:xfrm xmlns:a="http://schemas.openxmlformats.org/drawingml/2006/main">
            <a:off x="15582900" y="4400550"/>
            <a:ext cx="20859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lease / read receipt</a:t>
            </a:r>
          </a:p>
        </p:txBody>
      </p:sp>
      <p:sp>
        <p:nvSpPr>
          <p:cNvPr id="118" name="Editable path 119">
            <a:extLst xmlns:a="http://schemas.openxmlformats.org/drawingml/2006/main">
              <a:ext uri="{FF2B5EF4-FFF2-40B4-BE49-F238E27FC236}">
                <a16:creationId xmlns:a16="http://schemas.microsoft.com/office/drawing/2014/main" id="{094D4916-5940-46B7-82A7-C783F92CBED2}"/>
              </a:ext>
            </a:extLst>
          </p:cNvPr>
          <p:cNvSpPr>
            <a:spLocks xmlns:a="http://schemas.openxmlformats.org/drawingml/2006/main" noGrp="1"/>
          </p:cNvSpPr>
          <p:nvPr/>
        </p:nvSpPr>
        <p:spPr>
          <a:xfrm xmlns:a="http://schemas.openxmlformats.org/drawingml/2006/main">
            <a:off x="16630650" y="4010025"/>
            <a:ext cx="953" cy="285750"/>
          </a:xfrm>
          <a:custGeom xmlns:a="http://schemas.openxmlformats.org/drawingml/2006/main">
            <a:pathLst>
              <a:path w="953" h="285750">
                <a:moveTo>
                  <a:pt x="0" y="0"/>
                </a:moveTo>
                <a:lnTo>
                  <a:pt x="0" y="285750"/>
                </a:lnTo>
              </a:path>
            </a:pathLst>
          </a:custGeom>
          <a:noFill xmlns:a="http://schemas.openxmlformats.org/drawingml/2006/main"/>
          <a:ln xmlns:a="http://schemas.openxmlformats.org/drawingml/2006/main" w="18098">
            <a:solidFill>
              <a:srgbClr val="111111"/>
            </a:solidFill>
            <a:prstDash val="solid"/>
          </a:ln>
        </p:spPr>
      </p:sp>
      <p:sp>
        <p:nvSpPr>
          <p:cNvPr id="119" name="Editable arrowhead 120">
            <a:extLst xmlns:a="http://schemas.openxmlformats.org/drawingml/2006/main">
              <a:ext uri="{FF2B5EF4-FFF2-40B4-BE49-F238E27FC236}">
                <a16:creationId xmlns:a16="http://schemas.microsoft.com/office/drawing/2014/main" id="{67AE8DF0-027F-48BA-A367-59CF6B033058}"/>
              </a:ext>
            </a:extLst>
          </p:cNvPr>
          <p:cNvSpPr>
            <a:spLocks xmlns:a="http://schemas.openxmlformats.org/drawingml/2006/main" noGrp="1"/>
          </p:cNvSpPr>
          <p:nvPr/>
        </p:nvSpPr>
        <p:spPr>
          <a:xfrm xmlns:a="http://schemas.openxmlformats.org/drawingml/2006/main">
            <a:off x="16583025" y="42005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20" name="Task Manager&#10;명령 확정">
            <a:extLst xmlns:a="http://schemas.openxmlformats.org/drawingml/2006/main">
              <a:ext uri="{FF2B5EF4-FFF2-40B4-BE49-F238E27FC236}">
                <a16:creationId xmlns:a16="http://schemas.microsoft.com/office/drawing/2014/main" id="{E9108E5D-EEBE-4622-AE12-A984B9879912}"/>
              </a:ext>
            </a:extLst>
          </p:cNvPr>
          <p:cNvSpPr>
            <a:spLocks xmlns:a="http://schemas.openxmlformats.org/drawingml/2006/main" noGrp="1"/>
          </p:cNvSpPr>
          <p:nvPr/>
        </p:nvSpPr>
        <p:spPr>
          <a:xfrm xmlns:a="http://schemas.openxmlformats.org/drawingml/2006/main">
            <a:off x="12944475" y="4933950"/>
            <a:ext cx="2295525" cy="523875"/>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121" name="DP4 object 121">
            <a:extLst xmlns:a="http://schemas.openxmlformats.org/drawingml/2006/main">
              <a:ext uri="{FF2B5EF4-FFF2-40B4-BE49-F238E27FC236}">
                <a16:creationId xmlns:a16="http://schemas.microsoft.com/office/drawing/2014/main" id="{193385EF-A766-4B6D-8BCF-CF089E604AAA}"/>
              </a:ext>
            </a:extLst>
          </p:cNvPr>
          <p:cNvSpPr>
            <a:spLocks xmlns:a="http://schemas.openxmlformats.org/drawingml/2006/main" noGrp="1"/>
          </p:cNvSpPr>
          <p:nvPr/>
        </p:nvSpPr>
        <p:spPr>
          <a:xfrm xmlns:a="http://schemas.openxmlformats.org/drawingml/2006/main">
            <a:off x="13011150" y="4972050"/>
            <a:ext cx="21621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Task Manager</a:t>
            </a:r>
          </a:p>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명령 확정</a:t>
            </a:r>
          </a:p>
        </p:txBody>
      </p:sp>
      <p:sp>
        <p:nvSpPr>
          <p:cNvPr id="122" name="Agent Gateway&#10;전송 / READ 연결">
            <a:extLst xmlns:a="http://schemas.openxmlformats.org/drawingml/2006/main">
              <a:ext uri="{FF2B5EF4-FFF2-40B4-BE49-F238E27FC236}">
                <a16:creationId xmlns:a16="http://schemas.microsoft.com/office/drawing/2014/main" id="{33DA8294-7F9A-4970-9CF3-F7BDF45F2055}"/>
              </a:ext>
            </a:extLst>
          </p:cNvPr>
          <p:cNvSpPr>
            <a:spLocks xmlns:a="http://schemas.openxmlformats.org/drawingml/2006/main" noGrp="1"/>
          </p:cNvSpPr>
          <p:nvPr/>
        </p:nvSpPr>
        <p:spPr>
          <a:xfrm xmlns:a="http://schemas.openxmlformats.org/drawingml/2006/main">
            <a:off x="15535275" y="4933950"/>
            <a:ext cx="2181225" cy="523875"/>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123" name="DP4 object 122">
            <a:extLst xmlns:a="http://schemas.openxmlformats.org/drawingml/2006/main">
              <a:ext uri="{FF2B5EF4-FFF2-40B4-BE49-F238E27FC236}">
                <a16:creationId xmlns:a16="http://schemas.microsoft.com/office/drawing/2014/main" id="{FF12ABF6-D827-4303-8E06-B657D7F7B401}"/>
              </a:ext>
            </a:extLst>
          </p:cNvPr>
          <p:cNvSpPr>
            <a:spLocks xmlns:a="http://schemas.openxmlformats.org/drawingml/2006/main" noGrp="1"/>
          </p:cNvSpPr>
          <p:nvPr/>
        </p:nvSpPr>
        <p:spPr>
          <a:xfrm xmlns:a="http://schemas.openxmlformats.org/drawingml/2006/main">
            <a:off x="15601950" y="4972050"/>
            <a:ext cx="2047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Agent Gateway</a:t>
            </a:r>
          </a:p>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전송 / READ 연결</a:t>
            </a:r>
          </a:p>
        </p:txBody>
      </p:sp>
      <p:sp>
        <p:nvSpPr>
          <p:cNvPr id="124" name="Editable path 123">
            <a:extLst xmlns:a="http://schemas.openxmlformats.org/drawingml/2006/main">
              <a:ext uri="{FF2B5EF4-FFF2-40B4-BE49-F238E27FC236}">
                <a16:creationId xmlns:a16="http://schemas.microsoft.com/office/drawing/2014/main" id="{C7BDD30F-75DB-4762-8B0C-45CBE42D96BB}"/>
              </a:ext>
            </a:extLst>
          </p:cNvPr>
          <p:cNvSpPr>
            <a:spLocks xmlns:a="http://schemas.openxmlformats.org/drawingml/2006/main" noGrp="1"/>
          </p:cNvSpPr>
          <p:nvPr/>
        </p:nvSpPr>
        <p:spPr>
          <a:xfrm xmlns:a="http://schemas.openxmlformats.org/drawingml/2006/main">
            <a:off x="14087475" y="4705350"/>
            <a:ext cx="953" cy="228600"/>
          </a:xfrm>
          <a:custGeom xmlns:a="http://schemas.openxmlformats.org/drawingml/2006/main">
            <a:pathLst>
              <a:path w="953" h="228600">
                <a:moveTo>
                  <a:pt x="0" y="0"/>
                </a:moveTo>
                <a:lnTo>
                  <a:pt x="0" y="228600"/>
                </a:lnTo>
              </a:path>
            </a:pathLst>
          </a:custGeom>
          <a:noFill xmlns:a="http://schemas.openxmlformats.org/drawingml/2006/main"/>
          <a:ln xmlns:a="http://schemas.openxmlformats.org/drawingml/2006/main" w="19050">
            <a:solidFill>
              <a:srgbClr val="111111"/>
            </a:solidFill>
            <a:prstDash val="solid"/>
          </a:ln>
        </p:spPr>
      </p:sp>
      <p:sp>
        <p:nvSpPr>
          <p:cNvPr id="125" name="Editable arrowhead 124">
            <a:extLst xmlns:a="http://schemas.openxmlformats.org/drawingml/2006/main">
              <a:ext uri="{FF2B5EF4-FFF2-40B4-BE49-F238E27FC236}">
                <a16:creationId xmlns:a16="http://schemas.microsoft.com/office/drawing/2014/main" id="{54E18BB5-D977-446D-8C10-963C65EC0D4B}"/>
              </a:ext>
            </a:extLst>
          </p:cNvPr>
          <p:cNvSpPr>
            <a:spLocks xmlns:a="http://schemas.openxmlformats.org/drawingml/2006/main" noGrp="1"/>
          </p:cNvSpPr>
          <p:nvPr/>
        </p:nvSpPr>
        <p:spPr>
          <a:xfrm xmlns:a="http://schemas.openxmlformats.org/drawingml/2006/main">
            <a:off x="14039850" y="48387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26" name="Editable path 125">
            <a:extLst xmlns:a="http://schemas.openxmlformats.org/drawingml/2006/main">
              <a:ext uri="{FF2B5EF4-FFF2-40B4-BE49-F238E27FC236}">
                <a16:creationId xmlns:a16="http://schemas.microsoft.com/office/drawing/2014/main" id="{CDD1E47A-F200-4028-B43A-E5E56DCD6555}"/>
              </a:ext>
            </a:extLst>
          </p:cNvPr>
          <p:cNvSpPr>
            <a:spLocks xmlns:a="http://schemas.openxmlformats.org/drawingml/2006/main" noGrp="1"/>
          </p:cNvSpPr>
          <p:nvPr/>
        </p:nvSpPr>
        <p:spPr>
          <a:xfrm xmlns:a="http://schemas.openxmlformats.org/drawingml/2006/main">
            <a:off x="15240000" y="5200650"/>
            <a:ext cx="295275" cy="953"/>
          </a:xfrm>
          <a:custGeom xmlns:a="http://schemas.openxmlformats.org/drawingml/2006/main">
            <a:pathLst>
              <a:path w="295275" h="953">
                <a:moveTo>
                  <a:pt x="0" y="0"/>
                </a:moveTo>
                <a:lnTo>
                  <a:pt x="295275" y="0"/>
                </a:lnTo>
              </a:path>
            </a:pathLst>
          </a:custGeom>
          <a:noFill xmlns:a="http://schemas.openxmlformats.org/drawingml/2006/main"/>
          <a:ln xmlns:a="http://schemas.openxmlformats.org/drawingml/2006/main" w="20003">
            <a:solidFill>
              <a:srgbClr val="111111"/>
            </a:solidFill>
            <a:prstDash val="solid"/>
          </a:ln>
        </p:spPr>
      </p:sp>
      <p:sp>
        <p:nvSpPr>
          <p:cNvPr id="127" name="Editable arrowhead 126">
            <a:extLst xmlns:a="http://schemas.openxmlformats.org/drawingml/2006/main">
              <a:ext uri="{FF2B5EF4-FFF2-40B4-BE49-F238E27FC236}">
                <a16:creationId xmlns:a16="http://schemas.microsoft.com/office/drawing/2014/main" id="{5B04A0CC-10E6-4F42-AA7B-2285947DE795}"/>
              </a:ext>
            </a:extLst>
          </p:cNvPr>
          <p:cNvSpPr>
            <a:spLocks xmlns:a="http://schemas.openxmlformats.org/drawingml/2006/main" noGrp="1"/>
          </p:cNvSpPr>
          <p:nvPr/>
        </p:nvSpPr>
        <p:spPr>
          <a:xfrm xmlns:a="http://schemas.openxmlformats.org/drawingml/2006/main">
            <a:off x="15440025" y="51530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28" name="외부 Downstream Agent&#10;상세 범위를 선택·요청">
            <a:extLst xmlns:a="http://schemas.openxmlformats.org/drawingml/2006/main">
              <a:ext uri="{FF2B5EF4-FFF2-40B4-BE49-F238E27FC236}">
                <a16:creationId xmlns:a16="http://schemas.microsoft.com/office/drawing/2014/main" id="{87904E23-4E64-4D78-8CB3-3D8082BF9B70}"/>
              </a:ext>
            </a:extLst>
          </p:cNvPr>
          <p:cNvSpPr>
            <a:spLocks xmlns:a="http://schemas.openxmlformats.org/drawingml/2006/main" noGrp="1"/>
          </p:cNvSpPr>
          <p:nvPr/>
        </p:nvSpPr>
        <p:spPr>
          <a:xfrm xmlns:a="http://schemas.openxmlformats.org/drawingml/2006/main">
            <a:off x="15535275" y="5657850"/>
            <a:ext cx="2181225" cy="3810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129" name="DP4 object 127">
            <a:extLst xmlns:a="http://schemas.openxmlformats.org/drawingml/2006/main">
              <a:ext uri="{FF2B5EF4-FFF2-40B4-BE49-F238E27FC236}">
                <a16:creationId xmlns:a16="http://schemas.microsoft.com/office/drawing/2014/main" id="{AEFD86D7-67FE-4974-AFAB-83CAD5BE7761}"/>
              </a:ext>
            </a:extLst>
          </p:cNvPr>
          <p:cNvSpPr>
            <a:spLocks xmlns:a="http://schemas.openxmlformats.org/drawingml/2006/main" noGrp="1"/>
          </p:cNvSpPr>
          <p:nvPr/>
        </p:nvSpPr>
        <p:spPr>
          <a:xfrm xmlns:a="http://schemas.openxmlformats.org/drawingml/2006/main">
            <a:off x="15601950" y="5695950"/>
            <a:ext cx="2047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외부 Downstream Agent</a:t>
            </a:r>
          </a:p>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상세 범위를 선택·요청</a:t>
            </a:r>
          </a:p>
        </p:txBody>
      </p:sp>
      <p:sp>
        <p:nvSpPr>
          <p:cNvPr id="130" name="Editable path 128">
            <a:extLst xmlns:a="http://schemas.openxmlformats.org/drawingml/2006/main">
              <a:ext uri="{FF2B5EF4-FFF2-40B4-BE49-F238E27FC236}">
                <a16:creationId xmlns:a16="http://schemas.microsoft.com/office/drawing/2014/main" id="{682AB429-A1E0-4C3A-862E-49E2436410EA}"/>
              </a:ext>
            </a:extLst>
          </p:cNvPr>
          <p:cNvSpPr>
            <a:spLocks xmlns:a="http://schemas.openxmlformats.org/drawingml/2006/main" noGrp="1"/>
          </p:cNvSpPr>
          <p:nvPr/>
        </p:nvSpPr>
        <p:spPr>
          <a:xfrm xmlns:a="http://schemas.openxmlformats.org/drawingml/2006/main">
            <a:off x="16240125" y="5457825"/>
            <a:ext cx="953" cy="200025"/>
          </a:xfrm>
          <a:custGeom xmlns:a="http://schemas.openxmlformats.org/drawingml/2006/main">
            <a:pathLst>
              <a:path w="953" h="200025">
                <a:moveTo>
                  <a:pt x="0" y="0"/>
                </a:moveTo>
                <a:lnTo>
                  <a:pt x="0" y="200025"/>
                </a:lnTo>
              </a:path>
            </a:pathLst>
          </a:custGeom>
          <a:noFill xmlns:a="http://schemas.openxmlformats.org/drawingml/2006/main"/>
          <a:ln xmlns:a="http://schemas.openxmlformats.org/drawingml/2006/main" w="19050">
            <a:solidFill>
              <a:srgbClr val="111111"/>
            </a:solidFill>
            <a:prstDash val="solid"/>
          </a:ln>
        </p:spPr>
      </p:sp>
      <p:sp>
        <p:nvSpPr>
          <p:cNvPr id="131" name="Editable arrowhead 129">
            <a:extLst xmlns:a="http://schemas.openxmlformats.org/drawingml/2006/main">
              <a:ext uri="{FF2B5EF4-FFF2-40B4-BE49-F238E27FC236}">
                <a16:creationId xmlns:a16="http://schemas.microsoft.com/office/drawing/2014/main" id="{181180F0-C4C9-45AA-9E1F-80D7F377B698}"/>
              </a:ext>
            </a:extLst>
          </p:cNvPr>
          <p:cNvSpPr>
            <a:spLocks xmlns:a="http://schemas.openxmlformats.org/drawingml/2006/main" noGrp="1"/>
          </p:cNvSpPr>
          <p:nvPr/>
        </p:nvSpPr>
        <p:spPr>
          <a:xfrm xmlns:a="http://schemas.openxmlformats.org/drawingml/2006/main">
            <a:off x="16192500" y="55626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32" name="Editable path 130">
            <a:extLst xmlns:a="http://schemas.openxmlformats.org/drawingml/2006/main">
              <a:ext uri="{FF2B5EF4-FFF2-40B4-BE49-F238E27FC236}">
                <a16:creationId xmlns:a16="http://schemas.microsoft.com/office/drawing/2014/main" id="{E23B4545-81F8-4B71-8202-03F65840C377}"/>
              </a:ext>
            </a:extLst>
          </p:cNvPr>
          <p:cNvSpPr>
            <a:spLocks xmlns:a="http://schemas.openxmlformats.org/drawingml/2006/main" noGrp="1"/>
          </p:cNvSpPr>
          <p:nvPr/>
        </p:nvSpPr>
        <p:spPr>
          <a:xfrm xmlns:a="http://schemas.openxmlformats.org/drawingml/2006/main">
            <a:off x="17002125" y="5457825"/>
            <a:ext cx="953" cy="200025"/>
          </a:xfrm>
          <a:custGeom xmlns:a="http://schemas.openxmlformats.org/drawingml/2006/main">
            <a:pathLst>
              <a:path w="953" h="200025">
                <a:moveTo>
                  <a:pt x="0" y="200025"/>
                </a:moveTo>
                <a:lnTo>
                  <a:pt x="0" y="0"/>
                </a:lnTo>
              </a:path>
            </a:pathLst>
          </a:custGeom>
          <a:noFill xmlns:a="http://schemas.openxmlformats.org/drawingml/2006/main"/>
          <a:ln xmlns:a="http://schemas.openxmlformats.org/drawingml/2006/main" w="19050">
            <a:solidFill>
              <a:srgbClr val="111111"/>
            </a:solidFill>
            <a:prstDash val="solid"/>
          </a:ln>
        </p:spPr>
      </p:sp>
      <p:sp>
        <p:nvSpPr>
          <p:cNvPr id="133" name="Editable arrowhead 131">
            <a:extLst xmlns:a="http://schemas.openxmlformats.org/drawingml/2006/main">
              <a:ext uri="{FF2B5EF4-FFF2-40B4-BE49-F238E27FC236}">
                <a16:creationId xmlns:a16="http://schemas.microsoft.com/office/drawing/2014/main" id="{93085EF9-BB6E-4A9D-B2E2-1323DC442ABC}"/>
              </a:ext>
            </a:extLst>
          </p:cNvPr>
          <p:cNvSpPr>
            <a:spLocks xmlns:a="http://schemas.openxmlformats.org/drawingml/2006/main" noGrp="1"/>
          </p:cNvSpPr>
          <p:nvPr/>
        </p:nvSpPr>
        <p:spPr>
          <a:xfrm xmlns:a="http://schemas.openxmlformats.org/drawingml/2006/main">
            <a:off x="16954500" y="545782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34" name="Editable path 132">
            <a:extLst xmlns:a="http://schemas.openxmlformats.org/drawingml/2006/main">
              <a:ext uri="{FF2B5EF4-FFF2-40B4-BE49-F238E27FC236}">
                <a16:creationId xmlns:a16="http://schemas.microsoft.com/office/drawing/2014/main" id="{3B749D47-3A86-4F5E-8A93-BCC14506F226}"/>
              </a:ext>
            </a:extLst>
          </p:cNvPr>
          <p:cNvSpPr>
            <a:spLocks xmlns:a="http://schemas.openxmlformats.org/drawingml/2006/main" noGrp="1"/>
          </p:cNvSpPr>
          <p:nvPr/>
        </p:nvSpPr>
        <p:spPr>
          <a:xfrm xmlns:a="http://schemas.openxmlformats.org/drawingml/2006/main">
            <a:off x="17716500" y="3657600"/>
            <a:ext cx="114300" cy="1428750"/>
          </a:xfrm>
          <a:custGeom xmlns:a="http://schemas.openxmlformats.org/drawingml/2006/main">
            <a:pathLst>
              <a:path w="114300" h="1428750">
                <a:moveTo>
                  <a:pt x="0" y="1428750"/>
                </a:moveTo>
                <a:lnTo>
                  <a:pt x="114300" y="1428750"/>
                </a:lnTo>
                <a:lnTo>
                  <a:pt x="114300" y="0"/>
                </a:lnTo>
                <a:lnTo>
                  <a:pt x="0" y="0"/>
                </a:lnTo>
              </a:path>
            </a:pathLst>
          </a:custGeom>
          <a:noFill xmlns:a="http://schemas.openxmlformats.org/drawingml/2006/main"/>
          <a:ln xmlns:a="http://schemas.openxmlformats.org/drawingml/2006/main" w="17145">
            <a:solidFill>
              <a:srgbClr val="111111"/>
            </a:solidFill>
            <a:prstDash val="dash"/>
          </a:ln>
        </p:spPr>
      </p:sp>
      <p:sp>
        <p:nvSpPr>
          <p:cNvPr id="135" name="Editable arrowhead 133">
            <a:extLst xmlns:a="http://schemas.openxmlformats.org/drawingml/2006/main">
              <a:ext uri="{FF2B5EF4-FFF2-40B4-BE49-F238E27FC236}">
                <a16:creationId xmlns:a16="http://schemas.microsoft.com/office/drawing/2014/main" id="{A0852ECD-0696-43B9-BF97-C186EA895A7C}"/>
              </a:ext>
            </a:extLst>
          </p:cNvPr>
          <p:cNvSpPr>
            <a:spLocks xmlns:a="http://schemas.openxmlformats.org/drawingml/2006/main" noGrp="1"/>
          </p:cNvSpPr>
          <p:nvPr/>
        </p:nvSpPr>
        <p:spPr>
          <a:xfrm xmlns:a="http://schemas.openxmlformats.org/drawingml/2006/main">
            <a:off x="17716500" y="3609975"/>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36" name="Editable path 134">
            <a:extLst xmlns:a="http://schemas.openxmlformats.org/drawingml/2006/main">
              <a:ext uri="{FF2B5EF4-FFF2-40B4-BE49-F238E27FC236}">
                <a16:creationId xmlns:a16="http://schemas.microsoft.com/office/drawing/2014/main" id="{C7367C11-350B-46EF-90B9-2BDF2EC51FA3}"/>
              </a:ext>
            </a:extLst>
          </p:cNvPr>
          <p:cNvSpPr>
            <a:spLocks xmlns:a="http://schemas.openxmlformats.org/drawingml/2006/main" noGrp="1"/>
          </p:cNvSpPr>
          <p:nvPr/>
        </p:nvSpPr>
        <p:spPr>
          <a:xfrm xmlns:a="http://schemas.openxmlformats.org/drawingml/2006/main">
            <a:off x="17716500" y="3895725"/>
            <a:ext cx="228600" cy="1400175"/>
          </a:xfrm>
          <a:custGeom xmlns:a="http://schemas.openxmlformats.org/drawingml/2006/main">
            <a:pathLst>
              <a:path w="228600" h="1400175">
                <a:moveTo>
                  <a:pt x="0" y="0"/>
                </a:moveTo>
                <a:lnTo>
                  <a:pt x="228600" y="0"/>
                </a:lnTo>
                <a:lnTo>
                  <a:pt x="228600" y="1400175"/>
                </a:lnTo>
                <a:lnTo>
                  <a:pt x="0" y="1400175"/>
                </a:lnTo>
              </a:path>
            </a:pathLst>
          </a:custGeom>
          <a:noFill xmlns:a="http://schemas.openxmlformats.org/drawingml/2006/main"/>
          <a:ln xmlns:a="http://schemas.openxmlformats.org/drawingml/2006/main" w="17145">
            <a:solidFill>
              <a:srgbClr val="111111"/>
            </a:solidFill>
            <a:prstDash val="solid"/>
          </a:ln>
        </p:spPr>
      </p:sp>
      <p:sp>
        <p:nvSpPr>
          <p:cNvPr id="137" name="Editable arrowhead 135">
            <a:extLst xmlns:a="http://schemas.openxmlformats.org/drawingml/2006/main">
              <a:ext uri="{FF2B5EF4-FFF2-40B4-BE49-F238E27FC236}">
                <a16:creationId xmlns:a16="http://schemas.microsoft.com/office/drawing/2014/main" id="{872E1943-52C7-4A8D-A6B0-68B6C994D945}"/>
              </a:ext>
            </a:extLst>
          </p:cNvPr>
          <p:cNvSpPr>
            <a:spLocks xmlns:a="http://schemas.openxmlformats.org/drawingml/2006/main" noGrp="1"/>
          </p:cNvSpPr>
          <p:nvPr/>
        </p:nvSpPr>
        <p:spPr>
          <a:xfrm xmlns:a="http://schemas.openxmlformats.org/drawingml/2006/main">
            <a:off x="17716500" y="5248275"/>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38" name="DP4 object 136">
            <a:extLst xmlns:a="http://schemas.openxmlformats.org/drawingml/2006/main">
              <a:ext uri="{FF2B5EF4-FFF2-40B4-BE49-F238E27FC236}">
                <a16:creationId xmlns:a16="http://schemas.microsoft.com/office/drawing/2014/main" id="{A07099A6-F084-4144-AE94-9065C5179FA1}"/>
              </a:ext>
            </a:extLst>
          </p:cNvPr>
          <p:cNvSpPr>
            <a:spLocks xmlns:a="http://schemas.openxmlformats.org/drawingml/2006/main" noGrp="1"/>
          </p:cNvSpPr>
          <p:nvPr/>
        </p:nvSpPr>
        <p:spPr>
          <a:xfrm xmlns:a="http://schemas.openxmlformats.org/drawingml/2006/main">
            <a:off x="12944475" y="5715000"/>
            <a:ext cx="22955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1">
                <a:solidFill>
                  <a:srgbClr val="111111"/>
                </a:solidFill>
                <a:latin typeface="Apple SD Gothic Neo"/>
                <a:ea typeface="Apple SD Gothic Neo"/>
                <a:cs typeface="Apple SD Gothic Neo"/>
              </a:defRPr>
            </a:defPPr>
            <a:lvl1pPr algn="ctr">
              <a:defRPr sz="1575" b="1">
                <a:solidFill>
                  <a:srgbClr val="111111"/>
                </a:solidFill>
                <a:latin typeface="Apple SD Gothic Neo"/>
                <a:ea typeface="Apple SD Gothic Neo"/>
                <a:cs typeface="Apple SD Gothic Neo"/>
              </a:defRPr>
            </a:lvl1pPr>
            <a:lvl2pPr algn="ctr">
              <a:defRPr sz="1575" b="1">
                <a:solidFill>
                  <a:srgbClr val="111111"/>
                </a:solidFill>
                <a:latin typeface="Apple SD Gothic Neo"/>
                <a:ea typeface="Apple SD Gothic Neo"/>
                <a:cs typeface="Apple SD Gothic Neo"/>
              </a:defRPr>
            </a:lvl2pPr>
            <a:lvl3pPr algn="ctr">
              <a:defRPr sz="1575" b="1">
                <a:solidFill>
                  <a:srgbClr val="111111"/>
                </a:solidFill>
                <a:latin typeface="Apple SD Gothic Neo"/>
                <a:ea typeface="Apple SD Gothic Neo"/>
                <a:cs typeface="Apple SD Gothic Neo"/>
              </a:defRPr>
            </a:lvl3pPr>
            <a:lvl4pPr algn="ctr">
              <a:defRPr sz="1575" b="1">
                <a:solidFill>
                  <a:srgbClr val="111111"/>
                </a:solidFill>
                <a:latin typeface="Apple SD Gothic Neo"/>
                <a:ea typeface="Apple SD Gothic Neo"/>
                <a:cs typeface="Apple SD Gothic Neo"/>
              </a:defRPr>
            </a:lvl4pPr>
            <a:lvl5pPr algn="ctr">
              <a:defRPr sz="1575" b="1">
                <a:solidFill>
                  <a:srgbClr val="111111"/>
                </a:solidFill>
                <a:latin typeface="Apple SD Gothic Neo"/>
                <a:ea typeface="Apple SD Gothic Neo"/>
                <a:cs typeface="Apple SD Gothic Neo"/>
              </a:defRPr>
            </a:lvl5pPr>
            <a:lvl6pPr algn="ctr">
              <a:defRPr sz="1575" b="1">
                <a:solidFill>
                  <a:srgbClr val="111111"/>
                </a:solidFill>
                <a:latin typeface="Apple SD Gothic Neo"/>
                <a:ea typeface="Apple SD Gothic Neo"/>
                <a:cs typeface="Apple SD Gothic Neo"/>
              </a:defRPr>
            </a:lvl6pPr>
            <a:lvl7pPr algn="ctr">
              <a:defRPr sz="1575" b="1">
                <a:solidFill>
                  <a:srgbClr val="111111"/>
                </a:solidFill>
                <a:latin typeface="Apple SD Gothic Neo"/>
                <a:ea typeface="Apple SD Gothic Neo"/>
                <a:cs typeface="Apple SD Gothic Neo"/>
              </a:defRPr>
            </a:lvl7pPr>
            <a:lvl8pPr algn="ctr">
              <a:defRPr sz="1575" b="1">
                <a:solidFill>
                  <a:srgbClr val="111111"/>
                </a:solidFill>
                <a:latin typeface="Apple SD Gothic Neo"/>
                <a:ea typeface="Apple SD Gothic Neo"/>
                <a:cs typeface="Apple SD Gothic Neo"/>
              </a:defRPr>
            </a:lvl8pPr>
            <a:lvl9pPr algn="ctr">
              <a:defRPr sz="1575" b="1">
                <a:solidFill>
                  <a:srgbClr val="111111"/>
                </a:solidFill>
                <a:latin typeface="Apple SD Gothic Neo"/>
                <a:ea typeface="Apple SD Gothic Neo"/>
                <a:cs typeface="Apple SD Gothic Neo"/>
              </a:defRPr>
            </a:lvl9pPr>
          </a:lstStyle>
          <a:p xmlns:a="http://schemas.openxmlformats.org/drawingml/2006/main">
            <a:pPr algn="ctr">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세부 선택은 수신자</a:t>
            </a:r>
          </a:p>
        </p:txBody>
      </p:sp>
      <p:sp>
        <p:nvSpPr>
          <p:cNvPr id="139" name="DP4 object 137">
            <a:extLst xmlns:a="http://schemas.openxmlformats.org/drawingml/2006/main">
              <a:ext uri="{FF2B5EF4-FFF2-40B4-BE49-F238E27FC236}">
                <a16:creationId xmlns:a16="http://schemas.microsoft.com/office/drawing/2014/main" id="{33B15A37-2E86-4270-ACC3-BE3FD8F1C491}"/>
              </a:ext>
            </a:extLst>
          </p:cNvPr>
          <p:cNvSpPr>
            <a:spLocks xmlns:a="http://schemas.openxmlformats.org/drawingml/2006/main" noGrp="1"/>
          </p:cNvSpPr>
          <p:nvPr/>
        </p:nvSpPr>
        <p:spPr>
          <a:xfrm xmlns:a="http://schemas.openxmlformats.org/drawingml/2006/main">
            <a:off x="12858750" y="33242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40" name="DP4 object 138">
            <a:extLst xmlns:a="http://schemas.openxmlformats.org/drawingml/2006/main">
              <a:ext uri="{FF2B5EF4-FFF2-40B4-BE49-F238E27FC236}">
                <a16:creationId xmlns:a16="http://schemas.microsoft.com/office/drawing/2014/main" id="{FABA86F7-C52A-4E18-9557-70E7C496DB44}"/>
              </a:ext>
            </a:extLst>
          </p:cNvPr>
          <p:cNvSpPr>
            <a:spLocks xmlns:a="http://schemas.openxmlformats.org/drawingml/2006/main" noGrp="1"/>
          </p:cNvSpPr>
          <p:nvPr/>
        </p:nvSpPr>
        <p:spPr>
          <a:xfrm xmlns:a="http://schemas.openxmlformats.org/drawingml/2006/main">
            <a:off x="12858750" y="33242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141" name="DP4 object 139">
            <a:extLst xmlns:a="http://schemas.openxmlformats.org/drawingml/2006/main">
              <a:ext uri="{FF2B5EF4-FFF2-40B4-BE49-F238E27FC236}">
                <a16:creationId xmlns:a16="http://schemas.microsoft.com/office/drawing/2014/main" id="{A4407BB8-8D4B-4E0B-8322-5CBD570B100C}"/>
              </a:ext>
            </a:extLst>
          </p:cNvPr>
          <p:cNvSpPr>
            <a:spLocks xmlns:a="http://schemas.openxmlformats.org/drawingml/2006/main" noGrp="1"/>
          </p:cNvSpPr>
          <p:nvPr/>
        </p:nvSpPr>
        <p:spPr>
          <a:xfrm xmlns:a="http://schemas.openxmlformats.org/drawingml/2006/main">
            <a:off x="15363825" y="33337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42" name="DP4 object 140">
            <a:extLst xmlns:a="http://schemas.openxmlformats.org/drawingml/2006/main">
              <a:ext uri="{FF2B5EF4-FFF2-40B4-BE49-F238E27FC236}">
                <a16:creationId xmlns:a16="http://schemas.microsoft.com/office/drawing/2014/main" id="{12D03286-4696-4A81-A7A4-039F5B072C9D}"/>
              </a:ext>
            </a:extLst>
          </p:cNvPr>
          <p:cNvSpPr>
            <a:spLocks xmlns:a="http://schemas.openxmlformats.org/drawingml/2006/main" noGrp="1"/>
          </p:cNvSpPr>
          <p:nvPr/>
        </p:nvSpPr>
        <p:spPr>
          <a:xfrm xmlns:a="http://schemas.openxmlformats.org/drawingml/2006/main">
            <a:off x="15363825" y="33337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143" name="DP4 object 141">
            <a:extLst xmlns:a="http://schemas.openxmlformats.org/drawingml/2006/main">
              <a:ext uri="{FF2B5EF4-FFF2-40B4-BE49-F238E27FC236}">
                <a16:creationId xmlns:a16="http://schemas.microsoft.com/office/drawing/2014/main" id="{9E3988E4-1E64-402C-AE0A-A3A7B3D86E9B}"/>
              </a:ext>
            </a:extLst>
          </p:cNvPr>
          <p:cNvSpPr>
            <a:spLocks xmlns:a="http://schemas.openxmlformats.org/drawingml/2006/main" noGrp="1"/>
          </p:cNvSpPr>
          <p:nvPr/>
        </p:nvSpPr>
        <p:spPr>
          <a:xfrm xmlns:a="http://schemas.openxmlformats.org/drawingml/2006/main">
            <a:off x="15344775" y="55435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44" name="DP4 object 142">
            <a:extLst xmlns:a="http://schemas.openxmlformats.org/drawingml/2006/main">
              <a:ext uri="{FF2B5EF4-FFF2-40B4-BE49-F238E27FC236}">
                <a16:creationId xmlns:a16="http://schemas.microsoft.com/office/drawing/2014/main" id="{F7DAAD1E-B415-4BA5-B79D-F760D15C103E}"/>
              </a:ext>
            </a:extLst>
          </p:cNvPr>
          <p:cNvSpPr>
            <a:spLocks xmlns:a="http://schemas.openxmlformats.org/drawingml/2006/main" noGrp="1"/>
          </p:cNvSpPr>
          <p:nvPr/>
        </p:nvSpPr>
        <p:spPr>
          <a:xfrm xmlns:a="http://schemas.openxmlformats.org/drawingml/2006/main">
            <a:off x="15344775" y="55435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3</a:t>
            </a:r>
          </a:p>
        </p:txBody>
      </p:sp>
      <p:sp>
        <p:nvSpPr>
          <p:cNvPr id="145" name="DP4 object 143">
            <a:extLst xmlns:a="http://schemas.openxmlformats.org/drawingml/2006/main">
              <a:ext uri="{FF2B5EF4-FFF2-40B4-BE49-F238E27FC236}">
                <a16:creationId xmlns:a16="http://schemas.microsoft.com/office/drawing/2014/main" id="{8C7B82D7-95AA-4E49-BA11-F11BEE3C6FDF}"/>
              </a:ext>
            </a:extLst>
          </p:cNvPr>
          <p:cNvSpPr>
            <a:spLocks xmlns:a="http://schemas.openxmlformats.org/drawingml/2006/main" noGrp="1"/>
          </p:cNvSpPr>
          <p:nvPr/>
        </p:nvSpPr>
        <p:spPr>
          <a:xfrm xmlns:a="http://schemas.openxmlformats.org/drawingml/2006/main">
            <a:off x="266700" y="9829800"/>
            <a:ext cx="1752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1">
                <a:solidFill>
                  <a:srgbClr val="111111"/>
                </a:solidFill>
                <a:latin typeface="Apple SD Gothic Neo"/>
                <a:ea typeface="Apple SD Gothic Neo"/>
                <a:cs typeface="Apple SD Gothic Neo"/>
              </a:defRPr>
            </a:defPPr>
            <a:lvl1pPr algn="l">
              <a:defRPr sz="1350" b="1">
                <a:solidFill>
                  <a:srgbClr val="111111"/>
                </a:solidFill>
                <a:latin typeface="Apple SD Gothic Neo"/>
                <a:ea typeface="Apple SD Gothic Neo"/>
                <a:cs typeface="Apple SD Gothic Neo"/>
              </a:defRPr>
            </a:lvl1pPr>
            <a:lvl2pPr algn="l">
              <a:defRPr sz="1350" b="1">
                <a:solidFill>
                  <a:srgbClr val="111111"/>
                </a:solidFill>
                <a:latin typeface="Apple SD Gothic Neo"/>
                <a:ea typeface="Apple SD Gothic Neo"/>
                <a:cs typeface="Apple SD Gothic Neo"/>
              </a:defRPr>
            </a:lvl2pPr>
            <a:lvl3pPr algn="l">
              <a:defRPr sz="1350" b="1">
                <a:solidFill>
                  <a:srgbClr val="111111"/>
                </a:solidFill>
                <a:latin typeface="Apple SD Gothic Neo"/>
                <a:ea typeface="Apple SD Gothic Neo"/>
                <a:cs typeface="Apple SD Gothic Neo"/>
              </a:defRPr>
            </a:lvl3pPr>
            <a:lvl4pPr algn="l">
              <a:defRPr sz="1350" b="1">
                <a:solidFill>
                  <a:srgbClr val="111111"/>
                </a:solidFill>
                <a:latin typeface="Apple SD Gothic Neo"/>
                <a:ea typeface="Apple SD Gothic Neo"/>
                <a:cs typeface="Apple SD Gothic Neo"/>
              </a:defRPr>
            </a:lvl4pPr>
            <a:lvl5pPr algn="l">
              <a:defRPr sz="1350" b="1">
                <a:solidFill>
                  <a:srgbClr val="111111"/>
                </a:solidFill>
                <a:latin typeface="Apple SD Gothic Neo"/>
                <a:ea typeface="Apple SD Gothic Neo"/>
                <a:cs typeface="Apple SD Gothic Neo"/>
              </a:defRPr>
            </a:lvl5pPr>
            <a:lvl6pPr algn="l">
              <a:defRPr sz="1350" b="1">
                <a:solidFill>
                  <a:srgbClr val="111111"/>
                </a:solidFill>
                <a:latin typeface="Apple SD Gothic Neo"/>
                <a:ea typeface="Apple SD Gothic Neo"/>
                <a:cs typeface="Apple SD Gothic Neo"/>
              </a:defRPr>
            </a:lvl6pPr>
            <a:lvl7pPr algn="l">
              <a:defRPr sz="1350" b="1">
                <a:solidFill>
                  <a:srgbClr val="111111"/>
                </a:solidFill>
                <a:latin typeface="Apple SD Gothic Neo"/>
                <a:ea typeface="Apple SD Gothic Neo"/>
                <a:cs typeface="Apple SD Gothic Neo"/>
              </a:defRPr>
            </a:lvl7pPr>
            <a:lvl8pPr algn="l">
              <a:defRPr sz="1350" b="1">
                <a:solidFill>
                  <a:srgbClr val="111111"/>
                </a:solidFill>
                <a:latin typeface="Apple SD Gothic Neo"/>
                <a:ea typeface="Apple SD Gothic Neo"/>
                <a:cs typeface="Apple SD Gothic Neo"/>
              </a:defRPr>
            </a:lvl8pPr>
            <a:lvl9pPr algn="l">
              <a:defRPr sz="1350" b="1">
                <a:solidFill>
                  <a:srgbClr val="111111"/>
                </a:solidFill>
                <a:latin typeface="Apple SD Gothic Neo"/>
                <a:ea typeface="Apple SD Gothic Neo"/>
                <a:cs typeface="Apple SD Gothic Neo"/>
              </a:defRPr>
            </a:lvl9pPr>
          </a:lstStyle>
          <a:p xmlns:a="http://schemas.openxmlformats.org/drawingml/2006/main">
            <a:pPr algn="l">
              <a:defRPr sz="1350" b="1">
                <a:solidFill>
                  <a:srgbClr val="111111"/>
                </a:solidFill>
                <a:latin typeface="Apple SD Gothic Neo"/>
                <a:ea typeface="Apple SD Gothic Neo"/>
                <a:cs typeface="Apple SD Gothic Neo"/>
              </a:defRPr>
            </a:pPr>
            <a:r>
              <a:rPr sz="1350" b="1">
                <a:solidFill>
                  <a:srgbClr val="111111"/>
                </a:solidFill>
                <a:latin typeface="Apple SD Gothic Neo"/>
                <a:ea typeface="Apple SD Gothic Neo"/>
                <a:cs typeface="Apple SD Gothic Neo"/>
              </a:rPr>
              <a:t>QA01 우열 미확정. C는 실제 범위 읽기·권한·판본 검사를 지원하는 수신자 조건. 본문 충족은 QA02와 별도 진단.</a:t>
            </a:r>
          </a:p>
        </p:txBody>
      </p:sp>
      <p:sp>
        <p:nvSpPr>
          <p:cNvPr id="146" name="DP4 object 144">
            <a:extLst xmlns:a="http://schemas.openxmlformats.org/drawingml/2006/main">
              <a:ext uri="{FF2B5EF4-FFF2-40B4-BE49-F238E27FC236}">
                <a16:creationId xmlns:a16="http://schemas.microsoft.com/office/drawing/2014/main" id="{25FF3567-11B4-47DE-8B6C-10606BFA93D0}"/>
              </a:ext>
            </a:extLst>
          </p:cNvPr>
          <p:cNvSpPr>
            <a:spLocks xmlns:a="http://schemas.openxmlformats.org/drawingml/2006/main" noGrp="1"/>
          </p:cNvSpPr>
          <p:nvPr/>
        </p:nvSpPr>
        <p:spPr>
          <a:xfrm xmlns:a="http://schemas.openxmlformats.org/drawingml/2006/main">
            <a:off x="266700" y="10067925"/>
            <a:ext cx="171926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00" b="0">
                <a:solidFill>
                  <a:srgbClr val="50555B"/>
                </a:solidFill>
                <a:latin typeface="Apple SD Gothic Neo"/>
                <a:ea typeface="Apple SD Gothic Neo"/>
                <a:cs typeface="Apple SD Gothic Neo"/>
              </a:defRPr>
            </a:defPPr>
            <a:lvl1pPr algn="l">
              <a:defRPr sz="1200" b="0">
                <a:solidFill>
                  <a:srgbClr val="50555B"/>
                </a:solidFill>
                <a:latin typeface="Apple SD Gothic Neo"/>
                <a:ea typeface="Apple SD Gothic Neo"/>
                <a:cs typeface="Apple SD Gothic Neo"/>
              </a:defRPr>
            </a:lvl1pPr>
            <a:lvl2pPr algn="l">
              <a:defRPr sz="1200" b="0">
                <a:solidFill>
                  <a:srgbClr val="50555B"/>
                </a:solidFill>
                <a:latin typeface="Apple SD Gothic Neo"/>
                <a:ea typeface="Apple SD Gothic Neo"/>
                <a:cs typeface="Apple SD Gothic Neo"/>
              </a:defRPr>
            </a:lvl2pPr>
            <a:lvl3pPr algn="l">
              <a:defRPr sz="1200" b="0">
                <a:solidFill>
                  <a:srgbClr val="50555B"/>
                </a:solidFill>
                <a:latin typeface="Apple SD Gothic Neo"/>
                <a:ea typeface="Apple SD Gothic Neo"/>
                <a:cs typeface="Apple SD Gothic Neo"/>
              </a:defRPr>
            </a:lvl3pPr>
            <a:lvl4pPr algn="l">
              <a:defRPr sz="1200" b="0">
                <a:solidFill>
                  <a:srgbClr val="50555B"/>
                </a:solidFill>
                <a:latin typeface="Apple SD Gothic Neo"/>
                <a:ea typeface="Apple SD Gothic Neo"/>
                <a:cs typeface="Apple SD Gothic Neo"/>
              </a:defRPr>
            </a:lvl4pPr>
            <a:lvl5pPr algn="l">
              <a:defRPr sz="1200" b="0">
                <a:solidFill>
                  <a:srgbClr val="50555B"/>
                </a:solidFill>
                <a:latin typeface="Apple SD Gothic Neo"/>
                <a:ea typeface="Apple SD Gothic Neo"/>
                <a:cs typeface="Apple SD Gothic Neo"/>
              </a:defRPr>
            </a:lvl5pPr>
            <a:lvl6pPr algn="l">
              <a:defRPr sz="1200" b="0">
                <a:solidFill>
                  <a:srgbClr val="50555B"/>
                </a:solidFill>
                <a:latin typeface="Apple SD Gothic Neo"/>
                <a:ea typeface="Apple SD Gothic Neo"/>
                <a:cs typeface="Apple SD Gothic Neo"/>
              </a:defRPr>
            </a:lvl6pPr>
            <a:lvl7pPr algn="l">
              <a:defRPr sz="1200" b="0">
                <a:solidFill>
                  <a:srgbClr val="50555B"/>
                </a:solidFill>
                <a:latin typeface="Apple SD Gothic Neo"/>
                <a:ea typeface="Apple SD Gothic Neo"/>
                <a:cs typeface="Apple SD Gothic Neo"/>
              </a:defRPr>
            </a:lvl7pPr>
            <a:lvl8pPr algn="l">
              <a:defRPr sz="1200" b="0">
                <a:solidFill>
                  <a:srgbClr val="50555B"/>
                </a:solidFill>
                <a:latin typeface="Apple SD Gothic Neo"/>
                <a:ea typeface="Apple SD Gothic Neo"/>
                <a:cs typeface="Apple SD Gothic Neo"/>
              </a:defRPr>
            </a:lvl8pPr>
            <a:lvl9pPr algn="l">
              <a:defRPr sz="1200" b="0">
                <a:solidFill>
                  <a:srgbClr val="50555B"/>
                </a:solidFill>
                <a:latin typeface="Apple SD Gothic Neo"/>
                <a:ea typeface="Apple SD Gothic Neo"/>
                <a:cs typeface="Apple SD Gothic Neo"/>
              </a:defRPr>
            </a:lvl9pPr>
          </a:lstStyle>
          <a:p xmlns:a="http://schemas.openxmlformats.org/drawingml/2006/main">
            <a:pPr algn="l">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기존 완료 PoC: 안별 4사례×3 / 시간 괄호: 관측/예정 / 비용: 12회 합계(수신자 포함) / RSS: 로컬 실행기 / QA03은 수신자 HTTP 시간 제외</a:t>
            </a:r>
          </a:p>
        </p:txBody>
      </p:sp>
    </p:spTree>
    <p:extLst>
      <p:ext uri="{BB962C8B-B14F-4D97-AF65-F5344CB8AC3E}">
        <p14:creationId xmlns:p14="http://schemas.microsoft.com/office/powerpoint/2010/main" val="19564346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0" name="Unified slide title">
            <a:extLst xmlns:a="http://schemas.openxmlformats.org/drawingml/2006/main">
              <a:ext uri="{FF2B5EF4-FFF2-40B4-BE49-F238E27FC236}">
                <a16:creationId xmlns:a16="http://schemas.microsoft.com/office/drawing/2014/main" id="{40790927-E42D-48BC-A61C-AFA67CD15EB6}"/>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DP4. Agent 간 업무 인계 방안 (선택 및 보완)</a:t>
            </a:r>
          </a:p>
        </p:txBody>
      </p:sp>
      <p:sp>
        <p:nvSpPr>
          <p:cNvPr id="2" name="Workflow 과제 소개">
            <a:extLst xmlns:a="http://schemas.openxmlformats.org/drawingml/2006/main">
              <a:ext uri="{FF2B5EF4-FFF2-40B4-BE49-F238E27FC236}">
                <a16:creationId xmlns:a16="http://schemas.microsoft.com/office/drawing/2014/main" id="{EF1BE90E-D85B-4FE0-A7FD-F3311394A9D3}"/>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과제 소개">
            <a:extLst xmlns:a="http://schemas.openxmlformats.org/drawingml/2006/main">
              <a:ext uri="{FF2B5EF4-FFF2-40B4-BE49-F238E27FC236}">
                <a16:creationId xmlns:a16="http://schemas.microsoft.com/office/drawing/2014/main" id="{B1778859-2458-4FAA-9C5E-E1A51BA62E52}"/>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Workflow 요구사항 분석">
            <a:extLst xmlns:a="http://schemas.openxmlformats.org/drawingml/2006/main">
              <a:ext uri="{FF2B5EF4-FFF2-40B4-BE49-F238E27FC236}">
                <a16:creationId xmlns:a16="http://schemas.microsoft.com/office/drawing/2014/main" id="{9C9E0A5A-BDB7-4696-9EC7-285246928E54}"/>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요구사항 분석">
            <a:extLst xmlns:a="http://schemas.openxmlformats.org/drawingml/2006/main">
              <a:ext uri="{FF2B5EF4-FFF2-40B4-BE49-F238E27FC236}">
                <a16:creationId xmlns:a16="http://schemas.microsoft.com/office/drawing/2014/main" id="{EBA21529-71AB-4019-821D-98ACB997E1E3}"/>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Workflow 설계">
            <a:extLst xmlns:a="http://schemas.openxmlformats.org/drawingml/2006/main">
              <a:ext uri="{FF2B5EF4-FFF2-40B4-BE49-F238E27FC236}">
                <a16:creationId xmlns:a16="http://schemas.microsoft.com/office/drawing/2014/main" id="{D3DE09A1-DD4C-4B40-8650-9E1B1A26FAA7}"/>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설계">
            <a:extLst xmlns:a="http://schemas.openxmlformats.org/drawingml/2006/main">
              <a:ext uri="{FF2B5EF4-FFF2-40B4-BE49-F238E27FC236}">
                <a16:creationId xmlns:a16="http://schemas.microsoft.com/office/drawing/2014/main" id="{2C04D3C8-AA6A-4163-9781-8860B47BC996}"/>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Workflow 구현 및 검증">
            <a:extLst xmlns:a="http://schemas.openxmlformats.org/drawingml/2006/main">
              <a:ext uri="{FF2B5EF4-FFF2-40B4-BE49-F238E27FC236}">
                <a16:creationId xmlns:a16="http://schemas.microsoft.com/office/drawing/2014/main" id="{87AD2274-0956-4A88-8EB5-5B22C9890C33}"/>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구현 및 검증">
            <a:extLst xmlns:a="http://schemas.openxmlformats.org/drawingml/2006/main">
              <a:ext uri="{FF2B5EF4-FFF2-40B4-BE49-F238E27FC236}">
                <a16:creationId xmlns:a16="http://schemas.microsoft.com/office/drawing/2014/main" id="{4887F861-E6C1-4A47-A4AE-228A48AB9593}"/>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Workflow 결론">
            <a:extLst xmlns:a="http://schemas.openxmlformats.org/drawingml/2006/main">
              <a:ext uri="{FF2B5EF4-FFF2-40B4-BE49-F238E27FC236}">
                <a16:creationId xmlns:a16="http://schemas.microsoft.com/office/drawing/2014/main" id="{452E3644-62B9-4F1C-92B1-9292DC344951}"/>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결론">
            <a:extLst xmlns:a="http://schemas.openxmlformats.org/drawingml/2006/main">
              <a:ext uri="{FF2B5EF4-FFF2-40B4-BE49-F238E27FC236}">
                <a16:creationId xmlns:a16="http://schemas.microsoft.com/office/drawing/2014/main" id="{552C6426-0A6A-47B7-BA33-9D34FA345AEB}"/>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Header rule">
            <a:extLst xmlns:a="http://schemas.openxmlformats.org/drawingml/2006/main">
              <a:ext uri="{FF2B5EF4-FFF2-40B4-BE49-F238E27FC236}">
                <a16:creationId xmlns:a16="http://schemas.microsoft.com/office/drawing/2014/main" id="{0FBEFED1-3638-424A-9CEF-3B5E97D8FE25}"/>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Continuous slide number">
            <a:extLst xmlns:a="http://schemas.openxmlformats.org/drawingml/2006/main">
              <a:ext uri="{FF2B5EF4-FFF2-40B4-BE49-F238E27FC236}">
                <a16:creationId xmlns:a16="http://schemas.microsoft.com/office/drawing/2014/main" id="{902470DE-C656-4DB8-A2ED-22117B1CC136}"/>
              </a:ext>
            </a:extLst>
          </p:cNvPr>
          <p:cNvSpPr>
            <a:spLocks xmlns:a="http://schemas.openxmlformats.org/drawingml/2006/main" noGrp="1"/>
          </p:cNvSpPr>
          <p:nvPr/>
        </p:nvSpPr>
        <p:spPr>
          <a:xfrm xmlns:a="http://schemas.openxmlformats.org/drawingml/2006/main">
            <a:off x="17487900" y="10020300"/>
            <a:ext cx="590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50555B"/>
                </a:solidFill>
                <a:latin typeface="Apple SD Gothic Neo"/>
                <a:ea typeface="Apple SD Gothic Neo"/>
                <a:cs typeface="Apple SD Gothic Neo"/>
              </a:defRPr>
            </a:defPPr>
            <a:lvl1pPr algn="r">
              <a:defRPr sz="1200" b="0">
                <a:solidFill>
                  <a:srgbClr val="50555B"/>
                </a:solidFill>
                <a:latin typeface="Apple SD Gothic Neo"/>
                <a:ea typeface="Apple SD Gothic Neo"/>
                <a:cs typeface="Apple SD Gothic Neo"/>
              </a:defRPr>
            </a:lvl1pPr>
            <a:lvl2pPr algn="r">
              <a:defRPr sz="1200" b="0">
                <a:solidFill>
                  <a:srgbClr val="50555B"/>
                </a:solidFill>
                <a:latin typeface="Apple SD Gothic Neo"/>
                <a:ea typeface="Apple SD Gothic Neo"/>
                <a:cs typeface="Apple SD Gothic Neo"/>
              </a:defRPr>
            </a:lvl2pPr>
            <a:lvl3pPr algn="r">
              <a:defRPr sz="1200" b="0">
                <a:solidFill>
                  <a:srgbClr val="50555B"/>
                </a:solidFill>
                <a:latin typeface="Apple SD Gothic Neo"/>
                <a:ea typeface="Apple SD Gothic Neo"/>
                <a:cs typeface="Apple SD Gothic Neo"/>
              </a:defRPr>
            </a:lvl3pPr>
            <a:lvl4pPr algn="r">
              <a:defRPr sz="1200" b="0">
                <a:solidFill>
                  <a:srgbClr val="50555B"/>
                </a:solidFill>
                <a:latin typeface="Apple SD Gothic Neo"/>
                <a:ea typeface="Apple SD Gothic Neo"/>
                <a:cs typeface="Apple SD Gothic Neo"/>
              </a:defRPr>
            </a:lvl4pPr>
            <a:lvl5pPr algn="r">
              <a:defRPr sz="1200" b="0">
                <a:solidFill>
                  <a:srgbClr val="50555B"/>
                </a:solidFill>
                <a:latin typeface="Apple SD Gothic Neo"/>
                <a:ea typeface="Apple SD Gothic Neo"/>
                <a:cs typeface="Apple SD Gothic Neo"/>
              </a:defRPr>
            </a:lvl5pPr>
            <a:lvl6pPr algn="r">
              <a:defRPr sz="1200" b="0">
                <a:solidFill>
                  <a:srgbClr val="50555B"/>
                </a:solidFill>
                <a:latin typeface="Apple SD Gothic Neo"/>
                <a:ea typeface="Apple SD Gothic Neo"/>
                <a:cs typeface="Apple SD Gothic Neo"/>
              </a:defRPr>
            </a:lvl6pPr>
            <a:lvl7pPr algn="r">
              <a:defRPr sz="1200" b="0">
                <a:solidFill>
                  <a:srgbClr val="50555B"/>
                </a:solidFill>
                <a:latin typeface="Apple SD Gothic Neo"/>
                <a:ea typeface="Apple SD Gothic Neo"/>
                <a:cs typeface="Apple SD Gothic Neo"/>
              </a:defRPr>
            </a:lvl7pPr>
            <a:lvl8pPr algn="r">
              <a:defRPr sz="1200" b="0">
                <a:solidFill>
                  <a:srgbClr val="50555B"/>
                </a:solidFill>
                <a:latin typeface="Apple SD Gothic Neo"/>
                <a:ea typeface="Apple SD Gothic Neo"/>
                <a:cs typeface="Apple SD Gothic Neo"/>
              </a:defRPr>
            </a:lvl8pPr>
            <a:lvl9pPr algn="r">
              <a:defRPr sz="1200" b="0">
                <a:solidFill>
                  <a:srgbClr val="50555B"/>
                </a:solidFill>
                <a:latin typeface="Apple SD Gothic Neo"/>
                <a:ea typeface="Apple SD Gothic Neo"/>
                <a:cs typeface="Apple SD Gothic Neo"/>
              </a:defRPr>
            </a:lvl9pPr>
          </a:lstStyle>
          <a:p xmlns:a="http://schemas.openxmlformats.org/drawingml/2006/main">
            <a:pPr algn="r">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15 / 16</a:t>
            </a:r>
          </a:p>
        </p:txBody>
      </p:sp>
      <p:sp>
        <p:nvSpPr>
          <p:cNvPr id="14" name="DP4 object 145">
            <a:extLst xmlns:a="http://schemas.openxmlformats.org/drawingml/2006/main">
              <a:ext uri="{FF2B5EF4-FFF2-40B4-BE49-F238E27FC236}">
                <a16:creationId xmlns:a16="http://schemas.microsoft.com/office/drawing/2014/main" id="{E04908F8-E3D9-46C4-A2A6-D4C2DE401EA1}"/>
              </a:ext>
            </a:extLst>
          </p:cNvPr>
          <p:cNvSpPr>
            <a:spLocks xmlns:a="http://schemas.openxmlformats.org/drawingml/2006/main" noGrp="1"/>
          </p:cNvSpPr>
          <p:nvPr/>
        </p:nvSpPr>
        <p:spPr>
          <a:xfrm xmlns:a="http://schemas.openxmlformats.org/drawingml/2006/main">
            <a:off x="266700" y="1181100"/>
            <a:ext cx="17478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1">
                <a:solidFill>
                  <a:srgbClr val="4676CB"/>
                </a:solidFill>
                <a:latin typeface="Apple SD Gothic Neo"/>
                <a:ea typeface="Apple SD Gothic Neo"/>
                <a:cs typeface="Apple SD Gothic Neo"/>
              </a:defRPr>
            </a:defPPr>
            <a:lvl1pPr algn="l">
              <a:defRPr sz="2100" b="1">
                <a:solidFill>
                  <a:srgbClr val="4676CB"/>
                </a:solidFill>
                <a:latin typeface="Apple SD Gothic Neo"/>
                <a:ea typeface="Apple SD Gothic Neo"/>
                <a:cs typeface="Apple SD Gothic Neo"/>
              </a:defRPr>
            </a:lvl1pPr>
            <a:lvl2pPr algn="l">
              <a:defRPr sz="2100" b="1">
                <a:solidFill>
                  <a:srgbClr val="4676CB"/>
                </a:solidFill>
                <a:latin typeface="Apple SD Gothic Neo"/>
                <a:ea typeface="Apple SD Gothic Neo"/>
                <a:cs typeface="Apple SD Gothic Neo"/>
              </a:defRPr>
            </a:lvl2pPr>
            <a:lvl3pPr algn="l">
              <a:defRPr sz="2100" b="1">
                <a:solidFill>
                  <a:srgbClr val="4676CB"/>
                </a:solidFill>
                <a:latin typeface="Apple SD Gothic Neo"/>
                <a:ea typeface="Apple SD Gothic Neo"/>
                <a:cs typeface="Apple SD Gothic Neo"/>
              </a:defRPr>
            </a:lvl3pPr>
            <a:lvl4pPr algn="l">
              <a:defRPr sz="2100" b="1">
                <a:solidFill>
                  <a:srgbClr val="4676CB"/>
                </a:solidFill>
                <a:latin typeface="Apple SD Gothic Neo"/>
                <a:ea typeface="Apple SD Gothic Neo"/>
                <a:cs typeface="Apple SD Gothic Neo"/>
              </a:defRPr>
            </a:lvl4pPr>
            <a:lvl5pPr algn="l">
              <a:defRPr sz="2100" b="1">
                <a:solidFill>
                  <a:srgbClr val="4676CB"/>
                </a:solidFill>
                <a:latin typeface="Apple SD Gothic Neo"/>
                <a:ea typeface="Apple SD Gothic Neo"/>
                <a:cs typeface="Apple SD Gothic Neo"/>
              </a:defRPr>
            </a:lvl5pPr>
            <a:lvl6pPr algn="l">
              <a:defRPr sz="2100" b="1">
                <a:solidFill>
                  <a:srgbClr val="4676CB"/>
                </a:solidFill>
                <a:latin typeface="Apple SD Gothic Neo"/>
                <a:ea typeface="Apple SD Gothic Neo"/>
                <a:cs typeface="Apple SD Gothic Neo"/>
              </a:defRPr>
            </a:lvl6pPr>
            <a:lvl7pPr algn="l">
              <a:defRPr sz="2100" b="1">
                <a:solidFill>
                  <a:srgbClr val="4676CB"/>
                </a:solidFill>
                <a:latin typeface="Apple SD Gothic Neo"/>
                <a:ea typeface="Apple SD Gothic Neo"/>
                <a:cs typeface="Apple SD Gothic Neo"/>
              </a:defRPr>
            </a:lvl7pPr>
            <a:lvl8pPr algn="l">
              <a:defRPr sz="2100" b="1">
                <a:solidFill>
                  <a:srgbClr val="4676CB"/>
                </a:solidFill>
                <a:latin typeface="Apple SD Gothic Neo"/>
                <a:ea typeface="Apple SD Gothic Neo"/>
                <a:cs typeface="Apple SD Gothic Neo"/>
              </a:defRPr>
            </a:lvl8pPr>
            <a:lvl9pPr algn="l">
              <a:defRPr sz="2100" b="1">
                <a:solidFill>
                  <a:srgbClr val="4676CB"/>
                </a:solidFill>
                <a:latin typeface="Apple SD Gothic Neo"/>
                <a:ea typeface="Apple SD Gothic Neo"/>
                <a:cs typeface="Apple SD Gothic Neo"/>
              </a:defRPr>
            </a:lvl9pPr>
          </a:lstStyle>
          <a:p xmlns:a="http://schemas.openxmlformats.org/drawingml/2006/main">
            <a:pPr algn="l">
              <a:defRPr sz="2100" b="1">
                <a:solidFill>
                  <a:srgbClr val="4676CB"/>
                </a:solidFill>
                <a:latin typeface="Apple SD Gothic Neo"/>
                <a:ea typeface="Apple SD Gothic Neo"/>
                <a:cs typeface="Apple SD Gothic Neo"/>
              </a:defRPr>
            </a:pPr>
            <a:r>
              <a:rPr sz="2100" b="1">
                <a:solidFill>
                  <a:srgbClr val="4676CB"/>
                </a:solidFill>
                <a:latin typeface="Apple SD Gothic Neo"/>
                <a:ea typeface="Apple SD Gothic Neo"/>
                <a:cs typeface="Apple SD Gothic Neo"/>
              </a:rPr>
              <a:t>읽기 지원 수신자에 조건부 C 선택 / C1은 이미 채택된 조건의 원문 제공 보완</a:t>
            </a:r>
          </a:p>
        </p:txBody>
      </p:sp>
      <p:graphicFrame>
        <p:nvGraphicFramePr>
          <p:cNvPr id="15" name="">
            <a:extLst xmlns:a="http://schemas.openxmlformats.org/drawingml/2006/main">
              <a:ext uri="{FF2B5EF4-FFF2-40B4-BE49-F238E27FC236}">
                <a16:creationId xmlns:a16="http://schemas.microsoft.com/office/drawing/2014/main" id="{45F1BB29-D711-4FD7-8F1A-B1BDC0960048}"/>
              </a:ext>
            </a:extLst>
          </p:cNvPr>
          <p:cNvGraphicFramePr/>
          <p:nvPr/>
        </p:nvGraphicFramePr>
        <p:xfrm>
          <a:off xmlns:a="http://schemas.openxmlformats.org/drawingml/2006/main" x="228600" y="1657350"/>
          <a:ext xmlns:a="http://schemas.openxmlformats.org/drawingml/2006/main" cx="17830800" cy="8115300"/>
        </p:xfrm>
        <a:graphic xmlns:a="http://schemas.openxmlformats.org/drawingml/2006/main">
          <a:graphicData uri="http://schemas.openxmlformats.org/drawingml/2006/table">
            <a:tbl>
              <a:tblPr firstRow="0" bandRow="0" bandCol="0"/>
              <a:tblGrid>
                <a:gridCol w="1600200"/>
                <a:gridCol w="5410200"/>
                <a:gridCol w="5410200"/>
                <a:gridCol w="5410200"/>
              </a:tblGrid>
              <a:tr h="438150">
                <a:tc>
                  <a:txBody>
                    <a:bodyPr anchor="ctr"/>
                    <a:lstStyle/>
                    <a:p>
                      <a:pPr algn="ctr"/>
                      <a:r>
                        <a:rPr sz="1875" b="1">
                          <a:solidFill>
                            <a:srgbClr val="111111"/>
                          </a:solidFill>
                          <a:latin typeface="Apple SD Gothic Neo"/>
                          <a:ea typeface="Apple SD Gothic Neo"/>
                          <a:cs typeface="Apple SD Gothic Neo"/>
                        </a:rPr>
                        <a:t>설계안</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 위임 시 인계 묶음</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 지속 업무 기록</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(C) 필수 명세 + 수신자 읽기</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00500">
                <a:tc>
                  <a:txBody>
                    <a:bodyPr anchor="ctr"/>
                    <a:lstStyle/>
                    <a:p>
                      <a:pPr algn="ctr"/>
                      <a:r>
                        <a:rPr sz="2100" b="1">
                          <a:solidFill>
                            <a:srgbClr val="111111"/>
                          </a:solidFill>
                          <a:latin typeface="Apple SD Gothic Neo"/>
                          <a:ea typeface="Apple SD Gothic Neo"/>
                          <a:cs typeface="Apple SD Gothic Neo"/>
                        </a:rPr>
                        <a:t>구조</a:t>
                      </a: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r>
                        <a:rPr sz="1800" b="1">
                          <a:solidFill>
                            <a:srgbClr val="111111"/>
                          </a:solidFill>
                          <a:latin typeface="Apple SD Gothic Neo"/>
                          <a:ea typeface="Apple SD Gothic Neo"/>
                          <a:cs typeface="Apple SD Gothic Neo"/>
                        </a:rPr>
                        <a:t>장점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필요한 위임에만 자료를 구성</a:t>
                      </a:r>
                    </a:p>
                    <a:p>
                      <a:pPr algn="ctr"/>
                      <a:r>
                        <a:rPr sz="1425">
                          <a:solidFill>
                            <a:srgbClr val="111111"/>
                          </a:solidFill>
                          <a:latin typeface="Apple SD Gothic Neo"/>
                          <a:ea typeface="Apple SD Gothic Neo"/>
                          <a:cs typeface="Apple SD Gothic Neo"/>
                        </a:rPr>
                        <a:t>기확보 원문·유효 참조를 재사용</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여러 인계에서 업무 설명을 재사용</a:t>
                      </a:r>
                    </a:p>
                    <a:p>
                      <a:pPr algn="ctr"/>
                      <a:r>
                        <a:rPr sz="1425">
                          <a:solidFill>
                            <a:srgbClr val="111111"/>
                          </a:solidFill>
                          <a:latin typeface="Apple SD Gothic Neo"/>
                          <a:ea typeface="Apple SD Gothic Neo"/>
                          <a:cs typeface="Apple SD Gothic Neo"/>
                        </a:rPr>
                        <a:t>공개 결과와 조건 관계를 유지</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VIA의 선행 세부 선택을 줄임</a:t>
                      </a:r>
                    </a:p>
                    <a:p>
                      <a:pPr algn="ctr"/>
                      <a:r>
                        <a:rPr sz="1425">
                          <a:solidFill>
                            <a:srgbClr val="111111"/>
                          </a:solidFill>
                          <a:latin typeface="Apple SD Gothic Neo"/>
                          <a:ea typeface="Apple SD Gothic Neo"/>
                          <a:cs typeface="Apple SD Gothic Neo"/>
                        </a:rPr>
                        <a:t>업무 중 필요한 범위만 수신자가 선택</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47700">
                <a:tc>
                  <a:txBody>
                    <a:bodyPr anchor="ctr"/>
                    <a:lstStyle/>
                    <a:p>
                      <a:pPr algn="ctr"/>
                      <a:r>
                        <a:rPr sz="1800" b="1">
                          <a:solidFill>
                            <a:srgbClr val="111111"/>
                          </a:solidFill>
                          <a:latin typeface="Apple SD Gothic Neo"/>
                          <a:ea typeface="Apple SD Gothic Neo"/>
                          <a:cs typeface="Apple SD Gothic Neo"/>
                        </a:rPr>
                        <a:t>단점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C00000"/>
                          </a:solidFill>
                          <a:latin typeface="Apple SD Gothic Neo"/>
                          <a:ea typeface="Apple SD Gothic Neo"/>
                          <a:cs typeface="Apple SD Gothic Neo"/>
                        </a:rPr>
                        <a:t>새 목적마다 선택·구성 부담</a:t>
                      </a:r>
                    </a:p>
                    <a:p>
                      <a:pPr algn="ctr"/>
                      <a:r>
                        <a:rPr sz="1425">
                          <a:solidFill>
                            <a:srgbClr val="C00000"/>
                          </a:solidFill>
                          <a:latin typeface="Apple SD Gothic Neo"/>
                          <a:ea typeface="Apple SD Gothic Neo"/>
                          <a:cs typeface="Apple SD Gothic Neo"/>
                        </a:rPr>
                        <a:t>반복 인계의 준비 작업 증가</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C00000"/>
                          </a:solidFill>
                          <a:latin typeface="Apple SD Gothic Neo"/>
                          <a:ea typeface="Apple SD Gothic Neo"/>
                          <a:cs typeface="Apple SD Gothic Neo"/>
                        </a:rPr>
                        <a:t>인계가 없어도 생산·갱신 비용</a:t>
                      </a:r>
                    </a:p>
                    <a:p>
                      <a:pPr algn="ctr"/>
                      <a:r>
                        <a:rPr sz="1425">
                          <a:solidFill>
                            <a:srgbClr val="C00000"/>
                          </a:solidFill>
                          <a:latin typeface="Apple SD Gothic Neo"/>
                          <a:ea typeface="Apple SD Gothic Neo"/>
                          <a:cs typeface="Apple SD Gothic Neo"/>
                        </a:rPr>
                        <a:t>새 목적에는 원본 보완이 필요</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350" b="0">
                          <a:solidFill>
                            <a:srgbClr val="C00000"/>
                          </a:solidFill>
                          <a:latin typeface="Apple SD Gothic Neo"/>
                          <a:ea typeface="Apple SD Gothic Neo"/>
                          <a:cs typeface="Apple SD Gothic Neo"/>
                        </a:rPr>
                        <a:t>수신자의 읽기 지원·접근 관리 필요</a:t>
                      </a:r>
                    </a:p>
                    <a:p>
                      <a:pPr algn="ctr">
                        <a:lnSpc>
                          <a:spcPct val="100000"/>
                        </a:lnSpc>
                        <a:buNone/>
                      </a:pPr>
                      <a:r>
                        <a:rPr sz="1350" b="0">
                          <a:solidFill>
                            <a:srgbClr val="C00000"/>
                          </a:solidFill>
                          <a:latin typeface="Apple SD Gothic Neo"/>
                          <a:ea typeface="Apple SD Gothic Neo"/>
                          <a:cs typeface="Apple SD Gothic Neo"/>
                        </a:rPr>
                        <a:t>유효 참조만으로 본문 조건 보존은 불충분</a:t>
                      </a:r>
                    </a:p>
                    <a:p>
                      <a:pPr algn="ctr">
                        <a:lnSpc>
                          <a:spcPct val="100000"/>
                        </a:lnSpc>
                        <a:buNone/>
                      </a:pPr>
                      <a:r>
                        <a:rPr sz="1350" b="0">
                          <a:solidFill>
                            <a:srgbClr val="4676CB"/>
                          </a:solidFill>
                          <a:latin typeface="Apple SD Gothic Neo"/>
                          <a:ea typeface="Apple SD Gothic Neo"/>
                          <a:cs typeface="Apple SD Gothic Neo"/>
                        </a:rPr>
                        <a:t>[C1] 조건 출처가 있을 때 원문 첨부</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QA01 첫 응답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425">
                          <a:solidFill>
                            <a:srgbClr val="111111"/>
                          </a:solidFill>
                          <a:latin typeface="Apple SD Gothic Neo"/>
                          <a:ea typeface="Apple SD Gothic Neo"/>
                          <a:cs typeface="Apple SD Gothic Neo"/>
                        </a:rPr>
                        <a:t>4.307 (20/21)</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4.421 (21/21)</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4.321 (21/21)</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QA02 지칭 집합</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425">
                          <a:solidFill>
                            <a:srgbClr val="111111"/>
                          </a:solidFill>
                          <a:latin typeface="Apple SD Gothic Neo"/>
                          <a:ea typeface="Apple SD Gothic Neo"/>
                          <a:cs typeface="Apple SD Gothic Neo"/>
                        </a:rPr>
                        <a:t>N/A</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N/A</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N/A</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r>
                        <a:rPr sz="1350" b="1">
                          <a:solidFill>
                            <a:srgbClr val="111111"/>
                          </a:solidFill>
                          <a:latin typeface="Apple SD Gothic Neo"/>
                          <a:ea typeface="Apple SD Gothic Neo"/>
                          <a:cs typeface="Apple SD Gothic Neo"/>
                        </a:rPr>
                        <a:t>QA03 VIA 처리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425">
                          <a:solidFill>
                            <a:srgbClr val="111111"/>
                          </a:solidFill>
                          <a:latin typeface="Apple SD Gothic Neo"/>
                          <a:ea typeface="Apple SD Gothic Neo"/>
                          <a:cs typeface="Apple SD Gothic Neo"/>
                        </a:rPr>
                        <a:t>11.019 (20/21)</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12.439 (19/21)</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350" b="0">
                          <a:solidFill>
                            <a:srgbClr val="111111"/>
                          </a:solidFill>
                          <a:latin typeface="Apple SD Gothic Neo"/>
                          <a:ea typeface="Apple SD Gothic Neo"/>
                          <a:cs typeface="Apple SD Gothic Neo"/>
                        </a:rPr>
                        <a:t>4.329 (19/21)</a:t>
                      </a:r>
                    </a:p>
                    <a:p>
                      <a:pPr algn="ctr">
                        <a:lnSpc>
                          <a:spcPct val="100000"/>
                        </a:lnSpc>
                        <a:buNone/>
                      </a:pPr>
                      <a:r>
                        <a:rPr sz="1350" b="0">
                          <a:solidFill>
                            <a:srgbClr val="4676CB"/>
                          </a:solidFill>
                          <a:latin typeface="Apple SD Gothic Neo"/>
                          <a:ea typeface="Apple SD Gothic Neo"/>
                          <a:cs typeface="Apple SD Gothic Neo"/>
                        </a:rPr>
                        <a:t>[별도 E3] 4.302(8/9) → 4.301(9/9)</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QA04 변경 (개)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425">
                          <a:solidFill>
                            <a:srgbClr val="111111"/>
                          </a:solidFill>
                          <a:latin typeface="Apple SD Gothic Neo"/>
                          <a:ea typeface="Apple SD Gothic Neo"/>
                          <a:cs typeface="Apple SD Gothic Neo"/>
                        </a:rPr>
                        <a:t>1.50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1.75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1.50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r>
                        <a:rPr sz="1350" b="1">
                          <a:solidFill>
                            <a:srgbClr val="111111"/>
                          </a:solidFill>
                          <a:latin typeface="Apple SD Gothic Neo"/>
                          <a:ea typeface="Apple SD Gothic Neo"/>
                          <a:cs typeface="Apple SD Gothic Neo"/>
                        </a:rPr>
                        <a:t>QA05 모델 비용 ($)</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425">
                          <a:solidFill>
                            <a:srgbClr val="111111"/>
                          </a:solidFill>
                          <a:latin typeface="Apple SD Gothic Neo"/>
                          <a:ea typeface="Apple SD Gothic Neo"/>
                          <a:cs typeface="Apple SD Gothic Neo"/>
                        </a:rPr>
                        <a:t>0.1018408</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0.2886828</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350" b="0">
                          <a:solidFill>
                            <a:srgbClr val="111111"/>
                          </a:solidFill>
                          <a:latin typeface="Apple SD Gothic Neo"/>
                          <a:ea typeface="Apple SD Gothic Neo"/>
                          <a:cs typeface="Apple SD Gothic Neo"/>
                        </a:rPr>
                        <a:t>0.0757928</a:t>
                      </a:r>
                    </a:p>
                    <a:p>
                      <a:pPr algn="ctr">
                        <a:lnSpc>
                          <a:spcPct val="100000"/>
                        </a:lnSpc>
                        <a:buNone/>
                      </a:pPr>
                      <a:r>
                        <a:rPr sz="1350" b="0">
                          <a:solidFill>
                            <a:srgbClr val="4676CB"/>
                          </a:solidFill>
                          <a:latin typeface="Apple SD Gothic Neo"/>
                          <a:ea typeface="Apple SD Gothic Neo"/>
                          <a:cs typeface="Apple SD Gothic Neo"/>
                        </a:rPr>
                        <a:t>[별도 E3] 0.0407024 → 0.0376028</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350" b="1">
                          <a:solidFill>
                            <a:srgbClr val="111111"/>
                          </a:solidFill>
                          <a:latin typeface="Apple SD Gothic Neo"/>
                          <a:ea typeface="Apple SD Gothic Neo"/>
                          <a:cs typeface="Apple SD Gothic Neo"/>
                        </a:rPr>
                        <a:t>QA06 RSS (MB)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425">
                          <a:solidFill>
                            <a:srgbClr val="111111"/>
                          </a:solidFill>
                          <a:latin typeface="Apple SD Gothic Neo"/>
                          <a:ea typeface="Apple SD Gothic Neo"/>
                          <a:cs typeface="Apple SD Gothic Neo"/>
                        </a:rPr>
                        <a:t>49.119</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57.229</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48.153</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r>
                        <a:rPr sz="1350" b="1">
                          <a:solidFill>
                            <a:srgbClr val="111111"/>
                          </a:solidFill>
                          <a:latin typeface="Apple SD Gothic Neo"/>
                          <a:ea typeface="Apple SD Gothic Neo"/>
                          <a:cs typeface="Apple SD Gothic Neo"/>
                        </a:rPr>
                        <a:t>본문 충족 (진단)</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425">
                          <a:solidFill>
                            <a:srgbClr val="111111"/>
                          </a:solidFill>
                          <a:latin typeface="Apple SD Gothic Neo"/>
                          <a:ea typeface="Apple SD Gothic Neo"/>
                          <a:cs typeface="Apple SD Gothic Neo"/>
                        </a:rPr>
                        <a:t>8/18</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425">
                          <a:solidFill>
                            <a:srgbClr val="111111"/>
                          </a:solidFill>
                          <a:latin typeface="Apple SD Gothic Neo"/>
                          <a:ea typeface="Apple SD Gothic Neo"/>
                          <a:cs typeface="Apple SD Gothic Neo"/>
                        </a:rPr>
                        <a:t>15/18</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350" b="0">
                          <a:solidFill>
                            <a:srgbClr val="111111"/>
                          </a:solidFill>
                          <a:latin typeface="Apple SD Gothic Neo"/>
                          <a:ea typeface="Apple SD Gothic Neo"/>
                          <a:cs typeface="Apple SD Gothic Neo"/>
                        </a:rPr>
                        <a:t>12/18 (기본)</a:t>
                      </a:r>
                    </a:p>
                    <a:p>
                      <a:pPr algn="ctr">
                        <a:lnSpc>
                          <a:spcPct val="100000"/>
                        </a:lnSpc>
                        <a:buNone/>
                      </a:pPr>
                      <a:r>
                        <a:rPr sz="1350" b="0">
                          <a:solidFill>
                            <a:srgbClr val="4676CB"/>
                          </a:solidFill>
                          <a:latin typeface="Apple SD Gothic Neo"/>
                          <a:ea typeface="Apple SD Gothic Neo"/>
                          <a:cs typeface="Apple SD Gothic Neo"/>
                        </a:rPr>
                        <a:t>[별도 E3 저자 대조] 4/9 → 9/9</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4 object 146">
            <a:extLst xmlns:a="http://schemas.openxmlformats.org/drawingml/2006/main">
              <a:ext uri="{FF2B5EF4-FFF2-40B4-BE49-F238E27FC236}">
                <a16:creationId xmlns:a16="http://schemas.microsoft.com/office/drawing/2014/main" id="{7AB9F6A6-E2EA-4379-9B92-231F4A46BD8F}"/>
              </a:ext>
            </a:extLst>
          </p:cNvPr>
          <p:cNvSpPr>
            <a:spLocks xmlns:a="http://schemas.openxmlformats.org/drawingml/2006/main" noGrp="1"/>
          </p:cNvSpPr>
          <p:nvPr/>
        </p:nvSpPr>
        <p:spPr>
          <a:xfrm xmlns:a="http://schemas.openxmlformats.org/drawingml/2006/main">
            <a:off x="361950" y="2724150"/>
            <a:ext cx="1333500" cy="6858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7" name="DP4 object 147">
            <a:extLst xmlns:a="http://schemas.openxmlformats.org/drawingml/2006/main">
              <a:ext uri="{FF2B5EF4-FFF2-40B4-BE49-F238E27FC236}">
                <a16:creationId xmlns:a16="http://schemas.microsoft.com/office/drawing/2014/main" id="{5BCA64AE-6065-41D6-ACE3-AE8D4B458ADE}"/>
              </a:ext>
            </a:extLst>
          </p:cNvPr>
          <p:cNvSpPr>
            <a:spLocks xmlns:a="http://schemas.openxmlformats.org/drawingml/2006/main" noGrp="1"/>
          </p:cNvSpPr>
          <p:nvPr/>
        </p:nvSpPr>
        <p:spPr>
          <a:xfrm xmlns:a="http://schemas.openxmlformats.org/drawingml/2006/main">
            <a:off x="400050" y="2752725"/>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Component</a:t>
            </a:r>
          </a:p>
        </p:txBody>
      </p:sp>
      <p:sp>
        <p:nvSpPr>
          <p:cNvPr id="18" name="DP4 object 148">
            <a:extLst xmlns:a="http://schemas.openxmlformats.org/drawingml/2006/main">
              <a:ext uri="{FF2B5EF4-FFF2-40B4-BE49-F238E27FC236}">
                <a16:creationId xmlns:a16="http://schemas.microsoft.com/office/drawing/2014/main" id="{D4F024EF-1BCA-42FC-9277-90D7C0B77A81}"/>
              </a:ext>
            </a:extLst>
          </p:cNvPr>
          <p:cNvSpPr>
            <a:spLocks xmlns:a="http://schemas.openxmlformats.org/drawingml/2006/main" noGrp="1"/>
          </p:cNvSpPr>
          <p:nvPr/>
        </p:nvSpPr>
        <p:spPr>
          <a:xfrm xmlns:a="http://schemas.openxmlformats.org/drawingml/2006/main">
            <a:off x="438150" y="3086100"/>
            <a:ext cx="1181100" cy="257175"/>
          </a:xfrm>
          <a:prstGeom xmlns:a="http://schemas.openxmlformats.org/drawingml/2006/main" prst="rect">
            <a:avLst/>
          </a:prstGeom>
          <a:solidFill xmlns:a="http://schemas.openxmlformats.org/drawingml/2006/main">
            <a:srgbClr val="FFFFFF"/>
          </a:solidFill>
          <a:ln xmlns:a="http://schemas.openxmlformats.org/drawingml/2006/main" w="13335">
            <a:solidFill>
              <a:srgbClr val="111111"/>
            </a:solidFill>
            <a:prstDash val="solid"/>
          </a:ln>
        </p:spPr>
      </p:sp>
      <p:sp>
        <p:nvSpPr>
          <p:cNvPr id="19" name="DP4 object 149">
            <a:extLst xmlns:a="http://schemas.openxmlformats.org/drawingml/2006/main">
              <a:ext uri="{FF2B5EF4-FFF2-40B4-BE49-F238E27FC236}">
                <a16:creationId xmlns:a16="http://schemas.microsoft.com/office/drawing/2014/main" id="{3636A657-9897-484D-86F0-60708D049314}"/>
              </a:ext>
            </a:extLst>
          </p:cNvPr>
          <p:cNvSpPr>
            <a:spLocks xmlns:a="http://schemas.openxmlformats.org/drawingml/2006/main" noGrp="1"/>
          </p:cNvSpPr>
          <p:nvPr/>
        </p:nvSpPr>
        <p:spPr>
          <a:xfrm xmlns:a="http://schemas.openxmlformats.org/drawingml/2006/main">
            <a:off x="466725" y="3086100"/>
            <a:ext cx="1123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내부 처리</a:t>
            </a:r>
          </a:p>
        </p:txBody>
      </p:sp>
      <p:sp>
        <p:nvSpPr>
          <p:cNvPr id="20" name="상태 / 자료">
            <a:extLst xmlns:a="http://schemas.openxmlformats.org/drawingml/2006/main">
              <a:ext uri="{FF2B5EF4-FFF2-40B4-BE49-F238E27FC236}">
                <a16:creationId xmlns:a16="http://schemas.microsoft.com/office/drawing/2014/main" id="{3706CCF8-0576-44A1-9936-7D7256B7A48E}"/>
              </a:ext>
            </a:extLst>
          </p:cNvPr>
          <p:cNvSpPr>
            <a:spLocks xmlns:a="http://schemas.openxmlformats.org/drawingml/2006/main" noGrp="1"/>
          </p:cNvSpPr>
          <p:nvPr/>
        </p:nvSpPr>
        <p:spPr>
          <a:xfrm xmlns:a="http://schemas.openxmlformats.org/drawingml/2006/main">
            <a:off x="381000" y="3695700"/>
            <a:ext cx="1304925" cy="5810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1" name="DP4 object 150">
            <a:extLst xmlns:a="http://schemas.openxmlformats.org/drawingml/2006/main">
              <a:ext uri="{FF2B5EF4-FFF2-40B4-BE49-F238E27FC236}">
                <a16:creationId xmlns:a16="http://schemas.microsoft.com/office/drawing/2014/main" id="{3A6BDA47-7AF1-4AE0-B7B1-C6D63B0912B9}"/>
              </a:ext>
            </a:extLst>
          </p:cNvPr>
          <p:cNvSpPr>
            <a:spLocks xmlns:a="http://schemas.openxmlformats.org/drawingml/2006/main" noGrp="1"/>
          </p:cNvSpPr>
          <p:nvPr/>
        </p:nvSpPr>
        <p:spPr>
          <a:xfrm xmlns:a="http://schemas.openxmlformats.org/drawingml/2006/main">
            <a:off x="428625" y="3800475"/>
            <a:ext cx="12096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상태 / 자료</a:t>
            </a:r>
          </a:p>
        </p:txBody>
      </p:sp>
      <p:sp>
        <p:nvSpPr>
          <p:cNvPr id="22" name="DP4 object 151">
            <a:extLst xmlns:a="http://schemas.openxmlformats.org/drawingml/2006/main">
              <a:ext uri="{FF2B5EF4-FFF2-40B4-BE49-F238E27FC236}">
                <a16:creationId xmlns:a16="http://schemas.microsoft.com/office/drawing/2014/main" id="{400045CD-DA96-4242-A8D9-F9BFFEE8B9F3}"/>
              </a:ext>
            </a:extLst>
          </p:cNvPr>
          <p:cNvSpPr>
            <a:spLocks xmlns:a="http://schemas.openxmlformats.org/drawingml/2006/main" noGrp="1"/>
          </p:cNvSpPr>
          <p:nvPr/>
        </p:nvSpPr>
        <p:spPr>
          <a:xfrm xmlns:a="http://schemas.openxmlformats.org/drawingml/2006/main">
            <a:off x="304800" y="4572000"/>
            <a:ext cx="1466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실선: 자료·명령</a:t>
            </a:r>
          </a:p>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점선: 요청·조건</a:t>
            </a:r>
          </a:p>
        </p:txBody>
      </p:sp>
      <p:sp>
        <p:nvSpPr>
          <p:cNvPr id="23" name="DP4 object 152">
            <a:extLst xmlns:a="http://schemas.openxmlformats.org/drawingml/2006/main">
              <a:ext uri="{FF2B5EF4-FFF2-40B4-BE49-F238E27FC236}">
                <a16:creationId xmlns:a16="http://schemas.microsoft.com/office/drawing/2014/main" id="{DF147D4A-CA79-430C-A55B-AD992DCB7628}"/>
              </a:ext>
            </a:extLst>
          </p:cNvPr>
          <p:cNvSpPr>
            <a:spLocks xmlns:a="http://schemas.openxmlformats.org/drawingml/2006/main" noGrp="1"/>
          </p:cNvSpPr>
          <p:nvPr/>
        </p:nvSpPr>
        <p:spPr>
          <a:xfrm xmlns:a="http://schemas.openxmlformats.org/drawingml/2006/main">
            <a:off x="304800" y="5286375"/>
            <a:ext cx="1466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50555B"/>
                </a:solidFill>
                <a:latin typeface="Apple SD Gothic Neo"/>
                <a:ea typeface="Apple SD Gothic Neo"/>
                <a:cs typeface="Apple SD Gothic Neo"/>
              </a:defRPr>
            </a:defPPr>
            <a:lvl1pPr algn="ctr">
              <a:defRPr sz="1350" b="0">
                <a:solidFill>
                  <a:srgbClr val="50555B"/>
                </a:solidFill>
                <a:latin typeface="Apple SD Gothic Neo"/>
                <a:ea typeface="Apple SD Gothic Neo"/>
                <a:cs typeface="Apple SD Gothic Neo"/>
              </a:defRPr>
            </a:lvl1pPr>
            <a:lvl2pPr algn="ctr">
              <a:defRPr sz="1350" b="0">
                <a:solidFill>
                  <a:srgbClr val="50555B"/>
                </a:solidFill>
                <a:latin typeface="Apple SD Gothic Neo"/>
                <a:ea typeface="Apple SD Gothic Neo"/>
                <a:cs typeface="Apple SD Gothic Neo"/>
              </a:defRPr>
            </a:lvl2pPr>
            <a:lvl3pPr algn="ctr">
              <a:defRPr sz="1350" b="0">
                <a:solidFill>
                  <a:srgbClr val="50555B"/>
                </a:solidFill>
                <a:latin typeface="Apple SD Gothic Neo"/>
                <a:ea typeface="Apple SD Gothic Neo"/>
                <a:cs typeface="Apple SD Gothic Neo"/>
              </a:defRPr>
            </a:lvl3pPr>
            <a:lvl4pPr algn="ctr">
              <a:defRPr sz="1350" b="0">
                <a:solidFill>
                  <a:srgbClr val="50555B"/>
                </a:solidFill>
                <a:latin typeface="Apple SD Gothic Neo"/>
                <a:ea typeface="Apple SD Gothic Neo"/>
                <a:cs typeface="Apple SD Gothic Neo"/>
              </a:defRPr>
            </a:lvl4pPr>
            <a:lvl5pPr algn="ctr">
              <a:defRPr sz="1350" b="0">
                <a:solidFill>
                  <a:srgbClr val="50555B"/>
                </a:solidFill>
                <a:latin typeface="Apple SD Gothic Neo"/>
                <a:ea typeface="Apple SD Gothic Neo"/>
                <a:cs typeface="Apple SD Gothic Neo"/>
              </a:defRPr>
            </a:lvl5pPr>
            <a:lvl6pPr algn="ctr">
              <a:defRPr sz="1350" b="0">
                <a:solidFill>
                  <a:srgbClr val="50555B"/>
                </a:solidFill>
                <a:latin typeface="Apple SD Gothic Neo"/>
                <a:ea typeface="Apple SD Gothic Neo"/>
                <a:cs typeface="Apple SD Gothic Neo"/>
              </a:defRPr>
            </a:lvl6pPr>
            <a:lvl7pPr algn="ctr">
              <a:defRPr sz="1350" b="0">
                <a:solidFill>
                  <a:srgbClr val="50555B"/>
                </a:solidFill>
                <a:latin typeface="Apple SD Gothic Neo"/>
                <a:ea typeface="Apple SD Gothic Neo"/>
                <a:cs typeface="Apple SD Gothic Neo"/>
              </a:defRPr>
            </a:lvl7pPr>
            <a:lvl8pPr algn="ctr">
              <a:defRPr sz="1350" b="0">
                <a:solidFill>
                  <a:srgbClr val="50555B"/>
                </a:solidFill>
                <a:latin typeface="Apple SD Gothic Neo"/>
                <a:ea typeface="Apple SD Gothic Neo"/>
                <a:cs typeface="Apple SD Gothic Neo"/>
              </a:defRPr>
            </a:lvl8pPr>
            <a:lvl9pPr algn="ctr">
              <a:defRPr sz="1350" b="0">
                <a:solidFill>
                  <a:srgbClr val="50555B"/>
                </a:solidFill>
                <a:latin typeface="Apple SD Gothic Neo"/>
                <a:ea typeface="Apple SD Gothic Neo"/>
                <a:cs typeface="Apple SD Gothic Neo"/>
              </a:defRPr>
            </a:lvl9pPr>
          </a:lstStyle>
          <a:p xmlns:a="http://schemas.openxmlformats.org/drawingml/2006/main">
            <a:pPr algn="ctr">
              <a:defRPr sz="1350" b="0">
                <a:solidFill>
                  <a:srgbClr val="50555B"/>
                </a:solidFill>
                <a:latin typeface="Apple SD Gothic Neo"/>
                <a:ea typeface="Apple SD Gothic Neo"/>
                <a:cs typeface="Apple SD Gothic Neo"/>
              </a:defRPr>
            </a:pPr>
            <a:r>
              <a:rPr sz="1350" b="0">
                <a:solidFill>
                  <a:srgbClr val="50555B"/>
                </a:solidFill>
                <a:latin typeface="Apple SD Gothic Neo"/>
                <a:ea typeface="Apple SD Gothic Neo"/>
                <a:cs typeface="Apple SD Gothic Neo"/>
              </a:rPr>
              <a:t>Task·원본 권위는</a:t>
            </a:r>
          </a:p>
          <a:p xmlns:a="http://schemas.openxmlformats.org/drawingml/2006/main">
            <a:pPr algn="ctr">
              <a:defRPr sz="1350" b="0">
                <a:solidFill>
                  <a:srgbClr val="50555B"/>
                </a:solidFill>
                <a:latin typeface="Apple SD Gothic Neo"/>
                <a:ea typeface="Apple SD Gothic Neo"/>
                <a:cs typeface="Apple SD Gothic Neo"/>
              </a:defRPr>
            </a:pPr>
            <a:r>
              <a:rPr sz="1350" b="0">
                <a:solidFill>
                  <a:srgbClr val="50555B"/>
                </a:solidFill>
                <a:latin typeface="Apple SD Gothic Neo"/>
                <a:ea typeface="Apple SD Gothic Neo"/>
                <a:cs typeface="Apple SD Gothic Neo"/>
              </a:rPr>
              <a:t>기존 owner 유지</a:t>
            </a:r>
          </a:p>
        </p:txBody>
      </p:sp>
      <p:sp>
        <p:nvSpPr>
          <p:cNvPr id="24" name="DP4 object 153">
            <a:extLst xmlns:a="http://schemas.openxmlformats.org/drawingml/2006/main">
              <a:ext uri="{FF2B5EF4-FFF2-40B4-BE49-F238E27FC236}">
                <a16:creationId xmlns:a16="http://schemas.microsoft.com/office/drawing/2014/main" id="{49177F5B-B6F5-4E14-8228-CB5F05AD2DB5}"/>
              </a:ext>
            </a:extLst>
          </p:cNvPr>
          <p:cNvSpPr>
            <a:spLocks xmlns:a="http://schemas.openxmlformats.org/drawingml/2006/main" noGrp="1"/>
          </p:cNvSpPr>
          <p:nvPr/>
        </p:nvSpPr>
        <p:spPr>
          <a:xfrm xmlns:a="http://schemas.openxmlformats.org/drawingml/2006/main">
            <a:off x="1924050" y="2152650"/>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1">
                <a:solidFill>
                  <a:srgbClr val="111111"/>
                </a:solidFill>
                <a:latin typeface="Apple SD Gothic Neo"/>
                <a:ea typeface="Apple SD Gothic Neo"/>
                <a:cs typeface="Apple SD Gothic Neo"/>
              </a:defRPr>
            </a:defPPr>
            <a:lvl1pPr algn="ctr">
              <a:defRPr sz="1950" b="1">
                <a:solidFill>
                  <a:srgbClr val="111111"/>
                </a:solidFill>
                <a:latin typeface="Apple SD Gothic Neo"/>
                <a:ea typeface="Apple SD Gothic Neo"/>
                <a:cs typeface="Apple SD Gothic Neo"/>
              </a:defRPr>
            </a:lvl1pPr>
            <a:lvl2pPr algn="ctr">
              <a:defRPr sz="1950" b="1">
                <a:solidFill>
                  <a:srgbClr val="111111"/>
                </a:solidFill>
                <a:latin typeface="Apple SD Gothic Neo"/>
                <a:ea typeface="Apple SD Gothic Neo"/>
                <a:cs typeface="Apple SD Gothic Neo"/>
              </a:defRPr>
            </a:lvl2pPr>
            <a:lvl3pPr algn="ctr">
              <a:defRPr sz="1950" b="1">
                <a:solidFill>
                  <a:srgbClr val="111111"/>
                </a:solidFill>
                <a:latin typeface="Apple SD Gothic Neo"/>
                <a:ea typeface="Apple SD Gothic Neo"/>
                <a:cs typeface="Apple SD Gothic Neo"/>
              </a:defRPr>
            </a:lvl3pPr>
            <a:lvl4pPr algn="ctr">
              <a:defRPr sz="1950" b="1">
                <a:solidFill>
                  <a:srgbClr val="111111"/>
                </a:solidFill>
                <a:latin typeface="Apple SD Gothic Neo"/>
                <a:ea typeface="Apple SD Gothic Neo"/>
                <a:cs typeface="Apple SD Gothic Neo"/>
              </a:defRPr>
            </a:lvl4pPr>
            <a:lvl5pPr algn="ctr">
              <a:defRPr sz="1950" b="1">
                <a:solidFill>
                  <a:srgbClr val="111111"/>
                </a:solidFill>
                <a:latin typeface="Apple SD Gothic Neo"/>
                <a:ea typeface="Apple SD Gothic Neo"/>
                <a:cs typeface="Apple SD Gothic Neo"/>
              </a:defRPr>
            </a:lvl5pPr>
            <a:lvl6pPr algn="ctr">
              <a:defRPr sz="1950" b="1">
                <a:solidFill>
                  <a:srgbClr val="111111"/>
                </a:solidFill>
                <a:latin typeface="Apple SD Gothic Neo"/>
                <a:ea typeface="Apple SD Gothic Neo"/>
                <a:cs typeface="Apple SD Gothic Neo"/>
              </a:defRPr>
            </a:lvl6pPr>
            <a:lvl7pPr algn="ctr">
              <a:defRPr sz="1950" b="1">
                <a:solidFill>
                  <a:srgbClr val="111111"/>
                </a:solidFill>
                <a:latin typeface="Apple SD Gothic Neo"/>
                <a:ea typeface="Apple SD Gothic Neo"/>
                <a:cs typeface="Apple SD Gothic Neo"/>
              </a:defRPr>
            </a:lvl7pPr>
            <a:lvl8pPr algn="ctr">
              <a:defRPr sz="1950" b="1">
                <a:solidFill>
                  <a:srgbClr val="111111"/>
                </a:solidFill>
                <a:latin typeface="Apple SD Gothic Neo"/>
                <a:ea typeface="Apple SD Gothic Neo"/>
                <a:cs typeface="Apple SD Gothic Neo"/>
              </a:defRPr>
            </a:lvl8pPr>
            <a:lvl9pPr algn="ctr">
              <a:defRPr sz="1950" b="1">
                <a:solidFill>
                  <a:srgbClr val="111111"/>
                </a:solidFill>
                <a:latin typeface="Apple SD Gothic Neo"/>
                <a:ea typeface="Apple SD Gothic Neo"/>
                <a:cs typeface="Apple SD Gothic Neo"/>
              </a:defRPr>
            </a:lvl9pPr>
          </a:lstStyle>
          <a:p xmlns:a="http://schemas.openxmlformats.org/drawingml/2006/main">
            <a:pPr algn="ctr">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위임 요청마다 목적별 구성</a:t>
            </a:r>
          </a:p>
        </p:txBody>
      </p:sp>
      <p:sp>
        <p:nvSpPr>
          <p:cNvPr id="25" name="Request Controller: 채택·허가">
            <a:extLst xmlns:a="http://schemas.openxmlformats.org/drawingml/2006/main">
              <a:ext uri="{FF2B5EF4-FFF2-40B4-BE49-F238E27FC236}">
                <a16:creationId xmlns:a16="http://schemas.microsoft.com/office/drawing/2014/main" id="{5349E0EC-4026-44F3-B092-F3E2D6C108A7}"/>
              </a:ext>
            </a:extLst>
          </p:cNvPr>
          <p:cNvSpPr>
            <a:spLocks xmlns:a="http://schemas.openxmlformats.org/drawingml/2006/main" noGrp="1"/>
          </p:cNvSpPr>
          <p:nvPr/>
        </p:nvSpPr>
        <p:spPr>
          <a:xfrm xmlns:a="http://schemas.openxmlformats.org/drawingml/2006/main">
            <a:off x="2000250" y="2514600"/>
            <a:ext cx="5067300" cy="32385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26" name="DP4 object 154">
            <a:extLst xmlns:a="http://schemas.openxmlformats.org/drawingml/2006/main">
              <a:ext uri="{FF2B5EF4-FFF2-40B4-BE49-F238E27FC236}">
                <a16:creationId xmlns:a16="http://schemas.microsoft.com/office/drawing/2014/main" id="{B52A8E13-AA93-4E5C-AE23-A8C4855BBC2F}"/>
              </a:ext>
            </a:extLst>
          </p:cNvPr>
          <p:cNvSpPr>
            <a:spLocks xmlns:a="http://schemas.openxmlformats.org/drawingml/2006/main" noGrp="1"/>
          </p:cNvSpPr>
          <p:nvPr/>
        </p:nvSpPr>
        <p:spPr>
          <a:xfrm xmlns:a="http://schemas.openxmlformats.org/drawingml/2006/main">
            <a:off x="2066925" y="2552700"/>
            <a:ext cx="4933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Request Controller: 채택·허가</a:t>
            </a:r>
          </a:p>
        </p:txBody>
      </p:sp>
      <p:sp>
        <p:nvSpPr>
          <p:cNvPr id="27" name="Context Manager Component">
            <a:extLst xmlns:a="http://schemas.openxmlformats.org/drawingml/2006/main">
              <a:ext uri="{FF2B5EF4-FFF2-40B4-BE49-F238E27FC236}">
                <a16:creationId xmlns:a16="http://schemas.microsoft.com/office/drawing/2014/main" id="{AFFD308D-C858-4061-96B4-C1B01A3886EE}"/>
              </a:ext>
            </a:extLst>
          </p:cNvPr>
          <p:cNvSpPr>
            <a:spLocks xmlns:a="http://schemas.openxmlformats.org/drawingml/2006/main" noGrp="1"/>
          </p:cNvSpPr>
          <p:nvPr/>
        </p:nvSpPr>
        <p:spPr>
          <a:xfrm xmlns:a="http://schemas.openxmlformats.org/drawingml/2006/main">
            <a:off x="2000250" y="2981325"/>
            <a:ext cx="5067300" cy="1819275"/>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28" name="DP4 object 155">
            <a:extLst xmlns:a="http://schemas.openxmlformats.org/drawingml/2006/main">
              <a:ext uri="{FF2B5EF4-FFF2-40B4-BE49-F238E27FC236}">
                <a16:creationId xmlns:a16="http://schemas.microsoft.com/office/drawing/2014/main" id="{48BAAFB0-6C2D-467A-AEBE-51ED690ACB15}"/>
              </a:ext>
            </a:extLst>
          </p:cNvPr>
          <p:cNvSpPr>
            <a:spLocks xmlns:a="http://schemas.openxmlformats.org/drawingml/2006/main" noGrp="1"/>
          </p:cNvSpPr>
          <p:nvPr/>
        </p:nvSpPr>
        <p:spPr>
          <a:xfrm xmlns:a="http://schemas.openxmlformats.org/drawingml/2006/main">
            <a:off x="2076450" y="3000375"/>
            <a:ext cx="491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Context Manager</a:t>
            </a:r>
          </a:p>
        </p:txBody>
      </p:sp>
      <p:sp>
        <p:nvSpPr>
          <p:cNvPr id="29" name="Editable path 156">
            <a:extLst xmlns:a="http://schemas.openxmlformats.org/drawingml/2006/main">
              <a:ext uri="{FF2B5EF4-FFF2-40B4-BE49-F238E27FC236}">
                <a16:creationId xmlns:a16="http://schemas.microsoft.com/office/drawing/2014/main" id="{D67D0757-7ED1-43E9-9AD1-1AEE93F4478F}"/>
              </a:ext>
            </a:extLst>
          </p:cNvPr>
          <p:cNvSpPr>
            <a:spLocks xmlns:a="http://schemas.openxmlformats.org/drawingml/2006/main" noGrp="1"/>
          </p:cNvSpPr>
          <p:nvPr/>
        </p:nvSpPr>
        <p:spPr>
          <a:xfrm xmlns:a="http://schemas.openxmlformats.org/drawingml/2006/main">
            <a:off x="2000250" y="3324225"/>
            <a:ext cx="5067300" cy="953"/>
          </a:xfrm>
          <a:custGeom xmlns:a="http://schemas.openxmlformats.org/drawingml/2006/main">
            <a:pathLst>
              <a:path w="5067300" h="953">
                <a:moveTo>
                  <a:pt x="0" y="0"/>
                </a:moveTo>
                <a:lnTo>
                  <a:pt x="5067300" y="0"/>
                </a:lnTo>
              </a:path>
            </a:pathLst>
          </a:custGeom>
          <a:noFill xmlns:a="http://schemas.openxmlformats.org/drawingml/2006/main"/>
          <a:ln xmlns:a="http://schemas.openxmlformats.org/drawingml/2006/main" w="13335">
            <a:solidFill>
              <a:srgbClr val="111111"/>
            </a:solidFill>
            <a:prstDash val="solid"/>
          </a:ln>
        </p:spPr>
      </p:sp>
      <p:sp>
        <p:nvSpPr>
          <p:cNvPr id="30" name="목적별 자료 선택&#10;필수 조건·발췌·참조 구성">
            <a:extLst xmlns:a="http://schemas.openxmlformats.org/drawingml/2006/main">
              <a:ext uri="{FF2B5EF4-FFF2-40B4-BE49-F238E27FC236}">
                <a16:creationId xmlns:a16="http://schemas.microsoft.com/office/drawing/2014/main" id="{F21B7975-CDFF-4CB2-8DBC-61D01AD1B258}"/>
              </a:ext>
            </a:extLst>
          </p:cNvPr>
          <p:cNvSpPr>
            <a:spLocks xmlns:a="http://schemas.openxmlformats.org/drawingml/2006/main" noGrp="1"/>
          </p:cNvSpPr>
          <p:nvPr/>
        </p:nvSpPr>
        <p:spPr>
          <a:xfrm xmlns:a="http://schemas.openxmlformats.org/drawingml/2006/main">
            <a:off x="2143125" y="3438525"/>
            <a:ext cx="2619375" cy="5429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1" name="DP4 object 157">
            <a:extLst xmlns:a="http://schemas.openxmlformats.org/drawingml/2006/main">
              <a:ext uri="{FF2B5EF4-FFF2-40B4-BE49-F238E27FC236}">
                <a16:creationId xmlns:a16="http://schemas.microsoft.com/office/drawing/2014/main" id="{5F075B7F-E3A4-4B48-AA2D-780A3A67FD58}"/>
              </a:ext>
            </a:extLst>
          </p:cNvPr>
          <p:cNvSpPr>
            <a:spLocks xmlns:a="http://schemas.openxmlformats.org/drawingml/2006/main" noGrp="1"/>
          </p:cNvSpPr>
          <p:nvPr/>
        </p:nvSpPr>
        <p:spPr>
          <a:xfrm xmlns:a="http://schemas.openxmlformats.org/drawingml/2006/main">
            <a:off x="2209800" y="3476625"/>
            <a:ext cx="24860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목적별 자료 선택</a:t>
            </a:r>
          </a:p>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필수 조건·발췌·참조 구성</a:t>
            </a:r>
          </a:p>
        </p:txBody>
      </p:sp>
      <p:sp>
        <p:nvSpPr>
          <p:cNvPr id="32" name="공통 원본&#10;기확보 근거">
            <a:extLst xmlns:a="http://schemas.openxmlformats.org/drawingml/2006/main">
              <a:ext uri="{FF2B5EF4-FFF2-40B4-BE49-F238E27FC236}">
                <a16:creationId xmlns:a16="http://schemas.microsoft.com/office/drawing/2014/main" id="{81CB8A92-9F17-4E88-A535-FEF4F6F17838}"/>
              </a:ext>
            </a:extLst>
          </p:cNvPr>
          <p:cNvSpPr>
            <a:spLocks xmlns:a="http://schemas.openxmlformats.org/drawingml/2006/main" noGrp="1"/>
          </p:cNvSpPr>
          <p:nvPr/>
        </p:nvSpPr>
        <p:spPr>
          <a:xfrm xmlns:a="http://schemas.openxmlformats.org/drawingml/2006/main">
            <a:off x="5057775" y="3409950"/>
            <a:ext cx="1847850" cy="6191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33" name="DP4 object 158">
            <a:extLst xmlns:a="http://schemas.openxmlformats.org/drawingml/2006/main">
              <a:ext uri="{FF2B5EF4-FFF2-40B4-BE49-F238E27FC236}">
                <a16:creationId xmlns:a16="http://schemas.microsoft.com/office/drawing/2014/main" id="{FAB84B8D-C749-4395-8323-10E48070A04A}"/>
              </a:ext>
            </a:extLst>
          </p:cNvPr>
          <p:cNvSpPr>
            <a:spLocks xmlns:a="http://schemas.openxmlformats.org/drawingml/2006/main" noGrp="1"/>
          </p:cNvSpPr>
          <p:nvPr/>
        </p:nvSpPr>
        <p:spPr>
          <a:xfrm xmlns:a="http://schemas.openxmlformats.org/drawingml/2006/main">
            <a:off x="5105400" y="3514725"/>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공통 원본</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기확보 근거</a:t>
            </a:r>
          </a:p>
        </p:txBody>
      </p:sp>
      <p:sp>
        <p:nvSpPr>
          <p:cNvPr id="34" name="Editable path 159">
            <a:extLst xmlns:a="http://schemas.openxmlformats.org/drawingml/2006/main">
              <a:ext uri="{FF2B5EF4-FFF2-40B4-BE49-F238E27FC236}">
                <a16:creationId xmlns:a16="http://schemas.microsoft.com/office/drawing/2014/main" id="{96DF68F0-C55E-4C28-8C4E-06F4149D186A}"/>
              </a:ext>
            </a:extLst>
          </p:cNvPr>
          <p:cNvSpPr>
            <a:spLocks xmlns:a="http://schemas.openxmlformats.org/drawingml/2006/main" noGrp="1"/>
          </p:cNvSpPr>
          <p:nvPr/>
        </p:nvSpPr>
        <p:spPr>
          <a:xfrm xmlns:a="http://schemas.openxmlformats.org/drawingml/2006/main">
            <a:off x="4762500" y="3714750"/>
            <a:ext cx="295275" cy="953"/>
          </a:xfrm>
          <a:custGeom xmlns:a="http://schemas.openxmlformats.org/drawingml/2006/main">
            <a:pathLst>
              <a:path w="295275" h="953">
                <a:moveTo>
                  <a:pt x="295275" y="0"/>
                </a:moveTo>
                <a:lnTo>
                  <a:pt x="0" y="0"/>
                </a:lnTo>
              </a:path>
            </a:pathLst>
          </a:custGeom>
          <a:noFill xmlns:a="http://schemas.openxmlformats.org/drawingml/2006/main"/>
          <a:ln xmlns:a="http://schemas.openxmlformats.org/drawingml/2006/main" w="19050">
            <a:solidFill>
              <a:srgbClr val="111111"/>
            </a:solidFill>
            <a:prstDash val="solid"/>
          </a:ln>
        </p:spPr>
      </p:sp>
      <p:sp>
        <p:nvSpPr>
          <p:cNvPr id="35" name="Editable arrowhead 160">
            <a:extLst xmlns:a="http://schemas.openxmlformats.org/drawingml/2006/main">
              <a:ext uri="{FF2B5EF4-FFF2-40B4-BE49-F238E27FC236}">
                <a16:creationId xmlns:a16="http://schemas.microsoft.com/office/drawing/2014/main" id="{D76E32BE-07B9-4E20-BFCE-693F57523048}"/>
              </a:ext>
            </a:extLst>
          </p:cNvPr>
          <p:cNvSpPr>
            <a:spLocks xmlns:a="http://schemas.openxmlformats.org/drawingml/2006/main" noGrp="1"/>
          </p:cNvSpPr>
          <p:nvPr/>
        </p:nvSpPr>
        <p:spPr>
          <a:xfrm xmlns:a="http://schemas.openxmlformats.org/drawingml/2006/main">
            <a:off x="4762500" y="3667125"/>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6" name="Editable path 161">
            <a:extLst xmlns:a="http://schemas.openxmlformats.org/drawingml/2006/main">
              <a:ext uri="{FF2B5EF4-FFF2-40B4-BE49-F238E27FC236}">
                <a16:creationId xmlns:a16="http://schemas.microsoft.com/office/drawing/2014/main" id="{74DA1249-4FCA-4D14-AFF5-12FB2AEF21E0}"/>
              </a:ext>
            </a:extLst>
          </p:cNvPr>
          <p:cNvSpPr>
            <a:spLocks xmlns:a="http://schemas.openxmlformats.org/drawingml/2006/main" noGrp="1"/>
          </p:cNvSpPr>
          <p:nvPr/>
        </p:nvSpPr>
        <p:spPr>
          <a:xfrm xmlns:a="http://schemas.openxmlformats.org/drawingml/2006/main">
            <a:off x="3448050" y="2838450"/>
            <a:ext cx="953" cy="600075"/>
          </a:xfrm>
          <a:custGeom xmlns:a="http://schemas.openxmlformats.org/drawingml/2006/main">
            <a:pathLst>
              <a:path w="953" h="600075">
                <a:moveTo>
                  <a:pt x="0" y="0"/>
                </a:moveTo>
                <a:lnTo>
                  <a:pt x="0" y="600075"/>
                </a:lnTo>
              </a:path>
            </a:pathLst>
          </a:custGeom>
          <a:noFill xmlns:a="http://schemas.openxmlformats.org/drawingml/2006/main"/>
          <a:ln xmlns:a="http://schemas.openxmlformats.org/drawingml/2006/main" w="19050">
            <a:solidFill>
              <a:srgbClr val="111111"/>
            </a:solidFill>
            <a:prstDash val="solid"/>
          </a:ln>
        </p:spPr>
      </p:sp>
      <p:sp>
        <p:nvSpPr>
          <p:cNvPr id="37" name="Editable arrowhead 162">
            <a:extLst xmlns:a="http://schemas.openxmlformats.org/drawingml/2006/main">
              <a:ext uri="{FF2B5EF4-FFF2-40B4-BE49-F238E27FC236}">
                <a16:creationId xmlns:a16="http://schemas.microsoft.com/office/drawing/2014/main" id="{1BC3573E-FB0F-4C1E-B0CF-3A61C913B3BA}"/>
              </a:ext>
            </a:extLst>
          </p:cNvPr>
          <p:cNvSpPr>
            <a:spLocks xmlns:a="http://schemas.openxmlformats.org/drawingml/2006/main" noGrp="1"/>
          </p:cNvSpPr>
          <p:nvPr/>
        </p:nvSpPr>
        <p:spPr>
          <a:xfrm xmlns:a="http://schemas.openxmlformats.org/drawingml/2006/main">
            <a:off x="3400425" y="33432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8" name="임시 인계 묶음 (capsule)">
            <a:extLst xmlns:a="http://schemas.openxmlformats.org/drawingml/2006/main">
              <a:ext uri="{FF2B5EF4-FFF2-40B4-BE49-F238E27FC236}">
                <a16:creationId xmlns:a16="http://schemas.microsoft.com/office/drawing/2014/main" id="{4B451888-2542-4B56-8AC4-AD7F122A3DCA}"/>
              </a:ext>
            </a:extLst>
          </p:cNvPr>
          <p:cNvSpPr>
            <a:spLocks xmlns:a="http://schemas.openxmlformats.org/drawingml/2006/main" noGrp="1"/>
          </p:cNvSpPr>
          <p:nvPr/>
        </p:nvSpPr>
        <p:spPr>
          <a:xfrm xmlns:a="http://schemas.openxmlformats.org/drawingml/2006/main">
            <a:off x="2533650" y="4238625"/>
            <a:ext cx="4000500" cy="4667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39" name="DP4 object 163">
            <a:extLst xmlns:a="http://schemas.openxmlformats.org/drawingml/2006/main">
              <a:ext uri="{FF2B5EF4-FFF2-40B4-BE49-F238E27FC236}">
                <a16:creationId xmlns:a16="http://schemas.microsoft.com/office/drawing/2014/main" id="{43616BC4-1F60-4C96-9DDA-2B7D19E9C1AB}"/>
              </a:ext>
            </a:extLst>
          </p:cNvPr>
          <p:cNvSpPr>
            <a:spLocks xmlns:a="http://schemas.openxmlformats.org/drawingml/2006/main" noGrp="1"/>
          </p:cNvSpPr>
          <p:nvPr/>
        </p:nvSpPr>
        <p:spPr>
          <a:xfrm xmlns:a="http://schemas.openxmlformats.org/drawingml/2006/main">
            <a:off x="2581275" y="4343400"/>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0">
                <a:solidFill>
                  <a:srgbClr val="111111"/>
                </a:solidFill>
                <a:latin typeface="Apple SD Gothic Neo"/>
                <a:ea typeface="Apple SD Gothic Neo"/>
                <a:cs typeface="Apple SD Gothic Neo"/>
              </a:defRPr>
            </a:defPPr>
            <a:lvl1pPr algn="ctr">
              <a:defRPr sz="1800" b="0">
                <a:solidFill>
                  <a:srgbClr val="111111"/>
                </a:solidFill>
                <a:latin typeface="Apple SD Gothic Neo"/>
                <a:ea typeface="Apple SD Gothic Neo"/>
                <a:cs typeface="Apple SD Gothic Neo"/>
              </a:defRPr>
            </a:lvl1pPr>
            <a:lvl2pPr algn="ctr">
              <a:defRPr sz="1800" b="0">
                <a:solidFill>
                  <a:srgbClr val="111111"/>
                </a:solidFill>
                <a:latin typeface="Apple SD Gothic Neo"/>
                <a:ea typeface="Apple SD Gothic Neo"/>
                <a:cs typeface="Apple SD Gothic Neo"/>
              </a:defRPr>
            </a:lvl2pPr>
            <a:lvl3pPr algn="ctr">
              <a:defRPr sz="1800" b="0">
                <a:solidFill>
                  <a:srgbClr val="111111"/>
                </a:solidFill>
                <a:latin typeface="Apple SD Gothic Neo"/>
                <a:ea typeface="Apple SD Gothic Neo"/>
                <a:cs typeface="Apple SD Gothic Neo"/>
              </a:defRPr>
            </a:lvl3pPr>
            <a:lvl4pPr algn="ctr">
              <a:defRPr sz="1800" b="0">
                <a:solidFill>
                  <a:srgbClr val="111111"/>
                </a:solidFill>
                <a:latin typeface="Apple SD Gothic Neo"/>
                <a:ea typeface="Apple SD Gothic Neo"/>
                <a:cs typeface="Apple SD Gothic Neo"/>
              </a:defRPr>
            </a:lvl4pPr>
            <a:lvl5pPr algn="ctr">
              <a:defRPr sz="1800" b="0">
                <a:solidFill>
                  <a:srgbClr val="111111"/>
                </a:solidFill>
                <a:latin typeface="Apple SD Gothic Neo"/>
                <a:ea typeface="Apple SD Gothic Neo"/>
                <a:cs typeface="Apple SD Gothic Neo"/>
              </a:defRPr>
            </a:lvl5pPr>
            <a:lvl6pPr algn="ctr">
              <a:defRPr sz="1800" b="0">
                <a:solidFill>
                  <a:srgbClr val="111111"/>
                </a:solidFill>
                <a:latin typeface="Apple SD Gothic Neo"/>
                <a:ea typeface="Apple SD Gothic Neo"/>
                <a:cs typeface="Apple SD Gothic Neo"/>
              </a:defRPr>
            </a:lvl6pPr>
            <a:lvl7pPr algn="ctr">
              <a:defRPr sz="1800" b="0">
                <a:solidFill>
                  <a:srgbClr val="111111"/>
                </a:solidFill>
                <a:latin typeface="Apple SD Gothic Neo"/>
                <a:ea typeface="Apple SD Gothic Neo"/>
                <a:cs typeface="Apple SD Gothic Neo"/>
              </a:defRPr>
            </a:lvl7pPr>
            <a:lvl8pPr algn="ctr">
              <a:defRPr sz="1800" b="0">
                <a:solidFill>
                  <a:srgbClr val="111111"/>
                </a:solidFill>
                <a:latin typeface="Apple SD Gothic Neo"/>
                <a:ea typeface="Apple SD Gothic Neo"/>
                <a:cs typeface="Apple SD Gothic Neo"/>
              </a:defRPr>
            </a:lvl8pPr>
            <a:lvl9pPr algn="ctr">
              <a:defRPr sz="1800" b="0">
                <a:solidFill>
                  <a:srgbClr val="111111"/>
                </a:solidFill>
                <a:latin typeface="Apple SD Gothic Neo"/>
                <a:ea typeface="Apple SD Gothic Neo"/>
                <a:cs typeface="Apple SD Gothic Neo"/>
              </a:defRPr>
            </a:lvl9pPr>
          </a:lstStyle>
          <a:p xmlns:a="http://schemas.openxmlformats.org/drawingml/2006/main">
            <a:pPr algn="ctr">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임시 인계 묶음 (capsule)</a:t>
            </a:r>
          </a:p>
        </p:txBody>
      </p:sp>
      <p:sp>
        <p:nvSpPr>
          <p:cNvPr id="40" name="Editable path 164">
            <a:extLst xmlns:a="http://schemas.openxmlformats.org/drawingml/2006/main">
              <a:ext uri="{FF2B5EF4-FFF2-40B4-BE49-F238E27FC236}">
                <a16:creationId xmlns:a16="http://schemas.microsoft.com/office/drawing/2014/main" id="{205961AC-4D69-4783-A162-9255DD1EC7B1}"/>
              </a:ext>
            </a:extLst>
          </p:cNvPr>
          <p:cNvSpPr>
            <a:spLocks xmlns:a="http://schemas.openxmlformats.org/drawingml/2006/main" noGrp="1"/>
          </p:cNvSpPr>
          <p:nvPr/>
        </p:nvSpPr>
        <p:spPr>
          <a:xfrm xmlns:a="http://schemas.openxmlformats.org/drawingml/2006/main">
            <a:off x="3448050" y="3981450"/>
            <a:ext cx="953" cy="257175"/>
          </a:xfrm>
          <a:custGeom xmlns:a="http://schemas.openxmlformats.org/drawingml/2006/main">
            <a:pathLst>
              <a:path w="953" h="257175">
                <a:moveTo>
                  <a:pt x="0" y="0"/>
                </a:moveTo>
                <a:lnTo>
                  <a:pt x="0" y="257175"/>
                </a:lnTo>
              </a:path>
            </a:pathLst>
          </a:custGeom>
          <a:noFill xmlns:a="http://schemas.openxmlformats.org/drawingml/2006/main"/>
          <a:ln xmlns:a="http://schemas.openxmlformats.org/drawingml/2006/main" w="19050">
            <a:solidFill>
              <a:srgbClr val="111111"/>
            </a:solidFill>
            <a:prstDash val="solid"/>
          </a:ln>
        </p:spPr>
      </p:sp>
      <p:sp>
        <p:nvSpPr>
          <p:cNvPr id="41" name="Editable arrowhead 165">
            <a:extLst xmlns:a="http://schemas.openxmlformats.org/drawingml/2006/main">
              <a:ext uri="{FF2B5EF4-FFF2-40B4-BE49-F238E27FC236}">
                <a16:creationId xmlns:a16="http://schemas.microsoft.com/office/drawing/2014/main" id="{B8ABE3BB-2BDF-459B-933F-17DF3C13A18A}"/>
              </a:ext>
            </a:extLst>
          </p:cNvPr>
          <p:cNvSpPr>
            <a:spLocks xmlns:a="http://schemas.openxmlformats.org/drawingml/2006/main" noGrp="1"/>
          </p:cNvSpPr>
          <p:nvPr/>
        </p:nvSpPr>
        <p:spPr>
          <a:xfrm xmlns:a="http://schemas.openxmlformats.org/drawingml/2006/main">
            <a:off x="3400425" y="41433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2" name="DP4 object 166">
            <a:extLst xmlns:a="http://schemas.openxmlformats.org/drawingml/2006/main">
              <a:ext uri="{FF2B5EF4-FFF2-40B4-BE49-F238E27FC236}">
                <a16:creationId xmlns:a16="http://schemas.microsoft.com/office/drawing/2014/main" id="{2592520F-B95C-4F0E-B4FB-34386E6C42C7}"/>
              </a:ext>
            </a:extLst>
          </p:cNvPr>
          <p:cNvSpPr>
            <a:spLocks xmlns:a="http://schemas.openxmlformats.org/drawingml/2006/main" noGrp="1"/>
          </p:cNvSpPr>
          <p:nvPr/>
        </p:nvSpPr>
        <p:spPr>
          <a:xfrm xmlns:a="http://schemas.openxmlformats.org/drawingml/2006/main">
            <a:off x="2066925" y="33242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43" name="DP4 object 167">
            <a:extLst xmlns:a="http://schemas.openxmlformats.org/drawingml/2006/main">
              <a:ext uri="{FF2B5EF4-FFF2-40B4-BE49-F238E27FC236}">
                <a16:creationId xmlns:a16="http://schemas.microsoft.com/office/drawing/2014/main" id="{FC6E9708-077C-496B-AFD6-A6E6045F46C9}"/>
              </a:ext>
            </a:extLst>
          </p:cNvPr>
          <p:cNvSpPr>
            <a:spLocks xmlns:a="http://schemas.openxmlformats.org/drawingml/2006/main" noGrp="1"/>
          </p:cNvSpPr>
          <p:nvPr/>
        </p:nvSpPr>
        <p:spPr>
          <a:xfrm xmlns:a="http://schemas.openxmlformats.org/drawingml/2006/main">
            <a:off x="2066925" y="33242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44" name="DP4 object 168">
            <a:extLst xmlns:a="http://schemas.openxmlformats.org/drawingml/2006/main">
              <a:ext uri="{FF2B5EF4-FFF2-40B4-BE49-F238E27FC236}">
                <a16:creationId xmlns:a16="http://schemas.microsoft.com/office/drawing/2014/main" id="{C41B515B-5143-4414-96FF-B7A035B38013}"/>
              </a:ext>
            </a:extLst>
          </p:cNvPr>
          <p:cNvSpPr>
            <a:spLocks xmlns:a="http://schemas.openxmlformats.org/drawingml/2006/main" noGrp="1"/>
          </p:cNvSpPr>
          <p:nvPr/>
        </p:nvSpPr>
        <p:spPr>
          <a:xfrm xmlns:a="http://schemas.openxmlformats.org/drawingml/2006/main">
            <a:off x="2343150" y="41719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45" name="DP4 object 169">
            <a:extLst xmlns:a="http://schemas.openxmlformats.org/drawingml/2006/main">
              <a:ext uri="{FF2B5EF4-FFF2-40B4-BE49-F238E27FC236}">
                <a16:creationId xmlns:a16="http://schemas.microsoft.com/office/drawing/2014/main" id="{5CE26F36-706A-4DD7-802F-248318F73173}"/>
              </a:ext>
            </a:extLst>
          </p:cNvPr>
          <p:cNvSpPr>
            <a:spLocks xmlns:a="http://schemas.openxmlformats.org/drawingml/2006/main" noGrp="1"/>
          </p:cNvSpPr>
          <p:nvPr/>
        </p:nvSpPr>
        <p:spPr>
          <a:xfrm xmlns:a="http://schemas.openxmlformats.org/drawingml/2006/main">
            <a:off x="2343150" y="41719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46" name="Task Manager: 명령 확정">
            <a:extLst xmlns:a="http://schemas.openxmlformats.org/drawingml/2006/main">
              <a:ext uri="{FF2B5EF4-FFF2-40B4-BE49-F238E27FC236}">
                <a16:creationId xmlns:a16="http://schemas.microsoft.com/office/drawing/2014/main" id="{40A579D9-F718-410A-87A0-3AD834598CD9}"/>
              </a:ext>
            </a:extLst>
          </p:cNvPr>
          <p:cNvSpPr>
            <a:spLocks xmlns:a="http://schemas.openxmlformats.org/drawingml/2006/main" noGrp="1"/>
          </p:cNvSpPr>
          <p:nvPr/>
        </p:nvSpPr>
        <p:spPr>
          <a:xfrm xmlns:a="http://schemas.openxmlformats.org/drawingml/2006/main">
            <a:off x="2000250" y="4914900"/>
            <a:ext cx="5067300" cy="3048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47" name="DP4 object 170">
            <a:extLst xmlns:a="http://schemas.openxmlformats.org/drawingml/2006/main">
              <a:ext uri="{FF2B5EF4-FFF2-40B4-BE49-F238E27FC236}">
                <a16:creationId xmlns:a16="http://schemas.microsoft.com/office/drawing/2014/main" id="{8AC377C2-6586-404D-BD05-68F9A58FA5F1}"/>
              </a:ext>
            </a:extLst>
          </p:cNvPr>
          <p:cNvSpPr>
            <a:spLocks xmlns:a="http://schemas.openxmlformats.org/drawingml/2006/main" noGrp="1"/>
          </p:cNvSpPr>
          <p:nvPr/>
        </p:nvSpPr>
        <p:spPr>
          <a:xfrm xmlns:a="http://schemas.openxmlformats.org/drawingml/2006/main">
            <a:off x="2066925" y="4953000"/>
            <a:ext cx="4933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Task Manager: 명령 확정</a:t>
            </a:r>
          </a:p>
        </p:txBody>
      </p:sp>
      <p:sp>
        <p:nvSpPr>
          <p:cNvPr id="48" name="Agent Gateway: 실제 전송">
            <a:extLst xmlns:a="http://schemas.openxmlformats.org/drawingml/2006/main">
              <a:ext uri="{FF2B5EF4-FFF2-40B4-BE49-F238E27FC236}">
                <a16:creationId xmlns:a16="http://schemas.microsoft.com/office/drawing/2014/main" id="{B73D25CC-D170-4CCF-902A-1208C01906FE}"/>
              </a:ext>
            </a:extLst>
          </p:cNvPr>
          <p:cNvSpPr>
            <a:spLocks xmlns:a="http://schemas.openxmlformats.org/drawingml/2006/main" noGrp="1"/>
          </p:cNvSpPr>
          <p:nvPr/>
        </p:nvSpPr>
        <p:spPr>
          <a:xfrm xmlns:a="http://schemas.openxmlformats.org/drawingml/2006/main">
            <a:off x="2000250" y="5324475"/>
            <a:ext cx="5067300" cy="3048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49" name="DP4 object 171">
            <a:extLst xmlns:a="http://schemas.openxmlformats.org/drawingml/2006/main">
              <a:ext uri="{FF2B5EF4-FFF2-40B4-BE49-F238E27FC236}">
                <a16:creationId xmlns:a16="http://schemas.microsoft.com/office/drawing/2014/main" id="{F3E2893B-1E0D-4414-809B-687B8B0480BF}"/>
              </a:ext>
            </a:extLst>
          </p:cNvPr>
          <p:cNvSpPr>
            <a:spLocks xmlns:a="http://schemas.openxmlformats.org/drawingml/2006/main" noGrp="1"/>
          </p:cNvSpPr>
          <p:nvPr/>
        </p:nvSpPr>
        <p:spPr>
          <a:xfrm xmlns:a="http://schemas.openxmlformats.org/drawingml/2006/main">
            <a:off x="2066925" y="5362575"/>
            <a:ext cx="4933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Agent Gateway: 실제 전송</a:t>
            </a:r>
          </a:p>
        </p:txBody>
      </p:sp>
      <p:sp>
        <p:nvSpPr>
          <p:cNvPr id="50" name="외부 Downstream Agent">
            <a:extLst xmlns:a="http://schemas.openxmlformats.org/drawingml/2006/main">
              <a:ext uri="{FF2B5EF4-FFF2-40B4-BE49-F238E27FC236}">
                <a16:creationId xmlns:a16="http://schemas.microsoft.com/office/drawing/2014/main" id="{2946F052-FCCC-4E80-AAF2-49CD74604DFB}"/>
              </a:ext>
            </a:extLst>
          </p:cNvPr>
          <p:cNvSpPr>
            <a:spLocks xmlns:a="http://schemas.openxmlformats.org/drawingml/2006/main" noGrp="1"/>
          </p:cNvSpPr>
          <p:nvPr/>
        </p:nvSpPr>
        <p:spPr>
          <a:xfrm xmlns:a="http://schemas.openxmlformats.org/drawingml/2006/main">
            <a:off x="2000250" y="5762625"/>
            <a:ext cx="5067300" cy="2667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51" name="DP4 object 172">
            <a:extLst xmlns:a="http://schemas.openxmlformats.org/drawingml/2006/main">
              <a:ext uri="{FF2B5EF4-FFF2-40B4-BE49-F238E27FC236}">
                <a16:creationId xmlns:a16="http://schemas.microsoft.com/office/drawing/2014/main" id="{5A70591E-1FED-4770-B026-4C7BEB54D48F}"/>
              </a:ext>
            </a:extLst>
          </p:cNvPr>
          <p:cNvSpPr>
            <a:spLocks xmlns:a="http://schemas.openxmlformats.org/drawingml/2006/main" noGrp="1"/>
          </p:cNvSpPr>
          <p:nvPr/>
        </p:nvSpPr>
        <p:spPr>
          <a:xfrm xmlns:a="http://schemas.openxmlformats.org/drawingml/2006/main">
            <a:off x="2066925" y="5800725"/>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외부 Downstream Agent</a:t>
            </a:r>
          </a:p>
        </p:txBody>
      </p:sp>
      <p:sp>
        <p:nvSpPr>
          <p:cNvPr id="52" name="Editable path 173">
            <a:extLst xmlns:a="http://schemas.openxmlformats.org/drawingml/2006/main">
              <a:ext uri="{FF2B5EF4-FFF2-40B4-BE49-F238E27FC236}">
                <a16:creationId xmlns:a16="http://schemas.microsoft.com/office/drawing/2014/main" id="{EB33352F-A803-482E-8D8F-D9FED2EB6A61}"/>
              </a:ext>
            </a:extLst>
          </p:cNvPr>
          <p:cNvSpPr>
            <a:spLocks xmlns:a="http://schemas.openxmlformats.org/drawingml/2006/main" noGrp="1"/>
          </p:cNvSpPr>
          <p:nvPr/>
        </p:nvSpPr>
        <p:spPr>
          <a:xfrm xmlns:a="http://schemas.openxmlformats.org/drawingml/2006/main">
            <a:off x="4533900" y="4800600"/>
            <a:ext cx="953" cy="114300"/>
          </a:xfrm>
          <a:custGeom xmlns:a="http://schemas.openxmlformats.org/drawingml/2006/main">
            <a:pathLst>
              <a:path w="953" h="114300">
                <a:moveTo>
                  <a:pt x="0" y="0"/>
                </a:moveTo>
                <a:lnTo>
                  <a:pt x="0" y="114300"/>
                </a:lnTo>
              </a:path>
            </a:pathLst>
          </a:custGeom>
          <a:noFill xmlns:a="http://schemas.openxmlformats.org/drawingml/2006/main"/>
          <a:ln xmlns:a="http://schemas.openxmlformats.org/drawingml/2006/main" w="19050">
            <a:solidFill>
              <a:srgbClr val="111111"/>
            </a:solidFill>
            <a:prstDash val="solid"/>
          </a:ln>
        </p:spPr>
      </p:sp>
      <p:sp>
        <p:nvSpPr>
          <p:cNvPr id="53" name="Editable arrowhead 174">
            <a:extLst xmlns:a="http://schemas.openxmlformats.org/drawingml/2006/main">
              <a:ext uri="{FF2B5EF4-FFF2-40B4-BE49-F238E27FC236}">
                <a16:creationId xmlns:a16="http://schemas.microsoft.com/office/drawing/2014/main" id="{C7704FBD-4090-4B7B-94B1-9B6E20852986}"/>
              </a:ext>
            </a:extLst>
          </p:cNvPr>
          <p:cNvSpPr>
            <a:spLocks xmlns:a="http://schemas.openxmlformats.org/drawingml/2006/main" noGrp="1"/>
          </p:cNvSpPr>
          <p:nvPr/>
        </p:nvSpPr>
        <p:spPr>
          <a:xfrm xmlns:a="http://schemas.openxmlformats.org/drawingml/2006/main">
            <a:off x="4486275" y="48196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4" name="Editable path 175">
            <a:extLst xmlns:a="http://schemas.openxmlformats.org/drawingml/2006/main">
              <a:ext uri="{FF2B5EF4-FFF2-40B4-BE49-F238E27FC236}">
                <a16:creationId xmlns:a16="http://schemas.microsoft.com/office/drawing/2014/main" id="{3C6A4E5C-69E3-4F5D-B84B-E43453093A2E}"/>
              </a:ext>
            </a:extLst>
          </p:cNvPr>
          <p:cNvSpPr>
            <a:spLocks xmlns:a="http://schemas.openxmlformats.org/drawingml/2006/main" noGrp="1"/>
          </p:cNvSpPr>
          <p:nvPr/>
        </p:nvSpPr>
        <p:spPr>
          <a:xfrm xmlns:a="http://schemas.openxmlformats.org/drawingml/2006/main">
            <a:off x="4533900" y="5219700"/>
            <a:ext cx="953" cy="104775"/>
          </a:xfrm>
          <a:custGeom xmlns:a="http://schemas.openxmlformats.org/drawingml/2006/main">
            <a:pathLst>
              <a:path w="953" h="104775">
                <a:moveTo>
                  <a:pt x="0" y="0"/>
                </a:moveTo>
                <a:lnTo>
                  <a:pt x="0" y="104775"/>
                </a:lnTo>
              </a:path>
            </a:pathLst>
          </a:custGeom>
          <a:noFill xmlns:a="http://schemas.openxmlformats.org/drawingml/2006/main"/>
          <a:ln xmlns:a="http://schemas.openxmlformats.org/drawingml/2006/main" w="19050">
            <a:solidFill>
              <a:srgbClr val="111111"/>
            </a:solidFill>
            <a:prstDash val="solid"/>
          </a:ln>
        </p:spPr>
      </p:sp>
      <p:sp>
        <p:nvSpPr>
          <p:cNvPr id="55" name="Editable arrowhead 176">
            <a:extLst xmlns:a="http://schemas.openxmlformats.org/drawingml/2006/main">
              <a:ext uri="{FF2B5EF4-FFF2-40B4-BE49-F238E27FC236}">
                <a16:creationId xmlns:a16="http://schemas.microsoft.com/office/drawing/2014/main" id="{54027154-D593-4E04-8980-B07728E0D11D}"/>
              </a:ext>
            </a:extLst>
          </p:cNvPr>
          <p:cNvSpPr>
            <a:spLocks xmlns:a="http://schemas.openxmlformats.org/drawingml/2006/main" noGrp="1"/>
          </p:cNvSpPr>
          <p:nvPr/>
        </p:nvSpPr>
        <p:spPr>
          <a:xfrm xmlns:a="http://schemas.openxmlformats.org/drawingml/2006/main">
            <a:off x="4486275" y="52292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6" name="Editable path 177">
            <a:extLst xmlns:a="http://schemas.openxmlformats.org/drawingml/2006/main">
              <a:ext uri="{FF2B5EF4-FFF2-40B4-BE49-F238E27FC236}">
                <a16:creationId xmlns:a16="http://schemas.microsoft.com/office/drawing/2014/main" id="{062B1173-4DB8-4EA2-A11E-E2E7ED2CEEF3}"/>
              </a:ext>
            </a:extLst>
          </p:cNvPr>
          <p:cNvSpPr>
            <a:spLocks xmlns:a="http://schemas.openxmlformats.org/drawingml/2006/main" noGrp="1"/>
          </p:cNvSpPr>
          <p:nvPr/>
        </p:nvSpPr>
        <p:spPr>
          <a:xfrm xmlns:a="http://schemas.openxmlformats.org/drawingml/2006/main">
            <a:off x="4533900" y="5629275"/>
            <a:ext cx="953" cy="133350"/>
          </a:xfrm>
          <a:custGeom xmlns:a="http://schemas.openxmlformats.org/drawingml/2006/main">
            <a:pathLst>
              <a:path w="953" h="133350">
                <a:moveTo>
                  <a:pt x="0" y="0"/>
                </a:moveTo>
                <a:lnTo>
                  <a:pt x="0" y="133350"/>
                </a:lnTo>
              </a:path>
            </a:pathLst>
          </a:custGeom>
          <a:noFill xmlns:a="http://schemas.openxmlformats.org/drawingml/2006/main"/>
          <a:ln xmlns:a="http://schemas.openxmlformats.org/drawingml/2006/main" w="19050">
            <a:solidFill>
              <a:srgbClr val="111111"/>
            </a:solidFill>
            <a:prstDash val="solid"/>
          </a:ln>
        </p:spPr>
      </p:sp>
      <p:sp>
        <p:nvSpPr>
          <p:cNvPr id="57" name="Editable arrowhead 178">
            <a:extLst xmlns:a="http://schemas.openxmlformats.org/drawingml/2006/main">
              <a:ext uri="{FF2B5EF4-FFF2-40B4-BE49-F238E27FC236}">
                <a16:creationId xmlns:a16="http://schemas.microsoft.com/office/drawing/2014/main" id="{345DE269-E8D4-486A-BCC8-B1BD46972701}"/>
              </a:ext>
            </a:extLst>
          </p:cNvPr>
          <p:cNvSpPr>
            <a:spLocks xmlns:a="http://schemas.openxmlformats.org/drawingml/2006/main" noGrp="1"/>
          </p:cNvSpPr>
          <p:nvPr/>
        </p:nvSpPr>
        <p:spPr>
          <a:xfrm xmlns:a="http://schemas.openxmlformats.org/drawingml/2006/main">
            <a:off x="4486275" y="56673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8" name="DP4 object 179">
            <a:extLst xmlns:a="http://schemas.openxmlformats.org/drawingml/2006/main">
              <a:ext uri="{FF2B5EF4-FFF2-40B4-BE49-F238E27FC236}">
                <a16:creationId xmlns:a16="http://schemas.microsoft.com/office/drawing/2014/main" id="{5309B08B-38EE-4D8D-A70B-29E498E33ECB}"/>
              </a:ext>
            </a:extLst>
          </p:cNvPr>
          <p:cNvSpPr>
            <a:spLocks xmlns:a="http://schemas.openxmlformats.org/drawingml/2006/main" noGrp="1"/>
          </p:cNvSpPr>
          <p:nvPr/>
        </p:nvSpPr>
        <p:spPr>
          <a:xfrm xmlns:a="http://schemas.openxmlformats.org/drawingml/2006/main">
            <a:off x="7334250" y="2152650"/>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공개 사건을 선생산하고 반복 소비</a:t>
            </a:r>
          </a:p>
        </p:txBody>
      </p:sp>
      <p:sp>
        <p:nvSpPr>
          <p:cNvPr id="59" name="Request Controller: 채택·허가">
            <a:extLst xmlns:a="http://schemas.openxmlformats.org/drawingml/2006/main">
              <a:ext uri="{FF2B5EF4-FFF2-40B4-BE49-F238E27FC236}">
                <a16:creationId xmlns:a16="http://schemas.microsoft.com/office/drawing/2014/main" id="{A3E600CE-1F6F-441F-A1F2-9058420CC0A9}"/>
              </a:ext>
            </a:extLst>
          </p:cNvPr>
          <p:cNvSpPr>
            <a:spLocks xmlns:a="http://schemas.openxmlformats.org/drawingml/2006/main" noGrp="1"/>
          </p:cNvSpPr>
          <p:nvPr/>
        </p:nvSpPr>
        <p:spPr>
          <a:xfrm xmlns:a="http://schemas.openxmlformats.org/drawingml/2006/main">
            <a:off x="7410450" y="2514600"/>
            <a:ext cx="5067300" cy="32385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60" name="DP4 object 180">
            <a:extLst xmlns:a="http://schemas.openxmlformats.org/drawingml/2006/main">
              <a:ext uri="{FF2B5EF4-FFF2-40B4-BE49-F238E27FC236}">
                <a16:creationId xmlns:a16="http://schemas.microsoft.com/office/drawing/2014/main" id="{2EAB1504-3B10-4EA3-8F9A-950DBDF4392A}"/>
              </a:ext>
            </a:extLst>
          </p:cNvPr>
          <p:cNvSpPr>
            <a:spLocks xmlns:a="http://schemas.openxmlformats.org/drawingml/2006/main" noGrp="1"/>
          </p:cNvSpPr>
          <p:nvPr/>
        </p:nvSpPr>
        <p:spPr>
          <a:xfrm xmlns:a="http://schemas.openxmlformats.org/drawingml/2006/main">
            <a:off x="7477125" y="2552700"/>
            <a:ext cx="4933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Request Controller: 채택·허가</a:t>
            </a:r>
          </a:p>
        </p:txBody>
      </p:sp>
      <p:sp>
        <p:nvSpPr>
          <p:cNvPr id="61" name="Context Manager Component">
            <a:extLst xmlns:a="http://schemas.openxmlformats.org/drawingml/2006/main">
              <a:ext uri="{FF2B5EF4-FFF2-40B4-BE49-F238E27FC236}">
                <a16:creationId xmlns:a16="http://schemas.microsoft.com/office/drawing/2014/main" id="{E4577D4B-F984-42FF-85E2-44F0ADC69EE1}"/>
              </a:ext>
            </a:extLst>
          </p:cNvPr>
          <p:cNvSpPr>
            <a:spLocks xmlns:a="http://schemas.openxmlformats.org/drawingml/2006/main" noGrp="1"/>
          </p:cNvSpPr>
          <p:nvPr/>
        </p:nvSpPr>
        <p:spPr>
          <a:xfrm xmlns:a="http://schemas.openxmlformats.org/drawingml/2006/main">
            <a:off x="7410450" y="2981325"/>
            <a:ext cx="5067300" cy="1819275"/>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62" name="DP4 object 181">
            <a:extLst xmlns:a="http://schemas.openxmlformats.org/drawingml/2006/main">
              <a:ext uri="{FF2B5EF4-FFF2-40B4-BE49-F238E27FC236}">
                <a16:creationId xmlns:a16="http://schemas.microsoft.com/office/drawing/2014/main" id="{2C569BF3-7A7B-4B01-9C45-F2BE1672D2F4}"/>
              </a:ext>
            </a:extLst>
          </p:cNvPr>
          <p:cNvSpPr>
            <a:spLocks xmlns:a="http://schemas.openxmlformats.org/drawingml/2006/main" noGrp="1"/>
          </p:cNvSpPr>
          <p:nvPr/>
        </p:nvSpPr>
        <p:spPr>
          <a:xfrm xmlns:a="http://schemas.openxmlformats.org/drawingml/2006/main">
            <a:off x="7486650" y="3000375"/>
            <a:ext cx="491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Context Manager</a:t>
            </a:r>
          </a:p>
        </p:txBody>
      </p:sp>
      <p:sp>
        <p:nvSpPr>
          <p:cNvPr id="63" name="Editable path 182">
            <a:extLst xmlns:a="http://schemas.openxmlformats.org/drawingml/2006/main">
              <a:ext uri="{FF2B5EF4-FFF2-40B4-BE49-F238E27FC236}">
                <a16:creationId xmlns:a16="http://schemas.microsoft.com/office/drawing/2014/main" id="{0D891544-2FBE-4C1F-A679-93AD0D01452C}"/>
              </a:ext>
            </a:extLst>
          </p:cNvPr>
          <p:cNvSpPr>
            <a:spLocks xmlns:a="http://schemas.openxmlformats.org/drawingml/2006/main" noGrp="1"/>
          </p:cNvSpPr>
          <p:nvPr/>
        </p:nvSpPr>
        <p:spPr>
          <a:xfrm xmlns:a="http://schemas.openxmlformats.org/drawingml/2006/main">
            <a:off x="7410450" y="3324225"/>
            <a:ext cx="5067300" cy="953"/>
          </a:xfrm>
          <a:custGeom xmlns:a="http://schemas.openxmlformats.org/drawingml/2006/main">
            <a:pathLst>
              <a:path w="5067300" h="953">
                <a:moveTo>
                  <a:pt x="0" y="0"/>
                </a:moveTo>
                <a:lnTo>
                  <a:pt x="5067300" y="0"/>
                </a:lnTo>
              </a:path>
            </a:pathLst>
          </a:custGeom>
          <a:noFill xmlns:a="http://schemas.openxmlformats.org/drawingml/2006/main"/>
          <a:ln xmlns:a="http://schemas.openxmlformats.org/drawingml/2006/main" w="13335">
            <a:solidFill>
              <a:srgbClr val="111111"/>
            </a:solidFill>
            <a:prstDash val="solid"/>
          </a:ln>
        </p:spPr>
      </p:sp>
      <p:sp>
        <p:nvSpPr>
          <p:cNvPr id="64" name="DP4 object 183">
            <a:extLst xmlns:a="http://schemas.openxmlformats.org/drawingml/2006/main">
              <a:ext uri="{FF2B5EF4-FFF2-40B4-BE49-F238E27FC236}">
                <a16:creationId xmlns:a16="http://schemas.microsoft.com/office/drawing/2014/main" id="{33423C4E-9715-41CD-B85D-0E49E2D68265}"/>
              </a:ext>
            </a:extLst>
          </p:cNvPr>
          <p:cNvSpPr>
            <a:spLocks xmlns:a="http://schemas.openxmlformats.org/drawingml/2006/main" noGrp="1"/>
          </p:cNvSpPr>
          <p:nvPr/>
        </p:nvSpPr>
        <p:spPr>
          <a:xfrm xmlns:a="http://schemas.openxmlformats.org/drawingml/2006/main">
            <a:off x="7572375" y="3333750"/>
            <a:ext cx="2228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공개 결과·정정 사건</a:t>
            </a:r>
          </a:p>
        </p:txBody>
      </p:sp>
      <p:sp>
        <p:nvSpPr>
          <p:cNvPr id="65" name="업무 설명·관계&#10;생산 / 갱신">
            <a:extLst xmlns:a="http://schemas.openxmlformats.org/drawingml/2006/main">
              <a:ext uri="{FF2B5EF4-FFF2-40B4-BE49-F238E27FC236}">
                <a16:creationId xmlns:a16="http://schemas.microsoft.com/office/drawing/2014/main" id="{5E96C263-5236-4FA0-A2F3-1B37E41F8F92}"/>
              </a:ext>
            </a:extLst>
          </p:cNvPr>
          <p:cNvSpPr>
            <a:spLocks xmlns:a="http://schemas.openxmlformats.org/drawingml/2006/main" noGrp="1"/>
          </p:cNvSpPr>
          <p:nvPr/>
        </p:nvSpPr>
        <p:spPr>
          <a:xfrm xmlns:a="http://schemas.openxmlformats.org/drawingml/2006/main">
            <a:off x="7572375" y="3676650"/>
            <a:ext cx="2228850" cy="4953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66" name="DP4 object 184">
            <a:extLst xmlns:a="http://schemas.openxmlformats.org/drawingml/2006/main">
              <a:ext uri="{FF2B5EF4-FFF2-40B4-BE49-F238E27FC236}">
                <a16:creationId xmlns:a16="http://schemas.microsoft.com/office/drawing/2014/main" id="{799FCC7C-F22C-4C50-B9EC-D1D6463CC7C5}"/>
              </a:ext>
            </a:extLst>
          </p:cNvPr>
          <p:cNvSpPr>
            <a:spLocks xmlns:a="http://schemas.openxmlformats.org/drawingml/2006/main" noGrp="1"/>
          </p:cNvSpPr>
          <p:nvPr/>
        </p:nvSpPr>
        <p:spPr>
          <a:xfrm xmlns:a="http://schemas.openxmlformats.org/drawingml/2006/main">
            <a:off x="7639050" y="37147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업무 설명·관계</a:t>
            </a:r>
          </a:p>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생산 / 갱신</a:t>
            </a:r>
          </a:p>
        </p:txBody>
      </p:sp>
      <p:sp>
        <p:nvSpPr>
          <p:cNvPr id="67" name="지속 업무 기록&#10;판본·의존성·coverage">
            <a:extLst xmlns:a="http://schemas.openxmlformats.org/drawingml/2006/main">
              <a:ext uri="{FF2B5EF4-FFF2-40B4-BE49-F238E27FC236}">
                <a16:creationId xmlns:a16="http://schemas.microsoft.com/office/drawing/2014/main" id="{B59BB303-6D60-400E-B955-9CBC6799451B}"/>
              </a:ext>
            </a:extLst>
          </p:cNvPr>
          <p:cNvSpPr>
            <a:spLocks xmlns:a="http://schemas.openxmlformats.org/drawingml/2006/main" noGrp="1"/>
          </p:cNvSpPr>
          <p:nvPr/>
        </p:nvSpPr>
        <p:spPr>
          <a:xfrm xmlns:a="http://schemas.openxmlformats.org/drawingml/2006/main">
            <a:off x="10134600" y="3419475"/>
            <a:ext cx="2190750" cy="74295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68" name="DP4 object 185">
            <a:extLst xmlns:a="http://schemas.openxmlformats.org/drawingml/2006/main">
              <a:ext uri="{FF2B5EF4-FFF2-40B4-BE49-F238E27FC236}">
                <a16:creationId xmlns:a16="http://schemas.microsoft.com/office/drawing/2014/main" id="{6C4F0822-1BD9-42F9-9636-8D25FB027697}"/>
              </a:ext>
            </a:extLst>
          </p:cNvPr>
          <p:cNvSpPr>
            <a:spLocks xmlns:a="http://schemas.openxmlformats.org/drawingml/2006/main" noGrp="1"/>
          </p:cNvSpPr>
          <p:nvPr/>
        </p:nvSpPr>
        <p:spPr>
          <a:xfrm xmlns:a="http://schemas.openxmlformats.org/drawingml/2006/main">
            <a:off x="10182225" y="3524250"/>
            <a:ext cx="2095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지속 업무 기록</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판본·의존성·coverage</a:t>
            </a:r>
          </a:p>
        </p:txBody>
      </p:sp>
      <p:sp>
        <p:nvSpPr>
          <p:cNvPr id="69" name="Editable path 186">
            <a:extLst xmlns:a="http://schemas.openxmlformats.org/drawingml/2006/main">
              <a:ext uri="{FF2B5EF4-FFF2-40B4-BE49-F238E27FC236}">
                <a16:creationId xmlns:a16="http://schemas.microsoft.com/office/drawing/2014/main" id="{397C1E86-43CC-45B5-855B-66F4B97C1543}"/>
              </a:ext>
            </a:extLst>
          </p:cNvPr>
          <p:cNvSpPr>
            <a:spLocks xmlns:a="http://schemas.openxmlformats.org/drawingml/2006/main" noGrp="1"/>
          </p:cNvSpPr>
          <p:nvPr/>
        </p:nvSpPr>
        <p:spPr>
          <a:xfrm xmlns:a="http://schemas.openxmlformats.org/drawingml/2006/main">
            <a:off x="8677275" y="3590925"/>
            <a:ext cx="953" cy="85725"/>
          </a:xfrm>
          <a:custGeom xmlns:a="http://schemas.openxmlformats.org/drawingml/2006/main">
            <a:pathLst>
              <a:path w="953" h="85725">
                <a:moveTo>
                  <a:pt x="0" y="0"/>
                </a:moveTo>
                <a:lnTo>
                  <a:pt x="0" y="85725"/>
                </a:lnTo>
              </a:path>
            </a:pathLst>
          </a:custGeom>
          <a:noFill xmlns:a="http://schemas.openxmlformats.org/drawingml/2006/main"/>
          <a:ln xmlns:a="http://schemas.openxmlformats.org/drawingml/2006/main" w="19050">
            <a:solidFill>
              <a:srgbClr val="111111"/>
            </a:solidFill>
            <a:prstDash val="solid"/>
          </a:ln>
        </p:spPr>
      </p:sp>
      <p:sp>
        <p:nvSpPr>
          <p:cNvPr id="70" name="Editable arrowhead 187">
            <a:extLst xmlns:a="http://schemas.openxmlformats.org/drawingml/2006/main">
              <a:ext uri="{FF2B5EF4-FFF2-40B4-BE49-F238E27FC236}">
                <a16:creationId xmlns:a16="http://schemas.microsoft.com/office/drawing/2014/main" id="{3726DCC1-25F9-400A-BACF-7FD8910D43D3}"/>
              </a:ext>
            </a:extLst>
          </p:cNvPr>
          <p:cNvSpPr>
            <a:spLocks xmlns:a="http://schemas.openxmlformats.org/drawingml/2006/main" noGrp="1"/>
          </p:cNvSpPr>
          <p:nvPr/>
        </p:nvSpPr>
        <p:spPr>
          <a:xfrm xmlns:a="http://schemas.openxmlformats.org/drawingml/2006/main">
            <a:off x="8629650" y="35814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1" name="Editable path 188">
            <a:extLst xmlns:a="http://schemas.openxmlformats.org/drawingml/2006/main">
              <a:ext uri="{FF2B5EF4-FFF2-40B4-BE49-F238E27FC236}">
                <a16:creationId xmlns:a16="http://schemas.microsoft.com/office/drawing/2014/main" id="{189C8C15-6035-4B2C-ACEB-BF5D1DFD46FD}"/>
              </a:ext>
            </a:extLst>
          </p:cNvPr>
          <p:cNvSpPr>
            <a:spLocks xmlns:a="http://schemas.openxmlformats.org/drawingml/2006/main" noGrp="1"/>
          </p:cNvSpPr>
          <p:nvPr/>
        </p:nvSpPr>
        <p:spPr>
          <a:xfrm xmlns:a="http://schemas.openxmlformats.org/drawingml/2006/main">
            <a:off x="9801225" y="391477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9050">
            <a:solidFill>
              <a:srgbClr val="111111"/>
            </a:solidFill>
            <a:prstDash val="solid"/>
          </a:ln>
        </p:spPr>
      </p:sp>
      <p:sp>
        <p:nvSpPr>
          <p:cNvPr id="72" name="Editable arrowhead 189">
            <a:extLst xmlns:a="http://schemas.openxmlformats.org/drawingml/2006/main">
              <a:ext uri="{FF2B5EF4-FFF2-40B4-BE49-F238E27FC236}">
                <a16:creationId xmlns:a16="http://schemas.microsoft.com/office/drawing/2014/main" id="{BB1541CF-A7B4-4845-9D4D-3C33FF94C9FC}"/>
              </a:ext>
            </a:extLst>
          </p:cNvPr>
          <p:cNvSpPr>
            <a:spLocks xmlns:a="http://schemas.openxmlformats.org/drawingml/2006/main" noGrp="1"/>
          </p:cNvSpPr>
          <p:nvPr/>
        </p:nvSpPr>
        <p:spPr>
          <a:xfrm xmlns:a="http://schemas.openxmlformats.org/drawingml/2006/main">
            <a:off x="10039350" y="38671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3" name="목적별 추출 / 부족한 원본 보완">
            <a:extLst xmlns:a="http://schemas.openxmlformats.org/drawingml/2006/main">
              <a:ext uri="{FF2B5EF4-FFF2-40B4-BE49-F238E27FC236}">
                <a16:creationId xmlns:a16="http://schemas.microsoft.com/office/drawing/2014/main" id="{FFC3AB91-C53B-45B7-A410-C0354D423DFA}"/>
              </a:ext>
            </a:extLst>
          </p:cNvPr>
          <p:cNvSpPr>
            <a:spLocks xmlns:a="http://schemas.openxmlformats.org/drawingml/2006/main" noGrp="1"/>
          </p:cNvSpPr>
          <p:nvPr/>
        </p:nvSpPr>
        <p:spPr>
          <a:xfrm xmlns:a="http://schemas.openxmlformats.org/drawingml/2006/main">
            <a:off x="7943850" y="4352925"/>
            <a:ext cx="4000500" cy="3524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74" name="DP4 object 190">
            <a:extLst xmlns:a="http://schemas.openxmlformats.org/drawingml/2006/main">
              <a:ext uri="{FF2B5EF4-FFF2-40B4-BE49-F238E27FC236}">
                <a16:creationId xmlns:a16="http://schemas.microsoft.com/office/drawing/2014/main" id="{E7B5A636-4526-454E-B935-49CC32B57B41}"/>
              </a:ext>
            </a:extLst>
          </p:cNvPr>
          <p:cNvSpPr>
            <a:spLocks xmlns:a="http://schemas.openxmlformats.org/drawingml/2006/main" noGrp="1"/>
          </p:cNvSpPr>
          <p:nvPr/>
        </p:nvSpPr>
        <p:spPr>
          <a:xfrm xmlns:a="http://schemas.openxmlformats.org/drawingml/2006/main">
            <a:off x="8010525" y="4391025"/>
            <a:ext cx="3867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목적별 추출 / 부족한 원본 보완</a:t>
            </a:r>
          </a:p>
        </p:txBody>
      </p:sp>
      <p:sp>
        <p:nvSpPr>
          <p:cNvPr id="75" name="Editable path 191">
            <a:extLst xmlns:a="http://schemas.openxmlformats.org/drawingml/2006/main">
              <a:ext uri="{FF2B5EF4-FFF2-40B4-BE49-F238E27FC236}">
                <a16:creationId xmlns:a16="http://schemas.microsoft.com/office/drawing/2014/main" id="{57473275-FF3B-4716-B6FB-2EFC4A72A1EB}"/>
              </a:ext>
            </a:extLst>
          </p:cNvPr>
          <p:cNvSpPr>
            <a:spLocks xmlns:a="http://schemas.openxmlformats.org/drawingml/2006/main" noGrp="1"/>
          </p:cNvSpPr>
          <p:nvPr/>
        </p:nvSpPr>
        <p:spPr>
          <a:xfrm xmlns:a="http://schemas.openxmlformats.org/drawingml/2006/main">
            <a:off x="9944100" y="4162425"/>
            <a:ext cx="1285875" cy="190500"/>
          </a:xfrm>
          <a:custGeom xmlns:a="http://schemas.openxmlformats.org/drawingml/2006/main">
            <a:pathLst>
              <a:path w="1285875" h="190500">
                <a:moveTo>
                  <a:pt x="1285875" y="0"/>
                </a:moveTo>
                <a:lnTo>
                  <a:pt x="1285875" y="104775"/>
                </a:lnTo>
                <a:lnTo>
                  <a:pt x="0" y="104775"/>
                </a:lnTo>
                <a:lnTo>
                  <a:pt x="0" y="190500"/>
                </a:lnTo>
              </a:path>
            </a:pathLst>
          </a:custGeom>
          <a:noFill xmlns:a="http://schemas.openxmlformats.org/drawingml/2006/main"/>
          <a:ln xmlns:a="http://schemas.openxmlformats.org/drawingml/2006/main" w="19050">
            <a:solidFill>
              <a:srgbClr val="111111"/>
            </a:solidFill>
            <a:prstDash val="solid"/>
          </a:ln>
        </p:spPr>
      </p:sp>
      <p:sp>
        <p:nvSpPr>
          <p:cNvPr id="76" name="Editable arrowhead 192">
            <a:extLst xmlns:a="http://schemas.openxmlformats.org/drawingml/2006/main">
              <a:ext uri="{FF2B5EF4-FFF2-40B4-BE49-F238E27FC236}">
                <a16:creationId xmlns:a16="http://schemas.microsoft.com/office/drawing/2014/main" id="{F386E820-6B0C-40B2-B8D3-4C026A5F2522}"/>
              </a:ext>
            </a:extLst>
          </p:cNvPr>
          <p:cNvSpPr>
            <a:spLocks xmlns:a="http://schemas.openxmlformats.org/drawingml/2006/main" noGrp="1"/>
          </p:cNvSpPr>
          <p:nvPr/>
        </p:nvSpPr>
        <p:spPr>
          <a:xfrm xmlns:a="http://schemas.openxmlformats.org/drawingml/2006/main">
            <a:off x="9896475" y="42576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7" name="Editable path 193">
            <a:extLst xmlns:a="http://schemas.openxmlformats.org/drawingml/2006/main">
              <a:ext uri="{FF2B5EF4-FFF2-40B4-BE49-F238E27FC236}">
                <a16:creationId xmlns:a16="http://schemas.microsoft.com/office/drawing/2014/main" id="{11001C23-ABAB-4538-9003-58823951796E}"/>
              </a:ext>
            </a:extLst>
          </p:cNvPr>
          <p:cNvSpPr>
            <a:spLocks xmlns:a="http://schemas.openxmlformats.org/drawingml/2006/main" noGrp="1"/>
          </p:cNvSpPr>
          <p:nvPr/>
        </p:nvSpPr>
        <p:spPr>
          <a:xfrm xmlns:a="http://schemas.openxmlformats.org/drawingml/2006/main">
            <a:off x="7315200" y="2838450"/>
            <a:ext cx="714375" cy="1695450"/>
          </a:xfrm>
          <a:custGeom xmlns:a="http://schemas.openxmlformats.org/drawingml/2006/main">
            <a:pathLst>
              <a:path w="714375" h="1695450">
                <a:moveTo>
                  <a:pt x="714375" y="0"/>
                </a:moveTo>
                <a:lnTo>
                  <a:pt x="0" y="0"/>
                </a:lnTo>
                <a:lnTo>
                  <a:pt x="0" y="1695450"/>
                </a:lnTo>
                <a:lnTo>
                  <a:pt x="628650" y="1695450"/>
                </a:lnTo>
              </a:path>
            </a:pathLst>
          </a:custGeom>
          <a:noFill xmlns:a="http://schemas.openxmlformats.org/drawingml/2006/main"/>
          <a:ln xmlns:a="http://schemas.openxmlformats.org/drawingml/2006/main" w="17145">
            <a:solidFill>
              <a:srgbClr val="111111"/>
            </a:solidFill>
            <a:prstDash val="dash"/>
          </a:ln>
        </p:spPr>
      </p:sp>
      <p:sp>
        <p:nvSpPr>
          <p:cNvPr id="78" name="Editable arrowhead 194">
            <a:extLst xmlns:a="http://schemas.openxmlformats.org/drawingml/2006/main">
              <a:ext uri="{FF2B5EF4-FFF2-40B4-BE49-F238E27FC236}">
                <a16:creationId xmlns:a16="http://schemas.microsoft.com/office/drawing/2014/main" id="{B93C306E-D095-49A8-8289-816740B03E68}"/>
              </a:ext>
            </a:extLst>
          </p:cNvPr>
          <p:cNvSpPr>
            <a:spLocks xmlns:a="http://schemas.openxmlformats.org/drawingml/2006/main" noGrp="1"/>
          </p:cNvSpPr>
          <p:nvPr/>
        </p:nvSpPr>
        <p:spPr>
          <a:xfrm xmlns:a="http://schemas.openxmlformats.org/drawingml/2006/main">
            <a:off x="7848600" y="448627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9" name="DP4 object 195">
            <a:extLst xmlns:a="http://schemas.openxmlformats.org/drawingml/2006/main">
              <a:ext uri="{FF2B5EF4-FFF2-40B4-BE49-F238E27FC236}">
                <a16:creationId xmlns:a16="http://schemas.microsoft.com/office/drawing/2014/main" id="{6258B926-B6FC-479A-B367-8E67A1F93D55}"/>
              </a:ext>
            </a:extLst>
          </p:cNvPr>
          <p:cNvSpPr>
            <a:spLocks xmlns:a="http://schemas.openxmlformats.org/drawingml/2006/main" noGrp="1"/>
          </p:cNvSpPr>
          <p:nvPr/>
        </p:nvSpPr>
        <p:spPr>
          <a:xfrm xmlns:a="http://schemas.openxmlformats.org/drawingml/2006/main">
            <a:off x="7477125" y="357187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80" name="DP4 object 196">
            <a:extLst xmlns:a="http://schemas.openxmlformats.org/drawingml/2006/main">
              <a:ext uri="{FF2B5EF4-FFF2-40B4-BE49-F238E27FC236}">
                <a16:creationId xmlns:a16="http://schemas.microsoft.com/office/drawing/2014/main" id="{44844577-E238-4025-8558-25AE2304D6C9}"/>
              </a:ext>
            </a:extLst>
          </p:cNvPr>
          <p:cNvSpPr>
            <a:spLocks xmlns:a="http://schemas.openxmlformats.org/drawingml/2006/main" noGrp="1"/>
          </p:cNvSpPr>
          <p:nvPr/>
        </p:nvSpPr>
        <p:spPr>
          <a:xfrm xmlns:a="http://schemas.openxmlformats.org/drawingml/2006/main">
            <a:off x="7477125" y="357187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81" name="DP4 object 197">
            <a:extLst xmlns:a="http://schemas.openxmlformats.org/drawingml/2006/main">
              <a:ext uri="{FF2B5EF4-FFF2-40B4-BE49-F238E27FC236}">
                <a16:creationId xmlns:a16="http://schemas.microsoft.com/office/drawing/2014/main" id="{858B5E57-EDA3-4F4C-9B76-52EDE3455E8D}"/>
              </a:ext>
            </a:extLst>
          </p:cNvPr>
          <p:cNvSpPr>
            <a:spLocks xmlns:a="http://schemas.openxmlformats.org/drawingml/2006/main" noGrp="1"/>
          </p:cNvSpPr>
          <p:nvPr/>
        </p:nvSpPr>
        <p:spPr>
          <a:xfrm xmlns:a="http://schemas.openxmlformats.org/drawingml/2006/main">
            <a:off x="9944100" y="334327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82" name="DP4 object 198">
            <a:extLst xmlns:a="http://schemas.openxmlformats.org/drawingml/2006/main">
              <a:ext uri="{FF2B5EF4-FFF2-40B4-BE49-F238E27FC236}">
                <a16:creationId xmlns:a16="http://schemas.microsoft.com/office/drawing/2014/main" id="{29796765-2D71-4BB6-A3DE-8C38756AA076}"/>
              </a:ext>
            </a:extLst>
          </p:cNvPr>
          <p:cNvSpPr>
            <a:spLocks xmlns:a="http://schemas.openxmlformats.org/drawingml/2006/main" noGrp="1"/>
          </p:cNvSpPr>
          <p:nvPr/>
        </p:nvSpPr>
        <p:spPr>
          <a:xfrm xmlns:a="http://schemas.openxmlformats.org/drawingml/2006/main">
            <a:off x="9944100" y="334327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83" name="DP4 object 199">
            <a:extLst xmlns:a="http://schemas.openxmlformats.org/drawingml/2006/main">
              <a:ext uri="{FF2B5EF4-FFF2-40B4-BE49-F238E27FC236}">
                <a16:creationId xmlns:a16="http://schemas.microsoft.com/office/drawing/2014/main" id="{3C5E3511-7CD6-4AC2-A807-4EB111F333A7}"/>
              </a:ext>
            </a:extLst>
          </p:cNvPr>
          <p:cNvSpPr>
            <a:spLocks xmlns:a="http://schemas.openxmlformats.org/drawingml/2006/main" noGrp="1"/>
          </p:cNvSpPr>
          <p:nvPr/>
        </p:nvSpPr>
        <p:spPr>
          <a:xfrm xmlns:a="http://schemas.openxmlformats.org/drawingml/2006/main">
            <a:off x="7753350" y="425767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84" name="DP4 object 200">
            <a:extLst xmlns:a="http://schemas.openxmlformats.org/drawingml/2006/main">
              <a:ext uri="{FF2B5EF4-FFF2-40B4-BE49-F238E27FC236}">
                <a16:creationId xmlns:a16="http://schemas.microsoft.com/office/drawing/2014/main" id="{55D73947-69E7-4842-84E2-6C091AE82F4D}"/>
              </a:ext>
            </a:extLst>
          </p:cNvPr>
          <p:cNvSpPr>
            <a:spLocks xmlns:a="http://schemas.openxmlformats.org/drawingml/2006/main" noGrp="1"/>
          </p:cNvSpPr>
          <p:nvPr/>
        </p:nvSpPr>
        <p:spPr>
          <a:xfrm xmlns:a="http://schemas.openxmlformats.org/drawingml/2006/main">
            <a:off x="7753350" y="425767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3</a:t>
            </a:r>
          </a:p>
        </p:txBody>
      </p:sp>
      <p:sp>
        <p:nvSpPr>
          <p:cNvPr id="85" name="Task Manager: 명령 확정">
            <a:extLst xmlns:a="http://schemas.openxmlformats.org/drawingml/2006/main">
              <a:ext uri="{FF2B5EF4-FFF2-40B4-BE49-F238E27FC236}">
                <a16:creationId xmlns:a16="http://schemas.microsoft.com/office/drawing/2014/main" id="{2513AD43-3A1F-4B60-A360-51F3D659704C}"/>
              </a:ext>
            </a:extLst>
          </p:cNvPr>
          <p:cNvSpPr>
            <a:spLocks xmlns:a="http://schemas.openxmlformats.org/drawingml/2006/main" noGrp="1"/>
          </p:cNvSpPr>
          <p:nvPr/>
        </p:nvSpPr>
        <p:spPr>
          <a:xfrm xmlns:a="http://schemas.openxmlformats.org/drawingml/2006/main">
            <a:off x="7410450" y="4914900"/>
            <a:ext cx="5067300" cy="3048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86" name="DP4 object 201">
            <a:extLst xmlns:a="http://schemas.openxmlformats.org/drawingml/2006/main">
              <a:ext uri="{FF2B5EF4-FFF2-40B4-BE49-F238E27FC236}">
                <a16:creationId xmlns:a16="http://schemas.microsoft.com/office/drawing/2014/main" id="{C2F383AC-C444-494A-B06C-7A81D33F6795}"/>
              </a:ext>
            </a:extLst>
          </p:cNvPr>
          <p:cNvSpPr>
            <a:spLocks xmlns:a="http://schemas.openxmlformats.org/drawingml/2006/main" noGrp="1"/>
          </p:cNvSpPr>
          <p:nvPr/>
        </p:nvSpPr>
        <p:spPr>
          <a:xfrm xmlns:a="http://schemas.openxmlformats.org/drawingml/2006/main">
            <a:off x="7477125" y="4953000"/>
            <a:ext cx="4933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Task Manager: 명령 확정</a:t>
            </a:r>
          </a:p>
        </p:txBody>
      </p:sp>
      <p:sp>
        <p:nvSpPr>
          <p:cNvPr id="87" name="Agent Gateway: 실제 전송">
            <a:extLst xmlns:a="http://schemas.openxmlformats.org/drawingml/2006/main">
              <a:ext uri="{FF2B5EF4-FFF2-40B4-BE49-F238E27FC236}">
                <a16:creationId xmlns:a16="http://schemas.microsoft.com/office/drawing/2014/main" id="{98BB85E5-BBAA-49BF-A464-05B3DBCF0672}"/>
              </a:ext>
            </a:extLst>
          </p:cNvPr>
          <p:cNvSpPr>
            <a:spLocks xmlns:a="http://schemas.openxmlformats.org/drawingml/2006/main" noGrp="1"/>
          </p:cNvSpPr>
          <p:nvPr/>
        </p:nvSpPr>
        <p:spPr>
          <a:xfrm xmlns:a="http://schemas.openxmlformats.org/drawingml/2006/main">
            <a:off x="7410450" y="5324475"/>
            <a:ext cx="5067300" cy="3048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88" name="DP4 object 202">
            <a:extLst xmlns:a="http://schemas.openxmlformats.org/drawingml/2006/main">
              <a:ext uri="{FF2B5EF4-FFF2-40B4-BE49-F238E27FC236}">
                <a16:creationId xmlns:a16="http://schemas.microsoft.com/office/drawing/2014/main" id="{E69A0DE4-ADF7-47A7-AAE6-F6DF5EE440F5}"/>
              </a:ext>
            </a:extLst>
          </p:cNvPr>
          <p:cNvSpPr>
            <a:spLocks xmlns:a="http://schemas.openxmlformats.org/drawingml/2006/main" noGrp="1"/>
          </p:cNvSpPr>
          <p:nvPr/>
        </p:nvSpPr>
        <p:spPr>
          <a:xfrm xmlns:a="http://schemas.openxmlformats.org/drawingml/2006/main">
            <a:off x="7477125" y="5362575"/>
            <a:ext cx="4933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Agent Gateway: 실제 전송</a:t>
            </a:r>
          </a:p>
        </p:txBody>
      </p:sp>
      <p:sp>
        <p:nvSpPr>
          <p:cNvPr id="89" name="외부 Downstream Agent">
            <a:extLst xmlns:a="http://schemas.openxmlformats.org/drawingml/2006/main">
              <a:ext uri="{FF2B5EF4-FFF2-40B4-BE49-F238E27FC236}">
                <a16:creationId xmlns:a16="http://schemas.microsoft.com/office/drawing/2014/main" id="{8F42A825-3BA5-408D-9DA2-27A30187519B}"/>
              </a:ext>
            </a:extLst>
          </p:cNvPr>
          <p:cNvSpPr>
            <a:spLocks xmlns:a="http://schemas.openxmlformats.org/drawingml/2006/main" noGrp="1"/>
          </p:cNvSpPr>
          <p:nvPr/>
        </p:nvSpPr>
        <p:spPr>
          <a:xfrm xmlns:a="http://schemas.openxmlformats.org/drawingml/2006/main">
            <a:off x="7410450" y="5762625"/>
            <a:ext cx="5067300" cy="2667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90" name="DP4 object 203">
            <a:extLst xmlns:a="http://schemas.openxmlformats.org/drawingml/2006/main">
              <a:ext uri="{FF2B5EF4-FFF2-40B4-BE49-F238E27FC236}">
                <a16:creationId xmlns:a16="http://schemas.microsoft.com/office/drawing/2014/main" id="{51E282FF-CB24-475A-B1B9-8E4B0A9165CE}"/>
              </a:ext>
            </a:extLst>
          </p:cNvPr>
          <p:cNvSpPr>
            <a:spLocks xmlns:a="http://schemas.openxmlformats.org/drawingml/2006/main" noGrp="1"/>
          </p:cNvSpPr>
          <p:nvPr/>
        </p:nvSpPr>
        <p:spPr>
          <a:xfrm xmlns:a="http://schemas.openxmlformats.org/drawingml/2006/main">
            <a:off x="7477125" y="5800725"/>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외부 Downstream Agent</a:t>
            </a:r>
          </a:p>
        </p:txBody>
      </p:sp>
      <p:sp>
        <p:nvSpPr>
          <p:cNvPr id="91" name="Editable path 204">
            <a:extLst xmlns:a="http://schemas.openxmlformats.org/drawingml/2006/main">
              <a:ext uri="{FF2B5EF4-FFF2-40B4-BE49-F238E27FC236}">
                <a16:creationId xmlns:a16="http://schemas.microsoft.com/office/drawing/2014/main" id="{E4C079C6-BF0A-4C79-BA27-F53BC898EA5B}"/>
              </a:ext>
            </a:extLst>
          </p:cNvPr>
          <p:cNvSpPr>
            <a:spLocks xmlns:a="http://schemas.openxmlformats.org/drawingml/2006/main" noGrp="1"/>
          </p:cNvSpPr>
          <p:nvPr/>
        </p:nvSpPr>
        <p:spPr>
          <a:xfrm xmlns:a="http://schemas.openxmlformats.org/drawingml/2006/main">
            <a:off x="9944100" y="4800600"/>
            <a:ext cx="953" cy="114300"/>
          </a:xfrm>
          <a:custGeom xmlns:a="http://schemas.openxmlformats.org/drawingml/2006/main">
            <a:pathLst>
              <a:path w="953" h="114300">
                <a:moveTo>
                  <a:pt x="0" y="0"/>
                </a:moveTo>
                <a:lnTo>
                  <a:pt x="0" y="114300"/>
                </a:lnTo>
              </a:path>
            </a:pathLst>
          </a:custGeom>
          <a:noFill xmlns:a="http://schemas.openxmlformats.org/drawingml/2006/main"/>
          <a:ln xmlns:a="http://schemas.openxmlformats.org/drawingml/2006/main" w="19050">
            <a:solidFill>
              <a:srgbClr val="111111"/>
            </a:solidFill>
            <a:prstDash val="solid"/>
          </a:ln>
        </p:spPr>
      </p:sp>
      <p:sp>
        <p:nvSpPr>
          <p:cNvPr id="92" name="Editable arrowhead 205">
            <a:extLst xmlns:a="http://schemas.openxmlformats.org/drawingml/2006/main">
              <a:ext uri="{FF2B5EF4-FFF2-40B4-BE49-F238E27FC236}">
                <a16:creationId xmlns:a16="http://schemas.microsoft.com/office/drawing/2014/main" id="{FE868BFD-CA9F-4BF4-8222-15F5984E2483}"/>
              </a:ext>
            </a:extLst>
          </p:cNvPr>
          <p:cNvSpPr>
            <a:spLocks xmlns:a="http://schemas.openxmlformats.org/drawingml/2006/main" noGrp="1"/>
          </p:cNvSpPr>
          <p:nvPr/>
        </p:nvSpPr>
        <p:spPr>
          <a:xfrm xmlns:a="http://schemas.openxmlformats.org/drawingml/2006/main">
            <a:off x="9896475" y="48196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3" name="Editable path 206">
            <a:extLst xmlns:a="http://schemas.openxmlformats.org/drawingml/2006/main">
              <a:ext uri="{FF2B5EF4-FFF2-40B4-BE49-F238E27FC236}">
                <a16:creationId xmlns:a16="http://schemas.microsoft.com/office/drawing/2014/main" id="{3DA1EFE5-9481-49CD-B693-F17325AEA146}"/>
              </a:ext>
            </a:extLst>
          </p:cNvPr>
          <p:cNvSpPr>
            <a:spLocks xmlns:a="http://schemas.openxmlformats.org/drawingml/2006/main" noGrp="1"/>
          </p:cNvSpPr>
          <p:nvPr/>
        </p:nvSpPr>
        <p:spPr>
          <a:xfrm xmlns:a="http://schemas.openxmlformats.org/drawingml/2006/main">
            <a:off x="9944100" y="5219700"/>
            <a:ext cx="953" cy="104775"/>
          </a:xfrm>
          <a:custGeom xmlns:a="http://schemas.openxmlformats.org/drawingml/2006/main">
            <a:pathLst>
              <a:path w="953" h="104775">
                <a:moveTo>
                  <a:pt x="0" y="0"/>
                </a:moveTo>
                <a:lnTo>
                  <a:pt x="0" y="104775"/>
                </a:lnTo>
              </a:path>
            </a:pathLst>
          </a:custGeom>
          <a:noFill xmlns:a="http://schemas.openxmlformats.org/drawingml/2006/main"/>
          <a:ln xmlns:a="http://schemas.openxmlformats.org/drawingml/2006/main" w="19050">
            <a:solidFill>
              <a:srgbClr val="111111"/>
            </a:solidFill>
            <a:prstDash val="solid"/>
          </a:ln>
        </p:spPr>
      </p:sp>
      <p:sp>
        <p:nvSpPr>
          <p:cNvPr id="94" name="Editable arrowhead 207">
            <a:extLst xmlns:a="http://schemas.openxmlformats.org/drawingml/2006/main">
              <a:ext uri="{FF2B5EF4-FFF2-40B4-BE49-F238E27FC236}">
                <a16:creationId xmlns:a16="http://schemas.microsoft.com/office/drawing/2014/main" id="{8664BDA7-0818-44D1-B08F-C020BE5B0CCA}"/>
              </a:ext>
            </a:extLst>
          </p:cNvPr>
          <p:cNvSpPr>
            <a:spLocks xmlns:a="http://schemas.openxmlformats.org/drawingml/2006/main" noGrp="1"/>
          </p:cNvSpPr>
          <p:nvPr/>
        </p:nvSpPr>
        <p:spPr>
          <a:xfrm xmlns:a="http://schemas.openxmlformats.org/drawingml/2006/main">
            <a:off x="9896475" y="52292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5" name="Editable path 208">
            <a:extLst xmlns:a="http://schemas.openxmlformats.org/drawingml/2006/main">
              <a:ext uri="{FF2B5EF4-FFF2-40B4-BE49-F238E27FC236}">
                <a16:creationId xmlns:a16="http://schemas.microsoft.com/office/drawing/2014/main" id="{59743702-980B-48AD-8C39-2A7089FCC106}"/>
              </a:ext>
            </a:extLst>
          </p:cNvPr>
          <p:cNvSpPr>
            <a:spLocks xmlns:a="http://schemas.openxmlformats.org/drawingml/2006/main" noGrp="1"/>
          </p:cNvSpPr>
          <p:nvPr/>
        </p:nvSpPr>
        <p:spPr>
          <a:xfrm xmlns:a="http://schemas.openxmlformats.org/drawingml/2006/main">
            <a:off x="9944100" y="5629275"/>
            <a:ext cx="953" cy="133350"/>
          </a:xfrm>
          <a:custGeom xmlns:a="http://schemas.openxmlformats.org/drawingml/2006/main">
            <a:pathLst>
              <a:path w="953" h="133350">
                <a:moveTo>
                  <a:pt x="0" y="0"/>
                </a:moveTo>
                <a:lnTo>
                  <a:pt x="0" y="133350"/>
                </a:lnTo>
              </a:path>
            </a:pathLst>
          </a:custGeom>
          <a:noFill xmlns:a="http://schemas.openxmlformats.org/drawingml/2006/main"/>
          <a:ln xmlns:a="http://schemas.openxmlformats.org/drawingml/2006/main" w="19050">
            <a:solidFill>
              <a:srgbClr val="111111"/>
            </a:solidFill>
            <a:prstDash val="solid"/>
          </a:ln>
        </p:spPr>
      </p:sp>
      <p:sp>
        <p:nvSpPr>
          <p:cNvPr id="96" name="Editable arrowhead 209">
            <a:extLst xmlns:a="http://schemas.openxmlformats.org/drawingml/2006/main">
              <a:ext uri="{FF2B5EF4-FFF2-40B4-BE49-F238E27FC236}">
                <a16:creationId xmlns:a16="http://schemas.microsoft.com/office/drawing/2014/main" id="{216807DC-87C3-40F5-8978-4A5D032AC048}"/>
              </a:ext>
            </a:extLst>
          </p:cNvPr>
          <p:cNvSpPr>
            <a:spLocks xmlns:a="http://schemas.openxmlformats.org/drawingml/2006/main" noGrp="1"/>
          </p:cNvSpPr>
          <p:nvPr/>
        </p:nvSpPr>
        <p:spPr>
          <a:xfrm xmlns:a="http://schemas.openxmlformats.org/drawingml/2006/main">
            <a:off x="9896475" y="56673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7" name="DP4 object 210">
            <a:extLst xmlns:a="http://schemas.openxmlformats.org/drawingml/2006/main">
              <a:ext uri="{FF2B5EF4-FFF2-40B4-BE49-F238E27FC236}">
                <a16:creationId xmlns:a16="http://schemas.microsoft.com/office/drawing/2014/main" id="{BA73CEC9-7DD2-42A1-874F-234EF3A69243}"/>
              </a:ext>
            </a:extLst>
          </p:cNvPr>
          <p:cNvSpPr>
            <a:spLocks xmlns:a="http://schemas.openxmlformats.org/drawingml/2006/main" noGrp="1"/>
          </p:cNvSpPr>
          <p:nvPr/>
        </p:nvSpPr>
        <p:spPr>
          <a:xfrm xmlns:a="http://schemas.openxmlformats.org/drawingml/2006/main">
            <a:off x="12744450" y="2152650"/>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필수 명세 전달 + 수신자 READ 왕복</a:t>
            </a:r>
          </a:p>
        </p:txBody>
      </p:sp>
      <p:sp>
        <p:nvSpPr>
          <p:cNvPr id="98" name="Request Controller: 채택·허가">
            <a:extLst xmlns:a="http://schemas.openxmlformats.org/drawingml/2006/main">
              <a:ext uri="{FF2B5EF4-FFF2-40B4-BE49-F238E27FC236}">
                <a16:creationId xmlns:a16="http://schemas.microsoft.com/office/drawing/2014/main" id="{4ED49CFF-68DF-4630-8040-3EE3294A021F}"/>
              </a:ext>
            </a:extLst>
          </p:cNvPr>
          <p:cNvSpPr>
            <a:spLocks xmlns:a="http://schemas.openxmlformats.org/drawingml/2006/main" noGrp="1"/>
          </p:cNvSpPr>
          <p:nvPr/>
        </p:nvSpPr>
        <p:spPr>
          <a:xfrm xmlns:a="http://schemas.openxmlformats.org/drawingml/2006/main">
            <a:off x="12820650" y="2514600"/>
            <a:ext cx="5067300" cy="32385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99" name="DP4 object 211">
            <a:extLst xmlns:a="http://schemas.openxmlformats.org/drawingml/2006/main">
              <a:ext uri="{FF2B5EF4-FFF2-40B4-BE49-F238E27FC236}">
                <a16:creationId xmlns:a16="http://schemas.microsoft.com/office/drawing/2014/main" id="{564FDDF8-5FD1-4E50-BC21-E38EC0E78F35}"/>
              </a:ext>
            </a:extLst>
          </p:cNvPr>
          <p:cNvSpPr>
            <a:spLocks xmlns:a="http://schemas.openxmlformats.org/drawingml/2006/main" noGrp="1"/>
          </p:cNvSpPr>
          <p:nvPr/>
        </p:nvSpPr>
        <p:spPr>
          <a:xfrm xmlns:a="http://schemas.openxmlformats.org/drawingml/2006/main">
            <a:off x="12887325" y="2552700"/>
            <a:ext cx="4933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Request Controller: 채택·허가</a:t>
            </a:r>
          </a:p>
        </p:txBody>
      </p:sp>
      <p:sp>
        <p:nvSpPr>
          <p:cNvPr id="100" name="Context Manager Component">
            <a:extLst xmlns:a="http://schemas.openxmlformats.org/drawingml/2006/main">
              <a:ext uri="{FF2B5EF4-FFF2-40B4-BE49-F238E27FC236}">
                <a16:creationId xmlns:a16="http://schemas.microsoft.com/office/drawing/2014/main" id="{431A13D7-2352-4C17-B5EE-C605F9C1CB75}"/>
              </a:ext>
            </a:extLst>
          </p:cNvPr>
          <p:cNvSpPr>
            <a:spLocks xmlns:a="http://schemas.openxmlformats.org/drawingml/2006/main" noGrp="1"/>
          </p:cNvSpPr>
          <p:nvPr/>
        </p:nvSpPr>
        <p:spPr>
          <a:xfrm xmlns:a="http://schemas.openxmlformats.org/drawingml/2006/main">
            <a:off x="12820650" y="2981325"/>
            <a:ext cx="5067300" cy="1819275"/>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01" name="DP4 object 212">
            <a:extLst xmlns:a="http://schemas.openxmlformats.org/drawingml/2006/main">
              <a:ext uri="{FF2B5EF4-FFF2-40B4-BE49-F238E27FC236}">
                <a16:creationId xmlns:a16="http://schemas.microsoft.com/office/drawing/2014/main" id="{4747A374-65FB-447E-83E1-DA6E92783DEC}"/>
              </a:ext>
            </a:extLst>
          </p:cNvPr>
          <p:cNvSpPr>
            <a:spLocks xmlns:a="http://schemas.openxmlformats.org/drawingml/2006/main" noGrp="1"/>
          </p:cNvSpPr>
          <p:nvPr/>
        </p:nvSpPr>
        <p:spPr>
          <a:xfrm xmlns:a="http://schemas.openxmlformats.org/drawingml/2006/main">
            <a:off x="12896850" y="3000375"/>
            <a:ext cx="491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Context Manager</a:t>
            </a:r>
          </a:p>
        </p:txBody>
      </p:sp>
      <p:sp>
        <p:nvSpPr>
          <p:cNvPr id="102" name="Editable path 213">
            <a:extLst xmlns:a="http://schemas.openxmlformats.org/drawingml/2006/main">
              <a:ext uri="{FF2B5EF4-FFF2-40B4-BE49-F238E27FC236}">
                <a16:creationId xmlns:a16="http://schemas.microsoft.com/office/drawing/2014/main" id="{BC445CF6-600E-48B8-9ECA-06D4673B565E}"/>
              </a:ext>
            </a:extLst>
          </p:cNvPr>
          <p:cNvSpPr>
            <a:spLocks xmlns:a="http://schemas.openxmlformats.org/drawingml/2006/main" noGrp="1"/>
          </p:cNvSpPr>
          <p:nvPr/>
        </p:nvSpPr>
        <p:spPr>
          <a:xfrm xmlns:a="http://schemas.openxmlformats.org/drawingml/2006/main">
            <a:off x="12820650" y="3324225"/>
            <a:ext cx="5067300" cy="953"/>
          </a:xfrm>
          <a:custGeom xmlns:a="http://schemas.openxmlformats.org/drawingml/2006/main">
            <a:pathLst>
              <a:path w="5067300" h="953">
                <a:moveTo>
                  <a:pt x="0" y="0"/>
                </a:moveTo>
                <a:lnTo>
                  <a:pt x="5067300" y="0"/>
                </a:lnTo>
              </a:path>
            </a:pathLst>
          </a:custGeom>
          <a:noFill xmlns:a="http://schemas.openxmlformats.org/drawingml/2006/main"/>
          <a:ln xmlns:a="http://schemas.openxmlformats.org/drawingml/2006/main" w="13335">
            <a:solidFill>
              <a:srgbClr val="111111"/>
            </a:solidFill>
            <a:prstDash val="solid"/>
          </a:ln>
        </p:spPr>
      </p:sp>
      <p:sp>
        <p:nvSpPr>
          <p:cNvPr id="103" name="필수 명세·자료 목록 구성">
            <a:extLst xmlns:a="http://schemas.openxmlformats.org/drawingml/2006/main">
              <a:ext uri="{FF2B5EF4-FFF2-40B4-BE49-F238E27FC236}">
                <a16:creationId xmlns:a16="http://schemas.microsoft.com/office/drawing/2014/main" id="{FDE85DAC-A528-4998-AC9E-1DA9E4D51C3C}"/>
              </a:ext>
            </a:extLst>
          </p:cNvPr>
          <p:cNvSpPr>
            <a:spLocks xmlns:a="http://schemas.openxmlformats.org/drawingml/2006/main" noGrp="1"/>
          </p:cNvSpPr>
          <p:nvPr/>
        </p:nvSpPr>
        <p:spPr>
          <a:xfrm xmlns:a="http://schemas.openxmlformats.org/drawingml/2006/main">
            <a:off x="12944475" y="3419475"/>
            <a:ext cx="2295525" cy="3619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104" name="DP4 object 214">
            <a:extLst xmlns:a="http://schemas.openxmlformats.org/drawingml/2006/main">
              <a:ext uri="{FF2B5EF4-FFF2-40B4-BE49-F238E27FC236}">
                <a16:creationId xmlns:a16="http://schemas.microsoft.com/office/drawing/2014/main" id="{14A66084-86D7-4E7E-8026-73321F7B4B9C}"/>
              </a:ext>
            </a:extLst>
          </p:cNvPr>
          <p:cNvSpPr>
            <a:spLocks xmlns:a="http://schemas.openxmlformats.org/drawingml/2006/main" noGrp="1"/>
          </p:cNvSpPr>
          <p:nvPr/>
        </p:nvSpPr>
        <p:spPr>
          <a:xfrm xmlns:a="http://schemas.openxmlformats.org/drawingml/2006/main">
            <a:off x="13011150" y="3457575"/>
            <a:ext cx="2162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1">
                <a:solidFill>
                  <a:srgbClr val="111111"/>
                </a:solidFill>
                <a:latin typeface="Apple SD Gothic Neo"/>
                <a:ea typeface="Apple SD Gothic Neo"/>
                <a:cs typeface="Apple SD Gothic Neo"/>
              </a:defRPr>
            </a:defPPr>
            <a:lvl1pPr algn="ctr">
              <a:defRPr sz="1575" b="1">
                <a:solidFill>
                  <a:srgbClr val="111111"/>
                </a:solidFill>
                <a:latin typeface="Apple SD Gothic Neo"/>
                <a:ea typeface="Apple SD Gothic Neo"/>
                <a:cs typeface="Apple SD Gothic Neo"/>
              </a:defRPr>
            </a:lvl1pPr>
            <a:lvl2pPr algn="ctr">
              <a:defRPr sz="1575" b="1">
                <a:solidFill>
                  <a:srgbClr val="111111"/>
                </a:solidFill>
                <a:latin typeface="Apple SD Gothic Neo"/>
                <a:ea typeface="Apple SD Gothic Neo"/>
                <a:cs typeface="Apple SD Gothic Neo"/>
              </a:defRPr>
            </a:lvl2pPr>
            <a:lvl3pPr algn="ctr">
              <a:defRPr sz="1575" b="1">
                <a:solidFill>
                  <a:srgbClr val="111111"/>
                </a:solidFill>
                <a:latin typeface="Apple SD Gothic Neo"/>
                <a:ea typeface="Apple SD Gothic Neo"/>
                <a:cs typeface="Apple SD Gothic Neo"/>
              </a:defRPr>
            </a:lvl3pPr>
            <a:lvl4pPr algn="ctr">
              <a:defRPr sz="1575" b="1">
                <a:solidFill>
                  <a:srgbClr val="111111"/>
                </a:solidFill>
                <a:latin typeface="Apple SD Gothic Neo"/>
                <a:ea typeface="Apple SD Gothic Neo"/>
                <a:cs typeface="Apple SD Gothic Neo"/>
              </a:defRPr>
            </a:lvl4pPr>
            <a:lvl5pPr algn="ctr">
              <a:defRPr sz="1575" b="1">
                <a:solidFill>
                  <a:srgbClr val="111111"/>
                </a:solidFill>
                <a:latin typeface="Apple SD Gothic Neo"/>
                <a:ea typeface="Apple SD Gothic Neo"/>
                <a:cs typeface="Apple SD Gothic Neo"/>
              </a:defRPr>
            </a:lvl5pPr>
            <a:lvl6pPr algn="ctr">
              <a:defRPr sz="1575" b="1">
                <a:solidFill>
                  <a:srgbClr val="111111"/>
                </a:solidFill>
                <a:latin typeface="Apple SD Gothic Neo"/>
                <a:ea typeface="Apple SD Gothic Neo"/>
                <a:cs typeface="Apple SD Gothic Neo"/>
              </a:defRPr>
            </a:lvl6pPr>
            <a:lvl7pPr algn="ctr">
              <a:defRPr sz="1575" b="1">
                <a:solidFill>
                  <a:srgbClr val="111111"/>
                </a:solidFill>
                <a:latin typeface="Apple SD Gothic Neo"/>
                <a:ea typeface="Apple SD Gothic Neo"/>
                <a:cs typeface="Apple SD Gothic Neo"/>
              </a:defRPr>
            </a:lvl7pPr>
            <a:lvl8pPr algn="ctr">
              <a:defRPr sz="1575" b="1">
                <a:solidFill>
                  <a:srgbClr val="111111"/>
                </a:solidFill>
                <a:latin typeface="Apple SD Gothic Neo"/>
                <a:ea typeface="Apple SD Gothic Neo"/>
                <a:cs typeface="Apple SD Gothic Neo"/>
              </a:defRPr>
            </a:lvl8pPr>
            <a:lvl9pPr algn="ctr">
              <a:defRPr sz="1575" b="1">
                <a:solidFill>
                  <a:srgbClr val="111111"/>
                </a:solidFill>
                <a:latin typeface="Apple SD Gothic Neo"/>
                <a:ea typeface="Apple SD Gothic Neo"/>
                <a:cs typeface="Apple SD Gothic Neo"/>
              </a:defRPr>
            </a:lvl9pPr>
          </a:lstStyle>
          <a:p xmlns:a="http://schemas.openxmlformats.org/drawingml/2006/main">
            <a:pPr algn="ctr">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필수 명세·자료 목록 구성</a:t>
            </a:r>
          </a:p>
        </p:txBody>
      </p:sp>
      <p:sp>
        <p:nvSpPr>
          <p:cNvPr id="105" name="Editable path 215">
            <a:extLst xmlns:a="http://schemas.openxmlformats.org/drawingml/2006/main">
              <a:ext uri="{FF2B5EF4-FFF2-40B4-BE49-F238E27FC236}">
                <a16:creationId xmlns:a16="http://schemas.microsoft.com/office/drawing/2014/main" id="{D97FA1CB-F435-46F1-95F1-6AE7E3723DE3}"/>
              </a:ext>
            </a:extLst>
          </p:cNvPr>
          <p:cNvSpPr>
            <a:spLocks xmlns:a="http://schemas.openxmlformats.org/drawingml/2006/main" noGrp="1"/>
          </p:cNvSpPr>
          <p:nvPr/>
        </p:nvSpPr>
        <p:spPr>
          <a:xfrm xmlns:a="http://schemas.openxmlformats.org/drawingml/2006/main">
            <a:off x="14077950" y="2838450"/>
            <a:ext cx="953" cy="581025"/>
          </a:xfrm>
          <a:custGeom xmlns:a="http://schemas.openxmlformats.org/drawingml/2006/main">
            <a:pathLst>
              <a:path w="953" h="581025">
                <a:moveTo>
                  <a:pt x="0" y="0"/>
                </a:moveTo>
                <a:lnTo>
                  <a:pt x="0" y="581025"/>
                </a:lnTo>
              </a:path>
            </a:pathLst>
          </a:custGeom>
          <a:noFill xmlns:a="http://schemas.openxmlformats.org/drawingml/2006/main"/>
          <a:ln xmlns:a="http://schemas.openxmlformats.org/drawingml/2006/main" w="19050">
            <a:solidFill>
              <a:srgbClr val="111111"/>
            </a:solidFill>
            <a:prstDash val="solid"/>
          </a:ln>
        </p:spPr>
      </p:sp>
      <p:sp>
        <p:nvSpPr>
          <p:cNvPr id="106" name="Editable arrowhead 216">
            <a:extLst xmlns:a="http://schemas.openxmlformats.org/drawingml/2006/main">
              <a:ext uri="{FF2B5EF4-FFF2-40B4-BE49-F238E27FC236}">
                <a16:creationId xmlns:a16="http://schemas.microsoft.com/office/drawing/2014/main" id="{CD67387E-3E9F-432D-AA8B-B7FFE322C477}"/>
              </a:ext>
            </a:extLst>
          </p:cNvPr>
          <p:cNvSpPr>
            <a:spLocks xmlns:a="http://schemas.openxmlformats.org/drawingml/2006/main" noGrp="1"/>
          </p:cNvSpPr>
          <p:nvPr/>
        </p:nvSpPr>
        <p:spPr>
          <a:xfrm xmlns:a="http://schemas.openxmlformats.org/drawingml/2006/main">
            <a:off x="14030325" y="33242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7" name="C1 사전 확보한 조건 원문 첨부">
            <a:extLst xmlns:a="http://schemas.openxmlformats.org/drawingml/2006/main">
              <a:ext uri="{FF2B5EF4-FFF2-40B4-BE49-F238E27FC236}">
                <a16:creationId xmlns:a16="http://schemas.microsoft.com/office/drawing/2014/main" id="{9F82EF65-2E66-4632-AEE8-20B8FB2C3B2A}"/>
              </a:ext>
            </a:extLst>
          </p:cNvPr>
          <p:cNvSpPr>
            <a:spLocks xmlns:a="http://schemas.openxmlformats.org/drawingml/2006/main" noGrp="1"/>
          </p:cNvSpPr>
          <p:nvPr/>
        </p:nvSpPr>
        <p:spPr>
          <a:xfrm xmlns:a="http://schemas.openxmlformats.org/drawingml/2006/main">
            <a:off x="12944475" y="3886200"/>
            <a:ext cx="2295525" cy="352425"/>
          </a:xfrm>
          <a:prstGeom xmlns:a="http://schemas.openxmlformats.org/drawingml/2006/main" prst="rect">
            <a:avLst/>
          </a:prstGeom>
          <a:solidFill xmlns:a="http://schemas.openxmlformats.org/drawingml/2006/main">
            <a:srgbClr val="F1F6FC"/>
          </a:solidFill>
          <a:ln xmlns:a="http://schemas.openxmlformats.org/drawingml/2006/main" w="28575">
            <a:solidFill>
              <a:srgbClr val="4676CB"/>
            </a:solidFill>
            <a:prstDash val="solid"/>
          </a:ln>
        </p:spPr>
      </p:sp>
      <p:sp>
        <p:nvSpPr>
          <p:cNvPr id="108" name="DP4 object 217">
            <a:extLst xmlns:a="http://schemas.openxmlformats.org/drawingml/2006/main">
              <a:ext uri="{FF2B5EF4-FFF2-40B4-BE49-F238E27FC236}">
                <a16:creationId xmlns:a16="http://schemas.microsoft.com/office/drawing/2014/main" id="{7CC27B2C-B6F5-41D3-93BF-0BD4FAD08AED}"/>
              </a:ext>
            </a:extLst>
          </p:cNvPr>
          <p:cNvSpPr>
            <a:spLocks xmlns:a="http://schemas.openxmlformats.org/drawingml/2006/main" noGrp="1"/>
          </p:cNvSpPr>
          <p:nvPr/>
        </p:nvSpPr>
        <p:spPr>
          <a:xfrm xmlns:a="http://schemas.openxmlformats.org/drawingml/2006/main">
            <a:off x="13011150" y="3924300"/>
            <a:ext cx="21621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1">
                <a:solidFill>
                  <a:srgbClr val="4676CB"/>
                </a:solidFill>
                <a:latin typeface="Apple SD Gothic Neo"/>
                <a:ea typeface="Apple SD Gothic Neo"/>
                <a:cs typeface="Apple SD Gothic Neo"/>
              </a:defRPr>
            </a:defPPr>
            <a:lvl1pPr algn="ctr">
              <a:defRPr sz="1350" b="1">
                <a:solidFill>
                  <a:srgbClr val="4676CB"/>
                </a:solidFill>
                <a:latin typeface="Apple SD Gothic Neo"/>
                <a:ea typeface="Apple SD Gothic Neo"/>
                <a:cs typeface="Apple SD Gothic Neo"/>
              </a:defRPr>
            </a:lvl1pPr>
            <a:lvl2pPr algn="ctr">
              <a:defRPr sz="1350" b="1">
                <a:solidFill>
                  <a:srgbClr val="4676CB"/>
                </a:solidFill>
                <a:latin typeface="Apple SD Gothic Neo"/>
                <a:ea typeface="Apple SD Gothic Neo"/>
                <a:cs typeface="Apple SD Gothic Neo"/>
              </a:defRPr>
            </a:lvl2pPr>
            <a:lvl3pPr algn="ctr">
              <a:defRPr sz="1350" b="1">
                <a:solidFill>
                  <a:srgbClr val="4676CB"/>
                </a:solidFill>
                <a:latin typeface="Apple SD Gothic Neo"/>
                <a:ea typeface="Apple SD Gothic Neo"/>
                <a:cs typeface="Apple SD Gothic Neo"/>
              </a:defRPr>
            </a:lvl3pPr>
            <a:lvl4pPr algn="ctr">
              <a:defRPr sz="1350" b="1">
                <a:solidFill>
                  <a:srgbClr val="4676CB"/>
                </a:solidFill>
                <a:latin typeface="Apple SD Gothic Neo"/>
                <a:ea typeface="Apple SD Gothic Neo"/>
                <a:cs typeface="Apple SD Gothic Neo"/>
              </a:defRPr>
            </a:lvl4pPr>
            <a:lvl5pPr algn="ctr">
              <a:defRPr sz="1350" b="1">
                <a:solidFill>
                  <a:srgbClr val="4676CB"/>
                </a:solidFill>
                <a:latin typeface="Apple SD Gothic Neo"/>
                <a:ea typeface="Apple SD Gothic Neo"/>
                <a:cs typeface="Apple SD Gothic Neo"/>
              </a:defRPr>
            </a:lvl5pPr>
            <a:lvl6pPr algn="ctr">
              <a:defRPr sz="1350" b="1">
                <a:solidFill>
                  <a:srgbClr val="4676CB"/>
                </a:solidFill>
                <a:latin typeface="Apple SD Gothic Neo"/>
                <a:ea typeface="Apple SD Gothic Neo"/>
                <a:cs typeface="Apple SD Gothic Neo"/>
              </a:defRPr>
            </a:lvl6pPr>
            <a:lvl7pPr algn="ctr">
              <a:defRPr sz="1350" b="1">
                <a:solidFill>
                  <a:srgbClr val="4676CB"/>
                </a:solidFill>
                <a:latin typeface="Apple SD Gothic Neo"/>
                <a:ea typeface="Apple SD Gothic Neo"/>
                <a:cs typeface="Apple SD Gothic Neo"/>
              </a:defRPr>
            </a:lvl7pPr>
            <a:lvl8pPr algn="ctr">
              <a:defRPr sz="1350" b="1">
                <a:solidFill>
                  <a:srgbClr val="4676CB"/>
                </a:solidFill>
                <a:latin typeface="Apple SD Gothic Neo"/>
                <a:ea typeface="Apple SD Gothic Neo"/>
                <a:cs typeface="Apple SD Gothic Neo"/>
              </a:defRPr>
            </a:lvl8pPr>
            <a:lvl9pPr algn="ctr">
              <a:defRPr sz="1350" b="1">
                <a:solidFill>
                  <a:srgbClr val="4676CB"/>
                </a:solidFill>
                <a:latin typeface="Apple SD Gothic Neo"/>
                <a:ea typeface="Apple SD Gothic Neo"/>
                <a:cs typeface="Apple SD Gothic Neo"/>
              </a:defRPr>
            </a:lvl9pPr>
          </a:lstStyle>
          <a:p xmlns:a="http://schemas.openxmlformats.org/drawingml/2006/main">
            <a:pPr algn="ctr">
              <a:defRPr sz="1350" b="1">
                <a:solidFill>
                  <a:srgbClr val="4676CB"/>
                </a:solidFill>
                <a:latin typeface="Apple SD Gothic Neo"/>
                <a:ea typeface="Apple SD Gothic Neo"/>
                <a:cs typeface="Apple SD Gothic Neo"/>
              </a:defRPr>
            </a:pPr>
            <a:r>
              <a:rPr sz="1350" b="1">
                <a:solidFill>
                  <a:srgbClr val="4676CB"/>
                </a:solidFill>
                <a:latin typeface="Apple SD Gothic Neo"/>
                <a:ea typeface="Apple SD Gothic Neo"/>
                <a:cs typeface="Apple SD Gothic Neo"/>
              </a:rPr>
              <a:t>C1 사전 확보한 조건 원문 첨부</a:t>
            </a:r>
          </a:p>
        </p:txBody>
      </p:sp>
      <p:sp>
        <p:nvSpPr>
          <p:cNvPr id="109" name="Editable path 218">
            <a:extLst xmlns:a="http://schemas.openxmlformats.org/drawingml/2006/main">
              <a:ext uri="{FF2B5EF4-FFF2-40B4-BE49-F238E27FC236}">
                <a16:creationId xmlns:a16="http://schemas.microsoft.com/office/drawing/2014/main" id="{0EAF3BCE-1E1A-41C1-B1D2-D67528648DEF}"/>
              </a:ext>
            </a:extLst>
          </p:cNvPr>
          <p:cNvSpPr>
            <a:spLocks xmlns:a="http://schemas.openxmlformats.org/drawingml/2006/main" noGrp="1"/>
          </p:cNvSpPr>
          <p:nvPr/>
        </p:nvSpPr>
        <p:spPr>
          <a:xfrm xmlns:a="http://schemas.openxmlformats.org/drawingml/2006/main">
            <a:off x="14087475" y="3781425"/>
            <a:ext cx="953" cy="104775"/>
          </a:xfrm>
          <a:custGeom xmlns:a="http://schemas.openxmlformats.org/drawingml/2006/main">
            <a:pathLst>
              <a:path w="953" h="104775">
                <a:moveTo>
                  <a:pt x="0" y="0"/>
                </a:moveTo>
                <a:lnTo>
                  <a:pt x="0" y="104775"/>
                </a:lnTo>
              </a:path>
            </a:pathLst>
          </a:custGeom>
          <a:noFill xmlns:a="http://schemas.openxmlformats.org/drawingml/2006/main"/>
          <a:ln xmlns:a="http://schemas.openxmlformats.org/drawingml/2006/main" w="19050">
            <a:solidFill>
              <a:srgbClr val="4676CB"/>
            </a:solidFill>
            <a:prstDash val="solid"/>
          </a:ln>
        </p:spPr>
      </p:sp>
      <p:sp>
        <p:nvSpPr>
          <p:cNvPr id="110" name="Editable arrowhead 219">
            <a:extLst xmlns:a="http://schemas.openxmlformats.org/drawingml/2006/main">
              <a:ext uri="{FF2B5EF4-FFF2-40B4-BE49-F238E27FC236}">
                <a16:creationId xmlns:a16="http://schemas.microsoft.com/office/drawing/2014/main" id="{BE7EDB35-5237-4BB8-B37F-C94DD04CFE7A}"/>
              </a:ext>
            </a:extLst>
          </p:cNvPr>
          <p:cNvSpPr>
            <a:spLocks xmlns:a="http://schemas.openxmlformats.org/drawingml/2006/main" noGrp="1"/>
          </p:cNvSpPr>
          <p:nvPr/>
        </p:nvSpPr>
        <p:spPr>
          <a:xfrm xmlns:a="http://schemas.openxmlformats.org/drawingml/2006/main">
            <a:off x="14039850" y="37909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111" name="Editable path 220">
            <a:extLst xmlns:a="http://schemas.openxmlformats.org/drawingml/2006/main">
              <a:ext uri="{FF2B5EF4-FFF2-40B4-BE49-F238E27FC236}">
                <a16:creationId xmlns:a16="http://schemas.microsoft.com/office/drawing/2014/main" id="{C25494A1-5ACD-4630-8854-5BE7C23A96BE}"/>
              </a:ext>
            </a:extLst>
          </p:cNvPr>
          <p:cNvSpPr>
            <a:spLocks xmlns:a="http://schemas.openxmlformats.org/drawingml/2006/main" noGrp="1"/>
          </p:cNvSpPr>
          <p:nvPr/>
        </p:nvSpPr>
        <p:spPr>
          <a:xfrm xmlns:a="http://schemas.openxmlformats.org/drawingml/2006/main">
            <a:off x="14087475" y="4238625"/>
            <a:ext cx="953" cy="114300"/>
          </a:xfrm>
          <a:custGeom xmlns:a="http://schemas.openxmlformats.org/drawingml/2006/main">
            <a:pathLst>
              <a:path w="953" h="114300">
                <a:moveTo>
                  <a:pt x="0" y="0"/>
                </a:moveTo>
                <a:lnTo>
                  <a:pt x="0" y="114300"/>
                </a:lnTo>
              </a:path>
            </a:pathLst>
          </a:custGeom>
          <a:noFill xmlns:a="http://schemas.openxmlformats.org/drawingml/2006/main"/>
          <a:ln xmlns:a="http://schemas.openxmlformats.org/drawingml/2006/main" w="19050">
            <a:solidFill>
              <a:srgbClr val="4676CB"/>
            </a:solidFill>
            <a:prstDash val="solid"/>
          </a:ln>
        </p:spPr>
      </p:sp>
      <p:sp>
        <p:nvSpPr>
          <p:cNvPr id="112" name="Editable arrowhead 221">
            <a:extLst xmlns:a="http://schemas.openxmlformats.org/drawingml/2006/main">
              <a:ext uri="{FF2B5EF4-FFF2-40B4-BE49-F238E27FC236}">
                <a16:creationId xmlns:a16="http://schemas.microsoft.com/office/drawing/2014/main" id="{122183B7-F72C-4749-953B-04DBD021A897}"/>
              </a:ext>
            </a:extLst>
          </p:cNvPr>
          <p:cNvSpPr>
            <a:spLocks xmlns:a="http://schemas.openxmlformats.org/drawingml/2006/main" noGrp="1"/>
          </p:cNvSpPr>
          <p:nvPr/>
        </p:nvSpPr>
        <p:spPr>
          <a:xfrm xmlns:a="http://schemas.openxmlformats.org/drawingml/2006/main">
            <a:off x="14039850" y="42576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113" name="manifest / 필수 조건·참조">
            <a:extLst xmlns:a="http://schemas.openxmlformats.org/drawingml/2006/main">
              <a:ext uri="{FF2B5EF4-FFF2-40B4-BE49-F238E27FC236}">
                <a16:creationId xmlns:a16="http://schemas.microsoft.com/office/drawing/2014/main" id="{D217D7A7-D099-4964-8B22-1953A0EFE58E}"/>
              </a:ext>
            </a:extLst>
          </p:cNvPr>
          <p:cNvSpPr>
            <a:spLocks xmlns:a="http://schemas.openxmlformats.org/drawingml/2006/main" noGrp="1"/>
          </p:cNvSpPr>
          <p:nvPr/>
        </p:nvSpPr>
        <p:spPr>
          <a:xfrm xmlns:a="http://schemas.openxmlformats.org/drawingml/2006/main">
            <a:off x="12944475" y="4352925"/>
            <a:ext cx="2295525" cy="3524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114" name="DP4 object 222">
            <a:extLst xmlns:a="http://schemas.openxmlformats.org/drawingml/2006/main">
              <a:ext uri="{FF2B5EF4-FFF2-40B4-BE49-F238E27FC236}">
                <a16:creationId xmlns:a16="http://schemas.microsoft.com/office/drawing/2014/main" id="{F156341C-EFEB-4E43-BD7F-ECD19C00BB1E}"/>
              </a:ext>
            </a:extLst>
          </p:cNvPr>
          <p:cNvSpPr>
            <a:spLocks xmlns:a="http://schemas.openxmlformats.org/drawingml/2006/main" noGrp="1"/>
          </p:cNvSpPr>
          <p:nvPr/>
        </p:nvSpPr>
        <p:spPr>
          <a:xfrm xmlns:a="http://schemas.openxmlformats.org/drawingml/2006/main">
            <a:off x="12992100" y="4457700"/>
            <a:ext cx="2200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manifest / 필수 조건·참조</a:t>
            </a:r>
          </a:p>
        </p:txBody>
      </p:sp>
      <p:sp>
        <p:nvSpPr>
          <p:cNvPr id="115" name="요청 범위 읽기 제공&#10;권한·판본·철회 검사">
            <a:extLst xmlns:a="http://schemas.openxmlformats.org/drawingml/2006/main">
              <a:ext uri="{FF2B5EF4-FFF2-40B4-BE49-F238E27FC236}">
                <a16:creationId xmlns:a16="http://schemas.microsoft.com/office/drawing/2014/main" id="{F7C6D939-D3F5-4636-8BBF-65C8282F6523}"/>
              </a:ext>
            </a:extLst>
          </p:cNvPr>
          <p:cNvSpPr>
            <a:spLocks xmlns:a="http://schemas.openxmlformats.org/drawingml/2006/main" noGrp="1"/>
          </p:cNvSpPr>
          <p:nvPr/>
        </p:nvSpPr>
        <p:spPr>
          <a:xfrm xmlns:a="http://schemas.openxmlformats.org/drawingml/2006/main">
            <a:off x="15535275" y="3419475"/>
            <a:ext cx="2181225" cy="5905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116" name="DP4 object 223">
            <a:extLst xmlns:a="http://schemas.openxmlformats.org/drawingml/2006/main">
              <a:ext uri="{FF2B5EF4-FFF2-40B4-BE49-F238E27FC236}">
                <a16:creationId xmlns:a16="http://schemas.microsoft.com/office/drawing/2014/main" id="{6E7CD9D1-A69F-4B3C-9130-F2D3716374B8}"/>
              </a:ext>
            </a:extLst>
          </p:cNvPr>
          <p:cNvSpPr>
            <a:spLocks xmlns:a="http://schemas.openxmlformats.org/drawingml/2006/main" noGrp="1"/>
          </p:cNvSpPr>
          <p:nvPr/>
        </p:nvSpPr>
        <p:spPr>
          <a:xfrm xmlns:a="http://schemas.openxmlformats.org/drawingml/2006/main">
            <a:off x="15601950" y="3457575"/>
            <a:ext cx="2047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요청 범위 읽기 제공</a:t>
            </a:r>
          </a:p>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권한·판본·철회 검사</a:t>
            </a:r>
          </a:p>
        </p:txBody>
      </p:sp>
      <p:sp>
        <p:nvSpPr>
          <p:cNvPr id="117" name="lease / read receipt">
            <a:extLst xmlns:a="http://schemas.openxmlformats.org/drawingml/2006/main">
              <a:ext uri="{FF2B5EF4-FFF2-40B4-BE49-F238E27FC236}">
                <a16:creationId xmlns:a16="http://schemas.microsoft.com/office/drawing/2014/main" id="{1E4E1AE7-9EB3-4FAA-82FF-3886975CA61A}"/>
              </a:ext>
            </a:extLst>
          </p:cNvPr>
          <p:cNvSpPr>
            <a:spLocks xmlns:a="http://schemas.openxmlformats.org/drawingml/2006/main" noGrp="1"/>
          </p:cNvSpPr>
          <p:nvPr/>
        </p:nvSpPr>
        <p:spPr>
          <a:xfrm xmlns:a="http://schemas.openxmlformats.org/drawingml/2006/main">
            <a:off x="15535275" y="4295775"/>
            <a:ext cx="2181225" cy="4095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118" name="DP4 object 224">
            <a:extLst xmlns:a="http://schemas.openxmlformats.org/drawingml/2006/main">
              <a:ext uri="{FF2B5EF4-FFF2-40B4-BE49-F238E27FC236}">
                <a16:creationId xmlns:a16="http://schemas.microsoft.com/office/drawing/2014/main" id="{A62086CA-CA0B-492E-B8D4-94B1796D8CEA}"/>
              </a:ext>
            </a:extLst>
          </p:cNvPr>
          <p:cNvSpPr>
            <a:spLocks xmlns:a="http://schemas.openxmlformats.org/drawingml/2006/main" noGrp="1"/>
          </p:cNvSpPr>
          <p:nvPr/>
        </p:nvSpPr>
        <p:spPr>
          <a:xfrm xmlns:a="http://schemas.openxmlformats.org/drawingml/2006/main">
            <a:off x="15582900" y="4400550"/>
            <a:ext cx="20859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lease / read receipt</a:t>
            </a:r>
          </a:p>
        </p:txBody>
      </p:sp>
      <p:sp>
        <p:nvSpPr>
          <p:cNvPr id="119" name="Editable path 225">
            <a:extLst xmlns:a="http://schemas.openxmlformats.org/drawingml/2006/main">
              <a:ext uri="{FF2B5EF4-FFF2-40B4-BE49-F238E27FC236}">
                <a16:creationId xmlns:a16="http://schemas.microsoft.com/office/drawing/2014/main" id="{C3E11CCF-8416-4645-8F47-0C5F22633FF9}"/>
              </a:ext>
            </a:extLst>
          </p:cNvPr>
          <p:cNvSpPr>
            <a:spLocks xmlns:a="http://schemas.openxmlformats.org/drawingml/2006/main" noGrp="1"/>
          </p:cNvSpPr>
          <p:nvPr/>
        </p:nvSpPr>
        <p:spPr>
          <a:xfrm xmlns:a="http://schemas.openxmlformats.org/drawingml/2006/main">
            <a:off x="16630650" y="4010025"/>
            <a:ext cx="953" cy="285750"/>
          </a:xfrm>
          <a:custGeom xmlns:a="http://schemas.openxmlformats.org/drawingml/2006/main">
            <a:pathLst>
              <a:path w="953" h="285750">
                <a:moveTo>
                  <a:pt x="0" y="0"/>
                </a:moveTo>
                <a:lnTo>
                  <a:pt x="0" y="285750"/>
                </a:lnTo>
              </a:path>
            </a:pathLst>
          </a:custGeom>
          <a:noFill xmlns:a="http://schemas.openxmlformats.org/drawingml/2006/main"/>
          <a:ln xmlns:a="http://schemas.openxmlformats.org/drawingml/2006/main" w="18098">
            <a:solidFill>
              <a:srgbClr val="111111"/>
            </a:solidFill>
            <a:prstDash val="solid"/>
          </a:ln>
        </p:spPr>
      </p:sp>
      <p:sp>
        <p:nvSpPr>
          <p:cNvPr id="120" name="Editable arrowhead 226">
            <a:extLst xmlns:a="http://schemas.openxmlformats.org/drawingml/2006/main">
              <a:ext uri="{FF2B5EF4-FFF2-40B4-BE49-F238E27FC236}">
                <a16:creationId xmlns:a16="http://schemas.microsoft.com/office/drawing/2014/main" id="{F44C67FE-9A7A-4ACB-B69B-DAA2CC676091}"/>
              </a:ext>
            </a:extLst>
          </p:cNvPr>
          <p:cNvSpPr>
            <a:spLocks xmlns:a="http://schemas.openxmlformats.org/drawingml/2006/main" noGrp="1"/>
          </p:cNvSpPr>
          <p:nvPr/>
        </p:nvSpPr>
        <p:spPr>
          <a:xfrm xmlns:a="http://schemas.openxmlformats.org/drawingml/2006/main">
            <a:off x="16583025" y="42005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21" name="Task Manager&#10;명령 확정">
            <a:extLst xmlns:a="http://schemas.openxmlformats.org/drawingml/2006/main">
              <a:ext uri="{FF2B5EF4-FFF2-40B4-BE49-F238E27FC236}">
                <a16:creationId xmlns:a16="http://schemas.microsoft.com/office/drawing/2014/main" id="{ECCC01CE-6427-405D-B5DF-3B194E0A13DB}"/>
              </a:ext>
            </a:extLst>
          </p:cNvPr>
          <p:cNvSpPr>
            <a:spLocks xmlns:a="http://schemas.openxmlformats.org/drawingml/2006/main" noGrp="1"/>
          </p:cNvSpPr>
          <p:nvPr/>
        </p:nvSpPr>
        <p:spPr>
          <a:xfrm xmlns:a="http://schemas.openxmlformats.org/drawingml/2006/main">
            <a:off x="12944475" y="4933950"/>
            <a:ext cx="2295525" cy="523875"/>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122" name="DP4 object 227">
            <a:extLst xmlns:a="http://schemas.openxmlformats.org/drawingml/2006/main">
              <a:ext uri="{FF2B5EF4-FFF2-40B4-BE49-F238E27FC236}">
                <a16:creationId xmlns:a16="http://schemas.microsoft.com/office/drawing/2014/main" id="{CA6179D5-7263-483C-BD67-C3A184867A4F}"/>
              </a:ext>
            </a:extLst>
          </p:cNvPr>
          <p:cNvSpPr>
            <a:spLocks xmlns:a="http://schemas.openxmlformats.org/drawingml/2006/main" noGrp="1"/>
          </p:cNvSpPr>
          <p:nvPr/>
        </p:nvSpPr>
        <p:spPr>
          <a:xfrm xmlns:a="http://schemas.openxmlformats.org/drawingml/2006/main">
            <a:off x="13011150" y="4972050"/>
            <a:ext cx="21621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Task Manager</a:t>
            </a:r>
          </a:p>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명령 확정</a:t>
            </a:r>
          </a:p>
        </p:txBody>
      </p:sp>
      <p:sp>
        <p:nvSpPr>
          <p:cNvPr id="123" name="Agent Gateway&#10;전송 / READ 연결">
            <a:extLst xmlns:a="http://schemas.openxmlformats.org/drawingml/2006/main">
              <a:ext uri="{FF2B5EF4-FFF2-40B4-BE49-F238E27FC236}">
                <a16:creationId xmlns:a16="http://schemas.microsoft.com/office/drawing/2014/main" id="{2C2E5ED9-ED90-4524-BB3E-59CB54EE2054}"/>
              </a:ext>
            </a:extLst>
          </p:cNvPr>
          <p:cNvSpPr>
            <a:spLocks xmlns:a="http://schemas.openxmlformats.org/drawingml/2006/main" noGrp="1"/>
          </p:cNvSpPr>
          <p:nvPr/>
        </p:nvSpPr>
        <p:spPr>
          <a:xfrm xmlns:a="http://schemas.openxmlformats.org/drawingml/2006/main">
            <a:off x="15535275" y="4933950"/>
            <a:ext cx="2181225" cy="523875"/>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124" name="DP4 object 228">
            <a:extLst xmlns:a="http://schemas.openxmlformats.org/drawingml/2006/main">
              <a:ext uri="{FF2B5EF4-FFF2-40B4-BE49-F238E27FC236}">
                <a16:creationId xmlns:a16="http://schemas.microsoft.com/office/drawing/2014/main" id="{3E2CEEA8-D6C0-4636-982A-0322ABF72617}"/>
              </a:ext>
            </a:extLst>
          </p:cNvPr>
          <p:cNvSpPr>
            <a:spLocks xmlns:a="http://schemas.openxmlformats.org/drawingml/2006/main" noGrp="1"/>
          </p:cNvSpPr>
          <p:nvPr/>
        </p:nvSpPr>
        <p:spPr>
          <a:xfrm xmlns:a="http://schemas.openxmlformats.org/drawingml/2006/main">
            <a:off x="15601950" y="4972050"/>
            <a:ext cx="2047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Agent Gateway</a:t>
            </a:r>
          </a:p>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전송 / READ 연결</a:t>
            </a:r>
          </a:p>
        </p:txBody>
      </p:sp>
      <p:sp>
        <p:nvSpPr>
          <p:cNvPr id="125" name="Editable path 229">
            <a:extLst xmlns:a="http://schemas.openxmlformats.org/drawingml/2006/main">
              <a:ext uri="{FF2B5EF4-FFF2-40B4-BE49-F238E27FC236}">
                <a16:creationId xmlns:a16="http://schemas.microsoft.com/office/drawing/2014/main" id="{F48959A8-AD2D-415D-846A-22CACEB1F457}"/>
              </a:ext>
            </a:extLst>
          </p:cNvPr>
          <p:cNvSpPr>
            <a:spLocks xmlns:a="http://schemas.openxmlformats.org/drawingml/2006/main" noGrp="1"/>
          </p:cNvSpPr>
          <p:nvPr/>
        </p:nvSpPr>
        <p:spPr>
          <a:xfrm xmlns:a="http://schemas.openxmlformats.org/drawingml/2006/main">
            <a:off x="14087475" y="4705350"/>
            <a:ext cx="953" cy="228600"/>
          </a:xfrm>
          <a:custGeom xmlns:a="http://schemas.openxmlformats.org/drawingml/2006/main">
            <a:pathLst>
              <a:path w="953" h="228600">
                <a:moveTo>
                  <a:pt x="0" y="0"/>
                </a:moveTo>
                <a:lnTo>
                  <a:pt x="0" y="228600"/>
                </a:lnTo>
              </a:path>
            </a:pathLst>
          </a:custGeom>
          <a:noFill xmlns:a="http://schemas.openxmlformats.org/drawingml/2006/main"/>
          <a:ln xmlns:a="http://schemas.openxmlformats.org/drawingml/2006/main" w="19050">
            <a:solidFill>
              <a:srgbClr val="111111"/>
            </a:solidFill>
            <a:prstDash val="solid"/>
          </a:ln>
        </p:spPr>
      </p:sp>
      <p:sp>
        <p:nvSpPr>
          <p:cNvPr id="126" name="Editable arrowhead 230">
            <a:extLst xmlns:a="http://schemas.openxmlformats.org/drawingml/2006/main">
              <a:ext uri="{FF2B5EF4-FFF2-40B4-BE49-F238E27FC236}">
                <a16:creationId xmlns:a16="http://schemas.microsoft.com/office/drawing/2014/main" id="{103CB314-4E85-4343-BE4B-6CD97CF79F98}"/>
              </a:ext>
            </a:extLst>
          </p:cNvPr>
          <p:cNvSpPr>
            <a:spLocks xmlns:a="http://schemas.openxmlformats.org/drawingml/2006/main" noGrp="1"/>
          </p:cNvSpPr>
          <p:nvPr/>
        </p:nvSpPr>
        <p:spPr>
          <a:xfrm xmlns:a="http://schemas.openxmlformats.org/drawingml/2006/main">
            <a:off x="14039850" y="48387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27" name="Editable path 231">
            <a:extLst xmlns:a="http://schemas.openxmlformats.org/drawingml/2006/main">
              <a:ext uri="{FF2B5EF4-FFF2-40B4-BE49-F238E27FC236}">
                <a16:creationId xmlns:a16="http://schemas.microsoft.com/office/drawing/2014/main" id="{7E320222-8166-4563-95DC-739FFA423E6D}"/>
              </a:ext>
            </a:extLst>
          </p:cNvPr>
          <p:cNvSpPr>
            <a:spLocks xmlns:a="http://schemas.openxmlformats.org/drawingml/2006/main" noGrp="1"/>
          </p:cNvSpPr>
          <p:nvPr/>
        </p:nvSpPr>
        <p:spPr>
          <a:xfrm xmlns:a="http://schemas.openxmlformats.org/drawingml/2006/main">
            <a:off x="15240000" y="5200650"/>
            <a:ext cx="295275" cy="953"/>
          </a:xfrm>
          <a:custGeom xmlns:a="http://schemas.openxmlformats.org/drawingml/2006/main">
            <a:pathLst>
              <a:path w="295275" h="953">
                <a:moveTo>
                  <a:pt x="0" y="0"/>
                </a:moveTo>
                <a:lnTo>
                  <a:pt x="295275" y="0"/>
                </a:lnTo>
              </a:path>
            </a:pathLst>
          </a:custGeom>
          <a:noFill xmlns:a="http://schemas.openxmlformats.org/drawingml/2006/main"/>
          <a:ln xmlns:a="http://schemas.openxmlformats.org/drawingml/2006/main" w="20003">
            <a:solidFill>
              <a:srgbClr val="111111"/>
            </a:solidFill>
            <a:prstDash val="solid"/>
          </a:ln>
        </p:spPr>
      </p:sp>
      <p:sp>
        <p:nvSpPr>
          <p:cNvPr id="128" name="Editable arrowhead 232">
            <a:extLst xmlns:a="http://schemas.openxmlformats.org/drawingml/2006/main">
              <a:ext uri="{FF2B5EF4-FFF2-40B4-BE49-F238E27FC236}">
                <a16:creationId xmlns:a16="http://schemas.microsoft.com/office/drawing/2014/main" id="{C8CCD7EC-7029-43A4-9CDE-CEE36B53C462}"/>
              </a:ext>
            </a:extLst>
          </p:cNvPr>
          <p:cNvSpPr>
            <a:spLocks xmlns:a="http://schemas.openxmlformats.org/drawingml/2006/main" noGrp="1"/>
          </p:cNvSpPr>
          <p:nvPr/>
        </p:nvSpPr>
        <p:spPr>
          <a:xfrm xmlns:a="http://schemas.openxmlformats.org/drawingml/2006/main">
            <a:off x="15440025" y="51530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29" name="외부 Downstream Agent&#10;상세 범위를 선택·요청">
            <a:extLst xmlns:a="http://schemas.openxmlformats.org/drawingml/2006/main">
              <a:ext uri="{FF2B5EF4-FFF2-40B4-BE49-F238E27FC236}">
                <a16:creationId xmlns:a16="http://schemas.microsoft.com/office/drawing/2014/main" id="{5F202634-C14F-4D37-8FFC-18BCA6081AE0}"/>
              </a:ext>
            </a:extLst>
          </p:cNvPr>
          <p:cNvSpPr>
            <a:spLocks xmlns:a="http://schemas.openxmlformats.org/drawingml/2006/main" noGrp="1"/>
          </p:cNvSpPr>
          <p:nvPr/>
        </p:nvSpPr>
        <p:spPr>
          <a:xfrm xmlns:a="http://schemas.openxmlformats.org/drawingml/2006/main">
            <a:off x="15535275" y="5657850"/>
            <a:ext cx="2181225" cy="3810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130" name="DP4 object 233">
            <a:extLst xmlns:a="http://schemas.openxmlformats.org/drawingml/2006/main">
              <a:ext uri="{FF2B5EF4-FFF2-40B4-BE49-F238E27FC236}">
                <a16:creationId xmlns:a16="http://schemas.microsoft.com/office/drawing/2014/main" id="{83079669-5917-42B7-99E5-B80272690AFD}"/>
              </a:ext>
            </a:extLst>
          </p:cNvPr>
          <p:cNvSpPr>
            <a:spLocks xmlns:a="http://schemas.openxmlformats.org/drawingml/2006/main" noGrp="1"/>
          </p:cNvSpPr>
          <p:nvPr/>
        </p:nvSpPr>
        <p:spPr>
          <a:xfrm xmlns:a="http://schemas.openxmlformats.org/drawingml/2006/main">
            <a:off x="15601950" y="5695950"/>
            <a:ext cx="2047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외부 Downstream Agent</a:t>
            </a:r>
          </a:p>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상세 범위를 선택·요청</a:t>
            </a:r>
          </a:p>
        </p:txBody>
      </p:sp>
      <p:sp>
        <p:nvSpPr>
          <p:cNvPr id="131" name="Editable path 234">
            <a:extLst xmlns:a="http://schemas.openxmlformats.org/drawingml/2006/main">
              <a:ext uri="{FF2B5EF4-FFF2-40B4-BE49-F238E27FC236}">
                <a16:creationId xmlns:a16="http://schemas.microsoft.com/office/drawing/2014/main" id="{3EA6DC53-7570-41AD-A454-D86C0E8E95D6}"/>
              </a:ext>
            </a:extLst>
          </p:cNvPr>
          <p:cNvSpPr>
            <a:spLocks xmlns:a="http://schemas.openxmlformats.org/drawingml/2006/main" noGrp="1"/>
          </p:cNvSpPr>
          <p:nvPr/>
        </p:nvSpPr>
        <p:spPr>
          <a:xfrm xmlns:a="http://schemas.openxmlformats.org/drawingml/2006/main">
            <a:off x="16240125" y="5457825"/>
            <a:ext cx="953" cy="200025"/>
          </a:xfrm>
          <a:custGeom xmlns:a="http://schemas.openxmlformats.org/drawingml/2006/main">
            <a:pathLst>
              <a:path w="953" h="200025">
                <a:moveTo>
                  <a:pt x="0" y="0"/>
                </a:moveTo>
                <a:lnTo>
                  <a:pt x="0" y="200025"/>
                </a:lnTo>
              </a:path>
            </a:pathLst>
          </a:custGeom>
          <a:noFill xmlns:a="http://schemas.openxmlformats.org/drawingml/2006/main"/>
          <a:ln xmlns:a="http://schemas.openxmlformats.org/drawingml/2006/main" w="19050">
            <a:solidFill>
              <a:srgbClr val="111111"/>
            </a:solidFill>
            <a:prstDash val="solid"/>
          </a:ln>
        </p:spPr>
      </p:sp>
      <p:sp>
        <p:nvSpPr>
          <p:cNvPr id="132" name="Editable arrowhead 235">
            <a:extLst xmlns:a="http://schemas.openxmlformats.org/drawingml/2006/main">
              <a:ext uri="{FF2B5EF4-FFF2-40B4-BE49-F238E27FC236}">
                <a16:creationId xmlns:a16="http://schemas.microsoft.com/office/drawing/2014/main" id="{0F6B8153-6EFE-4508-B77F-E91882678D40}"/>
              </a:ext>
            </a:extLst>
          </p:cNvPr>
          <p:cNvSpPr>
            <a:spLocks xmlns:a="http://schemas.openxmlformats.org/drawingml/2006/main" noGrp="1"/>
          </p:cNvSpPr>
          <p:nvPr/>
        </p:nvSpPr>
        <p:spPr>
          <a:xfrm xmlns:a="http://schemas.openxmlformats.org/drawingml/2006/main">
            <a:off x="16192500" y="55626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33" name="Editable path 236">
            <a:extLst xmlns:a="http://schemas.openxmlformats.org/drawingml/2006/main">
              <a:ext uri="{FF2B5EF4-FFF2-40B4-BE49-F238E27FC236}">
                <a16:creationId xmlns:a16="http://schemas.microsoft.com/office/drawing/2014/main" id="{6975885F-BE7D-4463-87C5-2236C6C7EF5F}"/>
              </a:ext>
            </a:extLst>
          </p:cNvPr>
          <p:cNvSpPr>
            <a:spLocks xmlns:a="http://schemas.openxmlformats.org/drawingml/2006/main" noGrp="1"/>
          </p:cNvSpPr>
          <p:nvPr/>
        </p:nvSpPr>
        <p:spPr>
          <a:xfrm xmlns:a="http://schemas.openxmlformats.org/drawingml/2006/main">
            <a:off x="17002125" y="5457825"/>
            <a:ext cx="953" cy="200025"/>
          </a:xfrm>
          <a:custGeom xmlns:a="http://schemas.openxmlformats.org/drawingml/2006/main">
            <a:pathLst>
              <a:path w="953" h="200025">
                <a:moveTo>
                  <a:pt x="0" y="200025"/>
                </a:moveTo>
                <a:lnTo>
                  <a:pt x="0" y="0"/>
                </a:lnTo>
              </a:path>
            </a:pathLst>
          </a:custGeom>
          <a:noFill xmlns:a="http://schemas.openxmlformats.org/drawingml/2006/main"/>
          <a:ln xmlns:a="http://schemas.openxmlformats.org/drawingml/2006/main" w="19050">
            <a:solidFill>
              <a:srgbClr val="111111"/>
            </a:solidFill>
            <a:prstDash val="solid"/>
          </a:ln>
        </p:spPr>
      </p:sp>
      <p:sp>
        <p:nvSpPr>
          <p:cNvPr id="134" name="Editable arrowhead 237">
            <a:extLst xmlns:a="http://schemas.openxmlformats.org/drawingml/2006/main">
              <a:ext uri="{FF2B5EF4-FFF2-40B4-BE49-F238E27FC236}">
                <a16:creationId xmlns:a16="http://schemas.microsoft.com/office/drawing/2014/main" id="{CEC129E1-0B02-4E01-BDA4-85AD50759539}"/>
              </a:ext>
            </a:extLst>
          </p:cNvPr>
          <p:cNvSpPr>
            <a:spLocks xmlns:a="http://schemas.openxmlformats.org/drawingml/2006/main" noGrp="1"/>
          </p:cNvSpPr>
          <p:nvPr/>
        </p:nvSpPr>
        <p:spPr>
          <a:xfrm xmlns:a="http://schemas.openxmlformats.org/drawingml/2006/main">
            <a:off x="16954500" y="545782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35" name="Editable path 238">
            <a:extLst xmlns:a="http://schemas.openxmlformats.org/drawingml/2006/main">
              <a:ext uri="{FF2B5EF4-FFF2-40B4-BE49-F238E27FC236}">
                <a16:creationId xmlns:a16="http://schemas.microsoft.com/office/drawing/2014/main" id="{E089D945-4BB4-4817-BD4C-329050B6BF0B}"/>
              </a:ext>
            </a:extLst>
          </p:cNvPr>
          <p:cNvSpPr>
            <a:spLocks xmlns:a="http://schemas.openxmlformats.org/drawingml/2006/main" noGrp="1"/>
          </p:cNvSpPr>
          <p:nvPr/>
        </p:nvSpPr>
        <p:spPr>
          <a:xfrm xmlns:a="http://schemas.openxmlformats.org/drawingml/2006/main">
            <a:off x="17716500" y="3657600"/>
            <a:ext cx="114300" cy="1428750"/>
          </a:xfrm>
          <a:custGeom xmlns:a="http://schemas.openxmlformats.org/drawingml/2006/main">
            <a:pathLst>
              <a:path w="114300" h="1428750">
                <a:moveTo>
                  <a:pt x="0" y="1428750"/>
                </a:moveTo>
                <a:lnTo>
                  <a:pt x="114300" y="1428750"/>
                </a:lnTo>
                <a:lnTo>
                  <a:pt x="114300" y="0"/>
                </a:lnTo>
                <a:lnTo>
                  <a:pt x="0" y="0"/>
                </a:lnTo>
              </a:path>
            </a:pathLst>
          </a:custGeom>
          <a:noFill xmlns:a="http://schemas.openxmlformats.org/drawingml/2006/main"/>
          <a:ln xmlns:a="http://schemas.openxmlformats.org/drawingml/2006/main" w="17145">
            <a:solidFill>
              <a:srgbClr val="111111"/>
            </a:solidFill>
            <a:prstDash val="dash"/>
          </a:ln>
        </p:spPr>
      </p:sp>
      <p:sp>
        <p:nvSpPr>
          <p:cNvPr id="136" name="Editable arrowhead 239">
            <a:extLst xmlns:a="http://schemas.openxmlformats.org/drawingml/2006/main">
              <a:ext uri="{FF2B5EF4-FFF2-40B4-BE49-F238E27FC236}">
                <a16:creationId xmlns:a16="http://schemas.microsoft.com/office/drawing/2014/main" id="{CCA91565-AA2F-4E86-AD32-2499F9D1ADE1}"/>
              </a:ext>
            </a:extLst>
          </p:cNvPr>
          <p:cNvSpPr>
            <a:spLocks xmlns:a="http://schemas.openxmlformats.org/drawingml/2006/main" noGrp="1"/>
          </p:cNvSpPr>
          <p:nvPr/>
        </p:nvSpPr>
        <p:spPr>
          <a:xfrm xmlns:a="http://schemas.openxmlformats.org/drawingml/2006/main">
            <a:off x="17716500" y="3609975"/>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37" name="Editable path 240">
            <a:extLst xmlns:a="http://schemas.openxmlformats.org/drawingml/2006/main">
              <a:ext uri="{FF2B5EF4-FFF2-40B4-BE49-F238E27FC236}">
                <a16:creationId xmlns:a16="http://schemas.microsoft.com/office/drawing/2014/main" id="{4B43617D-7169-4EF6-A52F-93DA45589B70}"/>
              </a:ext>
            </a:extLst>
          </p:cNvPr>
          <p:cNvSpPr>
            <a:spLocks xmlns:a="http://schemas.openxmlformats.org/drawingml/2006/main" noGrp="1"/>
          </p:cNvSpPr>
          <p:nvPr/>
        </p:nvSpPr>
        <p:spPr>
          <a:xfrm xmlns:a="http://schemas.openxmlformats.org/drawingml/2006/main">
            <a:off x="17716500" y="3895725"/>
            <a:ext cx="228600" cy="1400175"/>
          </a:xfrm>
          <a:custGeom xmlns:a="http://schemas.openxmlformats.org/drawingml/2006/main">
            <a:pathLst>
              <a:path w="228600" h="1400175">
                <a:moveTo>
                  <a:pt x="0" y="0"/>
                </a:moveTo>
                <a:lnTo>
                  <a:pt x="228600" y="0"/>
                </a:lnTo>
                <a:lnTo>
                  <a:pt x="228600" y="1400175"/>
                </a:lnTo>
                <a:lnTo>
                  <a:pt x="0" y="1400175"/>
                </a:lnTo>
              </a:path>
            </a:pathLst>
          </a:custGeom>
          <a:noFill xmlns:a="http://schemas.openxmlformats.org/drawingml/2006/main"/>
          <a:ln xmlns:a="http://schemas.openxmlformats.org/drawingml/2006/main" w="17145">
            <a:solidFill>
              <a:srgbClr val="111111"/>
            </a:solidFill>
            <a:prstDash val="solid"/>
          </a:ln>
        </p:spPr>
      </p:sp>
      <p:sp>
        <p:nvSpPr>
          <p:cNvPr id="138" name="Editable arrowhead 241">
            <a:extLst xmlns:a="http://schemas.openxmlformats.org/drawingml/2006/main">
              <a:ext uri="{FF2B5EF4-FFF2-40B4-BE49-F238E27FC236}">
                <a16:creationId xmlns:a16="http://schemas.microsoft.com/office/drawing/2014/main" id="{82FD6347-9108-4A01-AEF6-FD6FB1F636B1}"/>
              </a:ext>
            </a:extLst>
          </p:cNvPr>
          <p:cNvSpPr>
            <a:spLocks xmlns:a="http://schemas.openxmlformats.org/drawingml/2006/main" noGrp="1"/>
          </p:cNvSpPr>
          <p:nvPr/>
        </p:nvSpPr>
        <p:spPr>
          <a:xfrm xmlns:a="http://schemas.openxmlformats.org/drawingml/2006/main">
            <a:off x="17716500" y="5248275"/>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39" name="DP4 object 242">
            <a:extLst xmlns:a="http://schemas.openxmlformats.org/drawingml/2006/main">
              <a:ext uri="{FF2B5EF4-FFF2-40B4-BE49-F238E27FC236}">
                <a16:creationId xmlns:a16="http://schemas.microsoft.com/office/drawing/2014/main" id="{30E75CE2-AC46-48BE-AAD1-048162B2C51E}"/>
              </a:ext>
            </a:extLst>
          </p:cNvPr>
          <p:cNvSpPr>
            <a:spLocks xmlns:a="http://schemas.openxmlformats.org/drawingml/2006/main" noGrp="1"/>
          </p:cNvSpPr>
          <p:nvPr/>
        </p:nvSpPr>
        <p:spPr>
          <a:xfrm xmlns:a="http://schemas.openxmlformats.org/drawingml/2006/main">
            <a:off x="12944475" y="5715000"/>
            <a:ext cx="22955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1">
                <a:solidFill>
                  <a:srgbClr val="111111"/>
                </a:solidFill>
                <a:latin typeface="Apple SD Gothic Neo"/>
                <a:ea typeface="Apple SD Gothic Neo"/>
                <a:cs typeface="Apple SD Gothic Neo"/>
              </a:defRPr>
            </a:defPPr>
            <a:lvl1pPr algn="ctr">
              <a:defRPr sz="1575" b="1">
                <a:solidFill>
                  <a:srgbClr val="111111"/>
                </a:solidFill>
                <a:latin typeface="Apple SD Gothic Neo"/>
                <a:ea typeface="Apple SD Gothic Neo"/>
                <a:cs typeface="Apple SD Gothic Neo"/>
              </a:defRPr>
            </a:lvl1pPr>
            <a:lvl2pPr algn="ctr">
              <a:defRPr sz="1575" b="1">
                <a:solidFill>
                  <a:srgbClr val="111111"/>
                </a:solidFill>
                <a:latin typeface="Apple SD Gothic Neo"/>
                <a:ea typeface="Apple SD Gothic Neo"/>
                <a:cs typeface="Apple SD Gothic Neo"/>
              </a:defRPr>
            </a:lvl2pPr>
            <a:lvl3pPr algn="ctr">
              <a:defRPr sz="1575" b="1">
                <a:solidFill>
                  <a:srgbClr val="111111"/>
                </a:solidFill>
                <a:latin typeface="Apple SD Gothic Neo"/>
                <a:ea typeface="Apple SD Gothic Neo"/>
                <a:cs typeface="Apple SD Gothic Neo"/>
              </a:defRPr>
            </a:lvl3pPr>
            <a:lvl4pPr algn="ctr">
              <a:defRPr sz="1575" b="1">
                <a:solidFill>
                  <a:srgbClr val="111111"/>
                </a:solidFill>
                <a:latin typeface="Apple SD Gothic Neo"/>
                <a:ea typeface="Apple SD Gothic Neo"/>
                <a:cs typeface="Apple SD Gothic Neo"/>
              </a:defRPr>
            </a:lvl4pPr>
            <a:lvl5pPr algn="ctr">
              <a:defRPr sz="1575" b="1">
                <a:solidFill>
                  <a:srgbClr val="111111"/>
                </a:solidFill>
                <a:latin typeface="Apple SD Gothic Neo"/>
                <a:ea typeface="Apple SD Gothic Neo"/>
                <a:cs typeface="Apple SD Gothic Neo"/>
              </a:defRPr>
            </a:lvl5pPr>
            <a:lvl6pPr algn="ctr">
              <a:defRPr sz="1575" b="1">
                <a:solidFill>
                  <a:srgbClr val="111111"/>
                </a:solidFill>
                <a:latin typeface="Apple SD Gothic Neo"/>
                <a:ea typeface="Apple SD Gothic Neo"/>
                <a:cs typeface="Apple SD Gothic Neo"/>
              </a:defRPr>
            </a:lvl6pPr>
            <a:lvl7pPr algn="ctr">
              <a:defRPr sz="1575" b="1">
                <a:solidFill>
                  <a:srgbClr val="111111"/>
                </a:solidFill>
                <a:latin typeface="Apple SD Gothic Neo"/>
                <a:ea typeface="Apple SD Gothic Neo"/>
                <a:cs typeface="Apple SD Gothic Neo"/>
              </a:defRPr>
            </a:lvl7pPr>
            <a:lvl8pPr algn="ctr">
              <a:defRPr sz="1575" b="1">
                <a:solidFill>
                  <a:srgbClr val="111111"/>
                </a:solidFill>
                <a:latin typeface="Apple SD Gothic Neo"/>
                <a:ea typeface="Apple SD Gothic Neo"/>
                <a:cs typeface="Apple SD Gothic Neo"/>
              </a:defRPr>
            </a:lvl8pPr>
            <a:lvl9pPr algn="ctr">
              <a:defRPr sz="1575" b="1">
                <a:solidFill>
                  <a:srgbClr val="111111"/>
                </a:solidFill>
                <a:latin typeface="Apple SD Gothic Neo"/>
                <a:ea typeface="Apple SD Gothic Neo"/>
                <a:cs typeface="Apple SD Gothic Neo"/>
              </a:defRPr>
            </a:lvl9pPr>
          </a:lstStyle>
          <a:p xmlns:a="http://schemas.openxmlformats.org/drawingml/2006/main">
            <a:pPr algn="ctr">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세부 선택은 수신자</a:t>
            </a:r>
          </a:p>
        </p:txBody>
      </p:sp>
      <p:sp>
        <p:nvSpPr>
          <p:cNvPr id="140" name="DP4 object 243">
            <a:extLst xmlns:a="http://schemas.openxmlformats.org/drawingml/2006/main">
              <a:ext uri="{FF2B5EF4-FFF2-40B4-BE49-F238E27FC236}">
                <a16:creationId xmlns:a16="http://schemas.microsoft.com/office/drawing/2014/main" id="{9E876CEF-5705-4BDA-81F7-1BCDBA4258BA}"/>
              </a:ext>
            </a:extLst>
          </p:cNvPr>
          <p:cNvSpPr>
            <a:spLocks xmlns:a="http://schemas.openxmlformats.org/drawingml/2006/main" noGrp="1"/>
          </p:cNvSpPr>
          <p:nvPr/>
        </p:nvSpPr>
        <p:spPr>
          <a:xfrm xmlns:a="http://schemas.openxmlformats.org/drawingml/2006/main">
            <a:off x="12858750" y="33242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41" name="DP4 object 244">
            <a:extLst xmlns:a="http://schemas.openxmlformats.org/drawingml/2006/main">
              <a:ext uri="{FF2B5EF4-FFF2-40B4-BE49-F238E27FC236}">
                <a16:creationId xmlns:a16="http://schemas.microsoft.com/office/drawing/2014/main" id="{8B5AD875-0631-41AD-8718-B95A52647F44}"/>
              </a:ext>
            </a:extLst>
          </p:cNvPr>
          <p:cNvSpPr>
            <a:spLocks xmlns:a="http://schemas.openxmlformats.org/drawingml/2006/main" noGrp="1"/>
          </p:cNvSpPr>
          <p:nvPr/>
        </p:nvSpPr>
        <p:spPr>
          <a:xfrm xmlns:a="http://schemas.openxmlformats.org/drawingml/2006/main">
            <a:off x="12858750" y="33242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142" name="DP4 object 245">
            <a:extLst xmlns:a="http://schemas.openxmlformats.org/drawingml/2006/main">
              <a:ext uri="{FF2B5EF4-FFF2-40B4-BE49-F238E27FC236}">
                <a16:creationId xmlns:a16="http://schemas.microsoft.com/office/drawing/2014/main" id="{CB4C11CA-B402-4568-94C4-650578948907}"/>
              </a:ext>
            </a:extLst>
          </p:cNvPr>
          <p:cNvSpPr>
            <a:spLocks xmlns:a="http://schemas.openxmlformats.org/drawingml/2006/main" noGrp="1"/>
          </p:cNvSpPr>
          <p:nvPr/>
        </p:nvSpPr>
        <p:spPr>
          <a:xfrm xmlns:a="http://schemas.openxmlformats.org/drawingml/2006/main">
            <a:off x="15363825" y="33337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43" name="DP4 object 246">
            <a:extLst xmlns:a="http://schemas.openxmlformats.org/drawingml/2006/main">
              <a:ext uri="{FF2B5EF4-FFF2-40B4-BE49-F238E27FC236}">
                <a16:creationId xmlns:a16="http://schemas.microsoft.com/office/drawing/2014/main" id="{445D4AF9-E06B-4636-906F-11E54E224310}"/>
              </a:ext>
            </a:extLst>
          </p:cNvPr>
          <p:cNvSpPr>
            <a:spLocks xmlns:a="http://schemas.openxmlformats.org/drawingml/2006/main" noGrp="1"/>
          </p:cNvSpPr>
          <p:nvPr/>
        </p:nvSpPr>
        <p:spPr>
          <a:xfrm xmlns:a="http://schemas.openxmlformats.org/drawingml/2006/main">
            <a:off x="15363825" y="33337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144" name="DP4 object 247">
            <a:extLst xmlns:a="http://schemas.openxmlformats.org/drawingml/2006/main">
              <a:ext uri="{FF2B5EF4-FFF2-40B4-BE49-F238E27FC236}">
                <a16:creationId xmlns:a16="http://schemas.microsoft.com/office/drawing/2014/main" id="{EE876A0C-4B57-4DF9-9445-6533E5BBD704}"/>
              </a:ext>
            </a:extLst>
          </p:cNvPr>
          <p:cNvSpPr>
            <a:spLocks xmlns:a="http://schemas.openxmlformats.org/drawingml/2006/main" noGrp="1"/>
          </p:cNvSpPr>
          <p:nvPr/>
        </p:nvSpPr>
        <p:spPr>
          <a:xfrm xmlns:a="http://schemas.openxmlformats.org/drawingml/2006/main">
            <a:off x="15344775" y="55435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45" name="DP4 object 248">
            <a:extLst xmlns:a="http://schemas.openxmlformats.org/drawingml/2006/main">
              <a:ext uri="{FF2B5EF4-FFF2-40B4-BE49-F238E27FC236}">
                <a16:creationId xmlns:a16="http://schemas.microsoft.com/office/drawing/2014/main" id="{E839C53C-F320-4D0E-A94C-3E28CDB5F423}"/>
              </a:ext>
            </a:extLst>
          </p:cNvPr>
          <p:cNvSpPr>
            <a:spLocks xmlns:a="http://schemas.openxmlformats.org/drawingml/2006/main" noGrp="1"/>
          </p:cNvSpPr>
          <p:nvPr/>
        </p:nvSpPr>
        <p:spPr>
          <a:xfrm xmlns:a="http://schemas.openxmlformats.org/drawingml/2006/main">
            <a:off x="15344775" y="55435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3</a:t>
            </a:r>
          </a:p>
        </p:txBody>
      </p:sp>
      <p:sp>
        <p:nvSpPr>
          <p:cNvPr id="146" name="Selected C column">
            <a:extLst xmlns:a="http://schemas.openxmlformats.org/drawingml/2006/main">
              <a:ext uri="{FF2B5EF4-FFF2-40B4-BE49-F238E27FC236}">
                <a16:creationId xmlns:a16="http://schemas.microsoft.com/office/drawing/2014/main" id="{B6E0723F-1E8F-4FEE-8B88-E867D5D8E05B}"/>
              </a:ext>
            </a:extLst>
          </p:cNvPr>
          <p:cNvSpPr>
            <a:spLocks xmlns:a="http://schemas.openxmlformats.org/drawingml/2006/main" noGrp="1"/>
          </p:cNvSpPr>
          <p:nvPr/>
        </p:nvSpPr>
        <p:spPr>
          <a:xfrm xmlns:a="http://schemas.openxmlformats.org/drawingml/2006/main">
            <a:off x="12649200" y="1657350"/>
            <a:ext cx="5410200" cy="8115300"/>
          </a:xfrm>
          <a:prstGeom xmlns:a="http://schemas.openxmlformats.org/drawingml/2006/main" prst="rect">
            <a:avLst/>
          </a:prstGeom>
          <a:noFill xmlns:a="http://schemas.openxmlformats.org/drawingml/2006/main"/>
          <a:ln xmlns:a="http://schemas.openxmlformats.org/drawingml/2006/main" w="40005">
            <a:solidFill>
              <a:srgbClr val="4676CB"/>
            </a:solidFill>
            <a:prstDash val="solid"/>
          </a:ln>
        </p:spPr>
      </p:sp>
      <p:sp>
        <p:nvSpPr>
          <p:cNvPr id="147" name="DP4 object 249">
            <a:extLst xmlns:a="http://schemas.openxmlformats.org/drawingml/2006/main">
              <a:ext uri="{FF2B5EF4-FFF2-40B4-BE49-F238E27FC236}">
                <a16:creationId xmlns:a16="http://schemas.microsoft.com/office/drawing/2014/main" id="{8F453F56-CF08-4E6C-BE7C-BD47534060C1}"/>
              </a:ext>
            </a:extLst>
          </p:cNvPr>
          <p:cNvSpPr>
            <a:spLocks xmlns:a="http://schemas.openxmlformats.org/drawingml/2006/main" noGrp="1"/>
          </p:cNvSpPr>
          <p:nvPr/>
        </p:nvSpPr>
        <p:spPr>
          <a:xfrm xmlns:a="http://schemas.openxmlformats.org/drawingml/2006/main">
            <a:off x="12725400" y="1400175"/>
            <a:ext cx="6381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4875" b="1">
                <a:solidFill>
                  <a:srgbClr val="C00000"/>
                </a:solidFill>
                <a:latin typeface="Apple SD Gothic Neo"/>
                <a:ea typeface="Apple SD Gothic Neo"/>
                <a:cs typeface="Apple SD Gothic Neo"/>
              </a:defRPr>
            </a:defPPr>
            <a:lvl1pPr algn="l">
              <a:defRPr sz="4875" b="1">
                <a:solidFill>
                  <a:srgbClr val="C00000"/>
                </a:solidFill>
                <a:latin typeface="Apple SD Gothic Neo"/>
                <a:ea typeface="Apple SD Gothic Neo"/>
                <a:cs typeface="Apple SD Gothic Neo"/>
              </a:defRPr>
            </a:lvl1pPr>
            <a:lvl2pPr algn="l">
              <a:defRPr sz="4875" b="1">
                <a:solidFill>
                  <a:srgbClr val="C00000"/>
                </a:solidFill>
                <a:latin typeface="Apple SD Gothic Neo"/>
                <a:ea typeface="Apple SD Gothic Neo"/>
                <a:cs typeface="Apple SD Gothic Neo"/>
              </a:defRPr>
            </a:lvl2pPr>
            <a:lvl3pPr algn="l">
              <a:defRPr sz="4875" b="1">
                <a:solidFill>
                  <a:srgbClr val="C00000"/>
                </a:solidFill>
                <a:latin typeface="Apple SD Gothic Neo"/>
                <a:ea typeface="Apple SD Gothic Neo"/>
                <a:cs typeface="Apple SD Gothic Neo"/>
              </a:defRPr>
            </a:lvl3pPr>
            <a:lvl4pPr algn="l">
              <a:defRPr sz="4875" b="1">
                <a:solidFill>
                  <a:srgbClr val="C00000"/>
                </a:solidFill>
                <a:latin typeface="Apple SD Gothic Neo"/>
                <a:ea typeface="Apple SD Gothic Neo"/>
                <a:cs typeface="Apple SD Gothic Neo"/>
              </a:defRPr>
            </a:lvl4pPr>
            <a:lvl5pPr algn="l">
              <a:defRPr sz="4875" b="1">
                <a:solidFill>
                  <a:srgbClr val="C00000"/>
                </a:solidFill>
                <a:latin typeface="Apple SD Gothic Neo"/>
                <a:ea typeface="Apple SD Gothic Neo"/>
                <a:cs typeface="Apple SD Gothic Neo"/>
              </a:defRPr>
            </a:lvl5pPr>
            <a:lvl6pPr algn="l">
              <a:defRPr sz="4875" b="1">
                <a:solidFill>
                  <a:srgbClr val="C00000"/>
                </a:solidFill>
                <a:latin typeface="Apple SD Gothic Neo"/>
                <a:ea typeface="Apple SD Gothic Neo"/>
                <a:cs typeface="Apple SD Gothic Neo"/>
              </a:defRPr>
            </a:lvl6pPr>
            <a:lvl7pPr algn="l">
              <a:defRPr sz="4875" b="1">
                <a:solidFill>
                  <a:srgbClr val="C00000"/>
                </a:solidFill>
                <a:latin typeface="Apple SD Gothic Neo"/>
                <a:ea typeface="Apple SD Gothic Neo"/>
                <a:cs typeface="Apple SD Gothic Neo"/>
              </a:defRPr>
            </a:lvl7pPr>
            <a:lvl8pPr algn="l">
              <a:defRPr sz="4875" b="1">
                <a:solidFill>
                  <a:srgbClr val="C00000"/>
                </a:solidFill>
                <a:latin typeface="Apple SD Gothic Neo"/>
                <a:ea typeface="Apple SD Gothic Neo"/>
                <a:cs typeface="Apple SD Gothic Neo"/>
              </a:defRPr>
            </a:lvl8pPr>
            <a:lvl9pPr algn="l">
              <a:defRPr sz="4875" b="1">
                <a:solidFill>
                  <a:srgbClr val="C00000"/>
                </a:solidFill>
                <a:latin typeface="Apple SD Gothic Neo"/>
                <a:ea typeface="Apple SD Gothic Neo"/>
                <a:cs typeface="Apple SD Gothic Neo"/>
              </a:defRPr>
            </a:lvl9pPr>
          </a:lstStyle>
          <a:p xmlns:a="http://schemas.openxmlformats.org/drawingml/2006/main">
            <a:pPr algn="l">
              <a:defRPr sz="4875" b="1">
                <a:solidFill>
                  <a:srgbClr val="C00000"/>
                </a:solidFill>
                <a:latin typeface="Apple SD Gothic Neo"/>
                <a:ea typeface="Apple SD Gothic Neo"/>
                <a:cs typeface="Apple SD Gothic Neo"/>
              </a:defRPr>
            </a:pPr>
            <a:r>
              <a:rPr sz="4875" b="1">
                <a:solidFill>
                  <a:srgbClr val="C00000"/>
                </a:solidFill>
                <a:latin typeface="Apple SD Gothic Neo"/>
                <a:ea typeface="Apple SD Gothic Neo"/>
                <a:cs typeface="Apple SD Gothic Neo"/>
              </a:rPr>
              <a:t>✓</a:t>
            </a:r>
          </a:p>
        </p:txBody>
      </p:sp>
      <p:sp>
        <p:nvSpPr>
          <p:cNvPr id="148" name="DP4 object 250">
            <a:extLst xmlns:a="http://schemas.openxmlformats.org/drawingml/2006/main">
              <a:ext uri="{FF2B5EF4-FFF2-40B4-BE49-F238E27FC236}">
                <a16:creationId xmlns:a16="http://schemas.microsoft.com/office/drawing/2014/main" id="{A7127671-1098-436C-A691-A18ACF3D2E84}"/>
              </a:ext>
            </a:extLst>
          </p:cNvPr>
          <p:cNvSpPr>
            <a:spLocks xmlns:a="http://schemas.openxmlformats.org/drawingml/2006/main" noGrp="1"/>
          </p:cNvSpPr>
          <p:nvPr/>
        </p:nvSpPr>
        <p:spPr>
          <a:xfrm xmlns:a="http://schemas.openxmlformats.org/drawingml/2006/main">
            <a:off x="266700" y="9829800"/>
            <a:ext cx="1752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0">
                <a:solidFill>
                  <a:srgbClr val="4676CB"/>
                </a:solidFill>
                <a:latin typeface="Apple SD Gothic Neo"/>
                <a:ea typeface="Apple SD Gothic Neo"/>
                <a:cs typeface="Apple SD Gothic Neo"/>
              </a:defRPr>
            </a:defPPr>
            <a:lvl1pPr algn="l">
              <a:defRPr sz="1350" b="0">
                <a:solidFill>
                  <a:srgbClr val="4676CB"/>
                </a:solidFill>
                <a:latin typeface="Apple SD Gothic Neo"/>
                <a:ea typeface="Apple SD Gothic Neo"/>
                <a:cs typeface="Apple SD Gothic Neo"/>
              </a:defRPr>
            </a:lvl1pPr>
            <a:lvl2pPr algn="l">
              <a:defRPr sz="1350" b="0">
                <a:solidFill>
                  <a:srgbClr val="4676CB"/>
                </a:solidFill>
                <a:latin typeface="Apple SD Gothic Neo"/>
                <a:ea typeface="Apple SD Gothic Neo"/>
                <a:cs typeface="Apple SD Gothic Neo"/>
              </a:defRPr>
            </a:lvl2pPr>
            <a:lvl3pPr algn="l">
              <a:defRPr sz="1350" b="0">
                <a:solidFill>
                  <a:srgbClr val="4676CB"/>
                </a:solidFill>
                <a:latin typeface="Apple SD Gothic Neo"/>
                <a:ea typeface="Apple SD Gothic Neo"/>
                <a:cs typeface="Apple SD Gothic Neo"/>
              </a:defRPr>
            </a:lvl3pPr>
            <a:lvl4pPr algn="l">
              <a:defRPr sz="1350" b="0">
                <a:solidFill>
                  <a:srgbClr val="4676CB"/>
                </a:solidFill>
                <a:latin typeface="Apple SD Gothic Neo"/>
                <a:ea typeface="Apple SD Gothic Neo"/>
                <a:cs typeface="Apple SD Gothic Neo"/>
              </a:defRPr>
            </a:lvl4pPr>
            <a:lvl5pPr algn="l">
              <a:defRPr sz="1350" b="0">
                <a:solidFill>
                  <a:srgbClr val="4676CB"/>
                </a:solidFill>
                <a:latin typeface="Apple SD Gothic Neo"/>
                <a:ea typeface="Apple SD Gothic Neo"/>
                <a:cs typeface="Apple SD Gothic Neo"/>
              </a:defRPr>
            </a:lvl5pPr>
            <a:lvl6pPr algn="l">
              <a:defRPr sz="1350" b="0">
                <a:solidFill>
                  <a:srgbClr val="4676CB"/>
                </a:solidFill>
                <a:latin typeface="Apple SD Gothic Neo"/>
                <a:ea typeface="Apple SD Gothic Neo"/>
                <a:cs typeface="Apple SD Gothic Neo"/>
              </a:defRPr>
            </a:lvl6pPr>
            <a:lvl7pPr algn="l">
              <a:defRPr sz="1350" b="0">
                <a:solidFill>
                  <a:srgbClr val="4676CB"/>
                </a:solidFill>
                <a:latin typeface="Apple SD Gothic Neo"/>
                <a:ea typeface="Apple SD Gothic Neo"/>
                <a:cs typeface="Apple SD Gothic Neo"/>
              </a:defRPr>
            </a:lvl7pPr>
            <a:lvl8pPr algn="l">
              <a:defRPr sz="1350" b="0">
                <a:solidFill>
                  <a:srgbClr val="4676CB"/>
                </a:solidFill>
                <a:latin typeface="Apple SD Gothic Neo"/>
                <a:ea typeface="Apple SD Gothic Neo"/>
                <a:cs typeface="Apple SD Gothic Neo"/>
              </a:defRPr>
            </a:lvl8pPr>
            <a:lvl9pPr algn="l">
              <a:defRPr sz="1350" b="0">
                <a:solidFill>
                  <a:srgbClr val="4676CB"/>
                </a:solidFill>
                <a:latin typeface="Apple SD Gothic Neo"/>
                <a:ea typeface="Apple SD Gothic Neo"/>
                <a:cs typeface="Apple SD Gothic Neo"/>
              </a:defRPr>
            </a:lvl9pPr>
          </a:lstStyle>
          <a:p xmlns:a="http://schemas.openxmlformats.org/drawingml/2006/main">
            <a:pPr algn="l">
              <a:defRPr sz="1350" b="0">
                <a:solidFill>
                  <a:srgbClr val="4676CB"/>
                </a:solidFill>
                <a:latin typeface="Apple SD Gothic Neo"/>
                <a:ea typeface="Apple SD Gothic Neo"/>
                <a:cs typeface="Apple SD Gothic Neo"/>
              </a:defRPr>
            </a:pPr>
            <a:r>
              <a:rPr sz="1350" b="0">
                <a:solidFill>
                  <a:srgbClr val="4676CB"/>
                </a:solidFill>
                <a:latin typeface="Apple SD Gothic Neo"/>
                <a:ea typeface="Apple SD Gothic Neo"/>
                <a:cs typeface="Apple SD Gothic Neo"/>
              </a:rPr>
              <a:t>C1은 조건 누락 위험의 보완. 적용 QA의 상대적 열세는 입증되지 않음. 별도 E3 수치는 전체 기본값과 직접 연결하지 않음.</a:t>
            </a:r>
          </a:p>
        </p:txBody>
      </p:sp>
      <p:sp>
        <p:nvSpPr>
          <p:cNvPr id="149" name="DP4 object 251">
            <a:extLst xmlns:a="http://schemas.openxmlformats.org/drawingml/2006/main">
              <a:ext uri="{FF2B5EF4-FFF2-40B4-BE49-F238E27FC236}">
                <a16:creationId xmlns:a16="http://schemas.microsoft.com/office/drawing/2014/main" id="{4ED3E914-2B61-40AC-A751-D8E17140AAEF}"/>
              </a:ext>
            </a:extLst>
          </p:cNvPr>
          <p:cNvSpPr>
            <a:spLocks xmlns:a="http://schemas.openxmlformats.org/drawingml/2006/main" noGrp="1"/>
          </p:cNvSpPr>
          <p:nvPr/>
        </p:nvSpPr>
        <p:spPr>
          <a:xfrm xmlns:a="http://schemas.openxmlformats.org/drawingml/2006/main">
            <a:off x="266700" y="10067925"/>
            <a:ext cx="171926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00" b="0">
                <a:solidFill>
                  <a:srgbClr val="50555B"/>
                </a:solidFill>
                <a:latin typeface="Apple SD Gothic Neo"/>
                <a:ea typeface="Apple SD Gothic Neo"/>
                <a:cs typeface="Apple SD Gothic Neo"/>
              </a:defRPr>
            </a:defPPr>
            <a:lvl1pPr algn="l">
              <a:defRPr sz="1200" b="0">
                <a:solidFill>
                  <a:srgbClr val="50555B"/>
                </a:solidFill>
                <a:latin typeface="Apple SD Gothic Neo"/>
                <a:ea typeface="Apple SD Gothic Neo"/>
                <a:cs typeface="Apple SD Gothic Neo"/>
              </a:defRPr>
            </a:lvl1pPr>
            <a:lvl2pPr algn="l">
              <a:defRPr sz="1200" b="0">
                <a:solidFill>
                  <a:srgbClr val="50555B"/>
                </a:solidFill>
                <a:latin typeface="Apple SD Gothic Neo"/>
                <a:ea typeface="Apple SD Gothic Neo"/>
                <a:cs typeface="Apple SD Gothic Neo"/>
              </a:defRPr>
            </a:lvl2pPr>
            <a:lvl3pPr algn="l">
              <a:defRPr sz="1200" b="0">
                <a:solidFill>
                  <a:srgbClr val="50555B"/>
                </a:solidFill>
                <a:latin typeface="Apple SD Gothic Neo"/>
                <a:ea typeface="Apple SD Gothic Neo"/>
                <a:cs typeface="Apple SD Gothic Neo"/>
              </a:defRPr>
            </a:lvl3pPr>
            <a:lvl4pPr algn="l">
              <a:defRPr sz="1200" b="0">
                <a:solidFill>
                  <a:srgbClr val="50555B"/>
                </a:solidFill>
                <a:latin typeface="Apple SD Gothic Neo"/>
                <a:ea typeface="Apple SD Gothic Neo"/>
                <a:cs typeface="Apple SD Gothic Neo"/>
              </a:defRPr>
            </a:lvl4pPr>
            <a:lvl5pPr algn="l">
              <a:defRPr sz="1200" b="0">
                <a:solidFill>
                  <a:srgbClr val="50555B"/>
                </a:solidFill>
                <a:latin typeface="Apple SD Gothic Neo"/>
                <a:ea typeface="Apple SD Gothic Neo"/>
                <a:cs typeface="Apple SD Gothic Neo"/>
              </a:defRPr>
            </a:lvl5pPr>
            <a:lvl6pPr algn="l">
              <a:defRPr sz="1200" b="0">
                <a:solidFill>
                  <a:srgbClr val="50555B"/>
                </a:solidFill>
                <a:latin typeface="Apple SD Gothic Neo"/>
                <a:ea typeface="Apple SD Gothic Neo"/>
                <a:cs typeface="Apple SD Gothic Neo"/>
              </a:defRPr>
            </a:lvl6pPr>
            <a:lvl7pPr algn="l">
              <a:defRPr sz="1200" b="0">
                <a:solidFill>
                  <a:srgbClr val="50555B"/>
                </a:solidFill>
                <a:latin typeface="Apple SD Gothic Neo"/>
                <a:ea typeface="Apple SD Gothic Neo"/>
                <a:cs typeface="Apple SD Gothic Neo"/>
              </a:defRPr>
            </a:lvl7pPr>
            <a:lvl8pPr algn="l">
              <a:defRPr sz="1200" b="0">
                <a:solidFill>
                  <a:srgbClr val="50555B"/>
                </a:solidFill>
                <a:latin typeface="Apple SD Gothic Neo"/>
                <a:ea typeface="Apple SD Gothic Neo"/>
                <a:cs typeface="Apple SD Gothic Neo"/>
              </a:defRPr>
            </a:lvl8pPr>
            <a:lvl9pPr algn="l">
              <a:defRPr sz="1200" b="0">
                <a:solidFill>
                  <a:srgbClr val="50555B"/>
                </a:solidFill>
                <a:latin typeface="Apple SD Gothic Neo"/>
                <a:ea typeface="Apple SD Gothic Neo"/>
                <a:cs typeface="Apple SD Gothic Neo"/>
              </a:defRPr>
            </a:lvl9pPr>
          </a:lstStyle>
          <a:p xmlns:a="http://schemas.openxmlformats.org/drawingml/2006/main">
            <a:pPr algn="l">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기존 완료 PoC: 안별 4사례×3 / 시간 괄호: 관측/예정 / 비용: 12회 합계(수신자 포함) / RSS: 로컬 실행기 / QA03은 수신자 HTTP 시간 제외</a:t>
            </a:r>
          </a:p>
        </p:txBody>
      </p:sp>
    </p:spTree>
    <p:extLst>
      <p:ext uri="{BB962C8B-B14F-4D97-AF65-F5344CB8AC3E}">
        <p14:creationId xmlns:p14="http://schemas.microsoft.com/office/powerpoint/2010/main" val="110485792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Unified slide title">
            <a:extLst xmlns:a="http://schemas.openxmlformats.org/drawingml/2006/main">
              <a:ext uri="{FF2B5EF4-FFF2-40B4-BE49-F238E27FC236}">
                <a16:creationId xmlns:a16="http://schemas.microsoft.com/office/drawing/2014/main" id="{FB65E83E-C7E4-464B-9CC9-121C2F641C09}"/>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DP4. Agent 간 업무 인계 방안 (보완 효과 상세)</a:t>
            </a:r>
          </a:p>
        </p:txBody>
      </p:sp>
      <p:sp>
        <p:nvSpPr>
          <p:cNvPr id="2" name="Workflow 과제 소개">
            <a:extLst xmlns:a="http://schemas.openxmlformats.org/drawingml/2006/main">
              <a:ext uri="{FF2B5EF4-FFF2-40B4-BE49-F238E27FC236}">
                <a16:creationId xmlns:a16="http://schemas.microsoft.com/office/drawing/2014/main" id="{00D3EA64-7238-438D-A494-9457DDB4C08F}"/>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과제 소개">
            <a:extLst xmlns:a="http://schemas.openxmlformats.org/drawingml/2006/main">
              <a:ext uri="{FF2B5EF4-FFF2-40B4-BE49-F238E27FC236}">
                <a16:creationId xmlns:a16="http://schemas.microsoft.com/office/drawing/2014/main" id="{CCD486BF-93AF-40EE-B3EB-3BA85D4ED83F}"/>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Workflow 요구사항 분석">
            <a:extLst xmlns:a="http://schemas.openxmlformats.org/drawingml/2006/main">
              <a:ext uri="{FF2B5EF4-FFF2-40B4-BE49-F238E27FC236}">
                <a16:creationId xmlns:a16="http://schemas.microsoft.com/office/drawing/2014/main" id="{5D8026F1-4A1C-4B8C-BE65-1B0F10EC7734}"/>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요구사항 분석">
            <a:extLst xmlns:a="http://schemas.openxmlformats.org/drawingml/2006/main">
              <a:ext uri="{FF2B5EF4-FFF2-40B4-BE49-F238E27FC236}">
                <a16:creationId xmlns:a16="http://schemas.microsoft.com/office/drawing/2014/main" id="{041F4709-9C61-4A97-B761-67E4AEA7E022}"/>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Workflow 설계">
            <a:extLst xmlns:a="http://schemas.openxmlformats.org/drawingml/2006/main">
              <a:ext uri="{FF2B5EF4-FFF2-40B4-BE49-F238E27FC236}">
                <a16:creationId xmlns:a16="http://schemas.microsoft.com/office/drawing/2014/main" id="{60D4AF60-B90B-4855-8EFF-6C783A803B01}"/>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설계">
            <a:extLst xmlns:a="http://schemas.openxmlformats.org/drawingml/2006/main">
              <a:ext uri="{FF2B5EF4-FFF2-40B4-BE49-F238E27FC236}">
                <a16:creationId xmlns:a16="http://schemas.microsoft.com/office/drawing/2014/main" id="{18F225C8-90A8-49A6-A251-F5B5F7CC4891}"/>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Workflow 구현 및 검증">
            <a:extLst xmlns:a="http://schemas.openxmlformats.org/drawingml/2006/main">
              <a:ext uri="{FF2B5EF4-FFF2-40B4-BE49-F238E27FC236}">
                <a16:creationId xmlns:a16="http://schemas.microsoft.com/office/drawing/2014/main" id="{5647E687-64A6-4DAD-8F60-EEDC45CC7495}"/>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구현 및 검증">
            <a:extLst xmlns:a="http://schemas.openxmlformats.org/drawingml/2006/main">
              <a:ext uri="{FF2B5EF4-FFF2-40B4-BE49-F238E27FC236}">
                <a16:creationId xmlns:a16="http://schemas.microsoft.com/office/drawing/2014/main" id="{0D9C6507-3A9D-4F5E-A6BE-68B821D69478}"/>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Workflow 결론">
            <a:extLst xmlns:a="http://schemas.openxmlformats.org/drawingml/2006/main">
              <a:ext uri="{FF2B5EF4-FFF2-40B4-BE49-F238E27FC236}">
                <a16:creationId xmlns:a16="http://schemas.microsoft.com/office/drawing/2014/main" id="{54AD25F3-1A1F-46C9-B7E0-E037152F9D2E}"/>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결론">
            <a:extLst xmlns:a="http://schemas.openxmlformats.org/drawingml/2006/main">
              <a:ext uri="{FF2B5EF4-FFF2-40B4-BE49-F238E27FC236}">
                <a16:creationId xmlns:a16="http://schemas.microsoft.com/office/drawing/2014/main" id="{405D2987-7F26-4147-BD23-61D6202B6C27}"/>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Header rule">
            <a:extLst xmlns:a="http://schemas.openxmlformats.org/drawingml/2006/main">
              <a:ext uri="{FF2B5EF4-FFF2-40B4-BE49-F238E27FC236}">
                <a16:creationId xmlns:a16="http://schemas.microsoft.com/office/drawing/2014/main" id="{BB3A98FC-39F6-4208-81D4-707B2209C187}"/>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Continuous slide number">
            <a:extLst xmlns:a="http://schemas.openxmlformats.org/drawingml/2006/main">
              <a:ext uri="{FF2B5EF4-FFF2-40B4-BE49-F238E27FC236}">
                <a16:creationId xmlns:a16="http://schemas.microsoft.com/office/drawing/2014/main" id="{4C64F2ED-E604-45F2-87A8-9E5FF70C4576}"/>
              </a:ext>
            </a:extLst>
          </p:cNvPr>
          <p:cNvSpPr>
            <a:spLocks xmlns:a="http://schemas.openxmlformats.org/drawingml/2006/main" noGrp="1"/>
          </p:cNvSpPr>
          <p:nvPr/>
        </p:nvSpPr>
        <p:spPr>
          <a:xfrm xmlns:a="http://schemas.openxmlformats.org/drawingml/2006/main">
            <a:off x="17487900" y="10020300"/>
            <a:ext cx="590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50555B"/>
                </a:solidFill>
                <a:latin typeface="Apple SD Gothic Neo"/>
                <a:ea typeface="Apple SD Gothic Neo"/>
                <a:cs typeface="Apple SD Gothic Neo"/>
              </a:defRPr>
            </a:defPPr>
            <a:lvl1pPr algn="r">
              <a:defRPr sz="1200" b="0">
                <a:solidFill>
                  <a:srgbClr val="50555B"/>
                </a:solidFill>
                <a:latin typeface="Apple SD Gothic Neo"/>
                <a:ea typeface="Apple SD Gothic Neo"/>
                <a:cs typeface="Apple SD Gothic Neo"/>
              </a:defRPr>
            </a:lvl1pPr>
            <a:lvl2pPr algn="r">
              <a:defRPr sz="1200" b="0">
                <a:solidFill>
                  <a:srgbClr val="50555B"/>
                </a:solidFill>
                <a:latin typeface="Apple SD Gothic Neo"/>
                <a:ea typeface="Apple SD Gothic Neo"/>
                <a:cs typeface="Apple SD Gothic Neo"/>
              </a:defRPr>
            </a:lvl2pPr>
            <a:lvl3pPr algn="r">
              <a:defRPr sz="1200" b="0">
                <a:solidFill>
                  <a:srgbClr val="50555B"/>
                </a:solidFill>
                <a:latin typeface="Apple SD Gothic Neo"/>
                <a:ea typeface="Apple SD Gothic Neo"/>
                <a:cs typeface="Apple SD Gothic Neo"/>
              </a:defRPr>
            </a:lvl3pPr>
            <a:lvl4pPr algn="r">
              <a:defRPr sz="1200" b="0">
                <a:solidFill>
                  <a:srgbClr val="50555B"/>
                </a:solidFill>
                <a:latin typeface="Apple SD Gothic Neo"/>
                <a:ea typeface="Apple SD Gothic Neo"/>
                <a:cs typeface="Apple SD Gothic Neo"/>
              </a:defRPr>
            </a:lvl4pPr>
            <a:lvl5pPr algn="r">
              <a:defRPr sz="1200" b="0">
                <a:solidFill>
                  <a:srgbClr val="50555B"/>
                </a:solidFill>
                <a:latin typeface="Apple SD Gothic Neo"/>
                <a:ea typeface="Apple SD Gothic Neo"/>
                <a:cs typeface="Apple SD Gothic Neo"/>
              </a:defRPr>
            </a:lvl5pPr>
            <a:lvl6pPr algn="r">
              <a:defRPr sz="1200" b="0">
                <a:solidFill>
                  <a:srgbClr val="50555B"/>
                </a:solidFill>
                <a:latin typeface="Apple SD Gothic Neo"/>
                <a:ea typeface="Apple SD Gothic Neo"/>
                <a:cs typeface="Apple SD Gothic Neo"/>
              </a:defRPr>
            </a:lvl6pPr>
            <a:lvl7pPr algn="r">
              <a:defRPr sz="1200" b="0">
                <a:solidFill>
                  <a:srgbClr val="50555B"/>
                </a:solidFill>
                <a:latin typeface="Apple SD Gothic Neo"/>
                <a:ea typeface="Apple SD Gothic Neo"/>
                <a:cs typeface="Apple SD Gothic Neo"/>
              </a:defRPr>
            </a:lvl7pPr>
            <a:lvl8pPr algn="r">
              <a:defRPr sz="1200" b="0">
                <a:solidFill>
                  <a:srgbClr val="50555B"/>
                </a:solidFill>
                <a:latin typeface="Apple SD Gothic Neo"/>
                <a:ea typeface="Apple SD Gothic Neo"/>
                <a:cs typeface="Apple SD Gothic Neo"/>
              </a:defRPr>
            </a:lvl8pPr>
            <a:lvl9pPr algn="r">
              <a:defRPr sz="1200" b="0">
                <a:solidFill>
                  <a:srgbClr val="50555B"/>
                </a:solidFill>
                <a:latin typeface="Apple SD Gothic Neo"/>
                <a:ea typeface="Apple SD Gothic Neo"/>
                <a:cs typeface="Apple SD Gothic Neo"/>
              </a:defRPr>
            </a:lvl9pPr>
          </a:lstStyle>
          <a:p xmlns:a="http://schemas.openxmlformats.org/drawingml/2006/main">
            <a:pPr algn="r">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16 / 16</a:t>
            </a:r>
          </a:p>
        </p:txBody>
      </p:sp>
      <p:sp>
        <p:nvSpPr>
          <p:cNvPr id="14" name="DP4 object 252">
            <a:extLst xmlns:a="http://schemas.openxmlformats.org/drawingml/2006/main">
              <a:ext uri="{FF2B5EF4-FFF2-40B4-BE49-F238E27FC236}">
                <a16:creationId xmlns:a16="http://schemas.microsoft.com/office/drawing/2014/main" id="{07A19B45-BD63-472E-8BC0-672FAC72D483}"/>
              </a:ext>
            </a:extLst>
          </p:cNvPr>
          <p:cNvSpPr>
            <a:spLocks xmlns:a="http://schemas.openxmlformats.org/drawingml/2006/main" noGrp="1"/>
          </p:cNvSpPr>
          <p:nvPr/>
        </p:nvSpPr>
        <p:spPr>
          <a:xfrm xmlns:a="http://schemas.openxmlformats.org/drawingml/2006/main">
            <a:off x="266700" y="1190625"/>
            <a:ext cx="1762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325" b="1">
                <a:solidFill>
                  <a:srgbClr val="4676CB"/>
                </a:solidFill>
                <a:latin typeface="Apple SD Gothic Neo"/>
                <a:ea typeface="Apple SD Gothic Neo"/>
                <a:cs typeface="Apple SD Gothic Neo"/>
              </a:defRPr>
            </a:defPPr>
            <a:lvl1pPr algn="l">
              <a:defRPr sz="2325" b="1">
                <a:solidFill>
                  <a:srgbClr val="4676CB"/>
                </a:solidFill>
                <a:latin typeface="Apple SD Gothic Neo"/>
                <a:ea typeface="Apple SD Gothic Neo"/>
                <a:cs typeface="Apple SD Gothic Neo"/>
              </a:defRPr>
            </a:lvl1pPr>
            <a:lvl2pPr algn="l">
              <a:defRPr sz="2325" b="1">
                <a:solidFill>
                  <a:srgbClr val="4676CB"/>
                </a:solidFill>
                <a:latin typeface="Apple SD Gothic Neo"/>
                <a:ea typeface="Apple SD Gothic Neo"/>
                <a:cs typeface="Apple SD Gothic Neo"/>
              </a:defRPr>
            </a:lvl2pPr>
            <a:lvl3pPr algn="l">
              <a:defRPr sz="2325" b="1">
                <a:solidFill>
                  <a:srgbClr val="4676CB"/>
                </a:solidFill>
                <a:latin typeface="Apple SD Gothic Neo"/>
                <a:ea typeface="Apple SD Gothic Neo"/>
                <a:cs typeface="Apple SD Gothic Neo"/>
              </a:defRPr>
            </a:lvl3pPr>
            <a:lvl4pPr algn="l">
              <a:defRPr sz="2325" b="1">
                <a:solidFill>
                  <a:srgbClr val="4676CB"/>
                </a:solidFill>
                <a:latin typeface="Apple SD Gothic Neo"/>
                <a:ea typeface="Apple SD Gothic Neo"/>
                <a:cs typeface="Apple SD Gothic Neo"/>
              </a:defRPr>
            </a:lvl4pPr>
            <a:lvl5pPr algn="l">
              <a:defRPr sz="2325" b="1">
                <a:solidFill>
                  <a:srgbClr val="4676CB"/>
                </a:solidFill>
                <a:latin typeface="Apple SD Gothic Neo"/>
                <a:ea typeface="Apple SD Gothic Neo"/>
                <a:cs typeface="Apple SD Gothic Neo"/>
              </a:defRPr>
            </a:lvl5pPr>
            <a:lvl6pPr algn="l">
              <a:defRPr sz="2325" b="1">
                <a:solidFill>
                  <a:srgbClr val="4676CB"/>
                </a:solidFill>
                <a:latin typeface="Apple SD Gothic Neo"/>
                <a:ea typeface="Apple SD Gothic Neo"/>
                <a:cs typeface="Apple SD Gothic Neo"/>
              </a:defRPr>
            </a:lvl6pPr>
            <a:lvl7pPr algn="l">
              <a:defRPr sz="2325" b="1">
                <a:solidFill>
                  <a:srgbClr val="4676CB"/>
                </a:solidFill>
                <a:latin typeface="Apple SD Gothic Neo"/>
                <a:ea typeface="Apple SD Gothic Neo"/>
                <a:cs typeface="Apple SD Gothic Neo"/>
              </a:defRPr>
            </a:lvl7pPr>
            <a:lvl8pPr algn="l">
              <a:defRPr sz="2325" b="1">
                <a:solidFill>
                  <a:srgbClr val="4676CB"/>
                </a:solidFill>
                <a:latin typeface="Apple SD Gothic Neo"/>
                <a:ea typeface="Apple SD Gothic Neo"/>
                <a:cs typeface="Apple SD Gothic Neo"/>
              </a:defRPr>
            </a:lvl8pPr>
            <a:lvl9pPr algn="l">
              <a:defRPr sz="2325" b="1">
                <a:solidFill>
                  <a:srgbClr val="4676CB"/>
                </a:solidFill>
                <a:latin typeface="Apple SD Gothic Neo"/>
                <a:ea typeface="Apple SD Gothic Neo"/>
                <a:cs typeface="Apple SD Gothic Neo"/>
              </a:defRPr>
            </a:lvl9pPr>
          </a:lstStyle>
          <a:p xmlns:a="http://schemas.openxmlformats.org/drawingml/2006/main">
            <a:pPr algn="l">
              <a:defRPr sz="2325" b="1">
                <a:solidFill>
                  <a:srgbClr val="4676CB"/>
                </a:solidFill>
                <a:latin typeface="Apple SD Gothic Neo"/>
                <a:ea typeface="Apple SD Gothic Neo"/>
                <a:cs typeface="Apple SD Gothic Neo"/>
              </a:defRPr>
            </a:pPr>
            <a:r>
              <a:rPr sz="2325" b="1">
                <a:solidFill>
                  <a:srgbClr val="4676CB"/>
                </a:solidFill>
                <a:latin typeface="Apple SD Gothic Neo"/>
                <a:ea typeface="Apple SD Gothic Neo"/>
                <a:cs typeface="Apple SD Gothic Neo"/>
              </a:rPr>
              <a:t>C1: 채택 조건의 원문을 먼저 제공해 인계 본문에서 전제가 빠지는 위험을 보완</a:t>
            </a:r>
          </a:p>
        </p:txBody>
      </p:sp>
      <p:sp>
        <p:nvSpPr>
          <p:cNvPr id="15" name="DP4 object 253">
            <a:extLst xmlns:a="http://schemas.openxmlformats.org/drawingml/2006/main">
              <a:ext uri="{FF2B5EF4-FFF2-40B4-BE49-F238E27FC236}">
                <a16:creationId xmlns:a16="http://schemas.microsoft.com/office/drawing/2014/main" id="{3FCE3304-6A0F-46B9-9468-3FADB4EF7A3E}"/>
              </a:ext>
            </a:extLst>
          </p:cNvPr>
          <p:cNvSpPr>
            <a:spLocks xmlns:a="http://schemas.openxmlformats.org/drawingml/2006/main" noGrp="1"/>
          </p:cNvSpPr>
          <p:nvPr/>
        </p:nvSpPr>
        <p:spPr>
          <a:xfrm xmlns:a="http://schemas.openxmlformats.org/drawingml/2006/main">
            <a:off x="266700" y="1685925"/>
            <a:ext cx="1743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0">
                <a:solidFill>
                  <a:srgbClr val="111111"/>
                </a:solidFill>
                <a:latin typeface="Apple SD Gothic Neo"/>
                <a:ea typeface="Apple SD Gothic Neo"/>
                <a:cs typeface="Apple SD Gothic Neo"/>
              </a:defRPr>
            </a:defPPr>
            <a:lvl1pPr algn="l">
              <a:defRPr sz="1950" b="0">
                <a:solidFill>
                  <a:srgbClr val="111111"/>
                </a:solidFill>
                <a:latin typeface="Apple SD Gothic Neo"/>
                <a:ea typeface="Apple SD Gothic Neo"/>
                <a:cs typeface="Apple SD Gothic Neo"/>
              </a:defRPr>
            </a:lvl1pPr>
            <a:lvl2pPr algn="l">
              <a:defRPr sz="1950" b="0">
                <a:solidFill>
                  <a:srgbClr val="111111"/>
                </a:solidFill>
                <a:latin typeface="Apple SD Gothic Neo"/>
                <a:ea typeface="Apple SD Gothic Neo"/>
                <a:cs typeface="Apple SD Gothic Neo"/>
              </a:defRPr>
            </a:lvl2pPr>
            <a:lvl3pPr algn="l">
              <a:defRPr sz="1950" b="0">
                <a:solidFill>
                  <a:srgbClr val="111111"/>
                </a:solidFill>
                <a:latin typeface="Apple SD Gothic Neo"/>
                <a:ea typeface="Apple SD Gothic Neo"/>
                <a:cs typeface="Apple SD Gothic Neo"/>
              </a:defRPr>
            </a:lvl3pPr>
            <a:lvl4pPr algn="l">
              <a:defRPr sz="1950" b="0">
                <a:solidFill>
                  <a:srgbClr val="111111"/>
                </a:solidFill>
                <a:latin typeface="Apple SD Gothic Neo"/>
                <a:ea typeface="Apple SD Gothic Neo"/>
                <a:cs typeface="Apple SD Gothic Neo"/>
              </a:defRPr>
            </a:lvl4pPr>
            <a:lvl5pPr algn="l">
              <a:defRPr sz="1950" b="0">
                <a:solidFill>
                  <a:srgbClr val="111111"/>
                </a:solidFill>
                <a:latin typeface="Apple SD Gothic Neo"/>
                <a:ea typeface="Apple SD Gothic Neo"/>
                <a:cs typeface="Apple SD Gothic Neo"/>
              </a:defRPr>
            </a:lvl5pPr>
            <a:lvl6pPr algn="l">
              <a:defRPr sz="1950" b="0">
                <a:solidFill>
                  <a:srgbClr val="111111"/>
                </a:solidFill>
                <a:latin typeface="Apple SD Gothic Neo"/>
                <a:ea typeface="Apple SD Gothic Neo"/>
                <a:cs typeface="Apple SD Gothic Neo"/>
              </a:defRPr>
            </a:lvl6pPr>
            <a:lvl7pPr algn="l">
              <a:defRPr sz="1950" b="0">
                <a:solidFill>
                  <a:srgbClr val="111111"/>
                </a:solidFill>
                <a:latin typeface="Apple SD Gothic Neo"/>
                <a:ea typeface="Apple SD Gothic Neo"/>
                <a:cs typeface="Apple SD Gothic Neo"/>
              </a:defRPr>
            </a:lvl7pPr>
            <a:lvl8pPr algn="l">
              <a:defRPr sz="1950" b="0">
                <a:solidFill>
                  <a:srgbClr val="111111"/>
                </a:solidFill>
                <a:latin typeface="Apple SD Gothic Neo"/>
                <a:ea typeface="Apple SD Gothic Neo"/>
                <a:cs typeface="Apple SD Gothic Neo"/>
              </a:defRPr>
            </a:lvl8pPr>
            <a:lvl9pPr algn="l">
              <a:defRPr sz="1950" b="0">
                <a:solidFill>
                  <a:srgbClr val="111111"/>
                </a:solidFill>
                <a:latin typeface="Apple SD Gothic Neo"/>
                <a:ea typeface="Apple SD Gothic Neo"/>
                <a:cs typeface="Apple SD Gothic Neo"/>
              </a:defRPr>
            </a:lvl9pPr>
          </a:lstStyle>
          <a:p xmlns:a="http://schemas.openxmlformats.org/drawingml/2006/main">
            <a:pPr algn="l">
              <a:defRPr sz="1950" b="0">
                <a:solidFill>
                  <a:srgbClr val="111111"/>
                </a:solidFill>
                <a:latin typeface="Apple SD Gothic Neo"/>
                <a:ea typeface="Apple SD Gothic Neo"/>
                <a:cs typeface="Apple SD Gothic Neo"/>
              </a:defRPr>
            </a:pPr>
            <a:r>
              <a:rPr sz="1950" b="0">
                <a:solidFill>
                  <a:srgbClr val="111111"/>
                </a:solidFill>
                <a:latin typeface="Apple SD Gothic Neo"/>
                <a:ea typeface="Apple SD Gothic Neo"/>
                <a:cs typeface="Apple SD Gothic Neo"/>
              </a:rPr>
              <a:t>별도 E3 실험: 목적을 바꾼 세 번 인계 × 3회 / C와 C1 각각 9개 인계</a:t>
            </a:r>
          </a:p>
        </p:txBody>
      </p:sp>
      <p:sp>
        <p:nvSpPr>
          <p:cNvPr id="16" name="DP4 object 254">
            <a:extLst xmlns:a="http://schemas.openxmlformats.org/drawingml/2006/main">
              <a:ext uri="{FF2B5EF4-FFF2-40B4-BE49-F238E27FC236}">
                <a16:creationId xmlns:a16="http://schemas.microsoft.com/office/drawing/2014/main" id="{72294B87-4357-4FAE-9AAD-1A71C273F5F8}"/>
              </a:ext>
            </a:extLst>
          </p:cNvPr>
          <p:cNvSpPr>
            <a:spLocks xmlns:a="http://schemas.openxmlformats.org/drawingml/2006/main" noGrp="1"/>
          </p:cNvSpPr>
          <p:nvPr/>
        </p:nvSpPr>
        <p:spPr>
          <a:xfrm xmlns:a="http://schemas.openxmlformats.org/drawingml/2006/main">
            <a:off x="228600" y="2209800"/>
            <a:ext cx="5638800" cy="6981825"/>
          </a:xfrm>
          <a:prstGeom xmlns:a="http://schemas.openxmlformats.org/drawingml/2006/main" prst="rect">
            <a:avLst/>
          </a:prstGeom>
          <a:noFill xmlns:a="http://schemas.openxmlformats.org/drawingml/2006/main"/>
          <a:ln xmlns:a="http://schemas.openxmlformats.org/drawingml/2006/main" w="28575">
            <a:solidFill>
              <a:srgbClr val="4676CB"/>
            </a:solidFill>
            <a:prstDash val="solid"/>
          </a:ln>
        </p:spPr>
      </p:sp>
      <p:sp>
        <p:nvSpPr>
          <p:cNvPr id="17" name="DP4 object 255">
            <a:extLst xmlns:a="http://schemas.openxmlformats.org/drawingml/2006/main">
              <a:ext uri="{FF2B5EF4-FFF2-40B4-BE49-F238E27FC236}">
                <a16:creationId xmlns:a16="http://schemas.microsoft.com/office/drawing/2014/main" id="{952AF715-6BF6-4D11-82C5-969490733B07}"/>
              </a:ext>
            </a:extLst>
          </p:cNvPr>
          <p:cNvSpPr>
            <a:spLocks xmlns:a="http://schemas.openxmlformats.org/drawingml/2006/main" noGrp="1"/>
          </p:cNvSpPr>
          <p:nvPr/>
        </p:nvSpPr>
        <p:spPr>
          <a:xfrm xmlns:a="http://schemas.openxmlformats.org/drawingml/2006/main">
            <a:off x="228600" y="2209800"/>
            <a:ext cx="5638800" cy="466725"/>
          </a:xfrm>
          <a:prstGeom xmlns:a="http://schemas.openxmlformats.org/drawingml/2006/main" prst="rect">
            <a:avLst/>
          </a:prstGeom>
          <a:solidFill xmlns:a="http://schemas.openxmlformats.org/drawingml/2006/main">
            <a:srgbClr val="C9E1B3"/>
          </a:solidFill>
          <a:ln xmlns:a="http://schemas.openxmlformats.org/drawingml/2006/main" w="0">
            <a:noFill/>
            <a:prstDash val="solid"/>
          </a:ln>
        </p:spPr>
      </p:sp>
      <p:sp>
        <p:nvSpPr>
          <p:cNvPr id="18" name="DP4 object 256">
            <a:extLst xmlns:a="http://schemas.openxmlformats.org/drawingml/2006/main">
              <a:ext uri="{FF2B5EF4-FFF2-40B4-BE49-F238E27FC236}">
                <a16:creationId xmlns:a16="http://schemas.microsoft.com/office/drawing/2014/main" id="{C20D6F8E-5CAD-4A4E-82B8-C3C5F7248785}"/>
              </a:ext>
            </a:extLst>
          </p:cNvPr>
          <p:cNvSpPr>
            <a:spLocks xmlns:a="http://schemas.openxmlformats.org/drawingml/2006/main" noGrp="1"/>
          </p:cNvSpPr>
          <p:nvPr/>
        </p:nvSpPr>
        <p:spPr>
          <a:xfrm xmlns:a="http://schemas.openxmlformats.org/drawingml/2006/main">
            <a:off x="400050" y="2247900"/>
            <a:ext cx="52959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100" b="1">
                <a:solidFill>
                  <a:srgbClr val="111111"/>
                </a:solidFill>
                <a:latin typeface="Apple SD Gothic Neo"/>
                <a:ea typeface="Apple SD Gothic Neo"/>
                <a:cs typeface="Apple SD Gothic Neo"/>
              </a:defRPr>
            </a:defPPr>
            <a:lvl1pPr algn="ctr">
              <a:defRPr sz="2100" b="1">
                <a:solidFill>
                  <a:srgbClr val="111111"/>
                </a:solidFill>
                <a:latin typeface="Apple SD Gothic Neo"/>
                <a:ea typeface="Apple SD Gothic Neo"/>
                <a:cs typeface="Apple SD Gothic Neo"/>
              </a:defRPr>
            </a:lvl1pPr>
            <a:lvl2pPr algn="ctr">
              <a:defRPr sz="2100" b="1">
                <a:solidFill>
                  <a:srgbClr val="111111"/>
                </a:solidFill>
                <a:latin typeface="Apple SD Gothic Neo"/>
                <a:ea typeface="Apple SD Gothic Neo"/>
                <a:cs typeface="Apple SD Gothic Neo"/>
              </a:defRPr>
            </a:lvl2pPr>
            <a:lvl3pPr algn="ctr">
              <a:defRPr sz="2100" b="1">
                <a:solidFill>
                  <a:srgbClr val="111111"/>
                </a:solidFill>
                <a:latin typeface="Apple SD Gothic Neo"/>
                <a:ea typeface="Apple SD Gothic Neo"/>
                <a:cs typeface="Apple SD Gothic Neo"/>
              </a:defRPr>
            </a:lvl3pPr>
            <a:lvl4pPr algn="ctr">
              <a:defRPr sz="2100" b="1">
                <a:solidFill>
                  <a:srgbClr val="111111"/>
                </a:solidFill>
                <a:latin typeface="Apple SD Gothic Neo"/>
                <a:ea typeface="Apple SD Gothic Neo"/>
                <a:cs typeface="Apple SD Gothic Neo"/>
              </a:defRPr>
            </a:lvl4pPr>
            <a:lvl5pPr algn="ctr">
              <a:defRPr sz="2100" b="1">
                <a:solidFill>
                  <a:srgbClr val="111111"/>
                </a:solidFill>
                <a:latin typeface="Apple SD Gothic Neo"/>
                <a:ea typeface="Apple SD Gothic Neo"/>
                <a:cs typeface="Apple SD Gothic Neo"/>
              </a:defRPr>
            </a:lvl5pPr>
            <a:lvl6pPr algn="ctr">
              <a:defRPr sz="2100" b="1">
                <a:solidFill>
                  <a:srgbClr val="111111"/>
                </a:solidFill>
                <a:latin typeface="Apple SD Gothic Neo"/>
                <a:ea typeface="Apple SD Gothic Neo"/>
                <a:cs typeface="Apple SD Gothic Neo"/>
              </a:defRPr>
            </a:lvl6pPr>
            <a:lvl7pPr algn="ctr">
              <a:defRPr sz="2100" b="1">
                <a:solidFill>
                  <a:srgbClr val="111111"/>
                </a:solidFill>
                <a:latin typeface="Apple SD Gothic Neo"/>
                <a:ea typeface="Apple SD Gothic Neo"/>
                <a:cs typeface="Apple SD Gothic Neo"/>
              </a:defRPr>
            </a:lvl7pPr>
            <a:lvl8pPr algn="ctr">
              <a:defRPr sz="2100" b="1">
                <a:solidFill>
                  <a:srgbClr val="111111"/>
                </a:solidFill>
                <a:latin typeface="Apple SD Gothic Neo"/>
                <a:ea typeface="Apple SD Gothic Neo"/>
                <a:cs typeface="Apple SD Gothic Neo"/>
              </a:defRPr>
            </a:lvl8pPr>
            <a:lvl9pPr algn="ctr">
              <a:defRPr sz="2100" b="1">
                <a:solidFill>
                  <a:srgbClr val="111111"/>
                </a:solidFill>
                <a:latin typeface="Apple SD Gothic Neo"/>
                <a:ea typeface="Apple SD Gothic Neo"/>
                <a:cs typeface="Apple SD Gothic Neo"/>
              </a:defRPr>
            </a:lvl9pPr>
          </a:lstStyle>
          <a:p xmlns:a="http://schemas.openxmlformats.org/drawingml/2006/main">
            <a:pPr algn="ctr">
              <a:defRPr sz="2100" b="1">
                <a:solidFill>
                  <a:srgbClr val="111111"/>
                </a:solidFill>
                <a:latin typeface="Apple SD Gothic Neo"/>
                <a:ea typeface="Apple SD Gothic Neo"/>
                <a:cs typeface="Apple SD Gothic Neo"/>
              </a:defRPr>
            </a:pPr>
            <a:r>
              <a:rPr sz="2100" b="1">
                <a:solidFill>
                  <a:srgbClr val="111111"/>
                </a:solidFill>
                <a:latin typeface="Apple SD Gothic Neo"/>
                <a:ea typeface="Apple SD Gothic Neo"/>
                <a:cs typeface="Apple SD Gothic Neo"/>
              </a:rPr>
              <a:t>기존 조건 출처가 있는 경우에 한정</a:t>
            </a:r>
          </a:p>
        </p:txBody>
      </p:sp>
      <p:sp>
        <p:nvSpPr>
          <p:cNvPr id="19" name="채택 조건의 원문·source refs&#10;“가격이 같으면 유지보수 기간 우선”">
            <a:extLst xmlns:a="http://schemas.openxmlformats.org/drawingml/2006/main">
              <a:ext uri="{FF2B5EF4-FFF2-40B4-BE49-F238E27FC236}">
                <a16:creationId xmlns:a16="http://schemas.microsoft.com/office/drawing/2014/main" id="{E8A26773-AD3B-45DB-9F51-5DC66737ECDB}"/>
              </a:ext>
            </a:extLst>
          </p:cNvPr>
          <p:cNvSpPr>
            <a:spLocks xmlns:a="http://schemas.openxmlformats.org/drawingml/2006/main" noGrp="1"/>
          </p:cNvSpPr>
          <p:nvPr/>
        </p:nvSpPr>
        <p:spPr>
          <a:xfrm xmlns:a="http://schemas.openxmlformats.org/drawingml/2006/main">
            <a:off x="571500" y="2943225"/>
            <a:ext cx="4953000" cy="8382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0" name="DP4 object 257">
            <a:extLst xmlns:a="http://schemas.openxmlformats.org/drawingml/2006/main">
              <a:ext uri="{FF2B5EF4-FFF2-40B4-BE49-F238E27FC236}">
                <a16:creationId xmlns:a16="http://schemas.microsoft.com/office/drawing/2014/main" id="{98B9D814-6BAA-4311-9A16-26B2BA78AB36}"/>
              </a:ext>
            </a:extLst>
          </p:cNvPr>
          <p:cNvSpPr>
            <a:spLocks xmlns:a="http://schemas.openxmlformats.org/drawingml/2006/main" noGrp="1"/>
          </p:cNvSpPr>
          <p:nvPr/>
        </p:nvSpPr>
        <p:spPr>
          <a:xfrm xmlns:a="http://schemas.openxmlformats.org/drawingml/2006/main">
            <a:off x="619125" y="3048000"/>
            <a:ext cx="4857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0">
                <a:solidFill>
                  <a:srgbClr val="111111"/>
                </a:solidFill>
                <a:latin typeface="Apple SD Gothic Neo"/>
                <a:ea typeface="Apple SD Gothic Neo"/>
                <a:cs typeface="Apple SD Gothic Neo"/>
              </a:defRPr>
            </a:defPPr>
            <a:lvl1pPr algn="ctr">
              <a:defRPr sz="1875" b="0">
                <a:solidFill>
                  <a:srgbClr val="111111"/>
                </a:solidFill>
                <a:latin typeface="Apple SD Gothic Neo"/>
                <a:ea typeface="Apple SD Gothic Neo"/>
                <a:cs typeface="Apple SD Gothic Neo"/>
              </a:defRPr>
            </a:lvl1pPr>
            <a:lvl2pPr algn="ctr">
              <a:defRPr sz="1875" b="0">
                <a:solidFill>
                  <a:srgbClr val="111111"/>
                </a:solidFill>
                <a:latin typeface="Apple SD Gothic Neo"/>
                <a:ea typeface="Apple SD Gothic Neo"/>
                <a:cs typeface="Apple SD Gothic Neo"/>
              </a:defRPr>
            </a:lvl2pPr>
            <a:lvl3pPr algn="ctr">
              <a:defRPr sz="1875" b="0">
                <a:solidFill>
                  <a:srgbClr val="111111"/>
                </a:solidFill>
                <a:latin typeface="Apple SD Gothic Neo"/>
                <a:ea typeface="Apple SD Gothic Neo"/>
                <a:cs typeface="Apple SD Gothic Neo"/>
              </a:defRPr>
            </a:lvl3pPr>
            <a:lvl4pPr algn="ctr">
              <a:defRPr sz="1875" b="0">
                <a:solidFill>
                  <a:srgbClr val="111111"/>
                </a:solidFill>
                <a:latin typeface="Apple SD Gothic Neo"/>
                <a:ea typeface="Apple SD Gothic Neo"/>
                <a:cs typeface="Apple SD Gothic Neo"/>
              </a:defRPr>
            </a:lvl4pPr>
            <a:lvl5pPr algn="ctr">
              <a:defRPr sz="1875" b="0">
                <a:solidFill>
                  <a:srgbClr val="111111"/>
                </a:solidFill>
                <a:latin typeface="Apple SD Gothic Neo"/>
                <a:ea typeface="Apple SD Gothic Neo"/>
                <a:cs typeface="Apple SD Gothic Neo"/>
              </a:defRPr>
            </a:lvl5pPr>
            <a:lvl6pPr algn="ctr">
              <a:defRPr sz="1875" b="0">
                <a:solidFill>
                  <a:srgbClr val="111111"/>
                </a:solidFill>
                <a:latin typeface="Apple SD Gothic Neo"/>
                <a:ea typeface="Apple SD Gothic Neo"/>
                <a:cs typeface="Apple SD Gothic Neo"/>
              </a:defRPr>
            </a:lvl6pPr>
            <a:lvl7pPr algn="ctr">
              <a:defRPr sz="1875" b="0">
                <a:solidFill>
                  <a:srgbClr val="111111"/>
                </a:solidFill>
                <a:latin typeface="Apple SD Gothic Neo"/>
                <a:ea typeface="Apple SD Gothic Neo"/>
                <a:cs typeface="Apple SD Gothic Neo"/>
              </a:defRPr>
            </a:lvl7pPr>
            <a:lvl8pPr algn="ctr">
              <a:defRPr sz="1875" b="0">
                <a:solidFill>
                  <a:srgbClr val="111111"/>
                </a:solidFill>
                <a:latin typeface="Apple SD Gothic Neo"/>
                <a:ea typeface="Apple SD Gothic Neo"/>
                <a:cs typeface="Apple SD Gothic Neo"/>
              </a:defRPr>
            </a:lvl8pPr>
            <a:lvl9pPr algn="ctr">
              <a:defRPr sz="1875" b="0">
                <a:solidFill>
                  <a:srgbClr val="111111"/>
                </a:solidFill>
                <a:latin typeface="Apple SD Gothic Neo"/>
                <a:ea typeface="Apple SD Gothic Neo"/>
                <a:cs typeface="Apple SD Gothic Neo"/>
              </a:defRPr>
            </a:lvl9pPr>
          </a:lstStyle>
          <a:p xmlns:a="http://schemas.openxmlformats.org/drawingml/2006/main">
            <a:pPr algn="ctr">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채택 조건의 원문·source refs</a:t>
            </a:r>
          </a:p>
          <a:p xmlns:a="http://schemas.openxmlformats.org/drawingml/2006/main">
            <a:pPr algn="ctr">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“가격이 같으면 유지보수 기간 우선”</a:t>
            </a:r>
          </a:p>
        </p:txBody>
      </p:sp>
      <p:sp>
        <p:nvSpPr>
          <p:cNvPr id="21" name="Editable path 258">
            <a:extLst xmlns:a="http://schemas.openxmlformats.org/drawingml/2006/main">
              <a:ext uri="{FF2B5EF4-FFF2-40B4-BE49-F238E27FC236}">
                <a16:creationId xmlns:a16="http://schemas.microsoft.com/office/drawing/2014/main" id="{10FB22FA-5E27-4255-AB61-15F20E88DB5A}"/>
              </a:ext>
            </a:extLst>
          </p:cNvPr>
          <p:cNvSpPr>
            <a:spLocks xmlns:a="http://schemas.openxmlformats.org/drawingml/2006/main" noGrp="1"/>
          </p:cNvSpPr>
          <p:nvPr/>
        </p:nvSpPr>
        <p:spPr>
          <a:xfrm xmlns:a="http://schemas.openxmlformats.org/drawingml/2006/main">
            <a:off x="3048000" y="3781425"/>
            <a:ext cx="953" cy="266700"/>
          </a:xfrm>
          <a:custGeom xmlns:a="http://schemas.openxmlformats.org/drawingml/2006/main">
            <a:pathLst>
              <a:path w="953" h="266700">
                <a:moveTo>
                  <a:pt x="0" y="0"/>
                </a:moveTo>
                <a:lnTo>
                  <a:pt x="0" y="266700"/>
                </a:lnTo>
              </a:path>
            </a:pathLst>
          </a:custGeom>
          <a:noFill xmlns:a="http://schemas.openxmlformats.org/drawingml/2006/main"/>
          <a:ln xmlns:a="http://schemas.openxmlformats.org/drawingml/2006/main" w="22860">
            <a:solidFill>
              <a:srgbClr val="4676CB"/>
            </a:solidFill>
            <a:prstDash val="solid"/>
          </a:ln>
        </p:spPr>
      </p:sp>
      <p:sp>
        <p:nvSpPr>
          <p:cNvPr id="22" name="Editable arrowhead 259">
            <a:extLst xmlns:a="http://schemas.openxmlformats.org/drawingml/2006/main">
              <a:ext uri="{FF2B5EF4-FFF2-40B4-BE49-F238E27FC236}">
                <a16:creationId xmlns:a16="http://schemas.microsoft.com/office/drawing/2014/main" id="{E828A170-6B22-4426-AAFE-197ECE60CB8A}"/>
              </a:ext>
            </a:extLst>
          </p:cNvPr>
          <p:cNvSpPr>
            <a:spLocks xmlns:a="http://schemas.openxmlformats.org/drawingml/2006/main" noGrp="1"/>
          </p:cNvSpPr>
          <p:nvPr/>
        </p:nvSpPr>
        <p:spPr>
          <a:xfrm xmlns:a="http://schemas.openxmlformats.org/drawingml/2006/main">
            <a:off x="3000375" y="39528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23" name="Context Manager / C1&#10;다음 위임 전, 원문 1~2행 사전 읽기">
            <a:extLst xmlns:a="http://schemas.openxmlformats.org/drawingml/2006/main">
              <a:ext uri="{FF2B5EF4-FFF2-40B4-BE49-F238E27FC236}">
                <a16:creationId xmlns:a16="http://schemas.microsoft.com/office/drawing/2014/main" id="{258458B2-2A11-4ABC-9016-140FDA5C2D64}"/>
              </a:ext>
            </a:extLst>
          </p:cNvPr>
          <p:cNvSpPr>
            <a:spLocks xmlns:a="http://schemas.openxmlformats.org/drawingml/2006/main" noGrp="1"/>
          </p:cNvSpPr>
          <p:nvPr/>
        </p:nvSpPr>
        <p:spPr>
          <a:xfrm xmlns:a="http://schemas.openxmlformats.org/drawingml/2006/main">
            <a:off x="571500" y="4048125"/>
            <a:ext cx="4953000" cy="771525"/>
          </a:xfrm>
          <a:prstGeom xmlns:a="http://schemas.openxmlformats.org/drawingml/2006/main" prst="rect">
            <a:avLst/>
          </a:prstGeom>
          <a:solidFill xmlns:a="http://schemas.openxmlformats.org/drawingml/2006/main">
            <a:srgbClr val="F1F6FC"/>
          </a:solidFill>
          <a:ln xmlns:a="http://schemas.openxmlformats.org/drawingml/2006/main" w="28575">
            <a:solidFill>
              <a:srgbClr val="4676CB"/>
            </a:solidFill>
            <a:prstDash val="solid"/>
          </a:ln>
        </p:spPr>
      </p:sp>
      <p:sp>
        <p:nvSpPr>
          <p:cNvPr id="24" name="DP4 object 260">
            <a:extLst xmlns:a="http://schemas.openxmlformats.org/drawingml/2006/main">
              <a:ext uri="{FF2B5EF4-FFF2-40B4-BE49-F238E27FC236}">
                <a16:creationId xmlns:a16="http://schemas.microsoft.com/office/drawing/2014/main" id="{D98314B7-E87C-4953-BAC7-28AAC8F6A086}"/>
              </a:ext>
            </a:extLst>
          </p:cNvPr>
          <p:cNvSpPr>
            <a:spLocks xmlns:a="http://schemas.openxmlformats.org/drawingml/2006/main" noGrp="1"/>
          </p:cNvSpPr>
          <p:nvPr/>
        </p:nvSpPr>
        <p:spPr>
          <a:xfrm xmlns:a="http://schemas.openxmlformats.org/drawingml/2006/main">
            <a:off x="638175" y="4086225"/>
            <a:ext cx="4819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1">
                <a:solidFill>
                  <a:srgbClr val="4676CB"/>
                </a:solidFill>
                <a:latin typeface="Apple SD Gothic Neo"/>
                <a:ea typeface="Apple SD Gothic Neo"/>
                <a:cs typeface="Apple SD Gothic Neo"/>
              </a:defRPr>
            </a:defPPr>
            <a:lvl1pPr algn="ctr">
              <a:defRPr sz="1950" b="1">
                <a:solidFill>
                  <a:srgbClr val="4676CB"/>
                </a:solidFill>
                <a:latin typeface="Apple SD Gothic Neo"/>
                <a:ea typeface="Apple SD Gothic Neo"/>
                <a:cs typeface="Apple SD Gothic Neo"/>
              </a:defRPr>
            </a:lvl1pPr>
            <a:lvl2pPr algn="ctr">
              <a:defRPr sz="1950" b="1">
                <a:solidFill>
                  <a:srgbClr val="4676CB"/>
                </a:solidFill>
                <a:latin typeface="Apple SD Gothic Neo"/>
                <a:ea typeface="Apple SD Gothic Neo"/>
                <a:cs typeface="Apple SD Gothic Neo"/>
              </a:defRPr>
            </a:lvl2pPr>
            <a:lvl3pPr algn="ctr">
              <a:defRPr sz="1950" b="1">
                <a:solidFill>
                  <a:srgbClr val="4676CB"/>
                </a:solidFill>
                <a:latin typeface="Apple SD Gothic Neo"/>
                <a:ea typeface="Apple SD Gothic Neo"/>
                <a:cs typeface="Apple SD Gothic Neo"/>
              </a:defRPr>
            </a:lvl3pPr>
            <a:lvl4pPr algn="ctr">
              <a:defRPr sz="1950" b="1">
                <a:solidFill>
                  <a:srgbClr val="4676CB"/>
                </a:solidFill>
                <a:latin typeface="Apple SD Gothic Neo"/>
                <a:ea typeface="Apple SD Gothic Neo"/>
                <a:cs typeface="Apple SD Gothic Neo"/>
              </a:defRPr>
            </a:lvl4pPr>
            <a:lvl5pPr algn="ctr">
              <a:defRPr sz="1950" b="1">
                <a:solidFill>
                  <a:srgbClr val="4676CB"/>
                </a:solidFill>
                <a:latin typeface="Apple SD Gothic Neo"/>
                <a:ea typeface="Apple SD Gothic Neo"/>
                <a:cs typeface="Apple SD Gothic Neo"/>
              </a:defRPr>
            </a:lvl5pPr>
            <a:lvl6pPr algn="ctr">
              <a:defRPr sz="1950" b="1">
                <a:solidFill>
                  <a:srgbClr val="4676CB"/>
                </a:solidFill>
                <a:latin typeface="Apple SD Gothic Neo"/>
                <a:ea typeface="Apple SD Gothic Neo"/>
                <a:cs typeface="Apple SD Gothic Neo"/>
              </a:defRPr>
            </a:lvl6pPr>
            <a:lvl7pPr algn="ctr">
              <a:defRPr sz="1950" b="1">
                <a:solidFill>
                  <a:srgbClr val="4676CB"/>
                </a:solidFill>
                <a:latin typeface="Apple SD Gothic Neo"/>
                <a:ea typeface="Apple SD Gothic Neo"/>
                <a:cs typeface="Apple SD Gothic Neo"/>
              </a:defRPr>
            </a:lvl7pPr>
            <a:lvl8pPr algn="ctr">
              <a:defRPr sz="1950" b="1">
                <a:solidFill>
                  <a:srgbClr val="4676CB"/>
                </a:solidFill>
                <a:latin typeface="Apple SD Gothic Neo"/>
                <a:ea typeface="Apple SD Gothic Neo"/>
                <a:cs typeface="Apple SD Gothic Neo"/>
              </a:defRPr>
            </a:lvl8pPr>
            <a:lvl9pPr algn="ctr">
              <a:defRPr sz="1950" b="1">
                <a:solidFill>
                  <a:srgbClr val="4676CB"/>
                </a:solidFill>
                <a:latin typeface="Apple SD Gothic Neo"/>
                <a:ea typeface="Apple SD Gothic Neo"/>
                <a:cs typeface="Apple SD Gothic Neo"/>
              </a:defRPr>
            </a:lvl9pPr>
          </a:lstStyle>
          <a:p xmlns:a="http://schemas.openxmlformats.org/drawingml/2006/main">
            <a:pPr algn="ctr">
              <a:defRPr sz="1950" b="1">
                <a:solidFill>
                  <a:srgbClr val="4676CB"/>
                </a:solidFill>
                <a:latin typeface="Apple SD Gothic Neo"/>
                <a:ea typeface="Apple SD Gothic Neo"/>
                <a:cs typeface="Apple SD Gothic Neo"/>
              </a:defRPr>
            </a:pPr>
            <a:r>
              <a:rPr sz="1950" b="1">
                <a:solidFill>
                  <a:srgbClr val="4676CB"/>
                </a:solidFill>
                <a:latin typeface="Apple SD Gothic Neo"/>
                <a:ea typeface="Apple SD Gothic Neo"/>
                <a:cs typeface="Apple SD Gothic Neo"/>
              </a:rPr>
              <a:t>Context Manager / C1</a:t>
            </a:r>
          </a:p>
          <a:p xmlns:a="http://schemas.openxmlformats.org/drawingml/2006/main">
            <a:pPr algn="ctr">
              <a:defRPr sz="1950" b="1">
                <a:solidFill>
                  <a:srgbClr val="4676CB"/>
                </a:solidFill>
                <a:latin typeface="Apple SD Gothic Neo"/>
                <a:ea typeface="Apple SD Gothic Neo"/>
                <a:cs typeface="Apple SD Gothic Neo"/>
              </a:defRPr>
            </a:pPr>
            <a:r>
              <a:rPr sz="1950" b="1">
                <a:solidFill>
                  <a:srgbClr val="4676CB"/>
                </a:solidFill>
                <a:latin typeface="Apple SD Gothic Neo"/>
                <a:ea typeface="Apple SD Gothic Neo"/>
                <a:cs typeface="Apple SD Gothic Neo"/>
              </a:rPr>
              <a:t>다음 위임 전, 원문 1~2행 사전 읽기</a:t>
            </a:r>
          </a:p>
        </p:txBody>
      </p:sp>
      <p:sp>
        <p:nvSpPr>
          <p:cNvPr id="25" name="Editable path 261">
            <a:extLst xmlns:a="http://schemas.openxmlformats.org/drawingml/2006/main">
              <a:ext uri="{FF2B5EF4-FFF2-40B4-BE49-F238E27FC236}">
                <a16:creationId xmlns:a16="http://schemas.microsoft.com/office/drawing/2014/main" id="{1E65A573-376F-4217-9825-FB23CDC868CF}"/>
              </a:ext>
            </a:extLst>
          </p:cNvPr>
          <p:cNvSpPr>
            <a:spLocks xmlns:a="http://schemas.openxmlformats.org/drawingml/2006/main" noGrp="1"/>
          </p:cNvSpPr>
          <p:nvPr/>
        </p:nvSpPr>
        <p:spPr>
          <a:xfrm xmlns:a="http://schemas.openxmlformats.org/drawingml/2006/main">
            <a:off x="3048000" y="4819650"/>
            <a:ext cx="953" cy="333375"/>
          </a:xfrm>
          <a:custGeom xmlns:a="http://schemas.openxmlformats.org/drawingml/2006/main">
            <a:pathLst>
              <a:path w="953" h="333375">
                <a:moveTo>
                  <a:pt x="0" y="0"/>
                </a:moveTo>
                <a:lnTo>
                  <a:pt x="0" y="333375"/>
                </a:lnTo>
              </a:path>
            </a:pathLst>
          </a:custGeom>
          <a:noFill xmlns:a="http://schemas.openxmlformats.org/drawingml/2006/main"/>
          <a:ln xmlns:a="http://schemas.openxmlformats.org/drawingml/2006/main" w="22860">
            <a:solidFill>
              <a:srgbClr val="4676CB"/>
            </a:solidFill>
            <a:prstDash val="solid"/>
          </a:ln>
        </p:spPr>
      </p:sp>
      <p:sp>
        <p:nvSpPr>
          <p:cNvPr id="26" name="Editable arrowhead 262">
            <a:extLst xmlns:a="http://schemas.openxmlformats.org/drawingml/2006/main">
              <a:ext uri="{FF2B5EF4-FFF2-40B4-BE49-F238E27FC236}">
                <a16:creationId xmlns:a16="http://schemas.microsoft.com/office/drawing/2014/main" id="{6FBB0EEB-7148-45EE-82BB-1808468AFB36}"/>
              </a:ext>
            </a:extLst>
          </p:cNvPr>
          <p:cNvSpPr>
            <a:spLocks xmlns:a="http://schemas.openxmlformats.org/drawingml/2006/main" noGrp="1"/>
          </p:cNvSpPr>
          <p:nvPr/>
        </p:nvSpPr>
        <p:spPr>
          <a:xfrm xmlns:a="http://schemas.openxmlformats.org/drawingml/2006/main">
            <a:off x="3000375" y="50577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27" name="필수 명세에 조건 원문 첨부&#10;상세 자료는 기존 수신자 READ 유지">
            <a:extLst xmlns:a="http://schemas.openxmlformats.org/drawingml/2006/main">
              <a:ext uri="{FF2B5EF4-FFF2-40B4-BE49-F238E27FC236}">
                <a16:creationId xmlns:a16="http://schemas.microsoft.com/office/drawing/2014/main" id="{74121A99-0D45-463A-AB7A-DD3CA4A949B4}"/>
              </a:ext>
            </a:extLst>
          </p:cNvPr>
          <p:cNvSpPr>
            <a:spLocks xmlns:a="http://schemas.openxmlformats.org/drawingml/2006/main" noGrp="1"/>
          </p:cNvSpPr>
          <p:nvPr/>
        </p:nvSpPr>
        <p:spPr>
          <a:xfrm xmlns:a="http://schemas.openxmlformats.org/drawingml/2006/main">
            <a:off x="571500" y="5153025"/>
            <a:ext cx="4953000" cy="742950"/>
          </a:xfrm>
          <a:prstGeom xmlns:a="http://schemas.openxmlformats.org/drawingml/2006/main" prst="rect">
            <a:avLst/>
          </a:prstGeom>
          <a:solidFill xmlns:a="http://schemas.openxmlformats.org/drawingml/2006/main">
            <a:srgbClr val="F1F6FC"/>
          </a:solidFill>
          <a:ln xmlns:a="http://schemas.openxmlformats.org/drawingml/2006/main" w="28575">
            <a:solidFill>
              <a:srgbClr val="4676CB"/>
            </a:solidFill>
            <a:prstDash val="solid"/>
          </a:ln>
        </p:spPr>
      </p:sp>
      <p:sp>
        <p:nvSpPr>
          <p:cNvPr id="28" name="DP4 object 263">
            <a:extLst xmlns:a="http://schemas.openxmlformats.org/drawingml/2006/main">
              <a:ext uri="{FF2B5EF4-FFF2-40B4-BE49-F238E27FC236}">
                <a16:creationId xmlns:a16="http://schemas.microsoft.com/office/drawing/2014/main" id="{AF2F5D8C-C69F-43F0-9CC1-1D859B670715}"/>
              </a:ext>
            </a:extLst>
          </p:cNvPr>
          <p:cNvSpPr>
            <a:spLocks xmlns:a="http://schemas.openxmlformats.org/drawingml/2006/main" noGrp="1"/>
          </p:cNvSpPr>
          <p:nvPr/>
        </p:nvSpPr>
        <p:spPr>
          <a:xfrm xmlns:a="http://schemas.openxmlformats.org/drawingml/2006/main">
            <a:off x="638175" y="5191125"/>
            <a:ext cx="4819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1">
                <a:solidFill>
                  <a:srgbClr val="4676CB"/>
                </a:solidFill>
                <a:latin typeface="Apple SD Gothic Neo"/>
                <a:ea typeface="Apple SD Gothic Neo"/>
                <a:cs typeface="Apple SD Gothic Neo"/>
              </a:defRPr>
            </a:defPPr>
            <a:lvl1pPr algn="ctr">
              <a:defRPr sz="1950" b="1">
                <a:solidFill>
                  <a:srgbClr val="4676CB"/>
                </a:solidFill>
                <a:latin typeface="Apple SD Gothic Neo"/>
                <a:ea typeface="Apple SD Gothic Neo"/>
                <a:cs typeface="Apple SD Gothic Neo"/>
              </a:defRPr>
            </a:lvl1pPr>
            <a:lvl2pPr algn="ctr">
              <a:defRPr sz="1950" b="1">
                <a:solidFill>
                  <a:srgbClr val="4676CB"/>
                </a:solidFill>
                <a:latin typeface="Apple SD Gothic Neo"/>
                <a:ea typeface="Apple SD Gothic Neo"/>
                <a:cs typeface="Apple SD Gothic Neo"/>
              </a:defRPr>
            </a:lvl2pPr>
            <a:lvl3pPr algn="ctr">
              <a:defRPr sz="1950" b="1">
                <a:solidFill>
                  <a:srgbClr val="4676CB"/>
                </a:solidFill>
                <a:latin typeface="Apple SD Gothic Neo"/>
                <a:ea typeface="Apple SD Gothic Neo"/>
                <a:cs typeface="Apple SD Gothic Neo"/>
              </a:defRPr>
            </a:lvl3pPr>
            <a:lvl4pPr algn="ctr">
              <a:defRPr sz="1950" b="1">
                <a:solidFill>
                  <a:srgbClr val="4676CB"/>
                </a:solidFill>
                <a:latin typeface="Apple SD Gothic Neo"/>
                <a:ea typeface="Apple SD Gothic Neo"/>
                <a:cs typeface="Apple SD Gothic Neo"/>
              </a:defRPr>
            </a:lvl4pPr>
            <a:lvl5pPr algn="ctr">
              <a:defRPr sz="1950" b="1">
                <a:solidFill>
                  <a:srgbClr val="4676CB"/>
                </a:solidFill>
                <a:latin typeface="Apple SD Gothic Neo"/>
                <a:ea typeface="Apple SD Gothic Neo"/>
                <a:cs typeface="Apple SD Gothic Neo"/>
              </a:defRPr>
            </a:lvl5pPr>
            <a:lvl6pPr algn="ctr">
              <a:defRPr sz="1950" b="1">
                <a:solidFill>
                  <a:srgbClr val="4676CB"/>
                </a:solidFill>
                <a:latin typeface="Apple SD Gothic Neo"/>
                <a:ea typeface="Apple SD Gothic Neo"/>
                <a:cs typeface="Apple SD Gothic Neo"/>
              </a:defRPr>
            </a:lvl6pPr>
            <a:lvl7pPr algn="ctr">
              <a:defRPr sz="1950" b="1">
                <a:solidFill>
                  <a:srgbClr val="4676CB"/>
                </a:solidFill>
                <a:latin typeface="Apple SD Gothic Neo"/>
                <a:ea typeface="Apple SD Gothic Neo"/>
                <a:cs typeface="Apple SD Gothic Neo"/>
              </a:defRPr>
            </a:lvl7pPr>
            <a:lvl8pPr algn="ctr">
              <a:defRPr sz="1950" b="1">
                <a:solidFill>
                  <a:srgbClr val="4676CB"/>
                </a:solidFill>
                <a:latin typeface="Apple SD Gothic Neo"/>
                <a:ea typeface="Apple SD Gothic Neo"/>
                <a:cs typeface="Apple SD Gothic Neo"/>
              </a:defRPr>
            </a:lvl8pPr>
            <a:lvl9pPr algn="ctr">
              <a:defRPr sz="1950" b="1">
                <a:solidFill>
                  <a:srgbClr val="4676CB"/>
                </a:solidFill>
                <a:latin typeface="Apple SD Gothic Neo"/>
                <a:ea typeface="Apple SD Gothic Neo"/>
                <a:cs typeface="Apple SD Gothic Neo"/>
              </a:defRPr>
            </a:lvl9pPr>
          </a:lstStyle>
          <a:p xmlns:a="http://schemas.openxmlformats.org/drawingml/2006/main">
            <a:pPr algn="ctr">
              <a:defRPr sz="1950" b="1">
                <a:solidFill>
                  <a:srgbClr val="4676CB"/>
                </a:solidFill>
                <a:latin typeface="Apple SD Gothic Neo"/>
                <a:ea typeface="Apple SD Gothic Neo"/>
                <a:cs typeface="Apple SD Gothic Neo"/>
              </a:defRPr>
            </a:pPr>
            <a:r>
              <a:rPr sz="1950" b="1">
                <a:solidFill>
                  <a:srgbClr val="4676CB"/>
                </a:solidFill>
                <a:latin typeface="Apple SD Gothic Neo"/>
                <a:ea typeface="Apple SD Gothic Neo"/>
                <a:cs typeface="Apple SD Gothic Neo"/>
              </a:rPr>
              <a:t>필수 명세에 조건 원문 첨부</a:t>
            </a:r>
          </a:p>
          <a:p xmlns:a="http://schemas.openxmlformats.org/drawingml/2006/main">
            <a:pPr algn="ctr">
              <a:defRPr sz="1950" b="1">
                <a:solidFill>
                  <a:srgbClr val="4676CB"/>
                </a:solidFill>
                <a:latin typeface="Apple SD Gothic Neo"/>
                <a:ea typeface="Apple SD Gothic Neo"/>
                <a:cs typeface="Apple SD Gothic Neo"/>
              </a:defRPr>
            </a:pPr>
            <a:r>
              <a:rPr sz="1950" b="1">
                <a:solidFill>
                  <a:srgbClr val="4676CB"/>
                </a:solidFill>
                <a:latin typeface="Apple SD Gothic Neo"/>
                <a:ea typeface="Apple SD Gothic Neo"/>
                <a:cs typeface="Apple SD Gothic Neo"/>
              </a:rPr>
              <a:t>상세 자료는 기존 수신자 READ 유지</a:t>
            </a:r>
          </a:p>
        </p:txBody>
      </p:sp>
      <p:sp>
        <p:nvSpPr>
          <p:cNvPr id="29" name="Editable path 264">
            <a:extLst xmlns:a="http://schemas.openxmlformats.org/drawingml/2006/main">
              <a:ext uri="{FF2B5EF4-FFF2-40B4-BE49-F238E27FC236}">
                <a16:creationId xmlns:a16="http://schemas.microsoft.com/office/drawing/2014/main" id="{F66A2D69-9D28-4968-97CB-578994BD222B}"/>
              </a:ext>
            </a:extLst>
          </p:cNvPr>
          <p:cNvSpPr>
            <a:spLocks xmlns:a="http://schemas.openxmlformats.org/drawingml/2006/main" noGrp="1"/>
          </p:cNvSpPr>
          <p:nvPr/>
        </p:nvSpPr>
        <p:spPr>
          <a:xfrm xmlns:a="http://schemas.openxmlformats.org/drawingml/2006/main">
            <a:off x="3048000" y="5895975"/>
            <a:ext cx="953" cy="304800"/>
          </a:xfrm>
          <a:custGeom xmlns:a="http://schemas.openxmlformats.org/drawingml/2006/main">
            <a:pathLst>
              <a:path w="953" h="304800">
                <a:moveTo>
                  <a:pt x="0" y="0"/>
                </a:moveTo>
                <a:lnTo>
                  <a:pt x="0" y="304800"/>
                </a:lnTo>
              </a:path>
            </a:pathLst>
          </a:custGeom>
          <a:noFill xmlns:a="http://schemas.openxmlformats.org/drawingml/2006/main"/>
          <a:ln xmlns:a="http://schemas.openxmlformats.org/drawingml/2006/main" w="22860">
            <a:solidFill>
              <a:srgbClr val="111111"/>
            </a:solidFill>
            <a:prstDash val="solid"/>
          </a:ln>
        </p:spPr>
      </p:sp>
      <p:sp>
        <p:nvSpPr>
          <p:cNvPr id="30" name="Editable arrowhead 265">
            <a:extLst xmlns:a="http://schemas.openxmlformats.org/drawingml/2006/main">
              <a:ext uri="{FF2B5EF4-FFF2-40B4-BE49-F238E27FC236}">
                <a16:creationId xmlns:a16="http://schemas.microsoft.com/office/drawing/2014/main" id="{F41FB74C-CEDB-4BAF-B543-848760B81131}"/>
              </a:ext>
            </a:extLst>
          </p:cNvPr>
          <p:cNvSpPr>
            <a:spLocks xmlns:a="http://schemas.openxmlformats.org/drawingml/2006/main" noGrp="1"/>
          </p:cNvSpPr>
          <p:nvPr/>
        </p:nvSpPr>
        <p:spPr>
          <a:xfrm xmlns:a="http://schemas.openxmlformats.org/drawingml/2006/main">
            <a:off x="3000375" y="61055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1" name="Task Manager / Agent Gateway&#10;현재 조건·권한 재검사 후 전송">
            <a:extLst xmlns:a="http://schemas.openxmlformats.org/drawingml/2006/main">
              <a:ext uri="{FF2B5EF4-FFF2-40B4-BE49-F238E27FC236}">
                <a16:creationId xmlns:a16="http://schemas.microsoft.com/office/drawing/2014/main" id="{08F56287-4160-482D-8821-1990CBF1C7DE}"/>
              </a:ext>
            </a:extLst>
          </p:cNvPr>
          <p:cNvSpPr>
            <a:spLocks xmlns:a="http://schemas.openxmlformats.org/drawingml/2006/main" noGrp="1"/>
          </p:cNvSpPr>
          <p:nvPr/>
        </p:nvSpPr>
        <p:spPr>
          <a:xfrm xmlns:a="http://schemas.openxmlformats.org/drawingml/2006/main">
            <a:off x="571500" y="6200775"/>
            <a:ext cx="4953000" cy="6858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32" name="DP4 object 266">
            <a:extLst xmlns:a="http://schemas.openxmlformats.org/drawingml/2006/main">
              <a:ext uri="{FF2B5EF4-FFF2-40B4-BE49-F238E27FC236}">
                <a16:creationId xmlns:a16="http://schemas.microsoft.com/office/drawing/2014/main" id="{4D27F4B7-50B3-4734-8744-20CB02182298}"/>
              </a:ext>
            </a:extLst>
          </p:cNvPr>
          <p:cNvSpPr>
            <a:spLocks xmlns:a="http://schemas.openxmlformats.org/drawingml/2006/main" noGrp="1"/>
          </p:cNvSpPr>
          <p:nvPr/>
        </p:nvSpPr>
        <p:spPr>
          <a:xfrm xmlns:a="http://schemas.openxmlformats.org/drawingml/2006/main">
            <a:off x="638175" y="62388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1">
                <a:solidFill>
                  <a:srgbClr val="111111"/>
                </a:solidFill>
                <a:latin typeface="Apple SD Gothic Neo"/>
                <a:ea typeface="Apple SD Gothic Neo"/>
                <a:cs typeface="Apple SD Gothic Neo"/>
              </a:defRPr>
            </a:defPPr>
            <a:lvl1pPr algn="ctr">
              <a:defRPr sz="1950" b="1">
                <a:solidFill>
                  <a:srgbClr val="111111"/>
                </a:solidFill>
                <a:latin typeface="Apple SD Gothic Neo"/>
                <a:ea typeface="Apple SD Gothic Neo"/>
                <a:cs typeface="Apple SD Gothic Neo"/>
              </a:defRPr>
            </a:lvl1pPr>
            <a:lvl2pPr algn="ctr">
              <a:defRPr sz="1950" b="1">
                <a:solidFill>
                  <a:srgbClr val="111111"/>
                </a:solidFill>
                <a:latin typeface="Apple SD Gothic Neo"/>
                <a:ea typeface="Apple SD Gothic Neo"/>
                <a:cs typeface="Apple SD Gothic Neo"/>
              </a:defRPr>
            </a:lvl2pPr>
            <a:lvl3pPr algn="ctr">
              <a:defRPr sz="1950" b="1">
                <a:solidFill>
                  <a:srgbClr val="111111"/>
                </a:solidFill>
                <a:latin typeface="Apple SD Gothic Neo"/>
                <a:ea typeface="Apple SD Gothic Neo"/>
                <a:cs typeface="Apple SD Gothic Neo"/>
              </a:defRPr>
            </a:lvl3pPr>
            <a:lvl4pPr algn="ctr">
              <a:defRPr sz="1950" b="1">
                <a:solidFill>
                  <a:srgbClr val="111111"/>
                </a:solidFill>
                <a:latin typeface="Apple SD Gothic Neo"/>
                <a:ea typeface="Apple SD Gothic Neo"/>
                <a:cs typeface="Apple SD Gothic Neo"/>
              </a:defRPr>
            </a:lvl4pPr>
            <a:lvl5pPr algn="ctr">
              <a:defRPr sz="1950" b="1">
                <a:solidFill>
                  <a:srgbClr val="111111"/>
                </a:solidFill>
                <a:latin typeface="Apple SD Gothic Neo"/>
                <a:ea typeface="Apple SD Gothic Neo"/>
                <a:cs typeface="Apple SD Gothic Neo"/>
              </a:defRPr>
            </a:lvl5pPr>
            <a:lvl6pPr algn="ctr">
              <a:defRPr sz="1950" b="1">
                <a:solidFill>
                  <a:srgbClr val="111111"/>
                </a:solidFill>
                <a:latin typeface="Apple SD Gothic Neo"/>
                <a:ea typeface="Apple SD Gothic Neo"/>
                <a:cs typeface="Apple SD Gothic Neo"/>
              </a:defRPr>
            </a:lvl6pPr>
            <a:lvl7pPr algn="ctr">
              <a:defRPr sz="1950" b="1">
                <a:solidFill>
                  <a:srgbClr val="111111"/>
                </a:solidFill>
                <a:latin typeface="Apple SD Gothic Neo"/>
                <a:ea typeface="Apple SD Gothic Neo"/>
                <a:cs typeface="Apple SD Gothic Neo"/>
              </a:defRPr>
            </a:lvl7pPr>
            <a:lvl8pPr algn="ctr">
              <a:defRPr sz="1950" b="1">
                <a:solidFill>
                  <a:srgbClr val="111111"/>
                </a:solidFill>
                <a:latin typeface="Apple SD Gothic Neo"/>
                <a:ea typeface="Apple SD Gothic Neo"/>
                <a:cs typeface="Apple SD Gothic Neo"/>
              </a:defRPr>
            </a:lvl8pPr>
            <a:lvl9pPr algn="ctr">
              <a:defRPr sz="1950" b="1">
                <a:solidFill>
                  <a:srgbClr val="111111"/>
                </a:solidFill>
                <a:latin typeface="Apple SD Gothic Neo"/>
                <a:ea typeface="Apple SD Gothic Neo"/>
                <a:cs typeface="Apple SD Gothic Neo"/>
              </a:defRPr>
            </a:lvl9pPr>
          </a:lstStyle>
          <a:p xmlns:a="http://schemas.openxmlformats.org/drawingml/2006/main">
            <a:pPr algn="ctr">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Task Manager / Agent Gateway</a:t>
            </a:r>
          </a:p>
          <a:p xmlns:a="http://schemas.openxmlformats.org/drawingml/2006/main">
            <a:pPr algn="ctr">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현재 조건·권한 재검사 후 전송</a:t>
            </a:r>
          </a:p>
        </p:txBody>
      </p:sp>
      <p:sp>
        <p:nvSpPr>
          <p:cNvPr id="33" name="Editable path 267">
            <a:extLst xmlns:a="http://schemas.openxmlformats.org/drawingml/2006/main">
              <a:ext uri="{FF2B5EF4-FFF2-40B4-BE49-F238E27FC236}">
                <a16:creationId xmlns:a16="http://schemas.microsoft.com/office/drawing/2014/main" id="{54DBE087-78C5-4A9E-8264-2C8FC29DE46A}"/>
              </a:ext>
            </a:extLst>
          </p:cNvPr>
          <p:cNvSpPr>
            <a:spLocks xmlns:a="http://schemas.openxmlformats.org/drawingml/2006/main" noGrp="1"/>
          </p:cNvSpPr>
          <p:nvPr/>
        </p:nvSpPr>
        <p:spPr>
          <a:xfrm xmlns:a="http://schemas.openxmlformats.org/drawingml/2006/main">
            <a:off x="3048000" y="6886575"/>
            <a:ext cx="953" cy="295275"/>
          </a:xfrm>
          <a:custGeom xmlns:a="http://schemas.openxmlformats.org/drawingml/2006/main">
            <a:pathLst>
              <a:path w="953" h="295275">
                <a:moveTo>
                  <a:pt x="0" y="0"/>
                </a:moveTo>
                <a:lnTo>
                  <a:pt x="0" y="295275"/>
                </a:lnTo>
              </a:path>
            </a:pathLst>
          </a:custGeom>
          <a:noFill xmlns:a="http://schemas.openxmlformats.org/drawingml/2006/main"/>
          <a:ln xmlns:a="http://schemas.openxmlformats.org/drawingml/2006/main" w="22860">
            <a:solidFill>
              <a:srgbClr val="111111"/>
            </a:solidFill>
            <a:prstDash val="solid"/>
          </a:ln>
        </p:spPr>
      </p:sp>
      <p:sp>
        <p:nvSpPr>
          <p:cNvPr id="34" name="Editable arrowhead 268">
            <a:extLst xmlns:a="http://schemas.openxmlformats.org/drawingml/2006/main">
              <a:ext uri="{FF2B5EF4-FFF2-40B4-BE49-F238E27FC236}">
                <a16:creationId xmlns:a16="http://schemas.microsoft.com/office/drawing/2014/main" id="{96BDB63F-E0CC-465E-8327-FA7D6AB691F3}"/>
              </a:ext>
            </a:extLst>
          </p:cNvPr>
          <p:cNvSpPr>
            <a:spLocks xmlns:a="http://schemas.openxmlformats.org/drawingml/2006/main" noGrp="1"/>
          </p:cNvSpPr>
          <p:nvPr/>
        </p:nvSpPr>
        <p:spPr>
          <a:xfrm xmlns:a="http://schemas.openxmlformats.org/drawingml/2006/main">
            <a:off x="3000375" y="70866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5" name="수신 Agent: 조건을 유지하며 본문 작성">
            <a:extLst xmlns:a="http://schemas.openxmlformats.org/drawingml/2006/main">
              <a:ext uri="{FF2B5EF4-FFF2-40B4-BE49-F238E27FC236}">
                <a16:creationId xmlns:a16="http://schemas.microsoft.com/office/drawing/2014/main" id="{7DE9CBD6-CEE7-46E1-BEF3-28ABF5D164A7}"/>
              </a:ext>
            </a:extLst>
          </p:cNvPr>
          <p:cNvSpPr>
            <a:spLocks xmlns:a="http://schemas.openxmlformats.org/drawingml/2006/main" noGrp="1"/>
          </p:cNvSpPr>
          <p:nvPr/>
        </p:nvSpPr>
        <p:spPr>
          <a:xfrm xmlns:a="http://schemas.openxmlformats.org/drawingml/2006/main">
            <a:off x="571500" y="7181850"/>
            <a:ext cx="4953000" cy="5238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6" name="DP4 object 269">
            <a:extLst xmlns:a="http://schemas.openxmlformats.org/drawingml/2006/main">
              <a:ext uri="{FF2B5EF4-FFF2-40B4-BE49-F238E27FC236}">
                <a16:creationId xmlns:a16="http://schemas.microsoft.com/office/drawing/2014/main" id="{56A7A151-5C34-428E-BF10-0C31CD9AE165}"/>
              </a:ext>
            </a:extLst>
          </p:cNvPr>
          <p:cNvSpPr>
            <a:spLocks xmlns:a="http://schemas.openxmlformats.org/drawingml/2006/main" noGrp="1"/>
          </p:cNvSpPr>
          <p:nvPr/>
        </p:nvSpPr>
        <p:spPr>
          <a:xfrm xmlns:a="http://schemas.openxmlformats.org/drawingml/2006/main">
            <a:off x="638175" y="7219950"/>
            <a:ext cx="48196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1">
                <a:solidFill>
                  <a:srgbClr val="111111"/>
                </a:solidFill>
                <a:latin typeface="Apple SD Gothic Neo"/>
                <a:ea typeface="Apple SD Gothic Neo"/>
                <a:cs typeface="Apple SD Gothic Neo"/>
              </a:defRPr>
            </a:defPPr>
            <a:lvl1pPr algn="ctr">
              <a:defRPr sz="1950" b="1">
                <a:solidFill>
                  <a:srgbClr val="111111"/>
                </a:solidFill>
                <a:latin typeface="Apple SD Gothic Neo"/>
                <a:ea typeface="Apple SD Gothic Neo"/>
                <a:cs typeface="Apple SD Gothic Neo"/>
              </a:defRPr>
            </a:lvl1pPr>
            <a:lvl2pPr algn="ctr">
              <a:defRPr sz="1950" b="1">
                <a:solidFill>
                  <a:srgbClr val="111111"/>
                </a:solidFill>
                <a:latin typeface="Apple SD Gothic Neo"/>
                <a:ea typeface="Apple SD Gothic Neo"/>
                <a:cs typeface="Apple SD Gothic Neo"/>
              </a:defRPr>
            </a:lvl2pPr>
            <a:lvl3pPr algn="ctr">
              <a:defRPr sz="1950" b="1">
                <a:solidFill>
                  <a:srgbClr val="111111"/>
                </a:solidFill>
                <a:latin typeface="Apple SD Gothic Neo"/>
                <a:ea typeface="Apple SD Gothic Neo"/>
                <a:cs typeface="Apple SD Gothic Neo"/>
              </a:defRPr>
            </a:lvl3pPr>
            <a:lvl4pPr algn="ctr">
              <a:defRPr sz="1950" b="1">
                <a:solidFill>
                  <a:srgbClr val="111111"/>
                </a:solidFill>
                <a:latin typeface="Apple SD Gothic Neo"/>
                <a:ea typeface="Apple SD Gothic Neo"/>
                <a:cs typeface="Apple SD Gothic Neo"/>
              </a:defRPr>
            </a:lvl4pPr>
            <a:lvl5pPr algn="ctr">
              <a:defRPr sz="1950" b="1">
                <a:solidFill>
                  <a:srgbClr val="111111"/>
                </a:solidFill>
                <a:latin typeface="Apple SD Gothic Neo"/>
                <a:ea typeface="Apple SD Gothic Neo"/>
                <a:cs typeface="Apple SD Gothic Neo"/>
              </a:defRPr>
            </a:lvl5pPr>
            <a:lvl6pPr algn="ctr">
              <a:defRPr sz="1950" b="1">
                <a:solidFill>
                  <a:srgbClr val="111111"/>
                </a:solidFill>
                <a:latin typeface="Apple SD Gothic Neo"/>
                <a:ea typeface="Apple SD Gothic Neo"/>
                <a:cs typeface="Apple SD Gothic Neo"/>
              </a:defRPr>
            </a:lvl6pPr>
            <a:lvl7pPr algn="ctr">
              <a:defRPr sz="1950" b="1">
                <a:solidFill>
                  <a:srgbClr val="111111"/>
                </a:solidFill>
                <a:latin typeface="Apple SD Gothic Neo"/>
                <a:ea typeface="Apple SD Gothic Neo"/>
                <a:cs typeface="Apple SD Gothic Neo"/>
              </a:defRPr>
            </a:lvl7pPr>
            <a:lvl8pPr algn="ctr">
              <a:defRPr sz="1950" b="1">
                <a:solidFill>
                  <a:srgbClr val="111111"/>
                </a:solidFill>
                <a:latin typeface="Apple SD Gothic Neo"/>
                <a:ea typeface="Apple SD Gothic Neo"/>
                <a:cs typeface="Apple SD Gothic Neo"/>
              </a:defRPr>
            </a:lvl8pPr>
            <a:lvl9pPr algn="ctr">
              <a:defRPr sz="1950" b="1">
                <a:solidFill>
                  <a:srgbClr val="111111"/>
                </a:solidFill>
                <a:latin typeface="Apple SD Gothic Neo"/>
                <a:ea typeface="Apple SD Gothic Neo"/>
                <a:cs typeface="Apple SD Gothic Neo"/>
              </a:defRPr>
            </a:lvl9pPr>
          </a:lstStyle>
          <a:p xmlns:a="http://schemas.openxmlformats.org/drawingml/2006/main">
            <a:pPr algn="ctr">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수신 Agent: 조건을 유지하며 본문 작성</a:t>
            </a:r>
          </a:p>
        </p:txBody>
      </p:sp>
      <p:sp>
        <p:nvSpPr>
          <p:cNvPr id="37" name="DP4 object 270">
            <a:extLst xmlns:a="http://schemas.openxmlformats.org/drawingml/2006/main">
              <a:ext uri="{FF2B5EF4-FFF2-40B4-BE49-F238E27FC236}">
                <a16:creationId xmlns:a16="http://schemas.microsoft.com/office/drawing/2014/main" id="{91C67ACC-165A-497F-96F6-64FE3D994CE5}"/>
              </a:ext>
            </a:extLst>
          </p:cNvPr>
          <p:cNvSpPr>
            <a:spLocks xmlns:a="http://schemas.openxmlformats.org/drawingml/2006/main" noGrp="1"/>
          </p:cNvSpPr>
          <p:nvPr/>
        </p:nvSpPr>
        <p:spPr>
          <a:xfrm xmlns:a="http://schemas.openxmlformats.org/drawingml/2006/main">
            <a:off x="504825" y="7991475"/>
            <a:ext cx="5095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0">
                <a:solidFill>
                  <a:srgbClr val="111111"/>
                </a:solidFill>
                <a:latin typeface="Apple SD Gothic Neo"/>
                <a:ea typeface="Apple SD Gothic Neo"/>
                <a:cs typeface="Apple SD Gothic Neo"/>
              </a:defRPr>
            </a:defPPr>
            <a:lvl1pPr algn="ctr">
              <a:defRPr sz="1875" b="0">
                <a:solidFill>
                  <a:srgbClr val="111111"/>
                </a:solidFill>
                <a:latin typeface="Apple SD Gothic Neo"/>
                <a:ea typeface="Apple SD Gothic Neo"/>
                <a:cs typeface="Apple SD Gothic Neo"/>
              </a:defRPr>
            </a:lvl1pPr>
            <a:lvl2pPr algn="ctr">
              <a:defRPr sz="1875" b="0">
                <a:solidFill>
                  <a:srgbClr val="111111"/>
                </a:solidFill>
                <a:latin typeface="Apple SD Gothic Neo"/>
                <a:ea typeface="Apple SD Gothic Neo"/>
                <a:cs typeface="Apple SD Gothic Neo"/>
              </a:defRPr>
            </a:lvl2pPr>
            <a:lvl3pPr algn="ctr">
              <a:defRPr sz="1875" b="0">
                <a:solidFill>
                  <a:srgbClr val="111111"/>
                </a:solidFill>
                <a:latin typeface="Apple SD Gothic Neo"/>
                <a:ea typeface="Apple SD Gothic Neo"/>
                <a:cs typeface="Apple SD Gothic Neo"/>
              </a:defRPr>
            </a:lvl3pPr>
            <a:lvl4pPr algn="ctr">
              <a:defRPr sz="1875" b="0">
                <a:solidFill>
                  <a:srgbClr val="111111"/>
                </a:solidFill>
                <a:latin typeface="Apple SD Gothic Neo"/>
                <a:ea typeface="Apple SD Gothic Neo"/>
                <a:cs typeface="Apple SD Gothic Neo"/>
              </a:defRPr>
            </a:lvl4pPr>
            <a:lvl5pPr algn="ctr">
              <a:defRPr sz="1875" b="0">
                <a:solidFill>
                  <a:srgbClr val="111111"/>
                </a:solidFill>
                <a:latin typeface="Apple SD Gothic Neo"/>
                <a:ea typeface="Apple SD Gothic Neo"/>
                <a:cs typeface="Apple SD Gothic Neo"/>
              </a:defRPr>
            </a:lvl5pPr>
            <a:lvl6pPr algn="ctr">
              <a:defRPr sz="1875" b="0">
                <a:solidFill>
                  <a:srgbClr val="111111"/>
                </a:solidFill>
                <a:latin typeface="Apple SD Gothic Neo"/>
                <a:ea typeface="Apple SD Gothic Neo"/>
                <a:cs typeface="Apple SD Gothic Neo"/>
              </a:defRPr>
            </a:lvl6pPr>
            <a:lvl7pPr algn="ctr">
              <a:defRPr sz="1875" b="0">
                <a:solidFill>
                  <a:srgbClr val="111111"/>
                </a:solidFill>
                <a:latin typeface="Apple SD Gothic Neo"/>
                <a:ea typeface="Apple SD Gothic Neo"/>
                <a:cs typeface="Apple SD Gothic Neo"/>
              </a:defRPr>
            </a:lvl7pPr>
            <a:lvl8pPr algn="ctr">
              <a:defRPr sz="1875" b="0">
                <a:solidFill>
                  <a:srgbClr val="111111"/>
                </a:solidFill>
                <a:latin typeface="Apple SD Gothic Neo"/>
                <a:ea typeface="Apple SD Gothic Neo"/>
                <a:cs typeface="Apple SD Gothic Neo"/>
              </a:defRPr>
            </a:lvl8pPr>
            <a:lvl9pPr algn="ctr">
              <a:defRPr sz="1875" b="0">
                <a:solidFill>
                  <a:srgbClr val="111111"/>
                </a:solidFill>
                <a:latin typeface="Apple SD Gothic Neo"/>
                <a:ea typeface="Apple SD Gothic Neo"/>
                <a:cs typeface="Apple SD Gothic Neo"/>
              </a:defRPr>
            </a:lvl9pPr>
          </a:lstStyle>
          <a:p xmlns:a="http://schemas.openxmlformats.org/drawingml/2006/main">
            <a:pPr algn="ctr">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전체 원문 읽기 20 → 21회</a:t>
            </a:r>
          </a:p>
          <a:p xmlns:a="http://schemas.openxmlformats.org/drawingml/2006/main">
            <a:pPr algn="ctr">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사전 읽기 3회 추가 / 첨부 상태 최대 323byte</a:t>
            </a:r>
          </a:p>
        </p:txBody>
      </p:sp>
      <p:sp>
        <p:nvSpPr>
          <p:cNvPr id="38" name="DP4 object 271">
            <a:extLst xmlns:a="http://schemas.openxmlformats.org/drawingml/2006/main">
              <a:ext uri="{FF2B5EF4-FFF2-40B4-BE49-F238E27FC236}">
                <a16:creationId xmlns:a16="http://schemas.microsoft.com/office/drawing/2014/main" id="{F2ACB10E-2A7A-48E7-9E10-E632445AD7AE}"/>
              </a:ext>
            </a:extLst>
          </p:cNvPr>
          <p:cNvSpPr>
            <a:spLocks xmlns:a="http://schemas.openxmlformats.org/drawingml/2006/main" noGrp="1"/>
          </p:cNvSpPr>
          <p:nvPr/>
        </p:nvSpPr>
        <p:spPr>
          <a:xfrm xmlns:a="http://schemas.openxmlformats.org/drawingml/2006/main">
            <a:off x="495300" y="8763000"/>
            <a:ext cx="510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C00000"/>
                </a:solidFill>
                <a:latin typeface="Apple SD Gothic Neo"/>
                <a:ea typeface="Apple SD Gothic Neo"/>
                <a:cs typeface="Apple SD Gothic Neo"/>
              </a:defRPr>
            </a:defPPr>
            <a:lvl1pPr algn="ctr">
              <a:defRPr sz="1650" b="0">
                <a:solidFill>
                  <a:srgbClr val="C00000"/>
                </a:solidFill>
                <a:latin typeface="Apple SD Gothic Neo"/>
                <a:ea typeface="Apple SD Gothic Neo"/>
                <a:cs typeface="Apple SD Gothic Neo"/>
              </a:defRPr>
            </a:lvl1pPr>
            <a:lvl2pPr algn="ctr">
              <a:defRPr sz="1650" b="0">
                <a:solidFill>
                  <a:srgbClr val="C00000"/>
                </a:solidFill>
                <a:latin typeface="Apple SD Gothic Neo"/>
                <a:ea typeface="Apple SD Gothic Neo"/>
                <a:cs typeface="Apple SD Gothic Neo"/>
              </a:defRPr>
            </a:lvl2pPr>
            <a:lvl3pPr algn="ctr">
              <a:defRPr sz="1650" b="0">
                <a:solidFill>
                  <a:srgbClr val="C00000"/>
                </a:solidFill>
                <a:latin typeface="Apple SD Gothic Neo"/>
                <a:ea typeface="Apple SD Gothic Neo"/>
                <a:cs typeface="Apple SD Gothic Neo"/>
              </a:defRPr>
            </a:lvl3pPr>
            <a:lvl4pPr algn="ctr">
              <a:defRPr sz="1650" b="0">
                <a:solidFill>
                  <a:srgbClr val="C00000"/>
                </a:solidFill>
                <a:latin typeface="Apple SD Gothic Neo"/>
                <a:ea typeface="Apple SD Gothic Neo"/>
                <a:cs typeface="Apple SD Gothic Neo"/>
              </a:defRPr>
            </a:lvl4pPr>
            <a:lvl5pPr algn="ctr">
              <a:defRPr sz="1650" b="0">
                <a:solidFill>
                  <a:srgbClr val="C00000"/>
                </a:solidFill>
                <a:latin typeface="Apple SD Gothic Neo"/>
                <a:ea typeface="Apple SD Gothic Neo"/>
                <a:cs typeface="Apple SD Gothic Neo"/>
              </a:defRPr>
            </a:lvl5pPr>
            <a:lvl6pPr algn="ctr">
              <a:defRPr sz="1650" b="0">
                <a:solidFill>
                  <a:srgbClr val="C00000"/>
                </a:solidFill>
                <a:latin typeface="Apple SD Gothic Neo"/>
                <a:ea typeface="Apple SD Gothic Neo"/>
                <a:cs typeface="Apple SD Gothic Neo"/>
              </a:defRPr>
            </a:lvl6pPr>
            <a:lvl7pPr algn="ctr">
              <a:defRPr sz="1650" b="0">
                <a:solidFill>
                  <a:srgbClr val="C00000"/>
                </a:solidFill>
                <a:latin typeface="Apple SD Gothic Neo"/>
                <a:ea typeface="Apple SD Gothic Neo"/>
                <a:cs typeface="Apple SD Gothic Neo"/>
              </a:defRPr>
            </a:lvl7pPr>
            <a:lvl8pPr algn="ctr">
              <a:defRPr sz="1650" b="0">
                <a:solidFill>
                  <a:srgbClr val="C00000"/>
                </a:solidFill>
                <a:latin typeface="Apple SD Gothic Neo"/>
                <a:ea typeface="Apple SD Gothic Neo"/>
                <a:cs typeface="Apple SD Gothic Neo"/>
              </a:defRPr>
            </a:lvl8pPr>
            <a:lvl9pPr algn="ctr">
              <a:defRPr sz="1650" b="0">
                <a:solidFill>
                  <a:srgbClr val="C00000"/>
                </a:solidFill>
                <a:latin typeface="Apple SD Gothic Neo"/>
                <a:ea typeface="Apple SD Gothic Neo"/>
                <a:cs typeface="Apple SD Gothic Neo"/>
              </a:defRPr>
            </a:lvl9pPr>
          </a:lstStyle>
          <a:p xmlns:a="http://schemas.openxmlformats.org/drawingml/2006/main">
            <a:pPr algn="ctr">
              <a:defRPr sz="1650" b="0">
                <a:solidFill>
                  <a:srgbClr val="C00000"/>
                </a:solidFill>
                <a:latin typeface="Apple SD Gothic Neo"/>
                <a:ea typeface="Apple SD Gothic Neo"/>
                <a:cs typeface="Apple SD Gothic Neo"/>
              </a:defRPr>
            </a:pPr>
            <a:r>
              <a:rPr sz="1650" b="0">
                <a:solidFill>
                  <a:srgbClr val="C00000"/>
                </a:solidFill>
                <a:latin typeface="Apple SD Gothic Neo"/>
                <a:ea typeface="Apple SD Gothic Neo"/>
                <a:cs typeface="Apple SD Gothic Neo"/>
              </a:rPr>
              <a:t>조건 출처를 새로 만드는 비용은 미측정</a:t>
            </a:r>
          </a:p>
        </p:txBody>
      </p:sp>
      <p:sp>
        <p:nvSpPr>
          <p:cNvPr id="39" name="DP4 object 272">
            <a:extLst xmlns:a="http://schemas.openxmlformats.org/drawingml/2006/main">
              <a:ext uri="{FF2B5EF4-FFF2-40B4-BE49-F238E27FC236}">
                <a16:creationId xmlns:a16="http://schemas.microsoft.com/office/drawing/2014/main" id="{4F3EF25F-6C97-401D-87E9-14DC29414C61}"/>
              </a:ext>
            </a:extLst>
          </p:cNvPr>
          <p:cNvSpPr>
            <a:spLocks xmlns:a="http://schemas.openxmlformats.org/drawingml/2006/main" noGrp="1"/>
          </p:cNvSpPr>
          <p:nvPr/>
        </p:nvSpPr>
        <p:spPr>
          <a:xfrm xmlns:a="http://schemas.openxmlformats.org/drawingml/2006/main">
            <a:off x="6191250" y="2209800"/>
            <a:ext cx="11668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775" b="1">
                <a:solidFill>
                  <a:srgbClr val="4676CB"/>
                </a:solidFill>
                <a:latin typeface="Apple SD Gothic Neo"/>
                <a:ea typeface="Apple SD Gothic Neo"/>
                <a:cs typeface="Apple SD Gothic Neo"/>
              </a:defRPr>
            </a:defPPr>
            <a:lvl1pPr algn="l">
              <a:defRPr sz="2775" b="1">
                <a:solidFill>
                  <a:srgbClr val="4676CB"/>
                </a:solidFill>
                <a:latin typeface="Apple SD Gothic Neo"/>
                <a:ea typeface="Apple SD Gothic Neo"/>
                <a:cs typeface="Apple SD Gothic Neo"/>
              </a:defRPr>
            </a:lvl1pPr>
            <a:lvl2pPr algn="l">
              <a:defRPr sz="2775" b="1">
                <a:solidFill>
                  <a:srgbClr val="4676CB"/>
                </a:solidFill>
                <a:latin typeface="Apple SD Gothic Neo"/>
                <a:ea typeface="Apple SD Gothic Neo"/>
                <a:cs typeface="Apple SD Gothic Neo"/>
              </a:defRPr>
            </a:lvl2pPr>
            <a:lvl3pPr algn="l">
              <a:defRPr sz="2775" b="1">
                <a:solidFill>
                  <a:srgbClr val="4676CB"/>
                </a:solidFill>
                <a:latin typeface="Apple SD Gothic Neo"/>
                <a:ea typeface="Apple SD Gothic Neo"/>
                <a:cs typeface="Apple SD Gothic Neo"/>
              </a:defRPr>
            </a:lvl3pPr>
            <a:lvl4pPr algn="l">
              <a:defRPr sz="2775" b="1">
                <a:solidFill>
                  <a:srgbClr val="4676CB"/>
                </a:solidFill>
                <a:latin typeface="Apple SD Gothic Neo"/>
                <a:ea typeface="Apple SD Gothic Neo"/>
                <a:cs typeface="Apple SD Gothic Neo"/>
              </a:defRPr>
            </a:lvl4pPr>
            <a:lvl5pPr algn="l">
              <a:defRPr sz="2775" b="1">
                <a:solidFill>
                  <a:srgbClr val="4676CB"/>
                </a:solidFill>
                <a:latin typeface="Apple SD Gothic Neo"/>
                <a:ea typeface="Apple SD Gothic Neo"/>
                <a:cs typeface="Apple SD Gothic Neo"/>
              </a:defRPr>
            </a:lvl5pPr>
            <a:lvl6pPr algn="l">
              <a:defRPr sz="2775" b="1">
                <a:solidFill>
                  <a:srgbClr val="4676CB"/>
                </a:solidFill>
                <a:latin typeface="Apple SD Gothic Neo"/>
                <a:ea typeface="Apple SD Gothic Neo"/>
                <a:cs typeface="Apple SD Gothic Neo"/>
              </a:defRPr>
            </a:lvl6pPr>
            <a:lvl7pPr algn="l">
              <a:defRPr sz="2775" b="1">
                <a:solidFill>
                  <a:srgbClr val="4676CB"/>
                </a:solidFill>
                <a:latin typeface="Apple SD Gothic Neo"/>
                <a:ea typeface="Apple SD Gothic Neo"/>
                <a:cs typeface="Apple SD Gothic Neo"/>
              </a:defRPr>
            </a:lvl7pPr>
            <a:lvl8pPr algn="l">
              <a:defRPr sz="2775" b="1">
                <a:solidFill>
                  <a:srgbClr val="4676CB"/>
                </a:solidFill>
                <a:latin typeface="Apple SD Gothic Neo"/>
                <a:ea typeface="Apple SD Gothic Neo"/>
                <a:cs typeface="Apple SD Gothic Neo"/>
              </a:defRPr>
            </a:lvl8pPr>
            <a:lvl9pPr algn="l">
              <a:defRPr sz="2775" b="1">
                <a:solidFill>
                  <a:srgbClr val="4676CB"/>
                </a:solidFill>
                <a:latin typeface="Apple SD Gothic Neo"/>
                <a:ea typeface="Apple SD Gothic Neo"/>
                <a:cs typeface="Apple SD Gothic Neo"/>
              </a:defRPr>
            </a:lvl9pPr>
          </a:lstStyle>
          <a:p xmlns:a="http://schemas.openxmlformats.org/drawingml/2006/main">
            <a:pPr algn="l">
              <a:defRPr sz="2775" b="1">
                <a:solidFill>
                  <a:srgbClr val="4676CB"/>
                </a:solidFill>
                <a:latin typeface="Apple SD Gothic Neo"/>
                <a:ea typeface="Apple SD Gothic Neo"/>
                <a:cs typeface="Apple SD Gothic Neo"/>
              </a:defRPr>
            </a:pPr>
            <a:r>
              <a:rPr sz="2775" b="1">
                <a:solidFill>
                  <a:srgbClr val="4676CB"/>
                </a:solidFill>
                <a:latin typeface="Apple SD Gothic Neo"/>
                <a:ea typeface="Apple SD Gothic Neo"/>
                <a:cs typeface="Apple SD Gothic Neo"/>
              </a:rPr>
              <a:t>본문 조건 충족 4/9 → 9/9</a:t>
            </a:r>
          </a:p>
        </p:txBody>
      </p:sp>
      <p:sp>
        <p:nvSpPr>
          <p:cNvPr id="40" name="DP4 object 273">
            <a:extLst xmlns:a="http://schemas.openxmlformats.org/drawingml/2006/main">
              <a:ext uri="{FF2B5EF4-FFF2-40B4-BE49-F238E27FC236}">
                <a16:creationId xmlns:a16="http://schemas.microsoft.com/office/drawing/2014/main" id="{226C6BC2-8693-4B45-B9F9-0607D15EC15C}"/>
              </a:ext>
            </a:extLst>
          </p:cNvPr>
          <p:cNvSpPr>
            <a:spLocks xmlns:a="http://schemas.openxmlformats.org/drawingml/2006/main" noGrp="1"/>
          </p:cNvSpPr>
          <p:nvPr/>
        </p:nvSpPr>
        <p:spPr>
          <a:xfrm xmlns:a="http://schemas.openxmlformats.org/drawingml/2006/main">
            <a:off x="6191250" y="2714625"/>
            <a:ext cx="1176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111111"/>
                </a:solidFill>
                <a:latin typeface="Apple SD Gothic Neo"/>
                <a:ea typeface="Apple SD Gothic Neo"/>
                <a:cs typeface="Apple SD Gothic Neo"/>
              </a:defRPr>
            </a:defPPr>
            <a:lvl1pPr algn="l">
              <a:defRPr sz="1725" b="0">
                <a:solidFill>
                  <a:srgbClr val="111111"/>
                </a:solidFill>
                <a:latin typeface="Apple SD Gothic Neo"/>
                <a:ea typeface="Apple SD Gothic Neo"/>
                <a:cs typeface="Apple SD Gothic Neo"/>
              </a:defRPr>
            </a:lvl1pPr>
            <a:lvl2pPr algn="l">
              <a:defRPr sz="1725" b="0">
                <a:solidFill>
                  <a:srgbClr val="111111"/>
                </a:solidFill>
                <a:latin typeface="Apple SD Gothic Neo"/>
                <a:ea typeface="Apple SD Gothic Neo"/>
                <a:cs typeface="Apple SD Gothic Neo"/>
              </a:defRPr>
            </a:lvl2pPr>
            <a:lvl3pPr algn="l">
              <a:defRPr sz="1725" b="0">
                <a:solidFill>
                  <a:srgbClr val="111111"/>
                </a:solidFill>
                <a:latin typeface="Apple SD Gothic Neo"/>
                <a:ea typeface="Apple SD Gothic Neo"/>
                <a:cs typeface="Apple SD Gothic Neo"/>
              </a:defRPr>
            </a:lvl3pPr>
            <a:lvl4pPr algn="l">
              <a:defRPr sz="1725" b="0">
                <a:solidFill>
                  <a:srgbClr val="111111"/>
                </a:solidFill>
                <a:latin typeface="Apple SD Gothic Neo"/>
                <a:ea typeface="Apple SD Gothic Neo"/>
                <a:cs typeface="Apple SD Gothic Neo"/>
              </a:defRPr>
            </a:lvl4pPr>
            <a:lvl5pPr algn="l">
              <a:defRPr sz="1725" b="0">
                <a:solidFill>
                  <a:srgbClr val="111111"/>
                </a:solidFill>
                <a:latin typeface="Apple SD Gothic Neo"/>
                <a:ea typeface="Apple SD Gothic Neo"/>
                <a:cs typeface="Apple SD Gothic Neo"/>
              </a:defRPr>
            </a:lvl5pPr>
            <a:lvl6pPr algn="l">
              <a:defRPr sz="1725" b="0">
                <a:solidFill>
                  <a:srgbClr val="111111"/>
                </a:solidFill>
                <a:latin typeface="Apple SD Gothic Neo"/>
                <a:ea typeface="Apple SD Gothic Neo"/>
                <a:cs typeface="Apple SD Gothic Neo"/>
              </a:defRPr>
            </a:lvl6pPr>
            <a:lvl7pPr algn="l">
              <a:defRPr sz="1725" b="0">
                <a:solidFill>
                  <a:srgbClr val="111111"/>
                </a:solidFill>
                <a:latin typeface="Apple SD Gothic Neo"/>
                <a:ea typeface="Apple SD Gothic Neo"/>
                <a:cs typeface="Apple SD Gothic Neo"/>
              </a:defRPr>
            </a:lvl7pPr>
            <a:lvl8pPr algn="l">
              <a:defRPr sz="1725" b="0">
                <a:solidFill>
                  <a:srgbClr val="111111"/>
                </a:solidFill>
                <a:latin typeface="Apple SD Gothic Neo"/>
                <a:ea typeface="Apple SD Gothic Neo"/>
                <a:cs typeface="Apple SD Gothic Neo"/>
              </a:defRPr>
            </a:lvl8pPr>
            <a:lvl9pPr algn="l">
              <a:defRPr sz="1725" b="0">
                <a:solidFill>
                  <a:srgbClr val="111111"/>
                </a:solidFill>
                <a:latin typeface="Apple SD Gothic Neo"/>
                <a:ea typeface="Apple SD Gothic Neo"/>
                <a:cs typeface="Apple SD Gothic Neo"/>
              </a:defRPr>
            </a:lvl9pPr>
          </a:lstStyle>
          <a:p xmlns:a="http://schemas.openxmlformats.org/drawingml/2006/main">
            <a:pPr algn="l">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저자 본문 대조: C 충족4·오류2·모호2·미표시1 / C1 충족9  (QA02 아님)</a:t>
            </a:r>
          </a:p>
        </p:txBody>
      </p:sp>
      <p:graphicFrame>
        <p:nvGraphicFramePr>
          <p:cNvPr id="41" name="">
            <a:extLst xmlns:a="http://schemas.openxmlformats.org/drawingml/2006/main">
              <a:ext uri="{FF2B5EF4-FFF2-40B4-BE49-F238E27FC236}">
                <a16:creationId xmlns:a16="http://schemas.microsoft.com/office/drawing/2014/main" id="{C969DD78-1B70-4906-BAD6-1665E5B93636}"/>
              </a:ext>
            </a:extLst>
          </p:cNvPr>
          <p:cNvGraphicFramePr/>
          <p:nvPr/>
        </p:nvGraphicFramePr>
        <p:xfrm>
          <a:off xmlns:a="http://schemas.openxmlformats.org/drawingml/2006/main" x="6191250" y="3162300"/>
          <a:ext xmlns:a="http://schemas.openxmlformats.org/drawingml/2006/main" cx="11391900" cy="4019550"/>
        </p:xfrm>
        <a:graphic xmlns:a="http://schemas.openxmlformats.org/drawingml/2006/main">
          <a:graphicData uri="http://schemas.openxmlformats.org/drawingml/2006/table">
            <a:tbl>
              <a:tblPr firstRow="0" bandRow="0" bandCol="0"/>
              <a:tblGrid>
                <a:gridCol w="3105150"/>
                <a:gridCol w="2533650"/>
                <a:gridCol w="2533650"/>
                <a:gridCol w="3219450"/>
              </a:tblGrid>
              <a:tr h="400050">
                <a:tc>
                  <a:txBody>
                    <a:bodyPr anchor="ctr"/>
                    <a:lstStyle/>
                    <a:p>
                      <a:pPr algn="ctr"/>
                      <a:r>
                        <a:rPr sz="1875" b="1">
                          <a:solidFill>
                            <a:srgbClr val="111111"/>
                          </a:solidFill>
                          <a:latin typeface="Apple SD Gothic Neo"/>
                          <a:ea typeface="Apple SD Gothic Neo"/>
                          <a:cs typeface="Apple SD Gothic Neo"/>
                        </a:rPr>
                        <a:t>지표</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C</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C1</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해석</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95300">
                <a:tc>
                  <a:txBody>
                    <a:bodyPr anchor="ctr"/>
                    <a:lstStyle/>
                    <a:p>
                      <a:pPr algn="ctr"/>
                      <a:r>
                        <a:rPr sz="1725">
                          <a:solidFill>
                            <a:srgbClr val="111111"/>
                          </a:solidFill>
                          <a:latin typeface="Apple SD Gothic Neo"/>
                          <a:ea typeface="Apple SD Gothic Neo"/>
                          <a:cs typeface="Apple SD Gothic Neo"/>
                        </a:rPr>
                        <a:t>QA01 첫 응답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4.256 (9/9)</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4.271 (9/9)</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첫 안내 개선 근거 없음</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r>
                        <a:rPr sz="1725">
                          <a:solidFill>
                            <a:srgbClr val="111111"/>
                          </a:solidFill>
                          <a:latin typeface="Apple SD Gothic Neo"/>
                          <a:ea typeface="Apple SD Gothic Neo"/>
                          <a:cs typeface="Apple SD Gothic Neo"/>
                        </a:rPr>
                        <a:t>QA02 지칭 집합</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N/A</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N/A</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본문 진단과 구분</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r>
                        <a:rPr sz="1725">
                          <a:solidFill>
                            <a:srgbClr val="111111"/>
                          </a:solidFill>
                          <a:latin typeface="Apple SD Gothic Neo"/>
                          <a:ea typeface="Apple SD Gothic Neo"/>
                          <a:cs typeface="Apple SD Gothic Neo"/>
                        </a:rPr>
                        <a:t>QA03 VIA 처리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4.302 (8/9)</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4.301 (9/9)</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host 종료와 본문 정답은 별개</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r>
                        <a:rPr sz="1725">
                          <a:solidFill>
                            <a:srgbClr val="111111"/>
                          </a:solidFill>
                          <a:latin typeface="Apple SD Gothic Neo"/>
                          <a:ea typeface="Apple SD Gothic Neo"/>
                          <a:cs typeface="Apple SD Gothic Neo"/>
                        </a:rPr>
                        <a:t>QA04 변경 (개)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미측정</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미측정</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새 변경 과제 실행 없음</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r>
                        <a:rPr sz="1725">
                          <a:solidFill>
                            <a:srgbClr val="111111"/>
                          </a:solidFill>
                          <a:latin typeface="Apple SD Gothic Neo"/>
                          <a:ea typeface="Apple SD Gothic Neo"/>
                          <a:cs typeface="Apple SD Gothic Neo"/>
                        </a:rPr>
                        <a:t>QA05 모델 비용 ($)</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0.0407024</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0.0376028</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복구 1호출 차이 포함</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r>
                        <a:rPr sz="1725">
                          <a:solidFill>
                            <a:srgbClr val="111111"/>
                          </a:solidFill>
                          <a:latin typeface="Apple SD Gothic Neo"/>
                          <a:ea typeface="Apple SD Gothic Neo"/>
                          <a:cs typeface="Apple SD Gothic Neo"/>
                        </a:rPr>
                        <a:t>QA06 RSS (MB)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45.269</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43.254</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관측값 / 개선 인과 미확정</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r>
                        <a:rPr sz="1725">
                          <a:solidFill>
                            <a:srgbClr val="111111"/>
                          </a:solidFill>
                          <a:latin typeface="Apple SD Gothic Neo"/>
                          <a:ea typeface="Apple SD Gothic Neo"/>
                          <a:cs typeface="Apple SD Gothic Neo"/>
                        </a:rPr>
                        <a:t>같은 8목표 전체 시간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30.532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31.519</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725" b="1">
                          <a:solidFill>
                            <a:srgbClr val="C00000"/>
                          </a:solidFill>
                          <a:latin typeface="Apple SD Gothic Neo"/>
                          <a:ea typeface="Apple SD Gothic Neo"/>
                          <a:cs typeface="Apple SD Gothic Neo"/>
                        </a:rPr>
                        <a:t>+0.987초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r>
                        <a:rPr sz="1725">
                          <a:solidFill>
                            <a:srgbClr val="111111"/>
                          </a:solidFill>
                          <a:latin typeface="Apple SD Gothic Neo"/>
                          <a:ea typeface="Apple SD Gothic Neo"/>
                          <a:cs typeface="Apple SD Gothic Neo"/>
                        </a:rPr>
                        <a:t>N-H 구조 계약</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9/9</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9/9</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기존 구조 계약 유지</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2" name="DP4 object 274">
            <a:extLst xmlns:a="http://schemas.openxmlformats.org/drawingml/2006/main">
              <a:ext uri="{FF2B5EF4-FFF2-40B4-BE49-F238E27FC236}">
                <a16:creationId xmlns:a16="http://schemas.microsoft.com/office/drawing/2014/main" id="{8DA4AE53-89D0-4E56-8DCE-FF1C09D59560}"/>
              </a:ext>
            </a:extLst>
          </p:cNvPr>
          <p:cNvSpPr>
            <a:spLocks xmlns:a="http://schemas.openxmlformats.org/drawingml/2006/main" noGrp="1"/>
          </p:cNvSpPr>
          <p:nvPr/>
        </p:nvSpPr>
        <p:spPr>
          <a:xfrm xmlns:a="http://schemas.openxmlformats.org/drawingml/2006/main">
            <a:off x="6219825" y="7915275"/>
            <a:ext cx="116871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1">
                <a:solidFill>
                  <a:srgbClr val="C00000"/>
                </a:solidFill>
                <a:latin typeface="Apple SD Gothic Neo"/>
                <a:ea typeface="Apple SD Gothic Neo"/>
                <a:cs typeface="Apple SD Gothic Neo"/>
              </a:defRPr>
            </a:defPPr>
            <a:lvl1pPr algn="l">
              <a:defRPr sz="1875" b="1">
                <a:solidFill>
                  <a:srgbClr val="C00000"/>
                </a:solidFill>
                <a:latin typeface="Apple SD Gothic Neo"/>
                <a:ea typeface="Apple SD Gothic Neo"/>
                <a:cs typeface="Apple SD Gothic Neo"/>
              </a:defRPr>
            </a:lvl1pPr>
            <a:lvl2pPr algn="l">
              <a:defRPr sz="1875" b="1">
                <a:solidFill>
                  <a:srgbClr val="C00000"/>
                </a:solidFill>
                <a:latin typeface="Apple SD Gothic Neo"/>
                <a:ea typeface="Apple SD Gothic Neo"/>
                <a:cs typeface="Apple SD Gothic Neo"/>
              </a:defRPr>
            </a:lvl2pPr>
            <a:lvl3pPr algn="l">
              <a:defRPr sz="1875" b="1">
                <a:solidFill>
                  <a:srgbClr val="C00000"/>
                </a:solidFill>
                <a:latin typeface="Apple SD Gothic Neo"/>
                <a:ea typeface="Apple SD Gothic Neo"/>
                <a:cs typeface="Apple SD Gothic Neo"/>
              </a:defRPr>
            </a:lvl3pPr>
            <a:lvl4pPr algn="l">
              <a:defRPr sz="1875" b="1">
                <a:solidFill>
                  <a:srgbClr val="C00000"/>
                </a:solidFill>
                <a:latin typeface="Apple SD Gothic Neo"/>
                <a:ea typeface="Apple SD Gothic Neo"/>
                <a:cs typeface="Apple SD Gothic Neo"/>
              </a:defRPr>
            </a:lvl4pPr>
            <a:lvl5pPr algn="l">
              <a:defRPr sz="1875" b="1">
                <a:solidFill>
                  <a:srgbClr val="C00000"/>
                </a:solidFill>
                <a:latin typeface="Apple SD Gothic Neo"/>
                <a:ea typeface="Apple SD Gothic Neo"/>
                <a:cs typeface="Apple SD Gothic Neo"/>
              </a:defRPr>
            </a:lvl5pPr>
            <a:lvl6pPr algn="l">
              <a:defRPr sz="1875" b="1">
                <a:solidFill>
                  <a:srgbClr val="C00000"/>
                </a:solidFill>
                <a:latin typeface="Apple SD Gothic Neo"/>
                <a:ea typeface="Apple SD Gothic Neo"/>
                <a:cs typeface="Apple SD Gothic Neo"/>
              </a:defRPr>
            </a:lvl6pPr>
            <a:lvl7pPr algn="l">
              <a:defRPr sz="1875" b="1">
                <a:solidFill>
                  <a:srgbClr val="C00000"/>
                </a:solidFill>
                <a:latin typeface="Apple SD Gothic Neo"/>
                <a:ea typeface="Apple SD Gothic Neo"/>
                <a:cs typeface="Apple SD Gothic Neo"/>
              </a:defRPr>
            </a:lvl7pPr>
            <a:lvl8pPr algn="l">
              <a:defRPr sz="1875" b="1">
                <a:solidFill>
                  <a:srgbClr val="C00000"/>
                </a:solidFill>
                <a:latin typeface="Apple SD Gothic Neo"/>
                <a:ea typeface="Apple SD Gothic Neo"/>
                <a:cs typeface="Apple SD Gothic Neo"/>
              </a:defRPr>
            </a:lvl8pPr>
            <a:lvl9pPr algn="l">
              <a:defRPr sz="1875" b="1">
                <a:solidFill>
                  <a:srgbClr val="C00000"/>
                </a:solidFill>
                <a:latin typeface="Apple SD Gothic Neo"/>
                <a:ea typeface="Apple SD Gothic Neo"/>
                <a:cs typeface="Apple SD Gothic Neo"/>
              </a:defRPr>
            </a:lvl9pPr>
          </a:lstStyle>
          <a:p xmlns:a="http://schemas.openxmlformats.org/drawingml/2006/main">
            <a:pPr algn="l">
              <a:defRPr sz="1875" b="1">
                <a:solidFill>
                  <a:srgbClr val="C00000"/>
                </a:solidFill>
                <a:latin typeface="Apple SD Gothic Neo"/>
                <a:ea typeface="Apple SD Gothic Neo"/>
                <a:cs typeface="Apple SD Gothic Neo"/>
              </a:defRPr>
            </a:pPr>
            <a:r>
              <a:rPr sz="1875" b="1">
                <a:solidFill>
                  <a:srgbClr val="C00000"/>
                </a:solidFill>
                <a:latin typeface="Apple SD Gothic Neo"/>
                <a:ea typeface="Apple SD Gothic Neo"/>
                <a:cs typeface="Apple SD Gothic Neo"/>
              </a:rPr>
              <a:t>복구 1호출 제외 비용: $0.0365256 → $0.0376028 (증가)</a:t>
            </a:r>
          </a:p>
        </p:txBody>
      </p:sp>
      <p:sp>
        <p:nvSpPr>
          <p:cNvPr id="43" name="DP4 object 275">
            <a:extLst xmlns:a="http://schemas.openxmlformats.org/drawingml/2006/main">
              <a:ext uri="{FF2B5EF4-FFF2-40B4-BE49-F238E27FC236}">
                <a16:creationId xmlns:a16="http://schemas.microsoft.com/office/drawing/2014/main" id="{0229D661-070B-49AC-8246-BFF3B18B041B}"/>
              </a:ext>
            </a:extLst>
          </p:cNvPr>
          <p:cNvSpPr>
            <a:spLocks xmlns:a="http://schemas.openxmlformats.org/drawingml/2006/main" noGrp="1"/>
          </p:cNvSpPr>
          <p:nvPr/>
        </p:nvSpPr>
        <p:spPr>
          <a:xfrm xmlns:a="http://schemas.openxmlformats.org/drawingml/2006/main">
            <a:off x="6219825" y="8353425"/>
            <a:ext cx="11687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111111"/>
                </a:solidFill>
                <a:latin typeface="Apple SD Gothic Neo"/>
                <a:ea typeface="Apple SD Gothic Neo"/>
                <a:cs typeface="Apple SD Gothic Neo"/>
              </a:defRPr>
            </a:defPPr>
            <a:lvl1pPr algn="l">
              <a:defRPr sz="1725" b="0">
                <a:solidFill>
                  <a:srgbClr val="111111"/>
                </a:solidFill>
                <a:latin typeface="Apple SD Gothic Neo"/>
                <a:ea typeface="Apple SD Gothic Neo"/>
                <a:cs typeface="Apple SD Gothic Neo"/>
              </a:defRPr>
            </a:lvl1pPr>
            <a:lvl2pPr algn="l">
              <a:defRPr sz="1725" b="0">
                <a:solidFill>
                  <a:srgbClr val="111111"/>
                </a:solidFill>
                <a:latin typeface="Apple SD Gothic Neo"/>
                <a:ea typeface="Apple SD Gothic Neo"/>
                <a:cs typeface="Apple SD Gothic Neo"/>
              </a:defRPr>
            </a:lvl2pPr>
            <a:lvl3pPr algn="l">
              <a:defRPr sz="1725" b="0">
                <a:solidFill>
                  <a:srgbClr val="111111"/>
                </a:solidFill>
                <a:latin typeface="Apple SD Gothic Neo"/>
                <a:ea typeface="Apple SD Gothic Neo"/>
                <a:cs typeface="Apple SD Gothic Neo"/>
              </a:defRPr>
            </a:lvl3pPr>
            <a:lvl4pPr algn="l">
              <a:defRPr sz="1725" b="0">
                <a:solidFill>
                  <a:srgbClr val="111111"/>
                </a:solidFill>
                <a:latin typeface="Apple SD Gothic Neo"/>
                <a:ea typeface="Apple SD Gothic Neo"/>
                <a:cs typeface="Apple SD Gothic Neo"/>
              </a:defRPr>
            </a:lvl4pPr>
            <a:lvl5pPr algn="l">
              <a:defRPr sz="1725" b="0">
                <a:solidFill>
                  <a:srgbClr val="111111"/>
                </a:solidFill>
                <a:latin typeface="Apple SD Gothic Neo"/>
                <a:ea typeface="Apple SD Gothic Neo"/>
                <a:cs typeface="Apple SD Gothic Neo"/>
              </a:defRPr>
            </a:lvl5pPr>
            <a:lvl6pPr algn="l">
              <a:defRPr sz="1725" b="0">
                <a:solidFill>
                  <a:srgbClr val="111111"/>
                </a:solidFill>
                <a:latin typeface="Apple SD Gothic Neo"/>
                <a:ea typeface="Apple SD Gothic Neo"/>
                <a:cs typeface="Apple SD Gothic Neo"/>
              </a:defRPr>
            </a:lvl6pPr>
            <a:lvl7pPr algn="l">
              <a:defRPr sz="1725" b="0">
                <a:solidFill>
                  <a:srgbClr val="111111"/>
                </a:solidFill>
                <a:latin typeface="Apple SD Gothic Neo"/>
                <a:ea typeface="Apple SD Gothic Neo"/>
                <a:cs typeface="Apple SD Gothic Neo"/>
              </a:defRPr>
            </a:lvl7pPr>
            <a:lvl8pPr algn="l">
              <a:defRPr sz="1725" b="0">
                <a:solidFill>
                  <a:srgbClr val="111111"/>
                </a:solidFill>
                <a:latin typeface="Apple SD Gothic Neo"/>
                <a:ea typeface="Apple SD Gothic Neo"/>
                <a:cs typeface="Apple SD Gothic Neo"/>
              </a:defRPr>
            </a:lvl8pPr>
            <a:lvl9pPr algn="l">
              <a:defRPr sz="1725" b="0">
                <a:solidFill>
                  <a:srgbClr val="111111"/>
                </a:solidFill>
                <a:latin typeface="Apple SD Gothic Neo"/>
                <a:ea typeface="Apple SD Gothic Neo"/>
                <a:cs typeface="Apple SD Gothic Neo"/>
              </a:defRPr>
            </a:lvl9pPr>
          </a:lstStyle>
          <a:p xmlns:a="http://schemas.openxmlformats.org/drawingml/2006/main">
            <a:pPr algn="l">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자동 literal 판정은 4/9 → 7/9. 위 9/9는 별도 저자 내용 대조다.</a:t>
            </a:r>
          </a:p>
        </p:txBody>
      </p:sp>
      <p:sp>
        <p:nvSpPr>
          <p:cNvPr id="44" name="DP4 object 276">
            <a:extLst xmlns:a="http://schemas.openxmlformats.org/drawingml/2006/main">
              <a:ext uri="{FF2B5EF4-FFF2-40B4-BE49-F238E27FC236}">
                <a16:creationId xmlns:a16="http://schemas.microsoft.com/office/drawing/2014/main" id="{88C5FAA8-7623-4530-A53C-B2907CDF8ECF}"/>
              </a:ext>
            </a:extLst>
          </p:cNvPr>
          <p:cNvSpPr>
            <a:spLocks xmlns:a="http://schemas.openxmlformats.org/drawingml/2006/main" noGrp="1"/>
          </p:cNvSpPr>
          <p:nvPr/>
        </p:nvSpPr>
        <p:spPr>
          <a:xfrm xmlns:a="http://schemas.openxmlformats.org/drawingml/2006/main">
            <a:off x="6219825" y="8743950"/>
            <a:ext cx="11687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0">
                <a:solidFill>
                  <a:srgbClr val="111111"/>
                </a:solidFill>
                <a:latin typeface="Apple SD Gothic Neo"/>
                <a:ea typeface="Apple SD Gothic Neo"/>
                <a:cs typeface="Apple SD Gothic Neo"/>
              </a:defRPr>
            </a:defPPr>
            <a:lvl1pPr algn="l">
              <a:defRPr sz="1650" b="0">
                <a:solidFill>
                  <a:srgbClr val="111111"/>
                </a:solidFill>
                <a:latin typeface="Apple SD Gothic Neo"/>
                <a:ea typeface="Apple SD Gothic Neo"/>
                <a:cs typeface="Apple SD Gothic Neo"/>
              </a:defRPr>
            </a:lvl1pPr>
            <a:lvl2pPr algn="l">
              <a:defRPr sz="1650" b="0">
                <a:solidFill>
                  <a:srgbClr val="111111"/>
                </a:solidFill>
                <a:latin typeface="Apple SD Gothic Neo"/>
                <a:ea typeface="Apple SD Gothic Neo"/>
                <a:cs typeface="Apple SD Gothic Neo"/>
              </a:defRPr>
            </a:lvl2pPr>
            <a:lvl3pPr algn="l">
              <a:defRPr sz="1650" b="0">
                <a:solidFill>
                  <a:srgbClr val="111111"/>
                </a:solidFill>
                <a:latin typeface="Apple SD Gothic Neo"/>
                <a:ea typeface="Apple SD Gothic Neo"/>
                <a:cs typeface="Apple SD Gothic Neo"/>
              </a:defRPr>
            </a:lvl3pPr>
            <a:lvl4pPr algn="l">
              <a:defRPr sz="1650" b="0">
                <a:solidFill>
                  <a:srgbClr val="111111"/>
                </a:solidFill>
                <a:latin typeface="Apple SD Gothic Neo"/>
                <a:ea typeface="Apple SD Gothic Neo"/>
                <a:cs typeface="Apple SD Gothic Neo"/>
              </a:defRPr>
            </a:lvl4pPr>
            <a:lvl5pPr algn="l">
              <a:defRPr sz="1650" b="0">
                <a:solidFill>
                  <a:srgbClr val="111111"/>
                </a:solidFill>
                <a:latin typeface="Apple SD Gothic Neo"/>
                <a:ea typeface="Apple SD Gothic Neo"/>
                <a:cs typeface="Apple SD Gothic Neo"/>
              </a:defRPr>
            </a:lvl5pPr>
            <a:lvl6pPr algn="l">
              <a:defRPr sz="1650" b="0">
                <a:solidFill>
                  <a:srgbClr val="111111"/>
                </a:solidFill>
                <a:latin typeface="Apple SD Gothic Neo"/>
                <a:ea typeface="Apple SD Gothic Neo"/>
                <a:cs typeface="Apple SD Gothic Neo"/>
              </a:defRPr>
            </a:lvl6pPr>
            <a:lvl7pPr algn="l">
              <a:defRPr sz="1650" b="0">
                <a:solidFill>
                  <a:srgbClr val="111111"/>
                </a:solidFill>
                <a:latin typeface="Apple SD Gothic Neo"/>
                <a:ea typeface="Apple SD Gothic Neo"/>
                <a:cs typeface="Apple SD Gothic Neo"/>
              </a:defRPr>
            </a:lvl7pPr>
            <a:lvl8pPr algn="l">
              <a:defRPr sz="1650" b="0">
                <a:solidFill>
                  <a:srgbClr val="111111"/>
                </a:solidFill>
                <a:latin typeface="Apple SD Gothic Neo"/>
                <a:ea typeface="Apple SD Gothic Neo"/>
                <a:cs typeface="Apple SD Gothic Neo"/>
              </a:defRPr>
            </a:lvl8pPr>
            <a:lvl9pPr algn="l">
              <a:defRPr sz="1650" b="0">
                <a:solidFill>
                  <a:srgbClr val="111111"/>
                </a:solidFill>
                <a:latin typeface="Apple SD Gothic Neo"/>
                <a:ea typeface="Apple SD Gothic Neo"/>
                <a:cs typeface="Apple SD Gothic Neo"/>
              </a:defRPr>
            </a:lvl9pPr>
          </a:lstStyle>
          <a:p xmlns:a="http://schemas.openxmlformats.org/drawingml/2006/main">
            <a:pPr algn="l">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C 미표시 1건: 안내되지 않은 host 수량 상한과 불일치. 원문 부족으로 분류하지 않음.</a:t>
            </a:r>
          </a:p>
        </p:txBody>
      </p:sp>
      <p:sp>
        <p:nvSpPr>
          <p:cNvPr id="45" name="Editable path 277">
            <a:extLst xmlns:a="http://schemas.openxmlformats.org/drawingml/2006/main">
              <a:ext uri="{FF2B5EF4-FFF2-40B4-BE49-F238E27FC236}">
                <a16:creationId xmlns:a16="http://schemas.microsoft.com/office/drawing/2014/main" id="{AECCB630-774E-46F4-86B9-7E70E8F590C3}"/>
              </a:ext>
            </a:extLst>
          </p:cNvPr>
          <p:cNvSpPr>
            <a:spLocks xmlns:a="http://schemas.openxmlformats.org/drawingml/2006/main" noGrp="1"/>
          </p:cNvSpPr>
          <p:nvPr/>
        </p:nvSpPr>
        <p:spPr>
          <a:xfrm xmlns:a="http://schemas.openxmlformats.org/drawingml/2006/main">
            <a:off x="266700" y="9429750"/>
            <a:ext cx="17773650" cy="953"/>
          </a:xfrm>
          <a:custGeom xmlns:a="http://schemas.openxmlformats.org/drawingml/2006/main">
            <a:pathLst>
              <a:path w="17773650" h="953">
                <a:moveTo>
                  <a:pt x="0" y="0"/>
                </a:moveTo>
                <a:lnTo>
                  <a:pt x="17773650" y="0"/>
                </a:lnTo>
              </a:path>
            </a:pathLst>
          </a:custGeom>
          <a:noFill xmlns:a="http://schemas.openxmlformats.org/drawingml/2006/main"/>
          <a:ln xmlns:a="http://schemas.openxmlformats.org/drawingml/2006/main" w="13335">
            <a:solidFill>
              <a:srgbClr val="4676CB"/>
            </a:solidFill>
            <a:prstDash val="solid"/>
          </a:ln>
        </p:spPr>
      </p:sp>
      <p:sp>
        <p:nvSpPr>
          <p:cNvPr id="46" name="DP4 object 278">
            <a:extLst xmlns:a="http://schemas.openxmlformats.org/drawingml/2006/main">
              <a:ext uri="{FF2B5EF4-FFF2-40B4-BE49-F238E27FC236}">
                <a16:creationId xmlns:a16="http://schemas.microsoft.com/office/drawing/2014/main" id="{B0BE31FA-F128-4D27-A6FD-160EF4E9E724}"/>
              </a:ext>
            </a:extLst>
          </p:cNvPr>
          <p:cNvSpPr>
            <a:spLocks xmlns:a="http://schemas.openxmlformats.org/drawingml/2006/main" noGrp="1"/>
          </p:cNvSpPr>
          <p:nvPr/>
        </p:nvSpPr>
        <p:spPr>
          <a:xfrm xmlns:a="http://schemas.openxmlformats.org/drawingml/2006/main">
            <a:off x="266700" y="9525000"/>
            <a:ext cx="1743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1">
                <a:solidFill>
                  <a:srgbClr val="111111"/>
                </a:solidFill>
                <a:latin typeface="Apple SD Gothic Neo"/>
                <a:ea typeface="Apple SD Gothic Neo"/>
                <a:cs typeface="Apple SD Gothic Neo"/>
              </a:defRPr>
            </a:defPPr>
            <a:lvl1pPr algn="l">
              <a:defRPr sz="1575" b="1">
                <a:solidFill>
                  <a:srgbClr val="111111"/>
                </a:solidFill>
                <a:latin typeface="Apple SD Gothic Neo"/>
                <a:ea typeface="Apple SD Gothic Neo"/>
                <a:cs typeface="Apple SD Gothic Neo"/>
              </a:defRPr>
            </a:lvl1pPr>
            <a:lvl2pPr algn="l">
              <a:defRPr sz="1575" b="1">
                <a:solidFill>
                  <a:srgbClr val="111111"/>
                </a:solidFill>
                <a:latin typeface="Apple SD Gothic Neo"/>
                <a:ea typeface="Apple SD Gothic Neo"/>
                <a:cs typeface="Apple SD Gothic Neo"/>
              </a:defRPr>
            </a:lvl2pPr>
            <a:lvl3pPr algn="l">
              <a:defRPr sz="1575" b="1">
                <a:solidFill>
                  <a:srgbClr val="111111"/>
                </a:solidFill>
                <a:latin typeface="Apple SD Gothic Neo"/>
                <a:ea typeface="Apple SD Gothic Neo"/>
                <a:cs typeface="Apple SD Gothic Neo"/>
              </a:defRPr>
            </a:lvl3pPr>
            <a:lvl4pPr algn="l">
              <a:defRPr sz="1575" b="1">
                <a:solidFill>
                  <a:srgbClr val="111111"/>
                </a:solidFill>
                <a:latin typeface="Apple SD Gothic Neo"/>
                <a:ea typeface="Apple SD Gothic Neo"/>
                <a:cs typeface="Apple SD Gothic Neo"/>
              </a:defRPr>
            </a:lvl4pPr>
            <a:lvl5pPr algn="l">
              <a:defRPr sz="1575" b="1">
                <a:solidFill>
                  <a:srgbClr val="111111"/>
                </a:solidFill>
                <a:latin typeface="Apple SD Gothic Neo"/>
                <a:ea typeface="Apple SD Gothic Neo"/>
                <a:cs typeface="Apple SD Gothic Neo"/>
              </a:defRPr>
            </a:lvl5pPr>
            <a:lvl6pPr algn="l">
              <a:defRPr sz="1575" b="1">
                <a:solidFill>
                  <a:srgbClr val="111111"/>
                </a:solidFill>
                <a:latin typeface="Apple SD Gothic Neo"/>
                <a:ea typeface="Apple SD Gothic Neo"/>
                <a:cs typeface="Apple SD Gothic Neo"/>
              </a:defRPr>
            </a:lvl6pPr>
            <a:lvl7pPr algn="l">
              <a:defRPr sz="1575" b="1">
                <a:solidFill>
                  <a:srgbClr val="111111"/>
                </a:solidFill>
                <a:latin typeface="Apple SD Gothic Neo"/>
                <a:ea typeface="Apple SD Gothic Neo"/>
                <a:cs typeface="Apple SD Gothic Neo"/>
              </a:defRPr>
            </a:lvl7pPr>
            <a:lvl8pPr algn="l">
              <a:defRPr sz="1575" b="1">
                <a:solidFill>
                  <a:srgbClr val="111111"/>
                </a:solidFill>
                <a:latin typeface="Apple SD Gothic Neo"/>
                <a:ea typeface="Apple SD Gothic Neo"/>
                <a:cs typeface="Apple SD Gothic Neo"/>
              </a:defRPr>
            </a:lvl8pPr>
            <a:lvl9pPr algn="l">
              <a:defRPr sz="1575" b="1">
                <a:solidFill>
                  <a:srgbClr val="111111"/>
                </a:solidFill>
                <a:latin typeface="Apple SD Gothic Neo"/>
                <a:ea typeface="Apple SD Gothic Neo"/>
                <a:cs typeface="Apple SD Gothic Neo"/>
              </a:defRPr>
            </a:lvl9pPr>
          </a:lstStyle>
          <a:p xmlns:a="http://schemas.openxmlformats.org/drawingml/2006/main">
            <a:pPr algn="l">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C1은 첫 안내 입력을 바꾸지 않음. C의 잘못된 첫 안내 1건도 보존. 본문 개선 전체를 사전 읽기만의 인과 효과로 단정하지 않음.</a:t>
            </a:r>
          </a:p>
        </p:txBody>
      </p:sp>
      <p:sp>
        <p:nvSpPr>
          <p:cNvPr id="47" name="DP4 object 279">
            <a:extLst xmlns:a="http://schemas.openxmlformats.org/drawingml/2006/main">
              <a:ext uri="{FF2B5EF4-FFF2-40B4-BE49-F238E27FC236}">
                <a16:creationId xmlns:a16="http://schemas.microsoft.com/office/drawing/2014/main" id="{DFC3EB9D-146D-478E-BF03-C602362A830C}"/>
              </a:ext>
            </a:extLst>
          </p:cNvPr>
          <p:cNvSpPr>
            <a:spLocks xmlns:a="http://schemas.openxmlformats.org/drawingml/2006/main" noGrp="1"/>
          </p:cNvSpPr>
          <p:nvPr/>
        </p:nvSpPr>
        <p:spPr>
          <a:xfrm xmlns:a="http://schemas.openxmlformats.org/drawingml/2006/main">
            <a:off x="266700" y="9934575"/>
            <a:ext cx="172116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0">
                <a:solidFill>
                  <a:srgbClr val="50555B"/>
                </a:solidFill>
                <a:latin typeface="Apple SD Gothic Neo"/>
                <a:ea typeface="Apple SD Gothic Neo"/>
                <a:cs typeface="Apple SD Gothic Neo"/>
              </a:defRPr>
            </a:defPPr>
            <a:lvl1pPr algn="l">
              <a:defRPr sz="1500" b="0">
                <a:solidFill>
                  <a:srgbClr val="50555B"/>
                </a:solidFill>
                <a:latin typeface="Apple SD Gothic Neo"/>
                <a:ea typeface="Apple SD Gothic Neo"/>
                <a:cs typeface="Apple SD Gothic Neo"/>
              </a:defRPr>
            </a:lvl1pPr>
            <a:lvl2pPr algn="l">
              <a:defRPr sz="1500" b="0">
                <a:solidFill>
                  <a:srgbClr val="50555B"/>
                </a:solidFill>
                <a:latin typeface="Apple SD Gothic Neo"/>
                <a:ea typeface="Apple SD Gothic Neo"/>
                <a:cs typeface="Apple SD Gothic Neo"/>
              </a:defRPr>
            </a:lvl2pPr>
            <a:lvl3pPr algn="l">
              <a:defRPr sz="1500" b="0">
                <a:solidFill>
                  <a:srgbClr val="50555B"/>
                </a:solidFill>
                <a:latin typeface="Apple SD Gothic Neo"/>
                <a:ea typeface="Apple SD Gothic Neo"/>
                <a:cs typeface="Apple SD Gothic Neo"/>
              </a:defRPr>
            </a:lvl3pPr>
            <a:lvl4pPr algn="l">
              <a:defRPr sz="1500" b="0">
                <a:solidFill>
                  <a:srgbClr val="50555B"/>
                </a:solidFill>
                <a:latin typeface="Apple SD Gothic Neo"/>
                <a:ea typeface="Apple SD Gothic Neo"/>
                <a:cs typeface="Apple SD Gothic Neo"/>
              </a:defRPr>
            </a:lvl4pPr>
            <a:lvl5pPr algn="l">
              <a:defRPr sz="1500" b="0">
                <a:solidFill>
                  <a:srgbClr val="50555B"/>
                </a:solidFill>
                <a:latin typeface="Apple SD Gothic Neo"/>
                <a:ea typeface="Apple SD Gothic Neo"/>
                <a:cs typeface="Apple SD Gothic Neo"/>
              </a:defRPr>
            </a:lvl5pPr>
            <a:lvl6pPr algn="l">
              <a:defRPr sz="1500" b="0">
                <a:solidFill>
                  <a:srgbClr val="50555B"/>
                </a:solidFill>
                <a:latin typeface="Apple SD Gothic Neo"/>
                <a:ea typeface="Apple SD Gothic Neo"/>
                <a:cs typeface="Apple SD Gothic Neo"/>
              </a:defRPr>
            </a:lvl6pPr>
            <a:lvl7pPr algn="l">
              <a:defRPr sz="1500" b="0">
                <a:solidFill>
                  <a:srgbClr val="50555B"/>
                </a:solidFill>
                <a:latin typeface="Apple SD Gothic Neo"/>
                <a:ea typeface="Apple SD Gothic Neo"/>
                <a:cs typeface="Apple SD Gothic Neo"/>
              </a:defRPr>
            </a:lvl7pPr>
            <a:lvl8pPr algn="l">
              <a:defRPr sz="1500" b="0">
                <a:solidFill>
                  <a:srgbClr val="50555B"/>
                </a:solidFill>
                <a:latin typeface="Apple SD Gothic Neo"/>
                <a:ea typeface="Apple SD Gothic Neo"/>
                <a:cs typeface="Apple SD Gothic Neo"/>
              </a:defRPr>
            </a:lvl8pPr>
            <a:lvl9pPr algn="l">
              <a:defRPr sz="1500" b="0">
                <a:solidFill>
                  <a:srgbClr val="50555B"/>
                </a:solidFill>
                <a:latin typeface="Apple SD Gothic Neo"/>
                <a:ea typeface="Apple SD Gothic Neo"/>
                <a:cs typeface="Apple SD Gothic Neo"/>
              </a:defRPr>
            </a:lvl9pPr>
          </a:lstStyle>
          <a:p xmlns:a="http://schemas.openxmlformats.org/drawingml/2006/main">
            <a:pPr algn="l">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C2 cache는 전체 제공 시간이 7.602→8.784ms로 늘어 보류. C1+C2 조합 미실행. 기존 완료 캠페인 범위의 보완이다.</a:t>
            </a:r>
          </a:p>
        </p:txBody>
      </p:sp>
    </p:spTree>
    <p:extLst>
      <p:ext uri="{BB962C8B-B14F-4D97-AF65-F5344CB8AC3E}">
        <p14:creationId xmlns:p14="http://schemas.microsoft.com/office/powerpoint/2010/main" val="11504813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2026-10-19T07:32:26.5330000Z</dcterms:created>
  <dcterms:modified xsi:type="dcterms:W3CDTF">2026-10-19T07:32:26.5330000Z</dcterms:modified>
</coreProperties>
</file>