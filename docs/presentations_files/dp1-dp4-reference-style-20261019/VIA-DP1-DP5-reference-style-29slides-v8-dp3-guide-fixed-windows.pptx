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dp5v5_notesMaster1.xml" ContentType="application/vnd.openxmlformats-officedocument.presentationml.notesMaster+xml"/>
  <Override PartName="/ppt/notesMasters/theme/dp5v5_theme3.xml" ContentType="application/vnd.openxmlformats-officedocument.them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slideLayouts/dp5v5_slideLayout1.xml" ContentType="application/vnd.openxmlformats-officedocument.presentationml.slideLayout+xml"/>
  <Override PartName="/ppt/slideLayouts/dp5v5_slideLayout2.xml" ContentType="application/vnd.openxmlformats-officedocument.presentationml.slideLayout+xml"/>
  <Override PartName="/ppt/slideLayouts/dp5v5_slideLayout3.xml" ContentType="application/vnd.openxmlformats-officedocument.presentationml.slideLayout+xml"/>
  <Override PartName="/ppt/slideLayouts/dp5v5_slideLayout4.xml" ContentType="application/vnd.openxmlformats-officedocument.presentationml.slideLayout+xml"/>
  <Override PartName="/ppt/slideLayouts/dp5v5_slideLayout5.xml" ContentType="application/vnd.openxmlformats-officedocument.presentationml.slideLayout+xml"/>
  <Override PartName="/ppt/slideLayouts/dp5v5_slideLayout6.xml" ContentType="application/vnd.openxmlformats-officedocument.presentationml.slideLayout+xml"/>
  <Override PartName="/ppt/slideMasters/dp5v5_slideMaster1.xml" ContentType="application/vnd.openxmlformats-officedocument.presentationml.slideMaster+xml"/>
  <Override PartName="/ppt/slideMasters/theme/dp5v5_theme2.xml" ContentType="application/vnd.openxmlformats-officedocument.them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notesMasters/dp3cpuv6_notesMaster1.xml" ContentType="application/vnd.openxmlformats-officedocument.presentationml.notesMaster+xml"/>
  <Override PartName="/ppt/notesMasters/theme/dp3cpuv6_theme3.xml" ContentType="application/vnd.openxmlformats-officedocument.them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slideLayouts/dp3cpuv6_slideLayout1.xml" ContentType="application/vnd.openxmlformats-officedocument.presentationml.slideLayout+xml"/>
  <Override PartName="/ppt/slideLayouts/dp3cpuv6_slideLayout2.xml" ContentType="application/vnd.openxmlformats-officedocument.presentationml.slideLayout+xml"/>
  <Override PartName="/ppt/slideLayouts/dp3cpuv6_slideLayout3.xml" ContentType="application/vnd.openxmlformats-officedocument.presentationml.slideLayout+xml"/>
  <Override PartName="/ppt/slideLayouts/dp3cpuv6_slideLayout4.xml" ContentType="application/vnd.openxmlformats-officedocument.presentationml.slideLayout+xml"/>
  <Override PartName="/ppt/slideLayouts/dp3cpuv6_slideLayout5.xml" ContentType="application/vnd.openxmlformats-officedocument.presentationml.slideLayout+xml"/>
  <Override PartName="/ppt/slideLayouts/dp3cpuv6_slideLayout6.xml" ContentType="application/vnd.openxmlformats-officedocument.presentationml.slideLayout+xml"/>
  <Override PartName="/ppt/slideMasters/dp3cpuv6_slideMaster1.xml" ContentType="application/vnd.openxmlformats-officedocument.presentationml.slideMaster+xml"/>
  <Override PartName="/ppt/slideMasters/theme/dp3cpuv6_theme2.xml" ContentType="application/vnd.openxmlformats-officedocument.them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notesMasters/dp3cpuv7_notesMaster1.xml" ContentType="application/vnd.openxmlformats-officedocument.presentationml.notesMaster+xml"/>
  <Override PartName="/ppt/notesMasters/theme/dp3cpuv7_theme3.xml" ContentType="application/vnd.openxmlformats-officedocument.them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slideLayouts/dp3cpuv7_slideLayout1.xml" ContentType="application/vnd.openxmlformats-officedocument.presentationml.slideLayout+xml"/>
  <Override PartName="/ppt/slideLayouts/dp3cpuv7_slideLayout2.xml" ContentType="application/vnd.openxmlformats-officedocument.presentationml.slideLayout+xml"/>
  <Override PartName="/ppt/slideLayouts/dp3cpuv7_slideLayout3.xml" ContentType="application/vnd.openxmlformats-officedocument.presentationml.slideLayout+xml"/>
  <Override PartName="/ppt/slideLayouts/dp3cpuv7_slideLayout4.xml" ContentType="application/vnd.openxmlformats-officedocument.presentationml.slideLayout+xml"/>
  <Override PartName="/ppt/slideLayouts/dp3cpuv7_slideLayout5.xml" ContentType="application/vnd.openxmlformats-officedocument.presentationml.slideLayout+xml"/>
  <Override PartName="/ppt/slideLayouts/dp3cpuv7_slideLayout6.xml" ContentType="application/vnd.openxmlformats-officedocument.presentationml.slideLayout+xml"/>
  <Override PartName="/ppt/slideMasters/dp3cpuv7_slideMaster1.xml" ContentType="application/vnd.openxmlformats-officedocument.presentationml.slideMaster+xml"/>
  <Override PartName="/ppt/slideMasters/theme/dp3cpuv7_theme2.xml" ContentType="application/vnd.openxmlformats-officedocument.them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notesMasters/dp3cpuv8_notesMaster1.xml" ContentType="application/vnd.openxmlformats-officedocument.presentationml.notesMaster+xml"/>
  <Override PartName="/ppt/notesMasters/theme/dp3cpuv8_theme3.xml" ContentType="application/vnd.openxmlformats-officedocument.them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slideLayouts/dp3cpuv8_slideLayout1.xml" ContentType="application/vnd.openxmlformats-officedocument.presentationml.slideLayout+xml"/>
  <Override PartName="/ppt/slideLayouts/dp3cpuv8_slideLayout2.xml" ContentType="application/vnd.openxmlformats-officedocument.presentationml.slideLayout+xml"/>
  <Override PartName="/ppt/slideLayouts/dp3cpuv8_slideLayout3.xml" ContentType="application/vnd.openxmlformats-officedocument.presentationml.slideLayout+xml"/>
  <Override PartName="/ppt/slideLayouts/dp3cpuv8_slideLayout4.xml" ContentType="application/vnd.openxmlformats-officedocument.presentationml.slideLayout+xml"/>
  <Override PartName="/ppt/slideLayouts/dp3cpuv8_slideLayout5.xml" ContentType="application/vnd.openxmlformats-officedocument.presentationml.slideLayout+xml"/>
  <Override PartName="/ppt/slideLayouts/dp3cpuv8_slideLayout6.xml" ContentType="application/vnd.openxmlformats-officedocument.presentationml.slideLayout+xml"/>
  <Override PartName="/ppt/slideMasters/dp3cpuv8_slideMaster1.xml" ContentType="application/vnd.openxmlformats-officedocument.presentationml.slideMaster+xml"/>
  <Override PartName="/ppt/slideMasters/theme/dp3cpuv8_theme2.xml" ContentType="application/vnd.openxmlformats-officedocument.them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dMasterId r:id="Via_ppt_slideMasters_dp3parallelv3_slideMaster1_xml" id="2147483649"/>
    <p:sldMasterId r:id="Via_ppt_slideMasters_dp5v5_slideMaster1_xml" id="2147483650"/>
    <p:sldMasterId r:id="Via_ppt_slideMasters_dp3cpuv6_slideMaster1_xml" id="2147483651"/>
    <p:sldMasterId r:id="Via_ppt_slideMasters_dp3cpuv7_slideMaster1_xml" id="2147483652"/>
    <p:sldMasterId r:id="Via_ppt_slideMasters_dp3cpuv8_slideMaster1_xml" id="2147483653"/>
  </p:sldMasterIdLst>
  <p:notesMasterIdLst>
    <p:notesMasterId r:id="Rfb29300d6ed74006"/>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77" r:id="Dp3CpuV6Slide1"/>
    <p:sldId id="278" r:id="Dp3CpuV6Slide2"/>
    <p:sldId id="279" r:id="Dp3CpuV6Slide3"/>
    <p:sldId id="280" r:id="Dp3CpuV6Slide4"/>
    <p:sldId id="281" r:id="Dp3CpuV6Slide5"/>
    <p:sldId id="282" r:id="Dp3CpuV6Slide6"/>
    <p:sldId id="283" r:id="Dp3CpuV6Slide7"/>
    <p:sldId id="269" r:id="Dp3ParallelV3Slide14"/>
    <p:sldId id="270" r:id="Dp3ParallelV3Slide15"/>
    <p:sldId id="271" r:id="Dp3ParallelV3Slide16"/>
    <p:sldId id="272" r:id="Dp3ParallelV3Slide17"/>
    <p:sldId id="273" r:id="Dp5V5Append1"/>
    <p:sldId id="274" r:id="Dp5V5Append2"/>
    <p:sldId id="275" r:id="Dp5V5Append3"/>
    <p:sldId id="276" r:id="Dp5V5Append4"/>
    <p:sldId id="284" r:id="Dp3CpuV6Slide8"/>
    <p:sldId id="264" r:id="Dp3ParallelV3Slide9"/>
    <p:sldId id="265" r:id="Dp3ParallelV3Slide10"/>
    <p:sldId id="266" r:id="Dp3ParallelV3Slide11"/>
    <p:sldId id="267" r:id="Dp3ParallelV3Slide12"/>
    <p:sldId id="268" r:id="Dp3ParallelV3Slide13"/>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 Id="Via_ppt_slideMasters_dp5v5_slideMaster1_xml" Type="http://schemas.openxmlformats.org/officeDocument/2006/relationships/slideMaster" Target="/ppt/slideMasters/dp5v5_slideMaster1.xml" /><Relationship Id="Dp5V5Append1" Type="http://schemas.openxmlformats.org/officeDocument/2006/relationships/slide" Target="/ppt/slides/slide218.xml" /><Relationship Id="Dp5V5Append2" Type="http://schemas.openxmlformats.org/officeDocument/2006/relationships/slide" Target="/ppt/slides/slide219.xml" /><Relationship Id="Dp5V5Append3" Type="http://schemas.openxmlformats.org/officeDocument/2006/relationships/slide" Target="/ppt/slides/slide220.xml" /><Relationship Id="Dp5V5Append4" Type="http://schemas.openxmlformats.org/officeDocument/2006/relationships/slide" Target="/ppt/slides/slide221.xml" /><Relationship Id="Via_ppt_slideMasters_dp3cpuv6_slideMaster1_xml" Type="http://schemas.openxmlformats.org/officeDocument/2006/relationships/slideMaster" Target="/ppt/slideMasters/dp3cpuv6_slideMaster1.xml" /><Relationship Id="Dp3CpuV6Slide1" Type="http://schemas.openxmlformats.org/officeDocument/2006/relationships/slide" Target="/ppt/slides/slide309.xml" /><Relationship Id="Dp3CpuV6Slide2" Type="http://schemas.openxmlformats.org/officeDocument/2006/relationships/slide" Target="/ppt/slides/slide510.xml" /><Relationship Id="Dp3CpuV6Slide3" Type="http://schemas.openxmlformats.org/officeDocument/2006/relationships/slide" Target="/ppt/slides/slide511.xml" /><Relationship Id="Dp3CpuV6Slide4" Type="http://schemas.openxmlformats.org/officeDocument/2006/relationships/slide" Target="/ppt/slides/slide512.xml" /><Relationship Id="Dp3CpuV6Slide5" Type="http://schemas.openxmlformats.org/officeDocument/2006/relationships/slide" Target="/ppt/slides/slide313.xml" /><Relationship Id="Dp3CpuV6Slide6" Type="http://schemas.openxmlformats.org/officeDocument/2006/relationships/slide" Target="/ppt/slides/slide314.xml" /><Relationship Id="Dp3CpuV6Slide7" Type="http://schemas.openxmlformats.org/officeDocument/2006/relationships/slide" Target="/ppt/slides/slide315.xml" /><Relationship Id="Dp3CpuV6Slide8" Type="http://schemas.openxmlformats.org/officeDocument/2006/relationships/slide" Target="/ppt/slides/slide316.xml" /><Relationship Id="Via_ppt_slideMasters_dp3cpuv7_slideMaster1_xml" Type="http://schemas.openxmlformats.org/officeDocument/2006/relationships/slideMaster" Target="/ppt/slideMasters/dp3cpuv7_slideMaster1.xml" /><Relationship Id="Via_ppt_slideMasters_dp3cpuv8_slideMaster1_xml" Type="http://schemas.openxmlformats.org/officeDocument/2006/relationships/slideMaster" Target="/ppt/slideMasters/dp3cpuv8_slideMaster1.xml" /></Relationships>
</file>

<file path=ppt/notesMasters/_rels/dp3cpuv6_notesMaster1.xml.rels><?xml version='1.0' encoding='utf-8'?>
<Relationships xmlns="http://schemas.openxmlformats.org/package/2006/relationships"><Relationship Type="http://schemas.openxmlformats.org/officeDocument/2006/relationships/theme" Target="/ppt/notesMasters/theme/dp3cpuv6_theme3.xml" Id="R7b1c3f0bcdf749ab" /></Relationships>
</file>

<file path=ppt/notesMasters/_rels/dp3cpuv7_notesMaster1.xml.rels><?xml version='1.0' encoding='utf-8'?>
<Relationships xmlns="http://schemas.openxmlformats.org/package/2006/relationships"><Relationship Type="http://schemas.openxmlformats.org/officeDocument/2006/relationships/theme" Target="/ppt/notesMasters/theme/dp3cpuv7_theme3.xml" Id="R708d998679314eda" /></Relationships>
</file>

<file path=ppt/notesMasters/_rels/dp3cpuv8_notesMaster1.xml.rels><?xml version='1.0' encoding='utf-8'?>
<Relationships xmlns="http://schemas.openxmlformats.org/package/2006/relationships"><Relationship Type="http://schemas.openxmlformats.org/officeDocument/2006/relationships/theme" Target="/ppt/notesMasters/theme/dp3cpuv8_theme3.xml" Id="Ra15ac00cc5c64300"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ecaaa2478c264715" /></Relationships>
</file>

<file path=ppt/notesMasters/_rels/dp5v5_notesMaster1.xml.rels><?xml version='1.0' encoding='utf-8'?>
<Relationships xmlns="http://schemas.openxmlformats.org/package/2006/relationships"><Relationship Type="http://schemas.openxmlformats.org/officeDocument/2006/relationships/theme" Target="/ppt/notesMasters/theme/dp5v5_theme3.xml" Id="R57f3706fd33847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cpuv6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cpuv7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cpuv8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dp5v5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cpuv6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cpuv7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cpuv8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dp5v5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548eed633c124c44" /><Relationship Type="http://schemas.openxmlformats.org/officeDocument/2006/relationships/notesMaster" Target="/ppt/notesMasters/dp3parallelv3_notesMaster1.xml" Id="R8339f5d1461e405d" /></Relationships>
</file>

<file path=ppt/notesSlides/_rels/notesSlide110.xml.rels><?xml version='1.0' encoding='utf-8'?>
<Relationships xmlns="http://schemas.openxmlformats.org/package/2006/relationships"><Relationship Type="http://schemas.openxmlformats.org/officeDocument/2006/relationships/slide" Target="/ppt/slides/slide110.xml" Id="Ra857dbe4055146e5" /><Relationship Type="http://schemas.openxmlformats.org/officeDocument/2006/relationships/notesMaster" Target="/ppt/notesMasters/dp3parallelv3_notesMaster1.xml" Id="R50a59f6537034f15" /></Relationships>
</file>

<file path=ppt/notesSlides/_rels/notesSlide111.xml.rels><?xml version='1.0' encoding='utf-8'?>
<Relationships xmlns="http://schemas.openxmlformats.org/package/2006/relationships"><Relationship Type="http://schemas.openxmlformats.org/officeDocument/2006/relationships/slide" Target="/ppt/slides/slide111.xml" Id="R66c17b2d04344224" /><Relationship Type="http://schemas.openxmlformats.org/officeDocument/2006/relationships/notesMaster" Target="/ppt/notesMasters/dp3parallelv3_notesMaster1.xml" Id="Rd4caa42a0b8146f2" /></Relationships>
</file>

<file path=ppt/notesSlides/_rels/notesSlide112.xml.rels><?xml version='1.0' encoding='utf-8'?>
<Relationships xmlns="http://schemas.openxmlformats.org/package/2006/relationships"><Relationship Type="http://schemas.openxmlformats.org/officeDocument/2006/relationships/slide" Target="/ppt/slides/slide112.xml" Id="R55875212109f4746" /><Relationship Type="http://schemas.openxmlformats.org/officeDocument/2006/relationships/notesMaster" Target="/ppt/notesMasters/dp3parallelv3_notesMaster1.xml" Id="R94919111deeb4037" /></Relationships>
</file>

<file path=ppt/notesSlides/_rels/notesSlide113.xml.rels><?xml version='1.0' encoding='utf-8'?>
<Relationships xmlns="http://schemas.openxmlformats.org/package/2006/relationships"><Relationship Type="http://schemas.openxmlformats.org/officeDocument/2006/relationships/slide" Target="/ppt/slides/slide113.xml" Id="R54947714149743ea" /><Relationship Type="http://schemas.openxmlformats.org/officeDocument/2006/relationships/notesMaster" Target="/ppt/notesMasters/dp3parallelv3_notesMaster1.xml" Id="R59142628a1c24e79" /></Relationships>
</file>

<file path=ppt/notesSlides/_rels/notesSlide218.xml.rels><?xml version='1.0' encoding='utf-8'?>
<Relationships xmlns="http://schemas.openxmlformats.org/package/2006/relationships"><Relationship Type="http://schemas.openxmlformats.org/officeDocument/2006/relationships/slide" Target="/ppt/slides/slide218.xml" Id="R793b0722ee7b4652" /><Relationship Type="http://schemas.openxmlformats.org/officeDocument/2006/relationships/notesMaster" Target="/ppt/notesMasters/dp5v5_notesMaster1.xml" Id="R24f89122e79348f5" /></Relationships>
</file>

<file path=ppt/notesSlides/_rels/notesSlide219.xml.rels><?xml version='1.0' encoding='utf-8'?>
<Relationships xmlns="http://schemas.openxmlformats.org/package/2006/relationships"><Relationship Type="http://schemas.openxmlformats.org/officeDocument/2006/relationships/slide" Target="/ppt/slides/slide219.xml" Id="R6fa23f1214854a69" /><Relationship Type="http://schemas.openxmlformats.org/officeDocument/2006/relationships/notesMaster" Target="/ppt/notesMasters/dp5v5_notesMaster1.xml" Id="R7cf2974b8f5e45a6" /></Relationships>
</file>

<file path=ppt/notesSlides/_rels/notesSlide220.xml.rels><?xml version='1.0' encoding='utf-8'?>
<Relationships xmlns="http://schemas.openxmlformats.org/package/2006/relationships"><Relationship Type="http://schemas.openxmlformats.org/officeDocument/2006/relationships/slide" Target="/ppt/slides/slide220.xml" Id="Rad0916a690cc42d9" /><Relationship Type="http://schemas.openxmlformats.org/officeDocument/2006/relationships/notesMaster" Target="/ppt/notesMasters/dp5v5_notesMaster1.xml" Id="R0de2d88c22bb462a" /></Relationships>
</file>

<file path=ppt/notesSlides/_rels/notesSlide221.xml.rels><?xml version='1.0' encoding='utf-8'?>
<Relationships xmlns="http://schemas.openxmlformats.org/package/2006/relationships"><Relationship Type="http://schemas.openxmlformats.org/officeDocument/2006/relationships/slide" Target="/ppt/slides/slide221.xml" Id="Rf718bb6a4cf94f49" /><Relationship Type="http://schemas.openxmlformats.org/officeDocument/2006/relationships/notesMaster" Target="/ppt/notesMasters/dp5v5_notesMaster1.xml" Id="R0cc84ca6875b41e4" /></Relationships>
</file>

<file path=ppt/notesSlides/_rels/notesSlide309.xml.rels><?xml version='1.0' encoding='utf-8'?>
<Relationships xmlns="http://schemas.openxmlformats.org/package/2006/relationships"><Relationship Type="http://schemas.openxmlformats.org/officeDocument/2006/relationships/slide" Target="/ppt/slides/slide309.xml" Id="R2d8eb2b9e4ae4dae" /><Relationship Type="http://schemas.openxmlformats.org/officeDocument/2006/relationships/notesMaster" Target="/ppt/notesMasters/dp3cpuv6_notesMaster1.xml" Id="Rbf735899900e465a" /></Relationships>
</file>

<file path=ppt/notesSlides/_rels/notesSlide310.xml.rels><?xml version='1.0' encoding='utf-8'?>
<Relationships xmlns="http://schemas.openxmlformats.org/package/2006/relationships"><Relationship Type="http://schemas.openxmlformats.org/officeDocument/2006/relationships/slide" Target="/ppt/slides/slide310.xml" Id="R24dd4ef14a4c45d6" /><Relationship Type="http://schemas.openxmlformats.org/officeDocument/2006/relationships/notesMaster" Target="/ppt/notesMasters/dp3cpuv6_notesMaster1.xml" Id="R03d1627aebb946e4" /></Relationships>
</file>

<file path=ppt/notesSlides/_rels/notesSlide311.xml.rels><?xml version='1.0' encoding='utf-8'?>
<Relationships xmlns="http://schemas.openxmlformats.org/package/2006/relationships"><Relationship Type="http://schemas.openxmlformats.org/officeDocument/2006/relationships/slide" Target="/ppt/slides/slide311.xml" Id="R8f71166d93624c82" /><Relationship Type="http://schemas.openxmlformats.org/officeDocument/2006/relationships/notesMaster" Target="/ppt/notesMasters/dp3cpuv6_notesMaster1.xml" Id="R77b7c48e30d74f66" /></Relationships>
</file>

<file path=ppt/notesSlides/_rels/notesSlide312.xml.rels><?xml version='1.0' encoding='utf-8'?>
<Relationships xmlns="http://schemas.openxmlformats.org/package/2006/relationships"><Relationship Type="http://schemas.openxmlformats.org/officeDocument/2006/relationships/slide" Target="/ppt/slides/slide312.xml" Id="Re59cd184889a428d" /><Relationship Type="http://schemas.openxmlformats.org/officeDocument/2006/relationships/notesMaster" Target="/ppt/notesMasters/dp3cpuv6_notesMaster1.xml" Id="R2947e11723b849c9" /></Relationships>
</file>

<file path=ppt/notesSlides/_rels/notesSlide313.xml.rels><?xml version='1.0' encoding='utf-8'?>
<Relationships xmlns="http://schemas.openxmlformats.org/package/2006/relationships"><Relationship Type="http://schemas.openxmlformats.org/officeDocument/2006/relationships/slide" Target="/ppt/slides/slide313.xml" Id="R76b05513d39c421d" /><Relationship Type="http://schemas.openxmlformats.org/officeDocument/2006/relationships/notesMaster" Target="/ppt/notesMasters/dp3cpuv6_notesMaster1.xml" Id="Raede9628f1b1452c" /></Relationships>
</file>

<file path=ppt/notesSlides/_rels/notesSlide314.xml.rels><?xml version='1.0' encoding='utf-8'?>
<Relationships xmlns="http://schemas.openxmlformats.org/package/2006/relationships"><Relationship Type="http://schemas.openxmlformats.org/officeDocument/2006/relationships/slide" Target="/ppt/slides/slide314.xml" Id="Rc354c90c73234401" /><Relationship Type="http://schemas.openxmlformats.org/officeDocument/2006/relationships/notesMaster" Target="/ppt/notesMasters/dp3cpuv6_notesMaster1.xml" Id="Recfa8c1e853a4110" /></Relationships>
</file>

<file path=ppt/notesSlides/_rels/notesSlide315.xml.rels><?xml version='1.0' encoding='utf-8'?>
<Relationships xmlns="http://schemas.openxmlformats.org/package/2006/relationships"><Relationship Type="http://schemas.openxmlformats.org/officeDocument/2006/relationships/slide" Target="/ppt/slides/slide315.xml" Id="R0a4f2988ee7f4277" /><Relationship Type="http://schemas.openxmlformats.org/officeDocument/2006/relationships/notesMaster" Target="/ppt/notesMasters/dp3cpuv6_notesMaster1.xml" Id="R78459043adc24770" /></Relationships>
</file>

<file path=ppt/notesSlides/_rels/notesSlide316.xml.rels><?xml version='1.0' encoding='utf-8'?>
<Relationships xmlns="http://schemas.openxmlformats.org/package/2006/relationships"><Relationship Type="http://schemas.openxmlformats.org/officeDocument/2006/relationships/slide" Target="/ppt/slides/slide316.xml" Id="R1118bbc540104d73" /><Relationship Type="http://schemas.openxmlformats.org/officeDocument/2006/relationships/notesMaster" Target="/ppt/notesMasters/dp3cpuv6_notesMaster1.xml" Id="R64e3b4f232264ed9" /></Relationships>
</file>

<file path=ppt/notesSlides/_rels/notesSlide410.xml.rels><?xml version='1.0' encoding='utf-8'?>
<Relationships xmlns="http://schemas.openxmlformats.org/package/2006/relationships"><Relationship Type="http://schemas.openxmlformats.org/officeDocument/2006/relationships/slide" Target="/ppt/slides/slide410.xml" Id="R597e93d77cc649c9" /><Relationship Type="http://schemas.openxmlformats.org/officeDocument/2006/relationships/notesMaster" Target="/ppt/notesMasters/dp3cpuv7_notesMaster1.xml" Id="R9e4830fb223249a2" /></Relationships>
</file>

<file path=ppt/notesSlides/_rels/notesSlide411.xml.rels><?xml version='1.0' encoding='utf-8'?>
<Relationships xmlns="http://schemas.openxmlformats.org/package/2006/relationships"><Relationship Type="http://schemas.openxmlformats.org/officeDocument/2006/relationships/slide" Target="/ppt/slides/slide411.xml" Id="R51dfcdbd421a4f00" /><Relationship Type="http://schemas.openxmlformats.org/officeDocument/2006/relationships/notesMaster" Target="/ppt/notesMasters/dp3cpuv7_notesMaster1.xml" Id="R2ac84727b6e441f6" /></Relationships>
</file>

<file path=ppt/notesSlides/_rels/notesSlide412.xml.rels><?xml version='1.0' encoding='utf-8'?>
<Relationships xmlns="http://schemas.openxmlformats.org/package/2006/relationships"><Relationship Type="http://schemas.openxmlformats.org/officeDocument/2006/relationships/slide" Target="/ppt/slides/slide412.xml" Id="Rb8a8089771134518" /><Relationship Type="http://schemas.openxmlformats.org/officeDocument/2006/relationships/notesMaster" Target="/ppt/notesMasters/dp3cpuv7_notesMaster1.xml" Id="Re02870f4cf9949ed" /></Relationships>
</file>

<file path=ppt/notesSlides/_rels/notesSlide510.xml.rels><?xml version='1.0' encoding='utf-8'?>
<Relationships xmlns="http://schemas.openxmlformats.org/package/2006/relationships"><Relationship Type="http://schemas.openxmlformats.org/officeDocument/2006/relationships/slide" Target="/ppt/slides/slide510.xml" Id="R388d85fe0c994c88" /><Relationship Type="http://schemas.openxmlformats.org/officeDocument/2006/relationships/notesMaster" Target="/ppt/notesMasters/dp3cpuv8_notesMaster1.xml" Id="R22abfc1e626c496e" /></Relationships>
</file>

<file path=ppt/notesSlides/_rels/notesSlide511.xml.rels><?xml version='1.0' encoding='utf-8'?>
<Relationships xmlns="http://schemas.openxmlformats.org/package/2006/relationships"><Relationship Type="http://schemas.openxmlformats.org/officeDocument/2006/relationships/slide" Target="/ppt/slides/slide511.xml" Id="Rba5f480683a94a86" /><Relationship Type="http://schemas.openxmlformats.org/officeDocument/2006/relationships/notesMaster" Target="/ppt/notesMasters/dp3cpuv8_notesMaster1.xml" Id="R422cd69e4d3842bc" /></Relationships>
</file>

<file path=ppt/notesSlides/_rels/notesSlide512.xml.rels><?xml version='1.0' encoding='utf-8'?>
<Relationships xmlns="http://schemas.openxmlformats.org/package/2006/relationships"><Relationship Type="http://schemas.openxmlformats.org/officeDocument/2006/relationships/slide" Target="/ppt/slides/slide512.xml" Id="R2506ea4a8ce44ebe" /><Relationship Type="http://schemas.openxmlformats.org/officeDocument/2006/relationships/notesMaster" Target="/ppt/notesMasters/dp3cpuv8_notesMaster1.xml" Id="Rf29d406601f84aad"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B4의 실측을 현재 병렬 기본 B의 pixel 조건 관측으로 활용한다. 새 측정이나 기존 raw variant 이름의 변경은 아니다. 기존 48회 중 A BASIC과 B4 TACTIC 각각12episode는 같은 pixel 계약, 사례, 고정 모델, 공통 slot cap과 평가 정의를 사용했다. 실행 phase는 달랐고 실제 모델 반환도 달라질 수 있어 순수 병렬화 단독 인과나 정확도 개선을 확정하지 않는다. 정규화 A와 pixel B4를 한 쌍으로 놓지 않는다. 양쪽의 미완료 및 조건부 시간 평균과 미확정 비용을 보존한다. 기존 정규화 A/순차 B는 별도의 당시 비교로 유지한다.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이 v4 발표판의 11쪽은 기존 pixel A와 B4의 동일 계약 관측을 사용한다. B4는 병렬 기본 B의 실측 근거로 활용하지만 원시 실행 ID와 당시 phase는 유지한다. 정규화 병렬 B만 미측정이며 B 전체가 미측정이라는 뜻이 아니다. 기존 결과는 비교의 유용한 관측이며 동시 무작위 A/B 새 실험을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설명용 사례이며 실행 fixture가 아니다. 실제 display 증거가 D2/D3와 발화의 대응을 지지해야 한다. 원본도 모호하면 동일 확인 절차를 사용한다. 과거 feedback가 이미 현재 요청으로 확정되어 공통 상태에 있다면 B만의 생산 이익으로 세지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구조도 개정: A는 원본 조회 인터페이스와 요청 단위 Request Interpreter 작업 상태를 갖는다. B는 Context Manager 내부에 사건 기반 생산·게시, source revision/처리 cursor/dirty 상태, 영속 파생 관계, 검증된 조회 인터페이스를 추가한다. 작은 상자는 제안한 내부 책임이며 별도 정식 Component가 아니다. A도 명시적 연결과 채택한 사실을 재사용한다. A 임시 상태는 현재 요청에서 생성한 작업 후보를 뜻하며 확정 사실 삭제를 뜻하지 않는다. B의 변경 추적은 논리적 처리 목록으로 별도 broker나 강제 프로세스 격리가 아니다. source 변경과 의미 불일치는 사용을 무효화하며 갱신이 실패하거나 미완료면 요청은 원본을 보완한다. 의미 적용 중 발견한 부족함도 조회 인터페이스를 통해 같은 원본으로 보완한다. 생산에 필요한 원문은 같은 원본 읽기 경로를 사용한다. QA는 21장에 전체 비교한다.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기본안 선택은 보류다. 원본에 이미 존재하는 명시적 Task·작성자 관계와 확정 선호는 A도 조회한다. A1은 사실의 기본 보존이 아니라 추가 후속 검색 색인이다. B1은 batching으로 미소비 비용을 항상 없애는 구조가 아니며 게시 지연을 비용으로 가진다.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DP5 설계 가설, 미측정, 미선택. 2026-10-20 사용자 정의의 QA07 요청 의미 해석 정확도는 과거 QA07 부하 추가 지연과 다르다. QA07 우선순위·목표·점수는 미확정이다.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근거: /Users/changbae/Workspace/via-sw-architecture/docs/architecture/12-decisions/decision-packages/seven-problem-review/dp5-delegation-memory-20261020.md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기존 발표 DP1 B/C의 요청 시 원본 구성과 사전 관계 생산, DP4 A/B의 준비·갱신 지식을 위임 관계에 구체화했다. 기존 DP1 C가 같은 관계를 생산하면 공유하고 중복 비용·효과를 계산하지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 공통: 원본·실제 표시 판본·공개 결과·Task/Agent 연결·명시적 사실·이미 확정한 조건과 허용 선호를 보존하고 재사용한다. 코드로 ID·시각·연결 필터와 텍스트 검색을 수행하며, 검색 결과는 의미 정답이 아니다. Embedding은 선택적 공통 검색 보완이며 이 두 구조의 정의가 아니다. 필요한 의미 해석만 동일 모델 자원을 쓴다. 고정 LLM 호출 횟수 비교가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Context Manager는 허용 근거의 조회·파생 관계의 생산과 저장을 담당하고, Request Interpreter는 현재 요청 의미를 제안하며 Request Controller는 최초 현재 의미 채택을 담당한다. 정식 Component 내부의 한국어 상자는 기능이다. 별도 물리 서비스나 모델 가중치를 요구하지 않는다. DP2 실행 구조·DP3 grounding·DP44 개입 정책·Agent 선택 규칙·후속 인계 방식은 공통이다. 원본 권위, 권한·철회·현재 판본 검사를 유지한다. 상세 도메인 추론·계획·실행은 Downstream Agent 책임이다.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B의 valid는 원본 현재성일 뿐 의미 정답을 보장하지 않는다. 미생산·오래된·미확인 범위와 의미 불일치는 원본 보완한다. 명시적 사실이나 이전 요청에서 이미 확정한 관계는 A도 재사용한다. 새 QA07은 최초 확정한 대상·목적·조건·기존 요청 관계가 모두 맞는지 입력 단위로 판단한다. 지칭 오류가 QA02/07을 함께 실패하게 할 수 있으며 독립 이익으로 합산하지 않는다. 인계 후 조건 누락·실제 Agent 실행 성패는 두 정확도에 포함하지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 이익은 관계 해결이 첫 올바른 구체적 내용 표시를 실제로 막을 때만 가능하다. 먼저 표시 가능한 다른 올바른 구체 내용이 있으면 두 안에 동일하게 허용한다. QA03은 요청 임계 경로와 실제 background 경합을 포함하고 사전 생산 시간은 단계별로 드러낸다. QA05는 같은 전체 episode에서 미소비 생산·갱신·재시도·요청·수신자 비용을 포함한다. QA04 실제 변경 모듈과 QA06 로컬 peak RAM은 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QA02는 첫 지칭 대상 집합, 새 QA07은 필수 요청 의미 전체다. 인계 후 조건 누락이나 실제 Agent 수행 성공을 정확성으로 대체하지 않는다. QA07 목표·우선순위·점수 미확정. 동일 원본·모델·예산에서 최초 재참조/반복/미사용/정정/상황 변경을 비교한다. A의 확인 사실 재사용을 허용한다. QA05는 같은 episode의 생산부터 요청·수신자까지 미사용·재시도 포함이다. 별도 모델 가중치를 B 비용으로 가정하지 않는다. B 원본 보완 또는 갱신과 요청 경합이 많으면 지연 이익이 사라질 수 있다. 표의 요청 경로 단축은 구조의 가능성으로, LLM 성능과 사례 분포를 넘는 확정 우위를 뜻하지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S3는 단순히 과거 화면을 조회하면 끝나는 사례가 아니다. 두 시점에 지칭한 것이 이동한 같은 견적인지 판단하여 중복 제거해야 한다. A도 두 원본과 포인터를 읽고 추가 crop을 요청할 수 있다. B는 UI seed와 SAM의 시각 대응을 사용하지만 그 track도 파생 근거이며 정답 보장은 없다. 실제 혼동과 근거 부족은 보존하고 확인한다.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A를 한 번의 LLM 호출로 제한하지 않는다. A의 원본 조회·crop·native ID·확정 상태 재사용을 허용한다. B는 최종 LLM에 원음을 다시 보내지 않는다. local UI는 OmniParser detector+EasyOCR이며 Florence captioner는 이 구성에서 제외한다. R1은 요청마다 runtime을 종료하지 않으며 모델 session만 교대한다. 모델 unload와 episode 삭제는 별개다.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R2/R3의 모델 상주는 최초 사용 이후다. cold에서는 로딩이 발생한다. R1/R2/R3는 같은 episode 보존 정책이다. R3의 독립 복구는 native crash/강제 종료에도 다른 worker를 유지하는 process boundary의 차이다. 정상 시나리오 QA04를 복구성 점수로 바꾸지 않는다. R2 역시 명시적 admission/메모리 예산을 갖추면 동시 추론이 가능하므로 병렬성은 R3만의 고유 이익이 아니다. 현재 비교는 동일 total CPU budget과 순차 heavy stage이며 IPC 0.06초 가정만 반영한다.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UI detector TorchScript 파일 281 MB(MIT), EasyOCR 별도, SAM2.1 Tiny checkpoint 약156 MB/38.9M. 디스크 파일 크기와 RAM을 동일시하지 않는다. 합성 모델 객체 UI420/SAM170 MB. runtime shared60+private280; R3 shared60 한 번+private280 두 번. 활성 SAMworkspace680+episode180. UIworkspace260과 임시 로딩380/156은 다른 시점 원장에 포함한다. R1 SAM peak에서는 UI session 회수 완료. allocator가 반환하지 않으면 R1 이익이 줄어든다. S2/S4는 SAM을 생략한다. worker executable은 번들 Python/의존 라이브러리를 시작하는 배포 단위이며 model weights만으로 실행하지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모델 참고: https://huggingface.co/microsoft/OmniParser-v2.0 / https://github.com/microsoft/OmniParser / https://github.com/facebookresearch/sam2 / https://github.com/JaidedAI/EasyOCR</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정확한 사용 artifact와 라이선스는 cpu-runtime-architecture.md의 inventory를 따르며 이 슬라이드는 상용 배포 승인 결론이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S3 준비는 현재 clip이 아니라 이전 별도 두 시점 견적 중복 제거 요청이다. 그래서 이미 UI/SAM 사용 이력이 있지만 현재 선택 정답은 준비 때 알 수 없다. S4/S5 준비는 UI만 필요하다. R1도 runtime/episode는 유지하지만 weights를 회수한다. S2 bbox로 처리 가능한 두 카드는 SAM을 쓰지 않는다. S5 A도 확정 내용 재사용. QA01 공통1.10=cloud S2S잔여.30+gateLLM.65+원본읽기.08+첫표시.07. QA03은 첫응답 뒤 공통2.5166667초를 이 합성 요청에서만 더한다:dispatch.15+resultlink.10+summaryLLM1.8666667+audio preparation.35+UI.05. 외부 Agent업무8초는 제외한다. 일반적으로 모든 DP의 QA03=QA01+상수라는 정의는 아니다. 작성변형20개는 통계적 모델반복시험20회가 아니다.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QA01/03/02/07의 분모가120인 것은 이번 authored fixture가 입력당 새목표와지칭표현하나이기때문이지 일반계약이같다는뜻아님. QA04 C01..06 A=[1,1,1,3,2,3],B=[1,1,1,3,2,4],실제Rustdiff미실행. C06구간근거철회시candidate_dependencies 추가변경 가정. Python수/프로세스수를모듈수로계산하지않음. QA05 synthetic단가 textin$1/M,textout$4/M,imageequivalent$1/M,audioin$.001/sec,audioout$.002/sec. A평가2.60368+준비1.30152;B평가2.24928+준비1.16952. Agent .324각각별도. imageequivalent는provider실제tokenizer아님. A대상오류13,B5:공통4,A만9,B만1. 대상오류외의미오류5개공통. QA02/07차이는같은대상오류8개감소이다.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추천은 가정한 CPU latency와 기존합의QA01우선순위로A를선택한다는분석결론이며acceptedADR나제품채택아님. QA07새우선순위미부여. A보다B-R2정확도6.67pp/비용12.4552%이익은산식가정. R1대R2 .50sec/420MB,R3대R2 .04sec/288MB. QA04작은조건부차이는주선택근거아님. 공통guard면동률. A에추가지연1.8166667초보다더큰차이가실제로생기면R2시간역전. S5재사용비중만높이고나머지비율고정시91.7355%초과에서R2시간역전하지만실제빈도예측아님. B정확도우선은결과를본후A탈락용임계값조작이아니라사전합의필요. R3독립복구는현재7개정상QA외 별도필수요구로검토한다.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DP3-GROUNDING-CPU-SYN-1.0 / VOICE-SCREEN-CPU-SYN-1.0 / SYNTHETIC_AUTHORED_NOT_MEASURED. 모든 새 수치는 작성한 가정과 오프라인 산식이며 모델 실행·측정·실제 청구 결과가 아니다. 평가 120개 음성 입력·지칭 표현·새 목표 + 별도 준비 활동 60개. 준비는 비용과 동시 RAM 원장에 포함. COMMON-QA-SYN-1.0 Text 모집단과 직접 비교하거나 합산하지 않는다. 동일 ASR·word timestamp, 원본 화면·포인터·선택, cloud S2S 및 최종 의미 LLM. 8 CPU core/16 GB RAM/SSD; visual 총4 thread; 기본 heavy visual stage 순차. 512 MB 임시한계는 이 비교에서 유보.</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/Users/changbae/Workspace/via-sw-architecture/docs/architecture/12-decisions/decision-packages/seven-problem-review/dp3-grounding-architecture-20261021/cpu-runtime-architecture.md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/Users/changbae/Workspace/via-sw-architecture/docs/architecture/12-decisions/decision-packages/seven-problem-review/dp3-grounding-architecture-20261021/local-producer.md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/Users/changbae/Workspace/via-sw-architecture/docs/architecture/12-decisions/decision-packages/seven-problem-review/dp3-grounding-architecture-20261021/synthetic-comparison/README.md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/Users/changbae/Workspace/via-sw-architecture/docs/architecture/12-decisions/decision-packages/seven-problem-review/dp3-grounding-architecture-20261021/synthetic-comparison/results.md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/Users/changbae/Workspace/via-sw-architecture/docs/architecture/12-decisions/decision-packages/seven-problem-review/dp3-grounding-architecture-20261021/synthetic-comparison/summary.json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요청에 따라 원본21장중DP3 9~13쪽의본문/노트/의존자료를보존하여Appendix25~29쪽으로이동했다. 페이지번호만현행29장에맞춘다. 이전노트의옛페이지참조는역사적문맥으로유지한다. 이구분장은이전관측을무효화하는것이아니라현행새대안과섞지않기위한출처범위설명이다.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 원본 읽기와 추가 해석을 허용. B는 Screen Target Producer가 소유하는 후보 revision을 Request Interpreter가 읽으며, 후보 부족 시 같은 생산기에 Expand를 요청한다. 6의 Infer 반환은 같은 호스트 모듈로 돌아온다. 모든 proposal은 Request Controller가 input/source revision, 권한, 현행성을 검증해 채택한다. Context Manager 원본은 Interaction Manager 관측과 동일 전사/시각에서 온다. 읽기 그림은 이미 허가된 범위이며 새 범위는 Request Controller가 별도 승인한다. Model Access의 host/worker는 같은 논리 Component의 분산 배치이다. R1 worker 내부 상세 및 episode와 model session의 서로 다른 수명은 12쪽. 번호는 각 대안 안에서 실행 순서를 나타낸다. 2/3 원본 재조회는 반복 가능하며 A의 호출횟수를1회로제한하지않는다.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p10의 Request Controller, Request Interpreter, cloud Model Access client는 공통이므로 이 배치 상세에서는 생략했다. 각 안의 Screen Target Producer는 p10과 같은 인스턴스다. Model Access는 host scheduler와 worker adapter/runtime를 포함하는 하나의 논리 Component이며 process마다 복제된 component권위가 아니다. UI/SAM session은 최초사용후상주. 기본heavy stage1개. 1UI명령→2UI결과host반환→seed검토→3필요시SAM→4mask결과host반환이다. R3의 fanout/join 없음. 한runtime의모델상주R2와별도runtimeR3차이는모델동시실행과별개. 작은candidate기록host, 실제SAMtensorworker. R2 crash는공유주소공간의두session영향,R3SAMcrash는UI주소공간보존. stalegeneration결과는host거절하고권한있는원본과seed로재생산한다.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architecture v7. Representation and ownership correction only. All numeric assumptions remain DP3-GROUNDING-CPU-SYN-1.0 / SYNTHETIC_AUTHORED_NOT_MEASURED. Source contract: /Users/changbae/Workspace/via-sw-architecture/docs/architecture/12-decisions/decision-packages/seven-problem-review/dp3-grounding-architecture-20261021/presentation-architecture-contract.md. Models and queues are design proposals, not implemented components. Same ASR/timestamps and cloud S2S/meaning LLM.</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상단은R1/R2동일배치의확대도. ModelSession은실행단계가아닌Runtime소유RAM상태. adapter가runtime을호출한다. UI/SAMweights는diskmanifest로검증하고EnsureModel에서load한다. 디스크파일은이그림의RAM표에가산하지않는다. bundledPython+PyTorchCPUworker는VIA가spawn하고namedpipecommand/result와sharedbufferhandles를사용한다. 1명령에는job/request/input_revision/source_revision/capability/frame_refs/coordinate_transforms/seed_or_prompt/model_generation. 2결과는동일식별자와candidate_or_mask_refs/uncertainty/model_version/error. ReadACK는bufferlease회수일뿐candidate채택아님. ReleaseModel과CloseEpisode는다른명령. R1runtime유지,한모델session교대. R2usedsessions상주.R3두process/runtimes. 이확대도는생산기를생략한Model Access의분산배치를보인다. 요청선은host실행제어기에서workerIPC Endpoint로,완료선은같은host제어상태로돌아온다. frame본문을namedpipe에복제하지않으며공유bufferhandle과읽기ACK를사용한다. QA06수치기존가정동일:560공통,UI420,SAM170,runtime60shared+280private,workspace680+episode180,IPC24/32. SAMpeak이며UIworkspace동시합산안함.</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A의 최초 흐름은1조회허가,2원본반환,3해석,4모델요청,5모델결과,6의미제안또는원본부족이다. 원본부족이면6→1→2→3으로반복한다. B는1조회,2원본,3생산허가,4후보,5결합해석,6모델요청,7모델결과,8의미제안또는확장요청이다. 후보확장은8→3→4→5이고 새원본이필요하면8→1→2→3→4→5이다. 생산기자체가원본부족을반환하면4→1→2→3이다. 최초B가후보를만들기위해불필요한의미LLM호출을먼저수행하지않는다. 최종의미는Request Controller가현재입력과권한을검사하여채택한다.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CPU 시각 실행기는 11~12쪽 UI/SAM 어댑터와 CPU 추론 런타임의 축약 내부 Module 표기이다. 별도 Component나 새 process가 아니다. R1의 현재 모델과 추적 상태는 별개 RAM 상태이며 상세 load/release/close 경로는 12쪽이다.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화면 생산의 요청과 반환은 1 생산기 UI 요청, 2 worker UI 실행, 3 UI 결과 생산기 반환, 4 정밀 경계가 필요할 때 생산기 SAM 요청, 5 worker SAM 실행, 6 SAM 결과 생산기 반환 순서다. 후보 구성기가 UI 결과에서 seed를 결정한 뒤에만 SAM 작업을 제출한다. native 후보가 충분하거나 UI bbox가 충분하면 해당 시각 추론은 생략한다. 단계 번호는 이 페이지의 host-worker 흐름이며 p10의 요청 의미 해석 번호와 별개다.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각 대안의 로컬 실행 제어기는 모든 시각 worker에 걸쳐 총 CPU 4 thread와 heavy stage 1개를 허가한다. 두 worker를 자동 병렬 실행하는 구조가 아니다. IPC 수신기는 Module이고 대기열은 별도의 RAM 저장이다. 모든 호출과 결과선은 실제 Module에 연결된다. UI/SAM 모델 세션은 최초 필요 시 로딩한 이후 유지하며, 영상 작업 상태의 종료는 모델 수명과 별도다. runtime와 adapter 내부 전후처리는 p12에서 확대한다.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R2 crash는 같은 주소 공간의 UI/SAM 모델 세션과 영상 tensor에 영향을 준다. R3 SAM crash는 UI worker 주소 공간을 직접 제거하지 않는다. host 후보 기록은 두 안 모두 남는다. 실행 세대 확인으로 이전 worker 결과를 거절하고 권한 있는 원본과 seed에서 필요한 tensor를 재생산한다.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DP3 v8 guide correction. SYNTHETIC_AUTHORED_NOT_MEASURED. Source: docs/architecture/12-decisions/decision-packages/seven-problem-review/dp3-grounding-architecture-20261021/presentation-architecture-contract.md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실행 제어기는 worker의 기동, CPU 실행 허가, 작업과 실행 세대, 취소 및 결과 유효성 확인을 책임진다. Model Access의 동일 논리 Component를 host와 worker에 나누어 배치한다. IPC 수신기에서 UI/SAM 어댑터로 명령을 분배하며 adapter가 CPU runtime을 호출한다. EnsureModel은 이미 설치된 disk 파일을 runtime으로 읽어 모델 객체와 weights를 구성한다. disk 파일은 RAM 합계에 넣지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RunStage, EnsureModel, ReleaseModel, CloseEpisode는 named pipe의 별도 명령이다. IPC와 adapter를 거쳐 ReleaseModel은 runtime의 모델 세션 회수로, CloseEpisode는 adapter가 소유한 영상 tensor 종료로 이어진다. 각 path는 그림에 실제로 연결되어 있다. 추론 결과는 runtime에서 adapter로 돌아온 뒤 전후처리와 판본을 갖춰 IPC에 반환한다. runtime을 호출하지 않는 CloseEpisode도 adapter에서 완료 또는 오류를 IPC로 반환하는 같은 경로를 갖는다. ReleaseModel이 사용 중이거나 tensor가 참조하는 model을 강제 삭제한다는 의미가 아니며 참조 확인 후 회수하고 실제 RAM을 따로 확인한다. 공통 원본과 host 후보 기록은 둘 중 어느 명령으로도 삭제하지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CPU runtime은 bundled Python + PyTorch CPU 실행기다. R1은 runtime을 유지하면서 필요한 모델 session을 교체한다. R2는 최초 필요 시 load한 모델 session을 유지한다. R3는 p11의 두 process에 같은 실행 구조가 각각 배치된다. 모델 상주만으로 영상 상태 보존이나 정확도 차이를 만들지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RAM 값은 v7의 합성 가정을 그대로 유지한다. 공통 560 MB, UI 객체 420 MB, SAM 객체 170 MB, shared runtime 60 MB와 process private 280 MB, 추론 workspace 680 MB와 영상 상태 180 MB, 입력 buffer A32/R1R2 24/R3 32 MB. SAM peak이며 UI workspace를 동시에 더하지 않는다. UI와 SAM의 실제 추론을 수행해 측정한 값이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cpuv6_slideLayout1.xml.rels><?xml version='1.0' encoding='utf-8'?>
<Relationships xmlns="http://schemas.openxmlformats.org/package/2006/relationships"><Relationship Type="http://schemas.openxmlformats.org/officeDocument/2006/relationships/slideMaster" Target="/ppt/slideMasters/dp3cpuv6_slideMaster1.xml" Id="Rc66781deebba4774" /></Relationships>
</file>

<file path=ppt/slideLayouts/_rels/dp3cpuv6_slideLayout2.xml.rels><?xml version='1.0' encoding='utf-8'?>
<Relationships xmlns="http://schemas.openxmlformats.org/package/2006/relationships"><Relationship Type="http://schemas.openxmlformats.org/officeDocument/2006/relationships/slideMaster" Target="/ppt/slideMasters/dp3cpuv6_slideMaster1.xml" Id="Rf90304f336af4baa" /></Relationships>
</file>

<file path=ppt/slideLayouts/_rels/dp3cpuv6_slideLayout3.xml.rels><?xml version='1.0' encoding='utf-8'?>
<Relationships xmlns="http://schemas.openxmlformats.org/package/2006/relationships"><Relationship Type="http://schemas.openxmlformats.org/officeDocument/2006/relationships/slideMaster" Target="/ppt/slideMasters/dp3cpuv6_slideMaster1.xml" Id="R4a09034e0ac84f54" /></Relationships>
</file>

<file path=ppt/slideLayouts/_rels/dp3cpuv6_slideLayout4.xml.rels><?xml version='1.0' encoding='utf-8'?>
<Relationships xmlns="http://schemas.openxmlformats.org/package/2006/relationships"><Relationship Type="http://schemas.openxmlformats.org/officeDocument/2006/relationships/slideMaster" Target="/ppt/slideMasters/dp3cpuv6_slideMaster1.xml" Id="R46a4be5e2a264878" /></Relationships>
</file>

<file path=ppt/slideLayouts/_rels/dp3cpuv6_slideLayout5.xml.rels><?xml version='1.0' encoding='utf-8'?>
<Relationships xmlns="http://schemas.openxmlformats.org/package/2006/relationships"><Relationship Type="http://schemas.openxmlformats.org/officeDocument/2006/relationships/slideMaster" Target="/ppt/slideMasters/dp3cpuv6_slideMaster1.xml" Id="R892b376c87e746c4" /></Relationships>
</file>

<file path=ppt/slideLayouts/_rels/dp3cpuv6_slideLayout6.xml.rels><?xml version='1.0' encoding='utf-8'?>
<Relationships xmlns="http://schemas.openxmlformats.org/package/2006/relationships"><Relationship Type="http://schemas.openxmlformats.org/officeDocument/2006/relationships/slideMaster" Target="/ppt/slideMasters/dp3cpuv6_slideMaster1.xml" Id="Rad3f8014932d41ab" /></Relationships>
</file>

<file path=ppt/slideLayouts/_rels/dp3cpuv7_slideLayout1.xml.rels><?xml version='1.0' encoding='utf-8'?>
<Relationships xmlns="http://schemas.openxmlformats.org/package/2006/relationships"><Relationship Type="http://schemas.openxmlformats.org/officeDocument/2006/relationships/slideMaster" Target="/ppt/slideMasters/dp3cpuv7_slideMaster1.xml" Id="Rad60c0bed7e840e9" /></Relationships>
</file>

<file path=ppt/slideLayouts/_rels/dp3cpuv7_slideLayout2.xml.rels><?xml version='1.0' encoding='utf-8'?>
<Relationships xmlns="http://schemas.openxmlformats.org/package/2006/relationships"><Relationship Type="http://schemas.openxmlformats.org/officeDocument/2006/relationships/slideMaster" Target="/ppt/slideMasters/dp3cpuv7_slideMaster1.xml" Id="R6ca0ced46fca4ea7" /></Relationships>
</file>

<file path=ppt/slideLayouts/_rels/dp3cpuv7_slideLayout3.xml.rels><?xml version='1.0' encoding='utf-8'?>
<Relationships xmlns="http://schemas.openxmlformats.org/package/2006/relationships"><Relationship Type="http://schemas.openxmlformats.org/officeDocument/2006/relationships/slideMaster" Target="/ppt/slideMasters/dp3cpuv7_slideMaster1.xml" Id="Rfafe8c4b158f4b27" /></Relationships>
</file>

<file path=ppt/slideLayouts/_rels/dp3cpuv7_slideLayout4.xml.rels><?xml version='1.0' encoding='utf-8'?>
<Relationships xmlns="http://schemas.openxmlformats.org/package/2006/relationships"><Relationship Type="http://schemas.openxmlformats.org/officeDocument/2006/relationships/slideMaster" Target="/ppt/slideMasters/dp3cpuv7_slideMaster1.xml" Id="R9fcfe31d69934064" /></Relationships>
</file>

<file path=ppt/slideLayouts/_rels/dp3cpuv7_slideLayout5.xml.rels><?xml version='1.0' encoding='utf-8'?>
<Relationships xmlns="http://schemas.openxmlformats.org/package/2006/relationships"><Relationship Type="http://schemas.openxmlformats.org/officeDocument/2006/relationships/slideMaster" Target="/ppt/slideMasters/dp3cpuv7_slideMaster1.xml" Id="R853beb1ad996459a" /></Relationships>
</file>

<file path=ppt/slideLayouts/_rels/dp3cpuv7_slideLayout6.xml.rels><?xml version='1.0' encoding='utf-8'?>
<Relationships xmlns="http://schemas.openxmlformats.org/package/2006/relationships"><Relationship Type="http://schemas.openxmlformats.org/officeDocument/2006/relationships/slideMaster" Target="/ppt/slideMasters/dp3cpuv7_slideMaster1.xml" Id="Rb1e27c8c1dac4d7d" /></Relationships>
</file>

<file path=ppt/slideLayouts/_rels/dp3cpuv8_slideLayout1.xml.rels><?xml version='1.0' encoding='utf-8'?>
<Relationships xmlns="http://schemas.openxmlformats.org/package/2006/relationships"><Relationship Type="http://schemas.openxmlformats.org/officeDocument/2006/relationships/slideMaster" Target="/ppt/slideMasters/dp3cpuv8_slideMaster1.xml" Id="R0a2fcd58eeca4bb4" /></Relationships>
</file>

<file path=ppt/slideLayouts/_rels/dp3cpuv8_slideLayout2.xml.rels><?xml version='1.0' encoding='utf-8'?>
<Relationships xmlns="http://schemas.openxmlformats.org/package/2006/relationships"><Relationship Type="http://schemas.openxmlformats.org/officeDocument/2006/relationships/slideMaster" Target="/ppt/slideMasters/dp3cpuv8_slideMaster1.xml" Id="R1ee4807c64014cd7" /></Relationships>
</file>

<file path=ppt/slideLayouts/_rels/dp3cpuv8_slideLayout3.xml.rels><?xml version='1.0' encoding='utf-8'?>
<Relationships xmlns="http://schemas.openxmlformats.org/package/2006/relationships"><Relationship Type="http://schemas.openxmlformats.org/officeDocument/2006/relationships/slideMaster" Target="/ppt/slideMasters/dp3cpuv8_slideMaster1.xml" Id="Re9f537b06cdd4210" /></Relationships>
</file>

<file path=ppt/slideLayouts/_rels/dp3cpuv8_slideLayout4.xml.rels><?xml version='1.0' encoding='utf-8'?>
<Relationships xmlns="http://schemas.openxmlformats.org/package/2006/relationships"><Relationship Type="http://schemas.openxmlformats.org/officeDocument/2006/relationships/slideMaster" Target="/ppt/slideMasters/dp3cpuv8_slideMaster1.xml" Id="Re532677e2b5d4885" /></Relationships>
</file>

<file path=ppt/slideLayouts/_rels/dp3cpuv8_slideLayout5.xml.rels><?xml version='1.0' encoding='utf-8'?>
<Relationships xmlns="http://schemas.openxmlformats.org/package/2006/relationships"><Relationship Type="http://schemas.openxmlformats.org/officeDocument/2006/relationships/slideMaster" Target="/ppt/slideMasters/dp3cpuv8_slideMaster1.xml" Id="Rc381041078a541c7" /></Relationships>
</file>

<file path=ppt/slideLayouts/_rels/dp3cpuv8_slideLayout6.xml.rels><?xml version='1.0' encoding='utf-8'?>
<Relationships xmlns="http://schemas.openxmlformats.org/package/2006/relationships"><Relationship Type="http://schemas.openxmlformats.org/officeDocument/2006/relationships/slideMaster" Target="/ppt/slideMasters/dp3cpuv8_slideMaster1.xml" Id="R29016ef4b5504417" /></Relationship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3eb3e05aa6e84170"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c9850db5dad94d93"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7d9f3ded3f4146fa"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8ca0f25f3732467f"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379f0b57ce91452d"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9f399e95438845cf" /></Relationships>
</file>

<file path=ppt/slideLayouts/_rels/dp5v5_slideLayout1.xml.rels><?xml version='1.0' encoding='utf-8'?>
<Relationships xmlns="http://schemas.openxmlformats.org/package/2006/relationships"><Relationship Type="http://schemas.openxmlformats.org/officeDocument/2006/relationships/slideMaster" Target="/ppt/slideMasters/dp5v5_slideMaster1.xml" Id="R6184fd7e70de4501" /></Relationships>
</file>

<file path=ppt/slideLayouts/_rels/dp5v5_slideLayout2.xml.rels><?xml version='1.0' encoding='utf-8'?>
<Relationships xmlns="http://schemas.openxmlformats.org/package/2006/relationships"><Relationship Type="http://schemas.openxmlformats.org/officeDocument/2006/relationships/slideMaster" Target="/ppt/slideMasters/dp5v5_slideMaster1.xml" Id="Rf743d3efc2ea4d68" /></Relationships>
</file>

<file path=ppt/slideLayouts/_rels/dp5v5_slideLayout3.xml.rels><?xml version='1.0' encoding='utf-8'?>
<Relationships xmlns="http://schemas.openxmlformats.org/package/2006/relationships"><Relationship Type="http://schemas.openxmlformats.org/officeDocument/2006/relationships/slideMaster" Target="/ppt/slideMasters/dp5v5_slideMaster1.xml" Id="R818f8d6423a548cb" /></Relationships>
</file>

<file path=ppt/slideLayouts/_rels/dp5v5_slideLayout4.xml.rels><?xml version='1.0' encoding='utf-8'?>
<Relationships xmlns="http://schemas.openxmlformats.org/package/2006/relationships"><Relationship Type="http://schemas.openxmlformats.org/officeDocument/2006/relationships/slideMaster" Target="/ppt/slideMasters/dp5v5_slideMaster1.xml" Id="R7b4ac68cffbd46b7" /></Relationships>
</file>

<file path=ppt/slideLayouts/_rels/dp5v5_slideLayout5.xml.rels><?xml version='1.0' encoding='utf-8'?>
<Relationships xmlns="http://schemas.openxmlformats.org/package/2006/relationships"><Relationship Type="http://schemas.openxmlformats.org/officeDocument/2006/relationships/slideMaster" Target="/ppt/slideMasters/dp5v5_slideMaster1.xml" Id="R9fa785df075d4173" /></Relationships>
</file>

<file path=ppt/slideLayouts/_rels/dp5v5_slideLayout6.xml.rels><?xml version='1.0' encoding='utf-8'?>
<Relationships xmlns="http://schemas.openxmlformats.org/package/2006/relationships"><Relationship Type="http://schemas.openxmlformats.org/officeDocument/2006/relationships/slideMaster" Target="/ppt/slideMasters/dp5v5_slideMaster1.xml" Id="Rf2b78bbc43134f4d"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cpuv6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CBF45250-AC14-40E2-8D2C-FA057D62C62E}"/>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4AB5A772-2C76-4D30-BB24-34AFCA78A6D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0639FEA-9766-4BAD-8FD2-BB88CC4D8D8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46F25C48-4C4B-4C12-96CB-0490DF48FE7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3F13150B-1A17-499B-9854-AB4B99FF972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F72A7EE1-51B0-4E2D-A71E-8869E08A0A9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E6B6FAE-6898-44AA-8578-C95F8E1115E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AF7C3B5E-86D6-461A-A981-A1D604029C04}"/>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E6283965-492C-433D-A16E-7C25808B1DF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84E0143-F1E3-49FD-97F0-0036DA76A223}"/>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6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cpuv7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BDE6CE1A-6659-48E6-904A-2DC4F0FC6E0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FA1071C1-191F-4E03-8C2B-0FEEF4E593B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D0E2402-DE04-4508-A3CC-CFD228290DE5}"/>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EDCD008-8E2A-4D4A-BD14-8E498AB4C31D}"/>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A62AEDFB-79C7-418E-83C8-0995F0A18092}"/>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480F62D1-D843-4346-99BA-8B57787F3B22}"/>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C33FDCC-AE95-45BB-8287-C107B273F1EF}"/>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1B53D49B-C017-48E2-9553-222FDD7FA51A}"/>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110A9E4C-DF16-4AF9-A902-FBD6711EC2FC}"/>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648351C1-6698-4E97-8421-0F40C7502F81}"/>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7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cpuv8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2EF50FE5-8BC2-40E7-AF2E-BCEA059810BB}"/>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D3AC4574-7FB0-4FAC-9288-0D4394FF5047}"/>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52767ADB-3E55-4D7B-A0C6-391747ED2869}"/>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1A3CBC48-9393-4D9F-85A5-C9F6545993B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F16F7AF-B8CA-49E6-8365-CBA926916BED}"/>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06E0A341-4A01-491D-9DE1-D23678116887}"/>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E8A6C09C-B8AF-437F-8577-62DB0E61D5A2}"/>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7898352B-106B-455D-B584-631500D8D11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A1A56AA1-BF61-498B-9ACB-9528E375C27B}"/>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FF703422-FBDD-4A1B-AA5B-408719EDD63C}"/>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cpuv8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4CFFF403-EEA0-4105-8CE1-B98CB4E4C184}"/>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58D241FA-52E7-43FE-968F-284EE9F9AFCE}"/>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5A7C7A-23F7-490E-A1DB-70B2C4261243}"/>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02C317E0-CD35-40A0-AFE8-790E061AEA7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8BFD3453-0FD2-43C0-A057-5DBD18AAACD5}"/>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35C77B14-BCC2-4672-83A9-54E33098649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41F9855-3A2F-4D66-BDAB-CA9F534CF38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81C9835C-2CDF-40C8-9C98-902316F035E9}"/>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B94BCF24-5AED-4D64-A36E-31AFABB8C073}"/>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DF18F3E2-22E1-4168-A882-7C410D7379C9}"/>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dp5v5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0CCD6CC1-3F64-4F48-A142-8BBD872537B3}"/>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ED276F71-D94E-4735-B9CC-D262CCB04F34}"/>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7CA38462-2B36-4DFA-91E4-CC6E29AF47D7}"/>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B775EB94-73E1-454A-922F-7B0896EBDDA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6039EE4F-87CB-4150-A563-F624E9475738}"/>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2E0D7D-01D4-4DA8-B08B-8A3F68457D5E}"/>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362B8F8D-4355-41A0-968B-134EA566489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C8174F0B-DF4C-49AE-AEB5-5BDFA2202AB0}"/>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04D23854-78CF-4CF9-80AF-BEE88EFFAC35}"/>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9958D97C-D1BF-446D-9EE1-843461BC3438}"/>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5v5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cpuv6_slideMaster1.xml.rels><?xml version='1.0' encoding='utf-8'?>
<Relationships xmlns="http://schemas.openxmlformats.org/package/2006/relationships"><Relationship Type="http://schemas.openxmlformats.org/officeDocument/2006/relationships/theme" Target="/ppt/slideMasters/theme/dp3cpuv6_theme2.xml" Id="R772883d6ddc04e22" /><Relationship Type="http://schemas.openxmlformats.org/officeDocument/2006/relationships/slideLayout" Target="/ppt/slideLayouts/dp3cpuv6_slideLayout1.xml" Id="R7282f2ed279e4c37" /><Relationship Type="http://schemas.openxmlformats.org/officeDocument/2006/relationships/slideLayout" Target="/ppt/slideLayouts/dp3cpuv6_slideLayout2.xml" Id="R5668674e4d084711" /><Relationship Type="http://schemas.openxmlformats.org/officeDocument/2006/relationships/slideLayout" Target="/ppt/slideLayouts/dp3cpuv6_slideLayout3.xml" Id="Rc11c614762b64655" /><Relationship Type="http://schemas.openxmlformats.org/officeDocument/2006/relationships/slideLayout" Target="/ppt/slideLayouts/dp3cpuv6_slideLayout4.xml" Id="R3280ec8bf85c45d6" /><Relationship Type="http://schemas.openxmlformats.org/officeDocument/2006/relationships/slideLayout" Target="/ppt/slideLayouts/dp3cpuv6_slideLayout5.xml" Id="R2d5d552818354396" /><Relationship Type="http://schemas.openxmlformats.org/officeDocument/2006/relationships/slideLayout" Target="/ppt/slideLayouts/dp3cpuv6_slideLayout6.xml" Id="R2293cd0953574a95" /></Relationships>
</file>

<file path=ppt/slideMasters/_rels/dp3cpuv7_slideMaster1.xml.rels><?xml version='1.0' encoding='utf-8'?>
<Relationships xmlns="http://schemas.openxmlformats.org/package/2006/relationships"><Relationship Type="http://schemas.openxmlformats.org/officeDocument/2006/relationships/theme" Target="/ppt/slideMasters/theme/dp3cpuv7_theme2.xml" Id="R4de59d7c50cf4cd5" /><Relationship Type="http://schemas.openxmlformats.org/officeDocument/2006/relationships/slideLayout" Target="/ppt/slideLayouts/dp3cpuv7_slideLayout1.xml" Id="Rf517bba5aaab44b6" /><Relationship Type="http://schemas.openxmlformats.org/officeDocument/2006/relationships/slideLayout" Target="/ppt/slideLayouts/dp3cpuv7_slideLayout2.xml" Id="R12bc93f63d3d4912" /><Relationship Type="http://schemas.openxmlformats.org/officeDocument/2006/relationships/slideLayout" Target="/ppt/slideLayouts/dp3cpuv7_slideLayout3.xml" Id="R7c6e560541114aa3" /><Relationship Type="http://schemas.openxmlformats.org/officeDocument/2006/relationships/slideLayout" Target="/ppt/slideLayouts/dp3cpuv7_slideLayout4.xml" Id="Rbde0c0b3a7584da3" /><Relationship Type="http://schemas.openxmlformats.org/officeDocument/2006/relationships/slideLayout" Target="/ppt/slideLayouts/dp3cpuv7_slideLayout5.xml" Id="R52d0af1844a044ff" /><Relationship Type="http://schemas.openxmlformats.org/officeDocument/2006/relationships/slideLayout" Target="/ppt/slideLayouts/dp3cpuv7_slideLayout6.xml" Id="Rc0a63c04bf164f6d" /></Relationships>
</file>

<file path=ppt/slideMasters/_rels/dp3cpuv8_slideMaster1.xml.rels><?xml version='1.0' encoding='utf-8'?>
<Relationships xmlns="http://schemas.openxmlformats.org/package/2006/relationships"><Relationship Type="http://schemas.openxmlformats.org/officeDocument/2006/relationships/theme" Target="/ppt/slideMasters/theme/dp3cpuv8_theme2.xml" Id="R368a7a440f7a4b66" /><Relationship Type="http://schemas.openxmlformats.org/officeDocument/2006/relationships/slideLayout" Target="/ppt/slideLayouts/dp3cpuv8_slideLayout1.xml" Id="R6ce7ab4fa0a74a07" /><Relationship Type="http://schemas.openxmlformats.org/officeDocument/2006/relationships/slideLayout" Target="/ppt/slideLayouts/dp3cpuv8_slideLayout2.xml" Id="R3a3896773fda4ee2" /><Relationship Type="http://schemas.openxmlformats.org/officeDocument/2006/relationships/slideLayout" Target="/ppt/slideLayouts/dp3cpuv8_slideLayout3.xml" Id="R2ac35507ec6f4348" /><Relationship Type="http://schemas.openxmlformats.org/officeDocument/2006/relationships/slideLayout" Target="/ppt/slideLayouts/dp3cpuv8_slideLayout4.xml" Id="Rd4ca343451b94d53" /><Relationship Type="http://schemas.openxmlformats.org/officeDocument/2006/relationships/slideLayout" Target="/ppt/slideLayouts/dp3cpuv8_slideLayout5.xml" Id="R2db51921ca3c49ff" /><Relationship Type="http://schemas.openxmlformats.org/officeDocument/2006/relationships/slideLayout" Target="/ppt/slideLayouts/dp3cpuv8_slideLayout6.xml" Id="R9aa59cd783f94880" /></Relationships>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f87fc6e2b0d14f91" /><Relationship Type="http://schemas.openxmlformats.org/officeDocument/2006/relationships/slideLayout" Target="/ppt/slideLayouts/dp3parallelv3_slideLayout1.xml" Id="R0830c310ae4e4594" /><Relationship Type="http://schemas.openxmlformats.org/officeDocument/2006/relationships/slideLayout" Target="/ppt/slideLayouts/dp3parallelv3_slideLayout2.xml" Id="R3fd5c0a700a5451d" /><Relationship Type="http://schemas.openxmlformats.org/officeDocument/2006/relationships/slideLayout" Target="/ppt/slideLayouts/dp3parallelv3_slideLayout3.xml" Id="R76cc8e0054db4975" /><Relationship Type="http://schemas.openxmlformats.org/officeDocument/2006/relationships/slideLayout" Target="/ppt/slideLayouts/dp3parallelv3_slideLayout4.xml" Id="R211be443d46b4fdd" /><Relationship Type="http://schemas.openxmlformats.org/officeDocument/2006/relationships/slideLayout" Target="/ppt/slideLayouts/dp3parallelv3_slideLayout5.xml" Id="Rb0fda7f23b59410b" /><Relationship Type="http://schemas.openxmlformats.org/officeDocument/2006/relationships/slideLayout" Target="/ppt/slideLayouts/dp3parallelv3_slideLayout6.xml" Id="R883870a31f8a48b7" /></Relationships>
</file>

<file path=ppt/slideMasters/_rels/dp5v5_slideMaster1.xml.rels><?xml version='1.0' encoding='utf-8'?>
<Relationships xmlns="http://schemas.openxmlformats.org/package/2006/relationships"><Relationship Type="http://schemas.openxmlformats.org/officeDocument/2006/relationships/theme" Target="/ppt/slideMasters/theme/dp5v5_theme2.xml" Id="R36f0dfe5f7cb40d8" /><Relationship Type="http://schemas.openxmlformats.org/officeDocument/2006/relationships/slideLayout" Target="/ppt/slideLayouts/dp5v5_slideLayout1.xml" Id="R1a08bf158d754086" /><Relationship Type="http://schemas.openxmlformats.org/officeDocument/2006/relationships/slideLayout" Target="/ppt/slideLayouts/dp5v5_slideLayout2.xml" Id="Radfc24e831b641a4" /><Relationship Type="http://schemas.openxmlformats.org/officeDocument/2006/relationships/slideLayout" Target="/ppt/slideLayouts/dp5v5_slideLayout3.xml" Id="R69eb72bc4db84884" /><Relationship Type="http://schemas.openxmlformats.org/officeDocument/2006/relationships/slideLayout" Target="/ppt/slideLayouts/dp5v5_slideLayout4.xml" Id="R5430487d202c47b4" /><Relationship Type="http://schemas.openxmlformats.org/officeDocument/2006/relationships/slideLayout" Target="/ppt/slideLayouts/dp5v5_slideLayout5.xml" Id="Redacf981b3c64389" /><Relationship Type="http://schemas.openxmlformats.org/officeDocument/2006/relationships/slideLayout" Target="/ppt/slideLayouts/dp5v5_slideLayout6.xml" Id="R8746ae886b104afc"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cpuv6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7282f2ed279e4c37"/>
    <p:sldLayoutId id="2147483650" r:id="R5668674e4d084711"/>
    <p:sldLayoutId id="2147483651" r:id="Rc11c614762b64655"/>
    <p:sldLayoutId id="2147483652" r:id="R3280ec8bf85c45d6"/>
    <p:sldLayoutId id="2147483653" r:id="R2d5d552818354396"/>
    <p:sldLayoutId id="2147483654" r:id="R2293cd0953574a95"/>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cpuv7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f517bba5aaab44b6"/>
    <p:sldLayoutId id="2147483650" r:id="R12bc93f63d3d4912"/>
    <p:sldLayoutId id="2147483651" r:id="R7c6e560541114aa3"/>
    <p:sldLayoutId id="2147483652" r:id="Rbde0c0b3a7584da3"/>
    <p:sldLayoutId id="2147483653" r:id="R52d0af1844a044ff"/>
    <p:sldLayoutId id="2147483654" r:id="Rc0a63c04bf164f6d"/>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cpuv8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6ce7ab4fa0a74a07"/>
    <p:sldLayoutId id="2147483650" r:id="R3a3896773fda4ee2"/>
    <p:sldLayoutId id="2147483651" r:id="R2ac35507ec6f4348"/>
    <p:sldLayoutId id="2147483652" r:id="Rd4ca343451b94d53"/>
    <p:sldLayoutId id="2147483653" r:id="R2db51921ca3c49ff"/>
    <p:sldLayoutId id="2147483654" r:id="R9aa59cd783f94880"/>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0830c310ae4e4594"/>
    <p:sldLayoutId id="2147483650" r:id="R3fd5c0a700a5451d"/>
    <p:sldLayoutId id="2147483651" r:id="R76cc8e0054db4975"/>
    <p:sldLayoutId id="2147483652" r:id="R211be443d46b4fdd"/>
    <p:sldLayoutId id="2147483653" r:id="Rb0fda7f23b59410b"/>
    <p:sldLayoutId id="2147483654" r:id="R883870a31f8a48b7"/>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dp5v5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1a08bf158d754086"/>
    <p:sldLayoutId id="2147483650" r:id="Radfc24e831b641a4"/>
    <p:sldLayoutId id="2147483651" r:id="R69eb72bc4db84884"/>
    <p:sldLayoutId id="2147483652" r:id="R5430487d202c47b4"/>
    <p:sldLayoutId id="2147483653" r:id="Redacf981b3c64389"/>
    <p:sldLayoutId id="2147483654" r:id="R8746ae886b104afc"/>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cpuv6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cpuv7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cpuv8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dp5v5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f599bd2bd15146a6" /><Relationship Type="http://schemas.openxmlformats.org/officeDocument/2006/relationships/notesSlide" Target="/ppt/notesSlides/notesSlide109.xml" Id="Red77f98b92b04f05"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13e3d2b8b0b40f0" /><Relationship Type="http://schemas.openxmlformats.org/officeDocument/2006/relationships/notesSlide" Target="/ppt/notesSlides/notesSlide110.xml" Id="R7d673c9804704acf"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90b9a82a21c74977" /><Relationship Type="http://schemas.openxmlformats.org/officeDocument/2006/relationships/notesSlide" Target="/ppt/notesSlides/notesSlide111.xml" Id="R40d0f0dbf827446c"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37b57ee9be684920" /><Relationship Type="http://schemas.openxmlformats.org/officeDocument/2006/relationships/notesSlide" Target="/ppt/notesSlides/notesSlide112.xml" Id="R2c4b94d975fc4ec6"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eb175b09d75241ee" /><Relationship Type="http://schemas.openxmlformats.org/officeDocument/2006/relationships/notesSlide" Target="/ppt/notesSlides/notesSlide113.xml" Id="R04fc713ba3b1424d" /></Relationships>
</file>

<file path=ppt/slides/_rels/slide218.xml.rels><?xml version='1.0' encoding='utf-8'?>
<Relationships xmlns="http://schemas.openxmlformats.org/package/2006/relationships"><Relationship Type="http://schemas.openxmlformats.org/officeDocument/2006/relationships/slideLayout" Target="/ppt/slideLayouts/dp5v5_slideLayout6.xml" Id="R4a9378c304674473" /><Relationship Type="http://schemas.openxmlformats.org/officeDocument/2006/relationships/notesSlide" Target="/ppt/notesSlides/notesSlide218.xml" Id="R5e64ead75f4c4119" /></Relationships>
</file>

<file path=ppt/slides/_rels/slide219.xml.rels><?xml version='1.0' encoding='utf-8'?>
<Relationships xmlns="http://schemas.openxmlformats.org/package/2006/relationships"><Relationship Type="http://schemas.openxmlformats.org/officeDocument/2006/relationships/slideLayout" Target="/ppt/slideLayouts/dp5v5_slideLayout6.xml" Id="Re734ce8dbe4e45a7" /><Relationship Type="http://schemas.openxmlformats.org/officeDocument/2006/relationships/notesSlide" Target="/ppt/notesSlides/notesSlide219.xml" Id="Ra5c84e11eece4ced" /></Relationships>
</file>

<file path=ppt/slides/_rels/slide220.xml.rels><?xml version='1.0' encoding='utf-8'?>
<Relationships xmlns="http://schemas.openxmlformats.org/package/2006/relationships"><Relationship Type="http://schemas.openxmlformats.org/officeDocument/2006/relationships/slideLayout" Target="/ppt/slideLayouts/dp5v5_slideLayout6.xml" Id="R1a33b73f4fd641db" /><Relationship Type="http://schemas.openxmlformats.org/officeDocument/2006/relationships/notesSlide" Target="/ppt/notesSlides/notesSlide220.xml" Id="R90b0eec5f5354eaa" /></Relationships>
</file>

<file path=ppt/slides/_rels/slide221.xml.rels><?xml version='1.0' encoding='utf-8'?>
<Relationships xmlns="http://schemas.openxmlformats.org/package/2006/relationships"><Relationship Type="http://schemas.openxmlformats.org/officeDocument/2006/relationships/slideLayout" Target="/ppt/slideLayouts/dp5v5_slideLayout6.xml" Id="R5c18f81b50a04c1c" /><Relationship Type="http://schemas.openxmlformats.org/officeDocument/2006/relationships/notesSlide" Target="/ppt/notesSlides/notesSlide221.xml" Id="R532f55b44fe04cb8" /></Relationships>
</file>

<file path=ppt/slides/_rels/slide309.xml.rels><?xml version='1.0' encoding='utf-8'?>
<Relationships xmlns="http://schemas.openxmlformats.org/package/2006/relationships"><Relationship Type="http://schemas.openxmlformats.org/officeDocument/2006/relationships/slideLayout" Target="/ppt/slideLayouts/dp3cpuv6_slideLayout6.xml" Id="R152da9668e7d44c6" /><Relationship Type="http://schemas.openxmlformats.org/officeDocument/2006/relationships/notesSlide" Target="/ppt/notesSlides/notesSlide309.xml" Id="R73440f79ba644d30" /></Relationships>
</file>

<file path=ppt/slides/_rels/slide310.xml.rels><?xml version='1.0' encoding='utf-8'?>
<Relationships xmlns="http://schemas.openxmlformats.org/package/2006/relationships"><Relationship Type="http://schemas.openxmlformats.org/officeDocument/2006/relationships/slideLayout" Target="/ppt/slideLayouts/dp3cpuv6_slideLayout6.xml" Id="R36504d07b49740c9" /><Relationship Type="http://schemas.openxmlformats.org/officeDocument/2006/relationships/notesSlide" Target="/ppt/notesSlides/notesSlide310.xml" Id="R5bf6e26a2fb849e7" /></Relationships>
</file>

<file path=ppt/slides/_rels/slide311.xml.rels><?xml version='1.0' encoding='utf-8'?>
<Relationships xmlns="http://schemas.openxmlformats.org/package/2006/relationships"><Relationship Type="http://schemas.openxmlformats.org/officeDocument/2006/relationships/slideLayout" Target="/ppt/slideLayouts/dp3cpuv6_slideLayout6.xml" Id="R24defea0356d40f5" /><Relationship Type="http://schemas.openxmlformats.org/officeDocument/2006/relationships/notesSlide" Target="/ppt/notesSlides/notesSlide311.xml" Id="R1c29e053be2b44c7" /></Relationships>
</file>

<file path=ppt/slides/_rels/slide312.xml.rels><?xml version='1.0' encoding='utf-8'?>
<Relationships xmlns="http://schemas.openxmlformats.org/package/2006/relationships"><Relationship Type="http://schemas.openxmlformats.org/officeDocument/2006/relationships/slideLayout" Target="/ppt/slideLayouts/dp3cpuv6_slideLayout6.xml" Id="R6d7002be3e1e4cd6" /><Relationship Type="http://schemas.openxmlformats.org/officeDocument/2006/relationships/notesSlide" Target="/ppt/notesSlides/notesSlide312.xml" Id="Rd7edd91af73a474c" /></Relationships>
</file>

<file path=ppt/slides/_rels/slide313.xml.rels><?xml version='1.0' encoding='utf-8'?>
<Relationships xmlns="http://schemas.openxmlformats.org/package/2006/relationships"><Relationship Type="http://schemas.openxmlformats.org/officeDocument/2006/relationships/slideLayout" Target="/ppt/slideLayouts/dp3cpuv6_slideLayout6.xml" Id="R729a849b3ba04797" /><Relationship Type="http://schemas.openxmlformats.org/officeDocument/2006/relationships/notesSlide" Target="/ppt/notesSlides/notesSlide313.xml" Id="Rd1af8a945cc74445" /></Relationships>
</file>

<file path=ppt/slides/_rels/slide314.xml.rels><?xml version='1.0' encoding='utf-8'?>
<Relationships xmlns="http://schemas.openxmlformats.org/package/2006/relationships"><Relationship Type="http://schemas.openxmlformats.org/officeDocument/2006/relationships/slideLayout" Target="/ppt/slideLayouts/dp3cpuv6_slideLayout6.xml" Id="R545db189e126441f" /><Relationship Type="http://schemas.openxmlformats.org/officeDocument/2006/relationships/notesSlide" Target="/ppt/notesSlides/notesSlide314.xml" Id="R30a21c026af745b1" /></Relationships>
</file>

<file path=ppt/slides/_rels/slide315.xml.rels><?xml version='1.0' encoding='utf-8'?>
<Relationships xmlns="http://schemas.openxmlformats.org/package/2006/relationships"><Relationship Type="http://schemas.openxmlformats.org/officeDocument/2006/relationships/slideLayout" Target="/ppt/slideLayouts/dp3cpuv6_slideLayout6.xml" Id="R0d65a0f2d71542be" /><Relationship Type="http://schemas.openxmlformats.org/officeDocument/2006/relationships/notesSlide" Target="/ppt/notesSlides/notesSlide315.xml" Id="R88444ab4ddc34fd8" /></Relationships>
</file>

<file path=ppt/slides/_rels/slide316.xml.rels><?xml version='1.0' encoding='utf-8'?>
<Relationships xmlns="http://schemas.openxmlformats.org/package/2006/relationships"><Relationship Type="http://schemas.openxmlformats.org/officeDocument/2006/relationships/slideLayout" Target="/ppt/slideLayouts/dp3cpuv6_slideLayout6.xml" Id="R4a6be0b50e344acf" /><Relationship Type="http://schemas.openxmlformats.org/officeDocument/2006/relationships/notesSlide" Target="/ppt/notesSlides/notesSlide316.xml" Id="Rcbf16d5d56cf45d6" /></Relationships>
</file>

<file path=ppt/slides/_rels/slide410.xml.rels><?xml version='1.0' encoding='utf-8'?>
<Relationships xmlns="http://schemas.openxmlformats.org/package/2006/relationships"><Relationship Type="http://schemas.openxmlformats.org/officeDocument/2006/relationships/slideLayout" Target="/ppt/slideLayouts/dp3cpuv7_slideLayout6.xml" Id="R8834de16e1f64a06" /><Relationship Type="http://schemas.openxmlformats.org/officeDocument/2006/relationships/notesSlide" Target="/ppt/notesSlides/notesSlide410.xml" Id="R69d2d8aa35b548bd" /></Relationships>
</file>

<file path=ppt/slides/_rels/slide411.xml.rels><?xml version='1.0' encoding='utf-8'?>
<Relationships xmlns="http://schemas.openxmlformats.org/package/2006/relationships"><Relationship Type="http://schemas.openxmlformats.org/officeDocument/2006/relationships/slideLayout" Target="/ppt/slideLayouts/dp3cpuv7_slideLayout6.xml" Id="R7b1bcbc1e47b4253" /><Relationship Type="http://schemas.openxmlformats.org/officeDocument/2006/relationships/notesSlide" Target="/ppt/notesSlides/notesSlide411.xml" Id="R339060f9c9514228" /></Relationships>
</file>

<file path=ppt/slides/_rels/slide412.xml.rels><?xml version='1.0' encoding='utf-8'?>
<Relationships xmlns="http://schemas.openxmlformats.org/package/2006/relationships"><Relationship Type="http://schemas.openxmlformats.org/officeDocument/2006/relationships/slideLayout" Target="/ppt/slideLayouts/dp3cpuv7_slideLayout6.xml" Id="R91a89c0fe7444941" /><Relationship Type="http://schemas.openxmlformats.org/officeDocument/2006/relationships/notesSlide" Target="/ppt/notesSlides/notesSlide412.xml" Id="Rbf7674208d264c15" /></Relationships>
</file>

<file path=ppt/slides/_rels/slide510.xml.rels><?xml version='1.0' encoding='utf-8'?>
<Relationships xmlns="http://schemas.openxmlformats.org/package/2006/relationships"><Relationship Type="http://schemas.openxmlformats.org/officeDocument/2006/relationships/slideLayout" Target="/ppt/slideLayouts/dp3cpuv8_slideLayout6.xml" Id="Re8b820054162496a" /><Relationship Type="http://schemas.openxmlformats.org/officeDocument/2006/relationships/notesSlide" Target="/ppt/notesSlides/notesSlide510.xml" Id="Ref3f6f5a8d4448bd" /></Relationships>
</file>

<file path=ppt/slides/_rels/slide511.xml.rels><?xml version='1.0' encoding='utf-8'?>
<Relationships xmlns="http://schemas.openxmlformats.org/package/2006/relationships"><Relationship Type="http://schemas.openxmlformats.org/officeDocument/2006/relationships/slideLayout" Target="/ppt/slideLayouts/dp3cpuv8_slideLayout6.xml" Id="R2aa362ce578749f6" /><Relationship Type="http://schemas.openxmlformats.org/officeDocument/2006/relationships/notesSlide" Target="/ppt/notesSlides/notesSlide511.xml" Id="Rc6ab88b91cfe40ef" /></Relationships>
</file>

<file path=ppt/slides/_rels/slide512.xml.rels><?xml version='1.0' encoding='utf-8'?>
<Relationships xmlns="http://schemas.openxmlformats.org/package/2006/relationships"><Relationship Type="http://schemas.openxmlformats.org/officeDocument/2006/relationships/slideLayout" Target="/ppt/slideLayouts/dp3cpuv8_slideLayout6.xml" Id="Rfbb4a3dacb5a4cbe" /><Relationship Type="http://schemas.openxmlformats.org/officeDocument/2006/relationships/notesSlide" Target="/ppt/notesSlides/notesSlide512.xml" Id="R204e16be0e3d4991"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29</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29</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29</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29</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29</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29</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29</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29</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29</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29</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18 / 29</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19 / 29</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1F803DBB-3300-4404-891D-84A7DFD84A6D}"/>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7777621F-9FFE-4F48-B333-98D8BDBA0F1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332DA30A-EB86-4B7C-A6A5-9941258987C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B9EBEEA-BD1F-4933-A498-189312DC17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087F066-1843-4A6F-8357-4782F5E1E1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BB720419-E865-4BEB-867A-C2B3C313713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4D35BC32-2613-4071-A186-946EDAFFC4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BFB0B753-7A2F-4C52-B495-6A29E47AAA8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AB889E59-2A00-4BF5-B536-2A1B60345CB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AB27CDDC-9C0F-4673-9957-EFFE19DC8CA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2DE16DBC-2101-4556-A012-61B487DC1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340DA84-CE7C-4582-A435-58EB278D88A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6C340339-9633-4335-A8E3-AE1F67B917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25 / 29</a:t>
            </a:r>
            <a:endParaRPr lang="ko-KR">
              <a:latin typeface="Calibri"/>
              <a:ea typeface="Calibri"/>
              <a:cs typeface="Calibri"/>
            </a:endParaRPr>
          </a:p>
        </p:txBody>
      </p:sp>
      <p:sp>
        <p:nvSpPr>
          <p:cNvPr id="14" name="DP3 object 14">
            <a:extLst>
              <a:ext uri="{FF2B5EF4-FFF2-40B4-BE49-F238E27FC236}">
                <ns2:creationId id="{E1945A89-E0C1-4D5A-9AFA-876B4D3B5C11}"/>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1919233E-1F80-4748-9258-F426D0AD2218}"/>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D6AB6203-0D4D-432D-A06D-C8A4F112582A}"/>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D26090D7-7C60-416E-85D0-A7948E33878E}"/>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03DFC894-4540-449F-A9CD-3B727720666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BB7AF1EF-EC54-4FA9-B2A9-49E8C6A09C6A}"/>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AF1CF54-5B40-4BFC-8B2D-5077175C17D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261417E5-2577-456D-ADC8-4F4B32D479F0}"/>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228DB197-5D46-4D35-ACCE-00964FC6A2B2}"/>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BDA7016C-0684-490A-9634-A6976597FC09}"/>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878D1E1-EC19-46BE-82A4-A6B825FDD0E1}"/>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91B517F6-6EF7-4A44-A5F0-02977B60D880}"/>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C60CD434-40DE-490F-8F90-12938542C6FD}"/>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3389B277-52D1-4C30-8AB1-DD7EBEB9549D}"/>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A4AA5ECD-DACD-43AD-9DD8-A487CB76037C}"/>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B5817316-8AFC-4A6B-982D-497F29769562}"/>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8071F855-A333-4506-91AF-7B08CC34A2DE}"/>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4D394BE-78B3-4F80-8567-BFBFEA81682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60752798-B116-495A-AE1D-5372AFEC9FF8}"/>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0CF7CE7D-9084-48FA-BA6B-7957CD96F804}"/>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5E0415C-5949-4E22-9F41-83F16872BB53}"/>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69CD40F7-C911-4E04-8321-558B0EEB5341}"/>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3AA975D-0B15-4C92-98B0-39BD24BE028F}"/>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005FEB46-5428-492C-ADA0-578F6F3E45E9}"/>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488BB326-E827-4506-8BC1-690D35F4B237}"/>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D334FF97-A78C-4E5A-BC45-EBB02375ACCE}"/>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86AB2114-BE29-4941-8D44-43C9A38C9AE2}"/>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36562DED-9029-47D5-B2A2-6E76C7F25EE7}"/>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A8927475-6262-4273-B293-C0FE0B5E81C1}"/>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7F41F2EB-3EB0-47EC-955F-413913ECE8ED}"/>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00950260-D6C7-40B6-B73D-CE3E770AEEB6}"/>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8514FAFF-807D-4F8A-8DAC-AFDE6D4365C7}"/>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0A6AC115-8E36-441D-A026-50F897717285}"/>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EDAD865B-7E67-4DF2-BD58-E92E58161B66}"/>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5B28EC90-41B6-4BB2-9253-53ADCC1C1803}"/>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442040AB-3A37-4EAE-B284-E84D335DC890}"/>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67994477-2674-4D40-A43F-F2A8F88868BD}"/>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A6859AAF-F06C-4590-A9AB-3017CDDA7984}"/>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D41C5915-D799-40EA-87F0-0AC32E46F477}"/>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23819769-24BD-4167-81E0-6E18A7B92A5B}"/>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EC3A0187-0AE2-4614-AA4E-CAA08D6F2F0C}"/>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2B0A0D59-EB62-4730-ACBE-12AE23A2CF60}"/>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FD2DA0A-8DA0-4661-A84E-CE4ED023679E}"/>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5BE704BC-3B55-409E-8C3A-DB00E681DCDE}"/>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F604528C-D8F0-4A1C-8A94-16FCF7BCAEFA}"/>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6EBE3377-004A-416D-8B5F-4B8E36F222DB}"/>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662B4949-3F8A-4D16-8CA4-326748FFAE1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FDD0E485-DB51-472C-A787-4DFE4EC8551A}"/>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08E02D57-5F50-4812-AFDF-075F39927E84}"/>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59D14370-04F2-41AE-9F78-774A0DE904DF}"/>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5AA3476E-E2E8-47D6-B4F8-9F7C6AF17609}"/>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F256D2D4-E9E2-4026-A125-48707A14EC7E}"/>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021F567B-D97F-4FDD-98C1-231A8B14C126}"/>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B32BA17B-B821-4674-BE2D-201CAAC09366}"/>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D740C502-1425-4D1E-B375-772E60ED09DE}"/>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077030969"/>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6B5A45-A625-4438-9BE7-5F4534832802}"/>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FF77A8F3-FC97-40D2-9436-529A0305922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2554202F-2537-42F7-B9AC-373A8DDAC41E}"/>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2383D976-2AA9-4E10-90AC-A02271D851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DAF03D03-91B9-4F76-AE20-43B11CA915A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ACE8F082-C614-453D-9A1D-4D1BCD39833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04C7F1CA-E789-4827-BDB2-671A891D62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05CF0394-51CB-4A74-BB8D-E3E4FE3C2B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0AC2B1E7-4A2E-4BF6-B11A-1FF1336B02B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3D8EC76A-5776-4C99-BB1D-14A96A53CC0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191D2496-5276-42F3-B955-33BF0953351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32181111-9FEC-4087-B6A3-747618FED19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62F83250-EDEF-43D3-921F-786A3638EC8B}"/>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26 / 29</a:t>
            </a:r>
            <a:endParaRPr lang="ko-KR">
              <a:latin typeface="Calibri"/>
              <a:ea typeface="Calibri"/>
              <a:cs typeface="Calibri"/>
            </a:endParaRPr>
          </a:p>
        </p:txBody>
      </p:sp>
      <p:sp>
        <p:nvSpPr>
          <p:cNvPr id="14" name="DP3 object 78">
            <a:extLst>
              <a:ext uri="{FF2B5EF4-FFF2-40B4-BE49-F238E27FC236}">
                <ns2:creationId id="{898B7BB2-9B7F-4A69-9001-9F1F8D841032}"/>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B4D875F6-33CC-4AF1-BEFC-057342545E1D}"/>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093150D0-8113-4F18-87C6-F50ABABF27C5}"/>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61676F6D-BF91-4F89-B997-E5A3403A5E31}"/>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C1402FD0-4F60-4233-B4DB-AC7574C9EF81}"/>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sp>
      <p:sp>
        <p:nvSpPr>
          <p:cNvPr id="19" name="DP3 object 81">
            <a:extLst>
              <a:ext uri="{FF2B5EF4-FFF2-40B4-BE49-F238E27FC236}">
                <ns2:creationId id="{04AF7B09-486E-4ABF-B8A5-F6B0622331AF}"/>
              </a:ext>
            </a:extLst>
          </p:cNvPr>
          <p:cNvSpPr>
            <a:spLocks noGrp="1"/>
          </p:cNvSpPr>
          <p:nvPr/>
        </p:nvSpPr>
        <p:spPr>
          <a:xfrm>
            <a:off x="876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7551A8C7-60BC-423C-9461-9CAC8E12680A}"/>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sp>
      <p:sp>
        <p:nvSpPr>
          <p:cNvPr id="21" name="DP3 object 82">
            <a:extLst>
              <a:ext uri="{FF2B5EF4-FFF2-40B4-BE49-F238E27FC236}">
                <ns2:creationId id="{D75D44BF-20A6-433C-9BB2-4F5FB67A87DC}"/>
              </a:ext>
            </a:extLst>
          </p:cNvPr>
          <p:cNvSpPr>
            <a:spLocks noGrp="1"/>
          </p:cNvSpPr>
          <p:nvPr/>
        </p:nvSpPr>
        <p:spPr>
          <a:xfrm>
            <a:off x="64008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8E712398-2B86-43C7-A76F-9E81A4934D33}"/>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sp>
      <p:sp>
        <p:nvSpPr>
          <p:cNvPr id="23" name="DP3 object 83">
            <a:extLst>
              <a:ext uri="{FF2B5EF4-FFF2-40B4-BE49-F238E27FC236}">
                <ns2:creationId id="{357DCE1D-169A-4DB6-A8E3-7F013B18D957}"/>
              </a:ext>
            </a:extLst>
          </p:cNvPr>
          <p:cNvSpPr>
            <a:spLocks noGrp="1"/>
          </p:cNvSpPr>
          <p:nvPr/>
        </p:nvSpPr>
        <p:spPr>
          <a:xfrm>
            <a:off x="11925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CBAA8FF0-745A-4997-8911-7197E2DCD8C5}"/>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528C999-8C5F-47EC-961A-B342EDECD675}"/>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1522761476"/>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8F05C562-2A70-4727-8A17-7B404F22BE4E}"/>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14804021-10AD-4274-8436-FBD78564C56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4FBCB696-43B0-4492-8CF7-BF12D37AB5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A6BCD7C9-F417-4B62-95B1-69074C386D4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B58A0BF4-F00A-4AB4-981C-1A92C070C3F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F5198578-2D40-4E85-B38D-4DD684E1101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1999E4C7-8C5A-4B30-827F-FA3F4FC7677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5F9E27FB-540F-48B6-B2C6-7ADB2A65C9B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B439CF67-1E50-4A4B-9F8C-C3DEB76A57D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6BCE7555-0031-4BD1-8B97-02D2E0FAC24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35D15D62-B207-4B27-89D8-72AFF92CB27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A34F3E4A-7B58-4638-B827-59FDF8D811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FAC33EFD-43AD-4725-BDD6-9B3663BCDA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27 / 29</a:t>
            </a:r>
            <a:endParaRPr lang="ko-KR">
              <a:latin typeface="Calibri"/>
              <a:ea typeface="Calibri"/>
              <a:cs typeface="Calibri"/>
            </a:endParaRPr>
          </a:p>
        </p:txBody>
      </p:sp>
      <p:sp>
        <p:nvSpPr>
          <p:cNvPr id="14" name="DP3 object 99">
            <a:extLst>
              <a:ext uri="{FF2B5EF4-FFF2-40B4-BE49-F238E27FC236}">
                <ns2:creationId id="{65EBAC42-E868-4122-857C-D814F221AEF0}"/>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판단 / B 독립 후보 병렬 생산 후 결합 / 같은 pixel 계약의 기존 실측</a:t>
            </a:r>
            <a:endParaRPr lang="ko-KR">
              <a:latin typeface="Calibri"/>
              <a:ea typeface="Calibri"/>
              <a:cs typeface="Calibri"/>
            </a:endParaRPr>
          </a:p>
        </p:txBody>
      </p:sp>
      <p:graphicFrame>
        <p:nvGraphicFramePr>
          <p:cNvPr id="15" name="">
            <a:extLst>
              <a:ext uri="{FF2B5EF4-FFF2-40B4-BE49-F238E27FC236}">
                <ns2:creationId id="{5D5B9EF8-DBC7-4F77-B08C-53001564739B}"/>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19/24 (79.2%)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20/24 (83.3%)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0.0339156 +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42.762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FC566187-6ABD-4B38-B61A-7E38A2394949}"/>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01">
            <a:extLst>
              <a:ext uri="{FF2B5EF4-FFF2-40B4-BE49-F238E27FC236}">
                <ns2:creationId id="{92252208-72ED-4E54-A1C8-5472204D2D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5792A6AB-679B-49F1-A890-C9212521910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03">
            <a:extLst>
              <a:ext uri="{FF2B5EF4-FFF2-40B4-BE49-F238E27FC236}">
                <ns2:creationId id="{1D6CDAD2-78F7-44C8-BDF2-8AB1DAF0BDEF}"/>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F3D63A6F-3BC1-4617-ABAA-56786FB00DB3}"/>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04">
            <a:extLst>
              <a:ext uri="{FF2B5EF4-FFF2-40B4-BE49-F238E27FC236}">
                <ns2:creationId id="{1FE1F0CE-4019-4AE0-B019-71C7B9F95A9F}"/>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3FE7E3C7-8752-4411-A82E-85BEDB07C9B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1567927A-8035-40D9-B020-C76D87AB9E8D}"/>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A515FB41-0489-4FE2-98BE-E99D75F2B2C2}"/>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81BEE6B7-F72E-4631-8C73-A49D6F7972D5}"/>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108">
            <a:extLst>
              <a:ext uri="{FF2B5EF4-FFF2-40B4-BE49-F238E27FC236}">
                <ns2:creationId id="{982A6BAA-3E95-4786-962E-CB65AAEA8BA9}"/>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027E7F08-8816-4774-AAEA-13A32581BBE1}"/>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109">
            <a:extLst>
              <a:ext uri="{FF2B5EF4-FFF2-40B4-BE49-F238E27FC236}">
                <ns2:creationId id="{FE852BA8-00E0-4551-BB12-90386687F460}"/>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27E2DB-2BC8-4920-8250-095EA9E5493E}"/>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110">
            <a:extLst>
              <a:ext uri="{FF2B5EF4-FFF2-40B4-BE49-F238E27FC236}">
                <ns2:creationId id="{7E2BC150-7D2F-47CD-AEB5-59603AF246EB}"/>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9456394-147C-4C5A-88C8-AAE23AD2ABD0}"/>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7EC0FDB4-69F3-4AA7-8343-6EAD6BEC0D48}"/>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112">
            <a:extLst>
              <a:ext uri="{FF2B5EF4-FFF2-40B4-BE49-F238E27FC236}">
                <ns2:creationId id="{E818FC7E-D3D4-4869-A5B6-CD4BC99E9CA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AE1B5D80-E8B8-499A-AD57-02C265A954DD}"/>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113">
            <a:extLst>
              <a:ext uri="{FF2B5EF4-FFF2-40B4-BE49-F238E27FC236}">
                <ns2:creationId id="{A7B594D2-CBCB-46CF-8494-A6F245C5FB08}"/>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A304CD41-093C-4B85-8EC4-EAEBA9A831CF}"/>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114">
            <a:extLst>
              <a:ext uri="{FF2B5EF4-FFF2-40B4-BE49-F238E27FC236}">
                <ns2:creationId id="{785C74C2-2AA2-4A3F-82ED-2636F1EE4AE7}"/>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0D4BAAB0-CCC1-48B2-B909-CB7C026CD428}"/>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3BE6842C-B36C-4AF5-9668-EA49A468A94F}"/>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25CAC1E1-365E-460C-8E70-D33BCC767593}"/>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9E6BEE8C-779D-4796-9C56-E1994C7A1062}"/>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CD48B1C4-0925-4074-A064-3FF76E466337}"/>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4F2A38D8-5288-451B-9F19-ACC61F01FF3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E1A877E2-715D-4A19-91F4-FC767177246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E672FDCE-4E87-4A54-8732-DEF0CCF4A5C5}"/>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A23DAE92-B1AC-4282-A29D-EBFD4C67ED82}"/>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24">
            <a:extLst>
              <a:ext uri="{FF2B5EF4-FFF2-40B4-BE49-F238E27FC236}">
                <ns2:creationId id="{DEF9BA6B-9DE0-4E57-81C5-7F98599FF267}"/>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62A727AB-B6FE-4B83-944B-276C60B6A129}"/>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25">
            <a:extLst>
              <a:ext uri="{FF2B5EF4-FFF2-40B4-BE49-F238E27FC236}">
                <ns2:creationId id="{3906A92E-59A1-47DA-A89F-959301582342}"/>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46D75640-CA87-44DB-A7AA-9B9A9FD15273}"/>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27">
            <a:extLst>
              <a:ext uri="{FF2B5EF4-FFF2-40B4-BE49-F238E27FC236}">
                <ns2:creationId id="{05C15AAC-AB6B-470B-9DCC-46DA8321B95D}"/>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9DC3CDEA-868C-4F19-98CB-98D462B9EDD0}"/>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A6FB945B-8C9D-4814-B70E-76D28B4956A5}"/>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B0D0ABA1-6A96-41D6-BD6A-6F4DFBF5D08A}"/>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31">
            <a:extLst>
              <a:ext uri="{FF2B5EF4-FFF2-40B4-BE49-F238E27FC236}">
                <ns2:creationId id="{FFAC1AC7-8478-44AF-AF32-62A467464158}"/>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4E6812BA-7D1C-4B76-81CF-5AD200384E38}"/>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2A5FFF5C-4DD9-40A9-8638-0D285315EF16}"/>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037B809A-225B-4E62-B33F-7ACCB12E02CF}"/>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6BA26FAF-1F28-4EEB-B9D2-4BAA07C12A51}"/>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35">
            <a:extLst>
              <a:ext uri="{FF2B5EF4-FFF2-40B4-BE49-F238E27FC236}">
                <ns2:creationId id="{DCD66911-B684-43A5-BECE-6EB490C2D45F}"/>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007C9686-AD5C-4469-BDAE-8F387E3B072D}"/>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6792C1A4-1DDE-4E6A-902D-F89F19639D22}"/>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DFCDFD2E-EE43-4263-A0F7-CCB41C06379F}"/>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2AD4CC23-DAE1-4CAB-8D80-9B7B347BC59B}"/>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FEA1B753-7CA0-424A-9AC6-C19DEF894D2C}"/>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64340795-9376-44AE-A881-4B2C1F655692}"/>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41">
            <a:extLst>
              <a:ext uri="{FF2B5EF4-FFF2-40B4-BE49-F238E27FC236}">
                <ns2:creationId id="{37877509-7608-43D2-9100-C6C0D815ED8F}"/>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EF5B5AA2-824B-402C-9651-986B1825B8A7}"/>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B3CF5537-EADB-4044-B92E-E2F15E68B806}"/>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43">
            <a:extLst>
              <a:ext uri="{FF2B5EF4-FFF2-40B4-BE49-F238E27FC236}">
                <ns2:creationId id="{ACAD4623-0FA4-4AB0-9017-F8870A3D056F}"/>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BB22C5CC-13E2-41F3-B9A2-5B93E64DC053}"/>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BF7870F6-541D-4DD8-8395-1FF68D8CB9C6}"/>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45">
            <a:extLst>
              <a:ext uri="{FF2B5EF4-FFF2-40B4-BE49-F238E27FC236}">
                <ns2:creationId id="{CF95368F-0441-4234-B3D4-1F2974EF7EB7}"/>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9C1F9F5-1A0C-47D9-8CB1-41C396F68781}"/>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46">
            <a:extLst>
              <a:ext uri="{FF2B5EF4-FFF2-40B4-BE49-F238E27FC236}">
                <ns2:creationId id="{9E356A4C-6874-44A8-8F57-9076A0F66A0A}"/>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D484A42-45BE-447B-BA37-40A76F8461D2}"/>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34F4AAA9-2C70-41FA-8207-55A850D3BD29}"/>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FA41542D-D9F3-40A6-A201-9F90AFE7DBA8}"/>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EE043B5-B923-4BBE-84FA-9B0F53A73CC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F359F40B-0DFC-4881-8D4C-CDB7753A60E2}"/>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5E37433D-C2C7-43F0-BF2F-480A3AD61BA8}"/>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61D6EF6A-82A5-4A60-B16C-1DA9895994D3}"/>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E2ACD25F-B0F1-4FA3-81FF-8772AA46EF1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6E89ACC9-823E-437C-89EA-7E388A8A1889}"/>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55">
            <a:extLst>
              <a:ext uri="{FF2B5EF4-FFF2-40B4-BE49-F238E27FC236}">
                <ns2:creationId id="{D5EB984A-CDCE-4F52-A3D3-5E248D6571FD}"/>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414EB327-4566-4EC5-AE8F-0BDBC1BC5C59}"/>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56">
            <a:extLst>
              <a:ext uri="{FF2B5EF4-FFF2-40B4-BE49-F238E27FC236}">
                <ns2:creationId id="{4AF563D1-7BC1-44E4-998A-6F4AE3F217E4}"/>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A169282F-067D-4960-93A2-408CDDA97C6B}"/>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471EAEFF-DAD3-4D09-9E43-9B3351FE942A}"/>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9E6877E9-44ED-45E2-A009-30D9D1CC72EE}"/>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0DD729C-2B27-4585-BBE9-70E40E282CC9}"/>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972F1132-744D-4113-ACF3-ED18421A5C9D}"/>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61">
            <a:extLst>
              <a:ext uri="{FF2B5EF4-FFF2-40B4-BE49-F238E27FC236}">
                <ns2:creationId id="{E98AF524-00D6-4A59-B846-AF684EE538B6}"/>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6D54E0D3-6509-4173-B65F-31AD04999A75}"/>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23118C8E-04D1-47A9-9E2C-5603E47A9C2F}"/>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F8224BEE-E0A6-4F71-9057-EF5CE3AE1E7E}"/>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D85B5E46-A267-4F26-883D-6CE5381B0772}"/>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924A904-1388-4A84-8AC4-D27916A9A30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66">
            <a:extLst>
              <a:ext uri="{FF2B5EF4-FFF2-40B4-BE49-F238E27FC236}">
                <ns2:creationId id="{91ED4863-0D7B-4601-A314-BAEBCACD1C9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0F15995B-80CA-44EE-A8C2-BD068EF1C501}"/>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47C9AE2C-E924-41CF-BCFB-8A66DA169207}"/>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267543F7-8BDC-4DC3-82D4-D7B18D7F9458}"/>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7F727D2D-3ED2-4035-ABD7-FD19BA15D546}"/>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4C32CF54-7087-4132-86A8-493C1B076DBF}"/>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E190C980-BEE4-4D12-A493-2F7C98C6461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73">
            <a:extLst>
              <a:ext uri="{FF2B5EF4-FFF2-40B4-BE49-F238E27FC236}">
                <ns2:creationId id="{913AE69A-7EBF-4B3B-9BA5-15CAD0C9AB66}"/>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0CB00307-856E-4B91-B8AD-E8DF18B93620}"/>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sp>
      <p:sp>
        <p:nvSpPr>
          <p:cNvPr id="108" name="DP3 object 175">
            <a:extLst>
              <a:ext uri="{FF2B5EF4-FFF2-40B4-BE49-F238E27FC236}">
                <ns2:creationId id="{CC182CC0-5BB7-4094-B152-A84400C4F501}"/>
              </a:ext>
            </a:extLst>
          </p:cNvPr>
          <p:cNvSpPr>
            <a:spLocks noGrp="1"/>
          </p:cNvSpPr>
          <p:nvPr/>
        </p:nvSpPr>
        <p:spPr>
          <a:xfrm>
            <a:off x="145542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40CAE646-21D5-4155-9960-D9956714A778}"/>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0" name="DP3 object 177">
            <a:extLst>
              <a:ext uri="{FF2B5EF4-FFF2-40B4-BE49-F238E27FC236}">
                <ns2:creationId id="{33B09AB0-4CFB-4FBD-A4AF-939BD5E511DE}"/>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705548BE-F9B8-46C8-92B7-5B8EDB36AB21}"/>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sp>
      <p:sp>
        <p:nvSpPr>
          <p:cNvPr id="112" name="DP3 object 179">
            <a:extLst>
              <a:ext uri="{FF2B5EF4-FFF2-40B4-BE49-F238E27FC236}">
                <ns2:creationId id="{4ECEF5E2-8C3B-4302-A9A7-3318B2527475}"/>
              </a:ext>
            </a:extLst>
          </p:cNvPr>
          <p:cNvSpPr>
            <a:spLocks noGrp="1"/>
          </p:cNvSpPr>
          <p:nvPr/>
        </p:nvSpPr>
        <p:spPr>
          <a:xfrm>
            <a:off x="1455420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7FDCFF5F-A5BD-447C-B5CF-FD411C54C81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181">
            <a:extLst>
              <a:ext uri="{FF2B5EF4-FFF2-40B4-BE49-F238E27FC236}">
                <ns2:creationId id="{8BEB9D21-97F6-404B-9C04-5F08BA6050EF}"/>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8B5D3310-7270-40B1-9830-56C36722AEEA}"/>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182">
            <a:extLst>
              <a:ext uri="{FF2B5EF4-FFF2-40B4-BE49-F238E27FC236}">
                <ns2:creationId id="{16E44573-6241-4A45-847D-16B654CE5187}"/>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C60914A6-CFBB-46CE-BC82-8D07B68FF237}"/>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9F694702-6600-40DF-B4A3-00A89F520935}"/>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A0CDDA49-BE3A-4487-8473-61FF4430767B}"/>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pixel 계약의 A / 병렬 B(기존 B4), 각 12회. 괄호는 관측/예정. 양쪽 미완료가 있어 성공 평균만으로 전체 속도 우열을 정하지 않는다.</a:t>
            </a:r>
            <a:endParaRPr lang="ko-KR">
              <a:latin typeface="Calibri"/>
              <a:ea typeface="Calibri"/>
              <a:cs typeface="Calibri"/>
            </a:endParaRPr>
          </a:p>
        </p:txBody>
      </p:sp>
      <p:sp>
        <p:nvSpPr>
          <p:cNvPr id="120" name="DP3 object 186">
            <a:extLst>
              <a:ext uri="{FF2B5EF4-FFF2-40B4-BE49-F238E27FC236}">
                <ns2:creationId id="{10C99E1E-92A6-4B56-98F4-15C0D25AE2C2}"/>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 미확정 1회 예약 상한 $0.0729404 별도 보존(실제 청구액 아님). QA04 미측정. RSS는 로컬 Python+Rust. 같은 공통 호출 한도 사용.</a:t>
            </a:r>
            <a:endParaRPr lang="ko-KR">
              <a:latin typeface="Calibri"/>
              <a:ea typeface="Calibri"/>
              <a:cs typeface="Calibri"/>
            </a:endParaRPr>
          </a:p>
        </p:txBody>
      </p:sp>
    </p:spTree>
    <p:extLst>
      <p:ext uri="{BB962C8B-B14F-4D97-AF65-F5344CB8AC3E}">
        <p14:creationId val="26892392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C28CDB6C-4E43-48D0-B117-B45DC0F1A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1C85F88C-BAF2-4124-B708-BE7C7628552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6AE39A72-163B-4948-921B-4B927D725A31}"/>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59DC0D03-3FA6-4EAF-82DA-175091C9FC1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2D0D1F48-6673-4EC7-9D9D-5F69AFB1B09D}"/>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E0844CF9-794D-4790-877B-9F5753A6203D}"/>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B1916A0A-858B-4D5A-B3F0-7FC2C5949B4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FCA7C4D8-5C01-49F7-AB58-57CDCE5AA85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1CD74566-CD08-421C-B74A-87107C87595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C73DD558-A261-4487-A6F0-7697D0AF6D7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C8B3B861-B834-445A-85C9-65EC4679FC5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772FE8EE-4941-4913-82FE-AA731C5A965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EA94BC4F-EA90-4A9C-9A57-5DA5D67E798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28 / 29</a:t>
            </a:r>
            <a:endParaRPr lang="ko-KR">
              <a:latin typeface="Calibri"/>
              <a:ea typeface="Calibri"/>
              <a:cs typeface="Calibri"/>
            </a:endParaRPr>
          </a:p>
        </p:txBody>
      </p:sp>
      <p:sp>
        <p:nvSpPr>
          <p:cNvPr id="14" name="DP3 object 200">
            <a:extLst>
              <a:ext uri="{FF2B5EF4-FFF2-40B4-BE49-F238E27FC236}">
                <ns2:creationId id="{264E0D71-6520-46BC-B2F1-0FE6BE32544A}"/>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pixel A와 병렬 B는 실측이 있다. 정규화 병렬 B는 아직 미측정이다.</a:t>
            </a:r>
            <a:endParaRPr lang="ko-KR">
              <a:latin typeface="Calibri"/>
              <a:ea typeface="Calibri"/>
              <a:cs typeface="Calibri"/>
            </a:endParaRPr>
          </a:p>
        </p:txBody>
      </p:sp>
      <p:sp>
        <p:nvSpPr>
          <p:cNvPr id="15" name="DP3 object 201">
            <a:extLst>
              <a:ext uri="{FF2B5EF4-FFF2-40B4-BE49-F238E27FC236}">
                <ns2:creationId id="{CB05A158-AA18-4C8D-8AA8-686B048B88E6}"/>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FF33258-3422-4B20-86D4-A6FA7A53F2C0}"/>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83672CE7-667A-4AEB-805C-5D8427B508F0}"/>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EB4DC984-3567-455F-9EED-D77CF956BDF7}"/>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pixel 비교 — A와 독립 병렬 기본 B(기존 실행 ID: B4)</a:t>
            </a:r>
            <a:endParaRPr lang="ko-KR">
              <a:latin typeface="Calibri"/>
              <a:ea typeface="Calibri"/>
              <a:cs typeface="Calibri"/>
            </a:endParaRPr>
          </a:p>
        </p:txBody>
      </p:sp>
      <p:graphicFrame>
        <p:nvGraphicFramePr>
          <p:cNvPr id="19" name="">
            <a:extLst>
              <a:ext uri="{FF2B5EF4-FFF2-40B4-BE49-F238E27FC236}">
                <ns2:creationId id="{5ADF1108-DAEE-453D-B286-2DE63554CEBF}"/>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 / 0.0339156*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병렬 B (기존 B4)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7D1E198A-B207-4CE1-82FC-E8E34C81F1F5}"/>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 A 비용은 확정분만 표시. 미확정 1회 예약 상한 $0.0729404를 별도 보존하며 실제 청구액으로 보지 않는다.</a:t>
            </a:r>
            <a:endParaRPr lang="ko-KR">
              <a:latin typeface="Calibri"/>
              <a:ea typeface="Calibri"/>
              <a:cs typeface="Calibri"/>
            </a:endParaRPr>
          </a:p>
        </p:txBody>
      </p:sp>
      <p:sp>
        <p:nvSpPr>
          <p:cNvPr id="21" name="DP3 object 205">
            <a:extLst>
              <a:ext uri="{FF2B5EF4-FFF2-40B4-BE49-F238E27FC236}">
                <ns2:creationId id="{76A69E17-B673-41DB-8618-B09643AFF9EC}"/>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D6AE47EE-8EAA-4F2E-AC23-DC1F47677420}"/>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pixel A/B 모두 미완료. 첫 응답·완료의 누락을 포함해 전체 선택을 미확정으로 둔다.</a:t>
            </a:r>
            <a:endParaRPr lang="ko-KR">
              <a:latin typeface="Calibri"/>
              <a:ea typeface="Calibri"/>
              <a:cs typeface="Calibri"/>
            </a:endParaRPr>
          </a:p>
        </p:txBody>
      </p:sp>
      <p:sp>
        <p:nvSpPr>
          <p:cNvPr id="23" name="DP3 object 207">
            <a:extLst>
              <a:ext uri="{FF2B5EF4-FFF2-40B4-BE49-F238E27FC236}">
                <ns2:creationId id="{5E54B630-002C-4CD5-B350-2D5219A1DC1F}"/>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기존 B4를 병렬 기본 B의 pixel 관측으로 활용한다. 원래 실행 ID와 실패는 유지하며, 정규화 A 수치와 혼합하지 않는다.</a:t>
            </a:r>
            <a:endParaRPr lang="ko-KR">
              <a:latin typeface="Calibri"/>
              <a:ea typeface="Calibri"/>
              <a:cs typeface="Calibri"/>
            </a:endParaRPr>
          </a:p>
        </p:txBody>
      </p:sp>
    </p:spTree>
    <p:extLst>
      <p:ext uri="{BB962C8B-B14F-4D97-AF65-F5344CB8AC3E}">
        <p14:creationId val="1537890082"/>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CAD04E6D-E5F1-4CA5-95BD-0D5DC1D78B2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97B9B85E-8574-4E8E-911D-FBA3ABF2FC7C}"/>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E6E632A-7571-4A13-94AC-13996A76B59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C1515EC4-AE77-4E79-94D4-A28FD7D71E4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FD77D0EF-D231-44AB-A09D-0E32D9D2F2F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D25A1B33-4668-44F7-9423-5E59455B47C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A9307D3D-587B-4892-9FC0-FF78FF362CC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19A92B03-D4A6-4BA4-A9A7-50A37CCE3E03}"/>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BF9176DE-1B27-44E9-94A5-3D987EE444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94AF2D9C-9FBF-4CA9-ABDF-7795DFEA00E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8E051A9F-4961-4E00-B176-9D6165279F23}"/>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E8310E5C-4461-490B-B878-3C542ADC71D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EFEA2D44-9D67-48A8-BA2C-7AFD214D87C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29 / 29</a:t>
            </a:r>
            <a:endParaRPr lang="ko-KR">
              <a:latin typeface="Calibri"/>
              <a:ea typeface="Calibri"/>
              <a:cs typeface="Calibri"/>
            </a:endParaRPr>
          </a:p>
        </p:txBody>
      </p:sp>
      <p:sp>
        <p:nvSpPr>
          <p:cNvPr id="14" name="DP3 object 221">
            <a:extLst>
              <a:ext uri="{FF2B5EF4-FFF2-40B4-BE49-F238E27FC236}">
                <ns2:creationId id="{59086D14-B836-4DF3-9C20-3F434F56F493}"/>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3FE3B7B-7A46-439E-909B-49CB967C3A7B}"/>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A9B1238B-6676-4A22-B366-24FC2D4ACAB5}"/>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AA9FBC4-33A6-47B8-B555-80C5389EFC8D}"/>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5">
            <a:extLst>
              <a:ext uri="{FF2B5EF4-FFF2-40B4-BE49-F238E27FC236}">
                <ns2:creationId id="{82F5315B-B3E6-458D-987F-4CE7D93FF8D4}"/>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8D7134C5-4EA6-4C91-BA5D-EF3AC4030266}"/>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6">
            <a:extLst>
              <a:ext uri="{FF2B5EF4-FFF2-40B4-BE49-F238E27FC236}">
                <ns2:creationId id="{E5490C50-6F9A-48E8-B299-431292BFE3B9}"/>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70B25D95-E5D8-48E3-A22E-01A4CC7E7CD2}"/>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37F195BA-FCEA-48E4-A48D-5065F52DEEAA}"/>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4FEFD671-9D7F-4068-AF7B-19C04B6B05D4}"/>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29">
            <a:extLst>
              <a:ext uri="{FF2B5EF4-FFF2-40B4-BE49-F238E27FC236}">
                <ns2:creationId id="{281141BB-1F01-44E3-BDD9-A66666D09301}"/>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63C25E6E-DEFB-4133-BD54-76D12AD1CF62}"/>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B2B29AC3-7DDE-4CC3-B01D-82395650D3E2}"/>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B23D3D1B-C716-4F23-8A18-BA5B17ABD034}"/>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DD8F9EAB-4791-4E6D-80A0-03EED4FC4322}"/>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3">
            <a:extLst>
              <a:ext uri="{FF2B5EF4-FFF2-40B4-BE49-F238E27FC236}">
                <ns2:creationId id="{0CBA3E9A-B1A4-4254-A54C-D14F7F125CAB}"/>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681B1BF4-8B7E-405A-99CF-B13DE263728D}"/>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12D4120F-D044-468F-8CF8-2D9417F9FD3C}"/>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D213B17A-F785-400B-8AC5-6FA686437A3E}"/>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6">
            <a:extLst>
              <a:ext uri="{FF2B5EF4-FFF2-40B4-BE49-F238E27FC236}">
                <ns2:creationId id="{284B032F-DAFE-4EDD-BC0B-15B1798DE2E6}"/>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D0332067-8695-44F3-87F1-BA9E56990F8F}"/>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5EE9859F-6669-4921-A705-BEA878611743}"/>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5FEC3F33-1295-43E3-A678-57043E469DB5}"/>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39">
            <a:extLst>
              <a:ext uri="{FF2B5EF4-FFF2-40B4-BE49-F238E27FC236}">
                <ns2:creationId id="{BDF498B3-EFA9-4104-903A-7A8885548272}"/>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04C7D60F-11C9-4EE6-BA5D-F843B0976C2C}"/>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08D5F60E-24C3-4766-A4B1-218A97888181}"/>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9C2B5C5E-A0AF-4189-B873-7BE33C43BD82}"/>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64CA6977-7304-4D39-A089-BE2804F89EC9}"/>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DBA91EDD-9C91-46D1-993F-16E8F9B2A61B}"/>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8C1E91F3-2198-41A4-90B7-7DA2B85D0850}"/>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0F15266C-D692-4FA8-8B54-B566931E2949}"/>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E8174A21-1ACE-4A29-854E-05B61614D186}"/>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A69864DD-7D96-4F2F-823B-E9D8A0EF7B4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546004694"/>
      </p:ext>
    </p:extLst>
  </p:cSld>
</p:sld>
</file>

<file path=ppt/slides/slide21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DP5 object 1">
            <a:extLst>
              <a:ext uri="{FF2B5EF4-FFF2-40B4-BE49-F238E27FC236}">
                <ns2:creationId id="{4E3E62C8-A12A-4311-864A-F43622B4954B}"/>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(배경)</a:t>
            </a:r>
            <a:endParaRPr lang="ko-KR">
              <a:latin typeface="Calibri"/>
              <a:ea typeface="Calibri"/>
              <a:cs typeface="Calibri"/>
            </a:endParaRPr>
          </a:p>
        </p:txBody>
      </p:sp>
      <p:sp>
        <p:nvSpPr>
          <p:cNvPr id="2" name="DP5 object 2">
            <a:extLst>
              <a:ext uri="{FF2B5EF4-FFF2-40B4-BE49-F238E27FC236}">
                <ns2:creationId id="{3EE55E11-4603-4128-9341-A61AEF3AAC0D}"/>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3">
            <a:extLst>
              <a:ext uri="{FF2B5EF4-FFF2-40B4-BE49-F238E27FC236}">
                <ns2:creationId id="{20A84A57-907E-48B6-B5E9-766FD3BDA14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
            <a:extLst>
              <a:ext uri="{FF2B5EF4-FFF2-40B4-BE49-F238E27FC236}">
                <ns2:creationId id="{9FE90591-919D-456F-BD27-C588990BA02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5">
            <a:extLst>
              <a:ext uri="{FF2B5EF4-FFF2-40B4-BE49-F238E27FC236}">
                <ns2:creationId id="{BA3EA40E-007F-4931-B76B-31B1F9C6F70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6">
            <a:extLst>
              <a:ext uri="{FF2B5EF4-FFF2-40B4-BE49-F238E27FC236}">
                <ns2:creationId id="{CECC7BB9-EC21-4456-930A-C2755D5B88A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7">
            <a:extLst>
              <a:ext uri="{FF2B5EF4-FFF2-40B4-BE49-F238E27FC236}">
                <ns2:creationId id="{2F27D48D-A3B4-443A-81BE-EB64DF51EBC8}"/>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8">
            <a:extLst>
              <a:ext uri="{FF2B5EF4-FFF2-40B4-BE49-F238E27FC236}">
                <ns2:creationId id="{CCF81C3E-39E2-4420-805D-A5FFD577EEC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9">
            <a:extLst>
              <a:ext uri="{FF2B5EF4-FFF2-40B4-BE49-F238E27FC236}">
                <ns2:creationId id="{35E4D29C-F6BF-4C8E-AE8A-6E10077181D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0">
            <a:extLst>
              <a:ext uri="{FF2B5EF4-FFF2-40B4-BE49-F238E27FC236}">
                <ns2:creationId id="{8885AAD2-7D06-4528-ACD2-D0A1A94CF9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1">
            <a:extLst>
              <a:ext uri="{FF2B5EF4-FFF2-40B4-BE49-F238E27FC236}">
                <ns2:creationId id="{DFDA9B18-E3E5-4F43-8B6D-3616D497432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DF7E5F65-C4CF-4889-975D-C30189FD0A4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190120-15D9-46E4-B7B8-F9234C67D766}"/>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20 / 29</a:t>
            </a:r>
            <a:endParaRPr lang="ko-KR">
              <a:latin typeface="Calibri"/>
              <a:ea typeface="Calibri"/>
              <a:cs typeface="Calibri"/>
            </a:endParaRPr>
          </a:p>
        </p:txBody>
      </p:sp>
      <p:sp>
        <p:nvSpPr>
          <p:cNvPr id="14" name="DP5 object 14">
            <a:extLst>
              <a:ext uri="{FF2B5EF4-FFF2-40B4-BE49-F238E27FC236}">
                <ns2:creationId id="{035EC443-7AB5-4C38-ABF1-D5D410489D31}"/>
              </a:ext>
            </a:extLst>
          </p:cNvPr>
          <p:cNvSpPr>
            <a:spLocks noGrp="1"/>
          </p:cNvSpPr>
          <p:nvPr/>
        </p:nvSpPr>
        <p:spPr>
          <a:xfrm>
            <a:off x="628650" y="1381125"/>
            <a:ext cx="1695450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사용자가 기억하는 자료와, 마지막 작업 Agent는 다를 수 있다</a:t>
            </a:r>
            <a:endParaRPr lang="ko-KR">
              <a:latin typeface="Calibri"/>
              <a:ea typeface="Calibri"/>
              <a:cs typeface="Calibri"/>
            </a:endParaRPr>
          </a:p>
        </p:txBody>
      </p:sp>
      <p:sp>
        <p:nvSpPr>
          <p:cNvPr id="15" name="DP5 object 15">
            <a:extLst>
              <a:ext uri="{FF2B5EF4-FFF2-40B4-BE49-F238E27FC236}">
                <ns2:creationId id="{B29E0ABE-8394-45D0-A8A4-1905BAE3ACDF}"/>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실제 본 자료, 좋다고 평가한 측면과 적용 상황을 연결해 다음 위임의 의미를 정해야 한다.</a:t>
            </a:r>
            <a:endParaRPr lang="ko-KR">
              <a:latin typeface="Calibri"/>
              <a:ea typeface="Calibri"/>
              <a:cs typeface="Calibri"/>
            </a:endParaRPr>
          </a:p>
        </p:txBody>
      </p:sp>
      <p:sp>
        <p:nvSpPr>
          <p:cNvPr id="16" name="DP5 object 16">
            <a:extLst>
              <a:ext uri="{FF2B5EF4-FFF2-40B4-BE49-F238E27FC236}">
                <ns2:creationId id="{338DB7A9-8037-4FE9-B7CA-DE069DEA74A7}"/>
              </a:ext>
            </a:extLst>
          </p:cNvPr>
          <p:cNvSpPr>
            <a:spLocks noGrp="1"/>
          </p:cNvSpPr>
          <p:nvPr/>
        </p:nvSpPr>
        <p:spPr>
          <a:xfrm>
            <a:off x="85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R이 조사 D1 작성</a:t>
            </a:r>
            <a:endParaRPr lang="ko-KR">
              <a:latin typeface="Calibri"/>
              <a:ea typeface="Calibri"/>
              <a:cs typeface="Calibri"/>
            </a:endParaRPr>
          </a:p>
        </p:txBody>
      </p:sp>
      <p:sp>
        <p:nvSpPr>
          <p:cNvPr id="17" name="조사 결과 D1">
            <a:extLst>
              <a:ext uri="{FF2B5EF4-FFF2-40B4-BE49-F238E27FC236}">
                <ns2:creationId id="{2353EF75-C796-4E85-A9ED-A69376957E55}"/>
              </a:ext>
            </a:extLst>
          </p:cNvPr>
          <p:cNvSpPr>
            <a:spLocks noGrp="1"/>
          </p:cNvSpPr>
          <p:nvPr/>
        </p:nvSpPr>
        <p:spPr>
          <a:xfrm>
            <a:off x="104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18" name="Editable path 17">
            <a:extLst>
              <a:ext uri="{FF2B5EF4-FFF2-40B4-BE49-F238E27FC236}">
                <ns2:creationId id="{615F0A20-835D-46A7-8A56-4AD0BF5A8973}"/>
              </a:ext>
            </a:extLst>
          </p:cNvPr>
          <p:cNvSpPr>
            <a:spLocks noGrp="1"/>
          </p:cNvSpPr>
          <p:nvPr/>
        </p:nvSpPr>
        <p:spPr>
          <a:xfrm>
            <a:off x="527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19" name="DP5 object 18">
            <a:extLst>
              <a:ext uri="{FF2B5EF4-FFF2-40B4-BE49-F238E27FC236}">
                <ns2:creationId id="{26BC0A4F-4FBA-4677-8684-9FC6D5102F70}"/>
              </a:ext>
            </a:extLst>
          </p:cNvPr>
          <p:cNvSpPr>
            <a:spLocks noGrp="1"/>
          </p:cNvSpPr>
          <p:nvPr/>
        </p:nvSpPr>
        <p:spPr>
          <a:xfrm>
            <a:off x="120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조사 결과 D1</a:t>
            </a:r>
            <a:endParaRPr lang="ko-KR">
              <a:latin typeface="Calibri"/>
              <a:ea typeface="Calibri"/>
              <a:cs typeface="Calibri"/>
            </a:endParaRPr>
          </a:p>
        </p:txBody>
      </p:sp>
      <p:sp>
        <p:nvSpPr>
          <p:cNvPr id="20" name="Editable path 19">
            <a:extLst>
              <a:ext uri="{FF2B5EF4-FFF2-40B4-BE49-F238E27FC236}">
                <ns2:creationId id="{6AC6D9DD-2875-4D6A-9E66-A92CF67E96DC}"/>
              </a:ext>
            </a:extLst>
          </p:cNvPr>
          <p:cNvSpPr>
            <a:spLocks noGrp="1"/>
          </p:cNvSpPr>
          <p:nvPr/>
        </p:nvSpPr>
        <p:spPr>
          <a:xfrm>
            <a:off x="1209675" y="3876675"/>
            <a:ext cx="4057650" cy="953"/>
          </a:xfrm>
          <a:custGeom>
            <a:pathLst>
              <a:path w="4057650" h="953">
                <a:moveTo>
                  <a:pt x="0" y="0"/>
                </a:moveTo>
                <a:lnTo>
                  <a:pt x="4057650" y="0"/>
                </a:lnTo>
              </a:path>
            </a:pathLst>
          </a:custGeom>
          <a:noFill/>
          <a:ln w="9525">
            <a:solidFill>
              <a:srgbClr val="B7B9B9"/>
            </a:solidFill>
            <a:prstDash val="solid"/>
          </a:ln>
        </p:spPr>
      </p:sp>
      <p:sp>
        <p:nvSpPr>
          <p:cNvPr id="21" name="DP5 object 20">
            <a:extLst>
              <a:ext uri="{FF2B5EF4-FFF2-40B4-BE49-F238E27FC236}">
                <ns2:creationId id="{CCE33352-044B-4905-A9CA-4F6A6B2BC551}"/>
              </a:ext>
            </a:extLst>
          </p:cNvPr>
          <p:cNvSpPr>
            <a:spLocks noGrp="1"/>
          </p:cNvSpPr>
          <p:nvPr/>
        </p:nvSpPr>
        <p:spPr>
          <a:xfrm>
            <a:off x="120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생산자 R</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조사 내용의 출처</a:t>
            </a:r>
            <a:endParaRPr lang="ko-KR">
              <a:latin typeface="Calibri"/>
              <a:ea typeface="Calibri"/>
              <a:cs typeface="Calibri"/>
            </a:endParaRPr>
          </a:p>
        </p:txBody>
      </p:sp>
      <p:sp>
        <p:nvSpPr>
          <p:cNvPr id="22" name="DP5 object 21">
            <a:extLst>
              <a:ext uri="{FF2B5EF4-FFF2-40B4-BE49-F238E27FC236}">
                <ns2:creationId id="{CBBB0F0A-C1F8-4626-8759-AF143F0718A1}"/>
              </a:ext>
            </a:extLst>
          </p:cNvPr>
          <p:cNvSpPr>
            <a:spLocks noGrp="1"/>
          </p:cNvSpPr>
          <p:nvPr/>
        </p:nvSpPr>
        <p:spPr>
          <a:xfrm>
            <a:off x="6572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P가 발표 D2 작성</a:t>
            </a:r>
            <a:endParaRPr lang="ko-KR">
              <a:latin typeface="Calibri"/>
              <a:ea typeface="Calibri"/>
              <a:cs typeface="Calibri"/>
            </a:endParaRPr>
          </a:p>
        </p:txBody>
      </p:sp>
      <p:sp>
        <p:nvSpPr>
          <p:cNvPr id="23" name="발표자료 D2">
            <a:extLst>
              <a:ext uri="{FF2B5EF4-FFF2-40B4-BE49-F238E27FC236}">
                <ns2:creationId id="{6D2F31A0-A1B9-4252-8FB9-58F35F21D0E2}"/>
              </a:ext>
            </a:extLst>
          </p:cNvPr>
          <p:cNvSpPr>
            <a:spLocks noGrp="1"/>
          </p:cNvSpPr>
          <p:nvPr/>
        </p:nvSpPr>
        <p:spPr>
          <a:xfrm>
            <a:off x="6762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24" name="Editable path 22">
            <a:extLst>
              <a:ext uri="{FF2B5EF4-FFF2-40B4-BE49-F238E27FC236}">
                <ns2:creationId id="{5CC89DC4-20E7-4E51-882B-D80A00861B29}"/>
              </a:ext>
            </a:extLst>
          </p:cNvPr>
          <p:cNvSpPr>
            <a:spLocks noGrp="1"/>
          </p:cNvSpPr>
          <p:nvPr/>
        </p:nvSpPr>
        <p:spPr>
          <a:xfrm>
            <a:off x="10991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5" name="DP5 object 23">
            <a:extLst>
              <a:ext uri="{FF2B5EF4-FFF2-40B4-BE49-F238E27FC236}">
                <ns2:creationId id="{C0901603-687E-454B-96BF-69421E35A52A}"/>
              </a:ext>
            </a:extLst>
          </p:cNvPr>
          <p:cNvSpPr>
            <a:spLocks noGrp="1"/>
          </p:cNvSpPr>
          <p:nvPr/>
        </p:nvSpPr>
        <p:spPr>
          <a:xfrm>
            <a:off x="6924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D2</a:t>
            </a:r>
            <a:endParaRPr lang="ko-KR">
              <a:latin typeface="Calibri"/>
              <a:ea typeface="Calibri"/>
              <a:cs typeface="Calibri"/>
            </a:endParaRPr>
          </a:p>
        </p:txBody>
      </p:sp>
      <p:sp>
        <p:nvSpPr>
          <p:cNvPr id="26" name="Editable path 24">
            <a:extLst>
              <a:ext uri="{FF2B5EF4-FFF2-40B4-BE49-F238E27FC236}">
                <ns2:creationId id="{4D672B51-F1E2-43BF-9CAF-66C838C00BB0}"/>
              </a:ext>
            </a:extLst>
          </p:cNvPr>
          <p:cNvSpPr>
            <a:spLocks noGrp="1"/>
          </p:cNvSpPr>
          <p:nvPr/>
        </p:nvSpPr>
        <p:spPr>
          <a:xfrm>
            <a:off x="6924675" y="3876675"/>
            <a:ext cx="4057650" cy="953"/>
          </a:xfrm>
          <a:custGeom>
            <a:pathLst>
              <a:path w="4057650" h="953">
                <a:moveTo>
                  <a:pt x="0" y="0"/>
                </a:moveTo>
                <a:lnTo>
                  <a:pt x="4057650" y="0"/>
                </a:lnTo>
              </a:path>
            </a:pathLst>
          </a:custGeom>
          <a:noFill/>
          <a:ln w="9525">
            <a:solidFill>
              <a:srgbClr val="B7B9B9"/>
            </a:solidFill>
            <a:prstDash val="solid"/>
          </a:ln>
        </p:spPr>
      </p:sp>
      <p:sp>
        <p:nvSpPr>
          <p:cNvPr id="27" name="DP5 object 25">
            <a:extLst>
              <a:ext uri="{FF2B5EF4-FFF2-40B4-BE49-F238E27FC236}">
                <ns2:creationId id="{241B11E8-2EF7-4250-9714-87C9F2DCE294}"/>
              </a:ext>
            </a:extLst>
          </p:cNvPr>
          <p:cNvSpPr>
            <a:spLocks noGrp="1"/>
          </p:cNvSpPr>
          <p:nvPr/>
        </p:nvSpPr>
        <p:spPr>
          <a:xfrm>
            <a:off x="6924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작성자 P</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외부 고객용 구성의 참조</a:t>
            </a:r>
            <a:endParaRPr lang="ko-KR">
              <a:latin typeface="Calibri"/>
              <a:ea typeface="Calibri"/>
              <a:cs typeface="Calibri"/>
            </a:endParaRPr>
          </a:p>
        </p:txBody>
      </p:sp>
      <p:sp>
        <p:nvSpPr>
          <p:cNvPr id="28" name="DP5 object 26">
            <a:extLst>
              <a:ext uri="{FF2B5EF4-FFF2-40B4-BE49-F238E27FC236}">
                <ns2:creationId id="{60BF77A3-0108-4432-B883-51AB7DB28883}"/>
              </a:ext>
            </a:extLst>
          </p:cNvPr>
          <p:cNvSpPr>
            <a:spLocks noGrp="1"/>
          </p:cNvSpPr>
          <p:nvPr/>
        </p:nvSpPr>
        <p:spPr>
          <a:xfrm>
            <a:off x="12287250" y="2714625"/>
            <a:ext cx="51435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Q가 내부회의용 D3 수정</a:t>
            </a:r>
            <a:endParaRPr lang="ko-KR">
              <a:latin typeface="Calibri"/>
              <a:ea typeface="Calibri"/>
              <a:cs typeface="Calibri"/>
            </a:endParaRPr>
          </a:p>
        </p:txBody>
      </p:sp>
      <p:sp>
        <p:nvSpPr>
          <p:cNvPr id="29" name="수정본 D3">
            <a:extLst>
              <a:ext uri="{FF2B5EF4-FFF2-40B4-BE49-F238E27FC236}">
                <ns2:creationId id="{3E995B30-57DD-4DD6-9860-6FA38DBF71A1}"/>
              </a:ext>
            </a:extLst>
          </p:cNvPr>
          <p:cNvSpPr>
            <a:spLocks noGrp="1"/>
          </p:cNvSpPr>
          <p:nvPr/>
        </p:nvSpPr>
        <p:spPr>
          <a:xfrm>
            <a:off x="12477750" y="3333750"/>
            <a:ext cx="4381500" cy="1762125"/>
          </a:xfrm>
          <a:custGeom>
            <a:pathLst>
              <a:path w="4381500" h="1762125">
                <a:moveTo>
                  <a:pt x="0" y="0"/>
                </a:moveTo>
                <a:lnTo>
                  <a:pt x="4229100" y="0"/>
                </a:lnTo>
                <a:lnTo>
                  <a:pt x="4381500" y="152400"/>
                </a:lnTo>
                <a:lnTo>
                  <a:pt x="4381500" y="1762125"/>
                </a:lnTo>
                <a:lnTo>
                  <a:pt x="0" y="1762125"/>
                </a:lnTo>
                <a:close/>
              </a:path>
            </a:pathLst>
          </a:custGeom>
          <a:solidFill>
            <a:srgbClr val="FFFFFF"/>
          </a:solidFill>
          <a:ln w="16193">
            <a:solidFill>
              <a:srgbClr val="111111"/>
            </a:solidFill>
            <a:prstDash val="solid"/>
          </a:ln>
        </p:spPr>
      </p:sp>
      <p:sp>
        <p:nvSpPr>
          <p:cNvPr id="30" name="Editable path 27">
            <a:extLst>
              <a:ext uri="{FF2B5EF4-FFF2-40B4-BE49-F238E27FC236}">
                <ns2:creationId id="{B38377A9-D56B-428E-A0C6-89DABC99C979}"/>
              </a:ext>
            </a:extLst>
          </p:cNvPr>
          <p:cNvSpPr>
            <a:spLocks noGrp="1"/>
          </p:cNvSpPr>
          <p:nvPr/>
        </p:nvSpPr>
        <p:spPr>
          <a:xfrm>
            <a:off x="16706850" y="333375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5 object 28">
            <a:extLst>
              <a:ext uri="{FF2B5EF4-FFF2-40B4-BE49-F238E27FC236}">
                <ns2:creationId id="{AD5A9E6D-A9D2-42CA-AD6D-44060064A5F0}"/>
              </a:ext>
            </a:extLst>
          </p:cNvPr>
          <p:cNvSpPr>
            <a:spLocks noGrp="1"/>
          </p:cNvSpPr>
          <p:nvPr/>
        </p:nvSpPr>
        <p:spPr>
          <a:xfrm>
            <a:off x="12639675" y="347662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수정본 D3</a:t>
            </a:r>
            <a:endParaRPr lang="ko-KR">
              <a:latin typeface="Calibri"/>
              <a:ea typeface="Calibri"/>
              <a:cs typeface="Calibri"/>
            </a:endParaRPr>
          </a:p>
        </p:txBody>
      </p:sp>
      <p:sp>
        <p:nvSpPr>
          <p:cNvPr id="32" name="Editable path 29">
            <a:extLst>
              <a:ext uri="{FF2B5EF4-FFF2-40B4-BE49-F238E27FC236}">
                <ns2:creationId id="{6EDA4151-D898-496A-A726-D1E32A4B42F5}"/>
              </a:ext>
            </a:extLst>
          </p:cNvPr>
          <p:cNvSpPr>
            <a:spLocks noGrp="1"/>
          </p:cNvSpPr>
          <p:nvPr/>
        </p:nvSpPr>
        <p:spPr>
          <a:xfrm>
            <a:off x="12639675" y="3876675"/>
            <a:ext cx="4057650" cy="953"/>
          </a:xfrm>
          <a:custGeom>
            <a:pathLst>
              <a:path w="4057650" h="953">
                <a:moveTo>
                  <a:pt x="0" y="0"/>
                </a:moveTo>
                <a:lnTo>
                  <a:pt x="4057650" y="0"/>
                </a:lnTo>
              </a:path>
            </a:pathLst>
          </a:custGeom>
          <a:noFill/>
          <a:ln w="9525">
            <a:solidFill>
              <a:srgbClr val="B7B9B9"/>
            </a:solidFill>
            <a:prstDash val="solid"/>
          </a:ln>
        </p:spPr>
      </p:sp>
      <p:sp>
        <p:nvSpPr>
          <p:cNvPr id="33" name="DP5 object 30">
            <a:extLst>
              <a:ext uri="{FF2B5EF4-FFF2-40B4-BE49-F238E27FC236}">
                <ns2:creationId id="{4968A348-E4D1-439A-8348-FB80C9613D3D}"/>
              </a:ext>
            </a:extLst>
          </p:cNvPr>
          <p:cNvSpPr>
            <a:spLocks noGrp="1"/>
          </p:cNvSpPr>
          <p:nvPr/>
        </p:nvSpPr>
        <p:spPr>
          <a:xfrm>
            <a:off x="12639675" y="3981450"/>
            <a:ext cx="4057650" cy="100012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실제 수정자 Q</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가장 최근 결과와 Agent</a:t>
            </a:r>
            <a:endParaRPr lang="ko-KR">
              <a:latin typeface="Calibri"/>
              <a:ea typeface="Calibri"/>
              <a:cs typeface="Calibri"/>
            </a:endParaRPr>
          </a:p>
        </p:txBody>
      </p:sp>
      <p:sp>
        <p:nvSpPr>
          <p:cNvPr id="34" name="Editable path 31">
            <a:extLst>
              <a:ext uri="{FF2B5EF4-FFF2-40B4-BE49-F238E27FC236}">
                <ns2:creationId id="{A15BA298-E0AC-4027-A6F2-BE890DA9A85D}"/>
              </a:ext>
            </a:extLst>
          </p:cNvPr>
          <p:cNvSpPr>
            <a:spLocks noGrp="1"/>
          </p:cNvSpPr>
          <p:nvPr/>
        </p:nvSpPr>
        <p:spPr>
          <a:xfrm>
            <a:off x="5429250" y="4200525"/>
            <a:ext cx="1333500" cy="953"/>
          </a:xfrm>
          <a:custGeom>
            <a:pathLst>
              <a:path w="1333500" h="953">
                <a:moveTo>
                  <a:pt x="0" y="0"/>
                </a:moveTo>
                <a:lnTo>
                  <a:pt x="1333500" y="0"/>
                </a:lnTo>
              </a:path>
            </a:pathLst>
          </a:custGeom>
          <a:noFill/>
          <a:ln w="19050">
            <a:solidFill>
              <a:srgbClr val="111111"/>
            </a:solidFill>
            <a:prstDash val="solid"/>
          </a:ln>
        </p:spPr>
      </p:sp>
      <p:sp>
        <p:nvSpPr>
          <p:cNvPr id="35" name="Editable arrowhead 32">
            <a:extLst>
              <a:ext uri="{FF2B5EF4-FFF2-40B4-BE49-F238E27FC236}">
                <ns2:creationId id="{7E6B2AF3-6E90-4A2E-816A-1AD714410914}"/>
              </a:ext>
            </a:extLst>
          </p:cNvPr>
          <p:cNvSpPr>
            <a:spLocks noGrp="1"/>
          </p:cNvSpPr>
          <p:nvPr/>
        </p:nvSpPr>
        <p:spPr>
          <a:xfrm>
            <a:off x="6667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6" name="Editable path 33">
            <a:extLst>
              <a:ext uri="{FF2B5EF4-FFF2-40B4-BE49-F238E27FC236}">
                <ns2:creationId id="{735C35DA-7549-4ED3-B123-90F1211C1C26}"/>
              </a:ext>
            </a:extLst>
          </p:cNvPr>
          <p:cNvSpPr>
            <a:spLocks noGrp="1"/>
          </p:cNvSpPr>
          <p:nvPr/>
        </p:nvSpPr>
        <p:spPr>
          <a:xfrm>
            <a:off x="11144250" y="4200525"/>
            <a:ext cx="1333500" cy="953"/>
          </a:xfrm>
          <a:custGeom>
            <a:pathLst>
              <a:path w="1333500" h="953">
                <a:moveTo>
                  <a:pt x="0" y="0"/>
                </a:moveTo>
                <a:lnTo>
                  <a:pt x="1333500" y="0"/>
                </a:lnTo>
              </a:path>
            </a:pathLst>
          </a:custGeom>
          <a:noFill/>
          <a:ln w="19050">
            <a:solidFill>
              <a:srgbClr val="111111"/>
            </a:solidFill>
            <a:prstDash val="solid"/>
          </a:ln>
        </p:spPr>
      </p:sp>
      <p:sp>
        <p:nvSpPr>
          <p:cNvPr id="37" name="Editable arrowhead 34">
            <a:extLst>
              <a:ext uri="{FF2B5EF4-FFF2-40B4-BE49-F238E27FC236}">
                <ns2:creationId id="{8799764A-95A7-476F-957C-27B23723674F}"/>
              </a:ext>
            </a:extLst>
          </p:cNvPr>
          <p:cNvSpPr>
            <a:spLocks noGrp="1"/>
          </p:cNvSpPr>
          <p:nvPr/>
        </p:nvSpPr>
        <p:spPr>
          <a:xfrm>
            <a:off x="12382500" y="4152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사용자 피드백: “외부 고객에게는 처음 구성이 좋고, 이번 내부회의에는 수정본을 쓰자.”">
            <a:extLst>
              <a:ext uri="{FF2B5EF4-FFF2-40B4-BE49-F238E27FC236}">
                <ns2:creationId id="{AE0CB1F8-6E35-46FF-B4D9-84099679FE22}"/>
              </a:ext>
            </a:extLst>
          </p:cNvPr>
          <p:cNvSpPr>
            <a:spLocks noGrp="1"/>
          </p:cNvSpPr>
          <p:nvPr/>
        </p:nvSpPr>
        <p:spPr>
          <a:xfrm>
            <a:off x="1047750" y="5467350"/>
            <a:ext cx="15811500" cy="609600"/>
          </a:xfrm>
          <a:prstGeom prst="rect">
            <a:avLst/>
          </a:prstGeom>
          <a:solidFill>
            <a:srgbClr val="C9E1B3"/>
          </a:solidFill>
          <a:ln w="17145">
            <a:solidFill>
              <a:srgbClr val="111111"/>
            </a:solidFill>
            <a:prstDash val="solid"/>
          </a:ln>
        </p:spPr>
      </p:sp>
      <p:sp>
        <p:nvSpPr>
          <p:cNvPr id="39" name="DP5 object 35">
            <a:extLst>
              <a:ext uri="{FF2B5EF4-FFF2-40B4-BE49-F238E27FC236}">
                <ns2:creationId id="{0A073810-8020-4F74-9384-F41A9F71113C}"/>
              </a:ext>
            </a:extLst>
          </p:cNvPr>
          <p:cNvSpPr>
            <a:spLocks noGrp="1"/>
          </p:cNvSpPr>
          <p:nvPr/>
        </p:nvSpPr>
        <p:spPr>
          <a:xfrm>
            <a:off x="1114425" y="5505450"/>
            <a:ext cx="15678150" cy="5334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사용자 피드백: “외부 고객에게는 처음 구성이 좋고, 이번 내부회의에는 수정본을 쓰자.”</a:t>
            </a:r>
            <a:endParaRPr lang="ko-KR">
              <a:latin typeface="Calibri"/>
              <a:ea typeface="Calibri"/>
              <a:cs typeface="Calibri"/>
            </a:endParaRPr>
          </a:p>
        </p:txBody>
      </p:sp>
      <p:sp>
        <p:nvSpPr>
          <p:cNvPr id="40" name="새 요청: “고객용으로 좋다고 한 형식에 이번 조사 수치를 넣고, 그 자료 만든 쪽에 맡겨.”">
            <a:extLst>
              <a:ext uri="{FF2B5EF4-FFF2-40B4-BE49-F238E27FC236}">
                <ns2:creationId id="{7A29EEE9-C525-4971-AFC7-B495C9C8CCC5}"/>
              </a:ext>
            </a:extLst>
          </p:cNvPr>
          <p:cNvSpPr>
            <a:spLocks noGrp="1"/>
          </p:cNvSpPr>
          <p:nvPr/>
        </p:nvSpPr>
        <p:spPr>
          <a:xfrm>
            <a:off x="1047750" y="6381750"/>
            <a:ext cx="15811500" cy="723900"/>
          </a:xfrm>
          <a:prstGeom prst="rect">
            <a:avLst/>
          </a:prstGeom>
          <a:solidFill>
            <a:srgbClr val="F1F6FC"/>
          </a:solidFill>
          <a:ln w="28575">
            <a:solidFill>
              <a:srgbClr val="4676CB"/>
            </a:solidFill>
            <a:prstDash val="solid"/>
          </a:ln>
        </p:spPr>
      </p:sp>
      <p:sp>
        <p:nvSpPr>
          <p:cNvPr id="41" name="DP5 object 36">
            <a:extLst>
              <a:ext uri="{FF2B5EF4-FFF2-40B4-BE49-F238E27FC236}">
                <ns2:creationId id="{C51DA891-1519-46D3-ABBC-83D915E83055}"/>
              </a:ext>
            </a:extLst>
          </p:cNvPr>
          <p:cNvSpPr>
            <a:spLocks noGrp="1"/>
          </p:cNvSpPr>
          <p:nvPr/>
        </p:nvSpPr>
        <p:spPr>
          <a:xfrm>
            <a:off x="1114425" y="6419850"/>
            <a:ext cx="15678150" cy="6477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새 요청: “고객용으로 좋다고 한 형식에 이번 조사 수치를 넣고, 그 자료 만든 쪽에 맡겨.”</a:t>
            </a:r>
            <a:endParaRPr lang="ko-KR">
              <a:latin typeface="Calibri"/>
              <a:ea typeface="Calibri"/>
              <a:cs typeface="Calibri"/>
            </a:endParaRPr>
          </a:p>
        </p:txBody>
      </p:sp>
      <p:sp>
        <p:nvSpPr>
          <p:cNvPr id="42" name="DP5 object 37">
            <a:extLst>
              <a:ext uri="{FF2B5EF4-FFF2-40B4-BE49-F238E27FC236}">
                <ns2:creationId id="{15EE7C58-2453-4FD1-8DC7-24FB80A99DB5}"/>
              </a:ext>
            </a:extLst>
          </p:cNvPr>
          <p:cNvSpPr>
            <a:spLocks noGrp="1"/>
          </p:cNvSpPr>
          <p:nvPr/>
        </p:nvSpPr>
        <p:spPr>
          <a:xfrm>
            <a:off x="1047750" y="7334250"/>
            <a:ext cx="15811500" cy="4476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연결할 의미: 형식 D2 / 내용은 신규 조사 / 명시적으로 지칭한 작성자 P</a:t>
            </a:r>
            <a:endParaRPr lang="ko-KR">
              <a:latin typeface="Calibri"/>
              <a:ea typeface="Calibri"/>
              <a:cs typeface="Calibri"/>
            </a:endParaRPr>
          </a:p>
        </p:txBody>
      </p:sp>
      <p:sp>
        <p:nvSpPr>
          <p:cNvPr id="43" name="DP5 object 38">
            <a:extLst>
              <a:ext uri="{FF2B5EF4-FFF2-40B4-BE49-F238E27FC236}">
                <ns2:creationId id="{8929A3D9-1519-4EEF-87BD-C374D1C92AE9}"/>
              </a:ext>
            </a:extLst>
          </p:cNvPr>
          <p:cNvSpPr>
            <a:spLocks noGrp="1"/>
          </p:cNvSpPr>
          <p:nvPr/>
        </p:nvSpPr>
        <p:spPr>
          <a:xfrm>
            <a:off x="1047750" y="7924800"/>
            <a:ext cx="15811500" cy="381000"/>
          </a:xfrm>
          <a:prstGeom prst="rect">
            <a:avLst/>
          </a:prstGeom>
          <a:noFill/>
          <a:ln w="0">
            <a:noFill/>
            <a:prstDash val="solid"/>
          </a:ln>
        </p:spPr>
        <p:txBody>
          <a:bodyPr wrap="none" lIns="0" tIns="0" rIns="0" bIns="0" anchor="ctr">
            <a:noAutofit/>
          </a:bodyPr>
          <a:lstStyle>
            <a:defPPr algn="ctr">
              <a:defRPr sz="2100" b="0" lang="ko-KR">
                <a:solidFill>
                  <a:srgbClr val="C00000"/>
                </a:solidFill>
                <a:latin typeface="Calibri"/>
                <a:ea typeface="Calibri"/>
                <a:cs typeface="Calibri"/>
              </a:defRPr>
            </a:defPPr>
            <a:lvl1pPr algn="ctr">
              <a:defRPr sz="2100" b="0" lang="ko-KR">
                <a:solidFill>
                  <a:srgbClr val="C00000"/>
                </a:solidFill>
                <a:latin typeface="Calibri"/>
                <a:ea typeface="Calibri"/>
                <a:cs typeface="Calibri"/>
              </a:defRPr>
            </a:lvl1pPr>
            <a:lvl2pPr algn="ctr">
              <a:defRPr sz="2100" b="0" lang="ko-KR">
                <a:solidFill>
                  <a:srgbClr val="C00000"/>
                </a:solidFill>
                <a:latin typeface="Calibri"/>
                <a:ea typeface="Calibri"/>
                <a:cs typeface="Calibri"/>
              </a:defRPr>
            </a:lvl2pPr>
            <a:lvl3pPr algn="ctr">
              <a:defRPr sz="2100" b="0" lang="ko-KR">
                <a:solidFill>
                  <a:srgbClr val="C00000"/>
                </a:solidFill>
                <a:latin typeface="Calibri"/>
                <a:ea typeface="Calibri"/>
                <a:cs typeface="Calibri"/>
              </a:defRPr>
            </a:lvl3pPr>
            <a:lvl4pPr algn="ctr">
              <a:defRPr sz="2100" b="0" lang="ko-KR">
                <a:solidFill>
                  <a:srgbClr val="C00000"/>
                </a:solidFill>
                <a:latin typeface="Calibri"/>
                <a:ea typeface="Calibri"/>
                <a:cs typeface="Calibri"/>
              </a:defRPr>
            </a:lvl4pPr>
            <a:lvl5pPr algn="ctr">
              <a:defRPr sz="2100" b="0" lang="ko-KR">
                <a:solidFill>
                  <a:srgbClr val="C00000"/>
                </a:solidFill>
                <a:latin typeface="Calibri"/>
                <a:ea typeface="Calibri"/>
                <a:cs typeface="Calibri"/>
              </a:defRPr>
            </a:lvl5pPr>
            <a:lvl6pPr algn="ctr">
              <a:defRPr sz="2100" b="0" lang="ko-KR">
                <a:solidFill>
                  <a:srgbClr val="C00000"/>
                </a:solidFill>
                <a:latin typeface="Calibri"/>
                <a:ea typeface="Calibri"/>
                <a:cs typeface="Calibri"/>
              </a:defRPr>
            </a:lvl6pPr>
            <a:lvl7pPr algn="ctr">
              <a:defRPr sz="2100" b="0" lang="ko-KR">
                <a:solidFill>
                  <a:srgbClr val="C00000"/>
                </a:solidFill>
                <a:latin typeface="Calibri"/>
                <a:ea typeface="Calibri"/>
                <a:cs typeface="Calibri"/>
              </a:defRPr>
            </a:lvl7pPr>
            <a:lvl8pPr algn="ctr">
              <a:defRPr sz="2100" b="0" lang="ko-KR">
                <a:solidFill>
                  <a:srgbClr val="C00000"/>
                </a:solidFill>
                <a:latin typeface="Calibri"/>
                <a:ea typeface="Calibri"/>
                <a:cs typeface="Calibri"/>
              </a:defRPr>
            </a:lvl8pPr>
            <a:lvl9pPr algn="ctr">
              <a:defRPr sz="2100" b="0" lang="ko-KR">
                <a:solidFill>
                  <a:srgbClr val="C00000"/>
                </a:solidFill>
                <a:latin typeface="Calibri"/>
                <a:ea typeface="Calibri"/>
                <a:cs typeface="Calibri"/>
              </a:defRPr>
            </a:lvl9pPr>
          </a:lstStyle>
          <a:p>
            <a:pPr algn="ctr">
              <a:defRPr sz="2100" b="0" lang="ko-KR">
                <a:solidFill>
                  <a:srgbClr val="C00000"/>
                </a:solidFill>
                <a:latin typeface="Calibri"/>
                <a:ea typeface="Calibri"/>
                <a:cs typeface="Calibri"/>
              </a:defRPr>
            </a:pPr>
            <a:r>
              <a:rPr sz="2100" b="0" lang="ko-KR">
                <a:solidFill>
                  <a:srgbClr val="C00000"/>
                </a:solidFill>
                <a:latin typeface="Calibri"/>
                <a:ea typeface="Calibri"/>
                <a:cs typeface="Calibri"/>
              </a:rPr>
              <a:t>최신 수정자 Q로 바꾸거나, “모든 업무에서 P 선호”로 일반화하면 다른 요청이 된다.</a:t>
            </a:r>
            <a:endParaRPr lang="ko-KR">
              <a:latin typeface="Calibri"/>
              <a:ea typeface="Calibri"/>
              <a:cs typeface="Calibri"/>
            </a:endParaRPr>
          </a:p>
        </p:txBody>
      </p:sp>
      <p:sp>
        <p:nvSpPr>
          <p:cNvPr id="44" name="Editable path 39">
            <a:extLst>
              <a:ext uri="{FF2B5EF4-FFF2-40B4-BE49-F238E27FC236}">
                <ns2:creationId id="{CB5EF2F5-FB1F-4BF5-AB25-CF6F8C9E5E9D}"/>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45" name="DP5 object 40">
            <a:extLst>
              <a:ext uri="{FF2B5EF4-FFF2-40B4-BE49-F238E27FC236}">
                <ns2:creationId id="{3BBD9765-FC9F-48C1-9FC4-D5BC5D2645C0}"/>
              </a:ext>
            </a:extLst>
          </p:cNvPr>
          <p:cNvSpPr>
            <a:spLocks noGrp="1"/>
          </p:cNvSpPr>
          <p:nvPr/>
        </p:nvSpPr>
        <p:spPr>
          <a:xfrm>
            <a:off x="628650" y="8972550"/>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46" name="DP5 object 41">
            <a:extLst>
              <a:ext uri="{FF2B5EF4-FFF2-40B4-BE49-F238E27FC236}">
                <ns2:creationId id="{DB1975C1-9709-4F0A-BBE9-62FE47727346}"/>
              </a:ext>
            </a:extLst>
          </p:cNvPr>
          <p:cNvSpPr>
            <a:spLocks noGrp="1"/>
          </p:cNvSpPr>
          <p:nvPr/>
        </p:nvSpPr>
        <p:spPr>
          <a:xfrm>
            <a:off x="3381375" y="8953500"/>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위임 관계를 현재 요청에서 해석할까, 미리 정리해 둘까?</a:t>
            </a:r>
            <a:endParaRPr lang="ko-KR">
              <a:latin typeface="Calibri"/>
              <a:ea typeface="Calibri"/>
              <a:cs typeface="Calibri"/>
            </a:endParaRPr>
          </a:p>
        </p:txBody>
      </p:sp>
      <p:sp>
        <p:nvSpPr>
          <p:cNvPr id="47" name="DP5 object 42">
            <a:extLst>
              <a:ext uri="{FF2B5EF4-FFF2-40B4-BE49-F238E27FC236}">
                <ns2:creationId id="{7C6B7CDF-29B2-4FF9-8C5D-BA72DDE9F231}"/>
              </a:ext>
            </a:extLst>
          </p:cNvPr>
          <p:cNvSpPr>
            <a:spLocks noGrp="1"/>
          </p:cNvSpPr>
          <p:nvPr/>
        </p:nvSpPr>
        <p:spPr>
          <a:xfrm>
            <a:off x="3381375" y="9572625"/>
            <a:ext cx="139065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원본과 명시적 사실은 공통 보존. 미래 요청에 쓰일 관계의 해석 시점과 관리 책임을 선택한다.</a:t>
            </a:r>
            <a:endParaRPr lang="ko-KR">
              <a:latin typeface="Calibri"/>
              <a:ea typeface="Calibri"/>
              <a:cs typeface="Calibri"/>
            </a:endParaRPr>
          </a:p>
        </p:txBody>
      </p:sp>
    </p:spTree>
    <p:extLst>
      <p:ext uri="{BB962C8B-B14F-4D97-AF65-F5344CB8AC3E}">
        <p14:creationId val="1488308837"/>
      </p:ext>
    </p:extLst>
  </p:cSld>
</p:sld>
</file>

<file path=ppt/slides/slide21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05" name="DP5 object 43">
            <a:extLst>
              <a:ext uri="{FF2B5EF4-FFF2-40B4-BE49-F238E27FC236}">
                <ns2:creationId id="{F02B4EFB-5E8F-4B0A-A253-C0E3A6FDCB0C}"/>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(설계 구조 비교)</a:t>
            </a:r>
            <a:endParaRPr lang="ko-KR">
              <a:latin typeface="Calibri"/>
              <a:ea typeface="Calibri"/>
              <a:cs typeface="Calibri"/>
            </a:endParaRPr>
          </a:p>
        </p:txBody>
      </p:sp>
      <p:sp>
        <p:nvSpPr>
          <p:cNvPr id="2" name="DP5 object 44">
            <a:extLst>
              <a:ext uri="{FF2B5EF4-FFF2-40B4-BE49-F238E27FC236}">
                <ns2:creationId id="{0CEB19CF-1DF8-4EF8-9874-4FE89914A63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45">
            <a:extLst>
              <a:ext uri="{FF2B5EF4-FFF2-40B4-BE49-F238E27FC236}">
                <ns2:creationId id="{725ABF50-3D75-440E-A9B7-271F108C71E9}"/>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46">
            <a:extLst>
              <a:ext uri="{FF2B5EF4-FFF2-40B4-BE49-F238E27FC236}">
                <ns2:creationId id="{827B17A4-D950-4A3C-BF4F-E3BD6933826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47">
            <a:extLst>
              <a:ext uri="{FF2B5EF4-FFF2-40B4-BE49-F238E27FC236}">
                <ns2:creationId id="{E87C8AD9-2D52-4294-8308-8FF04A9509A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48">
            <a:extLst>
              <a:ext uri="{FF2B5EF4-FFF2-40B4-BE49-F238E27FC236}">
                <ns2:creationId id="{D77205CF-7B5A-4679-B47A-A2BC8837F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49">
            <a:extLst>
              <a:ext uri="{FF2B5EF4-FFF2-40B4-BE49-F238E27FC236}">
                <ns2:creationId id="{06B03687-9813-4A0A-917F-B2100FC46FBB}"/>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50">
            <a:extLst>
              <a:ext uri="{FF2B5EF4-FFF2-40B4-BE49-F238E27FC236}">
                <ns2:creationId id="{2911B5A9-CED5-4DC9-B179-087E34ED1E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51">
            <a:extLst>
              <a:ext uri="{FF2B5EF4-FFF2-40B4-BE49-F238E27FC236}">
                <ns2:creationId id="{67DE81E1-9D14-4AB8-B1C1-3FEDEFF93690}"/>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52">
            <a:extLst>
              <a:ext uri="{FF2B5EF4-FFF2-40B4-BE49-F238E27FC236}">
                <ns2:creationId id="{A6D1EF64-3B16-49DC-8332-4EED932B24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53">
            <a:extLst>
              <a:ext uri="{FF2B5EF4-FFF2-40B4-BE49-F238E27FC236}">
                <ns2:creationId id="{68E31145-B97C-4B71-BEB4-161F4C53177C}"/>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4">
            <a:extLst>
              <a:ext uri="{FF2B5EF4-FFF2-40B4-BE49-F238E27FC236}">
                <ns2:creationId id="{6382DBA7-3BEC-4E87-9220-9BA145A5B33A}"/>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3B044CB-F593-4441-8584-7A3A8441C0B1}"/>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21 / 29</a:t>
            </a:r>
            <a:endParaRPr lang="ko-KR">
              <a:latin typeface="Calibri"/>
              <a:ea typeface="Calibri"/>
              <a:cs typeface="Calibri"/>
            </a:endParaRPr>
          </a:p>
        </p:txBody>
      </p:sp>
      <p:sp>
        <p:nvSpPr>
          <p:cNvPr id="14" name="DP5 object 56">
            <a:extLst>
              <a:ext uri="{FF2B5EF4-FFF2-40B4-BE49-F238E27FC236}">
                <ns2:creationId id="{3091B2F1-2C9E-4137-8FF7-0F5F38D2273A}"/>
              </a:ext>
            </a:extLst>
          </p:cNvPr>
          <p:cNvSpPr>
            <a:spLocks noGrp="1"/>
          </p:cNvSpPr>
          <p:nvPr/>
        </p:nvSpPr>
        <p:spPr>
          <a:xfrm>
            <a:off x="266700" y="1200150"/>
            <a:ext cx="175260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차이의 중심: 요청이 관계 해석을 소유하는가, 독립 갱신 경로가 관계 상태를 유지하는가</a:t>
            </a:r>
            <a:endParaRPr lang="ko-KR">
              <a:latin typeface="Calibri"/>
              <a:ea typeface="Calibri"/>
              <a:cs typeface="Calibri"/>
            </a:endParaRPr>
          </a:p>
        </p:txBody>
      </p:sp>
      <p:sp>
        <p:nvSpPr>
          <p:cNvPr id="15" name="A  요청 경로에서 원본 관계 해석">
            <a:extLst>
              <a:ext uri="{FF2B5EF4-FFF2-40B4-BE49-F238E27FC236}">
                <ns2:creationId id="{B6A66979-085C-4759-9283-FAD0214BEDBB}"/>
              </a:ext>
            </a:extLst>
          </p:cNvPr>
          <p:cNvSpPr>
            <a:spLocks noGrp="1"/>
          </p:cNvSpPr>
          <p:nvPr/>
        </p:nvSpPr>
        <p:spPr>
          <a:xfrm>
            <a:off x="381000" y="1781175"/>
            <a:ext cx="8334375" cy="476250"/>
          </a:xfrm>
          <a:prstGeom prst="rect">
            <a:avLst/>
          </a:prstGeom>
          <a:solidFill>
            <a:srgbClr val="C9E1B3"/>
          </a:solidFill>
          <a:ln w="17145">
            <a:solidFill>
              <a:srgbClr val="111111"/>
            </a:solidFill>
            <a:prstDash val="solid"/>
          </a:ln>
        </p:spPr>
      </p:sp>
      <p:sp>
        <p:nvSpPr>
          <p:cNvPr id="16" name="DP5 object 57">
            <a:extLst>
              <a:ext uri="{FF2B5EF4-FFF2-40B4-BE49-F238E27FC236}">
                <ns2:creationId id="{44922AC8-2064-49FA-AEB0-DF3C663A42A2}"/>
              </a:ext>
            </a:extLst>
          </p:cNvPr>
          <p:cNvSpPr>
            <a:spLocks noGrp="1"/>
          </p:cNvSpPr>
          <p:nvPr/>
        </p:nvSpPr>
        <p:spPr>
          <a:xfrm>
            <a:off x="447675"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요청 경로에서 원본 관계 해석</a:t>
            </a:r>
            <a:endParaRPr lang="ko-KR">
              <a:latin typeface="Calibri"/>
              <a:ea typeface="Calibri"/>
              <a:cs typeface="Calibri"/>
            </a:endParaRPr>
          </a:p>
        </p:txBody>
      </p:sp>
      <p:sp>
        <p:nvSpPr>
          <p:cNvPr id="17" name="B  사건 갱신 경로 + 관계 조회 경로">
            <a:extLst>
              <a:ext uri="{FF2B5EF4-FFF2-40B4-BE49-F238E27FC236}">
                <ns2:creationId id="{5EB1C025-CFB7-4CBF-98A5-F80ABCFA11FB}"/>
              </a:ext>
            </a:extLst>
          </p:cNvPr>
          <p:cNvSpPr>
            <a:spLocks noGrp="1"/>
          </p:cNvSpPr>
          <p:nvPr/>
        </p:nvSpPr>
        <p:spPr>
          <a:xfrm>
            <a:off x="9572625" y="1781175"/>
            <a:ext cx="8334375" cy="476250"/>
          </a:xfrm>
          <a:prstGeom prst="rect">
            <a:avLst/>
          </a:prstGeom>
          <a:solidFill>
            <a:srgbClr val="C9E1B3"/>
          </a:solidFill>
          <a:ln w="17145">
            <a:solidFill>
              <a:srgbClr val="111111"/>
            </a:solidFill>
            <a:prstDash val="solid"/>
          </a:ln>
        </p:spPr>
      </p:sp>
      <p:sp>
        <p:nvSpPr>
          <p:cNvPr id="18" name="DP5 object 58">
            <a:extLst>
              <a:ext uri="{FF2B5EF4-FFF2-40B4-BE49-F238E27FC236}">
                <ns2:creationId id="{106A07E7-DE41-4D7A-9B45-3999566CACA2}"/>
              </a:ext>
            </a:extLst>
          </p:cNvPr>
          <p:cNvSpPr>
            <a:spLocks noGrp="1"/>
          </p:cNvSpPr>
          <p:nvPr/>
        </p:nvSpPr>
        <p:spPr>
          <a:xfrm>
            <a:off x="9639300" y="1819275"/>
            <a:ext cx="82010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사건 갱신 경로 + 관계 조회 경로</a:t>
            </a:r>
            <a:endParaRPr lang="ko-KR">
              <a:latin typeface="Calibri"/>
              <a:ea typeface="Calibri"/>
              <a:cs typeface="Calibri"/>
            </a:endParaRPr>
          </a:p>
        </p:txBody>
      </p:sp>
      <p:sp>
        <p:nvSpPr>
          <p:cNvPr id="19" name="공통 원본·확정 사실&#10;표시 판본·피드백&#10;Task / Agent 연결">
            <a:extLst>
              <a:ext uri="{FF2B5EF4-FFF2-40B4-BE49-F238E27FC236}">
                <ns2:creationId id="{5A9B45FB-409D-4DF3-AC1C-9241B8302079}"/>
              </a:ext>
            </a:extLst>
          </p:cNvPr>
          <p:cNvSpPr>
            <a:spLocks noGrp="1"/>
          </p:cNvSpPr>
          <p:nvPr/>
        </p:nvSpPr>
        <p:spPr>
          <a:xfrm>
            <a:off x="619125" y="2714625"/>
            <a:ext cx="2381250" cy="1257300"/>
          </a:xfrm>
          <a:prstGeom prst="can">
            <a:avLst>
              <a:gd name="adj" fmla="val 16000"/>
            </a:avLst>
          </a:prstGeom>
          <a:solidFill>
            <a:srgbClr val="FFF6DD"/>
          </a:solidFill>
          <a:ln w="17145">
            <a:solidFill>
              <a:srgbClr val="111111"/>
            </a:solidFill>
            <a:prstDash val="solid"/>
          </a:ln>
        </p:spPr>
      </p:sp>
      <p:sp>
        <p:nvSpPr>
          <p:cNvPr id="20" name="DP5 object 59">
            <a:extLst>
              <a:ext uri="{FF2B5EF4-FFF2-40B4-BE49-F238E27FC236}">
                <ns2:creationId id="{4FDB8C27-D90F-43FE-921B-5E274A177E37}"/>
              </a:ext>
            </a:extLst>
          </p:cNvPr>
          <p:cNvSpPr>
            <a:spLocks noGrp="1"/>
          </p:cNvSpPr>
          <p:nvPr/>
        </p:nvSpPr>
        <p:spPr>
          <a:xfrm>
            <a:off x="666750" y="2819400"/>
            <a:ext cx="2286000" cy="10953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공통 원본·확정 사실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표시 판본·피드백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Task / Agent 연결</a:t>
            </a:r>
            <a:endParaRPr lang="ko-KR">
              <a:latin typeface="Calibri"/>
              <a:ea typeface="Calibri"/>
              <a:cs typeface="Calibri"/>
            </a:endParaRPr>
          </a:p>
        </p:txBody>
      </p:sp>
      <p:sp>
        <p:nvSpPr>
          <p:cNvPr id="21" name="Context Manager Component">
            <a:extLst>
              <a:ext uri="{FF2B5EF4-FFF2-40B4-BE49-F238E27FC236}">
                <ns2:creationId id="{60CEF118-93A0-4AF2-B7CF-0729ABC09779}"/>
              </a:ext>
            </a:extLst>
          </p:cNvPr>
          <p:cNvSpPr>
            <a:spLocks noGrp="1"/>
          </p:cNvSpPr>
          <p:nvPr/>
        </p:nvSpPr>
        <p:spPr>
          <a:xfrm>
            <a:off x="3381375" y="2571750"/>
            <a:ext cx="5095875" cy="1400175"/>
          </a:xfrm>
          <a:prstGeom prst="rect">
            <a:avLst/>
          </a:prstGeom>
          <a:solidFill>
            <a:srgbClr val="FFF6DD"/>
          </a:solidFill>
          <a:ln w="25718">
            <a:solidFill>
              <a:srgbClr val="111111"/>
            </a:solidFill>
            <a:prstDash val="solid"/>
          </a:ln>
        </p:spPr>
      </p:sp>
      <p:sp>
        <p:nvSpPr>
          <p:cNvPr id="22" name="DP5 object 60">
            <a:extLst>
              <a:ext uri="{FF2B5EF4-FFF2-40B4-BE49-F238E27FC236}">
                <ns2:creationId id="{81B59948-C3AD-4334-BF88-5D65FA754323}"/>
              </a:ext>
            </a:extLst>
          </p:cNvPr>
          <p:cNvSpPr>
            <a:spLocks noGrp="1"/>
          </p:cNvSpPr>
          <p:nvPr/>
        </p:nvSpPr>
        <p:spPr>
          <a:xfrm>
            <a:off x="3457575" y="2590800"/>
            <a:ext cx="4943475"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3" name="Editable path 61">
            <a:extLst>
              <a:ext uri="{FF2B5EF4-FFF2-40B4-BE49-F238E27FC236}">
                <ns2:creationId id="{D707DFFD-4667-441B-8CBE-F5EC2CFCB1CA}"/>
              </a:ext>
            </a:extLst>
          </p:cNvPr>
          <p:cNvSpPr>
            <a:spLocks noGrp="1"/>
          </p:cNvSpPr>
          <p:nvPr/>
        </p:nvSpPr>
        <p:spPr>
          <a:xfrm>
            <a:off x="3381375" y="2914650"/>
            <a:ext cx="5095875" cy="953"/>
          </a:xfrm>
          <a:custGeom>
            <a:pathLst>
              <a:path w="5095875" h="953">
                <a:moveTo>
                  <a:pt x="0" y="0"/>
                </a:moveTo>
                <a:lnTo>
                  <a:pt x="5095875" y="0"/>
                </a:lnTo>
              </a:path>
            </a:pathLst>
          </a:custGeom>
          <a:noFill/>
          <a:ln w="13335">
            <a:solidFill>
              <a:srgbClr val="111111"/>
            </a:solidFill>
            <a:prstDash val="solid"/>
          </a:ln>
        </p:spPr>
      </p:sp>
      <p:sp>
        <p:nvSpPr>
          <p:cNvPr id="24" name="원본 조회 인터페이스&#10;ID·시각·연결 필터 / 텍스트 검색">
            <a:extLst>
              <a:ext uri="{FF2B5EF4-FFF2-40B4-BE49-F238E27FC236}">
                <ns2:creationId id="{5B1FD61E-BE90-4F33-BB5A-B7B76DB7C689}"/>
              </a:ext>
            </a:extLst>
          </p:cNvPr>
          <p:cNvSpPr>
            <a:spLocks noGrp="1"/>
          </p:cNvSpPr>
          <p:nvPr/>
        </p:nvSpPr>
        <p:spPr>
          <a:xfrm>
            <a:off x="3524250" y="3067050"/>
            <a:ext cx="4810125" cy="733425"/>
          </a:xfrm>
          <a:prstGeom prst="rect">
            <a:avLst/>
          </a:prstGeom>
          <a:solidFill>
            <a:srgbClr val="FFFFFF"/>
          </a:solidFill>
          <a:ln w="17145">
            <a:solidFill>
              <a:srgbClr val="111111"/>
            </a:solidFill>
            <a:prstDash val="solid"/>
          </a:ln>
        </p:spPr>
      </p:sp>
      <p:sp>
        <p:nvSpPr>
          <p:cNvPr id="25" name="DP5 object 62">
            <a:extLst>
              <a:ext uri="{FF2B5EF4-FFF2-40B4-BE49-F238E27FC236}">
                <ns2:creationId id="{AC0F50AF-A58C-4D5D-BC06-CDF7BB7FD712}"/>
              </a:ext>
            </a:extLst>
          </p:cNvPr>
          <p:cNvSpPr>
            <a:spLocks noGrp="1"/>
          </p:cNvSpPr>
          <p:nvPr/>
        </p:nvSpPr>
        <p:spPr>
          <a:xfrm>
            <a:off x="3590925" y="3105150"/>
            <a:ext cx="467677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조회 인터페이스</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ID·시각·연결 필터 / 텍스트 검색</a:t>
            </a:r>
            <a:endParaRPr lang="ko-KR">
              <a:latin typeface="Calibri"/>
              <a:ea typeface="Calibri"/>
              <a:cs typeface="Calibri"/>
            </a:endParaRPr>
          </a:p>
        </p:txBody>
      </p:sp>
      <p:sp>
        <p:nvSpPr>
          <p:cNvPr id="26" name="Editable path 63">
            <a:extLst>
              <a:ext uri="{FF2B5EF4-FFF2-40B4-BE49-F238E27FC236}">
                <ns2:creationId id="{16253400-5DE4-49F8-801D-DEA5F2B3E3C9}"/>
              </a:ext>
            </a:extLst>
          </p:cNvPr>
          <p:cNvSpPr>
            <a:spLocks noGrp="1"/>
          </p:cNvSpPr>
          <p:nvPr/>
        </p:nvSpPr>
        <p:spPr>
          <a:xfrm>
            <a:off x="3000375" y="3352800"/>
            <a:ext cx="381000" cy="953"/>
          </a:xfrm>
          <a:custGeom>
            <a:pathLst>
              <a:path w="381000" h="953">
                <a:moveTo>
                  <a:pt x="0" y="0"/>
                </a:moveTo>
                <a:lnTo>
                  <a:pt x="381000" y="0"/>
                </a:lnTo>
              </a:path>
            </a:pathLst>
          </a:custGeom>
          <a:noFill/>
          <a:ln w="19050">
            <a:solidFill>
              <a:srgbClr val="111111"/>
            </a:solidFill>
            <a:prstDash val="solid"/>
          </a:ln>
        </p:spPr>
      </p:sp>
      <p:sp>
        <p:nvSpPr>
          <p:cNvPr id="27" name="Editable arrowhead 64">
            <a:extLst>
              <a:ext uri="{FF2B5EF4-FFF2-40B4-BE49-F238E27FC236}">
                <ns2:creationId id="{4645B7C2-9572-4475-AA2A-6F5A5B774308}"/>
              </a:ext>
            </a:extLst>
          </p:cNvPr>
          <p:cNvSpPr>
            <a:spLocks noGrp="1"/>
          </p:cNvSpPr>
          <p:nvPr/>
        </p:nvSpPr>
        <p:spPr>
          <a:xfrm>
            <a:off x="3286125" y="3305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8" name="DP5 object 65">
            <a:extLst>
              <a:ext uri="{FF2B5EF4-FFF2-40B4-BE49-F238E27FC236}">
                <ns2:creationId id="{3BDE2DE0-E4E4-428C-A554-F60671B2AFA1}"/>
              </a:ext>
            </a:extLst>
          </p:cNvPr>
          <p:cNvSpPr>
            <a:spLocks noGrp="1"/>
          </p:cNvSpPr>
          <p:nvPr/>
        </p:nvSpPr>
        <p:spPr>
          <a:xfrm>
            <a:off x="638175" y="4086225"/>
            <a:ext cx="2352675" cy="2952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요청과 무관하게 보존</a:t>
            </a:r>
            <a:endParaRPr lang="ko-KR">
              <a:latin typeface="Calibri"/>
              <a:ea typeface="Calibri"/>
              <a:cs typeface="Calibri"/>
            </a:endParaRPr>
          </a:p>
        </p:txBody>
      </p:sp>
      <p:sp>
        <p:nvSpPr>
          <p:cNvPr id="29" name="현재 요청">
            <a:extLst>
              <a:ext uri="{FF2B5EF4-FFF2-40B4-BE49-F238E27FC236}">
                <ns2:creationId id="{7B474A2D-8ADC-4862-8617-CE4F7955A971}"/>
              </a:ext>
            </a:extLst>
          </p:cNvPr>
          <p:cNvSpPr>
            <a:spLocks noGrp="1"/>
          </p:cNvSpPr>
          <p:nvPr/>
        </p:nvSpPr>
        <p:spPr>
          <a:xfrm>
            <a:off x="619125" y="5114925"/>
            <a:ext cx="2381250" cy="628650"/>
          </a:xfrm>
          <a:prstGeom prst="rect">
            <a:avLst/>
          </a:prstGeom>
          <a:solidFill>
            <a:srgbClr val="FFFFFF"/>
          </a:solidFill>
          <a:ln w="17145">
            <a:solidFill>
              <a:srgbClr val="111111"/>
            </a:solidFill>
            <a:prstDash val="solid"/>
          </a:ln>
        </p:spPr>
      </p:sp>
      <p:sp>
        <p:nvSpPr>
          <p:cNvPr id="30" name="DP5 object 66">
            <a:extLst>
              <a:ext uri="{FF2B5EF4-FFF2-40B4-BE49-F238E27FC236}">
                <ns2:creationId id="{53F5F560-0AA7-4716-A0B2-A494C10A46BA}"/>
              </a:ext>
            </a:extLst>
          </p:cNvPr>
          <p:cNvSpPr>
            <a:spLocks noGrp="1"/>
          </p:cNvSpPr>
          <p:nvPr/>
        </p:nvSpPr>
        <p:spPr>
          <a:xfrm>
            <a:off x="685800" y="5153025"/>
            <a:ext cx="2247900" cy="5524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현재 요청</a:t>
            </a:r>
            <a:endParaRPr lang="ko-KR">
              <a:latin typeface="Calibri"/>
              <a:ea typeface="Calibri"/>
              <a:cs typeface="Calibri"/>
            </a:endParaRPr>
          </a:p>
        </p:txBody>
      </p:sp>
      <p:sp>
        <p:nvSpPr>
          <p:cNvPr id="31" name="A request-scoped interpretation boundary">
            <a:extLst>
              <a:ext uri="{FF2B5EF4-FFF2-40B4-BE49-F238E27FC236}">
                <ns2:creationId id="{30BC058F-C138-4B7A-B6B8-DD27439F22EC}"/>
              </a:ext>
            </a:extLst>
          </p:cNvPr>
          <p:cNvSpPr>
            <a:spLocks noGrp="1"/>
          </p:cNvSpPr>
          <p:nvPr/>
        </p:nvSpPr>
        <p:spPr>
          <a:xfrm>
            <a:off x="3381375" y="4610100"/>
            <a:ext cx="5095875" cy="3400425"/>
          </a:xfrm>
          <a:prstGeom prst="rect">
            <a:avLst/>
          </a:prstGeom>
          <a:solidFill>
            <a:srgbClr val="F1F6FC"/>
          </a:solidFill>
          <a:ln w="28575">
            <a:solidFill>
              <a:srgbClr val="4676CB"/>
            </a:solidFill>
            <a:prstDash val="solid"/>
          </a:ln>
        </p:spPr>
      </p:sp>
      <p:sp>
        <p:nvSpPr>
          <p:cNvPr id="32" name="DP5 object 67">
            <a:extLst>
              <a:ext uri="{FF2B5EF4-FFF2-40B4-BE49-F238E27FC236}">
                <ns2:creationId id="{462F46BD-7823-4248-AA11-ADC51E262526}"/>
              </a:ext>
            </a:extLst>
          </p:cNvPr>
          <p:cNvSpPr>
            <a:spLocks noGrp="1"/>
          </p:cNvSpPr>
          <p:nvPr/>
        </p:nvSpPr>
        <p:spPr>
          <a:xfrm>
            <a:off x="3514725" y="4705350"/>
            <a:ext cx="4829175" cy="3619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3" name="DP5 object 68">
            <a:extLst>
              <a:ext uri="{FF2B5EF4-FFF2-40B4-BE49-F238E27FC236}">
                <ns2:creationId id="{43A863E5-2C57-4261-836A-C957FCE5E007}"/>
              </a:ext>
            </a:extLst>
          </p:cNvPr>
          <p:cNvSpPr>
            <a:spLocks noGrp="1"/>
          </p:cNvSpPr>
          <p:nvPr/>
        </p:nvSpPr>
        <p:spPr>
          <a:xfrm>
            <a:off x="3524250" y="5105400"/>
            <a:ext cx="4810125" cy="285750"/>
          </a:xfrm>
          <a:prstGeom prst="rect">
            <a:avLst/>
          </a:prstGeom>
          <a:noFill/>
          <a:ln w="0">
            <a:noFill/>
            <a:prstDash val="solid"/>
          </a:ln>
        </p:spPr>
        <p:txBody>
          <a:bodyPr wrap="none" lIns="0" tIns="0" rIns="0" bIns="0" anchor="ctr">
            <a:noAutofit/>
          </a:bodyPr>
          <a:lstStyle>
            <a:defPPr algn="ctr">
              <a:defRPr sz="1800" b="0" lang="ko-KR">
                <a:solidFill>
                  <a:srgbClr val="4676CB"/>
                </a:solidFill>
                <a:latin typeface="Calibri"/>
                <a:ea typeface="Calibri"/>
                <a:cs typeface="Calibri"/>
              </a:defRPr>
            </a:defPPr>
            <a:lvl1pPr algn="ctr">
              <a:defRPr sz="1800" b="0" lang="ko-KR">
                <a:solidFill>
                  <a:srgbClr val="4676CB"/>
                </a:solidFill>
                <a:latin typeface="Calibri"/>
                <a:ea typeface="Calibri"/>
                <a:cs typeface="Calibri"/>
              </a:defRPr>
            </a:lvl1pPr>
            <a:lvl2pPr algn="ctr">
              <a:defRPr sz="1800" b="0" lang="ko-KR">
                <a:solidFill>
                  <a:srgbClr val="4676CB"/>
                </a:solidFill>
                <a:latin typeface="Calibri"/>
                <a:ea typeface="Calibri"/>
                <a:cs typeface="Calibri"/>
              </a:defRPr>
            </a:lvl2pPr>
            <a:lvl3pPr algn="ctr">
              <a:defRPr sz="1800" b="0" lang="ko-KR">
                <a:solidFill>
                  <a:srgbClr val="4676CB"/>
                </a:solidFill>
                <a:latin typeface="Calibri"/>
                <a:ea typeface="Calibri"/>
                <a:cs typeface="Calibri"/>
              </a:defRPr>
            </a:lvl3pPr>
            <a:lvl4pPr algn="ctr">
              <a:defRPr sz="1800" b="0" lang="ko-KR">
                <a:solidFill>
                  <a:srgbClr val="4676CB"/>
                </a:solidFill>
                <a:latin typeface="Calibri"/>
                <a:ea typeface="Calibri"/>
                <a:cs typeface="Calibri"/>
              </a:defRPr>
            </a:lvl4pPr>
            <a:lvl5pPr algn="ctr">
              <a:defRPr sz="1800" b="0" lang="ko-KR">
                <a:solidFill>
                  <a:srgbClr val="4676CB"/>
                </a:solidFill>
                <a:latin typeface="Calibri"/>
                <a:ea typeface="Calibri"/>
                <a:cs typeface="Calibri"/>
              </a:defRPr>
            </a:lvl5pPr>
            <a:lvl6pPr algn="ctr">
              <a:defRPr sz="1800" b="0" lang="ko-KR">
                <a:solidFill>
                  <a:srgbClr val="4676CB"/>
                </a:solidFill>
                <a:latin typeface="Calibri"/>
                <a:ea typeface="Calibri"/>
                <a:cs typeface="Calibri"/>
              </a:defRPr>
            </a:lvl6pPr>
            <a:lvl7pPr algn="ctr">
              <a:defRPr sz="1800" b="0" lang="ko-KR">
                <a:solidFill>
                  <a:srgbClr val="4676CB"/>
                </a:solidFill>
                <a:latin typeface="Calibri"/>
                <a:ea typeface="Calibri"/>
                <a:cs typeface="Calibri"/>
              </a:defRPr>
            </a:lvl7pPr>
            <a:lvl8pPr algn="ctr">
              <a:defRPr sz="1800" b="0" lang="ko-KR">
                <a:solidFill>
                  <a:srgbClr val="4676CB"/>
                </a:solidFill>
                <a:latin typeface="Calibri"/>
                <a:ea typeface="Calibri"/>
                <a:cs typeface="Calibri"/>
              </a:defRPr>
            </a:lvl8pPr>
            <a:lvl9pPr algn="ctr">
              <a:defRPr sz="1800" b="0" lang="ko-KR">
                <a:solidFill>
                  <a:srgbClr val="4676CB"/>
                </a:solidFill>
                <a:latin typeface="Calibri"/>
                <a:ea typeface="Calibri"/>
                <a:cs typeface="Calibri"/>
              </a:defRPr>
            </a:lvl9pPr>
          </a:lstStyle>
          <a:p>
            <a:pPr algn="ctr">
              <a:defRPr sz="1800" b="0" lang="ko-KR">
                <a:solidFill>
                  <a:srgbClr val="4676CB"/>
                </a:solidFill>
                <a:latin typeface="Calibri"/>
                <a:ea typeface="Calibri"/>
                <a:cs typeface="Calibri"/>
              </a:defRPr>
            </a:pPr>
            <a:r>
              <a:rPr sz="1800" b="0" lang="ko-KR">
                <a:solidFill>
                  <a:srgbClr val="4676CB"/>
                </a:solidFill>
                <a:latin typeface="Calibri"/>
                <a:ea typeface="Calibri"/>
                <a:cs typeface="Calibri"/>
              </a:rPr>
              <a:t>요청 단위 실행·작업 상태</a:t>
            </a:r>
            <a:endParaRPr lang="ko-KR">
              <a:latin typeface="Calibri"/>
              <a:ea typeface="Calibri"/>
              <a:cs typeface="Calibri"/>
            </a:endParaRPr>
          </a:p>
        </p:txBody>
      </p:sp>
      <p:sp>
        <p:nvSpPr>
          <p:cNvPr id="34" name="원본 관계 해석&#10;필요한 범위 추가 읽기">
            <a:extLst>
              <a:ext uri="{FF2B5EF4-FFF2-40B4-BE49-F238E27FC236}">
                <ns2:creationId id="{54C4A412-97B6-4468-AAF5-A2F5E06CD86E}"/>
              </a:ext>
            </a:extLst>
          </p:cNvPr>
          <p:cNvSpPr>
            <a:spLocks noGrp="1"/>
          </p:cNvSpPr>
          <p:nvPr/>
        </p:nvSpPr>
        <p:spPr>
          <a:xfrm>
            <a:off x="3524250" y="5610225"/>
            <a:ext cx="2333625" cy="790575"/>
          </a:xfrm>
          <a:prstGeom prst="rect">
            <a:avLst/>
          </a:prstGeom>
          <a:solidFill>
            <a:srgbClr val="FFFFFF"/>
          </a:solidFill>
          <a:ln w="17145">
            <a:solidFill>
              <a:srgbClr val="111111"/>
            </a:solidFill>
            <a:prstDash val="solid"/>
          </a:ln>
        </p:spPr>
      </p:sp>
      <p:sp>
        <p:nvSpPr>
          <p:cNvPr id="35" name="DP5 object 69">
            <a:extLst>
              <a:ext uri="{FF2B5EF4-FFF2-40B4-BE49-F238E27FC236}">
                <ns2:creationId id="{74770980-745C-4EB7-9899-5103555F5C30}"/>
              </a:ext>
            </a:extLst>
          </p:cNvPr>
          <p:cNvSpPr>
            <a:spLocks noGrp="1"/>
          </p:cNvSpPr>
          <p:nvPr/>
        </p:nvSpPr>
        <p:spPr>
          <a:xfrm>
            <a:off x="3590925" y="5648325"/>
            <a:ext cx="2200275"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원본 관계 해석</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필요한 범위 추가 읽기</a:t>
            </a:r>
            <a:endParaRPr lang="ko-KR">
              <a:latin typeface="Calibri"/>
              <a:ea typeface="Calibri"/>
              <a:cs typeface="Calibri"/>
            </a:endParaRPr>
          </a:p>
        </p:txBody>
      </p:sp>
      <p:sp>
        <p:nvSpPr>
          <p:cNvPr id="36" name="임시 해석 상태&#10;후보·근거·불확실성">
            <a:extLst>
              <a:ext uri="{FF2B5EF4-FFF2-40B4-BE49-F238E27FC236}">
                <ns2:creationId id="{33A67CD3-A7CB-48E4-980D-0214400A5015}"/>
              </a:ext>
            </a:extLst>
          </p:cNvPr>
          <p:cNvSpPr>
            <a:spLocks noGrp="1"/>
          </p:cNvSpPr>
          <p:nvPr/>
        </p:nvSpPr>
        <p:spPr>
          <a:xfrm>
            <a:off x="6086475" y="5610225"/>
            <a:ext cx="2247900" cy="790575"/>
          </a:xfrm>
          <a:prstGeom prst="rect">
            <a:avLst/>
          </a:prstGeom>
          <a:solidFill>
            <a:srgbClr val="FFFFFF"/>
          </a:solidFill>
          <a:ln w="17145">
            <a:solidFill>
              <a:srgbClr val="4676CB"/>
            </a:solidFill>
            <a:prstDash val="dash"/>
          </a:ln>
        </p:spPr>
      </p:sp>
      <p:sp>
        <p:nvSpPr>
          <p:cNvPr id="37" name="DP5 object 70">
            <a:extLst>
              <a:ext uri="{FF2B5EF4-FFF2-40B4-BE49-F238E27FC236}">
                <ns2:creationId id="{2A528D40-7727-42F5-B0CB-6B677EA4D319}"/>
              </a:ext>
            </a:extLst>
          </p:cNvPr>
          <p:cNvSpPr>
            <a:spLocks noGrp="1"/>
          </p:cNvSpPr>
          <p:nvPr/>
        </p:nvSpPr>
        <p:spPr>
          <a:xfrm>
            <a:off x="6153150" y="5648325"/>
            <a:ext cx="2114550" cy="7143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해석 상태</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후보·근거·불확실성</a:t>
            </a:r>
            <a:endParaRPr lang="ko-KR">
              <a:latin typeface="Calibri"/>
              <a:ea typeface="Calibri"/>
              <a:cs typeface="Calibri"/>
            </a:endParaRPr>
          </a:p>
        </p:txBody>
      </p:sp>
      <p:sp>
        <p:nvSpPr>
          <p:cNvPr id="38" name="Editable path 71">
            <a:extLst>
              <a:ext uri="{FF2B5EF4-FFF2-40B4-BE49-F238E27FC236}">
                <ns2:creationId id="{BFF81C8F-EFE8-4AE0-9147-5E2086B46FA4}"/>
              </a:ext>
            </a:extLst>
          </p:cNvPr>
          <p:cNvSpPr>
            <a:spLocks noGrp="1"/>
          </p:cNvSpPr>
          <p:nvPr/>
        </p:nvSpPr>
        <p:spPr>
          <a:xfrm>
            <a:off x="3000375" y="5429250"/>
            <a:ext cx="523875" cy="742950"/>
          </a:xfrm>
          <a:custGeom>
            <a:pathLst>
              <a:path w="523875" h="742950">
                <a:moveTo>
                  <a:pt x="0" y="0"/>
                </a:moveTo>
                <a:lnTo>
                  <a:pt x="238125" y="0"/>
                </a:lnTo>
                <a:lnTo>
                  <a:pt x="238125" y="742950"/>
                </a:lnTo>
                <a:lnTo>
                  <a:pt x="523875" y="742950"/>
                </a:lnTo>
              </a:path>
            </a:pathLst>
          </a:custGeom>
          <a:noFill/>
          <a:ln w="19050">
            <a:solidFill>
              <a:srgbClr val="111111"/>
            </a:solidFill>
            <a:prstDash val="solid"/>
          </a:ln>
        </p:spPr>
      </p:sp>
      <p:sp>
        <p:nvSpPr>
          <p:cNvPr id="39" name="Editable arrowhead 72">
            <a:extLst>
              <a:ext uri="{FF2B5EF4-FFF2-40B4-BE49-F238E27FC236}">
                <ns2:creationId id="{1C9A7062-7A4D-416A-8588-2537849B9DCD}"/>
              </a:ext>
            </a:extLst>
          </p:cNvPr>
          <p:cNvSpPr>
            <a:spLocks noGrp="1"/>
          </p:cNvSpPr>
          <p:nvPr/>
        </p:nvSpPr>
        <p:spPr>
          <a:xfrm>
            <a:off x="3429000" y="61245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73">
            <a:extLst>
              <a:ext uri="{FF2B5EF4-FFF2-40B4-BE49-F238E27FC236}">
                <ns2:creationId id="{920132ED-7A9A-4A02-BA79-37B9CB3EDF74}"/>
              </a:ext>
            </a:extLst>
          </p:cNvPr>
          <p:cNvSpPr>
            <a:spLocks noGrp="1"/>
          </p:cNvSpPr>
          <p:nvPr/>
        </p:nvSpPr>
        <p:spPr>
          <a:xfrm>
            <a:off x="3143250" y="3971925"/>
            <a:ext cx="1533525" cy="1838325"/>
          </a:xfrm>
          <a:custGeom>
            <a:pathLst>
              <a:path w="1533525" h="1838325">
                <a:moveTo>
                  <a:pt x="1533525" y="0"/>
                </a:moveTo>
                <a:lnTo>
                  <a:pt x="1533525" y="314325"/>
                </a:lnTo>
                <a:lnTo>
                  <a:pt x="0" y="314325"/>
                </a:lnTo>
                <a:lnTo>
                  <a:pt x="0" y="1838325"/>
                </a:lnTo>
                <a:lnTo>
                  <a:pt x="381000" y="1838325"/>
                </a:lnTo>
              </a:path>
            </a:pathLst>
          </a:custGeom>
          <a:noFill/>
          <a:ln w="19050">
            <a:solidFill>
              <a:srgbClr val="111111"/>
            </a:solidFill>
            <a:prstDash val="solid"/>
          </a:ln>
        </p:spPr>
      </p:sp>
      <p:sp>
        <p:nvSpPr>
          <p:cNvPr id="41" name="Editable arrowhead 74">
            <a:extLst>
              <a:ext uri="{FF2B5EF4-FFF2-40B4-BE49-F238E27FC236}">
                <ns2:creationId id="{D61E78C8-E5C5-44DE-BADC-6307CBAC1903}"/>
              </a:ext>
            </a:extLst>
          </p:cNvPr>
          <p:cNvSpPr>
            <a:spLocks noGrp="1"/>
          </p:cNvSpPr>
          <p:nvPr/>
        </p:nvSpPr>
        <p:spPr>
          <a:xfrm>
            <a:off x="3429000" y="57626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DP5 object 75">
            <a:extLst>
              <a:ext uri="{FF2B5EF4-FFF2-40B4-BE49-F238E27FC236}">
                <ns2:creationId id="{CE04D5E6-465C-4944-9243-F95008DFA889}"/>
              </a:ext>
            </a:extLst>
          </p:cNvPr>
          <p:cNvSpPr>
            <a:spLocks noGrp="1"/>
          </p:cNvSpPr>
          <p:nvPr/>
        </p:nvSpPr>
        <p:spPr>
          <a:xfrm>
            <a:off x="4762500" y="4238625"/>
            <a:ext cx="171450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원본·사실</a:t>
            </a:r>
            <a:endParaRPr lang="ko-KR">
              <a:latin typeface="Calibri"/>
              <a:ea typeface="Calibri"/>
              <a:cs typeface="Calibri"/>
            </a:endParaRPr>
          </a:p>
        </p:txBody>
      </p:sp>
      <p:sp>
        <p:nvSpPr>
          <p:cNvPr id="43" name="Editable path 76">
            <a:extLst>
              <a:ext uri="{FF2B5EF4-FFF2-40B4-BE49-F238E27FC236}">
                <ns2:creationId id="{F65FC358-437D-4A31-86C6-99E9F840A981}"/>
              </a:ext>
            </a:extLst>
          </p:cNvPr>
          <p:cNvSpPr>
            <a:spLocks noGrp="1"/>
          </p:cNvSpPr>
          <p:nvPr/>
        </p:nvSpPr>
        <p:spPr>
          <a:xfrm>
            <a:off x="5857875" y="6000750"/>
            <a:ext cx="228600" cy="953"/>
          </a:xfrm>
          <a:custGeom>
            <a:pathLst>
              <a:path w="228600" h="953">
                <a:moveTo>
                  <a:pt x="0" y="0"/>
                </a:moveTo>
                <a:lnTo>
                  <a:pt x="228600" y="0"/>
                </a:lnTo>
              </a:path>
            </a:pathLst>
          </a:custGeom>
          <a:noFill/>
          <a:ln w="19050">
            <a:solidFill>
              <a:srgbClr val="4676CB"/>
            </a:solidFill>
            <a:prstDash val="solid"/>
          </a:ln>
        </p:spPr>
      </p:sp>
      <p:sp>
        <p:nvSpPr>
          <p:cNvPr id="44" name="Editable arrowhead 77">
            <a:extLst>
              <a:ext uri="{FF2B5EF4-FFF2-40B4-BE49-F238E27FC236}">
                <ns2:creationId id="{552AE9CA-1E29-4C89-BF42-D1DE48275B52}"/>
              </a:ext>
            </a:extLst>
          </p:cNvPr>
          <p:cNvSpPr>
            <a:spLocks noGrp="1"/>
          </p:cNvSpPr>
          <p:nvPr/>
        </p:nvSpPr>
        <p:spPr>
          <a:xfrm>
            <a:off x="5991225" y="595312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45" name="현재 목적·조건과 함께 의미 제안">
            <a:extLst>
              <a:ext uri="{FF2B5EF4-FFF2-40B4-BE49-F238E27FC236}">
                <ns2:creationId id="{1962A9D0-1B2B-4F1B-8CE4-3A7B77F97494}"/>
              </a:ext>
            </a:extLst>
          </p:cNvPr>
          <p:cNvSpPr>
            <a:spLocks noGrp="1"/>
          </p:cNvSpPr>
          <p:nvPr/>
        </p:nvSpPr>
        <p:spPr>
          <a:xfrm>
            <a:off x="3524250" y="6915150"/>
            <a:ext cx="4810125" cy="590550"/>
          </a:xfrm>
          <a:prstGeom prst="rect">
            <a:avLst/>
          </a:prstGeom>
          <a:solidFill>
            <a:srgbClr val="FFFFFF"/>
          </a:solidFill>
          <a:ln w="17145">
            <a:solidFill>
              <a:srgbClr val="111111"/>
            </a:solidFill>
            <a:prstDash val="solid"/>
          </a:ln>
        </p:spPr>
      </p:sp>
      <p:sp>
        <p:nvSpPr>
          <p:cNvPr id="46" name="DP5 object 78">
            <a:extLst>
              <a:ext uri="{FF2B5EF4-FFF2-40B4-BE49-F238E27FC236}">
                <ns2:creationId id="{D4B04574-9E3F-44BD-91E5-3E87E38D9F54}"/>
              </a:ext>
            </a:extLst>
          </p:cNvPr>
          <p:cNvSpPr>
            <a:spLocks noGrp="1"/>
          </p:cNvSpPr>
          <p:nvPr/>
        </p:nvSpPr>
        <p:spPr>
          <a:xfrm>
            <a:off x="3590925" y="6953250"/>
            <a:ext cx="4676775" cy="5143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현재 목적·조건과 함께 의미 제안</a:t>
            </a:r>
            <a:endParaRPr lang="ko-KR">
              <a:latin typeface="Calibri"/>
              <a:ea typeface="Calibri"/>
              <a:cs typeface="Calibri"/>
            </a:endParaRPr>
          </a:p>
        </p:txBody>
      </p:sp>
      <p:sp>
        <p:nvSpPr>
          <p:cNvPr id="47" name="Editable path 79">
            <a:extLst>
              <a:ext uri="{FF2B5EF4-FFF2-40B4-BE49-F238E27FC236}">
                <ns2:creationId id="{C4915657-5422-4459-A39C-E8994497006E}"/>
              </a:ext>
            </a:extLst>
          </p:cNvPr>
          <p:cNvSpPr>
            <a:spLocks noGrp="1"/>
          </p:cNvSpPr>
          <p:nvPr/>
        </p:nvSpPr>
        <p:spPr>
          <a:xfrm>
            <a:off x="5905500" y="6400800"/>
            <a:ext cx="1304925" cy="514350"/>
          </a:xfrm>
          <a:custGeom>
            <a:pathLst>
              <a:path w="1304925" h="514350">
                <a:moveTo>
                  <a:pt x="1304925" y="0"/>
                </a:moveTo>
                <a:lnTo>
                  <a:pt x="1304925" y="304800"/>
                </a:lnTo>
                <a:lnTo>
                  <a:pt x="0" y="304800"/>
                </a:lnTo>
                <a:lnTo>
                  <a:pt x="0" y="514350"/>
                </a:lnTo>
              </a:path>
            </a:pathLst>
          </a:custGeom>
          <a:noFill/>
          <a:ln w="19050">
            <a:solidFill>
              <a:srgbClr val="4676CB"/>
            </a:solidFill>
            <a:prstDash val="solid"/>
          </a:ln>
        </p:spPr>
      </p:sp>
      <p:sp>
        <p:nvSpPr>
          <p:cNvPr id="48" name="Editable arrowhead 80">
            <a:extLst>
              <a:ext uri="{FF2B5EF4-FFF2-40B4-BE49-F238E27FC236}">
                <ns2:creationId id="{E350EEF2-3CE8-45B1-A9D7-FBA2F796F98C}"/>
              </a:ext>
            </a:extLst>
          </p:cNvPr>
          <p:cNvSpPr>
            <a:spLocks noGrp="1"/>
          </p:cNvSpPr>
          <p:nvPr/>
        </p:nvSpPr>
        <p:spPr>
          <a:xfrm>
            <a:off x="5857875" y="68199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DP5 object 81">
            <a:extLst>
              <a:ext uri="{FF2B5EF4-FFF2-40B4-BE49-F238E27FC236}">
                <ns2:creationId id="{BBC6B1E3-F333-4DAD-A0CC-875275259F4F}"/>
              </a:ext>
            </a:extLst>
          </p:cNvPr>
          <p:cNvSpPr>
            <a:spLocks noGrp="1"/>
          </p:cNvSpPr>
          <p:nvPr/>
        </p:nvSpPr>
        <p:spPr>
          <a:xfrm>
            <a:off x="3476625" y="7600950"/>
            <a:ext cx="4905375" cy="285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채택한 조건·확정 사실은 공통 상태로 보존</a:t>
            </a:r>
            <a:endParaRPr lang="ko-KR">
              <a:latin typeface="Calibri"/>
              <a:ea typeface="Calibri"/>
              <a:cs typeface="Calibri"/>
            </a:endParaRPr>
          </a:p>
        </p:txBody>
      </p:sp>
      <p:sp>
        <p:nvSpPr>
          <p:cNvPr id="50" name="DP5 object 82">
            <a:extLst>
              <a:ext uri="{FF2B5EF4-FFF2-40B4-BE49-F238E27FC236}">
                <ns2:creationId id="{A4142EB0-E17B-47B3-A83A-EA291C38F838}"/>
              </a:ext>
            </a:extLst>
          </p:cNvPr>
          <p:cNvSpPr>
            <a:spLocks noGrp="1"/>
          </p:cNvSpPr>
          <p:nvPr/>
        </p:nvSpPr>
        <p:spPr>
          <a:xfrm>
            <a:off x="619125" y="6677025"/>
            <a:ext cx="2476500" cy="952500"/>
          </a:xfrm>
          <a:prstGeom prst="rect">
            <a:avLst/>
          </a:prstGeom>
          <a:noFill/>
          <a:ln w="0">
            <a:noFill/>
            <a:prstDash val="solid"/>
          </a:ln>
        </p:spPr>
        <p:txBody>
          <a:bodyPr wrap="none" lIns="0" tIns="0" rIns="0" bIns="0" anchor="ctr">
            <a:noAutofit/>
          </a:bodyPr>
          <a:lstStyle>
            <a:defPPr algn="ctr">
              <a:defRPr sz="1800" b="0" lang="ko-KR">
                <a:solidFill>
                  <a:srgbClr val="50555B"/>
                </a:solidFill>
                <a:latin typeface="Calibri"/>
                <a:ea typeface="Calibri"/>
                <a:cs typeface="Calibri"/>
              </a:defRPr>
            </a:defPPr>
            <a:lvl1pPr algn="ctr">
              <a:defRPr sz="1800" b="0" lang="ko-KR">
                <a:solidFill>
                  <a:srgbClr val="50555B"/>
                </a:solidFill>
                <a:latin typeface="Calibri"/>
                <a:ea typeface="Calibri"/>
                <a:cs typeface="Calibri"/>
              </a:defRPr>
            </a:lvl1pPr>
            <a:lvl2pPr algn="ctr">
              <a:defRPr sz="1800" b="0" lang="ko-KR">
                <a:solidFill>
                  <a:srgbClr val="50555B"/>
                </a:solidFill>
                <a:latin typeface="Calibri"/>
                <a:ea typeface="Calibri"/>
                <a:cs typeface="Calibri"/>
              </a:defRPr>
            </a:lvl2pPr>
            <a:lvl3pPr algn="ctr">
              <a:defRPr sz="1800" b="0" lang="ko-KR">
                <a:solidFill>
                  <a:srgbClr val="50555B"/>
                </a:solidFill>
                <a:latin typeface="Calibri"/>
                <a:ea typeface="Calibri"/>
                <a:cs typeface="Calibri"/>
              </a:defRPr>
            </a:lvl3pPr>
            <a:lvl4pPr algn="ctr">
              <a:defRPr sz="1800" b="0" lang="ko-KR">
                <a:solidFill>
                  <a:srgbClr val="50555B"/>
                </a:solidFill>
                <a:latin typeface="Calibri"/>
                <a:ea typeface="Calibri"/>
                <a:cs typeface="Calibri"/>
              </a:defRPr>
            </a:lvl4pPr>
            <a:lvl5pPr algn="ctr">
              <a:defRPr sz="1800" b="0" lang="ko-KR">
                <a:solidFill>
                  <a:srgbClr val="50555B"/>
                </a:solidFill>
                <a:latin typeface="Calibri"/>
                <a:ea typeface="Calibri"/>
                <a:cs typeface="Calibri"/>
              </a:defRPr>
            </a:lvl5pPr>
            <a:lvl6pPr algn="ctr">
              <a:defRPr sz="1800" b="0" lang="ko-KR">
                <a:solidFill>
                  <a:srgbClr val="50555B"/>
                </a:solidFill>
                <a:latin typeface="Calibri"/>
                <a:ea typeface="Calibri"/>
                <a:cs typeface="Calibri"/>
              </a:defRPr>
            </a:lvl6pPr>
            <a:lvl7pPr algn="ctr">
              <a:defRPr sz="1800" b="0" lang="ko-KR">
                <a:solidFill>
                  <a:srgbClr val="50555B"/>
                </a:solidFill>
                <a:latin typeface="Calibri"/>
                <a:ea typeface="Calibri"/>
                <a:cs typeface="Calibri"/>
              </a:defRPr>
            </a:lvl7pPr>
            <a:lvl8pPr algn="ctr">
              <a:defRPr sz="1800" b="0" lang="ko-KR">
                <a:solidFill>
                  <a:srgbClr val="50555B"/>
                </a:solidFill>
                <a:latin typeface="Calibri"/>
                <a:ea typeface="Calibri"/>
                <a:cs typeface="Calibri"/>
              </a:defRPr>
            </a:lvl8pPr>
            <a:lvl9pPr algn="ctr">
              <a:defRPr sz="1800" b="0" lang="ko-KR">
                <a:solidFill>
                  <a:srgbClr val="50555B"/>
                </a:solidFill>
                <a:latin typeface="Calibri"/>
                <a:ea typeface="Calibri"/>
                <a:cs typeface="Calibri"/>
              </a:defRPr>
            </a:lvl9pPr>
          </a:lstStyle>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추가 영속 상태: 없음</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미확정 관계는</a:t>
            </a:r>
            <a:endParaRPr lang="ko-KR">
              <a:latin typeface="Calibri"/>
              <a:ea typeface="Calibri"/>
              <a:cs typeface="Calibri"/>
            </a:endParaRPr>
          </a:p>
          <a:p>
            <a:pPr algn="ctr">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요청에서 해석</a:t>
            </a:r>
            <a:endParaRPr lang="ko-KR">
              <a:latin typeface="Calibri"/>
              <a:ea typeface="Calibri"/>
              <a:cs typeface="Calibri"/>
            </a:endParaRPr>
          </a:p>
        </p:txBody>
      </p:sp>
      <p:sp>
        <p:nvSpPr>
          <p:cNvPr id="51" name="B Context Manager owned production and query state">
            <a:extLst>
              <a:ext uri="{FF2B5EF4-FFF2-40B4-BE49-F238E27FC236}">
                <ns2:creationId id="{B12E8B80-021A-418C-A484-BAC5BBFBC19D}"/>
              </a:ext>
            </a:extLst>
          </p:cNvPr>
          <p:cNvSpPr>
            <a:spLocks noGrp="1"/>
          </p:cNvSpPr>
          <p:nvPr/>
        </p:nvSpPr>
        <p:spPr>
          <a:xfrm>
            <a:off x="12001500" y="2543175"/>
            <a:ext cx="5762625" cy="4505325"/>
          </a:xfrm>
          <a:prstGeom prst="rect">
            <a:avLst/>
          </a:prstGeom>
          <a:solidFill>
            <a:srgbClr val="FFF6DD"/>
          </a:solidFill>
          <a:ln w="25718">
            <a:solidFill>
              <a:srgbClr val="111111"/>
            </a:solidFill>
            <a:prstDash val="solid"/>
          </a:ln>
        </p:spPr>
      </p:sp>
      <p:sp>
        <p:nvSpPr>
          <p:cNvPr id="52" name="DP5 object 83">
            <a:extLst>
              <a:ext uri="{FF2B5EF4-FFF2-40B4-BE49-F238E27FC236}">
                <ns2:creationId id="{3EA66FF5-D239-43DC-A985-50F349596E88}"/>
              </a:ext>
            </a:extLst>
          </p:cNvPr>
          <p:cNvSpPr>
            <a:spLocks noGrp="1"/>
          </p:cNvSpPr>
          <p:nvPr/>
        </p:nvSpPr>
        <p:spPr>
          <a:xfrm>
            <a:off x="12096750" y="2600325"/>
            <a:ext cx="5572125" cy="3429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Context Manager</a:t>
            </a:r>
            <a:endParaRPr lang="ko-KR">
              <a:latin typeface="Calibri"/>
              <a:ea typeface="Calibri"/>
              <a:cs typeface="Calibri"/>
            </a:endParaRPr>
          </a:p>
        </p:txBody>
      </p:sp>
      <p:sp>
        <p:nvSpPr>
          <p:cNvPr id="53" name="Editable path 84">
            <a:extLst>
              <a:ext uri="{FF2B5EF4-FFF2-40B4-BE49-F238E27FC236}">
                <ns2:creationId id="{5577B5E3-CF5F-46AF-A1C7-84785C42E8A5}"/>
              </a:ext>
            </a:extLst>
          </p:cNvPr>
          <p:cNvSpPr>
            <a:spLocks noGrp="1"/>
          </p:cNvSpPr>
          <p:nvPr/>
        </p:nvSpPr>
        <p:spPr>
          <a:xfrm>
            <a:off x="12001500" y="3000375"/>
            <a:ext cx="5762625" cy="953"/>
          </a:xfrm>
          <a:custGeom>
            <a:pathLst>
              <a:path w="5762625" h="953">
                <a:moveTo>
                  <a:pt x="0" y="0"/>
                </a:moveTo>
                <a:lnTo>
                  <a:pt x="5762625" y="0"/>
                </a:lnTo>
              </a:path>
            </a:pathLst>
          </a:custGeom>
          <a:noFill/>
          <a:ln w="13335">
            <a:solidFill>
              <a:srgbClr val="111111"/>
            </a:solidFill>
            <a:prstDash val="solid"/>
          </a:ln>
        </p:spPr>
      </p:sp>
      <p:sp>
        <p:nvSpPr>
          <p:cNvPr id="54" name="DP5 object 85">
            <a:extLst>
              <a:ext uri="{FF2B5EF4-FFF2-40B4-BE49-F238E27FC236}">
                <ns2:creationId id="{699B26F0-890F-4992-B671-46EE1757FFD4}"/>
              </a:ext>
            </a:extLst>
          </p:cNvPr>
          <p:cNvSpPr>
            <a:spLocks noGrp="1"/>
          </p:cNvSpPr>
          <p:nvPr/>
        </p:nvSpPr>
        <p:spPr>
          <a:xfrm>
            <a:off x="12144375" y="3095625"/>
            <a:ext cx="5429250" cy="2857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사건 갱신 경로 / 요청 조회 경로</a:t>
            </a:r>
            <a:endParaRPr lang="ko-KR">
              <a:latin typeface="Calibri"/>
              <a:ea typeface="Calibri"/>
              <a:cs typeface="Calibri"/>
            </a:endParaRPr>
          </a:p>
        </p:txBody>
      </p:sp>
      <p:sp>
        <p:nvSpPr>
          <p:cNvPr id="55" name="같은 원본·사실">
            <a:extLst>
              <a:ext uri="{FF2B5EF4-FFF2-40B4-BE49-F238E27FC236}">
                <ns2:creationId id="{3F71B2C6-15D6-4321-B6B5-CF32C36EE6A9}"/>
              </a:ext>
            </a:extLst>
          </p:cNvPr>
          <p:cNvSpPr>
            <a:spLocks noGrp="1"/>
          </p:cNvSpPr>
          <p:nvPr/>
        </p:nvSpPr>
        <p:spPr>
          <a:xfrm>
            <a:off x="9715500" y="3629025"/>
            <a:ext cx="1952625" cy="828675"/>
          </a:xfrm>
          <a:prstGeom prst="can">
            <a:avLst>
              <a:gd name="adj" fmla="val 16000"/>
            </a:avLst>
          </a:prstGeom>
          <a:solidFill>
            <a:srgbClr val="FFF6DD"/>
          </a:solidFill>
          <a:ln w="17145">
            <a:solidFill>
              <a:srgbClr val="111111"/>
            </a:solidFill>
            <a:prstDash val="solid"/>
          </a:ln>
        </p:spPr>
      </p:sp>
      <p:sp>
        <p:nvSpPr>
          <p:cNvPr id="56" name="DP5 object 86">
            <a:extLst>
              <a:ext uri="{FF2B5EF4-FFF2-40B4-BE49-F238E27FC236}">
                <ns2:creationId id="{6AD0340D-5A36-44B8-ABC3-44EBE13DD18E}"/>
              </a:ext>
            </a:extLst>
          </p:cNvPr>
          <p:cNvSpPr>
            <a:spLocks noGrp="1"/>
          </p:cNvSpPr>
          <p:nvPr/>
        </p:nvSpPr>
        <p:spPr>
          <a:xfrm>
            <a:off x="9763125" y="3733800"/>
            <a:ext cx="1857375" cy="6667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원본·사실</a:t>
            </a:r>
            <a:endParaRPr lang="ko-KR">
              <a:latin typeface="Calibri"/>
              <a:ea typeface="Calibri"/>
              <a:cs typeface="Calibri"/>
            </a:endParaRPr>
          </a:p>
        </p:txBody>
      </p:sp>
      <p:sp>
        <p:nvSpPr>
          <p:cNvPr id="57" name="변경 추적&#10;생산 대상 / 정정">
            <a:extLst>
              <a:ext uri="{FF2B5EF4-FFF2-40B4-BE49-F238E27FC236}">
                <ns2:creationId id="{5F64F3A2-607B-4EEF-995C-87DFF9D0E596}"/>
              </a:ext>
            </a:extLst>
          </p:cNvPr>
          <p:cNvSpPr>
            <a:spLocks noGrp="1"/>
          </p:cNvSpPr>
          <p:nvPr/>
        </p:nvSpPr>
        <p:spPr>
          <a:xfrm>
            <a:off x="12192000" y="3629025"/>
            <a:ext cx="2238375" cy="828675"/>
          </a:xfrm>
          <a:prstGeom prst="rect">
            <a:avLst/>
          </a:prstGeom>
          <a:solidFill>
            <a:srgbClr val="FFFFFF"/>
          </a:solidFill>
          <a:ln w="17145">
            <a:solidFill>
              <a:srgbClr val="111111"/>
            </a:solidFill>
            <a:prstDash val="solid"/>
          </a:ln>
        </p:spPr>
      </p:sp>
      <p:sp>
        <p:nvSpPr>
          <p:cNvPr id="58" name="DP5 object 87">
            <a:extLst>
              <a:ext uri="{FF2B5EF4-FFF2-40B4-BE49-F238E27FC236}">
                <ns2:creationId id="{76674EA7-F18E-4B9A-AB4A-DC5CE78F6366}"/>
              </a:ext>
            </a:extLst>
          </p:cNvPr>
          <p:cNvSpPr>
            <a:spLocks noGrp="1"/>
          </p:cNvSpPr>
          <p:nvPr/>
        </p:nvSpPr>
        <p:spPr>
          <a:xfrm>
            <a:off x="12258675" y="3667125"/>
            <a:ext cx="2105025" cy="752475"/>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변경 추적</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생산 대상 / 정정</a:t>
            </a:r>
            <a:endParaRPr lang="ko-KR">
              <a:latin typeface="Calibri"/>
              <a:ea typeface="Calibri"/>
              <a:cs typeface="Calibri"/>
            </a:endParaRPr>
          </a:p>
        </p:txBody>
      </p:sp>
      <p:sp>
        <p:nvSpPr>
          <p:cNvPr id="59" name="관계 생산·게시&#10;해석 → 판본 재검사">
            <a:extLst>
              <a:ext uri="{FF2B5EF4-FFF2-40B4-BE49-F238E27FC236}">
                <ns2:creationId id="{E21D6E53-06A4-4257-B5B7-D636295D0ADA}"/>
              </a:ext>
            </a:extLst>
          </p:cNvPr>
          <p:cNvSpPr>
            <a:spLocks noGrp="1"/>
          </p:cNvSpPr>
          <p:nvPr/>
        </p:nvSpPr>
        <p:spPr>
          <a:xfrm>
            <a:off x="14811375" y="3629025"/>
            <a:ext cx="2762250" cy="828675"/>
          </a:xfrm>
          <a:prstGeom prst="rect">
            <a:avLst/>
          </a:prstGeom>
          <a:solidFill>
            <a:srgbClr val="F1F6FC"/>
          </a:solidFill>
          <a:ln w="28575">
            <a:solidFill>
              <a:srgbClr val="4676CB"/>
            </a:solidFill>
            <a:prstDash val="solid"/>
          </a:ln>
        </p:spPr>
      </p:sp>
      <p:sp>
        <p:nvSpPr>
          <p:cNvPr id="60" name="DP5 object 88">
            <a:extLst>
              <a:ext uri="{FF2B5EF4-FFF2-40B4-BE49-F238E27FC236}">
                <ns2:creationId id="{0C2CCE1D-618B-4EEE-A6C0-975B3432C256}"/>
              </a:ext>
            </a:extLst>
          </p:cNvPr>
          <p:cNvSpPr>
            <a:spLocks noGrp="1"/>
          </p:cNvSpPr>
          <p:nvPr/>
        </p:nvSpPr>
        <p:spPr>
          <a:xfrm>
            <a:off x="14878050" y="3667125"/>
            <a:ext cx="2628900" cy="7524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관계 생산·게시</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해석 → 판본 재검사</a:t>
            </a:r>
            <a:endParaRPr lang="ko-KR">
              <a:latin typeface="Calibri"/>
              <a:ea typeface="Calibri"/>
              <a:cs typeface="Calibri"/>
            </a:endParaRPr>
          </a:p>
        </p:txBody>
      </p:sp>
      <p:sp>
        <p:nvSpPr>
          <p:cNvPr id="61" name="Editable path 89">
            <a:extLst>
              <a:ext uri="{FF2B5EF4-FFF2-40B4-BE49-F238E27FC236}">
                <ns2:creationId id="{C92C95AF-8302-4300-BF90-0BB59514719B}"/>
              </a:ext>
            </a:extLst>
          </p:cNvPr>
          <p:cNvSpPr>
            <a:spLocks noGrp="1"/>
          </p:cNvSpPr>
          <p:nvPr/>
        </p:nvSpPr>
        <p:spPr>
          <a:xfrm>
            <a:off x="11668125" y="4029075"/>
            <a:ext cx="523875" cy="953"/>
          </a:xfrm>
          <a:custGeom>
            <a:pathLst>
              <a:path w="523875" h="953">
                <a:moveTo>
                  <a:pt x="0" y="0"/>
                </a:moveTo>
                <a:lnTo>
                  <a:pt x="523875" y="0"/>
                </a:lnTo>
              </a:path>
            </a:pathLst>
          </a:custGeom>
          <a:noFill/>
          <a:ln w="19050">
            <a:solidFill>
              <a:srgbClr val="111111"/>
            </a:solidFill>
            <a:prstDash val="solid"/>
          </a:ln>
        </p:spPr>
      </p:sp>
      <p:sp>
        <p:nvSpPr>
          <p:cNvPr id="62" name="Editable arrowhead 90">
            <a:extLst>
              <a:ext uri="{FF2B5EF4-FFF2-40B4-BE49-F238E27FC236}">
                <ns2:creationId id="{3BE511FD-078F-4B3E-AF0F-14FC32038286}"/>
              </a:ext>
            </a:extLst>
          </p:cNvPr>
          <p:cNvSpPr>
            <a:spLocks noGrp="1"/>
          </p:cNvSpPr>
          <p:nvPr/>
        </p:nvSpPr>
        <p:spPr>
          <a:xfrm>
            <a:off x="12096750" y="3981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3" name="Editable path 91">
            <a:extLst>
              <a:ext uri="{FF2B5EF4-FFF2-40B4-BE49-F238E27FC236}">
                <ns2:creationId id="{D97A4B09-0EB9-4105-AE02-28916B0103D3}"/>
              </a:ext>
            </a:extLst>
          </p:cNvPr>
          <p:cNvSpPr>
            <a:spLocks noGrp="1"/>
          </p:cNvSpPr>
          <p:nvPr/>
        </p:nvSpPr>
        <p:spPr>
          <a:xfrm>
            <a:off x="14430375" y="4029075"/>
            <a:ext cx="381000" cy="953"/>
          </a:xfrm>
          <a:custGeom>
            <a:pathLst>
              <a:path w="381000" h="953">
                <a:moveTo>
                  <a:pt x="0" y="0"/>
                </a:moveTo>
                <a:lnTo>
                  <a:pt x="381000" y="0"/>
                </a:lnTo>
              </a:path>
            </a:pathLst>
          </a:custGeom>
          <a:noFill/>
          <a:ln w="19050">
            <a:solidFill>
              <a:srgbClr val="4676CB"/>
            </a:solidFill>
            <a:prstDash val="solid"/>
          </a:ln>
        </p:spPr>
      </p:sp>
      <p:sp>
        <p:nvSpPr>
          <p:cNvPr id="64" name="Editable arrowhead 92">
            <a:extLst>
              <a:ext uri="{FF2B5EF4-FFF2-40B4-BE49-F238E27FC236}">
                <ns2:creationId id="{7C9AE0F1-41C1-4A8C-BEF1-18AC0D763DDE}"/>
              </a:ext>
            </a:extLst>
          </p:cNvPr>
          <p:cNvSpPr>
            <a:spLocks noGrp="1"/>
          </p:cNvSpPr>
          <p:nvPr/>
        </p:nvSpPr>
        <p:spPr>
          <a:xfrm>
            <a:off x="14716125" y="398145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5" name="의존 판본·처리 cursor&#10;dirty / revoked">
            <a:extLst>
              <a:ext uri="{FF2B5EF4-FFF2-40B4-BE49-F238E27FC236}">
                <ns2:creationId id="{4C0A6CA7-7F44-4DD9-BD03-B6145273B1FD}"/>
              </a:ext>
            </a:extLst>
          </p:cNvPr>
          <p:cNvSpPr>
            <a:spLocks noGrp="1"/>
          </p:cNvSpPr>
          <p:nvPr/>
        </p:nvSpPr>
        <p:spPr>
          <a:xfrm>
            <a:off x="12049125" y="4914900"/>
            <a:ext cx="2381250" cy="847725"/>
          </a:xfrm>
          <a:prstGeom prst="can">
            <a:avLst>
              <a:gd name="adj" fmla="val 16000"/>
            </a:avLst>
          </a:prstGeom>
          <a:solidFill>
            <a:srgbClr val="FFF6DD"/>
          </a:solidFill>
          <a:ln w="17145">
            <a:solidFill>
              <a:srgbClr val="111111"/>
            </a:solidFill>
            <a:prstDash val="solid"/>
          </a:ln>
        </p:spPr>
      </p:sp>
      <p:sp>
        <p:nvSpPr>
          <p:cNvPr id="66" name="DP5 object 93">
            <a:extLst>
              <a:ext uri="{FF2B5EF4-FFF2-40B4-BE49-F238E27FC236}">
                <ns2:creationId id="{D5C9C976-09B6-41E0-979F-9CE2969D95D9}"/>
              </a:ext>
            </a:extLst>
          </p:cNvPr>
          <p:cNvSpPr>
            <a:spLocks noGrp="1"/>
          </p:cNvSpPr>
          <p:nvPr/>
        </p:nvSpPr>
        <p:spPr>
          <a:xfrm>
            <a:off x="12096750" y="5019675"/>
            <a:ext cx="2286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의존 판본·처리 cursor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dirty / revoked</a:t>
            </a:r>
            <a:endParaRPr lang="ko-KR">
              <a:latin typeface="Calibri"/>
              <a:ea typeface="Calibri"/>
              <a:cs typeface="Calibri"/>
            </a:endParaRPr>
          </a:p>
        </p:txBody>
      </p:sp>
      <p:sp>
        <p:nvSpPr>
          <p:cNvPr id="67" name="영속 파생 관계&#10;대상·측면·상황·출처">
            <a:extLst>
              <a:ext uri="{FF2B5EF4-FFF2-40B4-BE49-F238E27FC236}">
                <ns2:creationId id="{688536D3-5751-4EA4-A712-7EB297A74041}"/>
              </a:ext>
            </a:extLst>
          </p:cNvPr>
          <p:cNvSpPr>
            <a:spLocks noGrp="1"/>
          </p:cNvSpPr>
          <p:nvPr/>
        </p:nvSpPr>
        <p:spPr>
          <a:xfrm>
            <a:off x="14811375" y="4914900"/>
            <a:ext cx="2762250" cy="847725"/>
          </a:xfrm>
          <a:prstGeom prst="can">
            <a:avLst>
              <a:gd name="adj" fmla="val 16000"/>
            </a:avLst>
          </a:prstGeom>
          <a:solidFill>
            <a:srgbClr val="F1F6FC"/>
          </a:solidFill>
          <a:ln w="17145">
            <a:solidFill>
              <a:srgbClr val="4676CB"/>
            </a:solidFill>
            <a:prstDash val="solid"/>
          </a:ln>
        </p:spPr>
      </p:sp>
      <p:sp>
        <p:nvSpPr>
          <p:cNvPr id="68" name="DP5 object 94">
            <a:extLst>
              <a:ext uri="{FF2B5EF4-FFF2-40B4-BE49-F238E27FC236}">
                <ns2:creationId id="{55C56AB2-0CFB-4018-88E3-2F05739F623D}"/>
              </a:ext>
            </a:extLst>
          </p:cNvPr>
          <p:cNvSpPr>
            <a:spLocks noGrp="1"/>
          </p:cNvSpPr>
          <p:nvPr/>
        </p:nvSpPr>
        <p:spPr>
          <a:xfrm>
            <a:off x="14859000" y="5019675"/>
            <a:ext cx="2667000" cy="685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영속 파생 관계</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대상·측면·상황·출처</a:t>
            </a:r>
            <a:endParaRPr lang="ko-KR">
              <a:latin typeface="Calibri"/>
              <a:ea typeface="Calibri"/>
              <a:cs typeface="Calibri"/>
            </a:endParaRPr>
          </a:p>
        </p:txBody>
      </p:sp>
      <p:sp>
        <p:nvSpPr>
          <p:cNvPr id="69" name="Editable path 95">
            <a:extLst>
              <a:ext uri="{FF2B5EF4-FFF2-40B4-BE49-F238E27FC236}">
                <ns2:creationId id="{E2CCEE4E-457E-4815-8359-E10D7E0ED097}"/>
              </a:ext>
            </a:extLst>
          </p:cNvPr>
          <p:cNvSpPr>
            <a:spLocks noGrp="1"/>
          </p:cNvSpPr>
          <p:nvPr/>
        </p:nvSpPr>
        <p:spPr>
          <a:xfrm>
            <a:off x="16192500" y="4457700"/>
            <a:ext cx="953" cy="457200"/>
          </a:xfrm>
          <a:custGeom>
            <a:pathLst>
              <a:path w="953" h="457200">
                <a:moveTo>
                  <a:pt x="0" y="0"/>
                </a:moveTo>
                <a:lnTo>
                  <a:pt x="0" y="457200"/>
                </a:lnTo>
              </a:path>
            </a:pathLst>
          </a:custGeom>
          <a:noFill/>
          <a:ln w="19050">
            <a:solidFill>
              <a:srgbClr val="4676CB"/>
            </a:solidFill>
            <a:prstDash val="solid"/>
          </a:ln>
        </p:spPr>
      </p:sp>
      <p:sp>
        <p:nvSpPr>
          <p:cNvPr id="70" name="Editable arrowhead 96">
            <a:extLst>
              <a:ext uri="{FF2B5EF4-FFF2-40B4-BE49-F238E27FC236}">
                <ns2:creationId id="{CA1FF694-46B1-4543-8CBB-51B25ED32835}"/>
              </a:ext>
            </a:extLst>
          </p:cNvPr>
          <p:cNvSpPr>
            <a:spLocks noGrp="1"/>
          </p:cNvSpPr>
          <p:nvPr/>
        </p:nvSpPr>
        <p:spPr>
          <a:xfrm>
            <a:off x="16144875" y="48196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71" name="Editable path 97">
            <a:extLst>
              <a:ext uri="{FF2B5EF4-FFF2-40B4-BE49-F238E27FC236}">
                <ns2:creationId id="{547753D1-5EFC-4791-A1FB-310F61CB6A67}"/>
              </a:ext>
            </a:extLst>
          </p:cNvPr>
          <p:cNvSpPr>
            <a:spLocks noGrp="1"/>
          </p:cNvSpPr>
          <p:nvPr/>
        </p:nvSpPr>
        <p:spPr>
          <a:xfrm>
            <a:off x="13287375" y="4457700"/>
            <a:ext cx="953" cy="457200"/>
          </a:xfrm>
          <a:custGeom>
            <a:pathLst>
              <a:path w="953" h="457200">
                <a:moveTo>
                  <a:pt x="0" y="0"/>
                </a:moveTo>
                <a:lnTo>
                  <a:pt x="0" y="457200"/>
                </a:lnTo>
              </a:path>
            </a:pathLst>
          </a:custGeom>
          <a:noFill/>
          <a:ln w="19050">
            <a:solidFill>
              <a:srgbClr val="111111"/>
            </a:solidFill>
            <a:prstDash val="solid"/>
          </a:ln>
        </p:spPr>
      </p:sp>
      <p:sp>
        <p:nvSpPr>
          <p:cNvPr id="72" name="Editable arrowhead 98">
            <a:extLst>
              <a:ext uri="{FF2B5EF4-FFF2-40B4-BE49-F238E27FC236}">
                <ns2:creationId id="{5141BEAD-DA32-4745-BF74-409EC192C615}"/>
              </a:ext>
            </a:extLst>
          </p:cNvPr>
          <p:cNvSpPr>
            <a:spLocks noGrp="1"/>
          </p:cNvSpPr>
          <p:nvPr/>
        </p:nvSpPr>
        <p:spPr>
          <a:xfrm>
            <a:off x="13239750"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3" name="Editable path 99">
            <a:extLst>
              <a:ext uri="{FF2B5EF4-FFF2-40B4-BE49-F238E27FC236}">
                <ns2:creationId id="{C855AC63-B8CC-4670-A60A-E538CC4A2FF8}"/>
              </a:ext>
            </a:extLst>
          </p:cNvPr>
          <p:cNvSpPr>
            <a:spLocks noGrp="1"/>
          </p:cNvSpPr>
          <p:nvPr/>
        </p:nvSpPr>
        <p:spPr>
          <a:xfrm>
            <a:off x="14430375" y="5324475"/>
            <a:ext cx="381000" cy="953"/>
          </a:xfrm>
          <a:custGeom>
            <a:pathLst>
              <a:path w="381000" h="953">
                <a:moveTo>
                  <a:pt x="0" y="0"/>
                </a:moveTo>
                <a:lnTo>
                  <a:pt x="381000" y="0"/>
                </a:lnTo>
              </a:path>
            </a:pathLst>
          </a:custGeom>
          <a:noFill/>
          <a:ln w="19050">
            <a:solidFill>
              <a:srgbClr val="C00000"/>
            </a:solidFill>
            <a:prstDash val="dash"/>
          </a:ln>
        </p:spPr>
      </p:sp>
      <p:sp>
        <p:nvSpPr>
          <p:cNvPr id="74" name="Editable arrowhead 100">
            <a:extLst>
              <a:ext uri="{FF2B5EF4-FFF2-40B4-BE49-F238E27FC236}">
                <ns2:creationId id="{18A6D718-898D-44CE-A013-FF2FC240656C}"/>
              </a:ext>
            </a:extLst>
          </p:cNvPr>
          <p:cNvSpPr>
            <a:spLocks noGrp="1"/>
          </p:cNvSpPr>
          <p:nvPr/>
        </p:nvSpPr>
        <p:spPr>
          <a:xfrm>
            <a:off x="14716125" y="5276850"/>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75" name="DP5 object 101">
            <a:extLst>
              <a:ext uri="{FF2B5EF4-FFF2-40B4-BE49-F238E27FC236}">
                <ns2:creationId id="{A08A48E8-7075-4905-8172-E356A9F1845A}"/>
              </a:ext>
            </a:extLst>
          </p:cNvPr>
          <p:cNvSpPr>
            <a:spLocks noGrp="1"/>
          </p:cNvSpPr>
          <p:nvPr/>
        </p:nvSpPr>
        <p:spPr>
          <a:xfrm>
            <a:off x="11887200" y="4572000"/>
            <a:ext cx="2857500" cy="276225"/>
          </a:xfrm>
          <a:prstGeom prst="rect">
            <a:avLst/>
          </a:prstGeom>
          <a:noFill/>
          <a:ln w="0">
            <a:noFill/>
            <a:prstDash val="solid"/>
          </a:ln>
        </p:spPr>
        <p:txBody>
          <a:bodyPr wrap="none" lIns="0" tIns="0" rIns="0" bIns="0" anchor="ctr">
            <a:noAutofit/>
          </a:bodyPr>
          <a:lstStyle>
            <a:defPPr algn="ctr">
              <a:defRPr sz="1600" b="0" lang="ko-KR">
                <a:solidFill>
                  <a:srgbClr val="C00000"/>
                </a:solidFill>
                <a:latin typeface="Calibri"/>
                <a:ea typeface="Calibri"/>
                <a:cs typeface="Calibri"/>
              </a:defRPr>
            </a:defPPr>
            <a:lvl1pPr algn="ctr">
              <a:defRPr sz="1600" b="0" lang="ko-KR">
                <a:solidFill>
                  <a:srgbClr val="C00000"/>
                </a:solidFill>
                <a:latin typeface="Calibri"/>
                <a:ea typeface="Calibri"/>
                <a:cs typeface="Calibri"/>
              </a:defRPr>
            </a:lvl1pPr>
            <a:lvl2pPr algn="ctr">
              <a:defRPr sz="1600" b="0" lang="ko-KR">
                <a:solidFill>
                  <a:srgbClr val="C00000"/>
                </a:solidFill>
                <a:latin typeface="Calibri"/>
                <a:ea typeface="Calibri"/>
                <a:cs typeface="Calibri"/>
              </a:defRPr>
            </a:lvl2pPr>
            <a:lvl3pPr algn="ctr">
              <a:defRPr sz="1600" b="0" lang="ko-KR">
                <a:solidFill>
                  <a:srgbClr val="C00000"/>
                </a:solidFill>
                <a:latin typeface="Calibri"/>
                <a:ea typeface="Calibri"/>
                <a:cs typeface="Calibri"/>
              </a:defRPr>
            </a:lvl3pPr>
            <a:lvl4pPr algn="ctr">
              <a:defRPr sz="1600" b="0" lang="ko-KR">
                <a:solidFill>
                  <a:srgbClr val="C00000"/>
                </a:solidFill>
                <a:latin typeface="Calibri"/>
                <a:ea typeface="Calibri"/>
                <a:cs typeface="Calibri"/>
              </a:defRPr>
            </a:lvl4pPr>
            <a:lvl5pPr algn="ctr">
              <a:defRPr sz="1600" b="0" lang="ko-KR">
                <a:solidFill>
                  <a:srgbClr val="C00000"/>
                </a:solidFill>
                <a:latin typeface="Calibri"/>
                <a:ea typeface="Calibri"/>
                <a:cs typeface="Calibri"/>
              </a:defRPr>
            </a:lvl5pPr>
            <a:lvl6pPr algn="ctr">
              <a:defRPr sz="1600" b="0" lang="ko-KR">
                <a:solidFill>
                  <a:srgbClr val="C00000"/>
                </a:solidFill>
                <a:latin typeface="Calibri"/>
                <a:ea typeface="Calibri"/>
                <a:cs typeface="Calibri"/>
              </a:defRPr>
            </a:lvl6pPr>
            <a:lvl7pPr algn="ctr">
              <a:defRPr sz="1600" b="0" lang="ko-KR">
                <a:solidFill>
                  <a:srgbClr val="C00000"/>
                </a:solidFill>
                <a:latin typeface="Calibri"/>
                <a:ea typeface="Calibri"/>
                <a:cs typeface="Calibri"/>
              </a:defRPr>
            </a:lvl7pPr>
            <a:lvl8pPr algn="ctr">
              <a:defRPr sz="1600" b="0" lang="ko-KR">
                <a:solidFill>
                  <a:srgbClr val="C00000"/>
                </a:solidFill>
                <a:latin typeface="Calibri"/>
                <a:ea typeface="Calibri"/>
                <a:cs typeface="Calibri"/>
              </a:defRPr>
            </a:lvl8pPr>
            <a:lvl9pPr algn="ctr">
              <a:defRPr sz="1600" b="0" lang="ko-KR">
                <a:solidFill>
                  <a:srgbClr val="C00000"/>
                </a:solidFill>
                <a:latin typeface="Calibri"/>
                <a:ea typeface="Calibri"/>
                <a:cs typeface="Calibri"/>
              </a:defRPr>
            </a:lvl9pPr>
          </a:lstStyle>
          <a:p>
            <a:pPr algn="ctr">
              <a:defRPr sz="1600" b="0" lang="ko-KR">
                <a:solidFill>
                  <a:srgbClr val="C00000"/>
                </a:solidFill>
                <a:latin typeface="Calibri"/>
                <a:ea typeface="Calibri"/>
                <a:cs typeface="Calibri"/>
              </a:defRPr>
            </a:pPr>
            <a:r>
              <a:rPr sz="1600" b="0" lang="ko-KR">
                <a:solidFill>
                  <a:srgbClr val="C00000"/>
                </a:solidFill>
                <a:latin typeface="Calibri"/>
                <a:ea typeface="Calibri"/>
                <a:cs typeface="Calibri"/>
              </a:rPr>
              <a:t>정정 시 무효화</a:t>
            </a:r>
            <a:endParaRPr lang="ko-KR">
              <a:latin typeface="Calibri"/>
              <a:ea typeface="Calibri"/>
              <a:cs typeface="Calibri"/>
            </a:endParaRPr>
          </a:p>
        </p:txBody>
      </p:sp>
      <p:sp>
        <p:nvSpPr>
          <p:cNvPr id="76" name="관계 조회 / 현재성·확인 범위 검사">
            <a:extLst>
              <a:ext uri="{FF2B5EF4-FFF2-40B4-BE49-F238E27FC236}">
                <ns2:creationId id="{C409B15B-A88E-4E4D-AF7B-DA5B1362DDDF}"/>
              </a:ext>
            </a:extLst>
          </p:cNvPr>
          <p:cNvSpPr>
            <a:spLocks noGrp="1"/>
          </p:cNvSpPr>
          <p:nvPr/>
        </p:nvSpPr>
        <p:spPr>
          <a:xfrm>
            <a:off x="12192000" y="6286500"/>
            <a:ext cx="5381625" cy="552450"/>
          </a:xfrm>
          <a:prstGeom prst="rect">
            <a:avLst/>
          </a:prstGeom>
          <a:solidFill>
            <a:srgbClr val="FFFFFF"/>
          </a:solidFill>
          <a:ln w="17145">
            <a:solidFill>
              <a:srgbClr val="111111"/>
            </a:solidFill>
            <a:prstDash val="solid"/>
          </a:ln>
        </p:spPr>
      </p:sp>
      <p:sp>
        <p:nvSpPr>
          <p:cNvPr id="77" name="DP5 object 102">
            <a:extLst>
              <a:ext uri="{FF2B5EF4-FFF2-40B4-BE49-F238E27FC236}">
                <ns2:creationId id="{10126391-9F37-4BF2-A2CE-112E28AD5683}"/>
              </a:ext>
            </a:extLst>
          </p:cNvPr>
          <p:cNvSpPr>
            <a:spLocks noGrp="1"/>
          </p:cNvSpPr>
          <p:nvPr/>
        </p:nvSpPr>
        <p:spPr>
          <a:xfrm>
            <a:off x="12258675" y="6324600"/>
            <a:ext cx="5248275" cy="4762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조회 / 현재성·확인 범위 검사</a:t>
            </a:r>
            <a:endParaRPr lang="ko-KR">
              <a:latin typeface="Calibri"/>
              <a:ea typeface="Calibri"/>
              <a:cs typeface="Calibri"/>
            </a:endParaRPr>
          </a:p>
        </p:txBody>
      </p:sp>
      <p:sp>
        <p:nvSpPr>
          <p:cNvPr id="78" name="Editable path 103">
            <a:extLst>
              <a:ext uri="{FF2B5EF4-FFF2-40B4-BE49-F238E27FC236}">
                <ns2:creationId id="{4057AA25-DF30-4432-8B59-2E06F83669B1}"/>
              </a:ext>
            </a:extLst>
          </p:cNvPr>
          <p:cNvSpPr>
            <a:spLocks noGrp="1"/>
          </p:cNvSpPr>
          <p:nvPr/>
        </p:nvSpPr>
        <p:spPr>
          <a:xfrm>
            <a:off x="16192500" y="5762625"/>
            <a:ext cx="953" cy="523875"/>
          </a:xfrm>
          <a:custGeom>
            <a:pathLst>
              <a:path w="953" h="523875">
                <a:moveTo>
                  <a:pt x="0" y="0"/>
                </a:moveTo>
                <a:lnTo>
                  <a:pt x="0" y="523875"/>
                </a:lnTo>
              </a:path>
            </a:pathLst>
          </a:custGeom>
          <a:noFill/>
          <a:ln w="19050">
            <a:solidFill>
              <a:srgbClr val="4676CB"/>
            </a:solidFill>
            <a:prstDash val="solid"/>
          </a:ln>
        </p:spPr>
      </p:sp>
      <p:sp>
        <p:nvSpPr>
          <p:cNvPr id="79" name="Editable arrowhead 104">
            <a:extLst>
              <a:ext uri="{FF2B5EF4-FFF2-40B4-BE49-F238E27FC236}">
                <ns2:creationId id="{8F8E576D-346C-49AE-8BC9-2DA91D2726CE}"/>
              </a:ext>
            </a:extLst>
          </p:cNvPr>
          <p:cNvSpPr>
            <a:spLocks noGrp="1"/>
          </p:cNvSpPr>
          <p:nvPr/>
        </p:nvSpPr>
        <p:spPr>
          <a:xfrm>
            <a:off x="16144875" y="61912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80" name="Editable path 105">
            <a:extLst>
              <a:ext uri="{FF2B5EF4-FFF2-40B4-BE49-F238E27FC236}">
                <ns2:creationId id="{E0ED7877-6E09-45E7-98BE-28E7CF06A57E}"/>
              </a:ext>
            </a:extLst>
          </p:cNvPr>
          <p:cNvSpPr>
            <a:spLocks noGrp="1"/>
          </p:cNvSpPr>
          <p:nvPr/>
        </p:nvSpPr>
        <p:spPr>
          <a:xfrm>
            <a:off x="13287375" y="5762625"/>
            <a:ext cx="953" cy="523875"/>
          </a:xfrm>
          <a:custGeom>
            <a:pathLst>
              <a:path w="953" h="523875">
                <a:moveTo>
                  <a:pt x="0" y="0"/>
                </a:moveTo>
                <a:lnTo>
                  <a:pt x="0" y="523875"/>
                </a:lnTo>
              </a:path>
            </a:pathLst>
          </a:custGeom>
          <a:noFill/>
          <a:ln w="19050">
            <a:solidFill>
              <a:srgbClr val="111111"/>
            </a:solidFill>
            <a:prstDash val="solid"/>
          </a:ln>
        </p:spPr>
      </p:sp>
      <p:sp>
        <p:nvSpPr>
          <p:cNvPr id="81" name="Editable arrowhead 106">
            <a:extLst>
              <a:ext uri="{FF2B5EF4-FFF2-40B4-BE49-F238E27FC236}">
                <ns2:creationId id="{0BF8FAFD-265A-4DAB-9DDF-7125AFA23CB5}"/>
              </a:ext>
            </a:extLst>
          </p:cNvPr>
          <p:cNvSpPr>
            <a:spLocks noGrp="1"/>
          </p:cNvSpPr>
          <p:nvPr/>
        </p:nvSpPr>
        <p:spPr>
          <a:xfrm>
            <a:off x="13239750" y="61912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07">
            <a:extLst>
              <a:ext uri="{FF2B5EF4-FFF2-40B4-BE49-F238E27FC236}">
                <ns2:creationId id="{6C965919-7265-4365-9C1F-B3E84CDA756A}"/>
              </a:ext>
            </a:extLst>
          </p:cNvPr>
          <p:cNvSpPr>
            <a:spLocks noGrp="1"/>
          </p:cNvSpPr>
          <p:nvPr/>
        </p:nvSpPr>
        <p:spPr>
          <a:xfrm>
            <a:off x="10668000" y="4457700"/>
            <a:ext cx="1714500" cy="1828800"/>
          </a:xfrm>
          <a:custGeom>
            <a:pathLst>
              <a:path w="1714500" h="1828800">
                <a:moveTo>
                  <a:pt x="1714500" y="1828800"/>
                </a:moveTo>
                <a:lnTo>
                  <a:pt x="1714500" y="1571625"/>
                </a:lnTo>
                <a:lnTo>
                  <a:pt x="0" y="1571625"/>
                </a:lnTo>
                <a:lnTo>
                  <a:pt x="0" y="0"/>
                </a:lnTo>
              </a:path>
            </a:pathLst>
          </a:custGeom>
          <a:noFill/>
          <a:ln w="19050">
            <a:solidFill>
              <a:srgbClr val="98999B"/>
            </a:solidFill>
            <a:prstDash val="dash"/>
          </a:ln>
        </p:spPr>
      </p:sp>
      <p:sp>
        <p:nvSpPr>
          <p:cNvPr id="83" name="Editable arrowhead 108">
            <a:extLst>
              <a:ext uri="{FF2B5EF4-FFF2-40B4-BE49-F238E27FC236}">
                <ns2:creationId id="{17AE3F05-B181-4A87-B6EE-E5B5CFAE166D}"/>
              </a:ext>
            </a:extLst>
          </p:cNvPr>
          <p:cNvSpPr>
            <a:spLocks noGrp="1"/>
          </p:cNvSpPr>
          <p:nvPr/>
        </p:nvSpPr>
        <p:spPr>
          <a:xfrm>
            <a:off x="10620375" y="4457700"/>
            <a:ext cx="95250" cy="95250"/>
          </a:xfrm>
          <a:custGeom>
            <a:pathLst>
              <a:path w="95250" h="95250">
                <a:moveTo>
                  <a:pt x="47625" y="0"/>
                </a:moveTo>
                <a:lnTo>
                  <a:pt x="0" y="95250"/>
                </a:lnTo>
                <a:lnTo>
                  <a:pt x="95250" y="95250"/>
                </a:lnTo>
                <a:close/>
              </a:path>
            </a:pathLst>
          </a:custGeom>
          <a:solidFill>
            <a:srgbClr val="98999B"/>
          </a:solidFill>
          <a:ln w="5715">
            <a:solidFill>
              <a:srgbClr val="98999B"/>
            </a:solidFill>
            <a:prstDash val="solid"/>
          </a:ln>
        </p:spPr>
      </p:sp>
      <p:sp>
        <p:nvSpPr>
          <p:cNvPr id="84" name="DP5 object 109">
            <a:extLst>
              <a:ext uri="{FF2B5EF4-FFF2-40B4-BE49-F238E27FC236}">
                <ns2:creationId id="{9F25FC3A-49D1-4F53-BCE2-0D9DF8BE26C6}"/>
              </a:ext>
            </a:extLst>
          </p:cNvPr>
          <p:cNvSpPr>
            <a:spLocks noGrp="1"/>
          </p:cNvSpPr>
          <p:nvPr/>
        </p:nvSpPr>
        <p:spPr>
          <a:xfrm>
            <a:off x="9858375" y="5048250"/>
            <a:ext cx="2095500" cy="66675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미생산·무효·부족</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 원본 보완</a:t>
            </a:r>
            <a:endParaRPr lang="ko-KR">
              <a:latin typeface="Calibri"/>
              <a:ea typeface="Calibri"/>
              <a:cs typeface="Calibri"/>
            </a:endParaRPr>
          </a:p>
        </p:txBody>
      </p:sp>
      <p:sp>
        <p:nvSpPr>
          <p:cNvPr id="85" name="현재 요청">
            <a:extLst>
              <a:ext uri="{FF2B5EF4-FFF2-40B4-BE49-F238E27FC236}">
                <ns2:creationId id="{776C4D42-6C7C-4D25-A37D-A0ADF50B0A2B}"/>
              </a:ext>
            </a:extLst>
          </p:cNvPr>
          <p:cNvSpPr>
            <a:spLocks noGrp="1"/>
          </p:cNvSpPr>
          <p:nvPr/>
        </p:nvSpPr>
        <p:spPr>
          <a:xfrm>
            <a:off x="9715500" y="7515225"/>
            <a:ext cx="1952625" cy="609600"/>
          </a:xfrm>
          <a:prstGeom prst="rect">
            <a:avLst/>
          </a:prstGeom>
          <a:solidFill>
            <a:srgbClr val="FFFFFF"/>
          </a:solidFill>
          <a:ln w="17145">
            <a:solidFill>
              <a:srgbClr val="111111"/>
            </a:solidFill>
            <a:prstDash val="solid"/>
          </a:ln>
        </p:spPr>
      </p:sp>
      <p:sp>
        <p:nvSpPr>
          <p:cNvPr id="86" name="DP5 object 110">
            <a:extLst>
              <a:ext uri="{FF2B5EF4-FFF2-40B4-BE49-F238E27FC236}">
                <ns2:creationId id="{0DA6C66F-BE58-44DE-B416-8A75A1946A70}"/>
              </a:ext>
            </a:extLst>
          </p:cNvPr>
          <p:cNvSpPr>
            <a:spLocks noGrp="1"/>
          </p:cNvSpPr>
          <p:nvPr/>
        </p:nvSpPr>
        <p:spPr>
          <a:xfrm>
            <a:off x="9782175" y="7553325"/>
            <a:ext cx="1819275" cy="5334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현재 요청</a:t>
            </a:r>
            <a:endParaRPr lang="ko-KR">
              <a:latin typeface="Calibri"/>
              <a:ea typeface="Calibri"/>
              <a:cs typeface="Calibri"/>
            </a:endParaRPr>
          </a:p>
        </p:txBody>
      </p:sp>
      <p:sp>
        <p:nvSpPr>
          <p:cNvPr id="87" name="Request Interpreter&#10;관계 적용 판단 + 부족한 의미 해석">
            <a:extLst>
              <a:ext uri="{FF2B5EF4-FFF2-40B4-BE49-F238E27FC236}">
                <ns2:creationId id="{1A0DCDB7-4519-4630-973F-372FC5D59CBC}"/>
              </a:ext>
            </a:extLst>
          </p:cNvPr>
          <p:cNvSpPr>
            <a:spLocks noGrp="1"/>
          </p:cNvSpPr>
          <p:nvPr/>
        </p:nvSpPr>
        <p:spPr>
          <a:xfrm>
            <a:off x="12192000" y="7458075"/>
            <a:ext cx="5572125" cy="742950"/>
          </a:xfrm>
          <a:prstGeom prst="rect">
            <a:avLst/>
          </a:prstGeom>
          <a:solidFill>
            <a:srgbClr val="F1F6FC"/>
          </a:solidFill>
          <a:ln w="28575">
            <a:solidFill>
              <a:srgbClr val="4676CB"/>
            </a:solidFill>
            <a:prstDash val="solid"/>
          </a:ln>
        </p:spPr>
      </p:sp>
      <p:sp>
        <p:nvSpPr>
          <p:cNvPr id="88" name="DP5 object 111">
            <a:extLst>
              <a:ext uri="{FF2B5EF4-FFF2-40B4-BE49-F238E27FC236}">
                <ns2:creationId id="{BE955623-DB5C-49CA-80CF-8FFE61A7878A}"/>
              </a:ext>
            </a:extLst>
          </p:cNvPr>
          <p:cNvSpPr>
            <a:spLocks noGrp="1"/>
          </p:cNvSpPr>
          <p:nvPr/>
        </p:nvSpPr>
        <p:spPr>
          <a:xfrm>
            <a:off x="12258675" y="7496175"/>
            <a:ext cx="5438775" cy="66675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관계 적용 판단 + 부족한 의미 해석</a:t>
            </a:r>
            <a:endParaRPr lang="ko-KR">
              <a:latin typeface="Calibri"/>
              <a:ea typeface="Calibri"/>
              <a:cs typeface="Calibri"/>
            </a:endParaRPr>
          </a:p>
        </p:txBody>
      </p:sp>
      <p:sp>
        <p:nvSpPr>
          <p:cNvPr id="89" name="Editable path 112">
            <a:extLst>
              <a:ext uri="{FF2B5EF4-FFF2-40B4-BE49-F238E27FC236}">
                <ns2:creationId id="{1FEE68CD-B536-4A48-9D63-5ED3A816796B}"/>
              </a:ext>
            </a:extLst>
          </p:cNvPr>
          <p:cNvSpPr>
            <a:spLocks noGrp="1"/>
          </p:cNvSpPr>
          <p:nvPr/>
        </p:nvSpPr>
        <p:spPr>
          <a:xfrm>
            <a:off x="11668125" y="7820025"/>
            <a:ext cx="523875" cy="953"/>
          </a:xfrm>
          <a:custGeom>
            <a:pathLst>
              <a:path w="523875" h="953">
                <a:moveTo>
                  <a:pt x="0" y="0"/>
                </a:moveTo>
                <a:lnTo>
                  <a:pt x="523875" y="0"/>
                </a:lnTo>
              </a:path>
            </a:pathLst>
          </a:custGeom>
          <a:noFill/>
          <a:ln w="19050">
            <a:solidFill>
              <a:srgbClr val="111111"/>
            </a:solidFill>
            <a:prstDash val="solid"/>
          </a:ln>
        </p:spPr>
      </p:sp>
      <p:sp>
        <p:nvSpPr>
          <p:cNvPr id="90" name="Editable arrowhead 113">
            <a:extLst>
              <a:ext uri="{FF2B5EF4-FFF2-40B4-BE49-F238E27FC236}">
                <ns2:creationId id="{569C8C11-447F-444C-AF61-5005639ED76C}"/>
              </a:ext>
            </a:extLst>
          </p:cNvPr>
          <p:cNvSpPr>
            <a:spLocks noGrp="1"/>
          </p:cNvSpPr>
          <p:nvPr/>
        </p:nvSpPr>
        <p:spPr>
          <a:xfrm>
            <a:off x="12096750" y="77724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91" name="Editable path 114">
            <a:extLst>
              <a:ext uri="{FF2B5EF4-FFF2-40B4-BE49-F238E27FC236}">
                <ns2:creationId id="{1B0EE4DA-1951-4F03-8DE1-F8CE48DBDCF2}"/>
              </a:ext>
            </a:extLst>
          </p:cNvPr>
          <p:cNvSpPr>
            <a:spLocks noGrp="1"/>
          </p:cNvSpPr>
          <p:nvPr/>
        </p:nvSpPr>
        <p:spPr>
          <a:xfrm>
            <a:off x="13144500" y="6838950"/>
            <a:ext cx="953" cy="619125"/>
          </a:xfrm>
          <a:custGeom>
            <a:pathLst>
              <a:path w="953" h="619125">
                <a:moveTo>
                  <a:pt x="0" y="619125"/>
                </a:moveTo>
                <a:lnTo>
                  <a:pt x="0" y="0"/>
                </a:lnTo>
              </a:path>
            </a:pathLst>
          </a:custGeom>
          <a:noFill/>
          <a:ln w="19050">
            <a:solidFill>
              <a:srgbClr val="111111"/>
            </a:solidFill>
            <a:prstDash val="solid"/>
          </a:ln>
        </p:spPr>
      </p:sp>
      <p:sp>
        <p:nvSpPr>
          <p:cNvPr id="92" name="Editable arrowhead 115">
            <a:extLst>
              <a:ext uri="{FF2B5EF4-FFF2-40B4-BE49-F238E27FC236}">
                <ns2:creationId id="{28F8DAAA-656F-41C3-B7D8-B62BA09C529A}"/>
              </a:ext>
            </a:extLst>
          </p:cNvPr>
          <p:cNvSpPr>
            <a:spLocks noGrp="1"/>
          </p:cNvSpPr>
          <p:nvPr/>
        </p:nvSpPr>
        <p:spPr>
          <a:xfrm>
            <a:off x="13096875" y="6838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3" name="Editable path 116">
            <a:extLst>
              <a:ext uri="{FF2B5EF4-FFF2-40B4-BE49-F238E27FC236}">
                <ns2:creationId id="{3BAF9711-D16E-4122-82AD-D84A616B0D1D}"/>
              </a:ext>
            </a:extLst>
          </p:cNvPr>
          <p:cNvSpPr>
            <a:spLocks noGrp="1"/>
          </p:cNvSpPr>
          <p:nvPr/>
        </p:nvSpPr>
        <p:spPr>
          <a:xfrm>
            <a:off x="16573500" y="6838950"/>
            <a:ext cx="953" cy="619125"/>
          </a:xfrm>
          <a:custGeom>
            <a:pathLst>
              <a:path w="953" h="619125">
                <a:moveTo>
                  <a:pt x="0" y="0"/>
                </a:moveTo>
                <a:lnTo>
                  <a:pt x="0" y="619125"/>
                </a:lnTo>
              </a:path>
            </a:pathLst>
          </a:custGeom>
          <a:noFill/>
          <a:ln w="19050">
            <a:solidFill>
              <a:srgbClr val="4676CB"/>
            </a:solidFill>
            <a:prstDash val="solid"/>
          </a:ln>
        </p:spPr>
      </p:sp>
      <p:sp>
        <p:nvSpPr>
          <p:cNvPr id="94" name="Editable arrowhead 117">
            <a:extLst>
              <a:ext uri="{FF2B5EF4-FFF2-40B4-BE49-F238E27FC236}">
                <ns2:creationId id="{A5C1DF7F-850D-4487-94B9-7FB23C47F9CF}"/>
              </a:ext>
            </a:extLst>
          </p:cNvPr>
          <p:cNvSpPr>
            <a:spLocks noGrp="1"/>
          </p:cNvSpPr>
          <p:nvPr/>
        </p:nvSpPr>
        <p:spPr>
          <a:xfrm>
            <a:off x="16525875" y="73628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95" name="DP5 object 118">
            <a:extLst>
              <a:ext uri="{FF2B5EF4-FFF2-40B4-BE49-F238E27FC236}">
                <ns2:creationId id="{ACC43F4F-A49D-4671-9760-463A43223D44}"/>
              </a:ext>
            </a:extLst>
          </p:cNvPr>
          <p:cNvSpPr>
            <a:spLocks noGrp="1"/>
          </p:cNvSpPr>
          <p:nvPr/>
        </p:nvSpPr>
        <p:spPr>
          <a:xfrm>
            <a:off x="12477750" y="7105650"/>
            <a:ext cx="619125" cy="266700"/>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조회</a:t>
            </a:r>
            <a:endParaRPr lang="ko-KR">
              <a:latin typeface="Calibri"/>
              <a:ea typeface="Calibri"/>
              <a:cs typeface="Calibri"/>
            </a:endParaRPr>
          </a:p>
        </p:txBody>
      </p:sp>
      <p:sp>
        <p:nvSpPr>
          <p:cNvPr id="96" name="DP5 object 119">
            <a:extLst>
              <a:ext uri="{FF2B5EF4-FFF2-40B4-BE49-F238E27FC236}">
                <ns2:creationId id="{6FA714B0-4212-4BD4-9509-2772AA079B3F}"/>
              </a:ext>
            </a:extLst>
          </p:cNvPr>
          <p:cNvSpPr>
            <a:spLocks noGrp="1"/>
          </p:cNvSpPr>
          <p:nvPr/>
        </p:nvSpPr>
        <p:spPr>
          <a:xfrm>
            <a:off x="16764000" y="7105650"/>
            <a:ext cx="666750" cy="266700"/>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근거</a:t>
            </a:r>
            <a:endParaRPr lang="ko-KR">
              <a:latin typeface="Calibri"/>
              <a:ea typeface="Calibri"/>
              <a:cs typeface="Calibri"/>
            </a:endParaRPr>
          </a:p>
        </p:txBody>
      </p:sp>
      <p:sp>
        <p:nvSpPr>
          <p:cNvPr id="97" name="공통  Request Controller: 현재 의미 채택·표시  →  동일한 Agent 선택·위임 계약">
            <a:extLst>
              <a:ext uri="{FF2B5EF4-FFF2-40B4-BE49-F238E27FC236}">
                <ns2:creationId id="{92E0D3F0-9FCE-432F-9B52-B52B31C5DC7C}"/>
              </a:ext>
            </a:extLst>
          </p:cNvPr>
          <p:cNvSpPr>
            <a:spLocks noGrp="1"/>
          </p:cNvSpPr>
          <p:nvPr/>
        </p:nvSpPr>
        <p:spPr>
          <a:xfrm>
            <a:off x="381000" y="8486775"/>
            <a:ext cx="17526000" cy="457200"/>
          </a:xfrm>
          <a:prstGeom prst="rect">
            <a:avLst/>
          </a:prstGeom>
          <a:solidFill>
            <a:srgbClr val="FFF6DD"/>
          </a:solidFill>
          <a:ln w="17145">
            <a:solidFill>
              <a:srgbClr val="111111"/>
            </a:solidFill>
            <a:prstDash val="solid"/>
          </a:ln>
        </p:spPr>
      </p:sp>
      <p:sp>
        <p:nvSpPr>
          <p:cNvPr id="98" name="DP5 object 120">
            <a:extLst>
              <a:ext uri="{FF2B5EF4-FFF2-40B4-BE49-F238E27FC236}">
                <ns2:creationId id="{54D20D37-BA06-4FA9-80C3-EE65970E2D28}"/>
              </a:ext>
            </a:extLst>
          </p:cNvPr>
          <p:cNvSpPr>
            <a:spLocks noGrp="1"/>
          </p:cNvSpPr>
          <p:nvPr/>
        </p:nvSpPr>
        <p:spPr>
          <a:xfrm>
            <a:off x="447675" y="8524875"/>
            <a:ext cx="17392650" cy="3810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Request Controller: 현재 의미 채택·표시  →  동일한 Agent 선택·위임 계약</a:t>
            </a:r>
            <a:endParaRPr lang="ko-KR">
              <a:latin typeface="Calibri"/>
              <a:ea typeface="Calibri"/>
              <a:cs typeface="Calibri"/>
            </a:endParaRPr>
          </a:p>
        </p:txBody>
      </p:sp>
      <p:sp>
        <p:nvSpPr>
          <p:cNvPr id="99" name="Editable path 121">
            <a:extLst>
              <a:ext uri="{FF2B5EF4-FFF2-40B4-BE49-F238E27FC236}">
                <ns2:creationId id="{5C0F1E8E-CEDC-4077-9A67-D5C13A173B69}"/>
              </a:ext>
            </a:extLst>
          </p:cNvPr>
          <p:cNvSpPr>
            <a:spLocks noGrp="1"/>
          </p:cNvSpPr>
          <p:nvPr/>
        </p:nvSpPr>
        <p:spPr>
          <a:xfrm>
            <a:off x="5924550" y="8010525"/>
            <a:ext cx="953" cy="476250"/>
          </a:xfrm>
          <a:custGeom>
            <a:pathLst>
              <a:path w="953" h="476250">
                <a:moveTo>
                  <a:pt x="0" y="0"/>
                </a:moveTo>
                <a:lnTo>
                  <a:pt x="0" y="476250"/>
                </a:lnTo>
              </a:path>
            </a:pathLst>
          </a:custGeom>
          <a:noFill/>
          <a:ln w="19050">
            <a:solidFill>
              <a:srgbClr val="111111"/>
            </a:solidFill>
            <a:prstDash val="solid"/>
          </a:ln>
        </p:spPr>
      </p:sp>
      <p:sp>
        <p:nvSpPr>
          <p:cNvPr id="100" name="Editable arrowhead 122">
            <a:extLst>
              <a:ext uri="{FF2B5EF4-FFF2-40B4-BE49-F238E27FC236}">
                <ns2:creationId id="{02CE9FAF-0A3D-47A2-A512-83507C8B108A}"/>
              </a:ext>
            </a:extLst>
          </p:cNvPr>
          <p:cNvSpPr>
            <a:spLocks noGrp="1"/>
          </p:cNvSpPr>
          <p:nvPr/>
        </p:nvSpPr>
        <p:spPr>
          <a:xfrm>
            <a:off x="58769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1" name="Editable path 123">
            <a:extLst>
              <a:ext uri="{FF2B5EF4-FFF2-40B4-BE49-F238E27FC236}">
                <ns2:creationId id="{766B2087-E29A-4182-9133-59CCE57BDB1D}"/>
              </a:ext>
            </a:extLst>
          </p:cNvPr>
          <p:cNvSpPr>
            <a:spLocks noGrp="1"/>
          </p:cNvSpPr>
          <p:nvPr/>
        </p:nvSpPr>
        <p:spPr>
          <a:xfrm>
            <a:off x="14954250" y="8201025"/>
            <a:ext cx="953" cy="285750"/>
          </a:xfrm>
          <a:custGeom>
            <a:pathLst>
              <a:path w="953" h="285750">
                <a:moveTo>
                  <a:pt x="0" y="0"/>
                </a:moveTo>
                <a:lnTo>
                  <a:pt x="0" y="285750"/>
                </a:lnTo>
              </a:path>
            </a:pathLst>
          </a:custGeom>
          <a:noFill/>
          <a:ln w="19050">
            <a:solidFill>
              <a:srgbClr val="111111"/>
            </a:solidFill>
            <a:prstDash val="solid"/>
          </a:ln>
        </p:spPr>
      </p:sp>
      <p:sp>
        <p:nvSpPr>
          <p:cNvPr id="102" name="Editable arrowhead 124">
            <a:extLst>
              <a:ext uri="{FF2B5EF4-FFF2-40B4-BE49-F238E27FC236}">
                <ns2:creationId id="{2B6627B5-CDBF-4962-87A5-12DF4DEA98E7}"/>
              </a:ext>
            </a:extLst>
          </p:cNvPr>
          <p:cNvSpPr>
            <a:spLocks noGrp="1"/>
          </p:cNvSpPr>
          <p:nvPr/>
        </p:nvSpPr>
        <p:spPr>
          <a:xfrm>
            <a:off x="14906625" y="8391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graphicFrame>
        <p:nvGraphicFramePr>
          <p:cNvPr id="103" name="">
            <a:extLst>
              <a:ext uri="{FF2B5EF4-FFF2-40B4-BE49-F238E27FC236}">
                <ns2:creationId id="{BD3DD10D-0758-470C-BBEE-0E8F24FAB7F7}"/>
              </a:ext>
            </a:extLst>
          </p:cNvPr>
          <p:cNvGraphicFramePr/>
          <p:nvPr/>
        </p:nvGraphicFramePr>
        <p:xfrm>
          <a:off x="381000" y="9134475"/>
          <a:ext cx="17526000" cy="438150"/>
        </p:xfrm>
        <a:graphic>
          <a:graphicData uri="http://schemas.openxmlformats.org/drawingml/2006/table">
            <a:tbl>
              <a:tblPr firstRow="0" bandRow="0" bandCol="0"/>
              <a:tblGrid>
                <a:gridCol w="2143125"/>
                <a:gridCol w="7686675"/>
                <a:gridCol w="7696200"/>
              </a:tblGrid>
              <a:tr h="438150">
                <a:tc>
                  <a:txBody>
                    <a:bodyPr anchor="ctr"/>
                    <a:lstStyle/>
                    <a:p>
                      <a:pPr algn="ctr">
                        <a:lnSpc>
                          <a:spcPct val="100000"/>
                        </a:lnSpc>
                        <a:buNone/>
                        <a:defRPr lang="ko-KR">
                          <a:latin typeface="Calibri"/>
                          <a:ea typeface="Calibri"/>
                          <a:cs typeface="Calibri"/>
                        </a:defRPr>
                      </a:pPr>
                      <a:r>
                        <a:rPr sz="1800" b="1" lang="ko-KR">
                          <a:solidFill>
                            <a:srgbClr val="111111"/>
                          </a:solidFill>
                          <a:latin typeface="Calibri"/>
                          <a:ea typeface="Calibri"/>
                          <a:cs typeface="Calibri"/>
                        </a:rPr>
                        <a:t>구조적 대가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A: 원본 조합이 요청 임계 경로에 남음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800" b="0" lang="ko-KR">
                          <a:solidFill>
                            <a:srgbClr val="C00000"/>
                          </a:solidFill>
                          <a:latin typeface="Calibri"/>
                          <a:ea typeface="Calibri"/>
                          <a:cs typeface="Calibri"/>
                        </a:rPr>
                        <a:t>B: 생산·게시·무효화·조회 계약을 추가 관리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FFFFF"/>
                    </a:solidFill>
                  </a:tcPr>
                </a:tc>
              </a:tr>
            </a:tbl>
          </a:graphicData>
        </a:graphic>
      </p:graphicFrame>
      <p:sp>
        <p:nvSpPr>
          <p:cNvPr id="104" name="DP5 object 125">
            <a:extLst>
              <a:ext uri="{FF2B5EF4-FFF2-40B4-BE49-F238E27FC236}">
                <ns2:creationId id="{C40E36D7-B495-44A1-B87A-52F6F8C12701}"/>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논리적 실행·상태 경계이며 별도 프로세스·모델 복제를 뜻하지 않는다. 필요한 의미 처리만 같은 Model Access 사용. 파생 관계는 원본 권위를 대체하지 않는다.</a:t>
            </a:r>
            <a:endParaRPr lang="ko-KR">
              <a:latin typeface="Calibri"/>
              <a:ea typeface="Calibri"/>
              <a:cs typeface="Calibri"/>
            </a:endParaRPr>
          </a:p>
        </p:txBody>
      </p:sp>
    </p:spTree>
    <p:extLst>
      <p:ext uri="{BB962C8B-B14F-4D97-AF65-F5344CB8AC3E}">
        <p14:creationId val="1991612603"/>
      </p:ext>
    </p:extLst>
  </p:cSld>
</p:sld>
</file>

<file path=ppt/slides/slide22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5" name="DP5 object 126">
            <a:extLst>
              <a:ext uri="{FF2B5EF4-FFF2-40B4-BE49-F238E27FC236}">
                <ns2:creationId id="{6C0DC9E4-6761-44FE-A39D-87ECCE1D28BF}"/>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(선택 기준 및 보완)</a:t>
            </a:r>
            <a:endParaRPr lang="ko-KR">
              <a:latin typeface="Calibri"/>
              <a:ea typeface="Calibri"/>
              <a:cs typeface="Calibri"/>
            </a:endParaRPr>
          </a:p>
        </p:txBody>
      </p:sp>
      <p:sp>
        <p:nvSpPr>
          <p:cNvPr id="2" name="DP5 object 127">
            <a:extLst>
              <a:ext uri="{FF2B5EF4-FFF2-40B4-BE49-F238E27FC236}">
                <ns2:creationId id="{F266C625-43C5-423D-B2FD-06FEF59150D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28">
            <a:extLst>
              <a:ext uri="{FF2B5EF4-FFF2-40B4-BE49-F238E27FC236}">
                <ns2:creationId id="{B9368799-7C10-4C51-A8A9-121BFC513DBB}"/>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29">
            <a:extLst>
              <a:ext uri="{FF2B5EF4-FFF2-40B4-BE49-F238E27FC236}">
                <ns2:creationId id="{DE560DCD-4FD1-4BB6-9BC0-5FA5BAF2367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30">
            <a:extLst>
              <a:ext uri="{FF2B5EF4-FFF2-40B4-BE49-F238E27FC236}">
                <ns2:creationId id="{78B61445-8B13-4C20-88A6-37478F49680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31">
            <a:extLst>
              <a:ext uri="{FF2B5EF4-FFF2-40B4-BE49-F238E27FC236}">
                <ns2:creationId id="{982F608F-3001-4B09-B91C-5C04547B249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32">
            <a:extLst>
              <a:ext uri="{FF2B5EF4-FFF2-40B4-BE49-F238E27FC236}">
                <ns2:creationId id="{20EF36FA-1C4E-4B75-805B-14EDEAE86F20}"/>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33">
            <a:extLst>
              <a:ext uri="{FF2B5EF4-FFF2-40B4-BE49-F238E27FC236}">
                <ns2:creationId id="{133CD0E5-4355-446A-A49E-7B8A2215898C}"/>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34">
            <a:extLst>
              <a:ext uri="{FF2B5EF4-FFF2-40B4-BE49-F238E27FC236}">
                <ns2:creationId id="{FC40C204-9B35-445E-B2FE-44CE0BD22F83}"/>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35">
            <a:extLst>
              <a:ext uri="{FF2B5EF4-FFF2-40B4-BE49-F238E27FC236}">
                <ns2:creationId id="{058E446A-E321-4E06-ADE9-5859A42EC91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36">
            <a:extLst>
              <a:ext uri="{FF2B5EF4-FFF2-40B4-BE49-F238E27FC236}">
                <ns2:creationId id="{CD48F0DA-C64A-469C-B33E-6D58EEABD0DE}"/>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37">
            <a:extLst>
              <a:ext uri="{FF2B5EF4-FFF2-40B4-BE49-F238E27FC236}">
                <ns2:creationId id="{E8D411B9-7C15-4B4B-BBAD-19D68AF3CC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5D7467B-88A0-4E63-A328-406DA323A4FF}"/>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22 / 29</a:t>
            </a:r>
            <a:endParaRPr lang="ko-KR">
              <a:latin typeface="Calibri"/>
              <a:ea typeface="Calibri"/>
              <a:cs typeface="Calibri"/>
            </a:endParaRPr>
          </a:p>
        </p:txBody>
      </p:sp>
      <p:sp>
        <p:nvSpPr>
          <p:cNvPr id="14" name="DP5 object 139">
            <a:extLst>
              <a:ext uri="{FF2B5EF4-FFF2-40B4-BE49-F238E27FC236}">
                <ns2:creationId id="{3996D07F-1FDA-4E74-8E12-C985BF9581CA}"/>
              </a:ext>
            </a:extLst>
          </p:cNvPr>
          <p:cNvSpPr>
            <a:spLocks noGrp="1"/>
          </p:cNvSpPr>
          <p:nvPr/>
        </p:nvSpPr>
        <p:spPr>
          <a:xfrm>
            <a:off x="266700" y="1200150"/>
            <a:ext cx="17478375"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기본안 미선택 / 과거 관계의 재참조 빈도와 첫 응답의 실제 대기로 판단</a:t>
            </a:r>
            <a:endParaRPr lang="ko-KR">
              <a:latin typeface="Calibri"/>
              <a:ea typeface="Calibri"/>
              <a:cs typeface="Calibri"/>
            </a:endParaRPr>
          </a:p>
        </p:txBody>
      </p:sp>
      <p:graphicFrame>
        <p:nvGraphicFramePr>
          <p:cNvPr id="15" name="">
            <a:extLst>
              <a:ext uri="{FF2B5EF4-FFF2-40B4-BE49-F238E27FC236}">
                <ns2:creationId id="{3BA2FD7A-BB93-45B2-9637-5BF4095D9726}"/>
              </a:ext>
            </a:extLst>
          </p:cNvPr>
          <p:cNvGraphicFramePr/>
          <p:nvPr/>
        </p:nvGraphicFramePr>
        <p:xfrm>
          <a:off x="228600" y="1857375"/>
          <a:ext cx="17830800" cy="2562225"/>
        </p:xfrm>
        <a:graphic>
          <a:graphicData uri="http://schemas.openxmlformats.org/drawingml/2006/table">
            <a:tbl>
              <a:tblPr firstRow="0" bandRow="0" bandCol="0"/>
              <a:tblGrid>
                <a:gridCol w="2381250"/>
                <a:gridCol w="7724775"/>
                <a:gridCol w="77247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판단 기준</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A가 유리한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B를 검토할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사용 형태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명시적 사실 조회가 많고 과거 관계 재참조가 적음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처음 다시 부르는 과거 관계가 응답을 자주 막음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품질 교환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필요한 요청에만 비용 사용 / 요청 때 조합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경로의 조합 절약 / 미소비 생산·갱신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선택을 바꿀 조건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응답 지연과 관계 누락을 반복 유발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보완이 잦거나 잘못된 관계·범위를 반복 적용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A1  요청에서 확인한 관계의 재조회 색인">
            <a:extLst>
              <a:ext uri="{FF2B5EF4-FFF2-40B4-BE49-F238E27FC236}">
                <ns2:creationId id="{952F1B1B-94CE-45C2-9A2B-0ACAAD53045C}"/>
              </a:ext>
            </a:extLst>
          </p:cNvPr>
          <p:cNvSpPr>
            <a:spLocks noGrp="1"/>
          </p:cNvSpPr>
          <p:nvPr/>
        </p:nvSpPr>
        <p:spPr>
          <a:xfrm>
            <a:off x="523875" y="4905375"/>
            <a:ext cx="8096250" cy="552450"/>
          </a:xfrm>
          <a:prstGeom prst="rect">
            <a:avLst/>
          </a:prstGeom>
          <a:solidFill>
            <a:srgbClr val="C9E1B3"/>
          </a:solidFill>
          <a:ln w="28575">
            <a:solidFill>
              <a:srgbClr val="4676CB"/>
            </a:solidFill>
            <a:prstDash val="solid"/>
          </a:ln>
        </p:spPr>
      </p:sp>
      <p:sp>
        <p:nvSpPr>
          <p:cNvPr id="17" name="DP5 object 140">
            <a:extLst>
              <a:ext uri="{FF2B5EF4-FFF2-40B4-BE49-F238E27FC236}">
                <ns2:creationId id="{F7601070-9285-4C4A-A5F5-8459BF14A455}"/>
              </a:ext>
            </a:extLst>
          </p:cNvPr>
          <p:cNvSpPr>
            <a:spLocks noGrp="1"/>
          </p:cNvSpPr>
          <p:nvPr/>
        </p:nvSpPr>
        <p:spPr>
          <a:xfrm>
            <a:off x="59055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A1  요청에서 확인한 관계의 재조회 색인</a:t>
            </a:r>
            <a:endParaRPr lang="ko-KR">
              <a:latin typeface="Calibri"/>
              <a:ea typeface="Calibri"/>
              <a:cs typeface="Calibri"/>
            </a:endParaRPr>
          </a:p>
        </p:txBody>
      </p:sp>
      <p:sp>
        <p:nvSpPr>
          <p:cNvPr id="18" name="B1  같은 업무의 연속 사건을 묶어 생산">
            <a:extLst>
              <a:ext uri="{FF2B5EF4-FFF2-40B4-BE49-F238E27FC236}">
                <ns2:creationId id="{A1749D21-E518-4E5E-87AB-887DA3BB6D1C}"/>
              </a:ext>
            </a:extLst>
          </p:cNvPr>
          <p:cNvSpPr>
            <a:spLocks noGrp="1"/>
          </p:cNvSpPr>
          <p:nvPr/>
        </p:nvSpPr>
        <p:spPr>
          <a:xfrm>
            <a:off x="9572625" y="4905375"/>
            <a:ext cx="8096250" cy="552450"/>
          </a:xfrm>
          <a:prstGeom prst="rect">
            <a:avLst/>
          </a:prstGeom>
          <a:solidFill>
            <a:srgbClr val="C9E1B3"/>
          </a:solidFill>
          <a:ln w="28575">
            <a:solidFill>
              <a:srgbClr val="4676CB"/>
            </a:solidFill>
            <a:prstDash val="solid"/>
          </a:ln>
        </p:spPr>
      </p:sp>
      <p:sp>
        <p:nvSpPr>
          <p:cNvPr id="19" name="DP5 object 141">
            <a:extLst>
              <a:ext uri="{FF2B5EF4-FFF2-40B4-BE49-F238E27FC236}">
                <ns2:creationId id="{E2C3AFC2-BB20-4025-AA17-930C0535E072}"/>
              </a:ext>
            </a:extLst>
          </p:cNvPr>
          <p:cNvSpPr>
            <a:spLocks noGrp="1"/>
          </p:cNvSpPr>
          <p:nvPr/>
        </p:nvSpPr>
        <p:spPr>
          <a:xfrm>
            <a:off x="9639300" y="4943475"/>
            <a:ext cx="7962900" cy="4762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B1  같은 업무의 연속 사건을 묶어 생산</a:t>
            </a:r>
            <a:endParaRPr lang="ko-KR">
              <a:latin typeface="Calibri"/>
              <a:ea typeface="Calibri"/>
              <a:cs typeface="Calibri"/>
            </a:endParaRPr>
          </a:p>
        </p:txBody>
      </p:sp>
      <p:sp>
        <p:nvSpPr>
          <p:cNvPr id="20" name="Context Manager Component">
            <a:extLst>
              <a:ext uri="{FF2B5EF4-FFF2-40B4-BE49-F238E27FC236}">
                <ns2:creationId id="{A4A05C93-5899-49D0-A9CE-BBE915E571B5}"/>
              </a:ext>
            </a:extLst>
          </p:cNvPr>
          <p:cNvSpPr>
            <a:spLocks noGrp="1"/>
          </p:cNvSpPr>
          <p:nvPr/>
        </p:nvSpPr>
        <p:spPr>
          <a:xfrm>
            <a:off x="714375" y="5772150"/>
            <a:ext cx="7715250" cy="1600200"/>
          </a:xfrm>
          <a:prstGeom prst="rect">
            <a:avLst/>
          </a:prstGeom>
          <a:solidFill>
            <a:srgbClr val="FFF6DD"/>
          </a:solidFill>
          <a:ln w="25718">
            <a:solidFill>
              <a:srgbClr val="111111"/>
            </a:solidFill>
            <a:prstDash val="solid"/>
          </a:ln>
        </p:spPr>
      </p:sp>
      <p:sp>
        <p:nvSpPr>
          <p:cNvPr id="21" name="DP5 object 142">
            <a:extLst>
              <a:ext uri="{FF2B5EF4-FFF2-40B4-BE49-F238E27FC236}">
                <ns2:creationId id="{E19948C4-346E-4D92-9825-9021F9DFEE0C}"/>
              </a:ext>
            </a:extLst>
          </p:cNvPr>
          <p:cNvSpPr>
            <a:spLocks noGrp="1"/>
          </p:cNvSpPr>
          <p:nvPr/>
        </p:nvSpPr>
        <p:spPr>
          <a:xfrm>
            <a:off x="79057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2" name="Editable path 143">
            <a:extLst>
              <a:ext uri="{FF2B5EF4-FFF2-40B4-BE49-F238E27FC236}">
                <ns2:creationId id="{4D53B49D-00A2-4D3B-A7DD-230D0EBF5BC9}"/>
              </a:ext>
            </a:extLst>
          </p:cNvPr>
          <p:cNvSpPr>
            <a:spLocks noGrp="1"/>
          </p:cNvSpPr>
          <p:nvPr/>
        </p:nvSpPr>
        <p:spPr>
          <a:xfrm>
            <a:off x="714375" y="6115050"/>
            <a:ext cx="7715250" cy="953"/>
          </a:xfrm>
          <a:custGeom>
            <a:pathLst>
              <a:path w="7715250" h="953">
                <a:moveTo>
                  <a:pt x="0" y="0"/>
                </a:moveTo>
                <a:lnTo>
                  <a:pt x="7715250" y="0"/>
                </a:lnTo>
              </a:path>
            </a:pathLst>
          </a:custGeom>
          <a:noFill/>
          <a:ln w="13335">
            <a:solidFill>
              <a:srgbClr val="111111"/>
            </a:solidFill>
            <a:prstDash val="solid"/>
          </a:ln>
        </p:spPr>
      </p:sp>
      <p:sp>
        <p:nvSpPr>
          <p:cNvPr id="23" name="요청에서 확정한 관계를 후속 검색용 색인에 반영">
            <a:extLst>
              <a:ext uri="{FF2B5EF4-FFF2-40B4-BE49-F238E27FC236}">
                <ns2:creationId id="{FBEFDB62-064A-4022-8C4A-5DB58820107D}"/>
              </a:ext>
            </a:extLst>
          </p:cNvPr>
          <p:cNvSpPr>
            <a:spLocks noGrp="1"/>
          </p:cNvSpPr>
          <p:nvPr/>
        </p:nvSpPr>
        <p:spPr>
          <a:xfrm>
            <a:off x="876300" y="6191250"/>
            <a:ext cx="7391400" cy="476250"/>
          </a:xfrm>
          <a:prstGeom prst="rect">
            <a:avLst/>
          </a:prstGeom>
          <a:solidFill>
            <a:srgbClr val="F1F6FC"/>
          </a:solidFill>
          <a:ln w="28575">
            <a:solidFill>
              <a:srgbClr val="4676CB"/>
            </a:solidFill>
            <a:prstDash val="solid"/>
          </a:ln>
        </p:spPr>
      </p:sp>
      <p:sp>
        <p:nvSpPr>
          <p:cNvPr id="24" name="DP5 object 144">
            <a:extLst>
              <a:ext uri="{FF2B5EF4-FFF2-40B4-BE49-F238E27FC236}">
                <ns2:creationId id="{FC9FBA93-9523-4509-B601-A2ECA3E9C7D9}"/>
              </a:ext>
            </a:extLst>
          </p:cNvPr>
          <p:cNvSpPr>
            <a:spLocks noGrp="1"/>
          </p:cNvSpPr>
          <p:nvPr/>
        </p:nvSpPr>
        <p:spPr>
          <a:xfrm>
            <a:off x="94297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요청에서 확정한 관계를 후속 검색용 색인에 반영</a:t>
            </a:r>
            <a:endParaRPr lang="ko-KR">
              <a:latin typeface="Calibri"/>
              <a:ea typeface="Calibri"/>
              <a:cs typeface="Calibri"/>
            </a:endParaRPr>
          </a:p>
        </p:txBody>
      </p:sp>
      <p:sp>
        <p:nvSpPr>
          <p:cNvPr id="25" name="의존 원본 변경 때 갱신 / 기존 권한·현재성 검사 유지">
            <a:extLst>
              <a:ext uri="{FF2B5EF4-FFF2-40B4-BE49-F238E27FC236}">
                <ns2:creationId id="{5B6A72C4-FDC0-424D-B9A3-DE890975EEC0}"/>
              </a:ext>
            </a:extLst>
          </p:cNvPr>
          <p:cNvSpPr>
            <a:spLocks noGrp="1"/>
          </p:cNvSpPr>
          <p:nvPr/>
        </p:nvSpPr>
        <p:spPr>
          <a:xfrm>
            <a:off x="876300" y="6810375"/>
            <a:ext cx="7391400" cy="409575"/>
          </a:xfrm>
          <a:prstGeom prst="rect">
            <a:avLst/>
          </a:prstGeom>
          <a:solidFill>
            <a:srgbClr val="F1F6FC"/>
          </a:solidFill>
          <a:ln w="28575">
            <a:solidFill>
              <a:srgbClr val="4676CB"/>
            </a:solidFill>
            <a:prstDash val="solid"/>
          </a:ln>
        </p:spPr>
      </p:sp>
      <p:sp>
        <p:nvSpPr>
          <p:cNvPr id="26" name="DP5 object 145">
            <a:extLst>
              <a:ext uri="{FF2B5EF4-FFF2-40B4-BE49-F238E27FC236}">
                <ns2:creationId id="{EA3AF7D3-86F5-4BBD-90E7-0C1BAEE60675}"/>
              </a:ext>
            </a:extLst>
          </p:cNvPr>
          <p:cNvSpPr>
            <a:spLocks noGrp="1"/>
          </p:cNvSpPr>
          <p:nvPr/>
        </p:nvSpPr>
        <p:spPr>
          <a:xfrm>
            <a:off x="94297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의존 원본 변경 때 갱신 / 기존 권한·현재성 검사 유지</a:t>
            </a:r>
            <a:endParaRPr lang="ko-KR">
              <a:latin typeface="Calibri"/>
              <a:ea typeface="Calibri"/>
              <a:cs typeface="Calibri"/>
            </a:endParaRPr>
          </a:p>
        </p:txBody>
      </p:sp>
      <p:sp>
        <p:nvSpPr>
          <p:cNvPr id="27" name="Editable path 146">
            <a:extLst>
              <a:ext uri="{FF2B5EF4-FFF2-40B4-BE49-F238E27FC236}">
                <ns2:creationId id="{4D1200DB-5C00-4F27-ABE1-01417445E941}"/>
              </a:ext>
            </a:extLst>
          </p:cNvPr>
          <p:cNvSpPr>
            <a:spLocks noGrp="1"/>
          </p:cNvSpPr>
          <p:nvPr/>
        </p:nvSpPr>
        <p:spPr>
          <a:xfrm>
            <a:off x="4572000" y="6667500"/>
            <a:ext cx="953" cy="142875"/>
          </a:xfrm>
          <a:custGeom>
            <a:pathLst>
              <a:path w="953" h="142875">
                <a:moveTo>
                  <a:pt x="0" y="0"/>
                </a:moveTo>
                <a:lnTo>
                  <a:pt x="0" y="142875"/>
                </a:lnTo>
              </a:path>
            </a:pathLst>
          </a:custGeom>
          <a:noFill/>
          <a:ln w="19050">
            <a:solidFill>
              <a:srgbClr val="4676CB"/>
            </a:solidFill>
            <a:prstDash val="solid"/>
          </a:ln>
        </p:spPr>
      </p:sp>
      <p:sp>
        <p:nvSpPr>
          <p:cNvPr id="28" name="Editable arrowhead 147">
            <a:extLst>
              <a:ext uri="{FF2B5EF4-FFF2-40B4-BE49-F238E27FC236}">
                <ns2:creationId id="{24CBDE90-A699-4A9F-B3C0-5ABE14EEC02E}"/>
              </a:ext>
            </a:extLst>
          </p:cNvPr>
          <p:cNvSpPr>
            <a:spLocks noGrp="1"/>
          </p:cNvSpPr>
          <p:nvPr/>
        </p:nvSpPr>
        <p:spPr>
          <a:xfrm>
            <a:off x="452437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9" name="Context Manager Component">
            <a:extLst>
              <a:ext uri="{FF2B5EF4-FFF2-40B4-BE49-F238E27FC236}">
                <ns2:creationId id="{888BBA71-87AB-4F4D-9785-0350FF9C2063}"/>
              </a:ext>
            </a:extLst>
          </p:cNvPr>
          <p:cNvSpPr>
            <a:spLocks noGrp="1"/>
          </p:cNvSpPr>
          <p:nvPr/>
        </p:nvSpPr>
        <p:spPr>
          <a:xfrm>
            <a:off x="9763125" y="5772150"/>
            <a:ext cx="7715250" cy="1600200"/>
          </a:xfrm>
          <a:prstGeom prst="rect">
            <a:avLst/>
          </a:prstGeom>
          <a:solidFill>
            <a:srgbClr val="FFF6DD"/>
          </a:solidFill>
          <a:ln w="25718">
            <a:solidFill>
              <a:srgbClr val="111111"/>
            </a:solidFill>
            <a:prstDash val="solid"/>
          </a:ln>
        </p:spPr>
      </p:sp>
      <p:sp>
        <p:nvSpPr>
          <p:cNvPr id="30" name="DP5 object 148">
            <a:extLst>
              <a:ext uri="{FF2B5EF4-FFF2-40B4-BE49-F238E27FC236}">
                <ns2:creationId id="{E94668AE-6789-4E60-83E3-A677FB1D6056}"/>
              </a:ext>
            </a:extLst>
          </p:cNvPr>
          <p:cNvSpPr>
            <a:spLocks noGrp="1"/>
          </p:cNvSpPr>
          <p:nvPr/>
        </p:nvSpPr>
        <p:spPr>
          <a:xfrm>
            <a:off x="9839325" y="5791200"/>
            <a:ext cx="75628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1" name="Editable path 149">
            <a:extLst>
              <a:ext uri="{FF2B5EF4-FFF2-40B4-BE49-F238E27FC236}">
                <ns2:creationId id="{7EAED734-AE7D-4B43-825D-A7AFD53FCFA6}"/>
              </a:ext>
            </a:extLst>
          </p:cNvPr>
          <p:cNvSpPr>
            <a:spLocks noGrp="1"/>
          </p:cNvSpPr>
          <p:nvPr/>
        </p:nvSpPr>
        <p:spPr>
          <a:xfrm>
            <a:off x="9763125" y="6115050"/>
            <a:ext cx="7715250" cy="953"/>
          </a:xfrm>
          <a:custGeom>
            <a:pathLst>
              <a:path w="7715250" h="953">
                <a:moveTo>
                  <a:pt x="0" y="0"/>
                </a:moveTo>
                <a:lnTo>
                  <a:pt x="7715250" y="0"/>
                </a:lnTo>
              </a:path>
            </a:pathLst>
          </a:custGeom>
          <a:noFill/>
          <a:ln w="13335">
            <a:solidFill>
              <a:srgbClr val="111111"/>
            </a:solidFill>
            <a:prstDash val="solid"/>
          </a:ln>
        </p:spPr>
      </p:sp>
      <p:sp>
        <p:nvSpPr>
          <p:cNvPr id="32" name="호환 사건을 모아 겹치는 관계를 한 번 생산">
            <a:extLst>
              <a:ext uri="{FF2B5EF4-FFF2-40B4-BE49-F238E27FC236}">
                <ns2:creationId id="{B6A10CB3-B048-43D2-BC93-306A1D738119}"/>
              </a:ext>
            </a:extLst>
          </p:cNvPr>
          <p:cNvSpPr>
            <a:spLocks noGrp="1"/>
          </p:cNvSpPr>
          <p:nvPr/>
        </p:nvSpPr>
        <p:spPr>
          <a:xfrm>
            <a:off x="9925050" y="6191250"/>
            <a:ext cx="7391400" cy="476250"/>
          </a:xfrm>
          <a:prstGeom prst="rect">
            <a:avLst/>
          </a:prstGeom>
          <a:solidFill>
            <a:srgbClr val="F1F6FC"/>
          </a:solidFill>
          <a:ln w="28575">
            <a:solidFill>
              <a:srgbClr val="4676CB"/>
            </a:solidFill>
            <a:prstDash val="solid"/>
          </a:ln>
        </p:spPr>
      </p:sp>
      <p:sp>
        <p:nvSpPr>
          <p:cNvPr id="33" name="DP5 object 150">
            <a:extLst>
              <a:ext uri="{FF2B5EF4-FFF2-40B4-BE49-F238E27FC236}">
                <ns2:creationId id="{6025914C-F572-475D-A1A7-D89109D1D5F7}"/>
              </a:ext>
            </a:extLst>
          </p:cNvPr>
          <p:cNvSpPr>
            <a:spLocks noGrp="1"/>
          </p:cNvSpPr>
          <p:nvPr/>
        </p:nvSpPr>
        <p:spPr>
          <a:xfrm>
            <a:off x="9991725" y="6229350"/>
            <a:ext cx="7258050" cy="40005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호환 사건을 모아 겹치는 관계를 한 번 생산</a:t>
            </a:r>
            <a:endParaRPr lang="ko-KR">
              <a:latin typeface="Calibri"/>
              <a:ea typeface="Calibri"/>
              <a:cs typeface="Calibri"/>
            </a:endParaRPr>
          </a:p>
        </p:txBody>
      </p:sp>
      <p:sp>
        <p:nvSpPr>
          <p:cNvPr id="34" name="게시 전 요청이 오면 미처리 범위를 원본으로 보완">
            <a:extLst>
              <a:ext uri="{FF2B5EF4-FFF2-40B4-BE49-F238E27FC236}">
                <ns2:creationId id="{3DA3C00B-6316-4D86-A422-397813B82465}"/>
              </a:ext>
            </a:extLst>
          </p:cNvPr>
          <p:cNvSpPr>
            <a:spLocks noGrp="1"/>
          </p:cNvSpPr>
          <p:nvPr/>
        </p:nvSpPr>
        <p:spPr>
          <a:xfrm>
            <a:off x="9925050" y="6810375"/>
            <a:ext cx="7391400" cy="409575"/>
          </a:xfrm>
          <a:prstGeom prst="rect">
            <a:avLst/>
          </a:prstGeom>
          <a:solidFill>
            <a:srgbClr val="F1F6FC"/>
          </a:solidFill>
          <a:ln w="28575">
            <a:solidFill>
              <a:srgbClr val="4676CB"/>
            </a:solidFill>
            <a:prstDash val="solid"/>
          </a:ln>
        </p:spPr>
      </p:sp>
      <p:sp>
        <p:nvSpPr>
          <p:cNvPr id="35" name="DP5 object 151">
            <a:extLst>
              <a:ext uri="{FF2B5EF4-FFF2-40B4-BE49-F238E27FC236}">
                <ns2:creationId id="{855919B8-4B8D-46B4-A313-B77F9BFCC7C1}"/>
              </a:ext>
            </a:extLst>
          </p:cNvPr>
          <p:cNvSpPr>
            <a:spLocks noGrp="1"/>
          </p:cNvSpPr>
          <p:nvPr/>
        </p:nvSpPr>
        <p:spPr>
          <a:xfrm>
            <a:off x="9991725" y="6848475"/>
            <a:ext cx="7258050" cy="33337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게시 전 요청이 오면 미처리 범위를 원본으로 보완</a:t>
            </a:r>
            <a:endParaRPr lang="ko-KR">
              <a:latin typeface="Calibri"/>
              <a:ea typeface="Calibri"/>
              <a:cs typeface="Calibri"/>
            </a:endParaRPr>
          </a:p>
        </p:txBody>
      </p:sp>
      <p:sp>
        <p:nvSpPr>
          <p:cNvPr id="36" name="Editable path 152">
            <a:extLst>
              <a:ext uri="{FF2B5EF4-FFF2-40B4-BE49-F238E27FC236}">
                <ns2:creationId id="{8ED12E00-3640-48B4-8BEA-B4B0A82794A1}"/>
              </a:ext>
            </a:extLst>
          </p:cNvPr>
          <p:cNvSpPr>
            <a:spLocks noGrp="1"/>
          </p:cNvSpPr>
          <p:nvPr/>
        </p:nvSpPr>
        <p:spPr>
          <a:xfrm>
            <a:off x="13620750" y="6667500"/>
            <a:ext cx="953" cy="142875"/>
          </a:xfrm>
          <a:custGeom>
            <a:pathLst>
              <a:path w="953" h="142875">
                <a:moveTo>
                  <a:pt x="0" y="0"/>
                </a:moveTo>
                <a:lnTo>
                  <a:pt x="0" y="142875"/>
                </a:lnTo>
              </a:path>
            </a:pathLst>
          </a:custGeom>
          <a:noFill/>
          <a:ln w="19050">
            <a:solidFill>
              <a:srgbClr val="4676CB"/>
            </a:solidFill>
            <a:prstDash val="solid"/>
          </a:ln>
        </p:spPr>
      </p:sp>
      <p:sp>
        <p:nvSpPr>
          <p:cNvPr id="37" name="Editable arrowhead 153">
            <a:extLst>
              <a:ext uri="{FF2B5EF4-FFF2-40B4-BE49-F238E27FC236}">
                <ns2:creationId id="{EC1D2126-5CD8-4984-AEBD-D62017A215D2}"/>
              </a:ext>
            </a:extLst>
          </p:cNvPr>
          <p:cNvSpPr>
            <a:spLocks noGrp="1"/>
          </p:cNvSpPr>
          <p:nvPr/>
        </p:nvSpPr>
        <p:spPr>
          <a:xfrm>
            <a:off x="13573125" y="67151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8" name="DP5 object 154">
            <a:extLst>
              <a:ext uri="{FF2B5EF4-FFF2-40B4-BE49-F238E27FC236}">
                <ns2:creationId id="{40E0CFD7-0A42-4899-AE4D-4C13DC5F4B62}"/>
              </a:ext>
            </a:extLst>
          </p:cNvPr>
          <p:cNvSpPr>
            <a:spLocks noGrp="1"/>
          </p:cNvSpPr>
          <p:nvPr/>
        </p:nvSpPr>
        <p:spPr>
          <a:xfrm>
            <a:off x="71437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두 번째 유사 요청의 검색·조합 감소</a:t>
            </a:r>
            <a:endParaRPr lang="ko-KR">
              <a:latin typeface="Calibri"/>
              <a:ea typeface="Calibri"/>
              <a:cs typeface="Calibri"/>
            </a:endParaRPr>
          </a:p>
        </p:txBody>
      </p:sp>
      <p:sp>
        <p:nvSpPr>
          <p:cNvPr id="39" name="DP5 object 155">
            <a:extLst>
              <a:ext uri="{FF2B5EF4-FFF2-40B4-BE49-F238E27FC236}">
                <ns2:creationId id="{04D996B8-7A83-4E22-9DEE-F57FE24B9537}"/>
              </a:ext>
            </a:extLst>
          </p:cNvPr>
          <p:cNvSpPr>
            <a:spLocks noGrp="1"/>
          </p:cNvSpPr>
          <p:nvPr/>
        </p:nvSpPr>
        <p:spPr>
          <a:xfrm>
            <a:off x="71437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색인 갱신·메모리 / 첫 재참조 이익은 없음</a:t>
            </a:r>
            <a:endParaRPr lang="ko-KR">
              <a:latin typeface="Calibri"/>
              <a:ea typeface="Calibri"/>
              <a:cs typeface="Calibri"/>
            </a:endParaRPr>
          </a:p>
        </p:txBody>
      </p:sp>
      <p:sp>
        <p:nvSpPr>
          <p:cNvPr id="40" name="DP5 object 156">
            <a:extLst>
              <a:ext uri="{FF2B5EF4-FFF2-40B4-BE49-F238E27FC236}">
                <ns2:creationId id="{27F3969F-2016-4759-BDDC-DCEFFD29DDC5}"/>
              </a:ext>
            </a:extLst>
          </p:cNvPr>
          <p:cNvSpPr>
            <a:spLocks noGrp="1"/>
          </p:cNvSpPr>
          <p:nvPr/>
        </p:nvSpPr>
        <p:spPr>
          <a:xfrm>
            <a:off x="9763125" y="7610475"/>
            <a:ext cx="7715250" cy="381000"/>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기대: 같은 관계의 중복 생산·갱신 감소</a:t>
            </a:r>
            <a:endParaRPr lang="ko-KR">
              <a:latin typeface="Calibri"/>
              <a:ea typeface="Calibri"/>
              <a:cs typeface="Calibri"/>
            </a:endParaRPr>
          </a:p>
        </p:txBody>
      </p:sp>
      <p:sp>
        <p:nvSpPr>
          <p:cNvPr id="41" name="DP5 object 157">
            <a:extLst>
              <a:ext uri="{FF2B5EF4-FFF2-40B4-BE49-F238E27FC236}">
                <ns2:creationId id="{E2D97B83-70D6-44E9-9C8A-FFB6339573E4}"/>
              </a:ext>
            </a:extLst>
          </p:cNvPr>
          <p:cNvSpPr>
            <a:spLocks noGrp="1"/>
          </p:cNvSpPr>
          <p:nvPr/>
        </p:nvSpPr>
        <p:spPr>
          <a:xfrm>
            <a:off x="9763125" y="8096250"/>
            <a:ext cx="7715250" cy="400050"/>
          </a:xfrm>
          <a:prstGeom prst="rect">
            <a:avLst/>
          </a:prstGeom>
          <a:noFill/>
          <a:ln w="0">
            <a:noFill/>
            <a:prstDash val="solid"/>
          </a:ln>
        </p:spPr>
        <p:txBody>
          <a:bodyPr wrap="none" lIns="0" tIns="0" rIns="0" bIns="0" anchor="ctr">
            <a:noAutofit/>
          </a:bodyPr>
          <a:lstStyle>
            <a:defPPr algn="l">
              <a:defRPr sz="2000" b="0" lang="ko-KR">
                <a:solidFill>
                  <a:srgbClr val="C00000"/>
                </a:solidFill>
                <a:latin typeface="Calibri"/>
                <a:ea typeface="Calibri"/>
                <a:cs typeface="Calibri"/>
              </a:defRPr>
            </a:defPPr>
            <a:lvl1pPr algn="l">
              <a:defRPr sz="2000" b="0" lang="ko-KR">
                <a:solidFill>
                  <a:srgbClr val="C00000"/>
                </a:solidFill>
                <a:latin typeface="Calibri"/>
                <a:ea typeface="Calibri"/>
                <a:cs typeface="Calibri"/>
              </a:defRPr>
            </a:lvl1pPr>
            <a:lvl2pPr algn="l">
              <a:defRPr sz="2000" b="0" lang="ko-KR">
                <a:solidFill>
                  <a:srgbClr val="C00000"/>
                </a:solidFill>
                <a:latin typeface="Calibri"/>
                <a:ea typeface="Calibri"/>
                <a:cs typeface="Calibri"/>
              </a:defRPr>
            </a:lvl2pPr>
            <a:lvl3pPr algn="l">
              <a:defRPr sz="2000" b="0" lang="ko-KR">
                <a:solidFill>
                  <a:srgbClr val="C00000"/>
                </a:solidFill>
                <a:latin typeface="Calibri"/>
                <a:ea typeface="Calibri"/>
                <a:cs typeface="Calibri"/>
              </a:defRPr>
            </a:lvl3pPr>
            <a:lvl4pPr algn="l">
              <a:defRPr sz="2000" b="0" lang="ko-KR">
                <a:solidFill>
                  <a:srgbClr val="C00000"/>
                </a:solidFill>
                <a:latin typeface="Calibri"/>
                <a:ea typeface="Calibri"/>
                <a:cs typeface="Calibri"/>
              </a:defRPr>
            </a:lvl4pPr>
            <a:lvl5pPr algn="l">
              <a:defRPr sz="2000" b="0" lang="ko-KR">
                <a:solidFill>
                  <a:srgbClr val="C00000"/>
                </a:solidFill>
                <a:latin typeface="Calibri"/>
                <a:ea typeface="Calibri"/>
                <a:cs typeface="Calibri"/>
              </a:defRPr>
            </a:lvl5pPr>
            <a:lvl6pPr algn="l">
              <a:defRPr sz="2000" b="0" lang="ko-KR">
                <a:solidFill>
                  <a:srgbClr val="C00000"/>
                </a:solidFill>
                <a:latin typeface="Calibri"/>
                <a:ea typeface="Calibri"/>
                <a:cs typeface="Calibri"/>
              </a:defRPr>
            </a:lvl6pPr>
            <a:lvl7pPr algn="l">
              <a:defRPr sz="2000" b="0" lang="ko-KR">
                <a:solidFill>
                  <a:srgbClr val="C00000"/>
                </a:solidFill>
                <a:latin typeface="Calibri"/>
                <a:ea typeface="Calibri"/>
                <a:cs typeface="Calibri"/>
              </a:defRPr>
            </a:lvl7pPr>
            <a:lvl8pPr algn="l">
              <a:defRPr sz="2000" b="0" lang="ko-KR">
                <a:solidFill>
                  <a:srgbClr val="C00000"/>
                </a:solidFill>
                <a:latin typeface="Calibri"/>
                <a:ea typeface="Calibri"/>
                <a:cs typeface="Calibri"/>
              </a:defRPr>
            </a:lvl8pPr>
            <a:lvl9pPr algn="l">
              <a:defRPr sz="2000" b="0" lang="ko-KR">
                <a:solidFill>
                  <a:srgbClr val="C00000"/>
                </a:solidFill>
                <a:latin typeface="Calibri"/>
                <a:ea typeface="Calibri"/>
                <a:cs typeface="Calibri"/>
              </a:defRPr>
            </a:lvl9pPr>
          </a:lstStyle>
          <a:p>
            <a:pPr algn="l">
              <a:defRPr sz="2000" b="0" lang="ko-KR">
                <a:solidFill>
                  <a:srgbClr val="C00000"/>
                </a:solidFill>
                <a:latin typeface="Calibri"/>
                <a:ea typeface="Calibri"/>
                <a:cs typeface="Calibri"/>
              </a:defRPr>
            </a:pPr>
            <a:r>
              <a:rPr sz="2000" b="0" lang="ko-KR">
                <a:solidFill>
                  <a:srgbClr val="C00000"/>
                </a:solidFill>
                <a:latin typeface="Calibri"/>
                <a:ea typeface="Calibri"/>
                <a:cs typeface="Calibri"/>
              </a:rPr>
              <a:t>대가: 게시 공백 증가 / 원본 보완 시 요청 지연</a:t>
            </a:r>
            <a:endParaRPr lang="ko-KR">
              <a:latin typeface="Calibri"/>
              <a:ea typeface="Calibri"/>
              <a:cs typeface="Calibri"/>
            </a:endParaRPr>
          </a:p>
        </p:txBody>
      </p:sp>
      <p:sp>
        <p:nvSpPr>
          <p:cNvPr id="42" name="Editable path 158">
            <a:extLst>
              <a:ext uri="{FF2B5EF4-FFF2-40B4-BE49-F238E27FC236}">
                <ns2:creationId id="{77F82B6A-9230-4798-BD4C-FB58C8E79CCF}"/>
              </a:ext>
            </a:extLst>
          </p:cNvPr>
          <p:cNvSpPr>
            <a:spLocks noGrp="1"/>
          </p:cNvSpPr>
          <p:nvPr/>
        </p:nvSpPr>
        <p:spPr>
          <a:xfrm>
            <a:off x="266700" y="8943975"/>
            <a:ext cx="17773650" cy="953"/>
          </a:xfrm>
          <a:custGeom>
            <a:pathLst>
              <a:path w="17773650" h="953">
                <a:moveTo>
                  <a:pt x="0" y="0"/>
                </a:moveTo>
                <a:lnTo>
                  <a:pt x="17773650" y="0"/>
                </a:lnTo>
              </a:path>
            </a:pathLst>
          </a:custGeom>
          <a:noFill/>
          <a:ln w="14288">
            <a:solidFill>
              <a:srgbClr val="4676CB"/>
            </a:solidFill>
            <a:prstDash val="solid"/>
          </a:ln>
        </p:spPr>
      </p:sp>
      <p:sp>
        <p:nvSpPr>
          <p:cNvPr id="43" name="DP5 object 159">
            <a:extLst>
              <a:ext uri="{FF2B5EF4-FFF2-40B4-BE49-F238E27FC236}">
                <ns2:creationId id="{1122BB26-272A-4767-897F-22F4EB1F4074}"/>
              </a:ext>
            </a:extLst>
          </p:cNvPr>
          <p:cNvSpPr>
            <a:spLocks noGrp="1"/>
          </p:cNvSpPr>
          <p:nvPr/>
        </p:nvSpPr>
        <p:spPr>
          <a:xfrm>
            <a:off x="266700" y="9077325"/>
            <a:ext cx="17240250"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확정 사실 재사용과 B의 필수 원본 보완은 기본 기능이다. 위 보완은 기본안 선택 후 별도 비교한다.</a:t>
            </a:r>
            <a:endParaRPr lang="ko-KR">
              <a:latin typeface="Calibri"/>
              <a:ea typeface="Calibri"/>
              <a:cs typeface="Calibri"/>
            </a:endParaRPr>
          </a:p>
        </p:txBody>
      </p:sp>
      <p:sp>
        <p:nvSpPr>
          <p:cNvPr id="44" name="DP5 object 160">
            <a:extLst>
              <a:ext uri="{FF2B5EF4-FFF2-40B4-BE49-F238E27FC236}">
                <ns2:creationId id="{56A6A45F-57EB-4B88-B4BE-63889706083E}"/>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보완 효과 미측정. A1/B1을 미리 넣어 기본안 차이를 없애거나, 어느 보완이 반드시 유리하다고 가정하지 않는다.</a:t>
            </a:r>
            <a:endParaRPr lang="ko-KR">
              <a:latin typeface="Calibri"/>
              <a:ea typeface="Calibri"/>
              <a:cs typeface="Calibri"/>
            </a:endParaRPr>
          </a:p>
        </p:txBody>
      </p:sp>
    </p:spTree>
    <p:extLst>
      <p:ext uri="{BB962C8B-B14F-4D97-AF65-F5344CB8AC3E}">
        <p14:creationId val="1937057210"/>
      </p:ext>
    </p:extLst>
  </p:cSld>
</p:sld>
</file>

<file path=ppt/slides/slide22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5 object 161">
            <a:extLst>
              <a:ext uri="{FF2B5EF4-FFF2-40B4-BE49-F238E27FC236}">
                <ns2:creationId id="{2C371E2A-C3B8-4858-BB17-EE9BB32673A4}"/>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DP5. 위임을 위한 메모리 관리 (QA Tradeoff 상세)</a:t>
            </a:r>
            <a:endParaRPr lang="ko-KR">
              <a:latin typeface="Calibri"/>
              <a:ea typeface="Calibri"/>
              <a:cs typeface="Calibri"/>
            </a:endParaRPr>
          </a:p>
        </p:txBody>
      </p:sp>
      <p:sp>
        <p:nvSpPr>
          <p:cNvPr id="2" name="DP5 object 162">
            <a:extLst>
              <a:ext uri="{FF2B5EF4-FFF2-40B4-BE49-F238E27FC236}">
                <ns2:creationId id="{DC870866-D3EE-4FAC-92ED-8223D14FCB4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5 object 163">
            <a:extLst>
              <a:ext uri="{FF2B5EF4-FFF2-40B4-BE49-F238E27FC236}">
                <ns2:creationId id="{D0E3B1F3-A81E-4EB1-B398-F5B6F6ABD60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5 object 164">
            <a:extLst>
              <a:ext uri="{FF2B5EF4-FFF2-40B4-BE49-F238E27FC236}">
                <ns2:creationId id="{74569AA5-1CE6-40EB-B081-EE8E868BF56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5 object 165">
            <a:extLst>
              <a:ext uri="{FF2B5EF4-FFF2-40B4-BE49-F238E27FC236}">
                <ns2:creationId id="{53187C27-DA80-4993-9337-186491CD9074}"/>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5 object 166">
            <a:extLst>
              <a:ext uri="{FF2B5EF4-FFF2-40B4-BE49-F238E27FC236}">
                <ns2:creationId id="{FA8D159C-A51A-4A8F-BF79-EA0C758A9A7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5 object 167">
            <a:extLst>
              <a:ext uri="{FF2B5EF4-FFF2-40B4-BE49-F238E27FC236}">
                <ns2:creationId id="{C208C079-5298-45AB-B7E0-3893C883EAE5}"/>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5 object 168">
            <a:extLst>
              <a:ext uri="{FF2B5EF4-FFF2-40B4-BE49-F238E27FC236}">
                <ns2:creationId id="{237F5640-80A4-4D0D-AD2C-9C12CDF07DE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5 object 169">
            <a:extLst>
              <a:ext uri="{FF2B5EF4-FFF2-40B4-BE49-F238E27FC236}">
                <ns2:creationId id="{3DA9D818-F9BB-482C-B138-3A16F9524C9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5 object 170">
            <a:extLst>
              <a:ext uri="{FF2B5EF4-FFF2-40B4-BE49-F238E27FC236}">
                <ns2:creationId id="{48D17ABE-E52A-4141-8519-36AD344F6DF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5 object 171">
            <a:extLst>
              <a:ext uri="{FF2B5EF4-FFF2-40B4-BE49-F238E27FC236}">
                <ns2:creationId id="{97864985-E7A0-4FF8-90B9-864078C801AD}"/>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72">
            <a:extLst>
              <a:ext uri="{FF2B5EF4-FFF2-40B4-BE49-F238E27FC236}">
                <ns2:creationId id="{0527C697-0BB8-4B13-ACB1-F69116C9ED1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B9F7358-ABE7-44DE-85AF-04E4F78F652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23 / 29</a:t>
            </a:r>
            <a:endParaRPr lang="ko-KR">
              <a:latin typeface="Calibri"/>
              <a:ea typeface="Calibri"/>
              <a:cs typeface="Calibri"/>
            </a:endParaRPr>
          </a:p>
        </p:txBody>
      </p:sp>
      <p:sp>
        <p:nvSpPr>
          <p:cNvPr id="14" name="DP5 object 174">
            <a:extLst>
              <a:ext uri="{FF2B5EF4-FFF2-40B4-BE49-F238E27FC236}">
                <ns2:creationId id="{9B5BB876-3884-42ED-9FAE-42B82BC481FB}"/>
              </a:ext>
            </a:extLst>
          </p:cNvPr>
          <p:cNvSpPr>
            <a:spLocks noGrp="1"/>
          </p:cNvSpPr>
          <p:nvPr/>
        </p:nvSpPr>
        <p:spPr>
          <a:xfrm>
            <a:off x="266700" y="1228725"/>
            <a:ext cx="17526000" cy="4762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요청 경로의 관계 조합 대기  ↔  요청 전에 발생하는 생산·갱신 비용</a:t>
            </a:r>
            <a:endParaRPr lang="ko-KR">
              <a:latin typeface="Calibri"/>
              <a:ea typeface="Calibri"/>
              <a:cs typeface="Calibri"/>
            </a:endParaRPr>
          </a:p>
        </p:txBody>
      </p:sp>
      <p:graphicFrame>
        <p:nvGraphicFramePr>
          <p:cNvPr id="15" name="">
            <a:extLst>
              <a:ext uri="{FF2B5EF4-FFF2-40B4-BE49-F238E27FC236}">
                <ns2:creationId id="{30BFF647-9361-406F-8AC1-FD5B29476B54}"/>
              </a:ext>
            </a:extLst>
          </p:cNvPr>
          <p:cNvGraphicFramePr/>
          <p:nvPr/>
        </p:nvGraphicFramePr>
        <p:xfrm>
          <a:off x="266700" y="1971675"/>
          <a:ext cx="17764125" cy="5353050"/>
        </p:xfrm>
        <a:graphic>
          <a:graphicData uri="http://schemas.openxmlformats.org/drawingml/2006/table">
            <a:tbl>
              <a:tblPr firstRow="0" bandRow="0" bandCol="0"/>
              <a:tblGrid>
                <a:gridCol w="3190875"/>
                <a:gridCol w="7286625"/>
                <a:gridCol w="7286625"/>
              </a:tblGrid>
              <a:tr h="4857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차별화</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요청 소유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영속 관계 생산·조회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QA01 첫 응답</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조합이 첫 올바른 내용에 필수면 대기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유효 관계가 그 조합을 대체할 때 대기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QA02 지칭 정확도</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흩어진 원본의 연결 누락 위험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잘못 묶인 대상 재사용 위험 /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QA03 VIA 처리</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조건부 가설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 안에서 원본 탐색·조합 수행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조회·적용으로 단축 가능 / 보완·경합 비용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QA04 변경 모듈</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미확정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원본 조회와 요청 해석 경로 변경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생산·무효화·조회 계약 변경 / 재사용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QA05 전체 모델 비용</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주요 반대 비용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실제 요청된 관계에 해석비용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900" b="0" lang="ko-KR">
                          <a:solidFill>
                            <a:srgbClr val="C00000"/>
                          </a:solidFill>
                          <a:latin typeface="Calibri"/>
                          <a:ea typeface="Calibri"/>
                          <a:cs typeface="Calibri"/>
                        </a:rPr>
                        <a:t>미소비 생산·정정·재시도 포함 / 재사용 상쇄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QA06 로컬 peak RAM</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관련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요청의 원본 문맥·임시 상태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파생 상태·생산 작업 추가 / 요청 문맥 축소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95325">
                <a:tc>
                  <a:txBody>
                    <a:bodyPr anchor="ctr"/>
                    <a:lstStyle/>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새 QA07 요청 의미</a:t>
                      </a:r>
                      <a:endParaRPr lang="ko-KR">
                        <a:latin typeface="Calibri"/>
                        <a:ea typeface="Calibri"/>
                        <a:cs typeface="Calibri"/>
                      </a:endParaRPr>
                    </a:p>
                    <a:p>
                      <a:pPr algn="l">
                        <a:lnSpc>
                          <a:spcPct val="100000"/>
                        </a:lnSpc>
                        <a:buNone/>
                        <a:defRPr lang="ko-KR">
                          <a:latin typeface="Calibri"/>
                          <a:ea typeface="Calibri"/>
                          <a:cs typeface="Calibri"/>
                        </a:defRPr>
                      </a:pPr>
                      <a:r>
                        <a:rPr sz="1800" b="1" lang="ko-KR">
                          <a:solidFill>
                            <a:srgbClr val="111111"/>
                          </a:solidFill>
                          <a:latin typeface="Calibri"/>
                          <a:ea typeface="Calibri"/>
                          <a:cs typeface="Calibri"/>
                        </a:rPr>
                        <a:t>양방향 · 우열 미정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현재 목적에서 해석 / 조건 연결 누락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측면·상황 재사용 / 과도한 일반화 가능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B가 유리해지는 장면">
            <a:extLst>
              <a:ext uri="{FF2B5EF4-FFF2-40B4-BE49-F238E27FC236}">
                <ns2:creationId id="{11C51B2E-732B-4F30-BBED-4AA0D878814B}"/>
              </a:ext>
            </a:extLst>
          </p:cNvPr>
          <p:cNvSpPr>
            <a:spLocks noGrp="1"/>
          </p:cNvSpPr>
          <p:nvPr/>
        </p:nvSpPr>
        <p:spPr>
          <a:xfrm>
            <a:off x="266700" y="7781925"/>
            <a:ext cx="8572500" cy="428625"/>
          </a:xfrm>
          <a:prstGeom prst="rect">
            <a:avLst/>
          </a:prstGeom>
          <a:solidFill>
            <a:srgbClr val="C9E1B3"/>
          </a:solidFill>
          <a:ln w="17145">
            <a:solidFill>
              <a:srgbClr val="111111"/>
            </a:solidFill>
            <a:prstDash val="solid"/>
          </a:ln>
        </p:spPr>
      </p:sp>
      <p:sp>
        <p:nvSpPr>
          <p:cNvPr id="17" name="DP5 object 175">
            <a:extLst>
              <a:ext uri="{FF2B5EF4-FFF2-40B4-BE49-F238E27FC236}">
                <ns2:creationId id="{C943C52E-3512-4757-87BA-699470F68601}"/>
              </a:ext>
            </a:extLst>
          </p:cNvPr>
          <p:cNvSpPr>
            <a:spLocks noGrp="1"/>
          </p:cNvSpPr>
          <p:nvPr/>
        </p:nvSpPr>
        <p:spPr>
          <a:xfrm>
            <a:off x="333375"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B가 유리해지는 장면</a:t>
            </a:r>
            <a:endParaRPr lang="ko-KR">
              <a:latin typeface="Calibri"/>
              <a:ea typeface="Calibri"/>
              <a:cs typeface="Calibri"/>
            </a:endParaRPr>
          </a:p>
        </p:txBody>
      </p:sp>
      <p:sp>
        <p:nvSpPr>
          <p:cNvPr id="18" name="A가 유리해지는 장면">
            <a:extLst>
              <a:ext uri="{FF2B5EF4-FFF2-40B4-BE49-F238E27FC236}">
                <ns2:creationId id="{8DBB6F87-4C9A-4415-BADC-6223E282BCAB}"/>
              </a:ext>
            </a:extLst>
          </p:cNvPr>
          <p:cNvSpPr>
            <a:spLocks noGrp="1"/>
          </p:cNvSpPr>
          <p:nvPr/>
        </p:nvSpPr>
        <p:spPr>
          <a:xfrm>
            <a:off x="9458325" y="7781925"/>
            <a:ext cx="8572500" cy="428625"/>
          </a:xfrm>
          <a:prstGeom prst="rect">
            <a:avLst/>
          </a:prstGeom>
          <a:solidFill>
            <a:srgbClr val="C9E1B3"/>
          </a:solidFill>
          <a:ln w="17145">
            <a:solidFill>
              <a:srgbClr val="111111"/>
            </a:solidFill>
            <a:prstDash val="solid"/>
          </a:ln>
        </p:spPr>
      </p:sp>
      <p:sp>
        <p:nvSpPr>
          <p:cNvPr id="19" name="DP5 object 176">
            <a:extLst>
              <a:ext uri="{FF2B5EF4-FFF2-40B4-BE49-F238E27FC236}">
                <ns2:creationId id="{0FC11FA0-E0A6-482F-88BE-F7D4D9B0E1DB}"/>
              </a:ext>
            </a:extLst>
          </p:cNvPr>
          <p:cNvSpPr>
            <a:spLocks noGrp="1"/>
          </p:cNvSpPr>
          <p:nvPr/>
        </p:nvSpPr>
        <p:spPr>
          <a:xfrm>
            <a:off x="9525000" y="7820025"/>
            <a:ext cx="8439150" cy="352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A가 유리해지는 장면</a:t>
            </a:r>
            <a:endParaRPr lang="ko-KR">
              <a:latin typeface="Calibri"/>
              <a:ea typeface="Calibri"/>
              <a:cs typeface="Calibri"/>
            </a:endParaRPr>
          </a:p>
        </p:txBody>
      </p:sp>
      <p:sp>
        <p:nvSpPr>
          <p:cNvPr id="20" name="DP5 object 177">
            <a:extLst>
              <a:ext uri="{FF2B5EF4-FFF2-40B4-BE49-F238E27FC236}">
                <ns2:creationId id="{907C6AFD-DB52-41B4-935C-4AB8002E21EA}"/>
              </a:ext>
            </a:extLst>
          </p:cNvPr>
          <p:cNvSpPr>
            <a:spLocks noGrp="1"/>
          </p:cNvSpPr>
          <p:nvPr/>
        </p:nvSpPr>
        <p:spPr>
          <a:xfrm>
            <a:off x="419100"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처음 다시 부르는 과거 관계가 자주 첫 응답을 막고,</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미리 만든 유효 관계가 원본 조합을 실제로 줄일 때</a:t>
            </a:r>
            <a:endParaRPr lang="ko-KR">
              <a:latin typeface="Calibri"/>
              <a:ea typeface="Calibri"/>
              <a:cs typeface="Calibri"/>
            </a:endParaRPr>
          </a:p>
        </p:txBody>
      </p:sp>
      <p:sp>
        <p:nvSpPr>
          <p:cNvPr id="21" name="DP5 object 178">
            <a:extLst>
              <a:ext uri="{FF2B5EF4-FFF2-40B4-BE49-F238E27FC236}">
                <ns2:creationId id="{379DDA01-0050-44D8-9899-28A7A5C9650C}"/>
              </a:ext>
            </a:extLst>
          </p:cNvPr>
          <p:cNvSpPr>
            <a:spLocks noGrp="1"/>
          </p:cNvSpPr>
          <p:nvPr/>
        </p:nvSpPr>
        <p:spPr>
          <a:xfrm>
            <a:off x="9610725" y="8372475"/>
            <a:ext cx="8239125" cy="74295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공개 결과·피드백은 많지만 재참조는 적거나,</a:t>
            </a:r>
            <a:endParaRPr lang="ko-KR">
              <a:latin typeface="Calibri"/>
              <a:ea typeface="Calibri"/>
              <a:cs typeface="Calibri"/>
            </a:endParaRPr>
          </a:p>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새 조건·정정 때문에 B도 원본을 다시 해석해야 할 때</a:t>
            </a:r>
            <a:endParaRPr lang="ko-KR">
              <a:latin typeface="Calibri"/>
              <a:ea typeface="Calibri"/>
              <a:cs typeface="Calibri"/>
            </a:endParaRPr>
          </a:p>
        </p:txBody>
      </p:sp>
      <p:sp>
        <p:nvSpPr>
          <p:cNvPr id="22" name="DP5 object 179">
            <a:extLst>
              <a:ext uri="{FF2B5EF4-FFF2-40B4-BE49-F238E27FC236}">
                <ns2:creationId id="{84B2CFAD-7F57-4F02-83FD-D9FFB5C5B338}"/>
              </a:ext>
            </a:extLst>
          </p:cNvPr>
          <p:cNvSpPr>
            <a:spLocks noGrp="1"/>
          </p:cNvSpPr>
          <p:nvPr/>
        </p:nvSpPr>
        <p:spPr>
          <a:xfrm>
            <a:off x="266700" y="9305925"/>
            <a:ext cx="17526000" cy="342900"/>
          </a:xfrm>
          <a:prstGeom prst="rect">
            <a:avLst/>
          </a:prstGeom>
          <a:noFill/>
          <a:ln w="0">
            <a:noFill/>
            <a:prstDash val="solid"/>
          </a:ln>
        </p:spPr>
        <p:txBody>
          <a:bodyPr wrap="none" lIns="0" tIns="0" rIns="0" bIns="0" anchor="ctr">
            <a:noAutofit/>
          </a:bodyPr>
          <a:lstStyle>
            <a:defPPr algn="l">
              <a:defRPr sz="1900" b="1" lang="ko-KR">
                <a:solidFill>
                  <a:srgbClr val="50555B"/>
                </a:solidFill>
                <a:latin typeface="Calibri"/>
                <a:ea typeface="Calibri"/>
                <a:cs typeface="Calibri"/>
              </a:defRPr>
            </a:defPPr>
            <a:lvl1pPr algn="l">
              <a:defRPr sz="1900" b="1" lang="ko-KR">
                <a:solidFill>
                  <a:srgbClr val="50555B"/>
                </a:solidFill>
                <a:latin typeface="Calibri"/>
                <a:ea typeface="Calibri"/>
                <a:cs typeface="Calibri"/>
              </a:defRPr>
            </a:lvl1pPr>
            <a:lvl2pPr algn="l">
              <a:defRPr sz="1900" b="1" lang="ko-KR">
                <a:solidFill>
                  <a:srgbClr val="50555B"/>
                </a:solidFill>
                <a:latin typeface="Calibri"/>
                <a:ea typeface="Calibri"/>
                <a:cs typeface="Calibri"/>
              </a:defRPr>
            </a:lvl2pPr>
            <a:lvl3pPr algn="l">
              <a:defRPr sz="1900" b="1" lang="ko-KR">
                <a:solidFill>
                  <a:srgbClr val="50555B"/>
                </a:solidFill>
                <a:latin typeface="Calibri"/>
                <a:ea typeface="Calibri"/>
                <a:cs typeface="Calibri"/>
              </a:defRPr>
            </a:lvl3pPr>
            <a:lvl4pPr algn="l">
              <a:defRPr sz="1900" b="1" lang="ko-KR">
                <a:solidFill>
                  <a:srgbClr val="50555B"/>
                </a:solidFill>
                <a:latin typeface="Calibri"/>
                <a:ea typeface="Calibri"/>
                <a:cs typeface="Calibri"/>
              </a:defRPr>
            </a:lvl4pPr>
            <a:lvl5pPr algn="l">
              <a:defRPr sz="1900" b="1" lang="ko-KR">
                <a:solidFill>
                  <a:srgbClr val="50555B"/>
                </a:solidFill>
                <a:latin typeface="Calibri"/>
                <a:ea typeface="Calibri"/>
                <a:cs typeface="Calibri"/>
              </a:defRPr>
            </a:lvl5pPr>
            <a:lvl6pPr algn="l">
              <a:defRPr sz="1900" b="1" lang="ko-KR">
                <a:solidFill>
                  <a:srgbClr val="50555B"/>
                </a:solidFill>
                <a:latin typeface="Calibri"/>
                <a:ea typeface="Calibri"/>
                <a:cs typeface="Calibri"/>
              </a:defRPr>
            </a:lvl6pPr>
            <a:lvl7pPr algn="l">
              <a:defRPr sz="1900" b="1" lang="ko-KR">
                <a:solidFill>
                  <a:srgbClr val="50555B"/>
                </a:solidFill>
                <a:latin typeface="Calibri"/>
                <a:ea typeface="Calibri"/>
                <a:cs typeface="Calibri"/>
              </a:defRPr>
            </a:lvl7pPr>
            <a:lvl8pPr algn="l">
              <a:defRPr sz="1900" b="1" lang="ko-KR">
                <a:solidFill>
                  <a:srgbClr val="50555B"/>
                </a:solidFill>
                <a:latin typeface="Calibri"/>
                <a:ea typeface="Calibri"/>
                <a:cs typeface="Calibri"/>
              </a:defRPr>
            </a:lvl8pPr>
            <a:lvl9pPr algn="l">
              <a:defRPr sz="1900" b="1" lang="ko-KR">
                <a:solidFill>
                  <a:srgbClr val="50555B"/>
                </a:solidFill>
                <a:latin typeface="Calibri"/>
                <a:ea typeface="Calibri"/>
                <a:cs typeface="Calibri"/>
              </a:defRPr>
            </a:lvl9pPr>
          </a:lstStyle>
          <a:p>
            <a:pPr algn="l">
              <a:defRPr sz="1900" b="1" lang="ko-KR">
                <a:solidFill>
                  <a:srgbClr val="50555B"/>
                </a:solidFill>
                <a:latin typeface="Calibri"/>
                <a:ea typeface="Calibri"/>
                <a:cs typeface="Calibri"/>
              </a:defRPr>
            </a:pPr>
            <a:r>
              <a:rPr sz="1900" b="1" lang="ko-KR">
                <a:solidFill>
                  <a:srgbClr val="50555B"/>
                </a:solidFill>
                <a:latin typeface="Calibri"/>
                <a:ea typeface="Calibri"/>
                <a:cs typeface="Calibri"/>
              </a:rPr>
              <a:t>독립 DP의 한계: 공통 사실·A 재사용으로 충분하거나 DP1 C가 같은 관계를 이미 생산하면 차별화가 약해진다.</a:t>
            </a:r>
            <a:endParaRPr lang="ko-KR">
              <a:latin typeface="Calibri"/>
              <a:ea typeface="Calibri"/>
              <a:cs typeface="Calibri"/>
            </a:endParaRPr>
          </a:p>
        </p:txBody>
      </p:sp>
      <p:sp>
        <p:nvSpPr>
          <p:cNvPr id="23" name="DP5 object 180">
            <a:extLst>
              <a:ext uri="{FF2B5EF4-FFF2-40B4-BE49-F238E27FC236}">
                <ns2:creationId id="{097D6C52-A273-409A-98F1-E294D46CC247}"/>
              </a:ext>
            </a:extLst>
          </p:cNvPr>
          <p:cNvSpPr>
            <a:spLocks noGrp="1"/>
          </p:cNvSpPr>
          <p:nvPr/>
        </p:nvSpPr>
        <p:spPr>
          <a:xfrm>
            <a:off x="266700" y="9763125"/>
            <a:ext cx="169068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설계 가설·미측정·미선택. QA01/03 같은 대기의 중복 효과 주의. QA02/07 같은 대상 오류를 독립 이익으로 합산하지 않음. QA04는 실제 변경 모듈로 검증.</a:t>
            </a:r>
            <a:endParaRPr lang="ko-KR">
              <a:latin typeface="Calibri"/>
              <a:ea typeface="Calibri"/>
              <a:cs typeface="Calibri"/>
            </a:endParaRPr>
          </a:p>
        </p:txBody>
      </p:sp>
    </p:spTree>
    <p:extLst>
      <p:ext uri="{BB962C8B-B14F-4D97-AF65-F5344CB8AC3E}">
        <p14:creationId val="1126484621"/>
      </p:ext>
    </p:extLst>
  </p:cSld>
</p:sld>
</file>

<file path=ppt/slides/slide3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4" name="DP3 object 1">
            <a:extLst>
              <a:ext uri="{FF2B5EF4-FFF2-40B4-BE49-F238E27FC236}">
                <ns2:creationId id="{617C077B-D9ED-499A-A137-2FB72B44D4EE}"/>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(배경)</a:t>
            </a:r>
            <a:endParaRPr lang="ko-KR">
              <a:latin typeface="Calibri"/>
              <a:ea typeface="Calibri"/>
              <a:cs typeface="Calibri"/>
            </a:endParaRPr>
          </a:p>
        </p:txBody>
      </p:sp>
      <p:sp>
        <p:nvSpPr>
          <p:cNvPr id="2" name="DP3 object 2">
            <a:extLst>
              <a:ext uri="{FF2B5EF4-FFF2-40B4-BE49-F238E27FC236}">
                <ns2:creationId id="{2A9ED869-E9C0-451C-8D2E-46BBA13ED88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B2E9054F-0F0C-4702-B161-D7E3CF3B959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24D46EB4-D110-44F7-A5FE-4C3DB67177C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6CED8686-FD3E-412C-82B4-B4722BDCAC17}"/>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1DAA3C16-79F1-4224-BBD2-AFEC2C74AC6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2FAD9658-99C8-4F64-B543-3D03D5BA07EA}"/>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82833D55-2B2A-4CA5-B392-50E101D5266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FF13207E-D472-4C0A-BCAB-5D5320CF325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5B0CFD7B-1E13-43D0-9DCB-010636275C9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18708B0B-298F-4EA1-94A4-D1C51FF6F215}"/>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2122999C-6865-4504-BB36-223682D0564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26235B-B52C-4478-B704-280CD915721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29</a:t>
            </a:r>
            <a:endParaRPr lang="ko-KR">
              <a:latin typeface="Calibri"/>
              <a:ea typeface="Calibri"/>
              <a:cs typeface="Calibri"/>
            </a:endParaRPr>
          </a:p>
        </p:txBody>
      </p:sp>
      <p:sp>
        <p:nvSpPr>
          <p:cNvPr id="14" name="DP3 object 13">
            <a:extLst>
              <a:ext uri="{FF2B5EF4-FFF2-40B4-BE49-F238E27FC236}">
                <ns2:creationId id="{2F782F48-F529-4788-AFB1-5F251AAA8193}"/>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전사와 시각이 정확해도, 두 번 가리킨 대상이 같은지는 남는다</a:t>
            </a:r>
            <a:endParaRPr lang="ko-KR">
              <a:latin typeface="Calibri"/>
              <a:ea typeface="Calibri"/>
              <a:cs typeface="Calibri"/>
            </a:endParaRPr>
          </a:p>
        </p:txBody>
      </p:sp>
      <p:sp>
        <p:nvSpPr>
          <p:cNvPr id="15" name="DP3 object 14">
            <a:extLst>
              <a:ext uri="{FF2B5EF4-FFF2-40B4-BE49-F238E27FC236}">
                <ns2:creationId id="{EF70BD1F-D708-4553-9E43-B2BF72953EDF}"/>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보존한 두 시점의 화면과 동작을 연결해, 실제 대상과 요청 조건을 함께 확정해야 한다.</a:t>
            </a:r>
            <a:endParaRPr lang="ko-KR">
              <a:latin typeface="Calibri"/>
              <a:ea typeface="Calibri"/>
              <a:cs typeface="Calibri"/>
            </a:endParaRPr>
          </a:p>
        </p:txBody>
      </p:sp>
      <p:sp>
        <p:nvSpPr>
          <p:cNvPr id="16" name="DP3 object 15">
            <a:extLst>
              <a:ext uri="{FF2B5EF4-FFF2-40B4-BE49-F238E27FC236}">
                <ns2:creationId id="{105E0E74-F3F1-444A-809F-72FCB69683CF}"/>
              </a:ext>
            </a:extLst>
          </p:cNvPr>
          <p:cNvSpPr>
            <a:spLocks noGrp="1"/>
          </p:cNvSpPr>
          <p:nvPr/>
        </p:nvSpPr>
        <p:spPr>
          <a:xfrm>
            <a:off x="809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① t₀: 첫 견적을 가리킴</a:t>
            </a:r>
            <a:endParaRPr lang="ko-KR">
              <a:latin typeface="Calibri"/>
              <a:ea typeface="Calibri"/>
              <a:cs typeface="Calibri"/>
            </a:endParaRPr>
          </a:p>
        </p:txBody>
      </p:sp>
      <p:sp>
        <p:nvSpPr>
          <p:cNvPr id="17" name="DP3 object 16">
            <a:extLst>
              <a:ext uri="{FF2B5EF4-FFF2-40B4-BE49-F238E27FC236}">
                <ns2:creationId id="{B8E1605D-7DC8-43A5-A111-FEF700DB6782}"/>
              </a:ext>
            </a:extLst>
          </p:cNvPr>
          <p:cNvSpPr>
            <a:spLocks noGrp="1"/>
          </p:cNvSpPr>
          <p:nvPr/>
        </p:nvSpPr>
        <p:spPr>
          <a:xfrm>
            <a:off x="63341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② t₁: 배치가 바뀐 뒤 다시 가리킴</a:t>
            </a:r>
            <a:endParaRPr lang="ko-KR">
              <a:latin typeface="Calibri"/>
              <a:ea typeface="Calibri"/>
              <a:cs typeface="Calibri"/>
            </a:endParaRPr>
          </a:p>
        </p:txBody>
      </p:sp>
      <p:sp>
        <p:nvSpPr>
          <p:cNvPr id="18" name="DP3 object 17">
            <a:extLst>
              <a:ext uri="{FF2B5EF4-FFF2-40B4-BE49-F238E27FC236}">
                <ns2:creationId id="{3655FEAA-8DCB-415A-A9AD-0AF7E547F69F}"/>
              </a:ext>
            </a:extLst>
          </p:cNvPr>
          <p:cNvSpPr>
            <a:spLocks noGrp="1"/>
          </p:cNvSpPr>
          <p:nvPr/>
        </p:nvSpPr>
        <p:spPr>
          <a:xfrm>
            <a:off x="11858625" y="2667000"/>
            <a:ext cx="49530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③ 발화 종료: 이미 다른 앱</a:t>
            </a:r>
            <a:endParaRPr lang="ko-KR">
              <a:latin typeface="Calibri"/>
              <a:ea typeface="Calibri"/>
              <a:cs typeface="Calibri"/>
            </a:endParaRPr>
          </a:p>
        </p:txBody>
      </p:sp>
      <p:sp>
        <p:nvSpPr>
          <p:cNvPr id="19" name="DP3 object 18">
            <a:extLst>
              <a:ext uri="{FF2B5EF4-FFF2-40B4-BE49-F238E27FC236}">
                <ns2:creationId id="{F830AF7E-6F9E-4F27-9AD9-2580289C84BF}"/>
              </a:ext>
            </a:extLst>
          </p:cNvPr>
          <p:cNvSpPr>
            <a:spLocks noGrp="1"/>
          </p:cNvSpPr>
          <p:nvPr/>
        </p:nvSpPr>
        <p:spPr>
          <a:xfrm>
            <a:off x="809625" y="3238500"/>
            <a:ext cx="4667250" cy="2762250"/>
          </a:xfrm>
          <a:prstGeom prst="rect">
            <a:avLst/>
          </a:prstGeom>
          <a:solidFill>
            <a:srgbClr val="FFFFFF"/>
          </a:solidFill>
          <a:ln w="19050">
            <a:solidFill>
              <a:srgbClr val="111111"/>
            </a:solidFill>
            <a:prstDash val="solid"/>
          </a:ln>
        </p:spPr>
      </p:sp>
      <p:sp>
        <p:nvSpPr>
          <p:cNvPr id="20" name="DP3 object 19">
            <a:extLst>
              <a:ext uri="{FF2B5EF4-FFF2-40B4-BE49-F238E27FC236}">
                <ns2:creationId id="{B3B7F3D6-C36C-443A-826B-6258F9157811}"/>
              </a:ext>
            </a:extLst>
          </p:cNvPr>
          <p:cNvSpPr>
            <a:spLocks noGrp="1"/>
          </p:cNvSpPr>
          <p:nvPr/>
        </p:nvSpPr>
        <p:spPr>
          <a:xfrm>
            <a:off x="809625" y="3238500"/>
            <a:ext cx="4667250" cy="381000"/>
          </a:xfrm>
          <a:prstGeom prst="rect">
            <a:avLst/>
          </a:prstGeom>
          <a:solidFill>
            <a:srgbClr val="E9EBED"/>
          </a:solidFill>
          <a:ln w="9525">
            <a:solidFill>
              <a:srgbClr val="111111"/>
            </a:solidFill>
            <a:prstDash val="solid"/>
          </a:ln>
        </p:spPr>
      </p:sp>
      <p:sp>
        <p:nvSpPr>
          <p:cNvPr id="21" name="DP3 object 20">
            <a:extLst>
              <a:ext uri="{FF2B5EF4-FFF2-40B4-BE49-F238E27FC236}">
                <ns2:creationId id="{1C5A1863-119D-4309-A69B-307B5FC1C866}"/>
              </a:ext>
            </a:extLst>
          </p:cNvPr>
          <p:cNvSpPr>
            <a:spLocks noGrp="1"/>
          </p:cNvSpPr>
          <p:nvPr/>
        </p:nvSpPr>
        <p:spPr>
          <a:xfrm>
            <a:off x="9620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2" name="DP3 object 21">
            <a:extLst>
              <a:ext uri="{FF2B5EF4-FFF2-40B4-BE49-F238E27FC236}">
                <ns2:creationId id="{8A0B68B7-2694-4844-BAEC-C2DA3B907CF0}"/>
              </a:ext>
            </a:extLst>
          </p:cNvPr>
          <p:cNvSpPr>
            <a:spLocks noGrp="1"/>
          </p:cNvSpPr>
          <p:nvPr/>
        </p:nvSpPr>
        <p:spPr>
          <a:xfrm>
            <a:off x="6334125" y="3238500"/>
            <a:ext cx="4667250" cy="2762250"/>
          </a:xfrm>
          <a:prstGeom prst="rect">
            <a:avLst/>
          </a:prstGeom>
          <a:solidFill>
            <a:srgbClr val="FFFFFF"/>
          </a:solidFill>
          <a:ln w="19050">
            <a:solidFill>
              <a:srgbClr val="111111"/>
            </a:solidFill>
            <a:prstDash val="solid"/>
          </a:ln>
        </p:spPr>
      </p:sp>
      <p:sp>
        <p:nvSpPr>
          <p:cNvPr id="23" name="DP3 object 22">
            <a:extLst>
              <a:ext uri="{FF2B5EF4-FFF2-40B4-BE49-F238E27FC236}">
                <ns2:creationId id="{43ABCD8E-FA55-4F48-961B-29525F0C9607}"/>
              </a:ext>
            </a:extLst>
          </p:cNvPr>
          <p:cNvSpPr>
            <a:spLocks noGrp="1"/>
          </p:cNvSpPr>
          <p:nvPr/>
        </p:nvSpPr>
        <p:spPr>
          <a:xfrm>
            <a:off x="6334125" y="3238500"/>
            <a:ext cx="4667250" cy="381000"/>
          </a:xfrm>
          <a:prstGeom prst="rect">
            <a:avLst/>
          </a:prstGeom>
          <a:solidFill>
            <a:srgbClr val="E9EBED"/>
          </a:solidFill>
          <a:ln w="9525">
            <a:solidFill>
              <a:srgbClr val="111111"/>
            </a:solidFill>
            <a:prstDash val="solid"/>
          </a:ln>
        </p:spPr>
      </p:sp>
      <p:sp>
        <p:nvSpPr>
          <p:cNvPr id="24" name="DP3 object 23">
            <a:extLst>
              <a:ext uri="{FF2B5EF4-FFF2-40B4-BE49-F238E27FC236}">
                <ns2:creationId id="{3D1957BB-BD58-46DF-8BD7-9C7D5E14B80E}"/>
              </a:ext>
            </a:extLst>
          </p:cNvPr>
          <p:cNvSpPr>
            <a:spLocks noGrp="1"/>
          </p:cNvSpPr>
          <p:nvPr/>
        </p:nvSpPr>
        <p:spPr>
          <a:xfrm>
            <a:off x="64865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견적 목록 — 화면 관측</a:t>
            </a:r>
            <a:endParaRPr lang="ko-KR">
              <a:latin typeface="Calibri"/>
              <a:ea typeface="Calibri"/>
              <a:cs typeface="Calibri"/>
            </a:endParaRPr>
          </a:p>
        </p:txBody>
      </p:sp>
      <p:sp>
        <p:nvSpPr>
          <p:cNvPr id="25" name="DP3 object 24">
            <a:extLst>
              <a:ext uri="{FF2B5EF4-FFF2-40B4-BE49-F238E27FC236}">
                <ns2:creationId id="{C601FFA2-D3C8-4369-B3E0-C065B4C43D08}"/>
              </a:ext>
            </a:extLst>
          </p:cNvPr>
          <p:cNvSpPr>
            <a:spLocks noGrp="1"/>
          </p:cNvSpPr>
          <p:nvPr/>
        </p:nvSpPr>
        <p:spPr>
          <a:xfrm>
            <a:off x="11858625" y="3238500"/>
            <a:ext cx="4667250" cy="2762250"/>
          </a:xfrm>
          <a:prstGeom prst="rect">
            <a:avLst/>
          </a:prstGeom>
          <a:solidFill>
            <a:srgbClr val="FFFFFF"/>
          </a:solidFill>
          <a:ln w="19050">
            <a:solidFill>
              <a:srgbClr val="111111"/>
            </a:solidFill>
            <a:prstDash val="solid"/>
          </a:ln>
        </p:spPr>
      </p:sp>
      <p:sp>
        <p:nvSpPr>
          <p:cNvPr id="26" name="DP3 object 25">
            <a:extLst>
              <a:ext uri="{FF2B5EF4-FFF2-40B4-BE49-F238E27FC236}">
                <ns2:creationId id="{ABC45B05-6152-4FAE-8372-91DF4E5A6354}"/>
              </a:ext>
            </a:extLst>
          </p:cNvPr>
          <p:cNvSpPr>
            <a:spLocks noGrp="1"/>
          </p:cNvSpPr>
          <p:nvPr/>
        </p:nvSpPr>
        <p:spPr>
          <a:xfrm>
            <a:off x="11858625" y="3238500"/>
            <a:ext cx="4667250" cy="381000"/>
          </a:xfrm>
          <a:prstGeom prst="rect">
            <a:avLst/>
          </a:prstGeom>
          <a:solidFill>
            <a:srgbClr val="E9EBED"/>
          </a:solidFill>
          <a:ln w="9525">
            <a:solidFill>
              <a:srgbClr val="111111"/>
            </a:solidFill>
            <a:prstDash val="solid"/>
          </a:ln>
        </p:spPr>
      </p:sp>
      <p:sp>
        <p:nvSpPr>
          <p:cNvPr id="27" name="DP3 object 26">
            <a:extLst>
              <a:ext uri="{FF2B5EF4-FFF2-40B4-BE49-F238E27FC236}">
                <ns2:creationId id="{90A1AFC7-CB26-4CAE-9188-11B737B5CEF2}"/>
              </a:ext>
            </a:extLst>
          </p:cNvPr>
          <p:cNvSpPr>
            <a:spLocks noGrp="1"/>
          </p:cNvSpPr>
          <p:nvPr/>
        </p:nvSpPr>
        <p:spPr>
          <a:xfrm>
            <a:off x="12011025" y="3248025"/>
            <a:ext cx="4381500" cy="361950"/>
          </a:xfrm>
          <a:prstGeom prst="rect">
            <a:avLst/>
          </a:prstGeom>
          <a:noFill/>
          <a:ln w="0">
            <a:noFill/>
            <a:prstDash val="solid"/>
          </a:ln>
        </p:spPr>
        <p:txBody>
          <a:bodyPr wrap="none" lIns="0" tIns="0" rIns="0" bIns="0" anchor="ctr">
            <a:noAutofit/>
          </a:bodyPr>
          <a:lstStyle>
            <a:defPPr algn="l">
              <a:defRPr sz="1800" b="1" lang="ko-KR">
                <a:solidFill>
                  <a:srgbClr val="111111"/>
                </a:solidFill>
                <a:latin typeface="Calibri"/>
                <a:ea typeface="Calibri"/>
                <a:cs typeface="Calibri"/>
              </a:defRPr>
            </a:defPPr>
            <a:lvl1pPr algn="l">
              <a:defRPr sz="1800" b="1" lang="ko-KR">
                <a:solidFill>
                  <a:srgbClr val="111111"/>
                </a:solidFill>
                <a:latin typeface="Calibri"/>
                <a:ea typeface="Calibri"/>
                <a:cs typeface="Calibri"/>
              </a:defRPr>
            </a:lvl1pPr>
            <a:lvl2pPr algn="l">
              <a:defRPr sz="1800" b="1" lang="ko-KR">
                <a:solidFill>
                  <a:srgbClr val="111111"/>
                </a:solidFill>
                <a:latin typeface="Calibri"/>
                <a:ea typeface="Calibri"/>
                <a:cs typeface="Calibri"/>
              </a:defRPr>
            </a:lvl2pPr>
            <a:lvl3pPr algn="l">
              <a:defRPr sz="1800" b="1" lang="ko-KR">
                <a:solidFill>
                  <a:srgbClr val="111111"/>
                </a:solidFill>
                <a:latin typeface="Calibri"/>
                <a:ea typeface="Calibri"/>
                <a:cs typeface="Calibri"/>
              </a:defRPr>
            </a:lvl3pPr>
            <a:lvl4pPr algn="l">
              <a:defRPr sz="1800" b="1" lang="ko-KR">
                <a:solidFill>
                  <a:srgbClr val="111111"/>
                </a:solidFill>
                <a:latin typeface="Calibri"/>
                <a:ea typeface="Calibri"/>
                <a:cs typeface="Calibri"/>
              </a:defRPr>
            </a:lvl4pPr>
            <a:lvl5pPr algn="l">
              <a:defRPr sz="1800" b="1" lang="ko-KR">
                <a:solidFill>
                  <a:srgbClr val="111111"/>
                </a:solidFill>
                <a:latin typeface="Calibri"/>
                <a:ea typeface="Calibri"/>
                <a:cs typeface="Calibri"/>
              </a:defRPr>
            </a:lvl5pPr>
            <a:lvl6pPr algn="l">
              <a:defRPr sz="1800" b="1" lang="ko-KR">
                <a:solidFill>
                  <a:srgbClr val="111111"/>
                </a:solidFill>
                <a:latin typeface="Calibri"/>
                <a:ea typeface="Calibri"/>
                <a:cs typeface="Calibri"/>
              </a:defRPr>
            </a:lvl6pPr>
            <a:lvl7pPr algn="l">
              <a:defRPr sz="1800" b="1" lang="ko-KR">
                <a:solidFill>
                  <a:srgbClr val="111111"/>
                </a:solidFill>
                <a:latin typeface="Calibri"/>
                <a:ea typeface="Calibri"/>
                <a:cs typeface="Calibri"/>
              </a:defRPr>
            </a:lvl7pPr>
            <a:lvl8pPr algn="l">
              <a:defRPr sz="1800" b="1" lang="ko-KR">
                <a:solidFill>
                  <a:srgbClr val="111111"/>
                </a:solidFill>
                <a:latin typeface="Calibri"/>
                <a:ea typeface="Calibri"/>
                <a:cs typeface="Calibri"/>
              </a:defRPr>
            </a:lvl8pPr>
            <a:lvl9pPr algn="l">
              <a:defRPr sz="1800" b="1" lang="ko-KR">
                <a:solidFill>
                  <a:srgbClr val="111111"/>
                </a:solidFill>
                <a:latin typeface="Calibri"/>
                <a:ea typeface="Calibri"/>
                <a:cs typeface="Calibri"/>
              </a:defRPr>
            </a:lvl9pPr>
          </a:lstStyle>
          <a:p>
            <a:pPr algn="l">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메일</a:t>
            </a:r>
            <a:endParaRPr lang="ko-KR">
              <a:latin typeface="Calibri"/>
              <a:ea typeface="Calibri"/>
              <a:cs typeface="Calibri"/>
            </a:endParaRPr>
          </a:p>
        </p:txBody>
      </p:sp>
      <p:sp>
        <p:nvSpPr>
          <p:cNvPr id="28" name="견적 L">
            <a:extLst>
              <a:ext uri="{FF2B5EF4-FFF2-40B4-BE49-F238E27FC236}">
                <ns2:creationId id="{57BF723D-E553-4732-B2BA-A33C34EC6286}"/>
              </a:ext>
            </a:extLst>
          </p:cNvPr>
          <p:cNvSpPr>
            <a:spLocks noGrp="1"/>
          </p:cNvSpPr>
          <p:nvPr/>
        </p:nvSpPr>
        <p:spPr>
          <a:xfrm>
            <a:off x="1143000" y="3905250"/>
            <a:ext cx="1714500" cy="1143000"/>
          </a:xfrm>
          <a:prstGeom prst="rect">
            <a:avLst/>
          </a:prstGeom>
          <a:solidFill>
            <a:srgbClr val="F1F6FC"/>
          </a:solidFill>
          <a:ln w="28575">
            <a:solidFill>
              <a:srgbClr val="4676CB"/>
            </a:solidFill>
            <a:prstDash val="solid"/>
          </a:ln>
        </p:spPr>
      </p:sp>
      <p:sp>
        <p:nvSpPr>
          <p:cNvPr id="29" name="DP3 object 27">
            <a:extLst>
              <a:ext uri="{FF2B5EF4-FFF2-40B4-BE49-F238E27FC236}">
                <ns2:creationId id="{BBA61033-93A8-4706-8604-9B404078E3DC}"/>
              </a:ext>
            </a:extLst>
          </p:cNvPr>
          <p:cNvSpPr>
            <a:spLocks noGrp="1"/>
          </p:cNvSpPr>
          <p:nvPr/>
        </p:nvSpPr>
        <p:spPr>
          <a:xfrm>
            <a:off x="1209675" y="3943350"/>
            <a:ext cx="1581150" cy="1066800"/>
          </a:xfrm>
          <a:prstGeom prst="rect">
            <a:avLst/>
          </a:prstGeom>
          <a:noFill/>
          <a:ln w="0">
            <a:noFill/>
            <a:prstDash val="solid"/>
          </a:ln>
        </p:spPr>
        <p:txBody>
          <a:bodyPr wrap="none" lIns="0" tIns="0" rIns="0" bIns="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0" name="견적 Z">
            <a:extLst>
              <a:ext uri="{FF2B5EF4-FFF2-40B4-BE49-F238E27FC236}">
                <ns2:creationId id="{3CF8637E-6089-4272-8033-F550D9C0853B}"/>
              </a:ext>
            </a:extLst>
          </p:cNvPr>
          <p:cNvSpPr>
            <a:spLocks noGrp="1"/>
          </p:cNvSpPr>
          <p:nvPr/>
        </p:nvSpPr>
        <p:spPr>
          <a:xfrm>
            <a:off x="3238500" y="3905250"/>
            <a:ext cx="1714500" cy="1143000"/>
          </a:xfrm>
          <a:prstGeom prst="rect">
            <a:avLst/>
          </a:prstGeom>
          <a:solidFill>
            <a:srgbClr val="FFFFFF"/>
          </a:solidFill>
          <a:ln w="17145">
            <a:solidFill>
              <a:srgbClr val="B7B9B9"/>
            </a:solidFill>
            <a:prstDash val="solid"/>
          </a:ln>
        </p:spPr>
      </p:sp>
      <p:sp>
        <p:nvSpPr>
          <p:cNvPr id="31" name="DP3 object 28">
            <a:extLst>
              <a:ext uri="{FF2B5EF4-FFF2-40B4-BE49-F238E27FC236}">
                <ns2:creationId id="{17B13FCD-E9A8-4D27-B8C1-FFE737415CCA}"/>
              </a:ext>
            </a:extLst>
          </p:cNvPr>
          <p:cNvSpPr>
            <a:spLocks noGrp="1"/>
          </p:cNvSpPr>
          <p:nvPr/>
        </p:nvSpPr>
        <p:spPr>
          <a:xfrm>
            <a:off x="3305175" y="3943350"/>
            <a:ext cx="1581150" cy="1066800"/>
          </a:xfrm>
          <a:prstGeom prst="rect">
            <a:avLst/>
          </a:prstGeom>
          <a:noFill/>
          <a:ln w="0">
            <a:noFill/>
            <a:prstDash val="solid"/>
          </a:ln>
        </p:spPr>
        <p:txBody>
          <a:bodyPr wrap="none" lIns="0" tIns="0" rIns="0" bIns="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2" name="견적 Z">
            <a:extLst>
              <a:ext uri="{FF2B5EF4-FFF2-40B4-BE49-F238E27FC236}">
                <ns2:creationId id="{CF9B3DB0-F94D-407C-9AF9-586F642C4BC2}"/>
              </a:ext>
            </a:extLst>
          </p:cNvPr>
          <p:cNvSpPr>
            <a:spLocks noGrp="1"/>
          </p:cNvSpPr>
          <p:nvPr/>
        </p:nvSpPr>
        <p:spPr>
          <a:xfrm>
            <a:off x="6667500" y="3905250"/>
            <a:ext cx="1714500" cy="1143000"/>
          </a:xfrm>
          <a:prstGeom prst="rect">
            <a:avLst/>
          </a:prstGeom>
          <a:solidFill>
            <a:srgbClr val="FFFFFF"/>
          </a:solidFill>
          <a:ln w="17145">
            <a:solidFill>
              <a:srgbClr val="B7B9B9"/>
            </a:solidFill>
            <a:prstDash val="solid"/>
          </a:ln>
        </p:spPr>
      </p:sp>
      <p:sp>
        <p:nvSpPr>
          <p:cNvPr id="33" name="DP3 object 29">
            <a:extLst>
              <a:ext uri="{FF2B5EF4-FFF2-40B4-BE49-F238E27FC236}">
                <ns2:creationId id="{697B8075-F6C4-4A21-9B59-E78E2DB3DE0A}"/>
              </a:ext>
            </a:extLst>
          </p:cNvPr>
          <p:cNvSpPr>
            <a:spLocks noGrp="1"/>
          </p:cNvSpPr>
          <p:nvPr/>
        </p:nvSpPr>
        <p:spPr>
          <a:xfrm>
            <a:off x="6734175" y="3943350"/>
            <a:ext cx="1581150" cy="1066800"/>
          </a:xfrm>
          <a:prstGeom prst="rect">
            <a:avLst/>
          </a:prstGeom>
          <a:noFill/>
          <a:ln w="0">
            <a:noFill/>
            <a:prstDash val="solid"/>
          </a:ln>
        </p:spPr>
        <p:txBody>
          <a:bodyPr wrap="none" lIns="0" tIns="0" rIns="0" bIns="0" anchor="ctr">
            <a:noAutofit/>
          </a:bodyPr>
          <a:lstStyle>
            <a:defPPr algn="ctr">
              <a:defRPr sz="2400" b="0" lang="ko-KR">
                <a:solidFill>
                  <a:srgbClr val="111111"/>
                </a:solidFill>
                <a:latin typeface="Calibri"/>
                <a:ea typeface="Calibri"/>
                <a:cs typeface="Calibri"/>
              </a:defRPr>
            </a:defPPr>
            <a:lvl1pPr algn="ctr">
              <a:defRPr sz="2400" b="0" lang="ko-KR">
                <a:solidFill>
                  <a:srgbClr val="111111"/>
                </a:solidFill>
                <a:latin typeface="Calibri"/>
                <a:ea typeface="Calibri"/>
                <a:cs typeface="Calibri"/>
              </a:defRPr>
            </a:lvl1pPr>
            <a:lvl2pPr algn="ctr">
              <a:defRPr sz="2400" b="0" lang="ko-KR">
                <a:solidFill>
                  <a:srgbClr val="111111"/>
                </a:solidFill>
                <a:latin typeface="Calibri"/>
                <a:ea typeface="Calibri"/>
                <a:cs typeface="Calibri"/>
              </a:defRPr>
            </a:lvl2pPr>
            <a:lvl3pPr algn="ctr">
              <a:defRPr sz="2400" b="0" lang="ko-KR">
                <a:solidFill>
                  <a:srgbClr val="111111"/>
                </a:solidFill>
                <a:latin typeface="Calibri"/>
                <a:ea typeface="Calibri"/>
                <a:cs typeface="Calibri"/>
              </a:defRPr>
            </a:lvl3pPr>
            <a:lvl4pPr algn="ctr">
              <a:defRPr sz="2400" b="0" lang="ko-KR">
                <a:solidFill>
                  <a:srgbClr val="111111"/>
                </a:solidFill>
                <a:latin typeface="Calibri"/>
                <a:ea typeface="Calibri"/>
                <a:cs typeface="Calibri"/>
              </a:defRPr>
            </a:lvl4pPr>
            <a:lvl5pPr algn="ctr">
              <a:defRPr sz="2400" b="0" lang="ko-KR">
                <a:solidFill>
                  <a:srgbClr val="111111"/>
                </a:solidFill>
                <a:latin typeface="Calibri"/>
                <a:ea typeface="Calibri"/>
                <a:cs typeface="Calibri"/>
              </a:defRPr>
            </a:lvl5pPr>
            <a:lvl6pPr algn="ctr">
              <a:defRPr sz="2400" b="0" lang="ko-KR">
                <a:solidFill>
                  <a:srgbClr val="111111"/>
                </a:solidFill>
                <a:latin typeface="Calibri"/>
                <a:ea typeface="Calibri"/>
                <a:cs typeface="Calibri"/>
              </a:defRPr>
            </a:lvl6pPr>
            <a:lvl7pPr algn="ctr">
              <a:defRPr sz="2400" b="0" lang="ko-KR">
                <a:solidFill>
                  <a:srgbClr val="111111"/>
                </a:solidFill>
                <a:latin typeface="Calibri"/>
                <a:ea typeface="Calibri"/>
                <a:cs typeface="Calibri"/>
              </a:defRPr>
            </a:lvl7pPr>
            <a:lvl8pPr algn="ctr">
              <a:defRPr sz="2400" b="0" lang="ko-KR">
                <a:solidFill>
                  <a:srgbClr val="111111"/>
                </a:solidFill>
                <a:latin typeface="Calibri"/>
                <a:ea typeface="Calibri"/>
                <a:cs typeface="Calibri"/>
              </a:defRPr>
            </a:lvl8pPr>
            <a:lvl9pPr algn="ctr">
              <a:defRPr sz="2400" b="0" lang="ko-KR">
                <a:solidFill>
                  <a:srgbClr val="111111"/>
                </a:solidFill>
                <a:latin typeface="Calibri"/>
                <a:ea typeface="Calibri"/>
                <a:cs typeface="Calibri"/>
              </a:defRPr>
            </a:lvl9pPr>
          </a:lstStyle>
          <a:p>
            <a:pPr algn="ctr">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견적 Z</a:t>
            </a:r>
            <a:endParaRPr lang="ko-KR">
              <a:latin typeface="Calibri"/>
              <a:ea typeface="Calibri"/>
              <a:cs typeface="Calibri"/>
            </a:endParaRPr>
          </a:p>
        </p:txBody>
      </p:sp>
      <p:sp>
        <p:nvSpPr>
          <p:cNvPr id="34" name="견적 L">
            <a:extLst>
              <a:ext uri="{FF2B5EF4-FFF2-40B4-BE49-F238E27FC236}">
                <ns2:creationId id="{93E3781A-7DEC-4900-A463-534818403E96}"/>
              </a:ext>
            </a:extLst>
          </p:cNvPr>
          <p:cNvSpPr>
            <a:spLocks noGrp="1"/>
          </p:cNvSpPr>
          <p:nvPr/>
        </p:nvSpPr>
        <p:spPr>
          <a:xfrm>
            <a:off x="8763000" y="3905250"/>
            <a:ext cx="1714500" cy="1143000"/>
          </a:xfrm>
          <a:prstGeom prst="rect">
            <a:avLst/>
          </a:prstGeom>
          <a:solidFill>
            <a:srgbClr val="F1F6FC"/>
          </a:solidFill>
          <a:ln w="28575">
            <a:solidFill>
              <a:srgbClr val="4676CB"/>
            </a:solidFill>
            <a:prstDash val="solid"/>
          </a:ln>
        </p:spPr>
      </p:sp>
      <p:sp>
        <p:nvSpPr>
          <p:cNvPr id="35" name="DP3 object 30">
            <a:extLst>
              <a:ext uri="{FF2B5EF4-FFF2-40B4-BE49-F238E27FC236}">
                <ns2:creationId id="{DFBB3344-6EF3-4F0B-9AEA-13321FB9D3C9}"/>
              </a:ext>
            </a:extLst>
          </p:cNvPr>
          <p:cNvSpPr>
            <a:spLocks noGrp="1"/>
          </p:cNvSpPr>
          <p:nvPr/>
        </p:nvSpPr>
        <p:spPr>
          <a:xfrm>
            <a:off x="8829675" y="3943350"/>
            <a:ext cx="1581150" cy="1066800"/>
          </a:xfrm>
          <a:prstGeom prst="rect">
            <a:avLst/>
          </a:prstGeom>
          <a:noFill/>
          <a:ln w="0">
            <a:noFill/>
            <a:prstDash val="solid"/>
          </a:ln>
        </p:spPr>
        <p:txBody>
          <a:bodyPr wrap="none" lIns="0" tIns="0" rIns="0" bIns="0" anchor="ctr">
            <a:noAutofit/>
          </a:bodyPr>
          <a:lstStyle>
            <a:defPPr algn="ctr">
              <a:defRPr sz="2400" b="1" lang="ko-KR">
                <a:solidFill>
                  <a:srgbClr val="111111"/>
                </a:solidFill>
                <a:latin typeface="Calibri"/>
                <a:ea typeface="Calibri"/>
                <a:cs typeface="Calibri"/>
              </a:defRPr>
            </a:defPPr>
            <a:lvl1pPr algn="ctr">
              <a:defRPr sz="2400" b="1" lang="ko-KR">
                <a:solidFill>
                  <a:srgbClr val="111111"/>
                </a:solidFill>
                <a:latin typeface="Calibri"/>
                <a:ea typeface="Calibri"/>
                <a:cs typeface="Calibri"/>
              </a:defRPr>
            </a:lvl1pPr>
            <a:lvl2pPr algn="ctr">
              <a:defRPr sz="2400" b="1" lang="ko-KR">
                <a:solidFill>
                  <a:srgbClr val="111111"/>
                </a:solidFill>
                <a:latin typeface="Calibri"/>
                <a:ea typeface="Calibri"/>
                <a:cs typeface="Calibri"/>
              </a:defRPr>
            </a:lvl2pPr>
            <a:lvl3pPr algn="ctr">
              <a:defRPr sz="2400" b="1" lang="ko-KR">
                <a:solidFill>
                  <a:srgbClr val="111111"/>
                </a:solidFill>
                <a:latin typeface="Calibri"/>
                <a:ea typeface="Calibri"/>
                <a:cs typeface="Calibri"/>
              </a:defRPr>
            </a:lvl3pPr>
            <a:lvl4pPr algn="ctr">
              <a:defRPr sz="2400" b="1" lang="ko-KR">
                <a:solidFill>
                  <a:srgbClr val="111111"/>
                </a:solidFill>
                <a:latin typeface="Calibri"/>
                <a:ea typeface="Calibri"/>
                <a:cs typeface="Calibri"/>
              </a:defRPr>
            </a:lvl4pPr>
            <a:lvl5pPr algn="ctr">
              <a:defRPr sz="2400" b="1" lang="ko-KR">
                <a:solidFill>
                  <a:srgbClr val="111111"/>
                </a:solidFill>
                <a:latin typeface="Calibri"/>
                <a:ea typeface="Calibri"/>
                <a:cs typeface="Calibri"/>
              </a:defRPr>
            </a:lvl5pPr>
            <a:lvl6pPr algn="ctr">
              <a:defRPr sz="2400" b="1" lang="ko-KR">
                <a:solidFill>
                  <a:srgbClr val="111111"/>
                </a:solidFill>
                <a:latin typeface="Calibri"/>
                <a:ea typeface="Calibri"/>
                <a:cs typeface="Calibri"/>
              </a:defRPr>
            </a:lvl6pPr>
            <a:lvl7pPr algn="ctr">
              <a:defRPr sz="2400" b="1" lang="ko-KR">
                <a:solidFill>
                  <a:srgbClr val="111111"/>
                </a:solidFill>
                <a:latin typeface="Calibri"/>
                <a:ea typeface="Calibri"/>
                <a:cs typeface="Calibri"/>
              </a:defRPr>
            </a:lvl7pPr>
            <a:lvl8pPr algn="ctr">
              <a:defRPr sz="2400" b="1" lang="ko-KR">
                <a:solidFill>
                  <a:srgbClr val="111111"/>
                </a:solidFill>
                <a:latin typeface="Calibri"/>
                <a:ea typeface="Calibri"/>
                <a:cs typeface="Calibri"/>
              </a:defRPr>
            </a:lvl8pPr>
            <a:lvl9pPr algn="ctr">
              <a:defRPr sz="2400" b="1" lang="ko-KR">
                <a:solidFill>
                  <a:srgbClr val="111111"/>
                </a:solidFill>
                <a:latin typeface="Calibri"/>
                <a:ea typeface="Calibri"/>
                <a:cs typeface="Calibri"/>
              </a:defRPr>
            </a:lvl9pPr>
          </a:lstStyle>
          <a:p>
            <a:pPr algn="ctr">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견적 L</a:t>
            </a:r>
            <a:endParaRPr lang="ko-KR">
              <a:latin typeface="Calibri"/>
              <a:ea typeface="Calibri"/>
              <a:cs typeface="Calibri"/>
            </a:endParaRPr>
          </a:p>
        </p:txBody>
      </p:sp>
      <p:sp>
        <p:nvSpPr>
          <p:cNvPr id="36" name="Editable path 31">
            <a:extLst>
              <a:ext uri="{FF2B5EF4-FFF2-40B4-BE49-F238E27FC236}">
                <ns2:creationId id="{FF98489D-788A-4054-9AE4-01773A20362E}"/>
              </a:ext>
            </a:extLst>
          </p:cNvPr>
          <p:cNvSpPr>
            <a:spLocks noGrp="1"/>
          </p:cNvSpPr>
          <p:nvPr/>
        </p:nvSpPr>
        <p:spPr>
          <a:xfrm>
            <a:off x="2000250" y="5095875"/>
            <a:ext cx="953" cy="523875"/>
          </a:xfrm>
          <a:custGeom>
            <a:pathLst>
              <a:path w="953" h="523875">
                <a:moveTo>
                  <a:pt x="0" y="523875"/>
                </a:moveTo>
                <a:lnTo>
                  <a:pt x="0" y="0"/>
                </a:lnTo>
              </a:path>
            </a:pathLst>
          </a:custGeom>
          <a:noFill/>
          <a:ln w="28575">
            <a:solidFill>
              <a:srgbClr val="C00000"/>
            </a:solidFill>
            <a:prstDash val="solid"/>
          </a:ln>
        </p:spPr>
      </p:sp>
      <p:sp>
        <p:nvSpPr>
          <p:cNvPr id="37" name="Editable arrowhead 32">
            <a:extLst>
              <a:ext uri="{FF2B5EF4-FFF2-40B4-BE49-F238E27FC236}">
                <ns2:creationId id="{35F0D36E-E022-41F9-A089-E00518D38D1B}"/>
              </a:ext>
            </a:extLst>
          </p:cNvPr>
          <p:cNvSpPr>
            <a:spLocks noGrp="1"/>
          </p:cNvSpPr>
          <p:nvPr/>
        </p:nvSpPr>
        <p:spPr>
          <a:xfrm>
            <a:off x="195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38" name="Editable path 33">
            <a:extLst>
              <a:ext uri="{FF2B5EF4-FFF2-40B4-BE49-F238E27FC236}">
                <ns2:creationId id="{D2CCABD4-48B6-4054-8991-C7F04743469D}"/>
              </a:ext>
            </a:extLst>
          </p:cNvPr>
          <p:cNvSpPr>
            <a:spLocks noGrp="1"/>
          </p:cNvSpPr>
          <p:nvPr/>
        </p:nvSpPr>
        <p:spPr>
          <a:xfrm>
            <a:off x="9620250" y="5095875"/>
            <a:ext cx="953" cy="523875"/>
          </a:xfrm>
          <a:custGeom>
            <a:pathLst>
              <a:path w="953" h="523875">
                <a:moveTo>
                  <a:pt x="0" y="523875"/>
                </a:moveTo>
                <a:lnTo>
                  <a:pt x="0" y="0"/>
                </a:lnTo>
              </a:path>
            </a:pathLst>
          </a:custGeom>
          <a:noFill/>
          <a:ln w="28575">
            <a:solidFill>
              <a:srgbClr val="C00000"/>
            </a:solidFill>
            <a:prstDash val="solid"/>
          </a:ln>
        </p:spPr>
      </p:sp>
      <p:sp>
        <p:nvSpPr>
          <p:cNvPr id="39" name="Editable arrowhead 34">
            <a:extLst>
              <a:ext uri="{FF2B5EF4-FFF2-40B4-BE49-F238E27FC236}">
                <ns2:creationId id="{EC4942EF-A315-42A4-8997-8EA336CFD593}"/>
              </a:ext>
            </a:extLst>
          </p:cNvPr>
          <p:cNvSpPr>
            <a:spLocks noGrp="1"/>
          </p:cNvSpPr>
          <p:nvPr/>
        </p:nvSpPr>
        <p:spPr>
          <a:xfrm>
            <a:off x="9572625" y="5095875"/>
            <a:ext cx="95250" cy="95250"/>
          </a:xfrm>
          <a:custGeom>
            <a:pathLst>
              <a:path w="95250" h="95250">
                <a:moveTo>
                  <a:pt x="47625" y="0"/>
                </a:moveTo>
                <a:lnTo>
                  <a:pt x="0" y="95250"/>
                </a:lnTo>
                <a:lnTo>
                  <a:pt x="95250" y="95250"/>
                </a:lnTo>
                <a:close/>
              </a:path>
            </a:pathLst>
          </a:custGeom>
          <a:solidFill>
            <a:srgbClr val="C00000"/>
          </a:solidFill>
          <a:ln w="5715">
            <a:solidFill>
              <a:srgbClr val="C00000"/>
            </a:solidFill>
            <a:prstDash val="solid"/>
          </a:ln>
        </p:spPr>
      </p:sp>
      <p:sp>
        <p:nvSpPr>
          <p:cNvPr id="40" name="DP3 object 35">
            <a:extLst>
              <a:ext uri="{FF2B5EF4-FFF2-40B4-BE49-F238E27FC236}">
                <ns2:creationId id="{DBC5999E-2D50-472F-A5FE-A5AFDD7285C9}"/>
              </a:ext>
            </a:extLst>
          </p:cNvPr>
          <p:cNvSpPr>
            <a:spLocks noGrp="1"/>
          </p:cNvSpPr>
          <p:nvPr/>
        </p:nvSpPr>
        <p:spPr>
          <a:xfrm>
            <a:off x="143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t₀</a:t>
            </a:r>
            <a:endParaRPr lang="ko-KR">
              <a:latin typeface="Calibri"/>
              <a:ea typeface="Calibri"/>
              <a:cs typeface="Calibri"/>
            </a:endParaRPr>
          </a:p>
        </p:txBody>
      </p:sp>
      <p:sp>
        <p:nvSpPr>
          <p:cNvPr id="41" name="DP3 object 36">
            <a:extLst>
              <a:ext uri="{FF2B5EF4-FFF2-40B4-BE49-F238E27FC236}">
                <ns2:creationId id="{C5411DCD-59AD-45CE-A8CD-85B851F08724}"/>
              </a:ext>
            </a:extLst>
          </p:cNvPr>
          <p:cNvSpPr>
            <a:spLocks noGrp="1"/>
          </p:cNvSpPr>
          <p:nvPr/>
        </p:nvSpPr>
        <p:spPr>
          <a:xfrm>
            <a:off x="9058275" y="5591175"/>
            <a:ext cx="2286000" cy="333375"/>
          </a:xfrm>
          <a:prstGeom prst="rect">
            <a:avLst/>
          </a:prstGeom>
          <a:noFill/>
          <a:ln w="0">
            <a:noFill/>
            <a:prstDash val="solid"/>
          </a:ln>
        </p:spPr>
        <p:txBody>
          <a:bodyPr wrap="none" lIns="0" tIns="0" rIns="0" bIns="0" anchor="ctr">
            <a:noAutofit/>
          </a:bodyPr>
          <a:lstStyle>
            <a:defPPr algn="l">
              <a:defRPr sz="1800" b="1" lang="ko-KR">
                <a:solidFill>
                  <a:srgbClr val="C00000"/>
                </a:solidFill>
                <a:latin typeface="Calibri"/>
                <a:ea typeface="Calibri"/>
                <a:cs typeface="Calibri"/>
              </a:defRPr>
            </a:defPPr>
            <a:lvl1pPr algn="l">
              <a:defRPr sz="1800" b="1" lang="ko-KR">
                <a:solidFill>
                  <a:srgbClr val="C00000"/>
                </a:solidFill>
                <a:latin typeface="Calibri"/>
                <a:ea typeface="Calibri"/>
                <a:cs typeface="Calibri"/>
              </a:defRPr>
            </a:lvl1pPr>
            <a:lvl2pPr algn="l">
              <a:defRPr sz="1800" b="1" lang="ko-KR">
                <a:solidFill>
                  <a:srgbClr val="C00000"/>
                </a:solidFill>
                <a:latin typeface="Calibri"/>
                <a:ea typeface="Calibri"/>
                <a:cs typeface="Calibri"/>
              </a:defRPr>
            </a:lvl2pPr>
            <a:lvl3pPr algn="l">
              <a:defRPr sz="1800" b="1" lang="ko-KR">
                <a:solidFill>
                  <a:srgbClr val="C00000"/>
                </a:solidFill>
                <a:latin typeface="Calibri"/>
                <a:ea typeface="Calibri"/>
                <a:cs typeface="Calibri"/>
              </a:defRPr>
            </a:lvl3pPr>
            <a:lvl4pPr algn="l">
              <a:defRPr sz="1800" b="1" lang="ko-KR">
                <a:solidFill>
                  <a:srgbClr val="C00000"/>
                </a:solidFill>
                <a:latin typeface="Calibri"/>
                <a:ea typeface="Calibri"/>
                <a:cs typeface="Calibri"/>
              </a:defRPr>
            </a:lvl4pPr>
            <a:lvl5pPr algn="l">
              <a:defRPr sz="1800" b="1" lang="ko-KR">
                <a:solidFill>
                  <a:srgbClr val="C00000"/>
                </a:solidFill>
                <a:latin typeface="Calibri"/>
                <a:ea typeface="Calibri"/>
                <a:cs typeface="Calibri"/>
              </a:defRPr>
            </a:lvl5pPr>
            <a:lvl6pPr algn="l">
              <a:defRPr sz="1800" b="1" lang="ko-KR">
                <a:solidFill>
                  <a:srgbClr val="C00000"/>
                </a:solidFill>
                <a:latin typeface="Calibri"/>
                <a:ea typeface="Calibri"/>
                <a:cs typeface="Calibri"/>
              </a:defRPr>
            </a:lvl6pPr>
            <a:lvl7pPr algn="l">
              <a:defRPr sz="1800" b="1" lang="ko-KR">
                <a:solidFill>
                  <a:srgbClr val="C00000"/>
                </a:solidFill>
                <a:latin typeface="Calibri"/>
                <a:ea typeface="Calibri"/>
                <a:cs typeface="Calibri"/>
              </a:defRPr>
            </a:lvl7pPr>
            <a:lvl8pPr algn="l">
              <a:defRPr sz="1800" b="1" lang="ko-KR">
                <a:solidFill>
                  <a:srgbClr val="C00000"/>
                </a:solidFill>
                <a:latin typeface="Calibri"/>
                <a:ea typeface="Calibri"/>
                <a:cs typeface="Calibri"/>
              </a:defRPr>
            </a:lvl8pPr>
            <a:lvl9pPr algn="l">
              <a:defRPr sz="1800" b="1" lang="ko-KR">
                <a:solidFill>
                  <a:srgbClr val="C00000"/>
                </a:solidFill>
                <a:latin typeface="Calibri"/>
                <a:ea typeface="Calibri"/>
                <a:cs typeface="Calibri"/>
              </a:defRPr>
            </a:lvl9pPr>
          </a:lstStyle>
          <a:p>
            <a:pPr algn="l">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포인터 t₁</a:t>
            </a:r>
            <a:endParaRPr lang="ko-KR">
              <a:latin typeface="Calibri"/>
              <a:ea typeface="Calibri"/>
              <a:cs typeface="Calibri"/>
            </a:endParaRPr>
          </a:p>
        </p:txBody>
      </p:sp>
      <p:sp>
        <p:nvSpPr>
          <p:cNvPr id="42" name="DP3 object 37">
            <a:extLst>
              <a:ext uri="{FF2B5EF4-FFF2-40B4-BE49-F238E27FC236}">
                <ns2:creationId id="{0E77529B-6C44-4EA0-B911-B8BDEE00BD2D}"/>
              </a:ext>
            </a:extLst>
          </p:cNvPr>
          <p:cNvSpPr>
            <a:spLocks noGrp="1"/>
          </p:cNvSpPr>
          <p:nvPr/>
        </p:nvSpPr>
        <p:spPr>
          <a:xfrm>
            <a:off x="12192000" y="3848100"/>
            <a:ext cx="4000500" cy="1476375"/>
          </a:xfrm>
          <a:prstGeom prst="rect">
            <a:avLst/>
          </a:prstGeom>
          <a:noFill/>
          <a:ln w="0">
            <a:noFill/>
            <a:prstDash val="solid"/>
          </a:ln>
        </p:spPr>
        <p:txBody>
          <a:bodyPr wrap="none" lIns="0" tIns="0" rIns="0" bIns="0" anchor="ctr">
            <a:noAutofit/>
          </a:bodyPr>
          <a:lstStyle>
            <a:defPPr algn="l">
              <a:defRPr sz="2200" b="0" lang="ko-KR">
                <a:solidFill>
                  <a:srgbClr val="111111"/>
                </a:solidFill>
                <a:latin typeface="Calibri"/>
                <a:ea typeface="Calibri"/>
                <a:cs typeface="Calibri"/>
              </a:defRPr>
            </a:defPPr>
            <a:lvl1pPr algn="l">
              <a:defRPr sz="2200" b="0" lang="ko-KR">
                <a:solidFill>
                  <a:srgbClr val="111111"/>
                </a:solidFill>
                <a:latin typeface="Calibri"/>
                <a:ea typeface="Calibri"/>
                <a:cs typeface="Calibri"/>
              </a:defRPr>
            </a:lvl1pPr>
            <a:lvl2pPr algn="l">
              <a:defRPr sz="2200" b="0" lang="ko-KR">
                <a:solidFill>
                  <a:srgbClr val="111111"/>
                </a:solidFill>
                <a:latin typeface="Calibri"/>
                <a:ea typeface="Calibri"/>
                <a:cs typeface="Calibri"/>
              </a:defRPr>
            </a:lvl2pPr>
            <a:lvl3pPr algn="l">
              <a:defRPr sz="2200" b="0" lang="ko-KR">
                <a:solidFill>
                  <a:srgbClr val="111111"/>
                </a:solidFill>
                <a:latin typeface="Calibri"/>
                <a:ea typeface="Calibri"/>
                <a:cs typeface="Calibri"/>
              </a:defRPr>
            </a:lvl3pPr>
            <a:lvl4pPr algn="l">
              <a:defRPr sz="2200" b="0" lang="ko-KR">
                <a:solidFill>
                  <a:srgbClr val="111111"/>
                </a:solidFill>
                <a:latin typeface="Calibri"/>
                <a:ea typeface="Calibri"/>
                <a:cs typeface="Calibri"/>
              </a:defRPr>
            </a:lvl4pPr>
            <a:lvl5pPr algn="l">
              <a:defRPr sz="2200" b="0" lang="ko-KR">
                <a:solidFill>
                  <a:srgbClr val="111111"/>
                </a:solidFill>
                <a:latin typeface="Calibri"/>
                <a:ea typeface="Calibri"/>
                <a:cs typeface="Calibri"/>
              </a:defRPr>
            </a:lvl5pPr>
            <a:lvl6pPr algn="l">
              <a:defRPr sz="2200" b="0" lang="ko-KR">
                <a:solidFill>
                  <a:srgbClr val="111111"/>
                </a:solidFill>
                <a:latin typeface="Calibri"/>
                <a:ea typeface="Calibri"/>
                <a:cs typeface="Calibri"/>
              </a:defRPr>
            </a:lvl6pPr>
            <a:lvl7pPr algn="l">
              <a:defRPr sz="2200" b="0" lang="ko-KR">
                <a:solidFill>
                  <a:srgbClr val="111111"/>
                </a:solidFill>
                <a:latin typeface="Calibri"/>
                <a:ea typeface="Calibri"/>
                <a:cs typeface="Calibri"/>
              </a:defRPr>
            </a:lvl7pPr>
            <a:lvl8pPr algn="l">
              <a:defRPr sz="2200" b="0" lang="ko-KR">
                <a:solidFill>
                  <a:srgbClr val="111111"/>
                </a:solidFill>
                <a:latin typeface="Calibri"/>
                <a:ea typeface="Calibri"/>
                <a:cs typeface="Calibri"/>
              </a:defRPr>
            </a:lvl8pPr>
            <a:lvl9pPr algn="l">
              <a:defRPr sz="2200" b="0" lang="ko-KR">
                <a:solidFill>
                  <a:srgbClr val="111111"/>
                </a:solidFill>
                <a:latin typeface="Calibri"/>
                <a:ea typeface="Calibri"/>
                <a:cs typeface="Calibri"/>
              </a:defRPr>
            </a:lvl9pPr>
          </a:lstStyle>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받은 편지함</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l">
              <a:defRPr sz="2200" b="0" lang="ko-KR">
                <a:solidFill>
                  <a:srgbClr val="111111"/>
                </a:solidFill>
                <a:latin typeface="Calibri"/>
                <a:ea typeface="Calibri"/>
                <a:cs typeface="Calibri"/>
              </a:defRPr>
            </a:pPr>
            <a:r>
              <a:rPr sz="2200" b="0" lang="ko-KR">
                <a:solidFill>
                  <a:srgbClr val="111111"/>
                </a:solidFill>
                <a:latin typeface="Calibri"/>
                <a:ea typeface="Calibri"/>
                <a:cs typeface="Calibri"/>
              </a:rPr>
              <a:t>새 화면에는 견적이 없음</a:t>
            </a:r>
            <a:endParaRPr lang="ko-KR">
              <a:latin typeface="Calibri"/>
              <a:ea typeface="Calibri"/>
              <a:cs typeface="Calibri"/>
            </a:endParaRPr>
          </a:p>
        </p:txBody>
      </p:sp>
      <p:sp>
        <p:nvSpPr>
          <p:cNvPr id="43" name="Editable path 38">
            <a:extLst>
              <a:ext uri="{FF2B5EF4-FFF2-40B4-BE49-F238E27FC236}">
                <ns2:creationId id="{B965B164-3AEA-44BA-84A3-1F3661FD8711}"/>
              </a:ext>
            </a:extLst>
          </p:cNvPr>
          <p:cNvSpPr>
            <a:spLocks noGrp="1"/>
          </p:cNvSpPr>
          <p:nvPr/>
        </p:nvSpPr>
        <p:spPr>
          <a:xfrm>
            <a:off x="5543550" y="4619625"/>
            <a:ext cx="571500" cy="953"/>
          </a:xfrm>
          <a:custGeom>
            <a:pathLst>
              <a:path w="571500" h="953">
                <a:moveTo>
                  <a:pt x="0" y="0"/>
                </a:moveTo>
                <a:lnTo>
                  <a:pt x="571500" y="0"/>
                </a:lnTo>
              </a:path>
            </a:pathLst>
          </a:custGeom>
          <a:noFill/>
          <a:ln w="20955">
            <a:solidFill>
              <a:srgbClr val="111111"/>
            </a:solidFill>
            <a:prstDash val="solid"/>
          </a:ln>
        </p:spPr>
      </p:sp>
      <p:sp>
        <p:nvSpPr>
          <p:cNvPr id="44" name="Editable arrowhead 39">
            <a:extLst>
              <a:ext uri="{FF2B5EF4-FFF2-40B4-BE49-F238E27FC236}">
                <ns2:creationId id="{5CA46B54-0D21-4FC9-8AE6-A3B3FC12A398}"/>
              </a:ext>
            </a:extLst>
          </p:cNvPr>
          <p:cNvSpPr>
            <a:spLocks noGrp="1"/>
          </p:cNvSpPr>
          <p:nvPr/>
        </p:nvSpPr>
        <p:spPr>
          <a:xfrm>
            <a:off x="60198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5" name="Editable path 40">
            <a:extLst>
              <a:ext uri="{FF2B5EF4-FFF2-40B4-BE49-F238E27FC236}">
                <ns2:creationId id="{A9F87CE0-C912-4481-8D9D-D5AD5B92FA62}"/>
              </a:ext>
            </a:extLst>
          </p:cNvPr>
          <p:cNvSpPr>
            <a:spLocks noGrp="1"/>
          </p:cNvSpPr>
          <p:nvPr/>
        </p:nvSpPr>
        <p:spPr>
          <a:xfrm>
            <a:off x="11068050" y="4619625"/>
            <a:ext cx="571500" cy="953"/>
          </a:xfrm>
          <a:custGeom>
            <a:pathLst>
              <a:path w="571500" h="953">
                <a:moveTo>
                  <a:pt x="0" y="0"/>
                </a:moveTo>
                <a:lnTo>
                  <a:pt x="571500" y="0"/>
                </a:lnTo>
              </a:path>
            </a:pathLst>
          </a:custGeom>
          <a:noFill/>
          <a:ln w="20955">
            <a:solidFill>
              <a:srgbClr val="111111"/>
            </a:solidFill>
            <a:prstDash val="solid"/>
          </a:ln>
        </p:spPr>
      </p:sp>
      <p:sp>
        <p:nvSpPr>
          <p:cNvPr id="46" name="Editable arrowhead 41">
            <a:extLst>
              <a:ext uri="{FF2B5EF4-FFF2-40B4-BE49-F238E27FC236}">
                <ns2:creationId id="{555DC884-8A71-47DA-8649-F941ADBF8CDD}"/>
              </a:ext>
            </a:extLst>
          </p:cNvPr>
          <p:cNvSpPr>
            <a:spLocks noGrp="1"/>
          </p:cNvSpPr>
          <p:nvPr/>
        </p:nvSpPr>
        <p:spPr>
          <a:xfrm>
            <a:off x="11544300" y="45720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7" name="“아까와 지금 가리킨 견적들을 중복 없이 묶고, 설치비는 제외해서 요약표로 만들어줘.”">
            <a:extLst>
              <a:ext uri="{FF2B5EF4-FFF2-40B4-BE49-F238E27FC236}">
                <ns2:creationId id="{8A4D90C2-D3B3-4C71-BD50-17031932B41A}"/>
              </a:ext>
            </a:extLst>
          </p:cNvPr>
          <p:cNvSpPr>
            <a:spLocks noGrp="1"/>
          </p:cNvSpPr>
          <p:nvPr/>
        </p:nvSpPr>
        <p:spPr>
          <a:xfrm>
            <a:off x="809625" y="6419850"/>
            <a:ext cx="15716250" cy="781050"/>
          </a:xfrm>
          <a:prstGeom prst="rect">
            <a:avLst/>
          </a:prstGeom>
          <a:solidFill>
            <a:srgbClr val="FFF6DD"/>
          </a:solidFill>
          <a:ln w="17145">
            <a:solidFill>
              <a:srgbClr val="111111"/>
            </a:solidFill>
            <a:prstDash val="solid"/>
          </a:ln>
        </p:spPr>
      </p:sp>
      <p:sp>
        <p:nvSpPr>
          <p:cNvPr id="48" name="DP3 object 42">
            <a:extLst>
              <a:ext uri="{FF2B5EF4-FFF2-40B4-BE49-F238E27FC236}">
                <ns2:creationId id="{0C963036-B017-4C10-A6A8-130090F72AF7}"/>
              </a:ext>
            </a:extLst>
          </p:cNvPr>
          <p:cNvSpPr>
            <a:spLocks noGrp="1"/>
          </p:cNvSpPr>
          <p:nvPr/>
        </p:nvSpPr>
        <p:spPr>
          <a:xfrm>
            <a:off x="876300" y="6457950"/>
            <a:ext cx="15582900" cy="7048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“아까와 지금 가리킨 견적들을 중복 없이 묶고, 설치비는 제외해서 요약표로 만들어줘.”</a:t>
            </a:r>
            <a:endParaRPr lang="ko-KR">
              <a:latin typeface="Calibri"/>
              <a:ea typeface="Calibri"/>
              <a:cs typeface="Calibri"/>
            </a:endParaRPr>
          </a:p>
        </p:txBody>
      </p:sp>
      <p:sp>
        <p:nvSpPr>
          <p:cNvPr id="49" name="DP3 object 43">
            <a:extLst>
              <a:ext uri="{FF2B5EF4-FFF2-40B4-BE49-F238E27FC236}">
                <ns2:creationId id="{F4C458DD-D7A8-429B-892E-B0E9623A851B}"/>
              </a:ext>
            </a:extLst>
          </p:cNvPr>
          <p:cNvSpPr>
            <a:spLocks noGrp="1"/>
          </p:cNvSpPr>
          <p:nvPr/>
        </p:nvSpPr>
        <p:spPr>
          <a:xfrm>
            <a:off x="809625" y="7591425"/>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공통 입력</a:t>
            </a:r>
            <a:endParaRPr lang="ko-KR">
              <a:latin typeface="Calibri"/>
              <a:ea typeface="Calibri"/>
              <a:cs typeface="Calibri"/>
            </a:endParaRPr>
          </a:p>
        </p:txBody>
      </p:sp>
      <p:sp>
        <p:nvSpPr>
          <p:cNvPr id="50" name="DP3 object 44">
            <a:extLst>
              <a:ext uri="{FF2B5EF4-FFF2-40B4-BE49-F238E27FC236}">
                <ns2:creationId id="{BB69A5EB-C1DE-4B6F-9DC2-9CFFE0FC9FDE}"/>
              </a:ext>
            </a:extLst>
          </p:cNvPr>
          <p:cNvSpPr>
            <a:spLocks noGrp="1"/>
          </p:cNvSpPr>
          <p:nvPr/>
        </p:nvSpPr>
        <p:spPr>
          <a:xfrm>
            <a:off x="3333750" y="7600950"/>
            <a:ext cx="13430250" cy="40957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정확한 ASR + 단어 시각 / 당시 frame·pointer·selection / 원본·판본·접근 권한</a:t>
            </a:r>
            <a:endParaRPr lang="ko-KR">
              <a:latin typeface="Calibri"/>
              <a:ea typeface="Calibri"/>
              <a:cs typeface="Calibri"/>
            </a:endParaRPr>
          </a:p>
        </p:txBody>
      </p:sp>
      <p:sp>
        <p:nvSpPr>
          <p:cNvPr id="51" name="DP3 object 45">
            <a:extLst>
              <a:ext uri="{FF2B5EF4-FFF2-40B4-BE49-F238E27FC236}">
                <ns2:creationId id="{A3C6CAC2-8DC6-42BF-A8E5-2B86F60F08AB}"/>
              </a:ext>
            </a:extLst>
          </p:cNvPr>
          <p:cNvSpPr>
            <a:spLocks noGrp="1"/>
          </p:cNvSpPr>
          <p:nvPr/>
        </p:nvSpPr>
        <p:spPr>
          <a:xfrm>
            <a:off x="809625" y="8286750"/>
            <a:ext cx="2381250" cy="4286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해결할 판단</a:t>
            </a:r>
            <a:endParaRPr lang="ko-KR">
              <a:latin typeface="Calibri"/>
              <a:ea typeface="Calibri"/>
              <a:cs typeface="Calibri"/>
            </a:endParaRPr>
          </a:p>
        </p:txBody>
      </p:sp>
      <p:sp>
        <p:nvSpPr>
          <p:cNvPr id="52" name="DP3 object 46">
            <a:extLst>
              <a:ext uri="{FF2B5EF4-FFF2-40B4-BE49-F238E27FC236}">
                <ns2:creationId id="{840A9D8D-79B7-4605-AE76-8D9CB30F91EA}"/>
              </a:ext>
            </a:extLst>
          </p:cNvPr>
          <p:cNvSpPr>
            <a:spLocks noGrp="1"/>
          </p:cNvSpPr>
          <p:nvPr/>
        </p:nvSpPr>
        <p:spPr>
          <a:xfrm>
            <a:off x="3333750" y="8296275"/>
            <a:ext cx="1343025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시각은 관측을 찾는다. 동일 대상 여부·중복 제거·설치비 제외는 의미 판단이 맡는다.</a:t>
            </a:r>
            <a:endParaRPr lang="ko-KR">
              <a:latin typeface="Calibri"/>
              <a:ea typeface="Calibri"/>
              <a:cs typeface="Calibri"/>
            </a:endParaRPr>
          </a:p>
        </p:txBody>
      </p:sp>
      <p:sp>
        <p:nvSpPr>
          <p:cNvPr id="53" name="DP3 object 47">
            <a:extLst>
              <a:ext uri="{FF2B5EF4-FFF2-40B4-BE49-F238E27FC236}">
                <ns2:creationId id="{119AF121-EA37-4779-99B4-BB4B2144BE9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 설명용 도식. L/Z는 정답 식별용 표기이며 실제 입력에 고유 이름·native ID·단순 viewport 변환은 제공하지 않는 가정.</a:t>
            </a:r>
            <a:endParaRPr lang="ko-KR">
              <a:latin typeface="Calibri"/>
              <a:ea typeface="Calibri"/>
              <a:cs typeface="Calibri"/>
            </a:endParaRPr>
          </a:p>
        </p:txBody>
      </p:sp>
    </p:spTree>
    <p:extLst>
      <p:ext uri="{BB962C8B-B14F-4D97-AF65-F5344CB8AC3E}">
        <p14:creationId val="1164684537"/>
      </p:ext>
    </p:extLst>
  </p:cSld>
</p:sld>
</file>

<file path=ppt/slides/slide3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4" name="DP3 object 48">
            <a:extLst>
              <a:ext uri="{FF2B5EF4-FFF2-40B4-BE49-F238E27FC236}">
                <ns2:creationId id="{36CCEE1F-EDD2-4F88-892A-8F65E7ED70B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1/2)</a:t>
            </a:r>
            <a:endParaRPr lang="ko-KR">
              <a:latin typeface="Calibri"/>
              <a:ea typeface="Calibri"/>
              <a:cs typeface="Calibri"/>
            </a:endParaRPr>
          </a:p>
        </p:txBody>
      </p:sp>
      <p:sp>
        <p:nvSpPr>
          <p:cNvPr id="2" name="DP3 object 49">
            <a:extLst>
              <a:ext uri="{FF2B5EF4-FFF2-40B4-BE49-F238E27FC236}">
                <ns2:creationId id="{E0C3A20F-AB08-41FB-86D7-D82F96F5D74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50">
            <a:extLst>
              <a:ext uri="{FF2B5EF4-FFF2-40B4-BE49-F238E27FC236}">
                <ns2:creationId id="{BDFAB466-F239-4995-88CC-D2FC623B3FFC}"/>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51">
            <a:extLst>
              <a:ext uri="{FF2B5EF4-FFF2-40B4-BE49-F238E27FC236}">
                <ns2:creationId id="{44B17CA4-983C-4C81-85B5-160FF5E22E1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2">
            <a:extLst>
              <a:ext uri="{FF2B5EF4-FFF2-40B4-BE49-F238E27FC236}">
                <ns2:creationId id="{3D9D0D8D-5B79-40BD-A1C1-9FEA6ABBDF7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53">
            <a:extLst>
              <a:ext uri="{FF2B5EF4-FFF2-40B4-BE49-F238E27FC236}">
                <ns2:creationId id="{925A7B35-F4E2-4A08-8BE6-FB1D98976D3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54">
            <a:extLst>
              <a:ext uri="{FF2B5EF4-FFF2-40B4-BE49-F238E27FC236}">
                <ns2:creationId id="{B0E3F7CD-BEF4-4332-89C6-3F206145CAE7}"/>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55">
            <a:extLst>
              <a:ext uri="{FF2B5EF4-FFF2-40B4-BE49-F238E27FC236}">
                <ns2:creationId id="{114738E4-9BAA-48E4-9B0E-ECAD01AE1B9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56">
            <a:extLst>
              <a:ext uri="{FF2B5EF4-FFF2-40B4-BE49-F238E27FC236}">
                <ns2:creationId id="{0C552228-42BA-450D-9844-EA7EB7E7D80E}"/>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57">
            <a:extLst>
              <a:ext uri="{FF2B5EF4-FFF2-40B4-BE49-F238E27FC236}">
                <ns2:creationId id="{99CCA4C6-B663-419C-B025-C97BA7AB86BA}"/>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58">
            <a:extLst>
              <a:ext uri="{FF2B5EF4-FFF2-40B4-BE49-F238E27FC236}">
                <ns2:creationId id="{F7E055E4-0591-4AC2-8A87-8F45E7418F54}"/>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59">
            <a:extLst>
              <a:ext uri="{FF2B5EF4-FFF2-40B4-BE49-F238E27FC236}">
                <ns2:creationId id="{61E003EB-2F55-42B7-A820-026CE4BC821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B43B187-5742-419A-B777-286686D56E7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4" name="DP3 object 60">
            <a:extLst>
              <a:ext uri="{FF2B5EF4-FFF2-40B4-BE49-F238E27FC236}">
                <ns2:creationId id="{02A1F6ED-DE3C-4E37-8515-B8044535BDC4}"/>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A는 원본을 함께 해석하고, B-R1은 화면 후보를 먼저 생산한다</a:t>
            </a:r>
            <a:endParaRPr lang="ko-KR">
              <a:latin typeface="Calibri"/>
              <a:ea typeface="Calibri"/>
              <a:cs typeface="Calibri"/>
            </a:endParaRPr>
          </a:p>
        </p:txBody>
      </p:sp>
      <p:sp>
        <p:nvSpPr>
          <p:cNvPr id="15" name="DP3 object 61">
            <a:extLst>
              <a:ext uri="{FF2B5EF4-FFF2-40B4-BE49-F238E27FC236}">
                <ns2:creationId id="{148EDAA3-8D02-4313-BDBD-4733F288E932}"/>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공통: local ASR·단어 timestamp / 당시 화면·동작 보존 / cloud S2S와 최종 의미 LLM</a:t>
            </a:r>
            <a:endParaRPr lang="ko-KR">
              <a:latin typeface="Calibri"/>
              <a:ea typeface="Calibri"/>
              <a:cs typeface="Calibri"/>
            </a:endParaRPr>
          </a:p>
        </p:txBody>
      </p:sp>
      <p:sp>
        <p:nvSpPr>
          <p:cNvPr id="16" name="A  원본 공동 해석">
            <a:extLst>
              <a:ext uri="{FF2B5EF4-FFF2-40B4-BE49-F238E27FC236}">
                <ns2:creationId id="{523E4089-C6A9-447A-B537-B66D058843D3}"/>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62">
            <a:extLst>
              <a:ext uri="{FF2B5EF4-FFF2-40B4-BE49-F238E27FC236}">
                <ns2:creationId id="{F6D3E8BC-6D6F-4418-818F-65CAE5D528B2}"/>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8" name="B-R1  로컬 후보 생산 + 모델 교대 로딩">
            <a:extLst>
              <a:ext uri="{FF2B5EF4-FFF2-40B4-BE49-F238E27FC236}">
                <ns2:creationId id="{EE506D1C-EC18-4143-9700-BD86ABC7F8E5}"/>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63">
            <a:extLst>
              <a:ext uri="{FF2B5EF4-FFF2-40B4-BE49-F238E27FC236}">
                <ns2:creationId id="{2B05B3FC-72DE-4D08-9873-1F6B8CE31CD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B-R1  로컬 후보 생산 + 모델 교대 로딩</a:t>
            </a:r>
            <a:endParaRPr lang="ko-KR">
              <a:latin typeface="Calibri"/>
              <a:ea typeface="Calibri"/>
              <a:cs typeface="Calibri"/>
            </a:endParaRPr>
          </a:p>
        </p:txBody>
      </p:sp>
      <p:sp>
        <p:nvSpPr>
          <p:cNvPr id="20" name="Editable path 64">
            <a:extLst>
              <a:ext uri="{FF2B5EF4-FFF2-40B4-BE49-F238E27FC236}">
                <ns2:creationId id="{740C9EC0-574F-45A2-8EA0-B84F7D01FF83}"/>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보존 원본&#10;화면·포인터·선택 + 전사·단어 시각">
            <a:extLst>
              <a:ext uri="{FF2B5EF4-FFF2-40B4-BE49-F238E27FC236}">
                <ns2:creationId id="{279F292B-6B44-4D2F-8E7B-AC1DE6D99BB4}"/>
              </a:ext>
            </a:extLst>
          </p:cNvPr>
          <p:cNvSpPr>
            <a:spLocks noGrp="1"/>
          </p:cNvSpPr>
          <p:nvPr/>
        </p:nvSpPr>
        <p:spPr>
          <a:xfrm>
            <a:off x="1381125" y="3333750"/>
            <a:ext cx="6667500" cy="819150"/>
          </a:xfrm>
          <a:prstGeom prst="rect">
            <a:avLst/>
          </a:prstGeom>
          <a:solidFill>
            <a:srgbClr val="FFF6DD"/>
          </a:solidFill>
          <a:ln w="17145">
            <a:solidFill>
              <a:srgbClr val="111111"/>
            </a:solidFill>
            <a:prstDash val="solid"/>
          </a:ln>
        </p:spPr>
      </p:sp>
      <p:sp>
        <p:nvSpPr>
          <p:cNvPr id="22" name="DP3 object 65">
            <a:extLst>
              <a:ext uri="{FF2B5EF4-FFF2-40B4-BE49-F238E27FC236}">
                <ns2:creationId id="{07EC2C82-AD87-4042-A87A-5BDE648B7DD2}"/>
              </a:ext>
            </a:extLst>
          </p:cNvPr>
          <p:cNvSpPr>
            <a:spLocks noGrp="1"/>
          </p:cNvSpPr>
          <p:nvPr/>
        </p:nvSpPr>
        <p:spPr>
          <a:xfrm>
            <a:off x="1447800" y="3371850"/>
            <a:ext cx="6534150" cy="74295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보존 원본</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화면·포인터·선택 + 전사·단어 시각</a:t>
            </a:r>
            <a:endParaRPr lang="ko-KR">
              <a:latin typeface="Calibri"/>
              <a:ea typeface="Calibri"/>
              <a:cs typeface="Calibri"/>
            </a:endParaRPr>
          </a:p>
        </p:txBody>
      </p:sp>
      <p:sp>
        <p:nvSpPr>
          <p:cNvPr id="23" name="Editable path 66">
            <a:extLst>
              <a:ext uri="{FF2B5EF4-FFF2-40B4-BE49-F238E27FC236}">
                <ns2:creationId id="{79B41910-1E74-417B-B167-DCDBFEF7966B}"/>
              </a:ext>
            </a:extLst>
          </p:cNvPr>
          <p:cNvSpPr>
            <a:spLocks noGrp="1"/>
          </p:cNvSpPr>
          <p:nvPr/>
        </p:nvSpPr>
        <p:spPr>
          <a:xfrm>
            <a:off x="4714875" y="41529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67">
            <a:extLst>
              <a:ext uri="{FF2B5EF4-FFF2-40B4-BE49-F238E27FC236}">
                <ns2:creationId id="{BBCBF717-E0C5-4D44-B98F-E96AC1E50693}"/>
              </a:ext>
            </a:extLst>
          </p:cNvPr>
          <p:cNvSpPr>
            <a:spLocks noGrp="1"/>
          </p:cNvSpPr>
          <p:nvPr/>
        </p:nvSpPr>
        <p:spPr>
          <a:xfrm>
            <a:off x="4667250" y="4476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68">
            <a:extLst>
              <a:ext uri="{FF2B5EF4-FFF2-40B4-BE49-F238E27FC236}">
                <ns2:creationId id="{4BECB4F1-2DBB-4638-9FBD-6BDB6105F767}"/>
              </a:ext>
            </a:extLst>
          </p:cNvPr>
          <p:cNvSpPr>
            <a:spLocks noGrp="1"/>
          </p:cNvSpPr>
          <p:nvPr/>
        </p:nvSpPr>
        <p:spPr>
          <a:xfrm>
            <a:off x="4810125" y="4257675"/>
            <a:ext cx="266700" cy="276225"/>
          </a:xfrm>
          <a:prstGeom prst="roundRect">
            <a:avLst>
              <a:gd name="adj" fmla="val 28571"/>
            </a:avLst>
          </a:prstGeom>
          <a:solidFill>
            <a:srgbClr val="C9E1B3"/>
          </a:solidFill>
          <a:ln w="17145">
            <a:solidFill>
              <a:srgbClr val="70A843"/>
            </a:solidFill>
            <a:prstDash val="solid"/>
          </a:ln>
        </p:spPr>
      </p:sp>
      <p:sp>
        <p:nvSpPr>
          <p:cNvPr id="26" name="DP3 object 69">
            <a:extLst>
              <a:ext uri="{FF2B5EF4-FFF2-40B4-BE49-F238E27FC236}">
                <ns2:creationId id="{1253B828-668F-44C6-8449-5E3826AE6E7E}"/>
              </a:ext>
            </a:extLst>
          </p:cNvPr>
          <p:cNvSpPr>
            <a:spLocks noGrp="1"/>
          </p:cNvSpPr>
          <p:nvPr/>
        </p:nvSpPr>
        <p:spPr>
          <a:xfrm>
            <a:off x="4810125"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10;현재 요청에 필요한 원본 범위·판본 구성">
            <a:extLst>
              <a:ext uri="{FF2B5EF4-FFF2-40B4-BE49-F238E27FC236}">
                <ns2:creationId id="{E1F1DFA6-EDDF-4551-A0BB-C464D2235CB0}"/>
              </a:ext>
            </a:extLst>
          </p:cNvPr>
          <p:cNvSpPr>
            <a:spLocks noGrp="1"/>
          </p:cNvSpPr>
          <p:nvPr/>
        </p:nvSpPr>
        <p:spPr>
          <a:xfrm>
            <a:off x="1381125" y="4572000"/>
            <a:ext cx="6667500" cy="809625"/>
          </a:xfrm>
          <a:prstGeom prst="rect">
            <a:avLst/>
          </a:prstGeom>
          <a:solidFill>
            <a:srgbClr val="FFF6DD"/>
          </a:solidFill>
          <a:ln w="17145">
            <a:solidFill>
              <a:srgbClr val="111111"/>
            </a:solidFill>
            <a:prstDash val="solid"/>
          </a:ln>
        </p:spPr>
      </p:sp>
      <p:sp>
        <p:nvSpPr>
          <p:cNvPr id="28" name="DP3 object 70">
            <a:extLst>
              <a:ext uri="{FF2B5EF4-FFF2-40B4-BE49-F238E27FC236}">
                <ns2:creationId id="{13A9F4C4-E7DF-465B-AEBE-2553C1706134}"/>
              </a:ext>
            </a:extLst>
          </p:cNvPr>
          <p:cNvSpPr>
            <a:spLocks noGrp="1"/>
          </p:cNvSpPr>
          <p:nvPr/>
        </p:nvSpPr>
        <p:spPr>
          <a:xfrm>
            <a:off x="1447800" y="4610100"/>
            <a:ext cx="6534150" cy="733425"/>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Grounding Coordinator</a:t>
            </a:r>
            <a:endParaRPr lang="ko-KR">
              <a:latin typeface="Calibri"/>
              <a:ea typeface="Calibri"/>
              <a:cs typeface="Calibri"/>
            </a:endParaRPr>
          </a:p>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현재 요청에 필요한 원본 범위·판본 구성</a:t>
            </a:r>
            <a:endParaRPr lang="ko-KR">
              <a:latin typeface="Calibri"/>
              <a:ea typeface="Calibri"/>
              <a:cs typeface="Calibri"/>
            </a:endParaRPr>
          </a:p>
        </p:txBody>
      </p:sp>
      <p:sp>
        <p:nvSpPr>
          <p:cNvPr id="29" name="Editable path 71">
            <a:extLst>
              <a:ext uri="{FF2B5EF4-FFF2-40B4-BE49-F238E27FC236}">
                <ns2:creationId id="{5BB5E09F-BA82-4A82-926E-2A77C97536E4}"/>
              </a:ext>
            </a:extLst>
          </p:cNvPr>
          <p:cNvSpPr>
            <a:spLocks noGrp="1"/>
          </p:cNvSpPr>
          <p:nvPr/>
        </p:nvSpPr>
        <p:spPr>
          <a:xfrm>
            <a:off x="4714875" y="5381625"/>
            <a:ext cx="953" cy="428625"/>
          </a:xfrm>
          <a:custGeom>
            <a:pathLst>
              <a:path w="953" h="428625">
                <a:moveTo>
                  <a:pt x="0" y="0"/>
                </a:moveTo>
                <a:lnTo>
                  <a:pt x="0" y="428625"/>
                </a:lnTo>
              </a:path>
            </a:pathLst>
          </a:custGeom>
          <a:noFill/>
          <a:ln w="19050">
            <a:solidFill>
              <a:srgbClr val="111111"/>
            </a:solidFill>
            <a:prstDash val="solid"/>
          </a:ln>
        </p:spPr>
      </p:sp>
      <p:sp>
        <p:nvSpPr>
          <p:cNvPr id="30" name="Editable arrowhead 72">
            <a:extLst>
              <a:ext uri="{FF2B5EF4-FFF2-40B4-BE49-F238E27FC236}">
                <ns2:creationId id="{A7A3EFE2-564B-456E-A9B6-2F798771D159}"/>
              </a:ext>
            </a:extLst>
          </p:cNvPr>
          <p:cNvSpPr>
            <a:spLocks noGrp="1"/>
          </p:cNvSpPr>
          <p:nvPr/>
        </p:nvSpPr>
        <p:spPr>
          <a:xfrm>
            <a:off x="4667250" y="5715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DP3 object 73">
            <a:extLst>
              <a:ext uri="{FF2B5EF4-FFF2-40B4-BE49-F238E27FC236}">
                <ns2:creationId id="{E7AD502D-769F-4A66-AC67-9810B546AB7B}"/>
              </a:ext>
            </a:extLst>
          </p:cNvPr>
          <p:cNvSpPr>
            <a:spLocks noGrp="1"/>
          </p:cNvSpPr>
          <p:nvPr/>
        </p:nvSpPr>
        <p:spPr>
          <a:xfrm>
            <a:off x="4810125" y="5486400"/>
            <a:ext cx="266700" cy="276225"/>
          </a:xfrm>
          <a:prstGeom prst="roundRect">
            <a:avLst>
              <a:gd name="adj" fmla="val 28571"/>
            </a:avLst>
          </a:prstGeom>
          <a:solidFill>
            <a:srgbClr val="C9E1B3"/>
          </a:solidFill>
          <a:ln w="17145">
            <a:solidFill>
              <a:srgbClr val="70A843"/>
            </a:solidFill>
            <a:prstDash val="solid"/>
          </a:ln>
        </p:spPr>
      </p:sp>
      <p:sp>
        <p:nvSpPr>
          <p:cNvPr id="32" name="DP3 object 74">
            <a:extLst>
              <a:ext uri="{FF2B5EF4-FFF2-40B4-BE49-F238E27FC236}">
                <ns2:creationId id="{6A0E16D4-A8E9-43CA-85C3-4C053ABCA252}"/>
              </a:ext>
            </a:extLst>
          </p:cNvPr>
          <p:cNvSpPr>
            <a:spLocks noGrp="1"/>
          </p:cNvSpPr>
          <p:nvPr/>
        </p:nvSpPr>
        <p:spPr>
          <a:xfrm>
            <a:off x="4810125" y="548640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33" name="Cloud 의미 LLM&#10;대상 범위와 지칭 관계를 함께 해석">
            <a:extLst>
              <a:ext uri="{FF2B5EF4-FFF2-40B4-BE49-F238E27FC236}">
                <ns2:creationId id="{BBEF8D05-1267-4CFB-B744-C11C062EE51D}"/>
              </a:ext>
            </a:extLst>
          </p:cNvPr>
          <p:cNvSpPr>
            <a:spLocks noGrp="1"/>
          </p:cNvSpPr>
          <p:nvPr/>
        </p:nvSpPr>
        <p:spPr>
          <a:xfrm>
            <a:off x="1381125" y="5810250"/>
            <a:ext cx="6667500" cy="990600"/>
          </a:xfrm>
          <a:prstGeom prst="rect">
            <a:avLst/>
          </a:prstGeom>
          <a:solidFill>
            <a:srgbClr val="F1F6FC"/>
          </a:solidFill>
          <a:ln w="28575">
            <a:solidFill>
              <a:srgbClr val="4676CB"/>
            </a:solidFill>
            <a:prstDash val="solid"/>
          </a:ln>
        </p:spPr>
      </p:sp>
      <p:sp>
        <p:nvSpPr>
          <p:cNvPr id="34" name="DP3 object 75">
            <a:extLst>
              <a:ext uri="{FF2B5EF4-FFF2-40B4-BE49-F238E27FC236}">
                <ns2:creationId id="{1928E75C-27ED-4C76-972A-FE977D45A6F9}"/>
              </a:ext>
            </a:extLst>
          </p:cNvPr>
          <p:cNvSpPr>
            <a:spLocks noGrp="1"/>
          </p:cNvSpPr>
          <p:nvPr/>
        </p:nvSpPr>
        <p:spPr>
          <a:xfrm>
            <a:off x="1447800" y="5848350"/>
            <a:ext cx="6534150" cy="91440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Cloud 의미 LLM</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대상 범위와 지칭 관계를 함께 해석</a:t>
            </a:r>
            <a:endParaRPr lang="ko-KR">
              <a:latin typeface="Calibri"/>
              <a:ea typeface="Calibri"/>
              <a:cs typeface="Calibri"/>
            </a:endParaRPr>
          </a:p>
        </p:txBody>
      </p:sp>
      <p:sp>
        <p:nvSpPr>
          <p:cNvPr id="35" name="Editable path 76">
            <a:extLst>
              <a:ext uri="{FF2B5EF4-FFF2-40B4-BE49-F238E27FC236}">
                <ns2:creationId id="{F837292A-8FC3-42CD-927E-F15AF8D171F4}"/>
              </a:ext>
            </a:extLst>
          </p:cNvPr>
          <p:cNvSpPr>
            <a:spLocks noGrp="1"/>
          </p:cNvSpPr>
          <p:nvPr/>
        </p:nvSpPr>
        <p:spPr>
          <a:xfrm>
            <a:off x="952500" y="4953000"/>
            <a:ext cx="428625" cy="1352550"/>
          </a:xfrm>
          <a:custGeom>
            <a:pathLst>
              <a:path w="428625" h="1352550">
                <a:moveTo>
                  <a:pt x="428625" y="1352550"/>
                </a:moveTo>
                <a:lnTo>
                  <a:pt x="0" y="1352550"/>
                </a:lnTo>
                <a:lnTo>
                  <a:pt x="0" y="0"/>
                </a:lnTo>
                <a:lnTo>
                  <a:pt x="428625" y="0"/>
                </a:lnTo>
              </a:path>
            </a:pathLst>
          </a:custGeom>
          <a:noFill/>
          <a:ln w="19050">
            <a:solidFill>
              <a:srgbClr val="4676CB"/>
            </a:solidFill>
            <a:prstDash val="dash"/>
          </a:ln>
        </p:spPr>
      </p:sp>
      <p:sp>
        <p:nvSpPr>
          <p:cNvPr id="36" name="Editable arrowhead 77">
            <a:extLst>
              <a:ext uri="{FF2B5EF4-FFF2-40B4-BE49-F238E27FC236}">
                <ns2:creationId id="{84FA3285-2973-48C4-8732-674522158031}"/>
              </a:ext>
            </a:extLst>
          </p:cNvPr>
          <p:cNvSpPr>
            <a:spLocks noGrp="1"/>
          </p:cNvSpPr>
          <p:nvPr/>
        </p:nvSpPr>
        <p:spPr>
          <a:xfrm>
            <a:off x="1285875" y="4905375"/>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37" name="DP3 object 78">
            <a:extLst>
              <a:ext uri="{FF2B5EF4-FFF2-40B4-BE49-F238E27FC236}">
                <ns2:creationId id="{0855C734-86CE-484F-BF86-CB3665277447}"/>
              </a:ext>
            </a:extLst>
          </p:cNvPr>
          <p:cNvSpPr>
            <a:spLocks noGrp="1"/>
          </p:cNvSpPr>
          <p:nvPr/>
        </p:nvSpPr>
        <p:spPr>
          <a:xfrm>
            <a:off x="1714500" y="6962775"/>
            <a:ext cx="5905500" cy="32385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추가 원본 조회 가능</a:t>
            </a:r>
            <a:endParaRPr lang="ko-KR">
              <a:latin typeface="Calibri"/>
              <a:ea typeface="Calibri"/>
              <a:cs typeface="Calibri"/>
            </a:endParaRPr>
          </a:p>
        </p:txBody>
      </p:sp>
      <p:sp>
        <p:nvSpPr>
          <p:cNvPr id="38" name="Editable path 79">
            <a:extLst>
              <a:ext uri="{FF2B5EF4-FFF2-40B4-BE49-F238E27FC236}">
                <ns2:creationId id="{78E5E7C3-4434-4AB3-B652-86CF1EC52977}"/>
              </a:ext>
            </a:extLst>
          </p:cNvPr>
          <p:cNvSpPr>
            <a:spLocks noGrp="1"/>
          </p:cNvSpPr>
          <p:nvPr/>
        </p:nvSpPr>
        <p:spPr>
          <a:xfrm>
            <a:off x="4714875" y="7286625"/>
            <a:ext cx="953" cy="371475"/>
          </a:xfrm>
          <a:custGeom>
            <a:pathLst>
              <a:path w="953" h="371475">
                <a:moveTo>
                  <a:pt x="0" y="0"/>
                </a:moveTo>
                <a:lnTo>
                  <a:pt x="0" y="371475"/>
                </a:lnTo>
              </a:path>
            </a:pathLst>
          </a:custGeom>
          <a:noFill/>
          <a:ln w="19050">
            <a:solidFill>
              <a:srgbClr val="111111"/>
            </a:solidFill>
            <a:prstDash val="solid"/>
          </a:ln>
        </p:spPr>
      </p:sp>
      <p:sp>
        <p:nvSpPr>
          <p:cNvPr id="39" name="Editable arrowhead 80">
            <a:extLst>
              <a:ext uri="{FF2B5EF4-FFF2-40B4-BE49-F238E27FC236}">
                <ns2:creationId id="{42404822-DA22-4853-9372-6D7C58846996}"/>
              </a:ext>
            </a:extLst>
          </p:cNvPr>
          <p:cNvSpPr>
            <a:spLocks noGrp="1"/>
          </p:cNvSpPr>
          <p:nvPr/>
        </p:nvSpPr>
        <p:spPr>
          <a:xfrm>
            <a:off x="4667250" y="7562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현재성·권한·근거 확인 → 최종 채택">
            <a:extLst>
              <a:ext uri="{FF2B5EF4-FFF2-40B4-BE49-F238E27FC236}">
                <ns2:creationId id="{44827616-4964-415D-97B6-13C85A7A9D2D}"/>
              </a:ext>
            </a:extLst>
          </p:cNvPr>
          <p:cNvSpPr>
            <a:spLocks noGrp="1"/>
          </p:cNvSpPr>
          <p:nvPr/>
        </p:nvSpPr>
        <p:spPr>
          <a:xfrm>
            <a:off x="1381125" y="7658100"/>
            <a:ext cx="6667500" cy="581025"/>
          </a:xfrm>
          <a:prstGeom prst="rect">
            <a:avLst/>
          </a:prstGeom>
          <a:solidFill>
            <a:srgbClr val="FFFFFF"/>
          </a:solidFill>
          <a:ln w="17145">
            <a:solidFill>
              <a:srgbClr val="111111"/>
            </a:solidFill>
            <a:prstDash val="solid"/>
          </a:ln>
        </p:spPr>
      </p:sp>
      <p:sp>
        <p:nvSpPr>
          <p:cNvPr id="41" name="DP3 object 81">
            <a:extLst>
              <a:ext uri="{FF2B5EF4-FFF2-40B4-BE49-F238E27FC236}">
                <ns2:creationId id="{DB794EC5-01EF-4681-8330-6558D33D9B50}"/>
              </a:ext>
            </a:extLst>
          </p:cNvPr>
          <p:cNvSpPr>
            <a:spLocks noGrp="1"/>
          </p:cNvSpPr>
          <p:nvPr/>
        </p:nvSpPr>
        <p:spPr>
          <a:xfrm>
            <a:off x="1447800" y="7696200"/>
            <a:ext cx="6534150" cy="5048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현재성·권한·근거 확인 → 최종 채택</a:t>
            </a:r>
            <a:endParaRPr lang="ko-KR">
              <a:latin typeface="Calibri"/>
              <a:ea typeface="Calibri"/>
              <a:cs typeface="Calibri"/>
            </a:endParaRPr>
          </a:p>
        </p:txBody>
      </p:sp>
      <p:sp>
        <p:nvSpPr>
          <p:cNvPr id="42" name="DP3 object 82">
            <a:extLst>
              <a:ext uri="{FF2B5EF4-FFF2-40B4-BE49-F238E27FC236}">
                <ns2:creationId id="{F2263F41-517A-48C2-B617-DD68DEE83794}"/>
              </a:ext>
            </a:extLst>
          </p:cNvPr>
          <p:cNvSpPr>
            <a:spLocks noGrp="1"/>
          </p:cNvSpPr>
          <p:nvPr/>
        </p:nvSpPr>
        <p:spPr>
          <a:xfrm>
            <a:off x="1047750" y="8515350"/>
            <a:ext cx="7429500" cy="7239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별도 화면 ML runtime 없음</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원본 crop·추가 읽기·확정 이력 재사용 가능</a:t>
            </a:r>
            <a:endParaRPr lang="ko-KR">
              <a:latin typeface="Calibri"/>
              <a:ea typeface="Calibri"/>
              <a:cs typeface="Calibri"/>
            </a:endParaRPr>
          </a:p>
        </p:txBody>
      </p:sp>
      <p:sp>
        <p:nvSpPr>
          <p:cNvPr id="43" name="당시 화면·포인터·선택 원본">
            <a:extLst>
              <a:ext uri="{FF2B5EF4-FFF2-40B4-BE49-F238E27FC236}">
                <ns2:creationId id="{5AA7442B-C7F2-4D47-ABAD-5D245A8A989C}"/>
              </a:ext>
            </a:extLst>
          </p:cNvPr>
          <p:cNvSpPr>
            <a:spLocks noGrp="1"/>
          </p:cNvSpPr>
          <p:nvPr/>
        </p:nvSpPr>
        <p:spPr>
          <a:xfrm>
            <a:off x="10144125" y="3333750"/>
            <a:ext cx="6667500" cy="571500"/>
          </a:xfrm>
          <a:prstGeom prst="rect">
            <a:avLst/>
          </a:prstGeom>
          <a:solidFill>
            <a:srgbClr val="FFF6DD"/>
          </a:solidFill>
          <a:ln w="17145">
            <a:solidFill>
              <a:srgbClr val="111111"/>
            </a:solidFill>
            <a:prstDash val="solid"/>
          </a:ln>
        </p:spPr>
      </p:sp>
      <p:sp>
        <p:nvSpPr>
          <p:cNvPr id="44" name="DP3 object 83">
            <a:extLst>
              <a:ext uri="{FF2B5EF4-FFF2-40B4-BE49-F238E27FC236}">
                <ns2:creationId id="{637306CF-BFC2-4D69-B38F-67695ED6B4CD}"/>
              </a:ext>
            </a:extLst>
          </p:cNvPr>
          <p:cNvSpPr>
            <a:spLocks noGrp="1"/>
          </p:cNvSpPr>
          <p:nvPr/>
        </p:nvSpPr>
        <p:spPr>
          <a:xfrm>
            <a:off x="10210800" y="3371850"/>
            <a:ext cx="6534150" cy="495300"/>
          </a:xfrm>
          <a:prstGeom prst="rect">
            <a:avLst/>
          </a:prstGeom>
          <a:noFill/>
          <a:ln w="0">
            <a:noFill/>
            <a:prstDash val="solid"/>
          </a:ln>
        </p:spPr>
        <p:txBody>
          <a:bodyPr wrap="none" lIns="0" tIns="0" rIns="0" bIns="0" anchor="ctr">
            <a:noAutofit/>
          </a:bodyPr>
          <a:lstStyle>
            <a:defPPr algn="ctr">
              <a:defRPr sz="2100" b="0" lang="ko-KR">
                <a:solidFill>
                  <a:srgbClr val="111111"/>
                </a:solidFill>
                <a:latin typeface="Calibri"/>
                <a:ea typeface="Calibri"/>
                <a:cs typeface="Calibri"/>
              </a:defRPr>
            </a:defPPr>
            <a:lvl1pPr algn="ctr">
              <a:defRPr sz="2100" b="0" lang="ko-KR">
                <a:solidFill>
                  <a:srgbClr val="111111"/>
                </a:solidFill>
                <a:latin typeface="Calibri"/>
                <a:ea typeface="Calibri"/>
                <a:cs typeface="Calibri"/>
              </a:defRPr>
            </a:lvl1pPr>
            <a:lvl2pPr algn="ctr">
              <a:defRPr sz="2100" b="0" lang="ko-KR">
                <a:solidFill>
                  <a:srgbClr val="111111"/>
                </a:solidFill>
                <a:latin typeface="Calibri"/>
                <a:ea typeface="Calibri"/>
                <a:cs typeface="Calibri"/>
              </a:defRPr>
            </a:lvl2pPr>
            <a:lvl3pPr algn="ctr">
              <a:defRPr sz="2100" b="0" lang="ko-KR">
                <a:solidFill>
                  <a:srgbClr val="111111"/>
                </a:solidFill>
                <a:latin typeface="Calibri"/>
                <a:ea typeface="Calibri"/>
                <a:cs typeface="Calibri"/>
              </a:defRPr>
            </a:lvl3pPr>
            <a:lvl4pPr algn="ctr">
              <a:defRPr sz="2100" b="0" lang="ko-KR">
                <a:solidFill>
                  <a:srgbClr val="111111"/>
                </a:solidFill>
                <a:latin typeface="Calibri"/>
                <a:ea typeface="Calibri"/>
                <a:cs typeface="Calibri"/>
              </a:defRPr>
            </a:lvl4pPr>
            <a:lvl5pPr algn="ctr">
              <a:defRPr sz="2100" b="0" lang="ko-KR">
                <a:solidFill>
                  <a:srgbClr val="111111"/>
                </a:solidFill>
                <a:latin typeface="Calibri"/>
                <a:ea typeface="Calibri"/>
                <a:cs typeface="Calibri"/>
              </a:defRPr>
            </a:lvl5pPr>
            <a:lvl6pPr algn="ctr">
              <a:defRPr sz="2100" b="0" lang="ko-KR">
                <a:solidFill>
                  <a:srgbClr val="111111"/>
                </a:solidFill>
                <a:latin typeface="Calibri"/>
                <a:ea typeface="Calibri"/>
                <a:cs typeface="Calibri"/>
              </a:defRPr>
            </a:lvl6pPr>
            <a:lvl7pPr algn="ctr">
              <a:defRPr sz="2100" b="0" lang="ko-KR">
                <a:solidFill>
                  <a:srgbClr val="111111"/>
                </a:solidFill>
                <a:latin typeface="Calibri"/>
                <a:ea typeface="Calibri"/>
                <a:cs typeface="Calibri"/>
              </a:defRPr>
            </a:lvl7pPr>
            <a:lvl8pPr algn="ctr">
              <a:defRPr sz="2100" b="0" lang="ko-KR">
                <a:solidFill>
                  <a:srgbClr val="111111"/>
                </a:solidFill>
                <a:latin typeface="Calibri"/>
                <a:ea typeface="Calibri"/>
                <a:cs typeface="Calibri"/>
              </a:defRPr>
            </a:lvl8pPr>
            <a:lvl9pPr algn="ctr">
              <a:defRPr sz="2100" b="0" lang="ko-KR">
                <a:solidFill>
                  <a:srgbClr val="111111"/>
                </a:solidFill>
                <a:latin typeface="Calibri"/>
                <a:ea typeface="Calibri"/>
                <a:cs typeface="Calibri"/>
              </a:defRPr>
            </a:lvl9pPr>
          </a:lstStyle>
          <a:p>
            <a:pPr algn="ctr">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당시 화면·포인터·선택 원본</a:t>
            </a:r>
            <a:endParaRPr lang="ko-KR">
              <a:latin typeface="Calibri"/>
              <a:ea typeface="Calibri"/>
              <a:cs typeface="Calibri"/>
            </a:endParaRPr>
          </a:p>
        </p:txBody>
      </p:sp>
      <p:sp>
        <p:nvSpPr>
          <p:cNvPr id="45" name="Editable path 84">
            <a:extLst>
              <a:ext uri="{FF2B5EF4-FFF2-40B4-BE49-F238E27FC236}">
                <ns2:creationId id="{81B0D575-8C0E-4D8F-BD3F-7402C77216B2}"/>
              </a:ext>
            </a:extLst>
          </p:cNvPr>
          <p:cNvSpPr>
            <a:spLocks noGrp="1"/>
          </p:cNvSpPr>
          <p:nvPr/>
        </p:nvSpPr>
        <p:spPr>
          <a:xfrm>
            <a:off x="13477875" y="3905250"/>
            <a:ext cx="953" cy="342900"/>
          </a:xfrm>
          <a:custGeom>
            <a:pathLst>
              <a:path w="953" h="342900">
                <a:moveTo>
                  <a:pt x="0" y="0"/>
                </a:moveTo>
                <a:lnTo>
                  <a:pt x="0" y="342900"/>
                </a:lnTo>
              </a:path>
            </a:pathLst>
          </a:custGeom>
          <a:noFill/>
          <a:ln w="19050">
            <a:solidFill>
              <a:srgbClr val="111111"/>
            </a:solidFill>
            <a:prstDash val="solid"/>
          </a:ln>
        </p:spPr>
      </p:sp>
      <p:sp>
        <p:nvSpPr>
          <p:cNvPr id="46" name="Editable arrowhead 85">
            <a:extLst>
              <a:ext uri="{FF2B5EF4-FFF2-40B4-BE49-F238E27FC236}">
                <ns2:creationId id="{4503B4BA-15FE-4B63-AB10-5A26152CB561}"/>
              </a:ext>
            </a:extLst>
          </p:cNvPr>
          <p:cNvSpPr>
            <a:spLocks noGrp="1"/>
          </p:cNvSpPr>
          <p:nvPr/>
        </p:nvSpPr>
        <p:spPr>
          <a:xfrm>
            <a:off x="13430250" y="4152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86">
            <a:extLst>
              <a:ext uri="{FF2B5EF4-FFF2-40B4-BE49-F238E27FC236}">
                <ns2:creationId id="{CBCBA395-86A3-4698-A58D-BAD90E0665A3}"/>
              </a:ext>
            </a:extLst>
          </p:cNvPr>
          <p:cNvSpPr>
            <a:spLocks noGrp="1"/>
          </p:cNvSpPr>
          <p:nvPr/>
        </p:nvSpPr>
        <p:spPr>
          <a:xfrm>
            <a:off x="13573125" y="3971925"/>
            <a:ext cx="266700" cy="276225"/>
          </a:xfrm>
          <a:prstGeom prst="roundRect">
            <a:avLst>
              <a:gd name="adj" fmla="val 28571"/>
            </a:avLst>
          </a:prstGeom>
          <a:solidFill>
            <a:srgbClr val="C9E1B3"/>
          </a:solidFill>
          <a:ln w="17145">
            <a:solidFill>
              <a:srgbClr val="70A843"/>
            </a:solidFill>
            <a:prstDash val="solid"/>
          </a:ln>
        </p:spPr>
      </p:sp>
      <p:sp>
        <p:nvSpPr>
          <p:cNvPr id="48" name="DP3 object 87">
            <a:extLst>
              <a:ext uri="{FF2B5EF4-FFF2-40B4-BE49-F238E27FC236}">
                <ns2:creationId id="{C0D977EF-5541-4F7C-9915-1F9710478D7E}"/>
              </a:ext>
            </a:extLst>
          </p:cNvPr>
          <p:cNvSpPr>
            <a:spLocks noGrp="1"/>
          </p:cNvSpPr>
          <p:nvPr/>
        </p:nvSpPr>
        <p:spPr>
          <a:xfrm>
            <a:off x="13573125" y="39719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DP3 object 88">
            <a:extLst>
              <a:ext uri="{FF2B5EF4-FFF2-40B4-BE49-F238E27FC236}">
                <ns2:creationId id="{811FAAAC-D49E-4218-99D9-C765B070CED0}"/>
              </a:ext>
            </a:extLst>
          </p:cNvPr>
          <p:cNvSpPr>
            <a:spLocks noGrp="1"/>
          </p:cNvSpPr>
          <p:nvPr/>
        </p:nvSpPr>
        <p:spPr>
          <a:xfrm>
            <a:off x="10144125" y="4248150"/>
            <a:ext cx="6667500" cy="1485900"/>
          </a:xfrm>
          <a:prstGeom prst="rect">
            <a:avLst/>
          </a:prstGeom>
          <a:solidFill>
            <a:srgbClr val="FFF6DD"/>
          </a:solidFill>
          <a:ln w="20955">
            <a:solidFill>
              <a:srgbClr val="111111"/>
            </a:solidFill>
            <a:prstDash val="solid"/>
          </a:ln>
        </p:spPr>
      </p:sp>
      <p:sp>
        <p:nvSpPr>
          <p:cNvPr id="50" name="DP3 object 89">
            <a:extLst>
              <a:ext uri="{FF2B5EF4-FFF2-40B4-BE49-F238E27FC236}">
                <ns2:creationId id="{35633B6A-2441-41D0-B638-862BBFB58465}"/>
              </a:ext>
            </a:extLst>
          </p:cNvPr>
          <p:cNvSpPr>
            <a:spLocks noGrp="1"/>
          </p:cNvSpPr>
          <p:nvPr/>
        </p:nvSpPr>
        <p:spPr>
          <a:xfrm>
            <a:off x="10267950" y="4324350"/>
            <a:ext cx="6419850" cy="3619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Local CPU worker 1개 — runtime 유지</a:t>
            </a:r>
            <a:endParaRPr lang="ko-KR">
              <a:latin typeface="Calibri"/>
              <a:ea typeface="Calibri"/>
              <a:cs typeface="Calibri"/>
            </a:endParaRPr>
          </a:p>
        </p:txBody>
      </p:sp>
      <p:sp>
        <p:nvSpPr>
          <p:cNvPr id="51" name="UI 로딩·추론&#10;검출 + OCR">
            <a:extLst>
              <a:ext uri="{FF2B5EF4-FFF2-40B4-BE49-F238E27FC236}">
                <ns2:creationId id="{EEA31E12-06A8-4DF5-8CC1-471F3C2B2AEE}"/>
              </a:ext>
            </a:extLst>
          </p:cNvPr>
          <p:cNvSpPr>
            <a:spLocks noGrp="1"/>
          </p:cNvSpPr>
          <p:nvPr/>
        </p:nvSpPr>
        <p:spPr>
          <a:xfrm>
            <a:off x="10382250" y="4876800"/>
            <a:ext cx="2190750" cy="628650"/>
          </a:xfrm>
          <a:prstGeom prst="rect">
            <a:avLst/>
          </a:prstGeom>
          <a:solidFill>
            <a:srgbClr val="FFFFFF"/>
          </a:solidFill>
          <a:ln w="17145">
            <a:solidFill>
              <a:srgbClr val="111111"/>
            </a:solidFill>
            <a:prstDash val="solid"/>
          </a:ln>
        </p:spPr>
      </p:sp>
      <p:sp>
        <p:nvSpPr>
          <p:cNvPr id="52" name="DP3 object 90">
            <a:extLst>
              <a:ext uri="{FF2B5EF4-FFF2-40B4-BE49-F238E27FC236}">
                <ns2:creationId id="{33DFD828-D2F9-4A66-A9C1-B04605DBA722}"/>
              </a:ext>
            </a:extLst>
          </p:cNvPr>
          <p:cNvSpPr>
            <a:spLocks noGrp="1"/>
          </p:cNvSpPr>
          <p:nvPr/>
        </p:nvSpPr>
        <p:spPr>
          <a:xfrm>
            <a:off x="10448925" y="4914900"/>
            <a:ext cx="2057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UI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검출 + OCR</a:t>
            </a:r>
            <a:endParaRPr lang="ko-KR">
              <a:latin typeface="Calibri"/>
              <a:ea typeface="Calibri"/>
              <a:cs typeface="Calibri"/>
            </a:endParaRPr>
          </a:p>
        </p:txBody>
      </p:sp>
      <p:sp>
        <p:nvSpPr>
          <p:cNvPr id="53" name="회수·전환">
            <a:extLst>
              <a:ext uri="{FF2B5EF4-FFF2-40B4-BE49-F238E27FC236}">
                <ns2:creationId id="{5E0A1A34-01BC-478E-8894-200613E29474}"/>
              </a:ext>
            </a:extLst>
          </p:cNvPr>
          <p:cNvSpPr>
            <a:spLocks noGrp="1"/>
          </p:cNvSpPr>
          <p:nvPr/>
        </p:nvSpPr>
        <p:spPr>
          <a:xfrm>
            <a:off x="12811125" y="4876800"/>
            <a:ext cx="1428750" cy="628650"/>
          </a:xfrm>
          <a:prstGeom prst="rect">
            <a:avLst/>
          </a:prstGeom>
          <a:solidFill>
            <a:srgbClr val="FFFFFF"/>
          </a:solidFill>
          <a:ln w="17145">
            <a:solidFill>
              <a:srgbClr val="111111"/>
            </a:solidFill>
            <a:prstDash val="solid"/>
          </a:ln>
        </p:spPr>
      </p:sp>
      <p:sp>
        <p:nvSpPr>
          <p:cNvPr id="54" name="DP3 object 91">
            <a:extLst>
              <a:ext uri="{FF2B5EF4-FFF2-40B4-BE49-F238E27FC236}">
                <ns2:creationId id="{DEC349D2-4D43-43EF-A4C6-6FA1BDE0084B}"/>
              </a:ext>
            </a:extLst>
          </p:cNvPr>
          <p:cNvSpPr>
            <a:spLocks noGrp="1"/>
          </p:cNvSpPr>
          <p:nvPr/>
        </p:nvSpPr>
        <p:spPr>
          <a:xfrm>
            <a:off x="12877800" y="4914900"/>
            <a:ext cx="129540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회수·전환</a:t>
            </a:r>
            <a:endParaRPr lang="ko-KR">
              <a:latin typeface="Calibri"/>
              <a:ea typeface="Calibri"/>
              <a:cs typeface="Calibri"/>
            </a:endParaRPr>
          </a:p>
        </p:txBody>
      </p:sp>
      <p:sp>
        <p:nvSpPr>
          <p:cNvPr id="55" name="SAM 로딩·추론&#10;필요할 때만">
            <a:extLst>
              <a:ext uri="{FF2B5EF4-FFF2-40B4-BE49-F238E27FC236}">
                <ns2:creationId id="{938276E3-9383-4BC8-B519-8FDB1ED97C1E}"/>
              </a:ext>
            </a:extLst>
          </p:cNvPr>
          <p:cNvSpPr>
            <a:spLocks noGrp="1"/>
          </p:cNvSpPr>
          <p:nvPr/>
        </p:nvSpPr>
        <p:spPr>
          <a:xfrm>
            <a:off x="14478000" y="4876800"/>
            <a:ext cx="2095500" cy="628650"/>
          </a:xfrm>
          <a:prstGeom prst="rect">
            <a:avLst/>
          </a:prstGeom>
          <a:solidFill>
            <a:srgbClr val="FFFFFF"/>
          </a:solidFill>
          <a:ln w="17145">
            <a:solidFill>
              <a:srgbClr val="111111"/>
            </a:solidFill>
            <a:prstDash val="solid"/>
          </a:ln>
        </p:spPr>
      </p:sp>
      <p:sp>
        <p:nvSpPr>
          <p:cNvPr id="56" name="DP3 object 92">
            <a:extLst>
              <a:ext uri="{FF2B5EF4-FFF2-40B4-BE49-F238E27FC236}">
                <ns2:creationId id="{5142C379-C00E-4163-8FB6-F0E7E35F61A2}"/>
              </a:ext>
            </a:extLst>
          </p:cNvPr>
          <p:cNvSpPr>
            <a:spLocks noGrp="1"/>
          </p:cNvSpPr>
          <p:nvPr/>
        </p:nvSpPr>
        <p:spPr>
          <a:xfrm>
            <a:off x="14544675" y="4914900"/>
            <a:ext cx="1962150" cy="5524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SAM 로딩·추론</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필요할 때만</a:t>
            </a:r>
            <a:endParaRPr lang="ko-KR">
              <a:latin typeface="Calibri"/>
              <a:ea typeface="Calibri"/>
              <a:cs typeface="Calibri"/>
            </a:endParaRPr>
          </a:p>
        </p:txBody>
      </p:sp>
      <p:sp>
        <p:nvSpPr>
          <p:cNvPr id="57" name="Editable path 93">
            <a:extLst>
              <a:ext uri="{FF2B5EF4-FFF2-40B4-BE49-F238E27FC236}">
                <ns2:creationId id="{20AA7306-EEE5-4EF2-8D4C-F1289337C0CD}"/>
              </a:ext>
            </a:extLst>
          </p:cNvPr>
          <p:cNvSpPr>
            <a:spLocks noGrp="1"/>
          </p:cNvSpPr>
          <p:nvPr/>
        </p:nvSpPr>
        <p:spPr>
          <a:xfrm>
            <a:off x="12573000" y="5191125"/>
            <a:ext cx="238125" cy="953"/>
          </a:xfrm>
          <a:custGeom>
            <a:pathLst>
              <a:path w="238125" h="953">
                <a:moveTo>
                  <a:pt x="0" y="0"/>
                </a:moveTo>
                <a:lnTo>
                  <a:pt x="238125" y="0"/>
                </a:lnTo>
              </a:path>
            </a:pathLst>
          </a:custGeom>
          <a:noFill/>
          <a:ln w="19050">
            <a:solidFill>
              <a:srgbClr val="111111"/>
            </a:solidFill>
            <a:prstDash val="solid"/>
          </a:ln>
        </p:spPr>
      </p:sp>
      <p:sp>
        <p:nvSpPr>
          <p:cNvPr id="58" name="Editable arrowhead 94">
            <a:extLst>
              <a:ext uri="{FF2B5EF4-FFF2-40B4-BE49-F238E27FC236}">
                <ns2:creationId id="{956AE25A-A541-453C-A77B-F6A030831D48}"/>
              </a:ext>
            </a:extLst>
          </p:cNvPr>
          <p:cNvSpPr>
            <a:spLocks noGrp="1"/>
          </p:cNvSpPr>
          <p:nvPr/>
        </p:nvSpPr>
        <p:spPr>
          <a:xfrm>
            <a:off x="12715875"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Editable path 95">
            <a:extLst>
              <a:ext uri="{FF2B5EF4-FFF2-40B4-BE49-F238E27FC236}">
                <ns2:creationId id="{45A7E30E-AF21-43DF-8A49-A8686311837D}"/>
              </a:ext>
            </a:extLst>
          </p:cNvPr>
          <p:cNvSpPr>
            <a:spLocks noGrp="1"/>
          </p:cNvSpPr>
          <p:nvPr/>
        </p:nvSpPr>
        <p:spPr>
          <a:xfrm>
            <a:off x="14239875" y="5191125"/>
            <a:ext cx="238125" cy="953"/>
          </a:xfrm>
          <a:custGeom>
            <a:pathLst>
              <a:path w="238125" h="953">
                <a:moveTo>
                  <a:pt x="0" y="0"/>
                </a:moveTo>
                <a:lnTo>
                  <a:pt x="238125" y="0"/>
                </a:lnTo>
              </a:path>
            </a:pathLst>
          </a:custGeom>
          <a:noFill/>
          <a:ln w="19050">
            <a:solidFill>
              <a:srgbClr val="111111"/>
            </a:solidFill>
            <a:prstDash val="dash"/>
          </a:ln>
        </p:spPr>
      </p:sp>
      <p:sp>
        <p:nvSpPr>
          <p:cNvPr id="60" name="Editable arrowhead 96">
            <a:extLst>
              <a:ext uri="{FF2B5EF4-FFF2-40B4-BE49-F238E27FC236}">
                <ns2:creationId id="{83C0B764-850F-4B1A-A7D2-84D63ED89E04}"/>
              </a:ext>
            </a:extLst>
          </p:cNvPr>
          <p:cNvSpPr>
            <a:spLocks noGrp="1"/>
          </p:cNvSpPr>
          <p:nvPr/>
        </p:nvSpPr>
        <p:spPr>
          <a:xfrm>
            <a:off x="14382750" y="5143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1" name="Editable path 97">
            <a:extLst>
              <a:ext uri="{FF2B5EF4-FFF2-40B4-BE49-F238E27FC236}">
                <ns2:creationId id="{EE151B22-8A7A-4083-8F70-EDF53F9AB41F}"/>
              </a:ext>
            </a:extLst>
          </p:cNvPr>
          <p:cNvSpPr>
            <a:spLocks noGrp="1"/>
          </p:cNvSpPr>
          <p:nvPr/>
        </p:nvSpPr>
        <p:spPr>
          <a:xfrm>
            <a:off x="13477875" y="5734050"/>
            <a:ext cx="953" cy="361950"/>
          </a:xfrm>
          <a:custGeom>
            <a:pathLst>
              <a:path w="953" h="361950">
                <a:moveTo>
                  <a:pt x="0" y="0"/>
                </a:moveTo>
                <a:lnTo>
                  <a:pt x="0" y="361950"/>
                </a:lnTo>
              </a:path>
            </a:pathLst>
          </a:custGeom>
          <a:noFill/>
          <a:ln w="19050">
            <a:solidFill>
              <a:srgbClr val="111111"/>
            </a:solidFill>
            <a:prstDash val="solid"/>
          </a:ln>
        </p:spPr>
      </p:sp>
      <p:sp>
        <p:nvSpPr>
          <p:cNvPr id="62" name="Editable arrowhead 98">
            <a:extLst>
              <a:ext uri="{FF2B5EF4-FFF2-40B4-BE49-F238E27FC236}">
                <ns2:creationId id="{8FFC2BFD-02B2-4FAA-B362-B591E635578E}"/>
              </a:ext>
            </a:extLst>
          </p:cNvPr>
          <p:cNvSpPr>
            <a:spLocks noGrp="1"/>
          </p:cNvSpPr>
          <p:nvPr/>
        </p:nvSpPr>
        <p:spPr>
          <a:xfrm>
            <a:off x="13430250" y="6000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99">
            <a:extLst>
              <a:ext uri="{FF2B5EF4-FFF2-40B4-BE49-F238E27FC236}">
                <ns2:creationId id="{7CCF0D80-C4A0-4DB3-9FE6-F6522C8B94E8}"/>
              </a:ext>
            </a:extLst>
          </p:cNvPr>
          <p:cNvSpPr>
            <a:spLocks noGrp="1"/>
          </p:cNvSpPr>
          <p:nvPr/>
        </p:nvSpPr>
        <p:spPr>
          <a:xfrm>
            <a:off x="13573125" y="5800725"/>
            <a:ext cx="266700" cy="276225"/>
          </a:xfrm>
          <a:prstGeom prst="roundRect">
            <a:avLst>
              <a:gd name="adj" fmla="val 28571"/>
            </a:avLst>
          </a:prstGeom>
          <a:solidFill>
            <a:srgbClr val="C9E1B3"/>
          </a:solidFill>
          <a:ln w="17145">
            <a:solidFill>
              <a:srgbClr val="70A843"/>
            </a:solidFill>
            <a:prstDash val="solid"/>
          </a:ln>
        </p:spPr>
      </p:sp>
      <p:sp>
        <p:nvSpPr>
          <p:cNvPr id="64" name="DP3 object 100">
            <a:extLst>
              <a:ext uri="{FF2B5EF4-FFF2-40B4-BE49-F238E27FC236}">
                <ns2:creationId id="{49CF8F1A-2CD2-4F45-A2A4-60ABC1BECDCE}"/>
              </a:ext>
            </a:extLst>
          </p:cNvPr>
          <p:cNvSpPr>
            <a:spLocks noGrp="1"/>
          </p:cNvSpPr>
          <p:nvPr/>
        </p:nvSpPr>
        <p:spPr>
          <a:xfrm>
            <a:off x="13573125" y="58007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5" name="후보 bbox·mask·track + 출처·판본·불확실성&#10;원본 crop과 episode 상태 보존">
            <a:extLst>
              <a:ext uri="{FF2B5EF4-FFF2-40B4-BE49-F238E27FC236}">
                <ns2:creationId id="{F60843CB-D585-4B8E-ADFF-7244CF13CE54}"/>
              </a:ext>
            </a:extLst>
          </p:cNvPr>
          <p:cNvSpPr>
            <a:spLocks noGrp="1"/>
          </p:cNvSpPr>
          <p:nvPr/>
        </p:nvSpPr>
        <p:spPr>
          <a:xfrm>
            <a:off x="10144125" y="6096000"/>
            <a:ext cx="6667500" cy="838200"/>
          </a:xfrm>
          <a:prstGeom prst="can">
            <a:avLst>
              <a:gd name="adj" fmla="val 16000"/>
            </a:avLst>
          </a:prstGeom>
          <a:solidFill>
            <a:srgbClr val="FFF6DD"/>
          </a:solidFill>
          <a:ln w="17145">
            <a:solidFill>
              <a:srgbClr val="111111"/>
            </a:solidFill>
            <a:prstDash val="solid"/>
          </a:ln>
        </p:spPr>
      </p:sp>
      <p:sp>
        <p:nvSpPr>
          <p:cNvPr id="66" name="DP3 object 101">
            <a:extLst>
              <a:ext uri="{FF2B5EF4-FFF2-40B4-BE49-F238E27FC236}">
                <ns2:creationId id="{B6C7632F-7D11-4C74-9340-1C3D52D16938}"/>
              </a:ext>
            </a:extLst>
          </p:cNvPr>
          <p:cNvSpPr>
            <a:spLocks noGrp="1"/>
          </p:cNvSpPr>
          <p:nvPr/>
        </p:nvSpPr>
        <p:spPr>
          <a:xfrm>
            <a:off x="10191750" y="6200775"/>
            <a:ext cx="65722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후보 bbox·mask·track + 출처·판본·불확실성</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crop과 episode 상태 보존</a:t>
            </a:r>
            <a:endParaRPr lang="ko-KR">
              <a:latin typeface="Calibri"/>
              <a:ea typeface="Calibri"/>
              <a:cs typeface="Calibri"/>
            </a:endParaRPr>
          </a:p>
        </p:txBody>
      </p:sp>
      <p:sp>
        <p:nvSpPr>
          <p:cNvPr id="67" name="Editable path 102">
            <a:extLst>
              <a:ext uri="{FF2B5EF4-FFF2-40B4-BE49-F238E27FC236}">
                <ns2:creationId id="{8DCB98B8-1380-4F0D-AE55-A5BA2265C3EF}"/>
              </a:ext>
            </a:extLst>
          </p:cNvPr>
          <p:cNvSpPr>
            <a:spLocks noGrp="1"/>
          </p:cNvSpPr>
          <p:nvPr/>
        </p:nvSpPr>
        <p:spPr>
          <a:xfrm>
            <a:off x="13477875" y="6934200"/>
            <a:ext cx="953" cy="352425"/>
          </a:xfrm>
          <a:custGeom>
            <a:pathLst>
              <a:path w="953" h="352425">
                <a:moveTo>
                  <a:pt x="0" y="0"/>
                </a:moveTo>
                <a:lnTo>
                  <a:pt x="0" y="352425"/>
                </a:lnTo>
              </a:path>
            </a:pathLst>
          </a:custGeom>
          <a:noFill/>
          <a:ln w="19050">
            <a:solidFill>
              <a:srgbClr val="111111"/>
            </a:solidFill>
            <a:prstDash val="solid"/>
          </a:ln>
        </p:spPr>
      </p:sp>
      <p:sp>
        <p:nvSpPr>
          <p:cNvPr id="68" name="Editable arrowhead 103">
            <a:extLst>
              <a:ext uri="{FF2B5EF4-FFF2-40B4-BE49-F238E27FC236}">
                <ns2:creationId id="{6787ACDD-14D4-483D-9C66-FBEA799583CE}"/>
              </a:ext>
            </a:extLst>
          </p:cNvPr>
          <p:cNvSpPr>
            <a:spLocks noGrp="1"/>
          </p:cNvSpPr>
          <p:nvPr/>
        </p:nvSpPr>
        <p:spPr>
          <a:xfrm>
            <a:off x="13430250" y="719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9" name="Cloud 의미 LLM&#10;같은 전사 + 후보 + 원본 crop으로 지칭 결합">
            <a:extLst>
              <a:ext uri="{FF2B5EF4-FFF2-40B4-BE49-F238E27FC236}">
                <ns2:creationId id="{825B69F1-BC2C-4F05-8029-7769AD2A0493}"/>
              </a:ext>
            </a:extLst>
          </p:cNvPr>
          <p:cNvSpPr>
            <a:spLocks noGrp="1"/>
          </p:cNvSpPr>
          <p:nvPr/>
        </p:nvSpPr>
        <p:spPr>
          <a:xfrm>
            <a:off x="10144125" y="7286625"/>
            <a:ext cx="6667500" cy="809625"/>
          </a:xfrm>
          <a:prstGeom prst="rect">
            <a:avLst/>
          </a:prstGeom>
          <a:solidFill>
            <a:srgbClr val="F1F6FC"/>
          </a:solidFill>
          <a:ln w="28575">
            <a:solidFill>
              <a:srgbClr val="4676CB"/>
            </a:solidFill>
            <a:prstDash val="solid"/>
          </a:ln>
        </p:spPr>
      </p:sp>
      <p:sp>
        <p:nvSpPr>
          <p:cNvPr id="70" name="DP3 object 104">
            <a:extLst>
              <a:ext uri="{FF2B5EF4-FFF2-40B4-BE49-F238E27FC236}">
                <ns2:creationId id="{2556EFD9-2D0C-4AE2-B5AB-E16DF6EFAD4F}"/>
              </a:ext>
            </a:extLst>
          </p:cNvPr>
          <p:cNvSpPr>
            <a:spLocks noGrp="1"/>
          </p:cNvSpPr>
          <p:nvPr/>
        </p:nvSpPr>
        <p:spPr>
          <a:xfrm>
            <a:off x="10210800" y="7324725"/>
            <a:ext cx="6534150" cy="7334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같은 전사 + 후보 + 원본 crop으로 지칭 결합</a:t>
            </a:r>
            <a:endParaRPr lang="ko-KR">
              <a:latin typeface="Calibri"/>
              <a:ea typeface="Calibri"/>
              <a:cs typeface="Calibri"/>
            </a:endParaRPr>
          </a:p>
        </p:txBody>
      </p:sp>
      <p:sp>
        <p:nvSpPr>
          <p:cNvPr id="71" name="DP3 object 105">
            <a:extLst>
              <a:ext uri="{FF2B5EF4-FFF2-40B4-BE49-F238E27FC236}">
                <ns2:creationId id="{DC571AAF-2DC5-4C9C-9C19-2080C2CA3058}"/>
              </a:ext>
            </a:extLst>
          </p:cNvPr>
          <p:cNvSpPr>
            <a:spLocks noGrp="1"/>
          </p:cNvSpPr>
          <p:nvPr/>
        </p:nvSpPr>
        <p:spPr>
          <a:xfrm>
            <a:off x="10096500" y="8248650"/>
            <a:ext cx="6858000" cy="32385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검증·채택 / 후보가 부족하면 생산기에 확장 요청</a:t>
            </a:r>
            <a:endParaRPr lang="ko-KR">
              <a:latin typeface="Calibri"/>
              <a:ea typeface="Calibri"/>
              <a:cs typeface="Calibri"/>
            </a:endParaRPr>
          </a:p>
        </p:txBody>
      </p:sp>
      <p:sp>
        <p:nvSpPr>
          <p:cNvPr id="72" name="DP3 object 106">
            <a:extLst>
              <a:ext uri="{FF2B5EF4-FFF2-40B4-BE49-F238E27FC236}">
                <ns2:creationId id="{F7656AD5-E82A-4140-AB6A-DFAADA3E757C}"/>
              </a:ext>
            </a:extLst>
          </p:cNvPr>
          <p:cNvSpPr>
            <a:spLocks noGrp="1"/>
          </p:cNvSpPr>
          <p:nvPr/>
        </p:nvSpPr>
        <p:spPr>
          <a:xfrm>
            <a:off x="9715500" y="8810625"/>
            <a:ext cx="7620000" cy="3714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메모리 회수 ↔ 다음 요청의 로딩·전환 대기</a:t>
            </a:r>
            <a:endParaRPr lang="ko-KR">
              <a:latin typeface="Calibri"/>
              <a:ea typeface="Calibri"/>
              <a:cs typeface="Calibri"/>
            </a:endParaRPr>
          </a:p>
        </p:txBody>
      </p:sp>
      <p:sp>
        <p:nvSpPr>
          <p:cNvPr id="73" name="DP3 object 107">
            <a:extLst>
              <a:ext uri="{FF2B5EF4-FFF2-40B4-BE49-F238E27FC236}">
                <ns2:creationId id="{174F2533-95F2-4C16-9AB3-B98D4A9B15AF}"/>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B의 후보는 파생 해석이며 독립 원본이 아니다. native 선택이면 생산 생략, bbox로 충분하면 SAM 생략.</a:t>
            </a:r>
            <a:endParaRPr lang="ko-KR">
              <a:latin typeface="Calibri"/>
              <a:ea typeface="Calibri"/>
              <a:cs typeface="Calibri"/>
            </a:endParaRPr>
          </a:p>
        </p:txBody>
      </p:sp>
    </p:spTree>
    <p:extLst>
      <p:ext uri="{BB962C8B-B14F-4D97-AF65-F5344CB8AC3E}">
        <p14:creationId val="661933966"/>
      </p:ext>
    </p:extLst>
  </p:cSld>
</p:sld>
</file>

<file path=ppt/slides/slide3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5" name="DP3 object 108">
            <a:extLst>
              <a:ext uri="{FF2B5EF4-FFF2-40B4-BE49-F238E27FC236}">
                <ns2:creationId id="{AE873C9F-D6B0-4A8E-8262-880FEEC825B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(방안 비교 2/2)</a:t>
            </a:r>
            <a:endParaRPr lang="ko-KR">
              <a:latin typeface="Calibri"/>
              <a:ea typeface="Calibri"/>
              <a:cs typeface="Calibri"/>
            </a:endParaRPr>
          </a:p>
        </p:txBody>
      </p:sp>
      <p:sp>
        <p:nvSpPr>
          <p:cNvPr id="2" name="DP3 object 109">
            <a:extLst>
              <a:ext uri="{FF2B5EF4-FFF2-40B4-BE49-F238E27FC236}">
                <ns2:creationId id="{1E0244A1-17CD-4414-AB10-88F134EE736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10">
            <a:extLst>
              <a:ext uri="{FF2B5EF4-FFF2-40B4-BE49-F238E27FC236}">
                <ns2:creationId id="{460D8050-49B5-4545-86AA-63EA26EC0C90}"/>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11">
            <a:extLst>
              <a:ext uri="{FF2B5EF4-FFF2-40B4-BE49-F238E27FC236}">
                <ns2:creationId id="{6EA4CB9F-D183-4E5A-9C7C-3418F50066D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12">
            <a:extLst>
              <a:ext uri="{FF2B5EF4-FFF2-40B4-BE49-F238E27FC236}">
                <ns2:creationId id="{92EFF5F4-DDD4-4BF0-9E9A-5853B4B3F97B}"/>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13">
            <a:extLst>
              <a:ext uri="{FF2B5EF4-FFF2-40B4-BE49-F238E27FC236}">
                <ns2:creationId id="{91FB3B94-756A-41A7-BD19-9D8515E624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14">
            <a:extLst>
              <a:ext uri="{FF2B5EF4-FFF2-40B4-BE49-F238E27FC236}">
                <ns2:creationId id="{03E3E489-CDD0-44DE-BBD7-1831D103DD1C}"/>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15">
            <a:extLst>
              <a:ext uri="{FF2B5EF4-FFF2-40B4-BE49-F238E27FC236}">
                <ns2:creationId id="{A02F8160-5BAD-4277-9F01-DDA624DAA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16">
            <a:extLst>
              <a:ext uri="{FF2B5EF4-FFF2-40B4-BE49-F238E27FC236}">
                <ns2:creationId id="{300E57C9-3C8D-41EB-BD6F-2B148AAEE5C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17">
            <a:extLst>
              <a:ext uri="{FF2B5EF4-FFF2-40B4-BE49-F238E27FC236}">
                <ns2:creationId id="{DFD813AD-7C3A-47D1-9C27-CADC8DCC161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8">
            <a:extLst>
              <a:ext uri="{FF2B5EF4-FFF2-40B4-BE49-F238E27FC236}">
                <ns2:creationId id="{D1555CD7-9EB0-489C-9ADF-A206D3D318F1}"/>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19">
            <a:extLst>
              <a:ext uri="{FF2B5EF4-FFF2-40B4-BE49-F238E27FC236}">
                <ns2:creationId id="{12724C5A-6AB3-43D5-9E29-6F17E17A0E04}"/>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112994A-A1FC-4AF5-9525-18BFE1ECC84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4" name="DP3 object 120">
            <a:extLst>
              <a:ext uri="{FF2B5EF4-FFF2-40B4-BE49-F238E27FC236}">
                <ns2:creationId id="{F4E3ADD9-FB7F-49BC-A99E-F1E59EE22756}"/>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B-R2는 한 worker에 상주하고, B-R3는 worker를 분리한다</a:t>
            </a:r>
            <a:endParaRPr lang="ko-KR">
              <a:latin typeface="Calibri"/>
              <a:ea typeface="Calibri"/>
              <a:cs typeface="Calibri"/>
            </a:endParaRPr>
          </a:p>
        </p:txBody>
      </p:sp>
      <p:sp>
        <p:nvSpPr>
          <p:cNvPr id="15" name="DP3 object 121">
            <a:extLst>
              <a:ext uri="{FF2B5EF4-FFF2-40B4-BE49-F238E27FC236}">
                <ns2:creationId id="{2C7A7BA1-E49C-4625-BBF9-7725B5739E86}"/>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모델·후보·최종 LLM은 동일하다. 상주·프로세스 분리·병렬 실행·근거 보존은 서로 다른 선택이다.</a:t>
            </a:r>
            <a:endParaRPr lang="ko-KR">
              <a:latin typeface="Calibri"/>
              <a:ea typeface="Calibri"/>
              <a:cs typeface="Calibri"/>
            </a:endParaRPr>
          </a:p>
        </p:txBody>
      </p:sp>
      <p:sp>
        <p:nvSpPr>
          <p:cNvPr id="16" name="B-R2  한 worker에 사용한 모델 유지">
            <a:extLst>
              <a:ext uri="{FF2B5EF4-FFF2-40B4-BE49-F238E27FC236}">
                <ns2:creationId id="{7A8FCCD5-F37D-4F55-B151-09BDDD0B7C3E}"/>
              </a:ext>
            </a:extLst>
          </p:cNvPr>
          <p:cNvSpPr>
            <a:spLocks noGrp="1"/>
          </p:cNvSpPr>
          <p:nvPr/>
        </p:nvSpPr>
        <p:spPr>
          <a:xfrm>
            <a:off x="619125" y="2495550"/>
            <a:ext cx="8286750" cy="542925"/>
          </a:xfrm>
          <a:prstGeom prst="rect">
            <a:avLst/>
          </a:prstGeom>
          <a:solidFill>
            <a:srgbClr val="C9E1B3"/>
          </a:solidFill>
          <a:ln w="17145">
            <a:solidFill>
              <a:srgbClr val="B7B9B9"/>
            </a:solidFill>
            <a:prstDash val="solid"/>
          </a:ln>
        </p:spPr>
      </p:sp>
      <p:sp>
        <p:nvSpPr>
          <p:cNvPr id="17" name="DP3 object 122">
            <a:extLst>
              <a:ext uri="{FF2B5EF4-FFF2-40B4-BE49-F238E27FC236}">
                <ns2:creationId id="{F96B8AB1-0825-4297-A05B-385F8FF5BF00}"/>
              </a:ext>
            </a:extLst>
          </p:cNvPr>
          <p:cNvSpPr>
            <a:spLocks noGrp="1"/>
          </p:cNvSpPr>
          <p:nvPr/>
        </p:nvSpPr>
        <p:spPr>
          <a:xfrm>
            <a:off x="685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B-R2  한 worker에 사용한 모델 유지</a:t>
            </a:r>
            <a:endParaRPr lang="ko-KR">
              <a:latin typeface="Calibri"/>
              <a:ea typeface="Calibri"/>
              <a:cs typeface="Calibri"/>
            </a:endParaRPr>
          </a:p>
        </p:txBody>
      </p:sp>
      <p:sp>
        <p:nvSpPr>
          <p:cNvPr id="18" name="B-R3  UI / SAM worker 별도 상주">
            <a:extLst>
              <a:ext uri="{FF2B5EF4-FFF2-40B4-BE49-F238E27FC236}">
                <ns2:creationId id="{A3D37758-B488-484F-8901-22B6C2276ECB}"/>
              </a:ext>
            </a:extLst>
          </p:cNvPr>
          <p:cNvSpPr>
            <a:spLocks noGrp="1"/>
          </p:cNvSpPr>
          <p:nvPr/>
        </p:nvSpPr>
        <p:spPr>
          <a:xfrm>
            <a:off x="9382125" y="2495550"/>
            <a:ext cx="8286750" cy="542925"/>
          </a:xfrm>
          <a:prstGeom prst="rect">
            <a:avLst/>
          </a:prstGeom>
          <a:solidFill>
            <a:srgbClr val="C9E1B3"/>
          </a:solidFill>
          <a:ln w="17145">
            <a:solidFill>
              <a:srgbClr val="B7B9B9"/>
            </a:solidFill>
            <a:prstDash val="solid"/>
          </a:ln>
        </p:spPr>
      </p:sp>
      <p:sp>
        <p:nvSpPr>
          <p:cNvPr id="19" name="DP3 object 123">
            <a:extLst>
              <a:ext uri="{FF2B5EF4-FFF2-40B4-BE49-F238E27FC236}">
                <ns2:creationId id="{86220398-FF88-42DA-89B7-8AC79B8E8C51}"/>
              </a:ext>
            </a:extLst>
          </p:cNvPr>
          <p:cNvSpPr>
            <a:spLocks noGrp="1"/>
          </p:cNvSpPr>
          <p:nvPr/>
        </p:nvSpPr>
        <p:spPr>
          <a:xfrm>
            <a:off x="9448800" y="2533650"/>
            <a:ext cx="8153400" cy="4667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B-R3  UI / SAM worker 별도 상주</a:t>
            </a:r>
            <a:endParaRPr lang="ko-KR">
              <a:latin typeface="Calibri"/>
              <a:ea typeface="Calibri"/>
              <a:cs typeface="Calibri"/>
            </a:endParaRPr>
          </a:p>
        </p:txBody>
      </p:sp>
      <p:sp>
        <p:nvSpPr>
          <p:cNvPr id="20" name="Editable path 124">
            <a:extLst>
              <a:ext uri="{FF2B5EF4-FFF2-40B4-BE49-F238E27FC236}">
                <ns2:creationId id="{53BBA975-DB93-47F9-9347-357EA88C696B}"/>
              </a:ext>
            </a:extLst>
          </p:cNvPr>
          <p:cNvSpPr>
            <a:spLocks noGrp="1"/>
          </p:cNvSpPr>
          <p:nvPr/>
        </p:nvSpPr>
        <p:spPr>
          <a:xfrm>
            <a:off x="9144000" y="2495550"/>
            <a:ext cx="953" cy="6819900"/>
          </a:xfrm>
          <a:custGeom>
            <a:pathLst>
              <a:path w="953" h="6819900">
                <a:moveTo>
                  <a:pt x="0" y="0"/>
                </a:moveTo>
                <a:lnTo>
                  <a:pt x="0" y="6819900"/>
                </a:lnTo>
              </a:path>
            </a:pathLst>
          </a:custGeom>
          <a:noFill/>
          <a:ln w="11430">
            <a:solidFill>
              <a:srgbClr val="B7B9B9"/>
            </a:solidFill>
            <a:prstDash val="solid"/>
          </a:ln>
        </p:spPr>
      </p:sp>
      <p:sp>
        <p:nvSpPr>
          <p:cNvPr id="21" name="Grounding Coordinator / 같은 CPU 총량·실행 허가">
            <a:extLst>
              <a:ext uri="{FF2B5EF4-FFF2-40B4-BE49-F238E27FC236}">
                <ns2:creationId id="{754F92A2-3459-4A49-B0A9-4C94A3E65502}"/>
              </a:ext>
            </a:extLst>
          </p:cNvPr>
          <p:cNvSpPr>
            <a:spLocks noGrp="1"/>
          </p:cNvSpPr>
          <p:nvPr/>
        </p:nvSpPr>
        <p:spPr>
          <a:xfrm>
            <a:off x="1285875" y="3333750"/>
            <a:ext cx="6953250" cy="590550"/>
          </a:xfrm>
          <a:prstGeom prst="rect">
            <a:avLst/>
          </a:prstGeom>
          <a:solidFill>
            <a:srgbClr val="FFF6DD"/>
          </a:solidFill>
          <a:ln w="17145">
            <a:solidFill>
              <a:srgbClr val="111111"/>
            </a:solidFill>
            <a:prstDash val="solid"/>
          </a:ln>
        </p:spPr>
      </p:sp>
      <p:sp>
        <p:nvSpPr>
          <p:cNvPr id="22" name="DP3 object 125">
            <a:extLst>
              <a:ext uri="{FF2B5EF4-FFF2-40B4-BE49-F238E27FC236}">
                <ns2:creationId id="{0088EDBE-9DA4-4FFB-BDC4-72008438A4C2}"/>
              </a:ext>
            </a:extLst>
          </p:cNvPr>
          <p:cNvSpPr>
            <a:spLocks noGrp="1"/>
          </p:cNvSpPr>
          <p:nvPr/>
        </p:nvSpPr>
        <p:spPr>
          <a:xfrm>
            <a:off x="1352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3" name="Editable path 126">
            <a:extLst>
              <a:ext uri="{FF2B5EF4-FFF2-40B4-BE49-F238E27FC236}">
                <ns2:creationId id="{6E70093C-C30F-43E3-8593-32441C76C850}"/>
              </a:ext>
            </a:extLst>
          </p:cNvPr>
          <p:cNvSpPr>
            <a:spLocks noGrp="1"/>
          </p:cNvSpPr>
          <p:nvPr/>
        </p:nvSpPr>
        <p:spPr>
          <a:xfrm>
            <a:off x="4762500" y="3924300"/>
            <a:ext cx="953" cy="419100"/>
          </a:xfrm>
          <a:custGeom>
            <a:pathLst>
              <a:path w="953" h="419100">
                <a:moveTo>
                  <a:pt x="0" y="0"/>
                </a:moveTo>
                <a:lnTo>
                  <a:pt x="0" y="419100"/>
                </a:lnTo>
              </a:path>
            </a:pathLst>
          </a:custGeom>
          <a:noFill/>
          <a:ln w="19050">
            <a:solidFill>
              <a:srgbClr val="111111"/>
            </a:solidFill>
            <a:prstDash val="solid"/>
          </a:ln>
        </p:spPr>
      </p:sp>
      <p:sp>
        <p:nvSpPr>
          <p:cNvPr id="24" name="Editable arrowhead 127">
            <a:extLst>
              <a:ext uri="{FF2B5EF4-FFF2-40B4-BE49-F238E27FC236}">
                <ns2:creationId id="{845AF2C4-AEFB-474F-B98C-F6D45F886946}"/>
              </a:ext>
            </a:extLst>
          </p:cNvPr>
          <p:cNvSpPr>
            <a:spLocks noGrp="1"/>
          </p:cNvSpPr>
          <p:nvPr/>
        </p:nvSpPr>
        <p:spPr>
          <a:xfrm>
            <a:off x="47148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5" name="DP3 object 128">
            <a:extLst>
              <a:ext uri="{FF2B5EF4-FFF2-40B4-BE49-F238E27FC236}">
                <ns2:creationId id="{FBB9D255-7C49-4BDB-9922-3BFDC59837EF}"/>
              </a:ext>
            </a:extLst>
          </p:cNvPr>
          <p:cNvSpPr>
            <a:spLocks noGrp="1"/>
          </p:cNvSpPr>
          <p:nvPr/>
        </p:nvSpPr>
        <p:spPr>
          <a:xfrm>
            <a:off x="4857750" y="4019550"/>
            <a:ext cx="266700" cy="276225"/>
          </a:xfrm>
          <a:prstGeom prst="roundRect">
            <a:avLst>
              <a:gd name="adj" fmla="val 28571"/>
            </a:avLst>
          </a:prstGeom>
          <a:solidFill>
            <a:srgbClr val="C9E1B3"/>
          </a:solidFill>
          <a:ln w="17145">
            <a:solidFill>
              <a:srgbClr val="70A843"/>
            </a:solidFill>
            <a:prstDash val="solid"/>
          </a:ln>
        </p:spPr>
      </p:sp>
      <p:sp>
        <p:nvSpPr>
          <p:cNvPr id="26" name="DP3 object 129">
            <a:extLst>
              <a:ext uri="{FF2B5EF4-FFF2-40B4-BE49-F238E27FC236}">
                <ns2:creationId id="{FA2DBCFE-3512-41BC-AA80-99FD1EC31DAF}"/>
              </a:ext>
            </a:extLst>
          </p:cNvPr>
          <p:cNvSpPr>
            <a:spLocks noGrp="1"/>
          </p:cNvSpPr>
          <p:nvPr/>
        </p:nvSpPr>
        <p:spPr>
          <a:xfrm>
            <a:off x="4857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27" name="Grounding Coordinator / 같은 CPU 총량·실행 허가">
            <a:extLst>
              <a:ext uri="{FF2B5EF4-FFF2-40B4-BE49-F238E27FC236}">
                <ns2:creationId id="{34ED411F-DF55-4EE7-898B-8097DAB38E29}"/>
              </a:ext>
            </a:extLst>
          </p:cNvPr>
          <p:cNvSpPr>
            <a:spLocks noGrp="1"/>
          </p:cNvSpPr>
          <p:nvPr/>
        </p:nvSpPr>
        <p:spPr>
          <a:xfrm>
            <a:off x="10048875" y="3333750"/>
            <a:ext cx="6953250" cy="590550"/>
          </a:xfrm>
          <a:prstGeom prst="rect">
            <a:avLst/>
          </a:prstGeom>
          <a:solidFill>
            <a:srgbClr val="FFF6DD"/>
          </a:solidFill>
          <a:ln w="17145">
            <a:solidFill>
              <a:srgbClr val="111111"/>
            </a:solidFill>
            <a:prstDash val="solid"/>
          </a:ln>
        </p:spPr>
      </p:sp>
      <p:sp>
        <p:nvSpPr>
          <p:cNvPr id="28" name="DP3 object 130">
            <a:extLst>
              <a:ext uri="{FF2B5EF4-FFF2-40B4-BE49-F238E27FC236}">
                <ns2:creationId id="{752E439A-B914-4FDF-AAB3-37E4A7810EB7}"/>
              </a:ext>
            </a:extLst>
          </p:cNvPr>
          <p:cNvSpPr>
            <a:spLocks noGrp="1"/>
          </p:cNvSpPr>
          <p:nvPr/>
        </p:nvSpPr>
        <p:spPr>
          <a:xfrm>
            <a:off x="10115550" y="3371850"/>
            <a:ext cx="6819900" cy="51435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Grounding Coordinator / 같은 CPU 총량·실행 허가</a:t>
            </a:r>
            <a:endParaRPr lang="ko-KR">
              <a:latin typeface="Calibri"/>
              <a:ea typeface="Calibri"/>
              <a:cs typeface="Calibri"/>
            </a:endParaRPr>
          </a:p>
        </p:txBody>
      </p:sp>
      <p:sp>
        <p:nvSpPr>
          <p:cNvPr id="29" name="Editable path 131">
            <a:extLst>
              <a:ext uri="{FF2B5EF4-FFF2-40B4-BE49-F238E27FC236}">
                <ns2:creationId id="{25ADD8DF-3B03-435E-AFD3-D79B40F66B91}"/>
              </a:ext>
            </a:extLst>
          </p:cNvPr>
          <p:cNvSpPr>
            <a:spLocks noGrp="1"/>
          </p:cNvSpPr>
          <p:nvPr/>
        </p:nvSpPr>
        <p:spPr>
          <a:xfrm>
            <a:off x="11668125" y="3924300"/>
            <a:ext cx="1857375" cy="419100"/>
          </a:xfrm>
          <a:custGeom>
            <a:pathLst>
              <a:path w="1857375" h="419100">
                <a:moveTo>
                  <a:pt x="1857375" y="0"/>
                </a:moveTo>
                <a:lnTo>
                  <a:pt x="1857375" y="190500"/>
                </a:lnTo>
                <a:lnTo>
                  <a:pt x="0" y="190500"/>
                </a:lnTo>
                <a:lnTo>
                  <a:pt x="0" y="419100"/>
                </a:lnTo>
              </a:path>
            </a:pathLst>
          </a:custGeom>
          <a:noFill/>
          <a:ln w="19050">
            <a:solidFill>
              <a:srgbClr val="111111"/>
            </a:solidFill>
            <a:prstDash val="solid"/>
          </a:ln>
        </p:spPr>
      </p:sp>
      <p:sp>
        <p:nvSpPr>
          <p:cNvPr id="30" name="Editable arrowhead 132">
            <a:extLst>
              <a:ext uri="{FF2B5EF4-FFF2-40B4-BE49-F238E27FC236}">
                <ns2:creationId id="{C370072C-A050-4880-BE8D-C36EAFC5C67E}"/>
              </a:ext>
            </a:extLst>
          </p:cNvPr>
          <p:cNvSpPr>
            <a:spLocks noGrp="1"/>
          </p:cNvSpPr>
          <p:nvPr/>
        </p:nvSpPr>
        <p:spPr>
          <a:xfrm>
            <a:off x="1162050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Editable path 133">
            <a:extLst>
              <a:ext uri="{FF2B5EF4-FFF2-40B4-BE49-F238E27FC236}">
                <ns2:creationId id="{D95F9DED-734D-4801-9CC4-75308E64131F}"/>
              </a:ext>
            </a:extLst>
          </p:cNvPr>
          <p:cNvSpPr>
            <a:spLocks noGrp="1"/>
          </p:cNvSpPr>
          <p:nvPr/>
        </p:nvSpPr>
        <p:spPr>
          <a:xfrm>
            <a:off x="13525500" y="4114800"/>
            <a:ext cx="1857375" cy="228600"/>
          </a:xfrm>
          <a:custGeom>
            <a:pathLst>
              <a:path w="1857375" h="228600">
                <a:moveTo>
                  <a:pt x="0" y="0"/>
                </a:moveTo>
                <a:lnTo>
                  <a:pt x="1857375" y="0"/>
                </a:lnTo>
                <a:lnTo>
                  <a:pt x="1857375" y="228600"/>
                </a:lnTo>
              </a:path>
            </a:pathLst>
          </a:custGeom>
          <a:noFill/>
          <a:ln w="19050">
            <a:solidFill>
              <a:srgbClr val="111111"/>
            </a:solidFill>
            <a:prstDash val="solid"/>
          </a:ln>
        </p:spPr>
      </p:sp>
      <p:sp>
        <p:nvSpPr>
          <p:cNvPr id="32" name="Editable arrowhead 134">
            <a:extLst>
              <a:ext uri="{FF2B5EF4-FFF2-40B4-BE49-F238E27FC236}">
                <ns2:creationId id="{A92B5765-E1D1-4CC3-8488-C34D06A39C5D}"/>
              </a:ext>
            </a:extLst>
          </p:cNvPr>
          <p:cNvSpPr>
            <a:spLocks noGrp="1"/>
          </p:cNvSpPr>
          <p:nvPr/>
        </p:nvSpPr>
        <p:spPr>
          <a:xfrm>
            <a:off x="15335250"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3" name="DP3 object 135">
            <a:extLst>
              <a:ext uri="{FF2B5EF4-FFF2-40B4-BE49-F238E27FC236}">
                <ns2:creationId id="{8EED5674-516A-4AF9-A85E-B8D26297FDA1}"/>
              </a:ext>
            </a:extLst>
          </p:cNvPr>
          <p:cNvSpPr>
            <a:spLocks noGrp="1"/>
          </p:cNvSpPr>
          <p:nvPr/>
        </p:nvSpPr>
        <p:spPr>
          <a:xfrm>
            <a:off x="13620750" y="4019550"/>
            <a:ext cx="266700" cy="276225"/>
          </a:xfrm>
          <a:prstGeom prst="roundRect">
            <a:avLst>
              <a:gd name="adj" fmla="val 28571"/>
            </a:avLst>
          </a:prstGeom>
          <a:solidFill>
            <a:srgbClr val="C9E1B3"/>
          </a:solidFill>
          <a:ln w="17145">
            <a:solidFill>
              <a:srgbClr val="70A843"/>
            </a:solidFill>
            <a:prstDash val="solid"/>
          </a:ln>
        </p:spPr>
      </p:sp>
      <p:sp>
        <p:nvSpPr>
          <p:cNvPr id="34" name="DP3 object 136">
            <a:extLst>
              <a:ext uri="{FF2B5EF4-FFF2-40B4-BE49-F238E27FC236}">
                <ns2:creationId id="{09EE289D-1B04-46F1-9298-82DAA9636F50}"/>
              </a:ext>
            </a:extLst>
          </p:cNvPr>
          <p:cNvSpPr>
            <a:spLocks noGrp="1"/>
          </p:cNvSpPr>
          <p:nvPr/>
        </p:nvSpPr>
        <p:spPr>
          <a:xfrm>
            <a:off x="13620750" y="4019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35" name="DP3 object 137">
            <a:extLst>
              <a:ext uri="{FF2B5EF4-FFF2-40B4-BE49-F238E27FC236}">
                <ns2:creationId id="{D661D8D6-3828-4C51-B446-93452DFC5DBA}"/>
              </a:ext>
            </a:extLst>
          </p:cNvPr>
          <p:cNvSpPr>
            <a:spLocks noGrp="1"/>
          </p:cNvSpPr>
          <p:nvPr/>
        </p:nvSpPr>
        <p:spPr>
          <a:xfrm>
            <a:off x="1285875" y="4343400"/>
            <a:ext cx="6953250" cy="1952625"/>
          </a:xfrm>
          <a:prstGeom prst="rect">
            <a:avLst/>
          </a:prstGeom>
          <a:solidFill>
            <a:srgbClr val="FFF6DD"/>
          </a:solidFill>
          <a:ln w="20955">
            <a:solidFill>
              <a:srgbClr val="111111"/>
            </a:solidFill>
            <a:prstDash val="solid"/>
          </a:ln>
        </p:spPr>
      </p:sp>
      <p:sp>
        <p:nvSpPr>
          <p:cNvPr id="36" name="DP3 object 138">
            <a:extLst>
              <a:ext uri="{FF2B5EF4-FFF2-40B4-BE49-F238E27FC236}">
                <ns2:creationId id="{4C65E257-A1DD-4E88-B2CB-807ABE5EF8F3}"/>
              </a:ext>
            </a:extLst>
          </p:cNvPr>
          <p:cNvSpPr>
            <a:spLocks noGrp="1"/>
          </p:cNvSpPr>
          <p:nvPr/>
        </p:nvSpPr>
        <p:spPr>
          <a:xfrm>
            <a:off x="1400175" y="4429125"/>
            <a:ext cx="672465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CPU worker 1 / Python·PyTorch runtime</a:t>
            </a:r>
            <a:endParaRPr lang="ko-KR">
              <a:latin typeface="Calibri"/>
              <a:ea typeface="Calibri"/>
              <a:cs typeface="Calibri"/>
            </a:endParaRPr>
          </a:p>
        </p:txBody>
      </p:sp>
      <p:sp>
        <p:nvSpPr>
          <p:cNvPr id="37" name="UI session&#10;검출·OCR weights">
            <a:extLst>
              <a:ext uri="{FF2B5EF4-FFF2-40B4-BE49-F238E27FC236}">
                <ns2:creationId id="{07F27BDF-3122-4D2A-8A94-5037DFCD41D3}"/>
              </a:ext>
            </a:extLst>
          </p:cNvPr>
          <p:cNvSpPr>
            <a:spLocks noGrp="1"/>
          </p:cNvSpPr>
          <p:nvPr/>
        </p:nvSpPr>
        <p:spPr>
          <a:xfrm>
            <a:off x="1571625" y="5038725"/>
            <a:ext cx="2857500" cy="752475"/>
          </a:xfrm>
          <a:prstGeom prst="rect">
            <a:avLst/>
          </a:prstGeom>
          <a:solidFill>
            <a:srgbClr val="FFFFFF"/>
          </a:solidFill>
          <a:ln w="17145">
            <a:solidFill>
              <a:srgbClr val="111111"/>
            </a:solidFill>
            <a:prstDash val="solid"/>
          </a:ln>
        </p:spPr>
      </p:sp>
      <p:sp>
        <p:nvSpPr>
          <p:cNvPr id="38" name="DP3 object 139">
            <a:extLst>
              <a:ext uri="{FF2B5EF4-FFF2-40B4-BE49-F238E27FC236}">
                <ns2:creationId id="{A62ADE21-6D08-479B-B456-84438F3D36EA}"/>
              </a:ext>
            </a:extLst>
          </p:cNvPr>
          <p:cNvSpPr>
            <a:spLocks noGrp="1"/>
          </p:cNvSpPr>
          <p:nvPr/>
        </p:nvSpPr>
        <p:spPr>
          <a:xfrm>
            <a:off x="163830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UI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39" name="SAM session&#10;Tiny weights">
            <a:extLst>
              <a:ext uri="{FF2B5EF4-FFF2-40B4-BE49-F238E27FC236}">
                <ns2:creationId id="{75204F1A-A656-43B8-9234-67FD3F6AE08B}"/>
              </a:ext>
            </a:extLst>
          </p:cNvPr>
          <p:cNvSpPr>
            <a:spLocks noGrp="1"/>
          </p:cNvSpPr>
          <p:nvPr/>
        </p:nvSpPr>
        <p:spPr>
          <a:xfrm>
            <a:off x="5095875" y="5038725"/>
            <a:ext cx="2857500" cy="752475"/>
          </a:xfrm>
          <a:prstGeom prst="rect">
            <a:avLst/>
          </a:prstGeom>
          <a:solidFill>
            <a:srgbClr val="FFFFFF"/>
          </a:solidFill>
          <a:ln w="17145">
            <a:solidFill>
              <a:srgbClr val="111111"/>
            </a:solidFill>
            <a:prstDash val="solid"/>
          </a:ln>
        </p:spPr>
      </p:sp>
      <p:sp>
        <p:nvSpPr>
          <p:cNvPr id="40" name="DP3 object 140">
            <a:extLst>
              <a:ext uri="{FF2B5EF4-FFF2-40B4-BE49-F238E27FC236}">
                <ns2:creationId id="{4E9BB236-8199-4C7C-A659-3FE19817070A}"/>
              </a:ext>
            </a:extLst>
          </p:cNvPr>
          <p:cNvSpPr>
            <a:spLocks noGrp="1"/>
          </p:cNvSpPr>
          <p:nvPr/>
        </p:nvSpPr>
        <p:spPr>
          <a:xfrm>
            <a:off x="5162550" y="5076825"/>
            <a:ext cx="2724150" cy="6762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SAM session</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41" name="DP3 object 141">
            <a:extLst>
              <a:ext uri="{FF2B5EF4-FFF2-40B4-BE49-F238E27FC236}">
                <ns2:creationId id="{7650CEE8-9733-4CF7-A103-199C87DE96FA}"/>
              </a:ext>
            </a:extLst>
          </p:cNvPr>
          <p:cNvSpPr>
            <a:spLocks noGrp="1"/>
          </p:cNvSpPr>
          <p:nvPr/>
        </p:nvSpPr>
        <p:spPr>
          <a:xfrm>
            <a:off x="1476375" y="5895975"/>
            <a:ext cx="6572250" cy="3143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한 번 사용한 모델 유지 / heavy stage 기본 순차</a:t>
            </a:r>
            <a:endParaRPr lang="ko-KR">
              <a:latin typeface="Calibri"/>
              <a:ea typeface="Calibri"/>
              <a:cs typeface="Calibri"/>
            </a:endParaRPr>
          </a:p>
        </p:txBody>
      </p:sp>
      <p:sp>
        <p:nvSpPr>
          <p:cNvPr id="42" name="DP3 object 142">
            <a:extLst>
              <a:ext uri="{FF2B5EF4-FFF2-40B4-BE49-F238E27FC236}">
                <ns2:creationId id="{B789B995-8BC2-428B-90CB-50C0A2AD5FFA}"/>
              </a:ext>
            </a:extLst>
          </p:cNvPr>
          <p:cNvSpPr>
            <a:spLocks noGrp="1"/>
          </p:cNvSpPr>
          <p:nvPr/>
        </p:nvSpPr>
        <p:spPr>
          <a:xfrm>
            <a:off x="10048875" y="4343400"/>
            <a:ext cx="3238500" cy="1952625"/>
          </a:xfrm>
          <a:prstGeom prst="rect">
            <a:avLst/>
          </a:prstGeom>
          <a:solidFill>
            <a:srgbClr val="FFF6DD"/>
          </a:solidFill>
          <a:ln w="20955">
            <a:solidFill>
              <a:srgbClr val="111111"/>
            </a:solidFill>
            <a:prstDash val="solid"/>
          </a:ln>
        </p:spPr>
      </p:sp>
      <p:sp>
        <p:nvSpPr>
          <p:cNvPr id="43" name="DP3 object 143">
            <a:extLst>
              <a:ext uri="{FF2B5EF4-FFF2-40B4-BE49-F238E27FC236}">
                <ns2:creationId id="{563D3F56-9C75-48B5-98A9-E33D32823AC2}"/>
              </a:ext>
            </a:extLst>
          </p:cNvPr>
          <p:cNvSpPr>
            <a:spLocks noGrp="1"/>
          </p:cNvSpPr>
          <p:nvPr/>
        </p:nvSpPr>
        <p:spPr>
          <a:xfrm>
            <a:off x="1014412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worker</a:t>
            </a:r>
            <a:endParaRPr lang="ko-KR">
              <a:latin typeface="Calibri"/>
              <a:ea typeface="Calibri"/>
              <a:cs typeface="Calibri"/>
            </a:endParaRPr>
          </a:p>
        </p:txBody>
      </p:sp>
      <p:sp>
        <p:nvSpPr>
          <p:cNvPr id="44" name="별도 runtime&#10;검출·OCR weights">
            <a:extLst>
              <a:ext uri="{FF2B5EF4-FFF2-40B4-BE49-F238E27FC236}">
                <ns2:creationId id="{C384362C-1B6F-4AFF-8DC0-2AD430FFB9C8}"/>
              </a:ext>
            </a:extLst>
          </p:cNvPr>
          <p:cNvSpPr>
            <a:spLocks noGrp="1"/>
          </p:cNvSpPr>
          <p:nvPr/>
        </p:nvSpPr>
        <p:spPr>
          <a:xfrm>
            <a:off x="10239375" y="5038725"/>
            <a:ext cx="2857500" cy="1019175"/>
          </a:xfrm>
          <a:prstGeom prst="rect">
            <a:avLst/>
          </a:prstGeom>
          <a:solidFill>
            <a:srgbClr val="FFFFFF"/>
          </a:solidFill>
          <a:ln w="17145">
            <a:solidFill>
              <a:srgbClr val="111111"/>
            </a:solidFill>
            <a:prstDash val="solid"/>
          </a:ln>
        </p:spPr>
      </p:sp>
      <p:sp>
        <p:nvSpPr>
          <p:cNvPr id="45" name="DP3 object 144">
            <a:extLst>
              <a:ext uri="{FF2B5EF4-FFF2-40B4-BE49-F238E27FC236}">
                <ns2:creationId id="{03F03F24-31F6-475B-92C3-8658004F98C1}"/>
              </a:ext>
            </a:extLst>
          </p:cNvPr>
          <p:cNvSpPr>
            <a:spLocks noGrp="1"/>
          </p:cNvSpPr>
          <p:nvPr/>
        </p:nvSpPr>
        <p:spPr>
          <a:xfrm>
            <a:off x="1030605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검출·OCR weights</a:t>
            </a:r>
            <a:endParaRPr lang="ko-KR">
              <a:latin typeface="Calibri"/>
              <a:ea typeface="Calibri"/>
              <a:cs typeface="Calibri"/>
            </a:endParaRPr>
          </a:p>
        </p:txBody>
      </p:sp>
      <p:sp>
        <p:nvSpPr>
          <p:cNvPr id="46" name="DP3 object 145">
            <a:extLst>
              <a:ext uri="{FF2B5EF4-FFF2-40B4-BE49-F238E27FC236}">
                <ns2:creationId id="{38EF31EC-CE50-4B5D-AE80-5003064FEAC1}"/>
              </a:ext>
            </a:extLst>
          </p:cNvPr>
          <p:cNvSpPr>
            <a:spLocks noGrp="1"/>
          </p:cNvSpPr>
          <p:nvPr/>
        </p:nvSpPr>
        <p:spPr>
          <a:xfrm>
            <a:off x="13763625" y="4343400"/>
            <a:ext cx="3238500" cy="1952625"/>
          </a:xfrm>
          <a:prstGeom prst="rect">
            <a:avLst/>
          </a:prstGeom>
          <a:solidFill>
            <a:srgbClr val="FFF6DD"/>
          </a:solidFill>
          <a:ln w="20955">
            <a:solidFill>
              <a:srgbClr val="111111"/>
            </a:solidFill>
            <a:prstDash val="solid"/>
          </a:ln>
        </p:spPr>
      </p:sp>
      <p:sp>
        <p:nvSpPr>
          <p:cNvPr id="47" name="DP3 object 146">
            <a:extLst>
              <a:ext uri="{FF2B5EF4-FFF2-40B4-BE49-F238E27FC236}">
                <ns2:creationId id="{89CC329F-AAC7-4251-B90D-09712987331D}"/>
              </a:ext>
            </a:extLst>
          </p:cNvPr>
          <p:cNvSpPr>
            <a:spLocks noGrp="1"/>
          </p:cNvSpPr>
          <p:nvPr/>
        </p:nvSpPr>
        <p:spPr>
          <a:xfrm>
            <a:off x="13858875" y="4429125"/>
            <a:ext cx="3048000" cy="4095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worker</a:t>
            </a:r>
            <a:endParaRPr lang="ko-KR">
              <a:latin typeface="Calibri"/>
              <a:ea typeface="Calibri"/>
              <a:cs typeface="Calibri"/>
            </a:endParaRPr>
          </a:p>
        </p:txBody>
      </p:sp>
      <p:sp>
        <p:nvSpPr>
          <p:cNvPr id="48" name="별도 runtime&#10;Tiny weights">
            <a:extLst>
              <a:ext uri="{FF2B5EF4-FFF2-40B4-BE49-F238E27FC236}">
                <ns2:creationId id="{EFDDADD5-D9C6-4A69-B681-BCE98B5B2773}"/>
              </a:ext>
            </a:extLst>
          </p:cNvPr>
          <p:cNvSpPr>
            <a:spLocks noGrp="1"/>
          </p:cNvSpPr>
          <p:nvPr/>
        </p:nvSpPr>
        <p:spPr>
          <a:xfrm>
            <a:off x="13954125" y="5038725"/>
            <a:ext cx="2857500" cy="1019175"/>
          </a:xfrm>
          <a:prstGeom prst="rect">
            <a:avLst/>
          </a:prstGeom>
          <a:solidFill>
            <a:srgbClr val="FFFFFF"/>
          </a:solidFill>
          <a:ln w="17145">
            <a:solidFill>
              <a:srgbClr val="111111"/>
            </a:solidFill>
            <a:prstDash val="solid"/>
          </a:ln>
        </p:spPr>
      </p:sp>
      <p:sp>
        <p:nvSpPr>
          <p:cNvPr id="49" name="DP3 object 147">
            <a:extLst>
              <a:ext uri="{FF2B5EF4-FFF2-40B4-BE49-F238E27FC236}">
                <ns2:creationId id="{4ED5B81B-698E-4F21-8882-F84FC0ABF127}"/>
              </a:ext>
            </a:extLst>
          </p:cNvPr>
          <p:cNvSpPr>
            <a:spLocks noGrp="1"/>
          </p:cNvSpPr>
          <p:nvPr/>
        </p:nvSpPr>
        <p:spPr>
          <a:xfrm>
            <a:off x="14020800" y="5076825"/>
            <a:ext cx="2724150" cy="9429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runtime</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Tiny weights</a:t>
            </a:r>
            <a:endParaRPr lang="ko-KR">
              <a:latin typeface="Calibri"/>
              <a:ea typeface="Calibri"/>
              <a:cs typeface="Calibri"/>
            </a:endParaRPr>
          </a:p>
        </p:txBody>
      </p:sp>
      <p:sp>
        <p:nvSpPr>
          <p:cNvPr id="50" name="DP3 object 148">
            <a:extLst>
              <a:ext uri="{FF2B5EF4-FFF2-40B4-BE49-F238E27FC236}">
                <ns2:creationId id="{6C9A1FE2-5885-4E2E-A59A-1C84196B9C3A}"/>
              </a:ext>
            </a:extLst>
          </p:cNvPr>
          <p:cNvSpPr>
            <a:spLocks noGrp="1"/>
          </p:cNvSpPr>
          <p:nvPr/>
        </p:nvSpPr>
        <p:spPr>
          <a:xfrm>
            <a:off x="13858875" y="6076950"/>
            <a:ext cx="3048000" cy="1905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UI seed 확인 후, 필요 시</a:t>
            </a:r>
            <a:endParaRPr lang="ko-KR">
              <a:latin typeface="Calibri"/>
              <a:ea typeface="Calibri"/>
              <a:cs typeface="Calibri"/>
            </a:endParaRPr>
          </a:p>
        </p:txBody>
      </p:sp>
      <p:sp>
        <p:nvSpPr>
          <p:cNvPr id="51" name="Editable path 149">
            <a:extLst>
              <a:ext uri="{FF2B5EF4-FFF2-40B4-BE49-F238E27FC236}">
                <ns2:creationId id="{EF838874-57B6-4A8F-9399-0ACCF793C8DF}"/>
              </a:ext>
            </a:extLst>
          </p:cNvPr>
          <p:cNvSpPr>
            <a:spLocks noGrp="1"/>
          </p:cNvSpPr>
          <p:nvPr/>
        </p:nvSpPr>
        <p:spPr>
          <a:xfrm>
            <a:off x="4762500" y="6296025"/>
            <a:ext cx="953" cy="381000"/>
          </a:xfrm>
          <a:custGeom>
            <a:pathLst>
              <a:path w="953" h="381000">
                <a:moveTo>
                  <a:pt x="0" y="0"/>
                </a:moveTo>
                <a:lnTo>
                  <a:pt x="0" y="381000"/>
                </a:lnTo>
              </a:path>
            </a:pathLst>
          </a:custGeom>
          <a:noFill/>
          <a:ln w="19050">
            <a:solidFill>
              <a:srgbClr val="111111"/>
            </a:solidFill>
            <a:prstDash val="solid"/>
          </a:ln>
        </p:spPr>
      </p:sp>
      <p:sp>
        <p:nvSpPr>
          <p:cNvPr id="52" name="Editable arrowhead 150">
            <a:extLst>
              <a:ext uri="{FF2B5EF4-FFF2-40B4-BE49-F238E27FC236}">
                <ns2:creationId id="{B6180D38-1477-4742-A25C-33E341950A78}"/>
              </a:ext>
            </a:extLst>
          </p:cNvPr>
          <p:cNvSpPr>
            <a:spLocks noGrp="1"/>
          </p:cNvSpPr>
          <p:nvPr/>
        </p:nvSpPr>
        <p:spPr>
          <a:xfrm>
            <a:off x="4714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3" name="DP3 object 151">
            <a:extLst>
              <a:ext uri="{FF2B5EF4-FFF2-40B4-BE49-F238E27FC236}">
                <ns2:creationId id="{12C98EE1-93E9-468C-938B-905FDDFC255B}"/>
              </a:ext>
            </a:extLst>
          </p:cNvPr>
          <p:cNvSpPr>
            <a:spLocks noGrp="1"/>
          </p:cNvSpPr>
          <p:nvPr/>
        </p:nvSpPr>
        <p:spPr>
          <a:xfrm>
            <a:off x="4857750" y="6381750"/>
            <a:ext cx="266700" cy="276225"/>
          </a:xfrm>
          <a:prstGeom prst="roundRect">
            <a:avLst>
              <a:gd name="adj" fmla="val 28571"/>
            </a:avLst>
          </a:prstGeom>
          <a:solidFill>
            <a:srgbClr val="C9E1B3"/>
          </a:solidFill>
          <a:ln w="17145">
            <a:solidFill>
              <a:srgbClr val="70A843"/>
            </a:solidFill>
            <a:prstDash val="solid"/>
          </a:ln>
        </p:spPr>
      </p:sp>
      <p:sp>
        <p:nvSpPr>
          <p:cNvPr id="54" name="DP3 object 152">
            <a:extLst>
              <a:ext uri="{FF2B5EF4-FFF2-40B4-BE49-F238E27FC236}">
                <ns2:creationId id="{74D39987-A214-4B43-A197-81D047A309E9}"/>
              </a:ext>
            </a:extLst>
          </p:cNvPr>
          <p:cNvSpPr>
            <a:spLocks noGrp="1"/>
          </p:cNvSpPr>
          <p:nvPr/>
        </p:nvSpPr>
        <p:spPr>
          <a:xfrm>
            <a:off x="4857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5" name="동일 후보·episode 상태 + 원본 crop">
            <a:extLst>
              <a:ext uri="{FF2B5EF4-FFF2-40B4-BE49-F238E27FC236}">
                <ns2:creationId id="{49EFD981-3792-4633-ADB2-E7CFFBD5F02C}"/>
              </a:ext>
            </a:extLst>
          </p:cNvPr>
          <p:cNvSpPr>
            <a:spLocks noGrp="1"/>
          </p:cNvSpPr>
          <p:nvPr/>
        </p:nvSpPr>
        <p:spPr>
          <a:xfrm>
            <a:off x="1285875" y="6677025"/>
            <a:ext cx="6953250" cy="590550"/>
          </a:xfrm>
          <a:prstGeom prst="can">
            <a:avLst>
              <a:gd name="adj" fmla="val 16000"/>
            </a:avLst>
          </a:prstGeom>
          <a:solidFill>
            <a:srgbClr val="FFF6DD"/>
          </a:solidFill>
          <a:ln w="17145">
            <a:solidFill>
              <a:srgbClr val="111111"/>
            </a:solidFill>
            <a:prstDash val="solid"/>
          </a:ln>
        </p:spPr>
      </p:sp>
      <p:sp>
        <p:nvSpPr>
          <p:cNvPr id="56" name="DP3 object 153">
            <a:extLst>
              <a:ext uri="{FF2B5EF4-FFF2-40B4-BE49-F238E27FC236}">
                <ns2:creationId id="{73D75935-B3FF-42E1-8FCC-7A0A6BAC8D49}"/>
              </a:ext>
            </a:extLst>
          </p:cNvPr>
          <p:cNvSpPr>
            <a:spLocks noGrp="1"/>
          </p:cNvSpPr>
          <p:nvPr/>
        </p:nvSpPr>
        <p:spPr>
          <a:xfrm>
            <a:off x="1333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57" name="Editable path 154">
            <a:extLst>
              <a:ext uri="{FF2B5EF4-FFF2-40B4-BE49-F238E27FC236}">
                <ns2:creationId id="{D842DA5F-2335-45F8-BC50-430DC51F04F8}"/>
              </a:ext>
            </a:extLst>
          </p:cNvPr>
          <p:cNvSpPr>
            <a:spLocks noGrp="1"/>
          </p:cNvSpPr>
          <p:nvPr/>
        </p:nvSpPr>
        <p:spPr>
          <a:xfrm>
            <a:off x="4762500" y="7267575"/>
            <a:ext cx="953" cy="333375"/>
          </a:xfrm>
          <a:custGeom>
            <a:pathLst>
              <a:path w="953" h="333375">
                <a:moveTo>
                  <a:pt x="0" y="0"/>
                </a:moveTo>
                <a:lnTo>
                  <a:pt x="0" y="333375"/>
                </a:lnTo>
              </a:path>
            </a:pathLst>
          </a:custGeom>
          <a:noFill/>
          <a:ln w="19050">
            <a:solidFill>
              <a:srgbClr val="111111"/>
            </a:solidFill>
            <a:prstDash val="solid"/>
          </a:ln>
        </p:spPr>
      </p:sp>
      <p:sp>
        <p:nvSpPr>
          <p:cNvPr id="58" name="Editable arrowhead 155">
            <a:extLst>
              <a:ext uri="{FF2B5EF4-FFF2-40B4-BE49-F238E27FC236}">
                <ns2:creationId id="{30C24584-5746-4A4D-9054-AF466D59B746}"/>
              </a:ext>
            </a:extLst>
          </p:cNvPr>
          <p:cNvSpPr>
            <a:spLocks noGrp="1"/>
          </p:cNvSpPr>
          <p:nvPr/>
        </p:nvSpPr>
        <p:spPr>
          <a:xfrm>
            <a:off x="4714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Cloud 의미 LLM → 공통 검증·채택">
            <a:extLst>
              <a:ext uri="{FF2B5EF4-FFF2-40B4-BE49-F238E27FC236}">
                <ns2:creationId id="{730A1462-E9DB-470D-80B0-7232600D4D9D}"/>
              </a:ext>
            </a:extLst>
          </p:cNvPr>
          <p:cNvSpPr>
            <a:spLocks noGrp="1"/>
          </p:cNvSpPr>
          <p:nvPr/>
        </p:nvSpPr>
        <p:spPr>
          <a:xfrm>
            <a:off x="1285875" y="7600950"/>
            <a:ext cx="6953250" cy="600075"/>
          </a:xfrm>
          <a:prstGeom prst="rect">
            <a:avLst/>
          </a:prstGeom>
          <a:solidFill>
            <a:srgbClr val="F1F6FC"/>
          </a:solidFill>
          <a:ln w="28575">
            <a:solidFill>
              <a:srgbClr val="4676CB"/>
            </a:solidFill>
            <a:prstDash val="solid"/>
          </a:ln>
        </p:spPr>
      </p:sp>
      <p:sp>
        <p:nvSpPr>
          <p:cNvPr id="60" name="DP3 object 156">
            <a:extLst>
              <a:ext uri="{FF2B5EF4-FFF2-40B4-BE49-F238E27FC236}">
                <ns2:creationId id="{CA65784B-2149-4624-B193-D944C1B3555A}"/>
              </a:ext>
            </a:extLst>
          </p:cNvPr>
          <p:cNvSpPr>
            <a:spLocks noGrp="1"/>
          </p:cNvSpPr>
          <p:nvPr/>
        </p:nvSpPr>
        <p:spPr>
          <a:xfrm>
            <a:off x="1352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61" name="Editable path 157">
            <a:extLst>
              <a:ext uri="{FF2B5EF4-FFF2-40B4-BE49-F238E27FC236}">
                <ns2:creationId id="{9586A6A5-B42A-4144-907A-C02D5BD9CEC8}"/>
              </a:ext>
            </a:extLst>
          </p:cNvPr>
          <p:cNvSpPr>
            <a:spLocks noGrp="1"/>
          </p:cNvSpPr>
          <p:nvPr/>
        </p:nvSpPr>
        <p:spPr>
          <a:xfrm>
            <a:off x="11668125" y="6296025"/>
            <a:ext cx="1857375" cy="381000"/>
          </a:xfrm>
          <a:custGeom>
            <a:pathLst>
              <a:path w="1857375" h="381000">
                <a:moveTo>
                  <a:pt x="0" y="0"/>
                </a:moveTo>
                <a:lnTo>
                  <a:pt x="0" y="180975"/>
                </a:lnTo>
                <a:lnTo>
                  <a:pt x="1857375" y="180975"/>
                </a:lnTo>
                <a:lnTo>
                  <a:pt x="1857375" y="381000"/>
                </a:lnTo>
              </a:path>
            </a:pathLst>
          </a:custGeom>
          <a:noFill/>
          <a:ln w="19050">
            <a:solidFill>
              <a:srgbClr val="111111"/>
            </a:solidFill>
            <a:prstDash val="solid"/>
          </a:ln>
        </p:spPr>
      </p:sp>
      <p:sp>
        <p:nvSpPr>
          <p:cNvPr id="62" name="Editable arrowhead 158">
            <a:extLst>
              <a:ext uri="{FF2B5EF4-FFF2-40B4-BE49-F238E27FC236}">
                <ns2:creationId id="{E3C3A127-29DA-41E2-A5F4-889A50868E30}"/>
              </a:ext>
            </a:extLst>
          </p:cNvPr>
          <p:cNvSpPr>
            <a:spLocks noGrp="1"/>
          </p:cNvSpPr>
          <p:nvPr/>
        </p:nvSpPr>
        <p:spPr>
          <a:xfrm>
            <a:off x="13477875" y="65817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Editable path 159">
            <a:extLst>
              <a:ext uri="{FF2B5EF4-FFF2-40B4-BE49-F238E27FC236}">
                <ns2:creationId id="{D67316FE-6A55-4318-BCD7-C91F2DD7BC8B}"/>
              </a:ext>
            </a:extLst>
          </p:cNvPr>
          <p:cNvSpPr>
            <a:spLocks noGrp="1"/>
          </p:cNvSpPr>
          <p:nvPr/>
        </p:nvSpPr>
        <p:spPr>
          <a:xfrm>
            <a:off x="13525500" y="6296025"/>
            <a:ext cx="1857375" cy="180975"/>
          </a:xfrm>
          <a:custGeom>
            <a:pathLst>
              <a:path w="1857375" h="180975">
                <a:moveTo>
                  <a:pt x="1857375" y="0"/>
                </a:moveTo>
                <a:lnTo>
                  <a:pt x="1857375" y="180975"/>
                </a:lnTo>
                <a:lnTo>
                  <a:pt x="0" y="180975"/>
                </a:lnTo>
              </a:path>
            </a:pathLst>
          </a:custGeom>
          <a:noFill/>
          <a:ln w="19050">
            <a:solidFill>
              <a:srgbClr val="111111"/>
            </a:solidFill>
            <a:prstDash val="solid"/>
          </a:ln>
        </p:spPr>
      </p:sp>
      <p:sp>
        <p:nvSpPr>
          <p:cNvPr id="64" name="DP3 object 160">
            <a:extLst>
              <a:ext uri="{FF2B5EF4-FFF2-40B4-BE49-F238E27FC236}">
                <ns2:creationId id="{7DA0D78F-F28D-44C1-A72E-4E070203C836}"/>
              </a:ext>
            </a:extLst>
          </p:cNvPr>
          <p:cNvSpPr>
            <a:spLocks noGrp="1"/>
          </p:cNvSpPr>
          <p:nvPr/>
        </p:nvSpPr>
        <p:spPr>
          <a:xfrm>
            <a:off x="13620750" y="6381750"/>
            <a:ext cx="266700" cy="276225"/>
          </a:xfrm>
          <a:prstGeom prst="roundRect">
            <a:avLst>
              <a:gd name="adj" fmla="val 28571"/>
            </a:avLst>
          </a:prstGeom>
          <a:solidFill>
            <a:srgbClr val="C9E1B3"/>
          </a:solidFill>
          <a:ln w="17145">
            <a:solidFill>
              <a:srgbClr val="70A843"/>
            </a:solidFill>
            <a:prstDash val="solid"/>
          </a:ln>
        </p:spPr>
      </p:sp>
      <p:sp>
        <p:nvSpPr>
          <p:cNvPr id="65" name="DP3 object 161">
            <a:extLst>
              <a:ext uri="{FF2B5EF4-FFF2-40B4-BE49-F238E27FC236}">
                <ns2:creationId id="{0A922933-EE22-4736-B833-95F27FB0BA21}"/>
              </a:ext>
            </a:extLst>
          </p:cNvPr>
          <p:cNvSpPr>
            <a:spLocks noGrp="1"/>
          </p:cNvSpPr>
          <p:nvPr/>
        </p:nvSpPr>
        <p:spPr>
          <a:xfrm>
            <a:off x="13620750" y="6381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66" name="동일 후보·episode 상태 + 원본 crop">
            <a:extLst>
              <a:ext uri="{FF2B5EF4-FFF2-40B4-BE49-F238E27FC236}">
                <ns2:creationId id="{EBDA2CA9-3EA5-4B23-8BC0-4B1C717D8DCB}"/>
              </a:ext>
            </a:extLst>
          </p:cNvPr>
          <p:cNvSpPr>
            <a:spLocks noGrp="1"/>
          </p:cNvSpPr>
          <p:nvPr/>
        </p:nvSpPr>
        <p:spPr>
          <a:xfrm>
            <a:off x="10048875" y="6677025"/>
            <a:ext cx="6953250" cy="590550"/>
          </a:xfrm>
          <a:prstGeom prst="can">
            <a:avLst>
              <a:gd name="adj" fmla="val 16000"/>
            </a:avLst>
          </a:prstGeom>
          <a:solidFill>
            <a:srgbClr val="FFF6DD"/>
          </a:solidFill>
          <a:ln w="17145">
            <a:solidFill>
              <a:srgbClr val="111111"/>
            </a:solidFill>
            <a:prstDash val="solid"/>
          </a:ln>
        </p:spPr>
      </p:sp>
      <p:sp>
        <p:nvSpPr>
          <p:cNvPr id="67" name="DP3 object 162">
            <a:extLst>
              <a:ext uri="{FF2B5EF4-FFF2-40B4-BE49-F238E27FC236}">
                <ns2:creationId id="{52C7A861-B8C7-43FA-A29B-6CC900645C20}"/>
              </a:ext>
            </a:extLst>
          </p:cNvPr>
          <p:cNvSpPr>
            <a:spLocks noGrp="1"/>
          </p:cNvSpPr>
          <p:nvPr/>
        </p:nvSpPr>
        <p:spPr>
          <a:xfrm>
            <a:off x="10096500" y="6781800"/>
            <a:ext cx="6858000" cy="42862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동일 후보·episode 상태 + 원본 crop</a:t>
            </a:r>
            <a:endParaRPr lang="ko-KR">
              <a:latin typeface="Calibri"/>
              <a:ea typeface="Calibri"/>
              <a:cs typeface="Calibri"/>
            </a:endParaRPr>
          </a:p>
        </p:txBody>
      </p:sp>
      <p:sp>
        <p:nvSpPr>
          <p:cNvPr id="68" name="Editable path 163">
            <a:extLst>
              <a:ext uri="{FF2B5EF4-FFF2-40B4-BE49-F238E27FC236}">
                <ns2:creationId id="{CF9113A9-02CC-463C-A897-066E717CDE9E}"/>
              </a:ext>
            </a:extLst>
          </p:cNvPr>
          <p:cNvSpPr>
            <a:spLocks noGrp="1"/>
          </p:cNvSpPr>
          <p:nvPr/>
        </p:nvSpPr>
        <p:spPr>
          <a:xfrm>
            <a:off x="13525500" y="7267575"/>
            <a:ext cx="953" cy="333375"/>
          </a:xfrm>
          <a:custGeom>
            <a:pathLst>
              <a:path w="953" h="333375">
                <a:moveTo>
                  <a:pt x="0" y="0"/>
                </a:moveTo>
                <a:lnTo>
                  <a:pt x="0" y="333375"/>
                </a:lnTo>
              </a:path>
            </a:pathLst>
          </a:custGeom>
          <a:noFill/>
          <a:ln w="19050">
            <a:solidFill>
              <a:srgbClr val="111111"/>
            </a:solidFill>
            <a:prstDash val="solid"/>
          </a:ln>
        </p:spPr>
      </p:sp>
      <p:sp>
        <p:nvSpPr>
          <p:cNvPr id="69" name="Editable arrowhead 164">
            <a:extLst>
              <a:ext uri="{FF2B5EF4-FFF2-40B4-BE49-F238E27FC236}">
                <ns2:creationId id="{7E9B7796-AFDF-42FE-9FE4-BF406A5122CC}"/>
              </a:ext>
            </a:extLst>
          </p:cNvPr>
          <p:cNvSpPr>
            <a:spLocks noGrp="1"/>
          </p:cNvSpPr>
          <p:nvPr/>
        </p:nvSpPr>
        <p:spPr>
          <a:xfrm>
            <a:off x="13477875" y="7505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0" name="Cloud 의미 LLM → 공통 검증·채택">
            <a:extLst>
              <a:ext uri="{FF2B5EF4-FFF2-40B4-BE49-F238E27FC236}">
                <ns2:creationId id="{8CE9DBF2-6119-418A-AADB-62B41880357B}"/>
              </a:ext>
            </a:extLst>
          </p:cNvPr>
          <p:cNvSpPr>
            <a:spLocks noGrp="1"/>
          </p:cNvSpPr>
          <p:nvPr/>
        </p:nvSpPr>
        <p:spPr>
          <a:xfrm>
            <a:off x="10048875" y="7600950"/>
            <a:ext cx="6953250" cy="600075"/>
          </a:xfrm>
          <a:prstGeom prst="rect">
            <a:avLst/>
          </a:prstGeom>
          <a:solidFill>
            <a:srgbClr val="F1F6FC"/>
          </a:solidFill>
          <a:ln w="28575">
            <a:solidFill>
              <a:srgbClr val="4676CB"/>
            </a:solidFill>
            <a:prstDash val="solid"/>
          </a:ln>
        </p:spPr>
      </p:sp>
      <p:sp>
        <p:nvSpPr>
          <p:cNvPr id="71" name="DP3 object 165">
            <a:extLst>
              <a:ext uri="{FF2B5EF4-FFF2-40B4-BE49-F238E27FC236}">
                <ns2:creationId id="{35BE75A6-76A7-4C0D-9E69-5267B49C08A2}"/>
              </a:ext>
            </a:extLst>
          </p:cNvPr>
          <p:cNvSpPr>
            <a:spLocks noGrp="1"/>
          </p:cNvSpPr>
          <p:nvPr/>
        </p:nvSpPr>
        <p:spPr>
          <a:xfrm>
            <a:off x="10115550" y="7639050"/>
            <a:ext cx="6819900" cy="52387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Cloud 의미 LLM → 공통 검증·채택</a:t>
            </a:r>
            <a:endParaRPr lang="ko-KR">
              <a:latin typeface="Calibri"/>
              <a:ea typeface="Calibri"/>
              <a:cs typeface="Calibri"/>
            </a:endParaRPr>
          </a:p>
        </p:txBody>
      </p:sp>
      <p:sp>
        <p:nvSpPr>
          <p:cNvPr id="72" name="DP3 object 166">
            <a:extLst>
              <a:ext uri="{FF2B5EF4-FFF2-40B4-BE49-F238E27FC236}">
                <ns2:creationId id="{1C8CE957-0377-4BEF-A8EB-12B4B0D429F1}"/>
              </a:ext>
            </a:extLst>
          </p:cNvPr>
          <p:cNvSpPr>
            <a:spLocks noGrp="1"/>
          </p:cNvSpPr>
          <p:nvPr/>
        </p:nvSpPr>
        <p:spPr>
          <a:xfrm>
            <a:off x="1047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재로딩 대기 감소 / runtime private 메모리 공유</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worker 장애로 두 모델을 함께 재시작</a:t>
            </a:r>
            <a:endParaRPr lang="ko-KR">
              <a:latin typeface="Calibri"/>
              <a:ea typeface="Calibri"/>
              <a:cs typeface="Calibri"/>
            </a:endParaRPr>
          </a:p>
        </p:txBody>
      </p:sp>
      <p:sp>
        <p:nvSpPr>
          <p:cNvPr id="73" name="DP3 object 167">
            <a:extLst>
              <a:ext uri="{FF2B5EF4-FFF2-40B4-BE49-F238E27FC236}">
                <ns2:creationId id="{277D6012-A625-4A74-BBD9-5F1F33733C8B}"/>
              </a:ext>
            </a:extLst>
          </p:cNvPr>
          <p:cNvSpPr>
            <a:spLocks noGrp="1"/>
          </p:cNvSpPr>
          <p:nvPr/>
        </p:nvSpPr>
        <p:spPr>
          <a:xfrm>
            <a:off x="9810750" y="8515350"/>
            <a:ext cx="7429500" cy="78105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SAM 장애 시 UI worker·상태 보존</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runtime 복제·IPC 증가 / 자동 병렬 이익 없음</a:t>
            </a:r>
            <a:endParaRPr lang="ko-KR">
              <a:latin typeface="Calibri"/>
              <a:ea typeface="Calibri"/>
              <a:cs typeface="Calibri"/>
            </a:endParaRPr>
          </a:p>
        </p:txBody>
      </p:sp>
      <p:sp>
        <p:nvSpPr>
          <p:cNvPr id="74" name="DP3 object 168">
            <a:extLst>
              <a:ext uri="{FF2B5EF4-FFF2-40B4-BE49-F238E27FC236}">
                <ns2:creationId id="{4547E3B6-3694-4A45-9D18-A54B96896354}"/>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주 비교: 8 CPU core 중 visual 총 4 thread, 한 번에 heavy visual stage 하나. R3에도 같은 제한을 적용한다.</a:t>
            </a:r>
            <a:endParaRPr lang="ko-KR">
              <a:latin typeface="Calibri"/>
              <a:ea typeface="Calibri"/>
              <a:cs typeface="Calibri"/>
            </a:endParaRPr>
          </a:p>
        </p:txBody>
      </p:sp>
    </p:spTree>
    <p:extLst>
      <p:ext uri="{BB962C8B-B14F-4D97-AF65-F5344CB8AC3E}">
        <p14:creationId val="2062240048"/>
      </p:ext>
    </p:extLst>
  </p:cSld>
</p:sld>
</file>

<file path=ppt/slides/slide3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31" name="DP3 object 169">
            <a:extLst>
              <a:ext uri="{FF2B5EF4-FFF2-40B4-BE49-F238E27FC236}">
                <ns2:creationId id="{047150CC-8CDC-42B3-9F5F-9A09793010E7}"/>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(실행 구조·메모리)</a:t>
            </a:r>
            <a:endParaRPr lang="ko-KR">
              <a:latin typeface="Calibri"/>
              <a:ea typeface="Calibri"/>
              <a:cs typeface="Calibri"/>
            </a:endParaRPr>
          </a:p>
        </p:txBody>
      </p:sp>
      <p:sp>
        <p:nvSpPr>
          <p:cNvPr id="2" name="DP3 object 170">
            <a:extLst>
              <a:ext uri="{FF2B5EF4-FFF2-40B4-BE49-F238E27FC236}">
                <ns2:creationId id="{29C8E53F-32FD-426E-BBD7-0A00276C848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71">
            <a:extLst>
              <a:ext uri="{FF2B5EF4-FFF2-40B4-BE49-F238E27FC236}">
                <ns2:creationId id="{FBD41D58-C48D-47E8-BF22-1A5C47075C92}"/>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72">
            <a:extLst>
              <a:ext uri="{FF2B5EF4-FFF2-40B4-BE49-F238E27FC236}">
                <ns2:creationId id="{9E85DF89-FCC0-49F4-8C2A-742B603B6B4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73">
            <a:extLst>
              <a:ext uri="{FF2B5EF4-FFF2-40B4-BE49-F238E27FC236}">
                <ns2:creationId id="{2CE35EC4-F79A-4DEE-81F8-C14EFD9D027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74">
            <a:extLst>
              <a:ext uri="{FF2B5EF4-FFF2-40B4-BE49-F238E27FC236}">
                <ns2:creationId id="{3901F2A9-DC94-4946-88A4-B53661EBA63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75">
            <a:extLst>
              <a:ext uri="{FF2B5EF4-FFF2-40B4-BE49-F238E27FC236}">
                <ns2:creationId id="{5DDBCE91-0DB1-47FF-B63B-4DFDA738D661}"/>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76">
            <a:extLst>
              <a:ext uri="{FF2B5EF4-FFF2-40B4-BE49-F238E27FC236}">
                <ns2:creationId id="{532A4453-156B-4DA7-B0C4-3BB056349D18}"/>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77">
            <a:extLst>
              <a:ext uri="{FF2B5EF4-FFF2-40B4-BE49-F238E27FC236}">
                <ns2:creationId id="{1DE99EB5-9FCE-404A-830A-49A867A44949}"/>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78">
            <a:extLst>
              <a:ext uri="{FF2B5EF4-FFF2-40B4-BE49-F238E27FC236}">
                <ns2:creationId id="{12A7C355-3415-42CB-B6AD-72B1FBF3C00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79">
            <a:extLst>
              <a:ext uri="{FF2B5EF4-FFF2-40B4-BE49-F238E27FC236}">
                <ns2:creationId id="{13BB84B0-DD9A-42E1-969A-207C10A967C8}"/>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80">
            <a:extLst>
              <a:ext uri="{FF2B5EF4-FFF2-40B4-BE49-F238E27FC236}">
                <ns2:creationId id="{7A7F0544-44F4-43DE-BCE2-AD09230F8E2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56CCEEF-8F21-4B3D-8779-E8F61FA8A1A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4" name="DP3 object 181">
            <a:extLst>
              <a:ext uri="{FF2B5EF4-FFF2-40B4-BE49-F238E27FC236}">
                <ns2:creationId id="{E96D194E-8AEB-47C2-AE58-E6EA019F3D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모델 파일은 실행 프로그램이 아니다. worker가 로딩해 CPU 추론한다</a:t>
            </a:r>
            <a:endParaRPr lang="ko-KR">
              <a:latin typeface="Calibri"/>
              <a:ea typeface="Calibri"/>
              <a:cs typeface="Calibri"/>
            </a:endParaRPr>
          </a:p>
        </p:txBody>
      </p:sp>
      <p:sp>
        <p:nvSpPr>
          <p:cNvPr id="15" name="DP3 object 182">
            <a:extLst>
              <a:ext uri="{FF2B5EF4-FFF2-40B4-BE49-F238E27FC236}">
                <ns2:creationId id="{D0E53630-D67C-4D0B-934F-8B4533177E2D}"/>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Rust VIA → named pipe·공유 버퍼 → 묶음 Python/PyTorch CPU worker → 후보·원본 참조 반환</a:t>
            </a:r>
            <a:endParaRPr lang="ko-KR">
              <a:latin typeface="Calibri"/>
              <a:ea typeface="Calibri"/>
              <a:cs typeface="Calibri"/>
            </a:endParaRPr>
          </a:p>
        </p:txBody>
      </p:sp>
      <p:sp>
        <p:nvSpPr>
          <p:cNvPr id="16" name="VIA 호스트&#10;요청·보존·허가">
            <a:extLst>
              <a:ext uri="{FF2B5EF4-FFF2-40B4-BE49-F238E27FC236}">
                <ns2:creationId id="{61E39172-A1EE-4A1D-BB6D-B753BAEC568A}"/>
              </a:ext>
            </a:extLst>
          </p:cNvPr>
          <p:cNvSpPr>
            <a:spLocks noGrp="1"/>
          </p:cNvSpPr>
          <p:nvPr/>
        </p:nvSpPr>
        <p:spPr>
          <a:xfrm>
            <a:off x="809625" y="2686050"/>
            <a:ext cx="3429000" cy="885825"/>
          </a:xfrm>
          <a:prstGeom prst="rect">
            <a:avLst/>
          </a:prstGeom>
          <a:solidFill>
            <a:srgbClr val="FFF6DD"/>
          </a:solidFill>
          <a:ln w="17145">
            <a:solidFill>
              <a:srgbClr val="111111"/>
            </a:solidFill>
            <a:prstDash val="solid"/>
          </a:ln>
        </p:spPr>
      </p:sp>
      <p:sp>
        <p:nvSpPr>
          <p:cNvPr id="17" name="DP3 object 183">
            <a:extLst>
              <a:ext uri="{FF2B5EF4-FFF2-40B4-BE49-F238E27FC236}">
                <ns2:creationId id="{A9E43D7D-BF79-46F7-A276-5B4D3B1A640E}"/>
              </a:ext>
            </a:extLst>
          </p:cNvPr>
          <p:cNvSpPr>
            <a:spLocks noGrp="1"/>
          </p:cNvSpPr>
          <p:nvPr/>
        </p:nvSpPr>
        <p:spPr>
          <a:xfrm>
            <a:off x="876300" y="2724150"/>
            <a:ext cx="3295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VIA 호스트</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요청·보존·허가</a:t>
            </a:r>
            <a:endParaRPr lang="ko-KR">
              <a:latin typeface="Calibri"/>
              <a:ea typeface="Calibri"/>
              <a:cs typeface="Calibri"/>
            </a:endParaRPr>
          </a:p>
        </p:txBody>
      </p:sp>
      <p:sp>
        <p:nvSpPr>
          <p:cNvPr id="18" name="worker 실행 프로그램&#10;Python + CPU runtime">
            <a:extLst>
              <a:ext uri="{FF2B5EF4-FFF2-40B4-BE49-F238E27FC236}">
                <ns2:creationId id="{2F3FC027-63A2-40B4-8945-79F9E5BFCBBB}"/>
              </a:ext>
            </a:extLst>
          </p:cNvPr>
          <p:cNvSpPr>
            <a:spLocks noGrp="1"/>
          </p:cNvSpPr>
          <p:nvPr/>
        </p:nvSpPr>
        <p:spPr>
          <a:xfrm>
            <a:off x="5381625" y="2686050"/>
            <a:ext cx="5334000" cy="885825"/>
          </a:xfrm>
          <a:prstGeom prst="rect">
            <a:avLst/>
          </a:prstGeom>
          <a:solidFill>
            <a:srgbClr val="FFF6DD"/>
          </a:solidFill>
          <a:ln w="17145">
            <a:solidFill>
              <a:srgbClr val="111111"/>
            </a:solidFill>
            <a:prstDash val="solid"/>
          </a:ln>
        </p:spPr>
      </p:sp>
      <p:sp>
        <p:nvSpPr>
          <p:cNvPr id="19" name="DP3 object 184">
            <a:extLst>
              <a:ext uri="{FF2B5EF4-FFF2-40B4-BE49-F238E27FC236}">
                <ns2:creationId id="{FDEF2ED8-98BE-45A7-82D7-758A47BFF6BA}"/>
              </a:ext>
            </a:extLst>
          </p:cNvPr>
          <p:cNvSpPr>
            <a:spLocks noGrp="1"/>
          </p:cNvSpPr>
          <p:nvPr/>
        </p:nvSpPr>
        <p:spPr>
          <a:xfrm>
            <a:off x="5448300" y="2724150"/>
            <a:ext cx="5200650" cy="809625"/>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worker 실행 프로그램</a:t>
            </a:r>
            <a:endParaRPr lang="ko-KR">
              <a:latin typeface="Calibri"/>
              <a:ea typeface="Calibri"/>
              <a:cs typeface="Calibri"/>
            </a:endParaRPr>
          </a:p>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Python + CPU runtime</a:t>
            </a:r>
            <a:endParaRPr lang="ko-KR">
              <a:latin typeface="Calibri"/>
              <a:ea typeface="Calibri"/>
              <a:cs typeface="Calibri"/>
            </a:endParaRPr>
          </a:p>
        </p:txBody>
      </p:sp>
      <p:sp>
        <p:nvSpPr>
          <p:cNvPr id="20" name="모델 session&#10;load → infer → retain/release">
            <a:extLst>
              <a:ext uri="{FF2B5EF4-FFF2-40B4-BE49-F238E27FC236}">
                <ns2:creationId id="{13DD6C5F-DEDA-421C-9E2D-3820ADA885B6}"/>
              </a:ext>
            </a:extLst>
          </p:cNvPr>
          <p:cNvSpPr>
            <a:spLocks noGrp="1"/>
          </p:cNvSpPr>
          <p:nvPr/>
        </p:nvSpPr>
        <p:spPr>
          <a:xfrm>
            <a:off x="11858625" y="2686050"/>
            <a:ext cx="5429250" cy="885825"/>
          </a:xfrm>
          <a:prstGeom prst="rect">
            <a:avLst/>
          </a:prstGeom>
          <a:solidFill>
            <a:srgbClr val="FFF6DD"/>
          </a:solidFill>
          <a:ln w="17145">
            <a:solidFill>
              <a:srgbClr val="111111"/>
            </a:solidFill>
            <a:prstDash val="solid"/>
          </a:ln>
        </p:spPr>
      </p:sp>
      <p:sp>
        <p:nvSpPr>
          <p:cNvPr id="21" name="DP3 object 185">
            <a:extLst>
              <a:ext uri="{FF2B5EF4-FFF2-40B4-BE49-F238E27FC236}">
                <ns2:creationId id="{9774F1DE-60C4-438B-8B96-9F79E1FBB031}"/>
              </a:ext>
            </a:extLst>
          </p:cNvPr>
          <p:cNvSpPr>
            <a:spLocks noGrp="1"/>
          </p:cNvSpPr>
          <p:nvPr/>
        </p:nvSpPr>
        <p:spPr>
          <a:xfrm>
            <a:off x="11925300" y="2724150"/>
            <a:ext cx="5295900" cy="8096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모델 session</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load → infer → retain/release</a:t>
            </a:r>
            <a:endParaRPr lang="ko-KR">
              <a:latin typeface="Calibri"/>
              <a:ea typeface="Calibri"/>
              <a:cs typeface="Calibri"/>
            </a:endParaRPr>
          </a:p>
        </p:txBody>
      </p:sp>
      <p:sp>
        <p:nvSpPr>
          <p:cNvPr id="22" name="Editable path 186">
            <a:extLst>
              <a:ext uri="{FF2B5EF4-FFF2-40B4-BE49-F238E27FC236}">
                <ns2:creationId id="{C19309F5-C43E-49A3-957A-33D6884DC3B1}"/>
              </a:ext>
            </a:extLst>
          </p:cNvPr>
          <p:cNvSpPr>
            <a:spLocks noGrp="1"/>
          </p:cNvSpPr>
          <p:nvPr/>
        </p:nvSpPr>
        <p:spPr>
          <a:xfrm>
            <a:off x="4238625" y="3133725"/>
            <a:ext cx="1143000" cy="953"/>
          </a:xfrm>
          <a:custGeom>
            <a:pathLst>
              <a:path w="1143000" h="953">
                <a:moveTo>
                  <a:pt x="0" y="0"/>
                </a:moveTo>
                <a:lnTo>
                  <a:pt x="1143000" y="0"/>
                </a:lnTo>
              </a:path>
            </a:pathLst>
          </a:custGeom>
          <a:noFill/>
          <a:ln w="20955">
            <a:solidFill>
              <a:srgbClr val="111111"/>
            </a:solidFill>
            <a:prstDash val="solid"/>
          </a:ln>
        </p:spPr>
      </p:sp>
      <p:sp>
        <p:nvSpPr>
          <p:cNvPr id="23" name="Editable arrowhead 187">
            <a:extLst>
              <a:ext uri="{FF2B5EF4-FFF2-40B4-BE49-F238E27FC236}">
                <ns2:creationId id="{45DAF3F9-B1FD-41BA-AA93-72E54D6E537D}"/>
              </a:ext>
            </a:extLst>
          </p:cNvPr>
          <p:cNvSpPr>
            <a:spLocks noGrp="1"/>
          </p:cNvSpPr>
          <p:nvPr/>
        </p:nvSpPr>
        <p:spPr>
          <a:xfrm>
            <a:off x="5286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4" name="Editable path 188">
            <a:extLst>
              <a:ext uri="{FF2B5EF4-FFF2-40B4-BE49-F238E27FC236}">
                <ns2:creationId id="{6C92AC4B-32FA-4A7F-8AFA-14167C5B1D44}"/>
              </a:ext>
            </a:extLst>
          </p:cNvPr>
          <p:cNvSpPr>
            <a:spLocks noGrp="1"/>
          </p:cNvSpPr>
          <p:nvPr/>
        </p:nvSpPr>
        <p:spPr>
          <a:xfrm>
            <a:off x="10715625" y="3133725"/>
            <a:ext cx="1143000" cy="953"/>
          </a:xfrm>
          <a:custGeom>
            <a:pathLst>
              <a:path w="1143000" h="953">
                <a:moveTo>
                  <a:pt x="0" y="0"/>
                </a:moveTo>
                <a:lnTo>
                  <a:pt x="1143000" y="0"/>
                </a:lnTo>
              </a:path>
            </a:pathLst>
          </a:custGeom>
          <a:noFill/>
          <a:ln w="20955">
            <a:solidFill>
              <a:srgbClr val="111111"/>
            </a:solidFill>
            <a:prstDash val="solid"/>
          </a:ln>
        </p:spPr>
      </p:sp>
      <p:sp>
        <p:nvSpPr>
          <p:cNvPr id="25" name="Editable arrowhead 189">
            <a:extLst>
              <a:ext uri="{FF2B5EF4-FFF2-40B4-BE49-F238E27FC236}">
                <ns2:creationId id="{608F15B6-3862-43FC-81DE-1D3FE99F3B77}"/>
              </a:ext>
            </a:extLst>
          </p:cNvPr>
          <p:cNvSpPr>
            <a:spLocks noGrp="1"/>
          </p:cNvSpPr>
          <p:nvPr/>
        </p:nvSpPr>
        <p:spPr>
          <a:xfrm>
            <a:off x="11763375" y="30861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26" name="DP3 object 190">
            <a:extLst>
              <a:ext uri="{FF2B5EF4-FFF2-40B4-BE49-F238E27FC236}">
                <ns2:creationId id="{2B4459E1-5F29-4379-9C68-81BD1D9CAA67}"/>
              </a:ext>
            </a:extLst>
          </p:cNvPr>
          <p:cNvSpPr>
            <a:spLocks noGrp="1"/>
          </p:cNvSpPr>
          <p:nvPr/>
        </p:nvSpPr>
        <p:spPr>
          <a:xfrm>
            <a:off x="809625" y="3838575"/>
            <a:ext cx="16478250" cy="4191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UI: OmniParser icon_detect_v3 + EasyOCR ko/en  /  SAM: SAM2.1 Hiera Tiny 38.9M  /  GPU 사용 없음</a:t>
            </a:r>
            <a:endParaRPr lang="ko-KR">
              <a:latin typeface="Calibri"/>
              <a:ea typeface="Calibri"/>
              <a:cs typeface="Calibri"/>
            </a:endParaRPr>
          </a:p>
        </p:txBody>
      </p:sp>
      <p:graphicFrame>
        <p:nvGraphicFramePr>
          <p:cNvPr id="27" name="">
            <a:extLst>
              <a:ext uri="{FF2B5EF4-FFF2-40B4-BE49-F238E27FC236}">
                <ns2:creationId id="{453FB726-9220-49B5-9F70-326A6DC2078A}"/>
              </a:ext>
            </a:extLst>
          </p:cNvPr>
          <p:cNvGraphicFramePr/>
          <p:nvPr/>
        </p:nvGraphicFramePr>
        <p:xfrm>
          <a:off x="809625" y="4591050"/>
          <a:ext cx="16478250" cy="3743325"/>
        </p:xfrm>
        <a:graphic>
          <a:graphicData uri="http://schemas.openxmlformats.org/drawingml/2006/table">
            <a:tbl>
              <a:tblPr firstRow="0" bandRow="0" bandCol="0"/>
              <a:tblGrid>
                <a:gridCol w="6953250"/>
                <a:gridCol w="2286000"/>
                <a:gridCol w="2286000"/>
                <a:gridCol w="2286000"/>
                <a:gridCol w="2667000"/>
              </a:tblGrid>
              <a:tr h="5143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동시에 남는 메모리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공통 VIA·ASR·원본·요청 상태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runtime · shared + private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 / SAM 상주 weights·객체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활성 workspace + episode</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cloud 입력 또는 IPC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28" name="DP3 object 191">
            <a:extLst>
              <a:ext uri="{FF2B5EF4-FFF2-40B4-BE49-F238E27FC236}">
                <ns2:creationId id="{8D459495-9C48-4D1A-89A0-E3B83FF3EECF}"/>
              </a:ext>
            </a:extLst>
          </p:cNvPr>
          <p:cNvSpPr>
            <a:spLocks noGrp="1"/>
          </p:cNvSpPr>
          <p:nvPr/>
        </p:nvSpPr>
        <p:spPr>
          <a:xfrm>
            <a:off x="809625" y="8677275"/>
            <a:ext cx="2190750" cy="4000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R1 → R2</a:t>
            </a:r>
            <a:endParaRPr lang="ko-KR">
              <a:latin typeface="Calibri"/>
              <a:ea typeface="Calibri"/>
              <a:cs typeface="Calibri"/>
            </a:endParaRPr>
          </a:p>
        </p:txBody>
      </p:sp>
      <p:sp>
        <p:nvSpPr>
          <p:cNvPr id="29" name="DP3 object 192">
            <a:extLst>
              <a:ext uri="{FF2B5EF4-FFF2-40B4-BE49-F238E27FC236}">
                <ns2:creationId id="{EB729834-9745-4B1D-B5DD-CB138C86457A}"/>
              </a:ext>
            </a:extLst>
          </p:cNvPr>
          <p:cNvSpPr>
            <a:spLocks noGrp="1"/>
          </p:cNvSpPr>
          <p:nvPr/>
        </p:nvSpPr>
        <p:spPr>
          <a:xfrm>
            <a:off x="3238500" y="8696325"/>
            <a:ext cx="13811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UI 모델 객체 420 MB 유지로 로딩 절약. R3는 runtime private 280 MB와 IPC 8 MB 추가.</a:t>
            </a:r>
            <a:endParaRPr lang="ko-KR">
              <a:latin typeface="Calibri"/>
              <a:ea typeface="Calibri"/>
              <a:cs typeface="Calibri"/>
            </a:endParaRPr>
          </a:p>
        </p:txBody>
      </p:sp>
      <p:sp>
        <p:nvSpPr>
          <p:cNvPr id="30" name="DP3 object 193">
            <a:extLst>
              <a:ext uri="{FF2B5EF4-FFF2-40B4-BE49-F238E27FC236}">
                <ns2:creationId id="{C5CEF562-C213-4FD5-B5E3-53F73A2ECC2D}"/>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가정 RAM 원장, 실측 아님. 이 peak는 SAM 실행 시점이며 UI workspace를 중복 합산하지 않음. 512 MB 한계는 유보.</a:t>
            </a:r>
            <a:endParaRPr lang="ko-KR">
              <a:latin typeface="Calibri"/>
              <a:ea typeface="Calibri"/>
              <a:cs typeface="Calibri"/>
            </a:endParaRPr>
          </a:p>
        </p:txBody>
      </p:sp>
    </p:spTree>
    <p:extLst>
      <p:ext uri="{BB962C8B-B14F-4D97-AF65-F5344CB8AC3E}">
        <p14:creationId val="1152962353"/>
      </p:ext>
    </p:extLst>
  </p:cSld>
</p:sld>
</file>

<file path=ppt/slides/slide3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5" name="DP3 object 194">
            <a:extLst>
              <a:ext uri="{FF2B5EF4-FFF2-40B4-BE49-F238E27FC236}">
                <ns2:creationId id="{0658C824-5F03-44BE-8353-127FB6F1411B}"/>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(동일 시나리오)</a:t>
            </a:r>
            <a:endParaRPr lang="ko-KR">
              <a:latin typeface="Calibri"/>
              <a:ea typeface="Calibri"/>
              <a:cs typeface="Calibri"/>
            </a:endParaRPr>
          </a:p>
        </p:txBody>
      </p:sp>
      <p:sp>
        <p:nvSpPr>
          <p:cNvPr id="2" name="DP3 object 195">
            <a:extLst>
              <a:ext uri="{FF2B5EF4-FFF2-40B4-BE49-F238E27FC236}">
                <ns2:creationId id="{D854947E-7688-44BF-9AD0-30AB842FB895}"/>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96">
            <a:extLst>
              <a:ext uri="{FF2B5EF4-FFF2-40B4-BE49-F238E27FC236}">
                <ns2:creationId id="{157CEE00-3337-4D14-9CA4-C3E12B71ECBF}"/>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7">
            <a:extLst>
              <a:ext uri="{FF2B5EF4-FFF2-40B4-BE49-F238E27FC236}">
                <ns2:creationId id="{275B6940-0BCD-470D-82E7-1592BB89D3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8">
            <a:extLst>
              <a:ext uri="{FF2B5EF4-FFF2-40B4-BE49-F238E27FC236}">
                <ns2:creationId id="{C9F89216-707F-419A-9807-058413B5163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9">
            <a:extLst>
              <a:ext uri="{FF2B5EF4-FFF2-40B4-BE49-F238E27FC236}">
                <ns2:creationId id="{74B49662-E957-42BB-8FC8-B2E41A2FA9D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00">
            <a:extLst>
              <a:ext uri="{FF2B5EF4-FFF2-40B4-BE49-F238E27FC236}">
                <ns2:creationId id="{2254A1E8-13F4-44E4-9145-FFBB07488E1D}"/>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01">
            <a:extLst>
              <a:ext uri="{FF2B5EF4-FFF2-40B4-BE49-F238E27FC236}">
                <ns2:creationId id="{7E311802-FE98-4350-9B02-36F0B86CFCE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02">
            <a:extLst>
              <a:ext uri="{FF2B5EF4-FFF2-40B4-BE49-F238E27FC236}">
                <ns2:creationId id="{DE054BAE-7E62-4CA7-B716-D5955838C47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03">
            <a:extLst>
              <a:ext uri="{FF2B5EF4-FFF2-40B4-BE49-F238E27FC236}">
                <ns2:creationId id="{6360328B-0A02-49F9-ADE1-C9D946D8907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04">
            <a:extLst>
              <a:ext uri="{FF2B5EF4-FFF2-40B4-BE49-F238E27FC236}">
                <ns2:creationId id="{CA716F4F-3661-4F06-9DD0-42AE953B1327}"/>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05">
            <a:extLst>
              <a:ext uri="{FF2B5EF4-FFF2-40B4-BE49-F238E27FC236}">
                <ns2:creationId id="{DCC769C7-9B49-4E03-A67C-B46474AFB44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52AFE5B-9AD4-404E-8BF7-DE5C4A60C54D}"/>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29</a:t>
            </a:r>
            <a:endParaRPr lang="ko-KR">
              <a:latin typeface="Calibri"/>
              <a:ea typeface="Calibri"/>
              <a:cs typeface="Calibri"/>
            </a:endParaRPr>
          </a:p>
        </p:txBody>
      </p:sp>
      <p:sp>
        <p:nvSpPr>
          <p:cNvPr id="14" name="DP3 object 206">
            <a:extLst>
              <a:ext uri="{FF2B5EF4-FFF2-40B4-BE49-F238E27FC236}">
                <ns2:creationId id="{2759DDBA-859D-4C3A-89CD-A04C4A225E3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상주는 반복 사용에서 유리하다. 첫 화면과 긴 유휴 뒤에는 다시 로딩한다</a:t>
            </a:r>
            <a:endParaRPr lang="ko-KR">
              <a:latin typeface="Calibri"/>
              <a:ea typeface="Calibri"/>
              <a:cs typeface="Calibri"/>
            </a:endParaRPr>
          </a:p>
        </p:txBody>
      </p:sp>
      <p:sp>
        <p:nvSpPr>
          <p:cNvPr id="15" name="DP3 object 207">
            <a:extLst>
              <a:ext uri="{FF2B5EF4-FFF2-40B4-BE49-F238E27FC236}">
                <ns2:creationId id="{CC3868E3-13B4-4A54-8A96-012DFC256E9A}"/>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비교: 6유형 × 작성 변형 20개 = 120입력. 시간은 발화 종료 → 첫 구체적 표시.</a:t>
            </a:r>
            <a:endParaRPr lang="ko-KR">
              <a:latin typeface="Calibri"/>
              <a:ea typeface="Calibri"/>
              <a:cs typeface="Calibri"/>
            </a:endParaRPr>
          </a:p>
        </p:txBody>
      </p:sp>
      <p:graphicFrame>
        <p:nvGraphicFramePr>
          <p:cNvPr id="16" name="">
            <a:extLst>
              <a:ext uri="{FF2B5EF4-FFF2-40B4-BE49-F238E27FC236}">
                <ns2:creationId id="{23A51BFA-0B39-42E1-961D-105A0C79AB6F}"/>
              </a:ext>
            </a:extLst>
          </p:cNvPr>
          <p:cNvGraphicFramePr/>
          <p:nvPr/>
        </p:nvGraphicFramePr>
        <p:xfrm>
          <a:off x="619125" y="2590800"/>
          <a:ext cx="17145000" cy="3952875"/>
        </p:xfrm>
        <a:graphic>
          <a:graphicData uri="http://schemas.openxmlformats.org/drawingml/2006/table">
            <a:tbl>
              <a:tblPr firstRow="0" bandRow="0" bandCol="0"/>
              <a:tblGrid>
                <a:gridCol w="6191250"/>
                <a:gridCol w="3333750"/>
                <a:gridCol w="1905000"/>
                <a:gridCol w="1905000"/>
                <a:gridCol w="1905000"/>
                <a:gridCol w="1905000"/>
              </a:tblGrid>
              <a:tr h="5238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동일 시나리오</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B의 화면 처리</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S1  native 선택 두 견적</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S2  첫 밀집 화면의 두 카드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6.993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S3  두 시점 같은 견적 중복 제거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UI+SAM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5.500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10.700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8.860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S4  이어서 새 영역 확인</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UI만 · R2/3 warm</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5.667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4.567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4.627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S5  같은 장면 후보·확정 이력</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모델 생략·재사용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2.833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2.633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S6  긴 유휴 후 새 화면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cold · UI만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2.967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6.527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8">
            <a:extLst>
              <a:ext uri="{FF2B5EF4-FFF2-40B4-BE49-F238E27FC236}">
                <ns2:creationId id="{26EAEF98-3716-47C8-AFDA-4BB2071711C0}"/>
              </a:ext>
            </a:extLst>
          </p:cNvPr>
          <p:cNvSpPr>
            <a:spLocks noGrp="1"/>
          </p:cNvSpPr>
          <p:nvPr/>
        </p:nvSpPr>
        <p:spPr>
          <a:xfrm>
            <a:off x="619125" y="6943725"/>
            <a:ext cx="457200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S3 임계 경로 · 초</a:t>
            </a:r>
            <a:endParaRPr lang="ko-KR">
              <a:latin typeface="Calibri"/>
              <a:ea typeface="Calibri"/>
              <a:cs typeface="Calibri"/>
            </a:endParaRPr>
          </a:p>
        </p:txBody>
      </p:sp>
      <p:sp>
        <p:nvSpPr>
          <p:cNvPr id="18" name="DP3 object 209">
            <a:extLst>
              <a:ext uri="{FF2B5EF4-FFF2-40B4-BE49-F238E27FC236}">
                <ns2:creationId id="{48F50BD6-27C4-4299-99B9-EC246CFEF68B}"/>
              </a:ext>
            </a:extLst>
          </p:cNvPr>
          <p:cNvSpPr>
            <a:spLocks noGrp="1"/>
          </p:cNvSpPr>
          <p:nvPr/>
        </p:nvSpPr>
        <p:spPr>
          <a:xfrm>
            <a:off x="619125" y="7534275"/>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a:t>
            </a:r>
            <a:endParaRPr lang="ko-KR">
              <a:latin typeface="Calibri"/>
              <a:ea typeface="Calibri"/>
              <a:cs typeface="Calibri"/>
            </a:endParaRPr>
          </a:p>
        </p:txBody>
      </p:sp>
      <p:sp>
        <p:nvSpPr>
          <p:cNvPr id="19" name="DP3 object 210">
            <a:extLst>
              <a:ext uri="{FF2B5EF4-FFF2-40B4-BE49-F238E27FC236}">
                <ns2:creationId id="{2997DC8E-6A6F-44AC-95AF-2738274954D6}"/>
              </a:ext>
            </a:extLst>
          </p:cNvPr>
          <p:cNvSpPr>
            <a:spLocks noGrp="1"/>
          </p:cNvSpPr>
          <p:nvPr/>
        </p:nvSpPr>
        <p:spPr>
          <a:xfrm>
            <a:off x="2000250" y="7534275"/>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원본 해석·추가 읽기 4.40 = 5.50</a:t>
            </a:r>
            <a:endParaRPr lang="ko-KR">
              <a:latin typeface="Calibri"/>
              <a:ea typeface="Calibri"/>
              <a:cs typeface="Calibri"/>
            </a:endParaRPr>
          </a:p>
        </p:txBody>
      </p:sp>
      <p:sp>
        <p:nvSpPr>
          <p:cNvPr id="20" name="DP3 object 211">
            <a:extLst>
              <a:ext uri="{FF2B5EF4-FFF2-40B4-BE49-F238E27FC236}">
                <ns2:creationId id="{EFAA896C-D163-44EB-97C7-21C12627C755}"/>
              </a:ext>
            </a:extLst>
          </p:cNvPr>
          <p:cNvSpPr>
            <a:spLocks noGrp="1"/>
          </p:cNvSpPr>
          <p:nvPr/>
        </p:nvSpPr>
        <p:spPr>
          <a:xfrm>
            <a:off x="619125" y="8020050"/>
            <a:ext cx="12382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a:t>
            </a:r>
            <a:endParaRPr lang="ko-KR">
              <a:latin typeface="Calibri"/>
              <a:ea typeface="Calibri"/>
              <a:cs typeface="Calibri"/>
            </a:endParaRPr>
          </a:p>
        </p:txBody>
      </p:sp>
      <p:sp>
        <p:nvSpPr>
          <p:cNvPr id="21" name="DP3 object 212">
            <a:extLst>
              <a:ext uri="{FF2B5EF4-FFF2-40B4-BE49-F238E27FC236}">
                <ns2:creationId id="{74D1BE1C-FF62-48FE-9189-2905C62A0EE0}"/>
              </a:ext>
            </a:extLst>
          </p:cNvPr>
          <p:cNvSpPr>
            <a:spLocks noGrp="1"/>
          </p:cNvSpPr>
          <p:nvPr/>
        </p:nvSpPr>
        <p:spPr>
          <a:xfrm>
            <a:off x="2000250" y="8020050"/>
            <a:ext cx="15144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공통 1.10 + UI 1.60 + SAM 두 frame 4.10 + 결합 2.00 = 8.80</a:t>
            </a:r>
            <a:endParaRPr lang="ko-KR">
              <a:latin typeface="Calibri"/>
              <a:ea typeface="Calibri"/>
              <a:cs typeface="Calibri"/>
            </a:endParaRPr>
          </a:p>
        </p:txBody>
      </p:sp>
      <p:sp>
        <p:nvSpPr>
          <p:cNvPr id="22" name="DP3 object 213">
            <a:extLst>
              <a:ext uri="{FF2B5EF4-FFF2-40B4-BE49-F238E27FC236}">
                <ns2:creationId id="{4FACAC7A-9893-4BB5-A79C-5D11AF20DE5E}"/>
              </a:ext>
            </a:extLst>
          </p:cNvPr>
          <p:cNvSpPr>
            <a:spLocks noGrp="1"/>
          </p:cNvSpPr>
          <p:nvPr/>
        </p:nvSpPr>
        <p:spPr>
          <a:xfrm>
            <a:off x="619125" y="8505825"/>
            <a:ext cx="1428750" cy="3524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 / R3</a:t>
            </a:r>
            <a:endParaRPr lang="ko-KR">
              <a:latin typeface="Calibri"/>
              <a:ea typeface="Calibri"/>
              <a:cs typeface="Calibri"/>
            </a:endParaRPr>
          </a:p>
        </p:txBody>
      </p:sp>
      <p:sp>
        <p:nvSpPr>
          <p:cNvPr id="23" name="DP3 object 214">
            <a:extLst>
              <a:ext uri="{FF2B5EF4-FFF2-40B4-BE49-F238E27FC236}">
                <ns2:creationId id="{4FF59922-2585-49EC-89BC-7B505D01AFF8}"/>
              </a:ext>
            </a:extLst>
          </p:cNvPr>
          <p:cNvSpPr>
            <a:spLocks noGrp="1"/>
          </p:cNvSpPr>
          <p:nvPr/>
        </p:nvSpPr>
        <p:spPr>
          <a:xfrm>
            <a:off x="2286000" y="8505825"/>
            <a:ext cx="14763750" cy="3524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R1: 위 경로에 로딩·전환 1.90 추가  /  R3: IPC 0.06 추가</a:t>
            </a:r>
            <a:endParaRPr lang="ko-KR">
              <a:latin typeface="Calibri"/>
              <a:ea typeface="Calibri"/>
              <a:cs typeface="Calibri"/>
            </a:endParaRPr>
          </a:p>
        </p:txBody>
      </p:sp>
      <p:sp>
        <p:nvSpPr>
          <p:cNvPr id="24" name="DP3 object 215">
            <a:extLst>
              <a:ext uri="{FF2B5EF4-FFF2-40B4-BE49-F238E27FC236}">
                <ns2:creationId id="{BEEF06E0-AAD3-48B3-BA61-FA4A7F411608}"/>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S3~5의 사전 준비 60활동은 비용·RAM에 포함. ASR은 발화 중 수행하고 종료 후 잔여만 계산. QA03은 외부 Agent 업무를 제외.</a:t>
            </a:r>
            <a:endParaRPr lang="ko-KR">
              <a:latin typeface="Calibri"/>
              <a:ea typeface="Calibri"/>
              <a:cs typeface="Calibri"/>
            </a:endParaRPr>
          </a:p>
        </p:txBody>
      </p:sp>
    </p:spTree>
    <p:extLst>
      <p:ext uri="{BB962C8B-B14F-4D97-AF65-F5344CB8AC3E}">
        <p14:creationId val="935744018"/>
      </p:ext>
    </p:extLst>
  </p:cSld>
</p:sld>
</file>

<file path=ppt/slides/slide3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2" name="DP3 object 216">
            <a:extLst>
              <a:ext uri="{FF2B5EF4-FFF2-40B4-BE49-F238E27FC236}">
                <ns2:creationId id="{2D40B5FD-EB78-4335-8AFC-7447B664E7A2}"/>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(QA01~07 비교)</a:t>
            </a:r>
            <a:endParaRPr lang="ko-KR">
              <a:latin typeface="Calibri"/>
              <a:ea typeface="Calibri"/>
              <a:cs typeface="Calibri"/>
            </a:endParaRPr>
          </a:p>
        </p:txBody>
      </p:sp>
      <p:sp>
        <p:nvSpPr>
          <p:cNvPr id="2" name="DP3 object 217">
            <a:extLst>
              <a:ext uri="{FF2B5EF4-FFF2-40B4-BE49-F238E27FC236}">
                <ns2:creationId id="{E7D93709-F66C-43EC-B3CD-F0CD2AB01B3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8">
            <a:extLst>
              <a:ext uri="{FF2B5EF4-FFF2-40B4-BE49-F238E27FC236}">
                <ns2:creationId id="{90A4EA90-4384-4BAF-AA87-3395BE321E8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9">
            <a:extLst>
              <a:ext uri="{FF2B5EF4-FFF2-40B4-BE49-F238E27FC236}">
                <ns2:creationId id="{CAA4A481-5EEE-44B2-8E9A-75DEE8F14EA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20">
            <a:extLst>
              <a:ext uri="{FF2B5EF4-FFF2-40B4-BE49-F238E27FC236}">
                <ns2:creationId id="{64A659CC-016B-4016-84F9-A29399481FE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21">
            <a:extLst>
              <a:ext uri="{FF2B5EF4-FFF2-40B4-BE49-F238E27FC236}">
                <ns2:creationId id="{D38D5E07-7210-4526-B235-307249339E6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22">
            <a:extLst>
              <a:ext uri="{FF2B5EF4-FFF2-40B4-BE49-F238E27FC236}">
                <ns2:creationId id="{A03F8777-89AC-4E73-9142-573B276B5B09}"/>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23">
            <a:extLst>
              <a:ext uri="{FF2B5EF4-FFF2-40B4-BE49-F238E27FC236}">
                <ns2:creationId id="{00A9B64C-F631-42D5-B00E-F5725D253B8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24">
            <a:extLst>
              <a:ext uri="{FF2B5EF4-FFF2-40B4-BE49-F238E27FC236}">
                <ns2:creationId id="{53391912-5575-47F2-90A7-9E97A159FE4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25">
            <a:extLst>
              <a:ext uri="{FF2B5EF4-FFF2-40B4-BE49-F238E27FC236}">
                <ns2:creationId id="{2307F5E1-B3B1-4030-AC69-6F9C0A6D647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26">
            <a:extLst>
              <a:ext uri="{FF2B5EF4-FFF2-40B4-BE49-F238E27FC236}">
                <ns2:creationId id="{32B2829B-C19A-4458-B403-780FBDC30830}"/>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27">
            <a:extLst>
              <a:ext uri="{FF2B5EF4-FFF2-40B4-BE49-F238E27FC236}">
                <ns2:creationId id="{A17251DE-F38A-4FCB-9CF1-E7A6A26F2B2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7A22FC22-2852-41EA-BFCF-94BE763DC81A}"/>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14 / 29</a:t>
            </a:r>
            <a:endParaRPr lang="ko-KR">
              <a:latin typeface="Calibri"/>
              <a:ea typeface="Calibri"/>
              <a:cs typeface="Calibri"/>
            </a:endParaRPr>
          </a:p>
        </p:txBody>
      </p:sp>
      <p:sp>
        <p:nvSpPr>
          <p:cNvPr id="14" name="DP3 object 228">
            <a:extLst>
              <a:ext uri="{FF2B5EF4-FFF2-40B4-BE49-F238E27FC236}">
                <ns2:creationId id="{8CB62875-045C-441C-B1A6-C99A1F2125BE}"/>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A의 응답·메모리 이익과 B의 정확도·cloud 비용 이익을 맞바꾼다</a:t>
            </a:r>
            <a:endParaRPr lang="ko-KR">
              <a:latin typeface="Calibri"/>
              <a:ea typeface="Calibri"/>
              <a:cs typeface="Calibri"/>
            </a:endParaRPr>
          </a:p>
        </p:txBody>
      </p:sp>
      <p:sp>
        <p:nvSpPr>
          <p:cNvPr id="15" name="DP3 object 229">
            <a:extLst>
              <a:ext uri="{FF2B5EF4-FFF2-40B4-BE49-F238E27FC236}">
                <ns2:creationId id="{B546B8D7-E5D8-4E86-91C9-1C6FE9636F04}"/>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가정 기반 합성 수치 · 실측 아님 / 평가 120입력 + 준비 60활동 / QA07 우선순위는 미확정</a:t>
            </a:r>
            <a:endParaRPr lang="ko-KR">
              <a:latin typeface="Calibri"/>
              <a:ea typeface="Calibri"/>
              <a:cs typeface="Calibri"/>
            </a:endParaRPr>
          </a:p>
        </p:txBody>
      </p:sp>
      <p:graphicFrame>
        <p:nvGraphicFramePr>
          <p:cNvPr id="16" name="">
            <a:extLst>
              <a:ext uri="{FF2B5EF4-FFF2-40B4-BE49-F238E27FC236}">
                <ns2:creationId id="{3DE1C184-3CF9-4BF2-AF67-EA8DF13A8A6A}"/>
              </a:ext>
            </a:extLst>
          </p:cNvPr>
          <p:cNvGraphicFramePr/>
          <p:nvPr/>
        </p:nvGraphicFramePr>
        <p:xfrm>
          <a:off x="619125" y="2590800"/>
          <a:ext cx="17145000" cy="5181600"/>
        </p:xfrm>
        <a:graphic>
          <a:graphicData uri="http://schemas.openxmlformats.org/drawingml/2006/table">
            <a:tbl>
              <a:tblPr firstRow="0" bandRow="0" bandCol="0"/>
              <a:tblGrid>
                <a:gridCol w="3714750"/>
                <a:gridCol w="1952625"/>
                <a:gridCol w="1952625"/>
                <a:gridCol w="1952625"/>
                <a:gridCol w="1952625"/>
                <a:gridCol w="56197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 / 동일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구조에서 예상한 차이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5.783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5.283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5.323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B는 로컬 생산을 기다림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QA02 지칭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89.17%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107/120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95.83%</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115/120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B의 범위·대응 후보가 오류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 · 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8.300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7.840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생산 대기가 목표 완료에도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QA04 예상 Rust 모듈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1.83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의존 무효화 1모듈 가정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QA05 VIA 비용 · USD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3.9052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3.4188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후보 + crop으로 cloud 입력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QA06 동시 RAM · MB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weights·workspace·runtime 차이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00100">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QA07 요청 의미 정확도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85.00%</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102/120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91.67%</a:t>
                      </a:r>
                      <a:endParaRPr lang="ko-KR">
                        <a:latin typeface="Calibri"/>
                        <a:ea typeface="Calibri"/>
                        <a:cs typeface="Calibri"/>
                      </a:endParaRPr>
                    </a:p>
                    <a:p>
                      <a:pPr algn="ctr">
                        <a:defRPr lang="ko-KR">
                          <a:latin typeface="Calibri"/>
                          <a:ea typeface="Calibri"/>
                          <a:cs typeface="Calibri"/>
                        </a:defRPr>
                      </a:pPr>
                      <a:r>
                        <a:rPr sz="1900" lang="ko-KR">
                          <a:solidFill>
                            <a:srgbClr val="111111"/>
                          </a:solidFill>
                          <a:latin typeface="Calibri"/>
                          <a:ea typeface="Calibri"/>
                          <a:cs typeface="Calibri"/>
                        </a:rPr>
                        <a:t>110/120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대상 오류 개선이 다시 반영</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30">
            <a:extLst>
              <a:ext uri="{FF2B5EF4-FFF2-40B4-BE49-F238E27FC236}">
                <ns2:creationId id="{6EEC8B20-F6C3-4BE0-BE2A-7BFE02F91FD9}"/>
              </a:ext>
            </a:extLst>
          </p:cNvPr>
          <p:cNvSpPr>
            <a:spLocks noGrp="1"/>
          </p:cNvSpPr>
          <p:nvPr/>
        </p:nvSpPr>
        <p:spPr>
          <a:xfrm>
            <a:off x="619125" y="8239125"/>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QA01</a:t>
            </a:r>
            <a:endParaRPr lang="ko-KR">
              <a:latin typeface="Calibri"/>
              <a:ea typeface="Calibri"/>
              <a:cs typeface="Calibri"/>
            </a:endParaRPr>
          </a:p>
        </p:txBody>
      </p:sp>
      <p:sp>
        <p:nvSpPr>
          <p:cNvPr id="18" name="DP3 object 231">
            <a:extLst>
              <a:ext uri="{FF2B5EF4-FFF2-40B4-BE49-F238E27FC236}">
                <ns2:creationId id="{83ABC92C-118E-4E94-ABAC-76573CD00A3D}"/>
              </a:ext>
            </a:extLst>
          </p:cNvPr>
          <p:cNvSpPr>
            <a:spLocks noGrp="1"/>
          </p:cNvSpPr>
          <p:nvPr/>
        </p:nvSpPr>
        <p:spPr>
          <a:xfrm>
            <a:off x="2286000" y="8239125"/>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첫 구체적 채택 내용 표시. 일반 접수 안내 제외 / 오답의 첫 표시시간도 유지.</a:t>
            </a:r>
            <a:endParaRPr lang="ko-KR">
              <a:latin typeface="Calibri"/>
              <a:ea typeface="Calibri"/>
              <a:cs typeface="Calibri"/>
            </a:endParaRPr>
          </a:p>
        </p:txBody>
      </p:sp>
      <p:sp>
        <p:nvSpPr>
          <p:cNvPr id="19" name="DP3 object 232">
            <a:extLst>
              <a:ext uri="{FF2B5EF4-FFF2-40B4-BE49-F238E27FC236}">
                <ns2:creationId id="{C8BEB4B6-9020-4C32-8BF3-8DFE80F66377}"/>
              </a:ext>
            </a:extLst>
          </p:cNvPr>
          <p:cNvSpPr>
            <a:spLocks noGrp="1"/>
          </p:cNvSpPr>
          <p:nvPr/>
        </p:nvSpPr>
        <p:spPr>
          <a:xfrm>
            <a:off x="619125" y="8667750"/>
            <a:ext cx="1524000"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QA04~06</a:t>
            </a:r>
            <a:endParaRPr lang="ko-KR">
              <a:latin typeface="Calibri"/>
              <a:ea typeface="Calibri"/>
              <a:cs typeface="Calibri"/>
            </a:endParaRPr>
          </a:p>
        </p:txBody>
      </p:sp>
      <p:sp>
        <p:nvSpPr>
          <p:cNvPr id="20" name="DP3 object 233">
            <a:extLst>
              <a:ext uri="{FF2B5EF4-FFF2-40B4-BE49-F238E27FC236}">
                <ns2:creationId id="{534FDD12-06BE-4685-A42C-53CFB573156F}"/>
              </a:ext>
            </a:extLst>
          </p:cNvPr>
          <p:cNvSpPr>
            <a:spLocks noGrp="1"/>
          </p:cNvSpPr>
          <p:nvPr/>
        </p:nvSpPr>
        <p:spPr>
          <a:xfrm>
            <a:off x="2286000" y="8667750"/>
            <a:ext cx="14668500" cy="33337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실제 Rust diff·청구액·RAM 측정이 아님. QA04 공통 guard면 동률 가능.</a:t>
            </a:r>
            <a:endParaRPr lang="ko-KR">
              <a:latin typeface="Calibri"/>
              <a:ea typeface="Calibri"/>
              <a:cs typeface="Calibri"/>
            </a:endParaRPr>
          </a:p>
        </p:txBody>
      </p:sp>
      <p:sp>
        <p:nvSpPr>
          <p:cNvPr id="21" name="DP3 object 234">
            <a:extLst>
              <a:ext uri="{FF2B5EF4-FFF2-40B4-BE49-F238E27FC236}">
                <ns2:creationId id="{C58D1CAB-52DE-4315-BA9B-4EF618371947}"/>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B 세 안은 같은 모델·근거이므로 정확도 동일. QA02·07의 +6.67%p는 중복 효과이며 두 번 합산하지 않는다.</a:t>
            </a:r>
            <a:endParaRPr lang="ko-KR">
              <a:latin typeface="Calibri"/>
              <a:ea typeface="Calibri"/>
              <a:cs typeface="Calibri"/>
            </a:endParaRPr>
          </a:p>
        </p:txBody>
      </p:sp>
    </p:spTree>
    <p:extLst>
      <p:ext uri="{BB962C8B-B14F-4D97-AF65-F5344CB8AC3E}">
        <p14:creationId val="1504740948"/>
      </p:ext>
    </p:extLst>
  </p:cSld>
</p:sld>
</file>

<file path=ppt/slides/slide3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35">
            <a:extLst>
              <a:ext uri="{FF2B5EF4-FFF2-40B4-BE49-F238E27FC236}">
                <ns2:creationId id="{30EED176-6996-4EF4-B055-652867E96ED4}"/>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(선택 및 조건)</a:t>
            </a:r>
            <a:endParaRPr lang="ko-KR">
              <a:latin typeface="Calibri"/>
              <a:ea typeface="Calibri"/>
              <a:cs typeface="Calibri"/>
            </a:endParaRPr>
          </a:p>
        </p:txBody>
      </p:sp>
      <p:sp>
        <p:nvSpPr>
          <p:cNvPr id="2" name="DP3 object 236">
            <a:extLst>
              <a:ext uri="{FF2B5EF4-FFF2-40B4-BE49-F238E27FC236}">
                <ns2:creationId id="{BEBDC45A-883E-4C66-8C0F-C467B37E9B4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37">
            <a:extLst>
              <a:ext uri="{FF2B5EF4-FFF2-40B4-BE49-F238E27FC236}">
                <ns2:creationId id="{09CDE0E9-3BCB-42C1-84EA-8327EDE0CB06}"/>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38">
            <a:extLst>
              <a:ext uri="{FF2B5EF4-FFF2-40B4-BE49-F238E27FC236}">
                <ns2:creationId id="{41F7863B-3C80-47B2-A85F-8F291162D49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39">
            <a:extLst>
              <a:ext uri="{FF2B5EF4-FFF2-40B4-BE49-F238E27FC236}">
                <ns2:creationId id="{63E2FC5C-C2E2-49A5-8EF5-789BDD683DD1}"/>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40">
            <a:extLst>
              <a:ext uri="{FF2B5EF4-FFF2-40B4-BE49-F238E27FC236}">
                <ns2:creationId id="{CFC377EC-8C87-44C3-970F-9B1A498DC3F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41">
            <a:extLst>
              <a:ext uri="{FF2B5EF4-FFF2-40B4-BE49-F238E27FC236}">
                <ns2:creationId id="{A86E31D1-5A2C-425A-96AD-DA43FEB29A26}"/>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42">
            <a:extLst>
              <a:ext uri="{FF2B5EF4-FFF2-40B4-BE49-F238E27FC236}">
                <ns2:creationId id="{64D1164C-66DE-49CA-B38A-A87B8BC872D6}"/>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43">
            <a:extLst>
              <a:ext uri="{FF2B5EF4-FFF2-40B4-BE49-F238E27FC236}">
                <ns2:creationId id="{3EF834B9-CBBD-471A-B2E7-3502674702FB}"/>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44">
            <a:extLst>
              <a:ext uri="{FF2B5EF4-FFF2-40B4-BE49-F238E27FC236}">
                <ns2:creationId id="{8D366742-4FAC-48D1-A0BC-83A9B5F0FE8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45">
            <a:extLst>
              <a:ext uri="{FF2B5EF4-FFF2-40B4-BE49-F238E27FC236}">
                <ns2:creationId id="{16A7814E-74BC-4E0E-B748-78364AE07E92}"/>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46">
            <a:extLst>
              <a:ext uri="{FF2B5EF4-FFF2-40B4-BE49-F238E27FC236}">
                <ns2:creationId id="{835381AC-10AE-44AE-A508-45201DEC6683}"/>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066A01BB-89C0-4204-83EF-C1ED7CAA2B43}"/>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15 / 29</a:t>
            </a:r>
            <a:endParaRPr lang="ko-KR">
              <a:latin typeface="Calibri"/>
              <a:ea typeface="Calibri"/>
              <a:cs typeface="Calibri"/>
            </a:endParaRPr>
          </a:p>
        </p:txBody>
      </p:sp>
      <p:sp>
        <p:nvSpPr>
          <p:cNvPr id="14" name="DP3 object 247">
            <a:extLst>
              <a:ext uri="{FF2B5EF4-FFF2-40B4-BE49-F238E27FC236}">
                <ns2:creationId id="{70934409-29AE-4557-B300-5BF5F643AE8A}"/>
              </a:ext>
            </a:extLst>
          </p:cNvPr>
          <p:cNvSpPr>
            <a:spLocks noGrp="1"/>
          </p:cNvSpPr>
          <p:nvPr/>
        </p:nvSpPr>
        <p:spPr>
          <a:xfrm>
            <a:off x="619125" y="1304925"/>
            <a:ext cx="16954500" cy="552450"/>
          </a:xfrm>
          <a:prstGeom prst="rect">
            <a:avLst/>
          </a:prstGeom>
          <a:noFill/>
          <a:ln w="0">
            <a:noFill/>
            <a:prstDash val="solid"/>
          </a:ln>
        </p:spPr>
        <p:txBody>
          <a:bodyPr wrap="none" lIns="0" tIns="0" rIns="0" bIns="0" anchor="ctr">
            <a:noAutofit/>
          </a:bodyPr>
          <a:lstStyle>
            <a:defPPr algn="l">
              <a:defRPr sz="2900" b="1" lang="ko-KR">
                <a:solidFill>
                  <a:srgbClr val="111111"/>
                </a:solidFill>
                <a:latin typeface="Calibri"/>
                <a:ea typeface="Calibri"/>
                <a:cs typeface="Calibri"/>
              </a:defRPr>
            </a:defPPr>
            <a:lvl1pPr algn="l">
              <a:defRPr sz="2900" b="1" lang="ko-KR">
                <a:solidFill>
                  <a:srgbClr val="111111"/>
                </a:solidFill>
                <a:latin typeface="Calibri"/>
                <a:ea typeface="Calibri"/>
                <a:cs typeface="Calibri"/>
              </a:defRPr>
            </a:lvl1pPr>
            <a:lvl2pPr algn="l">
              <a:defRPr sz="2900" b="1" lang="ko-KR">
                <a:solidFill>
                  <a:srgbClr val="111111"/>
                </a:solidFill>
                <a:latin typeface="Calibri"/>
                <a:ea typeface="Calibri"/>
                <a:cs typeface="Calibri"/>
              </a:defRPr>
            </a:lvl2pPr>
            <a:lvl3pPr algn="l">
              <a:defRPr sz="2900" b="1" lang="ko-KR">
                <a:solidFill>
                  <a:srgbClr val="111111"/>
                </a:solidFill>
                <a:latin typeface="Calibri"/>
                <a:ea typeface="Calibri"/>
                <a:cs typeface="Calibri"/>
              </a:defRPr>
            </a:lvl3pPr>
            <a:lvl4pPr algn="l">
              <a:defRPr sz="2900" b="1" lang="ko-KR">
                <a:solidFill>
                  <a:srgbClr val="111111"/>
                </a:solidFill>
                <a:latin typeface="Calibri"/>
                <a:ea typeface="Calibri"/>
                <a:cs typeface="Calibri"/>
              </a:defRPr>
            </a:lvl4pPr>
            <a:lvl5pPr algn="l">
              <a:defRPr sz="2900" b="1" lang="ko-KR">
                <a:solidFill>
                  <a:srgbClr val="111111"/>
                </a:solidFill>
                <a:latin typeface="Calibri"/>
                <a:ea typeface="Calibri"/>
                <a:cs typeface="Calibri"/>
              </a:defRPr>
            </a:lvl5pPr>
            <a:lvl6pPr algn="l">
              <a:defRPr sz="2900" b="1" lang="ko-KR">
                <a:solidFill>
                  <a:srgbClr val="111111"/>
                </a:solidFill>
                <a:latin typeface="Calibri"/>
                <a:ea typeface="Calibri"/>
                <a:cs typeface="Calibri"/>
              </a:defRPr>
            </a:lvl6pPr>
            <a:lvl7pPr algn="l">
              <a:defRPr sz="2900" b="1" lang="ko-KR">
                <a:solidFill>
                  <a:srgbClr val="111111"/>
                </a:solidFill>
                <a:latin typeface="Calibri"/>
                <a:ea typeface="Calibri"/>
                <a:cs typeface="Calibri"/>
              </a:defRPr>
            </a:lvl7pPr>
            <a:lvl8pPr algn="l">
              <a:defRPr sz="2900" b="1" lang="ko-KR">
                <a:solidFill>
                  <a:srgbClr val="111111"/>
                </a:solidFill>
                <a:latin typeface="Calibri"/>
                <a:ea typeface="Calibri"/>
                <a:cs typeface="Calibri"/>
              </a:defRPr>
            </a:lvl8pPr>
            <a:lvl9pPr algn="l">
              <a:defRPr sz="2900" b="1" lang="ko-KR">
                <a:solidFill>
                  <a:srgbClr val="111111"/>
                </a:solidFill>
                <a:latin typeface="Calibri"/>
                <a:ea typeface="Calibri"/>
                <a:cs typeface="Calibri"/>
              </a:defRPr>
            </a:lvl9pPr>
          </a:lstStyle>
          <a:p>
            <a:pPr algn="l">
              <a:defRPr sz="2900" b="1" lang="ko-KR">
                <a:solidFill>
                  <a:srgbClr val="111111"/>
                </a:solidFill>
                <a:latin typeface="Calibri"/>
                <a:ea typeface="Calibri"/>
                <a:cs typeface="Calibri"/>
              </a:defRPr>
            </a:pPr>
            <a:r>
              <a:rPr sz="2900" b="1" lang="ko-KR">
                <a:solidFill>
                  <a:srgbClr val="111111"/>
                </a:solidFill>
                <a:latin typeface="Calibri"/>
                <a:ea typeface="Calibri"/>
                <a:cs typeface="Calibri"/>
              </a:rPr>
              <a:t>현재 CPU 가정과 QA01 우선순위에서는 A를 선택한다</a:t>
            </a:r>
            <a:endParaRPr lang="ko-KR">
              <a:latin typeface="Calibri"/>
              <a:ea typeface="Calibri"/>
              <a:cs typeface="Calibri"/>
            </a:endParaRPr>
          </a:p>
        </p:txBody>
      </p:sp>
      <p:sp>
        <p:nvSpPr>
          <p:cNvPr id="15" name="DP3 object 248">
            <a:extLst>
              <a:ext uri="{FF2B5EF4-FFF2-40B4-BE49-F238E27FC236}">
                <ns2:creationId id="{D512A6F2-F45E-43B3-B569-4E8DE9E14468}"/>
              </a:ext>
            </a:extLst>
          </p:cNvPr>
          <p:cNvSpPr>
            <a:spLocks noGrp="1"/>
          </p:cNvSpPr>
          <p:nvPr/>
        </p:nvSpPr>
        <p:spPr>
          <a:xfrm>
            <a:off x="619125" y="1943100"/>
            <a:ext cx="1695450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QA01 → QA02 → QA03 → QA04 → QA05 → QA06 적용 / 합성 가정하의 권고이며 실측 승자 아님</a:t>
            </a:r>
            <a:endParaRPr lang="ko-KR">
              <a:latin typeface="Calibri"/>
              <a:ea typeface="Calibri"/>
              <a:cs typeface="Calibri"/>
            </a:endParaRPr>
          </a:p>
        </p:txBody>
      </p:sp>
      <p:graphicFrame>
        <p:nvGraphicFramePr>
          <p:cNvPr id="16" name="">
            <a:extLst>
              <a:ext uri="{FF2B5EF4-FFF2-40B4-BE49-F238E27FC236}">
                <ns2:creationId id="{783436C7-205F-4A96-9618-4ACAC41B94C1}"/>
              </a:ext>
            </a:extLst>
          </p:cNvPr>
          <p:cNvGraphicFramePr/>
          <p:nvPr/>
        </p:nvGraphicFramePr>
        <p:xfrm>
          <a:off x="619125" y="2628900"/>
          <a:ext cx="17145000" cy="5334000"/>
        </p:xfrm>
        <a:graphic>
          <a:graphicData uri="http://schemas.openxmlformats.org/drawingml/2006/table">
            <a:tbl>
              <a:tblPr firstRow="0" bandRow="0" bandCol="0"/>
              <a:tblGrid>
                <a:gridCol w="4095750"/>
                <a:gridCol w="6477000"/>
                <a:gridCol w="6572250"/>
              </a:tblGrid>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선택할 이유</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감수할 비용 / 선택을 바꿀 조건</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A  현재 권고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B-R2보다 첫 응답 1.82초 단축</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RAM 1,782 MB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 정확도 6.67%p 낮음</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VIA cloud 비용 $0.4864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B-R1  메모리 우선</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B의 후보 정확도와 cloud 비용 유지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R2보다 RAM 420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첫 응답 평균 0.50초 지연</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실제 allocator 메모리 회수 확인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B-R2  B 계열 기본 후보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반복 사용에서 재로딩 절약</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R3보다 RAM 288 MB 절약</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정확도를 응답보다 우선할 때 검토</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최초 cold·유휴 후 로딩은 남음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1200150">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B-R3  독립 복구 요구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SAM native crash에도</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UI worker와 상태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R2보다 평균 0.04초·288 MB 증가</a:t>
                      </a:r>
                      <a:endParaRPr lang="ko-KR">
                        <a:latin typeface="Calibri"/>
                        <a:ea typeface="Calibri"/>
                        <a:cs typeface="Calibri"/>
                      </a:endParaRPr>
                    </a:p>
                    <a:p>
                      <a:pPr algn="ctr">
                        <a:defRPr lang="ko-KR">
                          <a:latin typeface="Calibri"/>
                          <a:ea typeface="Calibri"/>
                          <a:cs typeface="Calibri"/>
                        </a:defRPr>
                      </a:pPr>
                      <a:r>
                        <a:rPr sz="2100" lang="ko-KR">
                          <a:solidFill>
                            <a:srgbClr val="111111"/>
                          </a:solidFill>
                          <a:latin typeface="Calibri"/>
                          <a:ea typeface="Calibri"/>
                          <a:cs typeface="Calibri"/>
                        </a:rPr>
                        <a:t>정상 QA 집계 밖 복구 요구가 있어야 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49">
            <a:extLst>
              <a:ext uri="{FF2B5EF4-FFF2-40B4-BE49-F238E27FC236}">
                <ns2:creationId id="{678A791F-3778-475E-BBBA-384B82092098}"/>
              </a:ext>
            </a:extLst>
          </p:cNvPr>
          <p:cNvSpPr>
            <a:spLocks noGrp="1"/>
          </p:cNvSpPr>
          <p:nvPr/>
        </p:nvSpPr>
        <p:spPr>
          <a:xfrm>
            <a:off x="619125" y="8410575"/>
            <a:ext cx="40005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선택을 뒤집는 관측</a:t>
            </a:r>
            <a:endParaRPr lang="ko-KR">
              <a:latin typeface="Calibri"/>
              <a:ea typeface="Calibri"/>
              <a:cs typeface="Calibri"/>
            </a:endParaRPr>
          </a:p>
        </p:txBody>
      </p:sp>
      <p:sp>
        <p:nvSpPr>
          <p:cNvPr id="18" name="DP3 object 250">
            <a:extLst>
              <a:ext uri="{FF2B5EF4-FFF2-40B4-BE49-F238E27FC236}">
                <ns2:creationId id="{220DE066-B60A-48B1-8663-105783C66844}"/>
              </a:ext>
            </a:extLst>
          </p:cNvPr>
          <p:cNvSpPr>
            <a:spLocks noGrp="1"/>
          </p:cNvSpPr>
          <p:nvPr/>
        </p:nvSpPr>
        <p:spPr>
          <a:xfrm>
            <a:off x="619125" y="8924925"/>
            <a:ext cx="16954500" cy="4095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A의 원본 해석이 가정보다 평균 1.82초 더 걸리거나, 정확도 우선 조건을 합의할 때 B-R2 재검토</a:t>
            </a:r>
            <a:endParaRPr lang="ko-KR">
              <a:latin typeface="Calibri"/>
              <a:ea typeface="Calibri"/>
              <a:cs typeface="Calibri"/>
            </a:endParaRPr>
          </a:p>
        </p:txBody>
      </p:sp>
      <p:sp>
        <p:nvSpPr>
          <p:cNvPr id="19" name="DP3 object 251">
            <a:extLst>
              <a:ext uri="{FF2B5EF4-FFF2-40B4-BE49-F238E27FC236}">
                <ns2:creationId id="{012C25AD-2556-46C2-B1CB-AB88A7B0C0EC}"/>
              </a:ext>
            </a:extLst>
          </p:cNvPr>
          <p:cNvSpPr>
            <a:spLocks noGrp="1"/>
          </p:cNvSpPr>
          <p:nvPr/>
        </p:nvSpPr>
        <p:spPr>
          <a:xfrm>
            <a:off x="619125" y="9591675"/>
            <a:ext cx="16573500" cy="2952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모델 상주와 근거 재사용은 별개. 병렬 실행은 R2에도 가능한 별도 tactic이므로 R3의 자동 이익으로 세지 않는다.</a:t>
            </a:r>
            <a:endParaRPr lang="ko-KR">
              <a:latin typeface="Calibri"/>
              <a:ea typeface="Calibri"/>
              <a:cs typeface="Calibri"/>
            </a:endParaRPr>
          </a:p>
        </p:txBody>
      </p:sp>
    </p:spTree>
    <p:extLst>
      <p:ext uri="{BB962C8B-B14F-4D97-AF65-F5344CB8AC3E}">
        <p14:creationId val="1017700517"/>
      </p:ext>
    </p:extLst>
  </p:cSld>
</p:sld>
</file>

<file path=ppt/slides/slide3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0" name="DP3 object 252">
            <a:extLst>
              <a:ext uri="{FF2B5EF4-FFF2-40B4-BE49-F238E27FC236}">
                <ns2:creationId id="{1C547960-4941-403A-A176-CB5D61BF99A1}"/>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해석과 로컬 생산기 (Appendix)</a:t>
            </a:r>
            <a:endParaRPr lang="ko-KR">
              <a:latin typeface="Calibri"/>
              <a:ea typeface="Calibri"/>
              <a:cs typeface="Calibri"/>
            </a:endParaRPr>
          </a:p>
        </p:txBody>
      </p:sp>
      <p:sp>
        <p:nvSpPr>
          <p:cNvPr id="2" name="DP3 object 253">
            <a:extLst>
              <a:ext uri="{FF2B5EF4-FFF2-40B4-BE49-F238E27FC236}">
                <ns2:creationId id="{6D2A4683-03FB-48C4-BCFB-D58992E97F0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54">
            <a:extLst>
              <a:ext uri="{FF2B5EF4-FFF2-40B4-BE49-F238E27FC236}">
                <ns2:creationId id="{E4A1D906-F702-417C-A947-2CFBFCC114D5}"/>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55">
            <a:extLst>
              <a:ext uri="{FF2B5EF4-FFF2-40B4-BE49-F238E27FC236}">
                <ns2:creationId id="{934AB206-FC68-4FA6-B3A4-2C96D5E865B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56">
            <a:extLst>
              <a:ext uri="{FF2B5EF4-FFF2-40B4-BE49-F238E27FC236}">
                <ns2:creationId id="{12F10136-D01C-45A6-90DD-B0838FDC8F5C}"/>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57">
            <a:extLst>
              <a:ext uri="{FF2B5EF4-FFF2-40B4-BE49-F238E27FC236}">
                <ns2:creationId id="{CD5063B8-538C-4E1B-A1D2-B46DE8631E1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58">
            <a:extLst>
              <a:ext uri="{FF2B5EF4-FFF2-40B4-BE49-F238E27FC236}">
                <ns2:creationId id="{EC9958CB-F060-4740-B8F5-0B9B3FC7EB63}"/>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59">
            <a:extLst>
              <a:ext uri="{FF2B5EF4-FFF2-40B4-BE49-F238E27FC236}">
                <ns2:creationId id="{75A15EA6-3B02-4E4F-947A-76BA0F3A7972}"/>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60">
            <a:extLst>
              <a:ext uri="{FF2B5EF4-FFF2-40B4-BE49-F238E27FC236}">
                <ns2:creationId id="{4FF9AA17-E8A3-4653-AC30-7E7125A0CE0C}"/>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61">
            <a:extLst>
              <a:ext uri="{FF2B5EF4-FFF2-40B4-BE49-F238E27FC236}">
                <ns2:creationId id="{2F81616C-D825-4810-9B83-F34B2E113AB6}"/>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62">
            <a:extLst>
              <a:ext uri="{FF2B5EF4-FFF2-40B4-BE49-F238E27FC236}">
                <ns2:creationId id="{5C429051-AD46-4147-9B54-B379212987EF}"/>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63">
            <a:extLst>
              <a:ext uri="{FF2B5EF4-FFF2-40B4-BE49-F238E27FC236}">
                <ns2:creationId id="{556552AD-858F-45FE-991C-E27ABD30BE5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B1F91C9-F19C-4D57-981D-5198102678B5}"/>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24 / 29</a:t>
            </a:r>
            <a:endParaRPr lang="ko-KR">
              <a:latin typeface="Calibri"/>
              <a:ea typeface="Calibri"/>
              <a:cs typeface="Calibri"/>
            </a:endParaRPr>
          </a:p>
        </p:txBody>
      </p:sp>
      <p:sp>
        <p:nvSpPr>
          <p:cNvPr id="14" name="DP3 object 264">
            <a:extLst>
              <a:ext uri="{FF2B5EF4-FFF2-40B4-BE49-F238E27FC236}">
                <ns2:creationId id="{DF92954D-F655-4695-8524-EECC5C8458CA}"/>
              </a:ext>
            </a:extLst>
          </p:cNvPr>
          <p:cNvSpPr>
            <a:spLocks noGrp="1"/>
          </p:cNvSpPr>
          <p:nvPr/>
        </p:nvSpPr>
        <p:spPr>
          <a:xfrm>
            <a:off x="809625" y="2667000"/>
            <a:ext cx="16478250" cy="800100"/>
          </a:xfrm>
          <a:prstGeom prst="rect">
            <a:avLst/>
          </a:prstGeom>
          <a:noFill/>
          <a:ln w="0">
            <a:noFill/>
            <a:prstDash val="solid"/>
          </a:ln>
        </p:spPr>
        <p:txBody>
          <a:bodyPr wrap="none" lIns="0" tIns="0" rIns="0" bIns="0" anchor="ctr">
            <a:noAutofit/>
          </a:bodyPr>
          <a:lstStyle>
            <a:defPPr algn="l">
              <a:defRPr sz="4200" b="1" lang="ko-KR">
                <a:solidFill>
                  <a:srgbClr val="111111"/>
                </a:solidFill>
                <a:latin typeface="Calibri"/>
                <a:ea typeface="Calibri"/>
                <a:cs typeface="Calibri"/>
              </a:defRPr>
            </a:defPPr>
            <a:lvl1pPr algn="l">
              <a:defRPr sz="4200" b="1" lang="ko-KR">
                <a:solidFill>
                  <a:srgbClr val="111111"/>
                </a:solidFill>
                <a:latin typeface="Calibri"/>
                <a:ea typeface="Calibri"/>
                <a:cs typeface="Calibri"/>
              </a:defRPr>
            </a:lvl1pPr>
            <a:lvl2pPr algn="l">
              <a:defRPr sz="4200" b="1" lang="ko-KR">
                <a:solidFill>
                  <a:srgbClr val="111111"/>
                </a:solidFill>
                <a:latin typeface="Calibri"/>
                <a:ea typeface="Calibri"/>
                <a:cs typeface="Calibri"/>
              </a:defRPr>
            </a:lvl2pPr>
            <a:lvl3pPr algn="l">
              <a:defRPr sz="4200" b="1" lang="ko-KR">
                <a:solidFill>
                  <a:srgbClr val="111111"/>
                </a:solidFill>
                <a:latin typeface="Calibri"/>
                <a:ea typeface="Calibri"/>
                <a:cs typeface="Calibri"/>
              </a:defRPr>
            </a:lvl3pPr>
            <a:lvl4pPr algn="l">
              <a:defRPr sz="4200" b="1" lang="ko-KR">
                <a:solidFill>
                  <a:srgbClr val="111111"/>
                </a:solidFill>
                <a:latin typeface="Calibri"/>
                <a:ea typeface="Calibri"/>
                <a:cs typeface="Calibri"/>
              </a:defRPr>
            </a:lvl4pPr>
            <a:lvl5pPr algn="l">
              <a:defRPr sz="4200" b="1" lang="ko-KR">
                <a:solidFill>
                  <a:srgbClr val="111111"/>
                </a:solidFill>
                <a:latin typeface="Calibri"/>
                <a:ea typeface="Calibri"/>
                <a:cs typeface="Calibri"/>
              </a:defRPr>
            </a:lvl5pPr>
            <a:lvl6pPr algn="l">
              <a:defRPr sz="4200" b="1" lang="ko-KR">
                <a:solidFill>
                  <a:srgbClr val="111111"/>
                </a:solidFill>
                <a:latin typeface="Calibri"/>
                <a:ea typeface="Calibri"/>
                <a:cs typeface="Calibri"/>
              </a:defRPr>
            </a:lvl6pPr>
            <a:lvl7pPr algn="l">
              <a:defRPr sz="4200" b="1" lang="ko-KR">
                <a:solidFill>
                  <a:srgbClr val="111111"/>
                </a:solidFill>
                <a:latin typeface="Calibri"/>
                <a:ea typeface="Calibri"/>
                <a:cs typeface="Calibri"/>
              </a:defRPr>
            </a:lvl7pPr>
            <a:lvl8pPr algn="l">
              <a:defRPr sz="4200" b="1" lang="ko-KR">
                <a:solidFill>
                  <a:srgbClr val="111111"/>
                </a:solidFill>
                <a:latin typeface="Calibri"/>
                <a:ea typeface="Calibri"/>
                <a:cs typeface="Calibri"/>
              </a:defRPr>
            </a:lvl8pPr>
            <a:lvl9pPr algn="l">
              <a:defRPr sz="4200" b="1" lang="ko-KR">
                <a:solidFill>
                  <a:srgbClr val="111111"/>
                </a:solidFill>
                <a:latin typeface="Calibri"/>
                <a:ea typeface="Calibri"/>
                <a:cs typeface="Calibri"/>
              </a:defRPr>
            </a:lvl9pPr>
          </a:lstStyle>
          <a:p>
            <a:pPr algn="l">
              <a:defRPr sz="4200" b="1" lang="ko-KR">
                <a:solidFill>
                  <a:srgbClr val="111111"/>
                </a:solidFill>
                <a:latin typeface="Calibri"/>
                <a:ea typeface="Calibri"/>
                <a:cs typeface="Calibri"/>
              </a:defRPr>
            </a:pPr>
            <a:r>
              <a:rPr sz="4200" b="1" lang="ko-KR">
                <a:solidFill>
                  <a:srgbClr val="111111"/>
                </a:solidFill>
                <a:latin typeface="Calibri"/>
                <a:ea typeface="Calibri"/>
                <a:cs typeface="Calibri"/>
              </a:rPr>
              <a:t>Appendix — 이전 DP3 설계와 관측</a:t>
            </a:r>
            <a:endParaRPr lang="ko-KR">
              <a:latin typeface="Calibri"/>
              <a:ea typeface="Calibri"/>
              <a:cs typeface="Calibri"/>
            </a:endParaRPr>
          </a:p>
        </p:txBody>
      </p:sp>
      <p:sp>
        <p:nvSpPr>
          <p:cNvPr id="15" name="Editable path 265">
            <a:extLst>
              <a:ext uri="{FF2B5EF4-FFF2-40B4-BE49-F238E27FC236}">
                <ns2:creationId id="{42EAB489-22E9-4E2A-A536-267EAFC37D86}"/>
              </a:ext>
            </a:extLst>
          </p:cNvPr>
          <p:cNvSpPr>
            <a:spLocks noGrp="1"/>
          </p:cNvSpPr>
          <p:nvPr/>
        </p:nvSpPr>
        <p:spPr>
          <a:xfrm>
            <a:off x="809625" y="3829050"/>
            <a:ext cx="16478250" cy="953"/>
          </a:xfrm>
          <a:custGeom>
            <a:pathLst>
              <a:path w="16478250" h="953">
                <a:moveTo>
                  <a:pt x="0" y="0"/>
                </a:moveTo>
                <a:lnTo>
                  <a:pt x="16478250" y="0"/>
                </a:lnTo>
              </a:path>
            </a:pathLst>
          </a:custGeom>
          <a:noFill/>
          <a:ln w="28575">
            <a:solidFill>
              <a:srgbClr val="4676CB"/>
            </a:solidFill>
            <a:prstDash val="solid"/>
          </a:ln>
        </p:spPr>
      </p:sp>
      <p:sp>
        <p:nvSpPr>
          <p:cNvPr id="16" name="DP3 object 266">
            <a:extLst>
              <a:ext uri="{FF2B5EF4-FFF2-40B4-BE49-F238E27FC236}">
                <ns2:creationId id="{B80EDEB3-3181-4C21-A726-99C82034D038}"/>
              </a:ext>
            </a:extLst>
          </p:cNvPr>
          <p:cNvSpPr>
            <a:spLocks noGrp="1"/>
          </p:cNvSpPr>
          <p:nvPr/>
        </p:nvSpPr>
        <p:spPr>
          <a:xfrm>
            <a:off x="809625" y="4381500"/>
            <a:ext cx="16478250" cy="542925"/>
          </a:xfrm>
          <a:prstGeom prst="rect">
            <a:avLst/>
          </a:prstGeom>
          <a:noFill/>
          <a:ln w="0">
            <a:noFill/>
            <a:prstDash val="solid"/>
          </a:ln>
        </p:spPr>
        <p:txBody>
          <a:bodyPr wrap="none" lIns="0" tIns="0" rIns="0" bIns="0" anchor="ctr">
            <a:noAutofit/>
          </a:bodyPr>
          <a:lstStyle>
            <a:defPPr algn="l">
              <a:defRPr sz="2900" b="1" lang="ko-KR">
                <a:solidFill>
                  <a:srgbClr val="4676CB"/>
                </a:solidFill>
                <a:latin typeface="Calibri"/>
                <a:ea typeface="Calibri"/>
                <a:cs typeface="Calibri"/>
              </a:defRPr>
            </a:defPPr>
            <a:lvl1pPr algn="l">
              <a:defRPr sz="2900" b="1" lang="ko-KR">
                <a:solidFill>
                  <a:srgbClr val="4676CB"/>
                </a:solidFill>
                <a:latin typeface="Calibri"/>
                <a:ea typeface="Calibri"/>
                <a:cs typeface="Calibri"/>
              </a:defRPr>
            </a:lvl1pPr>
            <a:lvl2pPr algn="l">
              <a:defRPr sz="2900" b="1" lang="ko-KR">
                <a:solidFill>
                  <a:srgbClr val="4676CB"/>
                </a:solidFill>
                <a:latin typeface="Calibri"/>
                <a:ea typeface="Calibri"/>
                <a:cs typeface="Calibri"/>
              </a:defRPr>
            </a:lvl2pPr>
            <a:lvl3pPr algn="l">
              <a:defRPr sz="2900" b="1" lang="ko-KR">
                <a:solidFill>
                  <a:srgbClr val="4676CB"/>
                </a:solidFill>
                <a:latin typeface="Calibri"/>
                <a:ea typeface="Calibri"/>
                <a:cs typeface="Calibri"/>
              </a:defRPr>
            </a:lvl3pPr>
            <a:lvl4pPr algn="l">
              <a:defRPr sz="2900" b="1" lang="ko-KR">
                <a:solidFill>
                  <a:srgbClr val="4676CB"/>
                </a:solidFill>
                <a:latin typeface="Calibri"/>
                <a:ea typeface="Calibri"/>
                <a:cs typeface="Calibri"/>
              </a:defRPr>
            </a:lvl4pPr>
            <a:lvl5pPr algn="l">
              <a:defRPr sz="2900" b="1" lang="ko-KR">
                <a:solidFill>
                  <a:srgbClr val="4676CB"/>
                </a:solidFill>
                <a:latin typeface="Calibri"/>
                <a:ea typeface="Calibri"/>
                <a:cs typeface="Calibri"/>
              </a:defRPr>
            </a:lvl5pPr>
            <a:lvl6pPr algn="l">
              <a:defRPr sz="2900" b="1" lang="ko-KR">
                <a:solidFill>
                  <a:srgbClr val="4676CB"/>
                </a:solidFill>
                <a:latin typeface="Calibri"/>
                <a:ea typeface="Calibri"/>
                <a:cs typeface="Calibri"/>
              </a:defRPr>
            </a:lvl6pPr>
            <a:lvl7pPr algn="l">
              <a:defRPr sz="2900" b="1" lang="ko-KR">
                <a:solidFill>
                  <a:srgbClr val="4676CB"/>
                </a:solidFill>
                <a:latin typeface="Calibri"/>
                <a:ea typeface="Calibri"/>
                <a:cs typeface="Calibri"/>
              </a:defRPr>
            </a:lvl7pPr>
            <a:lvl8pPr algn="l">
              <a:defRPr sz="2900" b="1" lang="ko-KR">
                <a:solidFill>
                  <a:srgbClr val="4676CB"/>
                </a:solidFill>
                <a:latin typeface="Calibri"/>
                <a:ea typeface="Calibri"/>
                <a:cs typeface="Calibri"/>
              </a:defRPr>
            </a:lvl8pPr>
            <a:lvl9pPr algn="l">
              <a:defRPr sz="2900" b="1" lang="ko-KR">
                <a:solidFill>
                  <a:srgbClr val="4676CB"/>
                </a:solidFill>
                <a:latin typeface="Calibri"/>
                <a:ea typeface="Calibri"/>
                <a:cs typeface="Calibri"/>
              </a:defRPr>
            </a:lvl9pPr>
          </a:lstStyle>
          <a:p>
            <a:pPr algn="l">
              <a:defRPr sz="2900" b="1" lang="ko-KR">
                <a:solidFill>
                  <a:srgbClr val="4676CB"/>
                </a:solidFill>
                <a:latin typeface="Calibri"/>
                <a:ea typeface="Calibri"/>
                <a:cs typeface="Calibri"/>
              </a:defRPr>
            </a:pPr>
            <a:r>
              <a:rPr sz="2900" b="1" lang="ko-KR">
                <a:solidFill>
                  <a:srgbClr val="4676CB"/>
                </a:solidFill>
                <a:latin typeface="Calibri"/>
                <a:ea typeface="Calibri"/>
                <a:cs typeface="Calibri"/>
              </a:rPr>
              <a:t>이전 발표의 DP3 5장을 보존</a:t>
            </a:r>
            <a:endParaRPr lang="ko-KR">
              <a:latin typeface="Calibri"/>
              <a:ea typeface="Calibri"/>
              <a:cs typeface="Calibri"/>
            </a:endParaRPr>
          </a:p>
        </p:txBody>
      </p:sp>
      <p:sp>
        <p:nvSpPr>
          <p:cNvPr id="17" name="DP3 object 267">
            <a:extLst>
              <a:ext uri="{FF2B5EF4-FFF2-40B4-BE49-F238E27FC236}">
                <ns2:creationId id="{2AA35D71-0031-4F95-85B7-B4B5AB73C0C8}"/>
              </a:ext>
            </a:extLst>
          </p:cNvPr>
          <p:cNvSpPr>
            <a:spLocks noGrp="1"/>
          </p:cNvSpPr>
          <p:nvPr/>
        </p:nvSpPr>
        <p:spPr>
          <a:xfrm>
            <a:off x="809625" y="5191125"/>
            <a:ext cx="16478250" cy="542925"/>
          </a:xfrm>
          <a:prstGeom prst="rect">
            <a:avLst/>
          </a:prstGeom>
          <a:noFill/>
          <a:ln w="0">
            <a:noFill/>
            <a:prstDash val="solid"/>
          </a:ln>
        </p:spPr>
        <p:txBody>
          <a:bodyPr wrap="none" lIns="0" tIns="0" rIns="0" bIns="0" anchor="ctr">
            <a:noAutofit/>
          </a:bodyPr>
          <a:lstStyle>
            <a:defPPr algn="l">
              <a:defRPr sz="2400" b="0" lang="ko-KR">
                <a:solidFill>
                  <a:srgbClr val="111111"/>
                </a:solidFill>
                <a:latin typeface="Calibri"/>
                <a:ea typeface="Calibri"/>
                <a:cs typeface="Calibri"/>
              </a:defRPr>
            </a:defPPr>
            <a:lvl1pPr algn="l">
              <a:defRPr sz="2400" b="0" lang="ko-KR">
                <a:solidFill>
                  <a:srgbClr val="111111"/>
                </a:solidFill>
                <a:latin typeface="Calibri"/>
                <a:ea typeface="Calibri"/>
                <a:cs typeface="Calibri"/>
              </a:defRPr>
            </a:lvl1pPr>
            <a:lvl2pPr algn="l">
              <a:defRPr sz="2400" b="0" lang="ko-KR">
                <a:solidFill>
                  <a:srgbClr val="111111"/>
                </a:solidFill>
                <a:latin typeface="Calibri"/>
                <a:ea typeface="Calibri"/>
                <a:cs typeface="Calibri"/>
              </a:defRPr>
            </a:lvl2pPr>
            <a:lvl3pPr algn="l">
              <a:defRPr sz="2400" b="0" lang="ko-KR">
                <a:solidFill>
                  <a:srgbClr val="111111"/>
                </a:solidFill>
                <a:latin typeface="Calibri"/>
                <a:ea typeface="Calibri"/>
                <a:cs typeface="Calibri"/>
              </a:defRPr>
            </a:lvl3pPr>
            <a:lvl4pPr algn="l">
              <a:defRPr sz="2400" b="0" lang="ko-KR">
                <a:solidFill>
                  <a:srgbClr val="111111"/>
                </a:solidFill>
                <a:latin typeface="Calibri"/>
                <a:ea typeface="Calibri"/>
                <a:cs typeface="Calibri"/>
              </a:defRPr>
            </a:lvl4pPr>
            <a:lvl5pPr algn="l">
              <a:defRPr sz="2400" b="0" lang="ko-KR">
                <a:solidFill>
                  <a:srgbClr val="111111"/>
                </a:solidFill>
                <a:latin typeface="Calibri"/>
                <a:ea typeface="Calibri"/>
                <a:cs typeface="Calibri"/>
              </a:defRPr>
            </a:lvl5pPr>
            <a:lvl6pPr algn="l">
              <a:defRPr sz="2400" b="0" lang="ko-KR">
                <a:solidFill>
                  <a:srgbClr val="111111"/>
                </a:solidFill>
                <a:latin typeface="Calibri"/>
                <a:ea typeface="Calibri"/>
                <a:cs typeface="Calibri"/>
              </a:defRPr>
            </a:lvl6pPr>
            <a:lvl7pPr algn="l">
              <a:defRPr sz="2400" b="0" lang="ko-KR">
                <a:solidFill>
                  <a:srgbClr val="111111"/>
                </a:solidFill>
                <a:latin typeface="Calibri"/>
                <a:ea typeface="Calibri"/>
                <a:cs typeface="Calibri"/>
              </a:defRPr>
            </a:lvl7pPr>
            <a:lvl8pPr algn="l">
              <a:defRPr sz="2400" b="0" lang="ko-KR">
                <a:solidFill>
                  <a:srgbClr val="111111"/>
                </a:solidFill>
                <a:latin typeface="Calibri"/>
                <a:ea typeface="Calibri"/>
                <a:cs typeface="Calibri"/>
              </a:defRPr>
            </a:lvl8pPr>
            <a:lvl9pPr algn="l">
              <a:defRPr sz="2400" b="0" lang="ko-KR">
                <a:solidFill>
                  <a:srgbClr val="111111"/>
                </a:solidFill>
                <a:latin typeface="Calibri"/>
                <a:ea typeface="Calibri"/>
                <a:cs typeface="Calibri"/>
              </a:defRPr>
            </a:lvl9pPr>
          </a:lstStyle>
          <a:p>
            <a:pPr algn="l">
              <a:defRPr sz="2400" b="0" lang="ko-KR">
                <a:solidFill>
                  <a:srgbClr val="111111"/>
                </a:solidFill>
                <a:latin typeface="Calibri"/>
                <a:ea typeface="Calibri"/>
                <a:cs typeface="Calibri"/>
              </a:defRPr>
            </a:pPr>
            <a:r>
              <a:rPr sz="2400" b="0" lang="ko-KR">
                <a:solidFill>
                  <a:srgbClr val="111111"/>
                </a:solidFill>
                <a:latin typeface="Calibri"/>
                <a:ea typeface="Calibri"/>
                <a:cs typeface="Calibri"/>
              </a:rPr>
              <a:t>배경 2장 / 기존 A·B 비교 / 기존 관측 범위 / 별도 복구 관측</a:t>
            </a:r>
            <a:endParaRPr lang="ko-KR">
              <a:latin typeface="Calibri"/>
              <a:ea typeface="Calibri"/>
              <a:cs typeface="Calibri"/>
            </a:endParaRPr>
          </a:p>
        </p:txBody>
      </p:sp>
      <p:sp>
        <p:nvSpPr>
          <p:cNvPr id="18" name="DP3 object 268">
            <a:extLst>
              <a:ext uri="{FF2B5EF4-FFF2-40B4-BE49-F238E27FC236}">
                <ns2:creationId id="{3817529F-C7A7-4133-9682-F0A9EF7DD97F}"/>
              </a:ext>
            </a:extLst>
          </p:cNvPr>
          <p:cNvSpPr>
            <a:spLocks noGrp="1"/>
          </p:cNvSpPr>
          <p:nvPr/>
        </p:nvSpPr>
        <p:spPr>
          <a:xfrm>
            <a:off x="809625" y="6315075"/>
            <a:ext cx="16478250" cy="106680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아래 자료는 당시 cloud 생산자·pixel 계약의 설계와 관측이다.</a:t>
            </a:r>
            <a:endParaRPr lang="ko-KR">
              <a:latin typeface="Calibri"/>
              <a:ea typeface="Calibri"/>
              <a:cs typeface="Calibri"/>
            </a:endParaRPr>
          </a:p>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새 본문의 local CPU 네 대안과 모집단·실행 구조가 다르다.</a:t>
            </a:r>
            <a:endParaRPr lang="ko-KR">
              <a:latin typeface="Calibri"/>
              <a:ea typeface="Calibri"/>
              <a:cs typeface="Calibri"/>
            </a:endParaRPr>
          </a:p>
        </p:txBody>
      </p:sp>
      <p:sp>
        <p:nvSpPr>
          <p:cNvPr id="19" name="DP3 object 269">
            <a:extLst>
              <a:ext uri="{FF2B5EF4-FFF2-40B4-BE49-F238E27FC236}">
                <ns2:creationId id="{0FCBDFB0-4822-4E9A-A8EC-DDA5ADD1D187}"/>
              </a:ext>
            </a:extLst>
          </p:cNvPr>
          <p:cNvSpPr>
            <a:spLocks noGrp="1"/>
          </p:cNvSpPr>
          <p:nvPr/>
        </p:nvSpPr>
        <p:spPr>
          <a:xfrm>
            <a:off x="809625" y="8096250"/>
            <a:ext cx="16478250" cy="628650"/>
          </a:xfrm>
          <a:prstGeom prst="rect">
            <a:avLst/>
          </a:prstGeom>
          <a:noFill/>
          <a:ln w="0">
            <a:noFill/>
            <a:prstDash val="solid"/>
          </a:ln>
        </p:spPr>
        <p:txBody>
          <a:bodyPr wrap="none" lIns="0" tIns="0" rIns="0" bIns="0" anchor="ctr">
            <a:noAutofit/>
          </a:bodyPr>
          <a:lstStyle>
            <a:defPPr algn="l">
              <a:defRPr sz="2900" b="1" lang="ko-KR">
                <a:solidFill>
                  <a:srgbClr val="C00000"/>
                </a:solidFill>
                <a:latin typeface="Calibri"/>
                <a:ea typeface="Calibri"/>
                <a:cs typeface="Calibri"/>
              </a:defRPr>
            </a:defPPr>
            <a:lvl1pPr algn="l">
              <a:defRPr sz="2900" b="1" lang="ko-KR">
                <a:solidFill>
                  <a:srgbClr val="C00000"/>
                </a:solidFill>
                <a:latin typeface="Calibri"/>
                <a:ea typeface="Calibri"/>
                <a:cs typeface="Calibri"/>
              </a:defRPr>
            </a:lvl1pPr>
            <a:lvl2pPr algn="l">
              <a:defRPr sz="2900" b="1" lang="ko-KR">
                <a:solidFill>
                  <a:srgbClr val="C00000"/>
                </a:solidFill>
                <a:latin typeface="Calibri"/>
                <a:ea typeface="Calibri"/>
                <a:cs typeface="Calibri"/>
              </a:defRPr>
            </a:lvl2pPr>
            <a:lvl3pPr algn="l">
              <a:defRPr sz="2900" b="1" lang="ko-KR">
                <a:solidFill>
                  <a:srgbClr val="C00000"/>
                </a:solidFill>
                <a:latin typeface="Calibri"/>
                <a:ea typeface="Calibri"/>
                <a:cs typeface="Calibri"/>
              </a:defRPr>
            </a:lvl3pPr>
            <a:lvl4pPr algn="l">
              <a:defRPr sz="2900" b="1" lang="ko-KR">
                <a:solidFill>
                  <a:srgbClr val="C00000"/>
                </a:solidFill>
                <a:latin typeface="Calibri"/>
                <a:ea typeface="Calibri"/>
                <a:cs typeface="Calibri"/>
              </a:defRPr>
            </a:lvl4pPr>
            <a:lvl5pPr algn="l">
              <a:defRPr sz="2900" b="1" lang="ko-KR">
                <a:solidFill>
                  <a:srgbClr val="C00000"/>
                </a:solidFill>
                <a:latin typeface="Calibri"/>
                <a:ea typeface="Calibri"/>
                <a:cs typeface="Calibri"/>
              </a:defRPr>
            </a:lvl5pPr>
            <a:lvl6pPr algn="l">
              <a:defRPr sz="2900" b="1" lang="ko-KR">
                <a:solidFill>
                  <a:srgbClr val="C00000"/>
                </a:solidFill>
                <a:latin typeface="Calibri"/>
                <a:ea typeface="Calibri"/>
                <a:cs typeface="Calibri"/>
              </a:defRPr>
            </a:lvl6pPr>
            <a:lvl7pPr algn="l">
              <a:defRPr sz="2900" b="1" lang="ko-KR">
                <a:solidFill>
                  <a:srgbClr val="C00000"/>
                </a:solidFill>
                <a:latin typeface="Calibri"/>
                <a:ea typeface="Calibri"/>
                <a:cs typeface="Calibri"/>
              </a:defRPr>
            </a:lvl7pPr>
            <a:lvl8pPr algn="l">
              <a:defRPr sz="2900" b="1" lang="ko-KR">
                <a:solidFill>
                  <a:srgbClr val="C00000"/>
                </a:solidFill>
                <a:latin typeface="Calibri"/>
                <a:ea typeface="Calibri"/>
                <a:cs typeface="Calibri"/>
              </a:defRPr>
            </a:lvl8pPr>
            <a:lvl9pPr algn="l">
              <a:defRPr sz="2900" b="1" lang="ko-KR">
                <a:solidFill>
                  <a:srgbClr val="C00000"/>
                </a:solidFill>
                <a:latin typeface="Calibri"/>
                <a:ea typeface="Calibri"/>
                <a:cs typeface="Calibri"/>
              </a:defRPr>
            </a:lvl9pPr>
          </a:lstStyle>
          <a:p>
            <a:pPr algn="l">
              <a:defRPr sz="2900" b="1" lang="ko-KR">
                <a:solidFill>
                  <a:srgbClr val="C00000"/>
                </a:solidFill>
                <a:latin typeface="Calibri"/>
                <a:ea typeface="Calibri"/>
                <a:cs typeface="Calibri"/>
              </a:defRPr>
            </a:pPr>
            <a:r>
              <a:rPr sz="2900" b="1" lang="ko-KR">
                <a:solidFill>
                  <a:srgbClr val="C00000"/>
                </a:solidFill>
                <a:latin typeface="Calibri"/>
                <a:ea typeface="Calibri"/>
                <a:cs typeface="Calibri"/>
              </a:rPr>
              <a:t>현행 DP3의 수치와 결론에 혼합하지 않는다.</a:t>
            </a:r>
            <a:endParaRPr lang="ko-KR">
              <a:latin typeface="Calibri"/>
              <a:ea typeface="Calibri"/>
              <a:cs typeface="Calibri"/>
            </a:endParaRPr>
          </a:p>
        </p:txBody>
      </p:sp>
    </p:spTree>
    <p:extLst>
      <p:ext uri="{BB962C8B-B14F-4D97-AF65-F5344CB8AC3E}">
        <p14:creationId val="922555815"/>
      </p:ext>
    </p:extLst>
  </p:cSld>
</p:sld>
</file>

<file path=ppt/slides/slide4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90" name="DP3 object 1">
            <a:extLst>
              <a:ext uri="{FF2B5EF4-FFF2-40B4-BE49-F238E27FC236}">
                <ns2:creationId id="{B3A56885-86B6-4E2F-B887-90FF93C347C0}"/>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(1/2)</a:t>
            </a:r>
            <a:endParaRPr lang="ko-KR">
              <a:latin typeface="Calibri"/>
              <a:ea typeface="Calibri"/>
              <a:cs typeface="Calibri"/>
            </a:endParaRPr>
          </a:p>
        </p:txBody>
      </p:sp>
      <p:sp>
        <p:nvSpPr>
          <p:cNvPr id="2" name="과제 소개">
            <a:extLst>
              <a:ext uri="{FF2B5EF4-FFF2-40B4-BE49-F238E27FC236}">
                <ns2:creationId id="{BD425E50-EF46-440B-8FF7-58A3F6F20BC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92A30021-418F-4C55-90F2-A8F133E367C3}"/>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6C66548C-65A8-490E-A313-0CF6AD4EC3FB}"/>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FF856CFF-2606-4E0E-B626-DB4C9744517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9B4DED71-7F76-4C6F-AAB0-349AB140AD3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0BB38A04-1D02-4977-9ACE-7E18281A2EE1}"/>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4462FAEB-5537-4C59-84AF-6D6D3799D62A}"/>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공통 입력: Interaction Manager의 화면·동작 이력 + local ASR의 전사·단어 시각 / 화면 근거가 필요한 요청만 진입</a:t>
            </a:r>
            <a:endParaRPr lang="ko-KR">
              <a:latin typeface="Calibri"/>
              <a:ea typeface="Calibri"/>
              <a:cs typeface="Calibri"/>
            </a:endParaRPr>
          </a:p>
        </p:txBody>
      </p:sp>
      <p:sp>
        <p:nvSpPr>
          <p:cNvPr id="14" name="Continuous slide number">
            <a:extLst>
              <a:ext uri="{FF2B5EF4-FFF2-40B4-BE49-F238E27FC236}">
                <ns2:creationId id="{1D97A3B7-0013-4267-8828-4F8F03E455F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5" name="방안">
            <a:extLst>
              <a:ext uri="{FF2B5EF4-FFF2-40B4-BE49-F238E27FC236}">
                <ns2:creationId id="{B91DBC9D-864A-4A20-A91C-55DE3D6DDAEB}"/>
              </a:ext>
            </a:extLst>
          </p:cNvPr>
          <p:cNvSpPr>
            <a:spLocks noGrp="1"/>
          </p:cNvSpPr>
          <p:nvPr/>
        </p:nvSpPr>
        <p:spPr>
          <a:xfrm>
            <a:off x="228600" y="1790700"/>
            <a:ext cx="1638300" cy="514350"/>
          </a:xfrm>
          <a:prstGeom prst="rect">
            <a:avLst/>
          </a:prstGeom>
          <a:solidFill>
            <a:srgbClr val="C9E1B3"/>
          </a:solidFill>
          <a:ln w="19050">
            <a:solidFill>
              <a:srgbClr val="B7B9B9"/>
            </a:solid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방안</a:t>
            </a:r>
            <a:endParaRPr lang="ko-KR">
              <a:latin typeface="Calibri"/>
              <a:ea typeface="Calibri"/>
              <a:cs typeface="Calibri"/>
            </a:endParaRPr>
          </a:p>
        </p:txBody>
      </p:sp>
      <p:sp>
        <p:nvSpPr>
          <p:cNvPr id="17" name="A  원본 공동 해석">
            <a:extLst>
              <a:ext uri="{FF2B5EF4-FFF2-40B4-BE49-F238E27FC236}">
                <ns2:creationId id="{830C9FEA-2870-4C8D-99BF-20C2EDA1ED2B}"/>
              </a:ext>
            </a:extLst>
          </p:cNvPr>
          <p:cNvSpPr>
            <a:spLocks noGrp="1"/>
          </p:cNvSpPr>
          <p:nvPr/>
        </p:nvSpPr>
        <p:spPr>
          <a:xfrm>
            <a:off x="186690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9" name="B-R1  후보 생산 + 단일 worker 교대 로딩">
            <a:extLst>
              <a:ext uri="{FF2B5EF4-FFF2-40B4-BE49-F238E27FC236}">
                <ns2:creationId id="{0CFB634F-5377-4963-9976-B1BE1ACB0E18}"/>
              </a:ext>
            </a:extLst>
          </p:cNvPr>
          <p:cNvSpPr>
            <a:spLocks noGrp="1"/>
          </p:cNvSpPr>
          <p:nvPr/>
        </p:nvSpPr>
        <p:spPr>
          <a:xfrm>
            <a:off x="996315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B-R1  후보 생산 + 단일 worker 교대 로딩</a:t>
            </a:r>
            <a:endParaRPr lang="ko-KR">
              <a:latin typeface="Calibri"/>
              <a:ea typeface="Calibri"/>
              <a:cs typeface="Calibri"/>
            </a:endParaRPr>
          </a:p>
        </p:txBody>
      </p:sp>
      <p:sp>
        <p:nvSpPr>
          <p:cNvPr id="21" name="Editable path 21">
            <a:extLst>
              <a:ext uri="{FF2B5EF4-FFF2-40B4-BE49-F238E27FC236}">
                <ns2:creationId id="{CD04381E-7399-4E2A-92CB-987F38EA7DCD}"/>
              </a:ext>
            </a:extLst>
          </p:cNvPr>
          <p:cNvSpPr>
            <a:spLocks noGrp="1"/>
          </p:cNvSpPr>
          <p:nvPr/>
        </p:nvSpPr>
        <p:spPr>
          <a:xfrm>
            <a:off x="228600" y="2305050"/>
            <a:ext cx="17830800" cy="953"/>
          </a:xfrm>
          <a:custGeom>
            <a:pathLst>
              <a:path w="17830800" h="953">
                <a:moveTo>
                  <a:pt x="0" y="0"/>
                </a:moveTo>
                <a:lnTo>
                  <a:pt x="17830800" y="0"/>
                </a:lnTo>
              </a:path>
            </a:pathLst>
          </a:custGeom>
          <a:noFill/>
          <a:ln w="11430">
            <a:solidFill>
              <a:srgbClr val="B7B9B9"/>
            </a:solidFill>
            <a:prstDash val="solid"/>
          </a:ln>
        </p:spPr>
      </p:sp>
      <p:sp>
        <p:nvSpPr>
          <p:cNvPr id="22" name="Editable path 22">
            <a:extLst>
              <a:ext uri="{FF2B5EF4-FFF2-40B4-BE49-F238E27FC236}">
                <ns2:creationId id="{C602CDFA-5E26-446F-813A-E5B662C00B1C}"/>
              </a:ext>
            </a:extLst>
          </p:cNvPr>
          <p:cNvSpPr>
            <a:spLocks noGrp="1"/>
          </p:cNvSpPr>
          <p:nvPr/>
        </p:nvSpPr>
        <p:spPr>
          <a:xfrm>
            <a:off x="1866900" y="1790700"/>
            <a:ext cx="953" cy="7905750"/>
          </a:xfrm>
          <a:custGeom>
            <a:pathLst>
              <a:path w="953" h="7905750">
                <a:moveTo>
                  <a:pt x="0" y="0"/>
                </a:moveTo>
                <a:lnTo>
                  <a:pt x="0" y="7905750"/>
                </a:lnTo>
              </a:path>
            </a:pathLst>
          </a:custGeom>
          <a:noFill/>
          <a:ln w="11430">
            <a:solidFill>
              <a:srgbClr val="B7B9B9"/>
            </a:solidFill>
            <a:prstDash val="solid"/>
          </a:ln>
        </p:spPr>
      </p:sp>
      <p:sp>
        <p:nvSpPr>
          <p:cNvPr id="23" name="Editable path 23">
            <a:extLst>
              <a:ext uri="{FF2B5EF4-FFF2-40B4-BE49-F238E27FC236}">
                <ns2:creationId id="{C8DAB352-F366-44F9-85AF-884BBE38DC67}"/>
              </a:ext>
            </a:extLst>
          </p:cNvPr>
          <p:cNvSpPr>
            <a:spLocks noGrp="1"/>
          </p:cNvSpPr>
          <p:nvPr/>
        </p:nvSpPr>
        <p:spPr>
          <a:xfrm>
            <a:off x="9963150" y="1790700"/>
            <a:ext cx="953" cy="7905750"/>
          </a:xfrm>
          <a:custGeom>
            <a:pathLst>
              <a:path w="953" h="7905750">
                <a:moveTo>
                  <a:pt x="0" y="0"/>
                </a:moveTo>
                <a:lnTo>
                  <a:pt x="0" y="7905750"/>
                </a:lnTo>
              </a:path>
            </a:pathLst>
          </a:custGeom>
          <a:noFill/>
          <a:ln w="11430">
            <a:solidFill>
              <a:srgbClr val="B7B9B9"/>
            </a:solidFill>
            <a:prstDash val="solid"/>
          </a:ln>
        </p:spPr>
      </p:sp>
      <p:sp>
        <p:nvSpPr>
          <p:cNvPr id="24" name="DP3 object 24">
            <a:extLst>
              <a:ext uri="{FF2B5EF4-FFF2-40B4-BE49-F238E27FC236}">
                <ns2:creationId id="{2CED3B62-BADF-455B-A850-0BF603F1EF7E}"/>
              </a:ext>
            </a:extLst>
          </p:cNvPr>
          <p:cNvSpPr>
            <a:spLocks noGrp="1"/>
          </p:cNvSpPr>
          <p:nvPr/>
        </p:nvSpPr>
        <p:spPr>
          <a:xfrm>
            <a:off x="400050" y="2571750"/>
            <a:ext cx="1285875"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25" name="DP3 object 25">
            <a:extLst>
              <a:ext uri="{FF2B5EF4-FFF2-40B4-BE49-F238E27FC236}">
                <ns2:creationId id="{F8BEE902-480C-4DF2-A55E-C321E8CCB3DE}"/>
              </a:ext>
            </a:extLst>
          </p:cNvPr>
          <p:cNvSpPr>
            <a:spLocks noGrp="1"/>
          </p:cNvSpPr>
          <p:nvPr/>
        </p:nvSpPr>
        <p:spPr>
          <a:xfrm>
            <a:off x="342900" y="3333750"/>
            <a:ext cx="1381125" cy="5286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노란 경계</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Component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내부 둥근 상자</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Module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원통</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소유 상태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파란 점선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OS Process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육각형</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외부 모델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실선 요청</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점선 반환</a:t>
            </a:r>
            <a:endParaRPr lang="ko-KR">
              <a:latin typeface="Calibri"/>
              <a:ea typeface="Calibri"/>
              <a:cs typeface="Calibri"/>
            </a:endParaRPr>
          </a:p>
        </p:txBody>
      </p:sp>
      <p:sp>
        <p:nvSpPr>
          <p:cNvPr id="26" name="Request Controller">
            <a:extLst>
              <a:ext uri="{FF2B5EF4-FFF2-40B4-BE49-F238E27FC236}">
                <ns2:creationId id="{3DAF1E81-9930-44DA-A4E3-04D56A890D9E}"/>
              </a:ext>
            </a:extLst>
          </p:cNvPr>
          <p:cNvSpPr>
            <a:spLocks noGrp="1"/>
          </p:cNvSpPr>
          <p:nvPr/>
        </p:nvSpPr>
        <p:spPr>
          <a:xfrm>
            <a:off x="2095500" y="2552700"/>
            <a:ext cx="4095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8" name="Editable path 28">
            <a:extLst>
              <a:ext uri="{FF2B5EF4-FFF2-40B4-BE49-F238E27FC236}">
                <ns2:creationId id="{44015683-DA57-41BD-9619-EAB16FDF21B8}"/>
              </a:ext>
            </a:extLst>
          </p:cNvPr>
          <p:cNvSpPr>
            <a:spLocks noGrp="1"/>
          </p:cNvSpPr>
          <p:nvPr/>
        </p:nvSpPr>
        <p:spPr>
          <a:xfrm>
            <a:off x="2095500" y="2905125"/>
            <a:ext cx="4095750" cy="953"/>
          </a:xfrm>
          <a:custGeom>
            <a:pathLst>
              <a:path w="4095750" h="953">
                <a:moveTo>
                  <a:pt x="0" y="0"/>
                </a:moveTo>
                <a:lnTo>
                  <a:pt x="4095750" y="0"/>
                </a:lnTo>
              </a:path>
            </a:pathLst>
          </a:custGeom>
          <a:noFill/>
          <a:ln w="14288">
            <a:solidFill>
              <a:srgbClr val="111111"/>
            </a:solidFill>
            <a:prstDash val="solid"/>
          </a:ln>
        </p:spPr>
      </p:sp>
      <p:sp>
        <p:nvSpPr>
          <p:cNvPr id="29" name="Request Revision Guard">
            <a:extLst>
              <a:ext uri="{FF2B5EF4-FFF2-40B4-BE49-F238E27FC236}">
                <ns2:creationId id="{073D9C23-FE8A-4251-9E21-C56B4A29D139}"/>
              </a:ext>
            </a:extLst>
          </p:cNvPr>
          <p:cNvSpPr>
            <a:spLocks noGrp="1"/>
          </p:cNvSpPr>
          <p:nvPr/>
        </p:nvSpPr>
        <p:spPr>
          <a:xfrm>
            <a:off x="2276475" y="2990850"/>
            <a:ext cx="373380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Request Revision Guard</a:t>
            </a:r>
            <a:endParaRPr lang="ko-KR">
              <a:latin typeface="Calibri"/>
              <a:ea typeface="Calibri"/>
              <a:cs typeface="Calibri"/>
            </a:endParaRPr>
          </a:p>
        </p:txBody>
      </p:sp>
      <p:sp>
        <p:nvSpPr>
          <p:cNvPr id="31" name="DP3 object 31">
            <a:extLst>
              <a:ext uri="{FF2B5EF4-FFF2-40B4-BE49-F238E27FC236}">
                <ns2:creationId id="{FD76D574-1D14-4BE5-90AA-9129E479DA7B}"/>
              </a:ext>
            </a:extLst>
          </p:cNvPr>
          <p:cNvSpPr>
            <a:spLocks noGrp="1"/>
          </p:cNvSpPr>
          <p:nvPr/>
        </p:nvSpPr>
        <p:spPr>
          <a:xfrm>
            <a:off x="2286000" y="3590925"/>
            <a:ext cx="3714750" cy="257175"/>
          </a:xfrm>
          <a:prstGeom prst="rect">
            <a:avLst/>
          </a:prstGeom>
          <a:noFill/>
          <a:ln w="0">
            <a:noFill/>
            <a:prstDash val="solid"/>
          </a:ln>
        </p:spPr>
        <p:txBody>
          <a:bodyPr wrap="none" lIns="0" tIns="0" rIns="0" bIns="0" anchor="ctr">
            <a:noAutofit/>
          </a:bodyPr>
          <a:lstStyle>
            <a:defPPr algn="ctr">
              <a:defRPr sz="1600" b="0" lang="ko-KR">
                <a:solidFill>
                  <a:srgbClr val="4676CB"/>
                </a:solidFill>
                <a:latin typeface="Calibri"/>
                <a:ea typeface="Calibri"/>
                <a:cs typeface="Calibri"/>
              </a:defRPr>
            </a:defPPr>
            <a:lvl1pPr algn="ctr">
              <a:defRPr sz="1600" b="0" lang="ko-KR">
                <a:solidFill>
                  <a:srgbClr val="4676CB"/>
                </a:solidFill>
                <a:latin typeface="Calibri"/>
                <a:ea typeface="Calibri"/>
                <a:cs typeface="Calibri"/>
              </a:defRPr>
            </a:lvl1pPr>
            <a:lvl2pPr algn="ctr">
              <a:defRPr sz="1600" b="0" lang="ko-KR">
                <a:solidFill>
                  <a:srgbClr val="4676CB"/>
                </a:solidFill>
                <a:latin typeface="Calibri"/>
                <a:ea typeface="Calibri"/>
                <a:cs typeface="Calibri"/>
              </a:defRPr>
            </a:lvl2pPr>
            <a:lvl3pPr algn="ctr">
              <a:defRPr sz="1600" b="0" lang="ko-KR">
                <a:solidFill>
                  <a:srgbClr val="4676CB"/>
                </a:solidFill>
                <a:latin typeface="Calibri"/>
                <a:ea typeface="Calibri"/>
                <a:cs typeface="Calibri"/>
              </a:defRPr>
            </a:lvl3pPr>
            <a:lvl4pPr algn="ctr">
              <a:defRPr sz="1600" b="0" lang="ko-KR">
                <a:solidFill>
                  <a:srgbClr val="4676CB"/>
                </a:solidFill>
                <a:latin typeface="Calibri"/>
                <a:ea typeface="Calibri"/>
                <a:cs typeface="Calibri"/>
              </a:defRPr>
            </a:lvl4pPr>
            <a:lvl5pPr algn="ctr">
              <a:defRPr sz="1600" b="0" lang="ko-KR">
                <a:solidFill>
                  <a:srgbClr val="4676CB"/>
                </a:solidFill>
                <a:latin typeface="Calibri"/>
                <a:ea typeface="Calibri"/>
                <a:cs typeface="Calibri"/>
              </a:defRPr>
            </a:lvl5pPr>
            <a:lvl6pPr algn="ctr">
              <a:defRPr sz="1600" b="0" lang="ko-KR">
                <a:solidFill>
                  <a:srgbClr val="4676CB"/>
                </a:solidFill>
                <a:latin typeface="Calibri"/>
                <a:ea typeface="Calibri"/>
                <a:cs typeface="Calibri"/>
              </a:defRPr>
            </a:lvl6pPr>
            <a:lvl7pPr algn="ctr">
              <a:defRPr sz="1600" b="0" lang="ko-KR">
                <a:solidFill>
                  <a:srgbClr val="4676CB"/>
                </a:solidFill>
                <a:latin typeface="Calibri"/>
                <a:ea typeface="Calibri"/>
                <a:cs typeface="Calibri"/>
              </a:defRPr>
            </a:lvl7pPr>
            <a:lvl8pPr algn="ctr">
              <a:defRPr sz="1600" b="0" lang="ko-KR">
                <a:solidFill>
                  <a:srgbClr val="4676CB"/>
                </a:solidFill>
                <a:latin typeface="Calibri"/>
                <a:ea typeface="Calibri"/>
                <a:cs typeface="Calibri"/>
              </a:defRPr>
            </a:lvl8pPr>
            <a:lvl9pPr algn="ctr">
              <a:defRPr sz="1600" b="0" lang="ko-KR">
                <a:solidFill>
                  <a:srgbClr val="4676CB"/>
                </a:solidFill>
                <a:latin typeface="Calibri"/>
                <a:ea typeface="Calibri"/>
                <a:cs typeface="Calibri"/>
              </a:defRPr>
            </a:lvl9pPr>
          </a:lstStyle>
          <a:p>
            <a:pPr algn="ctr">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최종 의미 채택</a:t>
            </a:r>
            <a:endParaRPr lang="ko-KR">
              <a:latin typeface="Calibri"/>
              <a:ea typeface="Calibri"/>
              <a:cs typeface="Calibri"/>
            </a:endParaRPr>
          </a:p>
        </p:txBody>
      </p:sp>
      <p:sp>
        <p:nvSpPr>
          <p:cNvPr id="32" name="Context Manager">
            <a:extLst>
              <a:ext uri="{FF2B5EF4-FFF2-40B4-BE49-F238E27FC236}">
                <ns2:creationId id="{888577EE-FBBF-4396-8C23-8692586D6E9D}"/>
              </a:ext>
            </a:extLst>
          </p:cNvPr>
          <p:cNvSpPr>
            <a:spLocks noGrp="1"/>
          </p:cNvSpPr>
          <p:nvPr/>
        </p:nvSpPr>
        <p:spPr>
          <a:xfrm>
            <a:off x="7524750" y="2552700"/>
            <a:ext cx="2095500" cy="3733800"/>
          </a:xfrm>
          <a:prstGeom prst="rect">
            <a:avLst/>
          </a:prstGeom>
          <a:solidFill>
            <a:srgbClr val="FFF6DD"/>
          </a:solidFill>
          <a:ln w="19050">
            <a:solidFill>
              <a:srgbClr val="111111"/>
            </a:solidFill>
            <a:prstDash val="solid"/>
          </a:ln>
        </p:spPr>
        <p:txBody>
          <a:bodyPr wrap="none" lIns="66675" tIns="19050" rIns="66675" bIns="34004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4" name="Editable path 34">
            <a:extLst>
              <a:ext uri="{FF2B5EF4-FFF2-40B4-BE49-F238E27FC236}">
                <ns2:creationId id="{FAA2CD87-AE9E-4466-884D-E3DB9E9B2616}"/>
              </a:ext>
            </a:extLst>
          </p:cNvPr>
          <p:cNvSpPr>
            <a:spLocks noGrp="1"/>
          </p:cNvSpPr>
          <p:nvPr/>
        </p:nvSpPr>
        <p:spPr>
          <a:xfrm>
            <a:off x="7524750" y="2905125"/>
            <a:ext cx="2095500" cy="953"/>
          </a:xfrm>
          <a:custGeom>
            <a:pathLst>
              <a:path w="2095500" h="953">
                <a:moveTo>
                  <a:pt x="0" y="0"/>
                </a:moveTo>
                <a:lnTo>
                  <a:pt x="2095500" y="0"/>
                </a:lnTo>
              </a:path>
            </a:pathLst>
          </a:custGeom>
          <a:noFill/>
          <a:ln w="14288">
            <a:solidFill>
              <a:srgbClr val="111111"/>
            </a:solidFill>
            <a:prstDash val="solid"/>
          </a:ln>
        </p:spPr>
      </p:sp>
      <p:sp>
        <p:nvSpPr>
          <p:cNvPr id="35" name="허가된 원본 참조frame / pointerselection / native읽기 cache (RAM)">
            <a:extLst>
              <a:ext uri="{FF2B5EF4-FFF2-40B4-BE49-F238E27FC236}">
                <ns2:creationId id="{6BDA708D-B186-490D-87E4-7AA9D55773A2}"/>
              </a:ext>
            </a:extLst>
          </p:cNvPr>
          <p:cNvSpPr>
            <a:spLocks noGrp="1"/>
          </p:cNvSpPr>
          <p:nvPr/>
        </p:nvSpPr>
        <p:spPr>
          <a:xfrm>
            <a:off x="7658100" y="3048000"/>
            <a:ext cx="1828800" cy="16287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허가된 원본 참조</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frame / pointer</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selection / native</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cache (RAM)</a:t>
            </a:r>
            <a:endParaRPr lang="ko-KR">
              <a:latin typeface="Calibri"/>
              <a:ea typeface="Calibri"/>
              <a:cs typeface="Calibri"/>
            </a:endParaRPr>
          </a:p>
        </p:txBody>
      </p:sp>
      <p:sp>
        <p:nvSpPr>
          <p:cNvPr id="37" name="채택 binding 복사읽기 receipt">
            <a:extLst>
              <a:ext uri="{FF2B5EF4-FFF2-40B4-BE49-F238E27FC236}">
                <ns2:creationId id="{C35218FE-E005-42C8-A478-1E0492780D04}"/>
              </a:ext>
            </a:extLst>
          </p:cNvPr>
          <p:cNvSpPr>
            <a:spLocks noGrp="1"/>
          </p:cNvSpPr>
          <p:nvPr/>
        </p:nvSpPr>
        <p:spPr>
          <a:xfrm>
            <a:off x="7658100" y="4981575"/>
            <a:ext cx="1828800" cy="8858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채택 binding 복사</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읽기 receipt</a:t>
            </a:r>
            <a:endParaRPr lang="ko-KR">
              <a:latin typeface="Calibri"/>
              <a:ea typeface="Calibri"/>
              <a:cs typeface="Calibri"/>
            </a:endParaRPr>
          </a:p>
        </p:txBody>
      </p:sp>
      <p:sp>
        <p:nvSpPr>
          <p:cNvPr id="39" name="Request Interpreter">
            <a:extLst>
              <a:ext uri="{FF2B5EF4-FFF2-40B4-BE49-F238E27FC236}">
                <ns2:creationId id="{E3448A97-D68F-47F8-96FE-2F379C58385F}"/>
              </a:ext>
            </a:extLst>
          </p:cNvPr>
          <p:cNvSpPr>
            <a:spLocks noGrp="1"/>
          </p:cNvSpPr>
          <p:nvPr/>
        </p:nvSpPr>
        <p:spPr>
          <a:xfrm>
            <a:off x="2095500" y="4191000"/>
            <a:ext cx="409575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1" name="Editable path 39">
            <a:extLst>
              <a:ext uri="{FF2B5EF4-FFF2-40B4-BE49-F238E27FC236}">
                <ns2:creationId id="{D2A86A64-A633-45D5-A7E5-79AD3AFB4A3B}"/>
              </a:ext>
            </a:extLst>
          </p:cNvPr>
          <p:cNvSpPr>
            <a:spLocks noGrp="1"/>
          </p:cNvSpPr>
          <p:nvPr/>
        </p:nvSpPr>
        <p:spPr>
          <a:xfrm>
            <a:off x="2095500" y="4543425"/>
            <a:ext cx="4095750" cy="953"/>
          </a:xfrm>
          <a:custGeom>
            <a:pathLst>
              <a:path w="4095750" h="953">
                <a:moveTo>
                  <a:pt x="0" y="0"/>
                </a:moveTo>
                <a:lnTo>
                  <a:pt x="4095750" y="0"/>
                </a:lnTo>
              </a:path>
            </a:pathLst>
          </a:custGeom>
          <a:noFill/>
          <a:ln w="14288">
            <a:solidFill>
              <a:srgbClr val="111111"/>
            </a:solidFill>
            <a:prstDash val="solid"/>
          </a:ln>
        </p:spPr>
      </p:sp>
      <p:sp>
        <p:nvSpPr>
          <p:cNvPr id="42" name="Joint Grounding Interpreter">
            <a:extLst>
              <a:ext uri="{FF2B5EF4-FFF2-40B4-BE49-F238E27FC236}">
                <ns2:creationId id="{DAA07B13-4FE0-4DCF-B69C-B6366F39DB6F}"/>
              </a:ext>
            </a:extLst>
          </p:cNvPr>
          <p:cNvSpPr>
            <a:spLocks noGrp="1"/>
          </p:cNvSpPr>
          <p:nvPr/>
        </p:nvSpPr>
        <p:spPr>
          <a:xfrm>
            <a:off x="2286000" y="4657725"/>
            <a:ext cx="37147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Joint Grounding Interpreter</a:t>
            </a:r>
            <a:endParaRPr lang="ko-KR">
              <a:latin typeface="Calibri"/>
              <a:ea typeface="Calibri"/>
              <a:cs typeface="Calibri"/>
            </a:endParaRPr>
          </a:p>
        </p:txBody>
      </p:sp>
      <p:sp>
        <p:nvSpPr>
          <p:cNvPr id="44" name="해석 세션 (RAM)원본 참조 / 후보 해석 / 이전 binding">
            <a:extLst>
              <a:ext uri="{FF2B5EF4-FFF2-40B4-BE49-F238E27FC236}">
                <ns2:creationId id="{067FB1EA-CEEF-4A80-BEA8-C4AC595A0860}"/>
              </a:ext>
            </a:extLst>
          </p:cNvPr>
          <p:cNvSpPr>
            <a:spLocks noGrp="1"/>
          </p:cNvSpPr>
          <p:nvPr/>
        </p:nvSpPr>
        <p:spPr>
          <a:xfrm>
            <a:off x="2286000" y="5362575"/>
            <a:ext cx="3714750" cy="733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해석 세션 (RAM)</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원본 참조 / 후보 해석 / 이전 binding</a:t>
            </a:r>
            <a:endParaRPr lang="ko-KR">
              <a:latin typeface="Calibri"/>
              <a:ea typeface="Calibri"/>
              <a:cs typeface="Calibri"/>
            </a:endParaRPr>
          </a:p>
        </p:txBody>
      </p:sp>
      <p:sp>
        <p:nvSpPr>
          <p:cNvPr id="46" name="Editable path 43">
            <a:extLst>
              <a:ext uri="{FF2B5EF4-FFF2-40B4-BE49-F238E27FC236}">
                <ns2:creationId id="{60B1593B-BFD9-49F6-B376-FC9821F189C6}"/>
              </a:ext>
            </a:extLst>
          </p:cNvPr>
          <p:cNvSpPr>
            <a:spLocks noGrp="1"/>
          </p:cNvSpPr>
          <p:nvPr/>
        </p:nvSpPr>
        <p:spPr>
          <a:xfrm>
            <a:off x="2667000" y="3505200"/>
            <a:ext cx="953" cy="685800"/>
          </a:xfrm>
          <a:custGeom>
            <a:pathLst>
              <a:path w="953" h="685800">
                <a:moveTo>
                  <a:pt x="0" y="0"/>
                </a:moveTo>
                <a:lnTo>
                  <a:pt x="0" y="685800"/>
                </a:lnTo>
              </a:path>
            </a:pathLst>
          </a:custGeom>
          <a:noFill/>
          <a:ln w="19050">
            <a:solidFill>
              <a:srgbClr val="111111"/>
            </a:solidFill>
            <a:prstDash val="solid"/>
          </a:ln>
        </p:spPr>
      </p:sp>
      <p:sp>
        <p:nvSpPr>
          <p:cNvPr id="47" name="Editable arrowhead 44">
            <a:extLst>
              <a:ext uri="{FF2B5EF4-FFF2-40B4-BE49-F238E27FC236}">
                <ns2:creationId id="{9493885E-6267-4771-86AD-82A7D0197A6D}"/>
              </a:ext>
            </a:extLst>
          </p:cNvPr>
          <p:cNvSpPr>
            <a:spLocks noGrp="1"/>
          </p:cNvSpPr>
          <p:nvPr/>
        </p:nvSpPr>
        <p:spPr>
          <a:xfrm>
            <a:off x="261937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8" name="1  해석 요청">
            <a:extLst>
              <a:ext uri="{FF2B5EF4-FFF2-40B4-BE49-F238E27FC236}">
                <ns2:creationId id="{6CF8CC9C-AF1A-49AB-999B-167DF6E02066}"/>
              </a:ext>
            </a:extLst>
          </p:cNvPr>
          <p:cNvSpPr>
            <a:spLocks noGrp="1"/>
          </p:cNvSpPr>
          <p:nvPr/>
        </p:nvSpPr>
        <p:spPr>
          <a:xfrm>
            <a:off x="2124075" y="3867150"/>
            <a:ext cx="14573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해석 요청</a:t>
            </a:r>
            <a:endParaRPr lang="ko-KR">
              <a:latin typeface="Calibri"/>
              <a:ea typeface="Calibri"/>
              <a:cs typeface="Calibri"/>
            </a:endParaRPr>
          </a:p>
        </p:txBody>
      </p:sp>
      <p:sp>
        <p:nvSpPr>
          <p:cNvPr id="50" name="Editable path 47">
            <a:extLst>
              <a:ext uri="{FF2B5EF4-FFF2-40B4-BE49-F238E27FC236}">
                <ns2:creationId id="{3BF5BFD9-F72B-44B3-B286-8D10679C9CFD}"/>
              </a:ext>
            </a:extLst>
          </p:cNvPr>
          <p:cNvSpPr>
            <a:spLocks noGrp="1"/>
          </p:cNvSpPr>
          <p:nvPr/>
        </p:nvSpPr>
        <p:spPr>
          <a:xfrm>
            <a:off x="5810250" y="3505200"/>
            <a:ext cx="953" cy="685800"/>
          </a:xfrm>
          <a:custGeom>
            <a:pathLst>
              <a:path w="953" h="685800">
                <a:moveTo>
                  <a:pt x="0" y="685800"/>
                </a:moveTo>
                <a:lnTo>
                  <a:pt x="0" y="0"/>
                </a:lnTo>
              </a:path>
            </a:pathLst>
          </a:custGeom>
          <a:noFill/>
          <a:ln w="19050">
            <a:solidFill>
              <a:srgbClr val="111111"/>
            </a:solidFill>
            <a:prstDash val="dash"/>
          </a:ln>
        </p:spPr>
      </p:sp>
      <p:sp>
        <p:nvSpPr>
          <p:cNvPr id="51" name="Editable arrowhead 48">
            <a:extLst>
              <a:ext uri="{FF2B5EF4-FFF2-40B4-BE49-F238E27FC236}">
                <ns2:creationId id="{9A21082B-1E23-4AED-910F-DC63BF50D958}"/>
              </a:ext>
            </a:extLst>
          </p:cNvPr>
          <p:cNvSpPr>
            <a:spLocks noGrp="1"/>
          </p:cNvSpPr>
          <p:nvPr/>
        </p:nvSpPr>
        <p:spPr>
          <a:xfrm>
            <a:off x="576262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6  proposal">
            <a:extLst>
              <a:ext uri="{FF2B5EF4-FFF2-40B4-BE49-F238E27FC236}">
                <ns2:creationId id="{9A2CEE54-2326-438F-BD42-5BAFAB0DA68C}"/>
              </a:ext>
            </a:extLst>
          </p:cNvPr>
          <p:cNvSpPr>
            <a:spLocks noGrp="1"/>
          </p:cNvSpPr>
          <p:nvPr/>
        </p:nvSpPr>
        <p:spPr>
          <a:xfrm>
            <a:off x="4429125" y="3867150"/>
            <a:ext cx="15240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proposal</a:t>
            </a:r>
            <a:endParaRPr lang="ko-KR">
              <a:latin typeface="Calibri"/>
              <a:ea typeface="Calibri"/>
              <a:cs typeface="Calibri"/>
            </a:endParaRPr>
          </a:p>
        </p:txBody>
      </p:sp>
      <p:sp>
        <p:nvSpPr>
          <p:cNvPr id="54" name="Editable path 51">
            <a:extLst>
              <a:ext uri="{FF2B5EF4-FFF2-40B4-BE49-F238E27FC236}">
                <ns2:creationId id="{DD647204-FF2B-4431-B9E7-92EC87EC1C06}"/>
              </a:ext>
            </a:extLst>
          </p:cNvPr>
          <p:cNvSpPr>
            <a:spLocks noGrp="1"/>
          </p:cNvSpPr>
          <p:nvPr/>
        </p:nvSpPr>
        <p:spPr>
          <a:xfrm>
            <a:off x="6191250" y="3048000"/>
            <a:ext cx="1333500" cy="953"/>
          </a:xfrm>
          <a:custGeom>
            <a:pathLst>
              <a:path w="1333500" h="953">
                <a:moveTo>
                  <a:pt x="0" y="0"/>
                </a:moveTo>
                <a:lnTo>
                  <a:pt x="1333500" y="0"/>
                </a:lnTo>
              </a:path>
            </a:pathLst>
          </a:custGeom>
          <a:noFill/>
          <a:ln w="19050">
            <a:solidFill>
              <a:srgbClr val="111111"/>
            </a:solidFill>
            <a:prstDash val="solid"/>
          </a:ln>
        </p:spPr>
      </p:sp>
      <p:sp>
        <p:nvSpPr>
          <p:cNvPr id="55" name="Editable arrowhead 52">
            <a:extLst>
              <a:ext uri="{FF2B5EF4-FFF2-40B4-BE49-F238E27FC236}">
                <ns2:creationId id="{CEC83107-F54A-4679-8906-8711AA142BC3}"/>
              </a:ext>
            </a:extLst>
          </p:cNvPr>
          <p:cNvSpPr>
            <a:spLocks noGrp="1"/>
          </p:cNvSpPr>
          <p:nvPr/>
        </p:nvSpPr>
        <p:spPr>
          <a:xfrm>
            <a:off x="7429500" y="3000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6" name="조회 허가">
            <a:extLst>
              <a:ext uri="{FF2B5EF4-FFF2-40B4-BE49-F238E27FC236}">
                <ns2:creationId id="{8435749B-3F19-43D2-A436-7C03DCFFE650}"/>
              </a:ext>
            </a:extLst>
          </p:cNvPr>
          <p:cNvSpPr>
            <a:spLocks noGrp="1"/>
          </p:cNvSpPr>
          <p:nvPr/>
        </p:nvSpPr>
        <p:spPr>
          <a:xfrm>
            <a:off x="6276975" y="2676525"/>
            <a:ext cx="11715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허가</a:t>
            </a:r>
            <a:endParaRPr lang="ko-KR">
              <a:latin typeface="Calibri"/>
              <a:ea typeface="Calibri"/>
              <a:cs typeface="Calibri"/>
            </a:endParaRPr>
          </a:p>
        </p:txBody>
      </p:sp>
      <p:sp>
        <p:nvSpPr>
          <p:cNvPr id="58" name="Editable path 55">
            <a:extLst>
              <a:ext uri="{FF2B5EF4-FFF2-40B4-BE49-F238E27FC236}">
                <ns2:creationId id="{85AE632E-9212-470F-9E99-7EF0D6F7E195}"/>
              </a:ext>
            </a:extLst>
          </p:cNvPr>
          <p:cNvSpPr>
            <a:spLocks noGrp="1"/>
          </p:cNvSpPr>
          <p:nvPr/>
        </p:nvSpPr>
        <p:spPr>
          <a:xfrm>
            <a:off x="6191250" y="4810125"/>
            <a:ext cx="1333500" cy="953"/>
          </a:xfrm>
          <a:custGeom>
            <a:pathLst>
              <a:path w="1333500" h="953">
                <a:moveTo>
                  <a:pt x="0" y="0"/>
                </a:moveTo>
                <a:lnTo>
                  <a:pt x="1333500" y="0"/>
                </a:lnTo>
              </a:path>
            </a:pathLst>
          </a:custGeom>
          <a:noFill/>
          <a:ln w="19050">
            <a:solidFill>
              <a:srgbClr val="111111"/>
            </a:solidFill>
            <a:prstDash val="solid"/>
          </a:ln>
        </p:spPr>
      </p:sp>
      <p:sp>
        <p:nvSpPr>
          <p:cNvPr id="59" name="Editable arrowhead 56">
            <a:extLst>
              <a:ext uri="{FF2B5EF4-FFF2-40B4-BE49-F238E27FC236}">
                <ns2:creationId id="{2479A77B-CF9D-433F-B593-8900D4171F30}"/>
              </a:ext>
            </a:extLst>
          </p:cNvPr>
          <p:cNvSpPr>
            <a:spLocks noGrp="1"/>
          </p:cNvSpPr>
          <p:nvPr/>
        </p:nvSpPr>
        <p:spPr>
          <a:xfrm>
            <a:off x="7429500" y="47625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0" name="2 Read / Crop">
            <a:extLst>
              <a:ext uri="{FF2B5EF4-FFF2-40B4-BE49-F238E27FC236}">
                <ns2:creationId id="{7B8F747D-FB08-468A-996E-C62B0521028B}"/>
              </a:ext>
            </a:extLst>
          </p:cNvPr>
          <p:cNvSpPr>
            <a:spLocks noGrp="1"/>
          </p:cNvSpPr>
          <p:nvPr/>
        </p:nvSpPr>
        <p:spPr>
          <a:xfrm>
            <a:off x="6238875" y="4486275"/>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Read / Crop</a:t>
            </a:r>
            <a:endParaRPr lang="ko-KR">
              <a:latin typeface="Calibri"/>
              <a:ea typeface="Calibri"/>
              <a:cs typeface="Calibri"/>
            </a:endParaRPr>
          </a:p>
        </p:txBody>
      </p:sp>
      <p:sp>
        <p:nvSpPr>
          <p:cNvPr id="62" name="Editable path 59">
            <a:extLst>
              <a:ext uri="{FF2B5EF4-FFF2-40B4-BE49-F238E27FC236}">
                <ns2:creationId id="{6EB0A414-BEFD-46A5-99DF-2160D18967F0}"/>
              </a:ext>
            </a:extLst>
          </p:cNvPr>
          <p:cNvSpPr>
            <a:spLocks noGrp="1"/>
          </p:cNvSpPr>
          <p:nvPr/>
        </p:nvSpPr>
        <p:spPr>
          <a:xfrm>
            <a:off x="6191250" y="5753100"/>
            <a:ext cx="1333500" cy="953"/>
          </a:xfrm>
          <a:custGeom>
            <a:pathLst>
              <a:path w="1333500" h="953">
                <a:moveTo>
                  <a:pt x="1333500" y="0"/>
                </a:moveTo>
                <a:lnTo>
                  <a:pt x="0" y="0"/>
                </a:lnTo>
              </a:path>
            </a:pathLst>
          </a:custGeom>
          <a:noFill/>
          <a:ln w="19050">
            <a:solidFill>
              <a:srgbClr val="111111"/>
            </a:solidFill>
            <a:prstDash val="dash"/>
          </a:ln>
        </p:spPr>
      </p:sp>
      <p:sp>
        <p:nvSpPr>
          <p:cNvPr id="63" name="Editable arrowhead 60">
            <a:extLst>
              <a:ext uri="{FF2B5EF4-FFF2-40B4-BE49-F238E27FC236}">
                <ns2:creationId id="{B64AA2AC-E404-4CBB-BAA4-F8E85FB8B9A2}"/>
              </a:ext>
            </a:extLst>
          </p:cNvPr>
          <p:cNvSpPr>
            <a:spLocks noGrp="1"/>
          </p:cNvSpPr>
          <p:nvPr/>
        </p:nvSpPr>
        <p:spPr>
          <a:xfrm>
            <a:off x="6191250" y="57054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64" name="3  원본 + 판본">
            <a:extLst>
              <a:ext uri="{FF2B5EF4-FFF2-40B4-BE49-F238E27FC236}">
                <ns2:creationId id="{3EA8F9DB-3DB6-4893-A65D-A69A3FE1C052}"/>
              </a:ext>
            </a:extLst>
          </p:cNvPr>
          <p:cNvSpPr>
            <a:spLocks noGrp="1"/>
          </p:cNvSpPr>
          <p:nvPr/>
        </p:nvSpPr>
        <p:spPr>
          <a:xfrm>
            <a:off x="6238875" y="54102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원본 + 판본</a:t>
            </a:r>
            <a:endParaRPr lang="ko-KR">
              <a:latin typeface="Calibri"/>
              <a:ea typeface="Calibri"/>
              <a:cs typeface="Calibri"/>
            </a:endParaRPr>
          </a:p>
        </p:txBody>
      </p:sp>
      <p:sp>
        <p:nvSpPr>
          <p:cNvPr id="66" name="Model Access">
            <a:extLst>
              <a:ext uri="{FF2B5EF4-FFF2-40B4-BE49-F238E27FC236}">
                <ns2:creationId id="{4E7CC54E-1A55-497D-8FA4-7CFBC502A976}"/>
              </a:ext>
            </a:extLst>
          </p:cNvPr>
          <p:cNvSpPr>
            <a:spLocks noGrp="1"/>
          </p:cNvSpPr>
          <p:nvPr/>
        </p:nvSpPr>
        <p:spPr>
          <a:xfrm>
            <a:off x="2095500" y="7019925"/>
            <a:ext cx="4095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8" name="Editable path 65">
            <a:extLst>
              <a:ext uri="{FF2B5EF4-FFF2-40B4-BE49-F238E27FC236}">
                <ns2:creationId id="{3C835C85-2335-439B-9569-0E21E4EDD4D8}"/>
              </a:ext>
            </a:extLst>
          </p:cNvPr>
          <p:cNvSpPr>
            <a:spLocks noGrp="1"/>
          </p:cNvSpPr>
          <p:nvPr/>
        </p:nvSpPr>
        <p:spPr>
          <a:xfrm>
            <a:off x="2095500" y="7372350"/>
            <a:ext cx="4095750" cy="953"/>
          </a:xfrm>
          <a:custGeom>
            <a:pathLst>
              <a:path w="4095750" h="953">
                <a:moveTo>
                  <a:pt x="0" y="0"/>
                </a:moveTo>
                <a:lnTo>
                  <a:pt x="4095750" y="0"/>
                </a:lnTo>
              </a:path>
            </a:pathLst>
          </a:custGeom>
          <a:noFill/>
          <a:ln w="14288">
            <a:solidFill>
              <a:srgbClr val="111111"/>
            </a:solidFill>
            <a:prstDash val="solid"/>
          </a:ln>
        </p:spPr>
      </p:sp>
      <p:sp>
        <p:nvSpPr>
          <p:cNvPr id="69" name="Cloud Model Client">
            <a:extLst>
              <a:ext uri="{FF2B5EF4-FFF2-40B4-BE49-F238E27FC236}">
                <ns2:creationId id="{C95A4C49-1BF4-487A-B01B-0075B66D7752}"/>
              </a:ext>
            </a:extLst>
          </p:cNvPr>
          <p:cNvSpPr>
            <a:spLocks noGrp="1"/>
          </p:cNvSpPr>
          <p:nvPr/>
        </p:nvSpPr>
        <p:spPr>
          <a:xfrm>
            <a:off x="2286000" y="7458075"/>
            <a:ext cx="371475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Cloud Model Client</a:t>
            </a:r>
            <a:endParaRPr lang="ko-KR">
              <a:latin typeface="Calibri"/>
              <a:ea typeface="Calibri"/>
              <a:cs typeface="Calibri"/>
            </a:endParaRPr>
          </a:p>
        </p:txBody>
      </p:sp>
      <p:sp>
        <p:nvSpPr>
          <p:cNvPr id="71" name="Cloud 의미 LLM">
            <a:extLst>
              <a:ext uri="{FF2B5EF4-FFF2-40B4-BE49-F238E27FC236}">
                <ns2:creationId id="{89ECB4E3-41D2-4C0C-8075-98B931850F36}"/>
              </a:ext>
            </a:extLst>
          </p:cNvPr>
          <p:cNvSpPr>
            <a:spLocks noGrp="1"/>
          </p:cNvSpPr>
          <p:nvPr/>
        </p:nvSpPr>
        <p:spPr>
          <a:xfrm>
            <a:off x="7524750" y="7019925"/>
            <a:ext cx="2095500" cy="952500"/>
          </a:xfrm>
          <a:prstGeom prst="hexagon">
            <a:avLst/>
          </a:prstGeom>
          <a:solidFill>
            <a:srgbClr val="F1F6FC"/>
          </a:solidFill>
          <a:ln w="19050">
            <a:solidFill>
              <a:srgbClr val="111111"/>
            </a:solidFill>
            <a:prstDash val="solid"/>
          </a:ln>
        </p:spPr>
        <p:txBody>
          <a:bodyPr wrap="none" lIns="190500" tIns="28575" rIns="190500" bIns="285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73" name="Editable path 70">
            <a:extLst>
              <a:ext uri="{FF2B5EF4-FFF2-40B4-BE49-F238E27FC236}">
                <ns2:creationId id="{157DB59B-30FB-427A-AD9C-84C6C908161F}"/>
              </a:ext>
            </a:extLst>
          </p:cNvPr>
          <p:cNvSpPr>
            <a:spLocks noGrp="1"/>
          </p:cNvSpPr>
          <p:nvPr/>
        </p:nvSpPr>
        <p:spPr>
          <a:xfrm>
            <a:off x="2667000" y="6286500"/>
            <a:ext cx="953" cy="733425"/>
          </a:xfrm>
          <a:custGeom>
            <a:pathLst>
              <a:path w="953" h="733425">
                <a:moveTo>
                  <a:pt x="0" y="0"/>
                </a:moveTo>
                <a:lnTo>
                  <a:pt x="0" y="733425"/>
                </a:lnTo>
              </a:path>
            </a:pathLst>
          </a:custGeom>
          <a:noFill/>
          <a:ln w="19050">
            <a:solidFill>
              <a:srgbClr val="111111"/>
            </a:solidFill>
            <a:prstDash val="solid"/>
          </a:ln>
        </p:spPr>
      </p:sp>
      <p:sp>
        <p:nvSpPr>
          <p:cNvPr id="74" name="Editable arrowhead 71">
            <a:extLst>
              <a:ext uri="{FF2B5EF4-FFF2-40B4-BE49-F238E27FC236}">
                <ns2:creationId id="{E9467708-5105-442C-B98F-7936D8225E4B}"/>
              </a:ext>
            </a:extLst>
          </p:cNvPr>
          <p:cNvSpPr>
            <a:spLocks noGrp="1"/>
          </p:cNvSpPr>
          <p:nvPr/>
        </p:nvSpPr>
        <p:spPr>
          <a:xfrm>
            <a:off x="261937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5" name="4  원본 + 전사">
            <a:extLst>
              <a:ext uri="{FF2B5EF4-FFF2-40B4-BE49-F238E27FC236}">
                <ns2:creationId id="{A75E27EF-F716-42DC-A197-CB5E0FF83C7A}"/>
              </a:ext>
            </a:extLst>
          </p:cNvPr>
          <p:cNvSpPr>
            <a:spLocks noGrp="1"/>
          </p:cNvSpPr>
          <p:nvPr/>
        </p:nvSpPr>
        <p:spPr>
          <a:xfrm>
            <a:off x="2124075" y="6524625"/>
            <a:ext cx="16764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4  원본 + 전사</a:t>
            </a:r>
            <a:endParaRPr lang="ko-KR">
              <a:latin typeface="Calibri"/>
              <a:ea typeface="Calibri"/>
              <a:cs typeface="Calibri"/>
            </a:endParaRPr>
          </a:p>
        </p:txBody>
      </p:sp>
      <p:sp>
        <p:nvSpPr>
          <p:cNvPr id="77" name="Editable path 74">
            <a:extLst>
              <a:ext uri="{FF2B5EF4-FFF2-40B4-BE49-F238E27FC236}">
                <ns2:creationId id="{D7BD002D-93FC-48B7-AC58-ACC0E371774F}"/>
              </a:ext>
            </a:extLst>
          </p:cNvPr>
          <p:cNvSpPr>
            <a:spLocks noGrp="1"/>
          </p:cNvSpPr>
          <p:nvPr/>
        </p:nvSpPr>
        <p:spPr>
          <a:xfrm>
            <a:off x="5810250" y="6286500"/>
            <a:ext cx="953" cy="733425"/>
          </a:xfrm>
          <a:custGeom>
            <a:pathLst>
              <a:path w="953" h="733425">
                <a:moveTo>
                  <a:pt x="0" y="733425"/>
                </a:moveTo>
                <a:lnTo>
                  <a:pt x="0" y="0"/>
                </a:lnTo>
              </a:path>
            </a:pathLst>
          </a:custGeom>
          <a:noFill/>
          <a:ln w="19050">
            <a:solidFill>
              <a:srgbClr val="111111"/>
            </a:solidFill>
            <a:prstDash val="dash"/>
          </a:ln>
        </p:spPr>
      </p:sp>
      <p:sp>
        <p:nvSpPr>
          <p:cNvPr id="78" name="Editable arrowhead 75">
            <a:extLst>
              <a:ext uri="{FF2B5EF4-FFF2-40B4-BE49-F238E27FC236}">
                <ns2:creationId id="{EE5CA269-497A-4987-BC9D-72FF5BE31921}"/>
              </a:ext>
            </a:extLst>
          </p:cNvPr>
          <p:cNvSpPr>
            <a:spLocks noGrp="1"/>
          </p:cNvSpPr>
          <p:nvPr/>
        </p:nvSpPr>
        <p:spPr>
          <a:xfrm>
            <a:off x="5762625"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79" name="5  해석 / 추가 읽기">
            <a:extLst>
              <a:ext uri="{FF2B5EF4-FFF2-40B4-BE49-F238E27FC236}">
                <ns2:creationId id="{31EAC64E-794E-45BD-9B64-292939394854}"/>
              </a:ext>
            </a:extLst>
          </p:cNvPr>
          <p:cNvSpPr>
            <a:spLocks noGrp="1"/>
          </p:cNvSpPr>
          <p:nvPr/>
        </p:nvSpPr>
        <p:spPr>
          <a:xfrm>
            <a:off x="4067175" y="6524625"/>
            <a:ext cx="19526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5  해석 / 추가 읽기</a:t>
            </a:r>
            <a:endParaRPr lang="ko-KR">
              <a:latin typeface="Calibri"/>
              <a:ea typeface="Calibri"/>
              <a:cs typeface="Calibri"/>
            </a:endParaRPr>
          </a:p>
        </p:txBody>
      </p:sp>
      <p:sp>
        <p:nvSpPr>
          <p:cNvPr id="81" name="Editable path 78">
            <a:extLst>
              <a:ext uri="{FF2B5EF4-FFF2-40B4-BE49-F238E27FC236}">
                <ns2:creationId id="{A97A63C8-7FE9-4537-BD50-C3D47EE7FA3F}"/>
              </a:ext>
            </a:extLst>
          </p:cNvPr>
          <p:cNvSpPr>
            <a:spLocks noGrp="1"/>
          </p:cNvSpPr>
          <p:nvPr/>
        </p:nvSpPr>
        <p:spPr>
          <a:xfrm>
            <a:off x="6191250" y="7381875"/>
            <a:ext cx="1333500" cy="953"/>
          </a:xfrm>
          <a:custGeom>
            <a:pathLst>
              <a:path w="1333500" h="953">
                <a:moveTo>
                  <a:pt x="0" y="0"/>
                </a:moveTo>
                <a:lnTo>
                  <a:pt x="1333500" y="0"/>
                </a:lnTo>
              </a:path>
            </a:pathLst>
          </a:custGeom>
          <a:noFill/>
          <a:ln w="19050">
            <a:solidFill>
              <a:srgbClr val="111111"/>
            </a:solidFill>
            <a:prstDash val="solid"/>
          </a:ln>
        </p:spPr>
      </p:sp>
      <p:sp>
        <p:nvSpPr>
          <p:cNvPr id="82" name="Editable arrowhead 79">
            <a:extLst>
              <a:ext uri="{FF2B5EF4-FFF2-40B4-BE49-F238E27FC236}">
                <ns2:creationId id="{E5998FAB-1AFC-485B-901E-27FD80F53DFE}"/>
              </a:ext>
            </a:extLst>
          </p:cNvPr>
          <p:cNvSpPr>
            <a:spLocks noGrp="1"/>
          </p:cNvSpPr>
          <p:nvPr/>
        </p:nvSpPr>
        <p:spPr>
          <a:xfrm>
            <a:off x="7429500" y="733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3" name="Infer">
            <a:extLst>
              <a:ext uri="{FF2B5EF4-FFF2-40B4-BE49-F238E27FC236}">
                <ns2:creationId id="{439CA362-5107-4DA8-8E2B-6ED7FF1DE24C}"/>
              </a:ext>
            </a:extLst>
          </p:cNvPr>
          <p:cNvSpPr>
            <a:spLocks noGrp="1"/>
          </p:cNvSpPr>
          <p:nvPr/>
        </p:nvSpPr>
        <p:spPr>
          <a:xfrm>
            <a:off x="6343650" y="704850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Infer</a:t>
            </a:r>
            <a:endParaRPr lang="ko-KR">
              <a:latin typeface="Calibri"/>
              <a:ea typeface="Calibri"/>
              <a:cs typeface="Calibri"/>
            </a:endParaRPr>
          </a:p>
        </p:txBody>
      </p:sp>
      <p:sp>
        <p:nvSpPr>
          <p:cNvPr id="85" name="Editable path 82">
            <a:extLst>
              <a:ext uri="{FF2B5EF4-FFF2-40B4-BE49-F238E27FC236}">
                <ns2:creationId id="{0F380FA1-13F6-4B9D-99BA-52B11417C312}"/>
              </a:ext>
            </a:extLst>
          </p:cNvPr>
          <p:cNvSpPr>
            <a:spLocks noGrp="1"/>
          </p:cNvSpPr>
          <p:nvPr/>
        </p:nvSpPr>
        <p:spPr>
          <a:xfrm>
            <a:off x="6191250" y="7734300"/>
            <a:ext cx="1333500" cy="953"/>
          </a:xfrm>
          <a:custGeom>
            <a:pathLst>
              <a:path w="1333500" h="953">
                <a:moveTo>
                  <a:pt x="1333500" y="0"/>
                </a:moveTo>
                <a:lnTo>
                  <a:pt x="0" y="0"/>
                </a:lnTo>
              </a:path>
            </a:pathLst>
          </a:custGeom>
          <a:noFill/>
          <a:ln w="19050">
            <a:solidFill>
              <a:srgbClr val="111111"/>
            </a:solidFill>
            <a:prstDash val="dash"/>
          </a:ln>
        </p:spPr>
      </p:sp>
      <p:sp>
        <p:nvSpPr>
          <p:cNvPr id="86" name="Editable arrowhead 83">
            <a:extLst>
              <a:ext uri="{FF2B5EF4-FFF2-40B4-BE49-F238E27FC236}">
                <ns2:creationId id="{CE00F559-B5D5-48F0-A0D5-900CDD3BC01C}"/>
              </a:ext>
            </a:extLst>
          </p:cNvPr>
          <p:cNvSpPr>
            <a:spLocks noGrp="1"/>
          </p:cNvSpPr>
          <p:nvPr/>
        </p:nvSpPr>
        <p:spPr>
          <a:xfrm>
            <a:off x="6191250" y="76866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결과">
            <a:extLst>
              <a:ext uri="{FF2B5EF4-FFF2-40B4-BE49-F238E27FC236}">
                <ns2:creationId id="{578B9632-0D25-4882-A671-8331ADF47335}"/>
              </a:ext>
            </a:extLst>
          </p:cNvPr>
          <p:cNvSpPr>
            <a:spLocks noGrp="1"/>
          </p:cNvSpPr>
          <p:nvPr/>
        </p:nvSpPr>
        <p:spPr>
          <a:xfrm>
            <a:off x="6343650" y="77819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89" name="DP3 object 86">
            <a:extLst>
              <a:ext uri="{FF2B5EF4-FFF2-40B4-BE49-F238E27FC236}">
                <ns2:creationId id="{10B734DE-318A-44CA-8BF0-0671DFAC45A8}"/>
              </a:ext>
            </a:extLst>
          </p:cNvPr>
          <p:cNvSpPr>
            <a:spLocks noGrp="1"/>
          </p:cNvSpPr>
          <p:nvPr/>
        </p:nvSpPr>
        <p:spPr>
          <a:xfrm>
            <a:off x="2190750" y="8439150"/>
            <a:ext cx="7334250" cy="742950"/>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 범위와 지칭 관계를 같은 해석 세션에서 판단</a:t>
            </a:r>
            <a:endParaRPr lang="ko-KR">
              <a:latin typeface="Calibri"/>
              <a:ea typeface="Calibri"/>
              <a:cs typeface="Calibri"/>
            </a:endParaRPr>
          </a:p>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부족한 crop·과거 관측은 2–5 경로로 재조회</a:t>
            </a:r>
            <a:endParaRPr lang="ko-KR">
              <a:latin typeface="Calibri"/>
              <a:ea typeface="Calibri"/>
              <a:cs typeface="Calibri"/>
            </a:endParaRPr>
          </a:p>
        </p:txBody>
      </p:sp>
      <p:sp>
        <p:nvSpPr>
          <p:cNvPr id="90" name="Request Controller">
            <a:extLst>
              <a:ext uri="{FF2B5EF4-FFF2-40B4-BE49-F238E27FC236}">
                <ns2:creationId id="{9836C045-8667-43D0-8BBF-31F993AA4CD4}"/>
              </a:ext>
            </a:extLst>
          </p:cNvPr>
          <p:cNvSpPr>
            <a:spLocks noGrp="1"/>
          </p:cNvSpPr>
          <p:nvPr/>
        </p:nvSpPr>
        <p:spPr>
          <a:xfrm>
            <a:off x="10191750" y="2552700"/>
            <a:ext cx="342900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92" name="Editable path 89">
            <a:extLst>
              <a:ext uri="{FF2B5EF4-FFF2-40B4-BE49-F238E27FC236}">
                <ns2:creationId id="{19915461-D8D9-400E-A4AA-9272241A93E1}"/>
              </a:ext>
            </a:extLst>
          </p:cNvPr>
          <p:cNvSpPr>
            <a:spLocks noGrp="1"/>
          </p:cNvSpPr>
          <p:nvPr/>
        </p:nvSpPr>
        <p:spPr>
          <a:xfrm>
            <a:off x="10191750" y="2905125"/>
            <a:ext cx="3429000" cy="953"/>
          </a:xfrm>
          <a:custGeom>
            <a:pathLst>
              <a:path w="3429000" h="953">
                <a:moveTo>
                  <a:pt x="0" y="0"/>
                </a:moveTo>
                <a:lnTo>
                  <a:pt x="3429000" y="0"/>
                </a:lnTo>
              </a:path>
            </a:pathLst>
          </a:custGeom>
          <a:noFill/>
          <a:ln w="14288">
            <a:solidFill>
              <a:srgbClr val="111111"/>
            </a:solidFill>
            <a:prstDash val="solid"/>
          </a:ln>
        </p:spPr>
      </p:sp>
      <p:sp>
        <p:nvSpPr>
          <p:cNvPr id="93" name="Request Revision Guard">
            <a:extLst>
              <a:ext uri="{FF2B5EF4-FFF2-40B4-BE49-F238E27FC236}">
                <ns2:creationId id="{900006AF-9AC8-4B2C-B7D4-DD3A98F9C5BB}"/>
              </a:ext>
            </a:extLst>
          </p:cNvPr>
          <p:cNvSpPr>
            <a:spLocks noGrp="1"/>
          </p:cNvSpPr>
          <p:nvPr/>
        </p:nvSpPr>
        <p:spPr>
          <a:xfrm>
            <a:off x="10353675" y="2990850"/>
            <a:ext cx="3105150" cy="400050"/>
          </a:xfrm>
          <a:prstGeom prst="roundRect">
            <a:avLst>
              <a:gd name="adj" fmla="val 1904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Request Revision Guard</a:t>
            </a:r>
            <a:endParaRPr lang="ko-KR">
              <a:latin typeface="Calibri"/>
              <a:ea typeface="Calibri"/>
              <a:cs typeface="Calibri"/>
            </a:endParaRPr>
          </a:p>
        </p:txBody>
      </p:sp>
      <p:sp>
        <p:nvSpPr>
          <p:cNvPr id="95" name="DP3 object 92">
            <a:extLst>
              <a:ext uri="{FF2B5EF4-FFF2-40B4-BE49-F238E27FC236}">
                <ns2:creationId id="{688EF24D-1061-4420-9C4E-905541856B93}"/>
              </a:ext>
            </a:extLst>
          </p:cNvPr>
          <p:cNvSpPr>
            <a:spLocks noGrp="1"/>
          </p:cNvSpPr>
          <p:nvPr/>
        </p:nvSpPr>
        <p:spPr>
          <a:xfrm>
            <a:off x="10287000" y="3590925"/>
            <a:ext cx="3238500" cy="257175"/>
          </a:xfrm>
          <a:prstGeom prst="rect">
            <a:avLst/>
          </a:prstGeom>
          <a:noFill/>
          <a:ln w="0">
            <a:noFill/>
            <a:prstDash val="solid"/>
          </a:ln>
        </p:spPr>
        <p:txBody>
          <a:bodyPr wrap="none" lIns="0" tIns="0" rIns="0" bIns="0" anchor="ctr">
            <a:noAutofit/>
          </a:bodyPr>
          <a:lstStyle>
            <a:defPPr algn="ctr">
              <a:defRPr sz="1600" b="0" lang="ko-KR">
                <a:solidFill>
                  <a:srgbClr val="4676CB"/>
                </a:solidFill>
                <a:latin typeface="Calibri"/>
                <a:ea typeface="Calibri"/>
                <a:cs typeface="Calibri"/>
              </a:defRPr>
            </a:defPPr>
            <a:lvl1pPr algn="ctr">
              <a:defRPr sz="1600" b="0" lang="ko-KR">
                <a:solidFill>
                  <a:srgbClr val="4676CB"/>
                </a:solidFill>
                <a:latin typeface="Calibri"/>
                <a:ea typeface="Calibri"/>
                <a:cs typeface="Calibri"/>
              </a:defRPr>
            </a:lvl1pPr>
            <a:lvl2pPr algn="ctr">
              <a:defRPr sz="1600" b="0" lang="ko-KR">
                <a:solidFill>
                  <a:srgbClr val="4676CB"/>
                </a:solidFill>
                <a:latin typeface="Calibri"/>
                <a:ea typeface="Calibri"/>
                <a:cs typeface="Calibri"/>
              </a:defRPr>
            </a:lvl2pPr>
            <a:lvl3pPr algn="ctr">
              <a:defRPr sz="1600" b="0" lang="ko-KR">
                <a:solidFill>
                  <a:srgbClr val="4676CB"/>
                </a:solidFill>
                <a:latin typeface="Calibri"/>
                <a:ea typeface="Calibri"/>
                <a:cs typeface="Calibri"/>
              </a:defRPr>
            </a:lvl3pPr>
            <a:lvl4pPr algn="ctr">
              <a:defRPr sz="1600" b="0" lang="ko-KR">
                <a:solidFill>
                  <a:srgbClr val="4676CB"/>
                </a:solidFill>
                <a:latin typeface="Calibri"/>
                <a:ea typeface="Calibri"/>
                <a:cs typeface="Calibri"/>
              </a:defRPr>
            </a:lvl4pPr>
            <a:lvl5pPr algn="ctr">
              <a:defRPr sz="1600" b="0" lang="ko-KR">
                <a:solidFill>
                  <a:srgbClr val="4676CB"/>
                </a:solidFill>
                <a:latin typeface="Calibri"/>
                <a:ea typeface="Calibri"/>
                <a:cs typeface="Calibri"/>
              </a:defRPr>
            </a:lvl5pPr>
            <a:lvl6pPr algn="ctr">
              <a:defRPr sz="1600" b="0" lang="ko-KR">
                <a:solidFill>
                  <a:srgbClr val="4676CB"/>
                </a:solidFill>
                <a:latin typeface="Calibri"/>
                <a:ea typeface="Calibri"/>
                <a:cs typeface="Calibri"/>
              </a:defRPr>
            </a:lvl6pPr>
            <a:lvl7pPr algn="ctr">
              <a:defRPr sz="1600" b="0" lang="ko-KR">
                <a:solidFill>
                  <a:srgbClr val="4676CB"/>
                </a:solidFill>
                <a:latin typeface="Calibri"/>
                <a:ea typeface="Calibri"/>
                <a:cs typeface="Calibri"/>
              </a:defRPr>
            </a:lvl7pPr>
            <a:lvl8pPr algn="ctr">
              <a:defRPr sz="1600" b="0" lang="ko-KR">
                <a:solidFill>
                  <a:srgbClr val="4676CB"/>
                </a:solidFill>
                <a:latin typeface="Calibri"/>
                <a:ea typeface="Calibri"/>
                <a:cs typeface="Calibri"/>
              </a:defRPr>
            </a:lvl8pPr>
            <a:lvl9pPr algn="ctr">
              <a:defRPr sz="1600" b="0" lang="ko-KR">
                <a:solidFill>
                  <a:srgbClr val="4676CB"/>
                </a:solidFill>
                <a:latin typeface="Calibri"/>
                <a:ea typeface="Calibri"/>
                <a:cs typeface="Calibri"/>
              </a:defRPr>
            </a:lvl9pPr>
          </a:lstStyle>
          <a:p>
            <a:pPr algn="ctr">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최종 의미 채택</a:t>
            </a:r>
            <a:endParaRPr lang="ko-KR">
              <a:latin typeface="Calibri"/>
              <a:ea typeface="Calibri"/>
              <a:cs typeface="Calibri"/>
            </a:endParaRPr>
          </a:p>
        </p:txBody>
      </p:sp>
      <p:sp>
        <p:nvSpPr>
          <p:cNvPr id="96" name="Context Manager">
            <a:extLst>
              <a:ext uri="{FF2B5EF4-FFF2-40B4-BE49-F238E27FC236}">
                <ns2:creationId id="{8FB6A894-E0B0-43F8-9B05-F5E12787133F}"/>
              </a:ext>
            </a:extLst>
          </p:cNvPr>
          <p:cNvSpPr>
            <a:spLocks noGrp="1"/>
          </p:cNvSpPr>
          <p:nvPr/>
        </p:nvSpPr>
        <p:spPr>
          <a:xfrm>
            <a:off x="14573250" y="2552700"/>
            <a:ext cx="31432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8" name="Editable path 95">
            <a:extLst>
              <a:ext uri="{FF2B5EF4-FFF2-40B4-BE49-F238E27FC236}">
                <ns2:creationId id="{A41BC8FC-E736-4CE6-AEA3-BC9B0444FB2D}"/>
              </a:ext>
            </a:extLst>
          </p:cNvPr>
          <p:cNvSpPr>
            <a:spLocks noGrp="1"/>
          </p:cNvSpPr>
          <p:nvPr/>
        </p:nvSpPr>
        <p:spPr>
          <a:xfrm>
            <a:off x="14573250" y="2905125"/>
            <a:ext cx="3143250" cy="953"/>
          </a:xfrm>
          <a:custGeom>
            <a:pathLst>
              <a:path w="3143250" h="953">
                <a:moveTo>
                  <a:pt x="0" y="0"/>
                </a:moveTo>
                <a:lnTo>
                  <a:pt x="3143250" y="0"/>
                </a:lnTo>
              </a:path>
            </a:pathLst>
          </a:custGeom>
          <a:noFill/>
          <a:ln w="14288">
            <a:solidFill>
              <a:srgbClr val="111111"/>
            </a:solidFill>
            <a:prstDash val="solid"/>
          </a:ln>
        </p:spPr>
      </p:sp>
      <p:sp>
        <p:nvSpPr>
          <p:cNvPr id="99" name="허가된 원본 참조·cache (RAM)">
            <a:extLst>
              <a:ext uri="{FF2B5EF4-FFF2-40B4-BE49-F238E27FC236}">
                <ns2:creationId id="{280EE3DF-2EFD-4B23-B8D0-BB2006D48647}"/>
              </a:ext>
            </a:extLst>
          </p:cNvPr>
          <p:cNvSpPr>
            <a:spLocks noGrp="1"/>
          </p:cNvSpPr>
          <p:nvPr/>
        </p:nvSpPr>
        <p:spPr>
          <a:xfrm>
            <a:off x="14744700" y="2981325"/>
            <a:ext cx="2800350" cy="4095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허가된 원본 참조·cache (RAM)</a:t>
            </a:r>
            <a:endParaRPr lang="ko-KR">
              <a:latin typeface="Calibri"/>
              <a:ea typeface="Calibri"/>
              <a:cs typeface="Calibri"/>
            </a:endParaRPr>
          </a:p>
        </p:txBody>
      </p:sp>
      <p:sp>
        <p:nvSpPr>
          <p:cNvPr id="101" name="Request Interpreter">
            <a:extLst>
              <a:ext uri="{FF2B5EF4-FFF2-40B4-BE49-F238E27FC236}">
                <ns2:creationId id="{3A63E15F-6554-4CEB-BC13-462EFE024CCB}"/>
              </a:ext>
            </a:extLst>
          </p:cNvPr>
          <p:cNvSpPr>
            <a:spLocks noGrp="1"/>
          </p:cNvSpPr>
          <p:nvPr/>
        </p:nvSpPr>
        <p:spPr>
          <a:xfrm>
            <a:off x="10191750" y="4191000"/>
            <a:ext cx="342900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03" name="Editable path 99">
            <a:extLst>
              <a:ext uri="{FF2B5EF4-FFF2-40B4-BE49-F238E27FC236}">
                <ns2:creationId id="{F31E710E-B4D2-42F4-BAE1-3D0208FB6246}"/>
              </a:ext>
            </a:extLst>
          </p:cNvPr>
          <p:cNvSpPr>
            <a:spLocks noGrp="1"/>
          </p:cNvSpPr>
          <p:nvPr/>
        </p:nvSpPr>
        <p:spPr>
          <a:xfrm>
            <a:off x="10191750" y="4543425"/>
            <a:ext cx="3429000" cy="953"/>
          </a:xfrm>
          <a:custGeom>
            <a:pathLst>
              <a:path w="3429000" h="953">
                <a:moveTo>
                  <a:pt x="0" y="0"/>
                </a:moveTo>
                <a:lnTo>
                  <a:pt x="3429000" y="0"/>
                </a:lnTo>
              </a:path>
            </a:pathLst>
          </a:custGeom>
          <a:noFill/>
          <a:ln w="14288">
            <a:solidFill>
              <a:srgbClr val="111111"/>
            </a:solidFill>
            <a:prstDash val="solid"/>
          </a:ln>
        </p:spPr>
      </p:sp>
      <p:sp>
        <p:nvSpPr>
          <p:cNvPr id="104" name="Multimodal Binding Resolver">
            <a:extLst>
              <a:ext uri="{FF2B5EF4-FFF2-40B4-BE49-F238E27FC236}">
                <ns2:creationId id="{D18F65EE-8B86-4C57-8214-4253502FF1FD}"/>
              </a:ext>
            </a:extLst>
          </p:cNvPr>
          <p:cNvSpPr>
            <a:spLocks noGrp="1"/>
          </p:cNvSpPr>
          <p:nvPr/>
        </p:nvSpPr>
        <p:spPr>
          <a:xfrm>
            <a:off x="10344150" y="4648200"/>
            <a:ext cx="312420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106" name="해석 세션 (RAM)전사·시각 / candidate revision">
            <a:extLst>
              <a:ext uri="{FF2B5EF4-FFF2-40B4-BE49-F238E27FC236}">
                <ns2:creationId id="{33288EE3-B455-4066-A6BC-257E51438F94}"/>
              </a:ext>
            </a:extLst>
          </p:cNvPr>
          <p:cNvSpPr>
            <a:spLocks noGrp="1"/>
          </p:cNvSpPr>
          <p:nvPr/>
        </p:nvSpPr>
        <p:spPr>
          <a:xfrm>
            <a:off x="10344150" y="5362575"/>
            <a:ext cx="3124200" cy="733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해석 세션 (RAM)</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전사·시각 / candidate revision</a:t>
            </a:r>
            <a:endParaRPr lang="ko-KR">
              <a:latin typeface="Calibri"/>
              <a:ea typeface="Calibri"/>
              <a:cs typeface="Calibri"/>
            </a:endParaRPr>
          </a:p>
        </p:txBody>
      </p:sp>
      <p:sp>
        <p:nvSpPr>
          <p:cNvPr id="108" name="Screen Target Producer">
            <a:extLst>
              <a:ext uri="{FF2B5EF4-FFF2-40B4-BE49-F238E27FC236}">
                <ns2:creationId id="{9DE3A3C1-85BF-4D9F-93D0-0406A321F623}"/>
              </a:ext>
            </a:extLst>
          </p:cNvPr>
          <p:cNvSpPr>
            <a:spLocks noGrp="1"/>
          </p:cNvSpPr>
          <p:nvPr/>
        </p:nvSpPr>
        <p:spPr>
          <a:xfrm>
            <a:off x="14573250" y="4191000"/>
            <a:ext cx="3143250" cy="2095500"/>
          </a:xfrm>
          <a:prstGeom prst="rect">
            <a:avLst/>
          </a:prstGeom>
          <a:solidFill>
            <a:srgbClr val="FFF6DD"/>
          </a:solidFill>
          <a:ln w="19050">
            <a:solidFill>
              <a:srgbClr val="111111"/>
            </a:solidFill>
            <a:prstDash val="solid"/>
          </a:ln>
        </p:spPr>
        <p:txBody>
          <a:bodyPr wrap="none" lIns="66675" tIns="19050" rIns="66675" bIns="17621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110" name="Editable path 105">
            <a:extLst>
              <a:ext uri="{FF2B5EF4-FFF2-40B4-BE49-F238E27FC236}">
                <ns2:creationId id="{D0FB86E4-5ADA-42E5-9B32-8902426BD38C}"/>
              </a:ext>
            </a:extLst>
          </p:cNvPr>
          <p:cNvSpPr>
            <a:spLocks noGrp="1"/>
          </p:cNvSpPr>
          <p:nvPr/>
        </p:nvSpPr>
        <p:spPr>
          <a:xfrm>
            <a:off x="14573250" y="4543425"/>
            <a:ext cx="3143250" cy="953"/>
          </a:xfrm>
          <a:custGeom>
            <a:pathLst>
              <a:path w="3143250" h="953">
                <a:moveTo>
                  <a:pt x="0" y="0"/>
                </a:moveTo>
                <a:lnTo>
                  <a:pt x="3143250" y="0"/>
                </a:lnTo>
              </a:path>
            </a:pathLst>
          </a:custGeom>
          <a:noFill/>
          <a:ln w="14288">
            <a:solidFill>
              <a:srgbClr val="111111"/>
            </a:solidFill>
            <a:prstDash val="solid"/>
          </a:ln>
        </p:spPr>
      </p:sp>
      <p:sp>
        <p:nvSpPr>
          <p:cNvPr id="111" name="Candidate Assembler">
            <a:extLst>
              <a:ext uri="{FF2B5EF4-FFF2-40B4-BE49-F238E27FC236}">
                <ns2:creationId id="{158E89F2-3B68-4E2E-B63B-390A4CEBA63E}"/>
              </a:ext>
            </a:extLst>
          </p:cNvPr>
          <p:cNvSpPr>
            <a:spLocks noGrp="1"/>
          </p:cNvSpPr>
          <p:nvPr/>
        </p:nvSpPr>
        <p:spPr>
          <a:xfrm>
            <a:off x="14725650" y="4657725"/>
            <a:ext cx="28384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113" name="대상·동작 기록 (RAM)bbox / mask·track 참조출처·판본·불확실성">
            <a:extLst>
              <a:ext uri="{FF2B5EF4-FFF2-40B4-BE49-F238E27FC236}">
                <ns2:creationId id="{618926A6-169E-45C8-9F6C-0A7E77BC6149}"/>
              </a:ext>
            </a:extLst>
          </p:cNvPr>
          <p:cNvSpPr>
            <a:spLocks noGrp="1"/>
          </p:cNvSpPr>
          <p:nvPr/>
        </p:nvSpPr>
        <p:spPr>
          <a:xfrm>
            <a:off x="14725650" y="5248275"/>
            <a:ext cx="2838450" cy="8667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bbox / mask·track 참조</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출처·판본·불확실성</a:t>
            </a:r>
            <a:endParaRPr lang="ko-KR">
              <a:latin typeface="Calibri"/>
              <a:ea typeface="Calibri"/>
              <a:cs typeface="Calibri"/>
            </a:endParaRPr>
          </a:p>
        </p:txBody>
      </p:sp>
      <p:sp>
        <p:nvSpPr>
          <p:cNvPr id="115" name="Editable path 109">
            <a:extLst>
              <a:ext uri="{FF2B5EF4-FFF2-40B4-BE49-F238E27FC236}">
                <ns2:creationId id="{529A9486-F82E-4984-B5C5-63CE0879960D}"/>
              </a:ext>
            </a:extLst>
          </p:cNvPr>
          <p:cNvSpPr>
            <a:spLocks noGrp="1"/>
          </p:cNvSpPr>
          <p:nvPr/>
        </p:nvSpPr>
        <p:spPr>
          <a:xfrm>
            <a:off x="10668000" y="3505200"/>
            <a:ext cx="953" cy="685800"/>
          </a:xfrm>
          <a:custGeom>
            <a:pathLst>
              <a:path w="953" h="685800">
                <a:moveTo>
                  <a:pt x="0" y="0"/>
                </a:moveTo>
                <a:lnTo>
                  <a:pt x="0" y="685800"/>
                </a:lnTo>
              </a:path>
            </a:pathLst>
          </a:custGeom>
          <a:noFill/>
          <a:ln w="19050">
            <a:solidFill>
              <a:srgbClr val="111111"/>
            </a:solidFill>
            <a:prstDash val="solid"/>
          </a:ln>
        </p:spPr>
      </p:sp>
      <p:sp>
        <p:nvSpPr>
          <p:cNvPr id="116" name="Editable arrowhead 110">
            <a:extLst>
              <a:ext uri="{FF2B5EF4-FFF2-40B4-BE49-F238E27FC236}">
                <ns2:creationId id="{0DA309E9-38BF-4AA2-9608-43AC6C5AAA4B}"/>
              </a:ext>
            </a:extLst>
          </p:cNvPr>
          <p:cNvSpPr>
            <a:spLocks noGrp="1"/>
          </p:cNvSpPr>
          <p:nvPr/>
        </p:nvSpPr>
        <p:spPr>
          <a:xfrm>
            <a:off x="1062037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1  해석 요청">
            <a:extLst>
              <a:ext uri="{FF2B5EF4-FFF2-40B4-BE49-F238E27FC236}">
                <ns2:creationId id="{B9AC9AC6-8711-4880-B745-7F5E197A3734}"/>
              </a:ext>
            </a:extLst>
          </p:cNvPr>
          <p:cNvSpPr>
            <a:spLocks noGrp="1"/>
          </p:cNvSpPr>
          <p:nvPr/>
        </p:nvSpPr>
        <p:spPr>
          <a:xfrm>
            <a:off x="10201275" y="3867150"/>
            <a:ext cx="14287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해석 요청</a:t>
            </a:r>
            <a:endParaRPr lang="ko-KR">
              <a:latin typeface="Calibri"/>
              <a:ea typeface="Calibri"/>
              <a:cs typeface="Calibri"/>
            </a:endParaRPr>
          </a:p>
        </p:txBody>
      </p:sp>
      <p:sp>
        <p:nvSpPr>
          <p:cNvPr id="119" name="Editable path 113">
            <a:extLst>
              <a:ext uri="{FF2B5EF4-FFF2-40B4-BE49-F238E27FC236}">
                <ns2:creationId id="{44FA80A9-D695-4F47-B74C-0124FA2D2105}"/>
              </a:ext>
            </a:extLst>
          </p:cNvPr>
          <p:cNvSpPr>
            <a:spLocks noGrp="1"/>
          </p:cNvSpPr>
          <p:nvPr/>
        </p:nvSpPr>
        <p:spPr>
          <a:xfrm>
            <a:off x="13315950" y="3505200"/>
            <a:ext cx="953" cy="685800"/>
          </a:xfrm>
          <a:custGeom>
            <a:pathLst>
              <a:path w="953" h="685800">
                <a:moveTo>
                  <a:pt x="0" y="685800"/>
                </a:moveTo>
                <a:lnTo>
                  <a:pt x="0" y="0"/>
                </a:lnTo>
              </a:path>
            </a:pathLst>
          </a:custGeom>
          <a:noFill/>
          <a:ln w="19050">
            <a:solidFill>
              <a:srgbClr val="111111"/>
            </a:solidFill>
            <a:prstDash val="dash"/>
          </a:ln>
        </p:spPr>
      </p:sp>
      <p:sp>
        <p:nvSpPr>
          <p:cNvPr id="120" name="Editable arrowhead 114">
            <a:extLst>
              <a:ext uri="{FF2B5EF4-FFF2-40B4-BE49-F238E27FC236}">
                <ns2:creationId id="{AE5033D6-9531-4CC3-A26B-228E2B76A542}"/>
              </a:ext>
            </a:extLst>
          </p:cNvPr>
          <p:cNvSpPr>
            <a:spLocks noGrp="1"/>
          </p:cNvSpPr>
          <p:nvPr/>
        </p:nvSpPr>
        <p:spPr>
          <a:xfrm>
            <a:off x="1326832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21" name="7  proposal">
            <a:extLst>
              <a:ext uri="{FF2B5EF4-FFF2-40B4-BE49-F238E27FC236}">
                <ns2:creationId id="{F3B88733-0D9D-48B8-8273-E11BD28FAB81}"/>
              </a:ext>
            </a:extLst>
          </p:cNvPr>
          <p:cNvSpPr>
            <a:spLocks noGrp="1"/>
          </p:cNvSpPr>
          <p:nvPr/>
        </p:nvSpPr>
        <p:spPr>
          <a:xfrm>
            <a:off x="11887200" y="3867150"/>
            <a:ext cx="1619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7  proposal</a:t>
            </a:r>
            <a:endParaRPr lang="ko-KR">
              <a:latin typeface="Calibri"/>
              <a:ea typeface="Calibri"/>
              <a:cs typeface="Calibri"/>
            </a:endParaRPr>
          </a:p>
        </p:txBody>
      </p:sp>
      <p:sp>
        <p:nvSpPr>
          <p:cNvPr id="123" name="Editable path 117">
            <a:extLst>
              <a:ext uri="{FF2B5EF4-FFF2-40B4-BE49-F238E27FC236}">
                <ns2:creationId id="{9DDF874D-FA6D-4200-BD9C-6BE1DE0CD508}"/>
              </a:ext>
            </a:extLst>
          </p:cNvPr>
          <p:cNvSpPr>
            <a:spLocks noGrp="1"/>
          </p:cNvSpPr>
          <p:nvPr/>
        </p:nvSpPr>
        <p:spPr>
          <a:xfrm>
            <a:off x="13620750" y="2857500"/>
            <a:ext cx="952500" cy="953"/>
          </a:xfrm>
          <a:custGeom>
            <a:pathLst>
              <a:path w="952500" h="953">
                <a:moveTo>
                  <a:pt x="0" y="0"/>
                </a:moveTo>
                <a:lnTo>
                  <a:pt x="952500" y="0"/>
                </a:lnTo>
              </a:path>
            </a:pathLst>
          </a:custGeom>
          <a:noFill/>
          <a:ln w="19050">
            <a:solidFill>
              <a:srgbClr val="111111"/>
            </a:solidFill>
            <a:prstDash val="solid"/>
          </a:ln>
        </p:spPr>
      </p:sp>
      <p:sp>
        <p:nvSpPr>
          <p:cNvPr id="124" name="Editable arrowhead 118">
            <a:extLst>
              <a:ext uri="{FF2B5EF4-FFF2-40B4-BE49-F238E27FC236}">
                <ns2:creationId id="{C722513E-680F-4BBB-A12D-DC9759D06F74}"/>
              </a:ext>
            </a:extLst>
          </p:cNvPr>
          <p:cNvSpPr>
            <a:spLocks noGrp="1"/>
          </p:cNvSpPr>
          <p:nvPr/>
        </p:nvSpPr>
        <p:spPr>
          <a:xfrm>
            <a:off x="14478000" y="2809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5" name="조회 허가">
            <a:extLst>
              <a:ext uri="{FF2B5EF4-FFF2-40B4-BE49-F238E27FC236}">
                <ns2:creationId id="{D4D53F48-A5B5-4BCC-8301-4498562412F5}"/>
              </a:ext>
            </a:extLst>
          </p:cNvPr>
          <p:cNvSpPr>
            <a:spLocks noGrp="1"/>
          </p:cNvSpPr>
          <p:nvPr/>
        </p:nvSpPr>
        <p:spPr>
          <a:xfrm>
            <a:off x="13658850" y="25050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조회 허가</a:t>
            </a:r>
            <a:endParaRPr lang="ko-KR">
              <a:latin typeface="Calibri"/>
              <a:ea typeface="Calibri"/>
              <a:cs typeface="Calibri"/>
            </a:endParaRPr>
          </a:p>
        </p:txBody>
      </p:sp>
      <p:sp>
        <p:nvSpPr>
          <p:cNvPr id="127" name="Editable path 121">
            <a:extLst>
              <a:ext uri="{FF2B5EF4-FFF2-40B4-BE49-F238E27FC236}">
                <ns2:creationId id="{1DEC9B1B-D862-47F9-930E-644B5F23506D}"/>
              </a:ext>
            </a:extLst>
          </p:cNvPr>
          <p:cNvSpPr>
            <a:spLocks noGrp="1"/>
          </p:cNvSpPr>
          <p:nvPr/>
        </p:nvSpPr>
        <p:spPr>
          <a:xfrm>
            <a:off x="13620750" y="3238500"/>
            <a:ext cx="952500" cy="952500"/>
          </a:xfrm>
          <a:custGeom>
            <a:pathLst>
              <a:path w="952500" h="952500">
                <a:moveTo>
                  <a:pt x="0" y="0"/>
                </a:moveTo>
                <a:lnTo>
                  <a:pt x="476250" y="0"/>
                </a:lnTo>
                <a:lnTo>
                  <a:pt x="476250" y="952500"/>
                </a:lnTo>
                <a:lnTo>
                  <a:pt x="952500" y="952500"/>
                </a:lnTo>
              </a:path>
            </a:pathLst>
          </a:custGeom>
          <a:noFill/>
          <a:ln w="19050">
            <a:solidFill>
              <a:srgbClr val="111111"/>
            </a:solidFill>
            <a:prstDash val="solid"/>
          </a:ln>
        </p:spPr>
      </p:sp>
      <p:sp>
        <p:nvSpPr>
          <p:cNvPr id="128" name="Editable arrowhead 122">
            <a:extLst>
              <a:ext uri="{FF2B5EF4-FFF2-40B4-BE49-F238E27FC236}">
                <ns2:creationId id="{D4077703-361F-4C43-9D06-60867FED9DF1}"/>
              </a:ext>
            </a:extLst>
          </p:cNvPr>
          <p:cNvSpPr>
            <a:spLocks noGrp="1"/>
          </p:cNvSpPr>
          <p:nvPr/>
        </p:nvSpPr>
        <p:spPr>
          <a:xfrm>
            <a:off x="14478000" y="4143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생산 허가">
            <a:extLst>
              <a:ext uri="{FF2B5EF4-FFF2-40B4-BE49-F238E27FC236}">
                <ns2:creationId id="{1F9809AF-3A82-4900-B5E5-F66C65AC0411}"/>
              </a:ext>
            </a:extLst>
          </p:cNvPr>
          <p:cNvSpPr>
            <a:spLocks noGrp="1"/>
          </p:cNvSpPr>
          <p:nvPr/>
        </p:nvSpPr>
        <p:spPr>
          <a:xfrm>
            <a:off x="13658850" y="35718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생산 허가</a:t>
            </a:r>
            <a:endParaRPr lang="ko-KR">
              <a:latin typeface="Calibri"/>
              <a:ea typeface="Calibri"/>
              <a:cs typeface="Calibri"/>
            </a:endParaRPr>
          </a:p>
        </p:txBody>
      </p:sp>
      <p:sp>
        <p:nvSpPr>
          <p:cNvPr id="131" name="Editable path 125">
            <a:extLst>
              <a:ext uri="{FF2B5EF4-FFF2-40B4-BE49-F238E27FC236}">
                <ns2:creationId id="{8279AC7E-9A21-4C03-9F4B-7BB2BDB54D92}"/>
              </a:ext>
            </a:extLst>
          </p:cNvPr>
          <p:cNvSpPr>
            <a:spLocks noGrp="1"/>
          </p:cNvSpPr>
          <p:nvPr/>
        </p:nvSpPr>
        <p:spPr>
          <a:xfrm>
            <a:off x="13620750" y="4791075"/>
            <a:ext cx="952500" cy="953"/>
          </a:xfrm>
          <a:custGeom>
            <a:pathLst>
              <a:path w="952500" h="953">
                <a:moveTo>
                  <a:pt x="0" y="0"/>
                </a:moveTo>
                <a:lnTo>
                  <a:pt x="952500" y="0"/>
                </a:lnTo>
              </a:path>
            </a:pathLst>
          </a:custGeom>
          <a:noFill/>
          <a:ln w="19050">
            <a:solidFill>
              <a:srgbClr val="111111"/>
            </a:solidFill>
            <a:prstDash val="solid"/>
          </a:ln>
        </p:spPr>
      </p:sp>
      <p:sp>
        <p:nvSpPr>
          <p:cNvPr id="132" name="Editable arrowhead 126">
            <a:extLst>
              <a:ext uri="{FF2B5EF4-FFF2-40B4-BE49-F238E27FC236}">
                <ns2:creationId id="{EF4AAA46-79F9-4F9C-B56F-7D500AB2CBB1}"/>
              </a:ext>
            </a:extLst>
          </p:cNvPr>
          <p:cNvSpPr>
            <a:spLocks noGrp="1"/>
          </p:cNvSpPr>
          <p:nvPr/>
        </p:nvSpPr>
        <p:spPr>
          <a:xfrm>
            <a:off x="14478000" y="4743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33" name="2 Produce">
            <a:extLst>
              <a:ext uri="{FF2B5EF4-FFF2-40B4-BE49-F238E27FC236}">
                <ns2:creationId id="{7FB83A98-A2C6-4E53-9B3D-BEA819457867}"/>
              </a:ext>
            </a:extLst>
          </p:cNvPr>
          <p:cNvSpPr>
            <a:spLocks noGrp="1"/>
          </p:cNvSpPr>
          <p:nvPr/>
        </p:nvSpPr>
        <p:spPr>
          <a:xfrm>
            <a:off x="13658850" y="4448175"/>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2 Produce</a:t>
            </a:r>
            <a:endParaRPr lang="ko-KR">
              <a:latin typeface="Calibri"/>
              <a:ea typeface="Calibri"/>
              <a:cs typeface="Calibri"/>
            </a:endParaRPr>
          </a:p>
        </p:txBody>
      </p:sp>
      <p:sp>
        <p:nvSpPr>
          <p:cNvPr id="135" name="Editable path 129">
            <a:extLst>
              <a:ext uri="{FF2B5EF4-FFF2-40B4-BE49-F238E27FC236}">
                <ns2:creationId id="{85C78A37-A1FC-4702-B2A2-FAD334777F71}"/>
              </a:ext>
            </a:extLst>
          </p:cNvPr>
          <p:cNvSpPr>
            <a:spLocks noGrp="1"/>
          </p:cNvSpPr>
          <p:nvPr/>
        </p:nvSpPr>
        <p:spPr>
          <a:xfrm>
            <a:off x="13620750" y="5781675"/>
            <a:ext cx="952500" cy="953"/>
          </a:xfrm>
          <a:custGeom>
            <a:pathLst>
              <a:path w="952500" h="953">
                <a:moveTo>
                  <a:pt x="952500" y="0"/>
                </a:moveTo>
                <a:lnTo>
                  <a:pt x="0" y="0"/>
                </a:lnTo>
              </a:path>
            </a:pathLst>
          </a:custGeom>
          <a:noFill/>
          <a:ln w="19050">
            <a:solidFill>
              <a:srgbClr val="111111"/>
            </a:solidFill>
            <a:prstDash val="dash"/>
          </a:ln>
        </p:spPr>
      </p:sp>
      <p:sp>
        <p:nvSpPr>
          <p:cNvPr id="136" name="Editable arrowhead 130">
            <a:extLst>
              <a:ext uri="{FF2B5EF4-FFF2-40B4-BE49-F238E27FC236}">
                <ns2:creationId id="{3386B630-5EBE-4DA4-A6D8-CC3F8B40D444}"/>
              </a:ext>
            </a:extLst>
          </p:cNvPr>
          <p:cNvSpPr>
            <a:spLocks noGrp="1"/>
          </p:cNvSpPr>
          <p:nvPr/>
        </p:nvSpPr>
        <p:spPr>
          <a:xfrm>
            <a:off x="13620750" y="57340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5 후보 rev">
            <a:extLst>
              <a:ext uri="{FF2B5EF4-FFF2-40B4-BE49-F238E27FC236}">
                <ns2:creationId id="{BAA972C0-1158-4382-AFCB-D0CF59F379C4}"/>
              </a:ext>
            </a:extLst>
          </p:cNvPr>
          <p:cNvSpPr>
            <a:spLocks noGrp="1"/>
          </p:cNvSpPr>
          <p:nvPr/>
        </p:nvSpPr>
        <p:spPr>
          <a:xfrm>
            <a:off x="13658850" y="5429250"/>
            <a:ext cx="8763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5 후보 rev</a:t>
            </a:r>
            <a:endParaRPr lang="ko-KR">
              <a:latin typeface="Calibri"/>
              <a:ea typeface="Calibri"/>
              <a:cs typeface="Calibri"/>
            </a:endParaRPr>
          </a:p>
        </p:txBody>
      </p:sp>
      <p:sp>
        <p:nvSpPr>
          <p:cNvPr id="139" name="Editable path 133">
            <a:extLst>
              <a:ext uri="{FF2B5EF4-FFF2-40B4-BE49-F238E27FC236}">
                <ns2:creationId id="{59C787EF-8673-475B-9F68-7EDD5CD73CF0}"/>
              </a:ext>
            </a:extLst>
          </p:cNvPr>
          <p:cNvSpPr>
            <a:spLocks noGrp="1"/>
          </p:cNvSpPr>
          <p:nvPr/>
        </p:nvSpPr>
        <p:spPr>
          <a:xfrm>
            <a:off x="15240000" y="3505200"/>
            <a:ext cx="953" cy="685800"/>
          </a:xfrm>
          <a:custGeom>
            <a:pathLst>
              <a:path w="953" h="685800">
                <a:moveTo>
                  <a:pt x="0" y="685800"/>
                </a:moveTo>
                <a:lnTo>
                  <a:pt x="0" y="0"/>
                </a:lnTo>
              </a:path>
            </a:pathLst>
          </a:custGeom>
          <a:noFill/>
          <a:ln w="19050">
            <a:solidFill>
              <a:srgbClr val="111111"/>
            </a:solidFill>
            <a:prstDash val="solid"/>
          </a:ln>
        </p:spPr>
      </p:sp>
      <p:sp>
        <p:nvSpPr>
          <p:cNvPr id="140" name="Editable arrowhead 134">
            <a:extLst>
              <a:ext uri="{FF2B5EF4-FFF2-40B4-BE49-F238E27FC236}">
                <ns2:creationId id="{CCE81718-195E-433D-A5D7-4B6254B4781A}"/>
              </a:ext>
            </a:extLst>
          </p:cNvPr>
          <p:cNvSpPr>
            <a:spLocks noGrp="1"/>
          </p:cNvSpPr>
          <p:nvPr/>
        </p:nvSpPr>
        <p:spPr>
          <a:xfrm>
            <a:off x="15192375" y="35052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1" name="Read / Crop">
            <a:extLst>
              <a:ext uri="{FF2B5EF4-FFF2-40B4-BE49-F238E27FC236}">
                <ns2:creationId id="{13B86D46-31D7-47C2-ABBF-7F3CBA03AF82}"/>
              </a:ext>
            </a:extLst>
          </p:cNvPr>
          <p:cNvSpPr>
            <a:spLocks noGrp="1"/>
          </p:cNvSpPr>
          <p:nvPr/>
        </p:nvSpPr>
        <p:spPr>
          <a:xfrm>
            <a:off x="14668500" y="38481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Read / Crop</a:t>
            </a:r>
            <a:endParaRPr lang="ko-KR">
              <a:latin typeface="Calibri"/>
              <a:ea typeface="Calibri"/>
              <a:cs typeface="Calibri"/>
            </a:endParaRPr>
          </a:p>
        </p:txBody>
      </p:sp>
      <p:sp>
        <p:nvSpPr>
          <p:cNvPr id="143" name="Editable path 137">
            <a:extLst>
              <a:ext uri="{FF2B5EF4-FFF2-40B4-BE49-F238E27FC236}">
                <ns2:creationId id="{FB425725-2CA9-48FD-BB6D-91CCBD662F8F}"/>
              </a:ext>
            </a:extLst>
          </p:cNvPr>
          <p:cNvSpPr>
            <a:spLocks noGrp="1"/>
          </p:cNvSpPr>
          <p:nvPr/>
        </p:nvSpPr>
        <p:spPr>
          <a:xfrm>
            <a:off x="17287875" y="3505200"/>
            <a:ext cx="953" cy="685800"/>
          </a:xfrm>
          <a:custGeom>
            <a:pathLst>
              <a:path w="953" h="685800">
                <a:moveTo>
                  <a:pt x="0" y="0"/>
                </a:moveTo>
                <a:lnTo>
                  <a:pt x="0" y="685800"/>
                </a:lnTo>
              </a:path>
            </a:pathLst>
          </a:custGeom>
          <a:noFill/>
          <a:ln w="19050">
            <a:solidFill>
              <a:srgbClr val="111111"/>
            </a:solidFill>
            <a:prstDash val="dash"/>
          </a:ln>
        </p:spPr>
      </p:sp>
      <p:sp>
        <p:nvSpPr>
          <p:cNvPr id="144" name="Editable arrowhead 138">
            <a:extLst>
              <a:ext uri="{FF2B5EF4-FFF2-40B4-BE49-F238E27FC236}">
                <ns2:creationId id="{0AD5B53F-D052-46B3-A32D-C8B205993924}"/>
              </a:ext>
            </a:extLst>
          </p:cNvPr>
          <p:cNvSpPr>
            <a:spLocks noGrp="1"/>
          </p:cNvSpPr>
          <p:nvPr/>
        </p:nvSpPr>
        <p:spPr>
          <a:xfrm>
            <a:off x="17240250"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45" name="원본 반환">
            <a:extLst>
              <a:ext uri="{FF2B5EF4-FFF2-40B4-BE49-F238E27FC236}">
                <ns2:creationId id="{9748DC59-AE88-4735-8D8B-6113D6BF89BF}"/>
              </a:ext>
            </a:extLst>
          </p:cNvPr>
          <p:cNvSpPr>
            <a:spLocks noGrp="1"/>
          </p:cNvSpPr>
          <p:nvPr/>
        </p:nvSpPr>
        <p:spPr>
          <a:xfrm>
            <a:off x="16383000" y="38481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반환</a:t>
            </a:r>
            <a:endParaRPr lang="ko-KR">
              <a:latin typeface="Calibri"/>
              <a:ea typeface="Calibri"/>
              <a:cs typeface="Calibri"/>
            </a:endParaRPr>
          </a:p>
        </p:txBody>
      </p:sp>
      <p:sp>
        <p:nvSpPr>
          <p:cNvPr id="147" name="Model Access  (VIA host 배치)">
            <a:extLst>
              <a:ext uri="{FF2B5EF4-FFF2-40B4-BE49-F238E27FC236}">
                <ns2:creationId id="{FC998520-F010-4CEB-91ED-8845F6676E6B}"/>
              </a:ext>
            </a:extLst>
          </p:cNvPr>
          <p:cNvSpPr>
            <a:spLocks noGrp="1"/>
          </p:cNvSpPr>
          <p:nvPr/>
        </p:nvSpPr>
        <p:spPr>
          <a:xfrm>
            <a:off x="10191750" y="7019925"/>
            <a:ext cx="7524750" cy="952500"/>
          </a:xfrm>
          <a:prstGeom prst="rect">
            <a:avLst/>
          </a:prstGeom>
          <a:solidFill>
            <a:srgbClr val="FFF6DD"/>
          </a:solidFill>
          <a:ln w="19050">
            <a:solidFill>
              <a:srgbClr val="111111"/>
            </a:solidFill>
            <a:prstDash val="solid"/>
          </a:ln>
        </p:spPr>
        <p:txBody>
          <a:bodyPr wrap="none" lIns="66675" tIns="19050" rIns="66675" bIns="6191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(VIA host 배치)</a:t>
            </a:r>
            <a:endParaRPr lang="ko-KR">
              <a:latin typeface="Calibri"/>
              <a:ea typeface="Calibri"/>
              <a:cs typeface="Calibri"/>
            </a:endParaRPr>
          </a:p>
        </p:txBody>
      </p:sp>
      <p:sp>
        <p:nvSpPr>
          <p:cNvPr id="149" name="Editable path 143">
            <a:extLst>
              <a:ext uri="{FF2B5EF4-FFF2-40B4-BE49-F238E27FC236}">
                <ns2:creationId id="{A93CABD8-9304-463A-9A30-407310916F1C}"/>
              </a:ext>
            </a:extLst>
          </p:cNvPr>
          <p:cNvSpPr>
            <a:spLocks noGrp="1"/>
          </p:cNvSpPr>
          <p:nvPr/>
        </p:nvSpPr>
        <p:spPr>
          <a:xfrm>
            <a:off x="10191750" y="7372350"/>
            <a:ext cx="7524750" cy="953"/>
          </a:xfrm>
          <a:custGeom>
            <a:pathLst>
              <a:path w="7524750" h="953">
                <a:moveTo>
                  <a:pt x="0" y="0"/>
                </a:moveTo>
                <a:lnTo>
                  <a:pt x="7524750" y="0"/>
                </a:lnTo>
              </a:path>
            </a:pathLst>
          </a:custGeom>
          <a:noFill/>
          <a:ln w="14288">
            <a:solidFill>
              <a:srgbClr val="111111"/>
            </a:solidFill>
            <a:prstDash val="solid"/>
          </a:ln>
        </p:spPr>
      </p:sp>
      <p:sp>
        <p:nvSpPr>
          <p:cNvPr id="150" name="Cloud Model Client">
            <a:extLst>
              <a:ext uri="{FF2B5EF4-FFF2-40B4-BE49-F238E27FC236}">
                <ns2:creationId id="{4A5ECD3F-A8CF-468D-83C7-1EC55D8AD3C4}"/>
              </a:ext>
            </a:extLst>
          </p:cNvPr>
          <p:cNvSpPr>
            <a:spLocks noGrp="1"/>
          </p:cNvSpPr>
          <p:nvPr/>
        </p:nvSpPr>
        <p:spPr>
          <a:xfrm>
            <a:off x="10353675" y="7448550"/>
            <a:ext cx="3105150"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Cloud Model Client</a:t>
            </a:r>
            <a:endParaRPr lang="ko-KR">
              <a:latin typeface="Calibri"/>
              <a:ea typeface="Calibri"/>
              <a:cs typeface="Calibri"/>
            </a:endParaRPr>
          </a:p>
        </p:txBody>
      </p:sp>
      <p:sp>
        <p:nvSpPr>
          <p:cNvPr id="152" name="Local Model Execution Controller">
            <a:extLst>
              <a:ext uri="{FF2B5EF4-FFF2-40B4-BE49-F238E27FC236}">
                <ns2:creationId id="{A5186160-BD33-4F8A-9B70-44F9122275C2}"/>
              </a:ext>
            </a:extLst>
          </p:cNvPr>
          <p:cNvSpPr>
            <a:spLocks noGrp="1"/>
          </p:cNvSpPr>
          <p:nvPr/>
        </p:nvSpPr>
        <p:spPr>
          <a:xfrm>
            <a:off x="14544675" y="7448550"/>
            <a:ext cx="3009900"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Local Model Execution Controller</a:t>
            </a:r>
            <a:endParaRPr lang="ko-KR">
              <a:latin typeface="Calibri"/>
              <a:ea typeface="Calibri"/>
              <a:cs typeface="Calibri"/>
            </a:endParaRPr>
          </a:p>
        </p:txBody>
      </p:sp>
      <p:sp>
        <p:nvSpPr>
          <p:cNvPr id="154" name="Editable path 148">
            <a:extLst>
              <a:ext uri="{FF2B5EF4-FFF2-40B4-BE49-F238E27FC236}">
                <ns2:creationId id="{8FFCDBC1-2FEB-4637-8CA9-4A72869A61CA}"/>
              </a:ext>
            </a:extLst>
          </p:cNvPr>
          <p:cNvSpPr>
            <a:spLocks noGrp="1"/>
          </p:cNvSpPr>
          <p:nvPr/>
        </p:nvSpPr>
        <p:spPr>
          <a:xfrm>
            <a:off x="10763250" y="6286500"/>
            <a:ext cx="953" cy="733425"/>
          </a:xfrm>
          <a:custGeom>
            <a:pathLst>
              <a:path w="953" h="733425">
                <a:moveTo>
                  <a:pt x="0" y="0"/>
                </a:moveTo>
                <a:lnTo>
                  <a:pt x="0" y="733425"/>
                </a:lnTo>
              </a:path>
            </a:pathLst>
          </a:custGeom>
          <a:noFill/>
          <a:ln w="19050">
            <a:solidFill>
              <a:srgbClr val="111111"/>
            </a:solidFill>
            <a:prstDash val="solid"/>
          </a:ln>
        </p:spPr>
      </p:sp>
      <p:sp>
        <p:nvSpPr>
          <p:cNvPr id="155" name="Editable arrowhead 149">
            <a:extLst>
              <a:ext uri="{FF2B5EF4-FFF2-40B4-BE49-F238E27FC236}">
                <ns2:creationId id="{BAF23B84-6546-4EE8-BB0E-77726FC30A5C}"/>
              </a:ext>
            </a:extLst>
          </p:cNvPr>
          <p:cNvSpPr>
            <a:spLocks noGrp="1"/>
          </p:cNvSpPr>
          <p:nvPr/>
        </p:nvSpPr>
        <p:spPr>
          <a:xfrm>
            <a:off x="1071562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56" name="6 후보 + crop + 전사">
            <a:extLst>
              <a:ext uri="{FF2B5EF4-FFF2-40B4-BE49-F238E27FC236}">
                <ns2:creationId id="{A1F0943A-59F4-4BC0-BE93-61B3723EE532}"/>
              </a:ext>
            </a:extLst>
          </p:cNvPr>
          <p:cNvSpPr>
            <a:spLocks noGrp="1"/>
          </p:cNvSpPr>
          <p:nvPr/>
        </p:nvSpPr>
        <p:spPr>
          <a:xfrm>
            <a:off x="10239375" y="6524625"/>
            <a:ext cx="22669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후보 + crop + 전사</a:t>
            </a:r>
            <a:endParaRPr lang="ko-KR">
              <a:latin typeface="Calibri"/>
              <a:ea typeface="Calibri"/>
              <a:cs typeface="Calibri"/>
            </a:endParaRPr>
          </a:p>
        </p:txBody>
      </p:sp>
      <p:sp>
        <p:nvSpPr>
          <p:cNvPr id="158" name="Editable path 152">
            <a:extLst>
              <a:ext uri="{FF2B5EF4-FFF2-40B4-BE49-F238E27FC236}">
                <ns2:creationId id="{1FD1C632-A6E9-47AE-96D7-CD0927B3F88C}"/>
              </a:ext>
            </a:extLst>
          </p:cNvPr>
          <p:cNvSpPr>
            <a:spLocks noGrp="1"/>
          </p:cNvSpPr>
          <p:nvPr/>
        </p:nvSpPr>
        <p:spPr>
          <a:xfrm>
            <a:off x="13192125" y="6286500"/>
            <a:ext cx="953" cy="733425"/>
          </a:xfrm>
          <a:custGeom>
            <a:pathLst>
              <a:path w="953" h="733425">
                <a:moveTo>
                  <a:pt x="0" y="733425"/>
                </a:moveTo>
                <a:lnTo>
                  <a:pt x="0" y="0"/>
                </a:lnTo>
              </a:path>
            </a:pathLst>
          </a:custGeom>
          <a:noFill/>
          <a:ln w="19050">
            <a:solidFill>
              <a:srgbClr val="111111"/>
            </a:solidFill>
            <a:prstDash val="dash"/>
          </a:ln>
        </p:spPr>
      </p:sp>
      <p:sp>
        <p:nvSpPr>
          <p:cNvPr id="159" name="Editable arrowhead 153">
            <a:extLst>
              <a:ext uri="{FF2B5EF4-FFF2-40B4-BE49-F238E27FC236}">
                <ns2:creationId id="{48AD6EA0-E66F-44FA-921F-95ACFE6F64A9}"/>
              </a:ext>
            </a:extLst>
          </p:cNvPr>
          <p:cNvSpPr>
            <a:spLocks noGrp="1"/>
          </p:cNvSpPr>
          <p:nvPr/>
        </p:nvSpPr>
        <p:spPr>
          <a:xfrm>
            <a:off x="13144500"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60" name="Editable path 154">
            <a:extLst>
              <a:ext uri="{FF2B5EF4-FFF2-40B4-BE49-F238E27FC236}">
                <ns2:creationId id="{573DE9A8-AAD3-4DE8-A6B6-8A1B69AD3AF4}"/>
              </a:ext>
            </a:extLst>
          </p:cNvPr>
          <p:cNvSpPr>
            <a:spLocks noGrp="1"/>
          </p:cNvSpPr>
          <p:nvPr/>
        </p:nvSpPr>
        <p:spPr>
          <a:xfrm>
            <a:off x="15144750" y="6286500"/>
            <a:ext cx="953" cy="733425"/>
          </a:xfrm>
          <a:custGeom>
            <a:pathLst>
              <a:path w="953" h="733425">
                <a:moveTo>
                  <a:pt x="0" y="0"/>
                </a:moveTo>
                <a:lnTo>
                  <a:pt x="0" y="733425"/>
                </a:lnTo>
              </a:path>
            </a:pathLst>
          </a:custGeom>
          <a:noFill/>
          <a:ln w="19050">
            <a:solidFill>
              <a:srgbClr val="111111"/>
            </a:solidFill>
            <a:prstDash val="solid"/>
          </a:ln>
        </p:spPr>
      </p:sp>
      <p:sp>
        <p:nvSpPr>
          <p:cNvPr id="161" name="Editable arrowhead 155">
            <a:extLst>
              <a:ext uri="{FF2B5EF4-FFF2-40B4-BE49-F238E27FC236}">
                <ns2:creationId id="{C37BB71E-FDEC-44E4-8A4F-0DDA34F24ED9}"/>
              </a:ext>
            </a:extLst>
          </p:cNvPr>
          <p:cNvSpPr>
            <a:spLocks noGrp="1"/>
          </p:cNvSpPr>
          <p:nvPr/>
        </p:nvSpPr>
        <p:spPr>
          <a:xfrm>
            <a:off x="15097125" y="6924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62" name="3 RunUI / 필요 시 SAM">
            <a:extLst>
              <a:ext uri="{FF2B5EF4-FFF2-40B4-BE49-F238E27FC236}">
                <ns2:creationId id="{84B9500F-FA46-43F2-8A3A-C010894375AE}"/>
              </a:ext>
            </a:extLst>
          </p:cNvPr>
          <p:cNvSpPr>
            <a:spLocks noGrp="1"/>
          </p:cNvSpPr>
          <p:nvPr/>
        </p:nvSpPr>
        <p:spPr>
          <a:xfrm>
            <a:off x="14192250" y="6524625"/>
            <a:ext cx="24193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RunUI / 필요 시 SAM</a:t>
            </a:r>
            <a:endParaRPr lang="ko-KR">
              <a:latin typeface="Calibri"/>
              <a:ea typeface="Calibri"/>
              <a:cs typeface="Calibri"/>
            </a:endParaRPr>
          </a:p>
        </p:txBody>
      </p:sp>
      <p:sp>
        <p:nvSpPr>
          <p:cNvPr id="164" name="Editable path 158">
            <a:extLst>
              <a:ext uri="{FF2B5EF4-FFF2-40B4-BE49-F238E27FC236}">
                <ns2:creationId id="{9888FD2C-846F-4E10-8061-06BDE915CE29}"/>
              </a:ext>
            </a:extLst>
          </p:cNvPr>
          <p:cNvSpPr>
            <a:spLocks noGrp="1"/>
          </p:cNvSpPr>
          <p:nvPr/>
        </p:nvSpPr>
        <p:spPr>
          <a:xfrm>
            <a:off x="17287875" y="6286500"/>
            <a:ext cx="953" cy="733425"/>
          </a:xfrm>
          <a:custGeom>
            <a:pathLst>
              <a:path w="953" h="733425">
                <a:moveTo>
                  <a:pt x="0" y="733425"/>
                </a:moveTo>
                <a:lnTo>
                  <a:pt x="0" y="0"/>
                </a:lnTo>
              </a:path>
            </a:pathLst>
          </a:custGeom>
          <a:noFill/>
          <a:ln w="19050">
            <a:solidFill>
              <a:srgbClr val="111111"/>
            </a:solidFill>
            <a:prstDash val="dash"/>
          </a:ln>
        </p:spPr>
      </p:sp>
      <p:sp>
        <p:nvSpPr>
          <p:cNvPr id="165" name="Editable arrowhead 159">
            <a:extLst>
              <a:ext uri="{FF2B5EF4-FFF2-40B4-BE49-F238E27FC236}">
                <ns2:creationId id="{130DB7FC-301A-496F-A9DF-F6457505AD38}"/>
              </a:ext>
            </a:extLst>
          </p:cNvPr>
          <p:cNvSpPr>
            <a:spLocks noGrp="1"/>
          </p:cNvSpPr>
          <p:nvPr/>
        </p:nvSpPr>
        <p:spPr>
          <a:xfrm>
            <a:off x="17240250" y="62865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66" name="4 결과">
            <a:extLst>
              <a:ext uri="{FF2B5EF4-FFF2-40B4-BE49-F238E27FC236}">
                <ns2:creationId id="{A55E9350-AF77-4F80-8C63-E7F305035482}"/>
              </a:ext>
            </a:extLst>
          </p:cNvPr>
          <p:cNvSpPr>
            <a:spLocks noGrp="1"/>
          </p:cNvSpPr>
          <p:nvPr/>
        </p:nvSpPr>
        <p:spPr>
          <a:xfrm>
            <a:off x="16811625" y="6524625"/>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결과</a:t>
            </a:r>
            <a:endParaRPr lang="ko-KR">
              <a:latin typeface="Calibri"/>
              <a:ea typeface="Calibri"/>
              <a:cs typeface="Calibri"/>
            </a:endParaRPr>
          </a:p>
        </p:txBody>
      </p:sp>
      <p:sp>
        <p:nvSpPr>
          <p:cNvPr id="168" name="Cloud 의미 LLM">
            <a:extLst>
              <a:ext uri="{FF2B5EF4-FFF2-40B4-BE49-F238E27FC236}">
                <ns2:creationId id="{D165514F-D7D3-4614-82E1-0847F2AF4DC8}"/>
              </a:ext>
            </a:extLst>
          </p:cNvPr>
          <p:cNvSpPr>
            <a:spLocks noGrp="1"/>
          </p:cNvSpPr>
          <p:nvPr/>
        </p:nvSpPr>
        <p:spPr>
          <a:xfrm>
            <a:off x="10382250" y="8667750"/>
            <a:ext cx="3048000" cy="752475"/>
          </a:xfrm>
          <a:prstGeom prst="hexagon">
            <a:avLst/>
          </a:prstGeom>
          <a:solidFill>
            <a:srgbClr val="F1F6FC"/>
          </a:solidFill>
          <a:ln w="19050">
            <a:solidFill>
              <a:srgbClr val="111111"/>
            </a:solidFill>
            <a:prstDash val="solid"/>
          </a:ln>
        </p:spPr>
        <p:txBody>
          <a:bodyPr wrap="none" lIns="190500" tIns="28575" rIns="190500" bIns="285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170" name="R1 Vision Worker process">
            <a:extLst>
              <a:ext uri="{FF2B5EF4-FFF2-40B4-BE49-F238E27FC236}">
                <ns2:creationId id="{0C5802B7-5EF7-422E-B596-A88E0D3D6F08}"/>
              </a:ext>
            </a:extLst>
          </p:cNvPr>
          <p:cNvSpPr>
            <a:spLocks noGrp="1"/>
          </p:cNvSpPr>
          <p:nvPr/>
        </p:nvSpPr>
        <p:spPr>
          <a:xfrm>
            <a:off x="14430375" y="8496300"/>
            <a:ext cx="3333750" cy="1028700"/>
          </a:xfrm>
          <a:prstGeom prst="rect">
            <a:avLst/>
          </a:prstGeom>
          <a:noFill/>
          <a:ln w="19050">
            <a:solidFill>
              <a:srgbClr val="4676CB"/>
            </a:solidFill>
            <a:prstDash val="dash"/>
          </a:ln>
        </p:spPr>
        <p:txBody>
          <a:bodyPr wrap="none" lIns="114300" tIns="28575" rIns="114300" bIns="7239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R1 Vision Worker process</a:t>
            </a:r>
            <a:endParaRPr lang="ko-KR">
              <a:latin typeface="Calibri"/>
              <a:ea typeface="Calibri"/>
              <a:cs typeface="Calibri"/>
            </a:endParaRPr>
          </a:p>
        </p:txBody>
      </p:sp>
      <p:sp>
        <p:nvSpPr>
          <p:cNvPr id="172" name="DP3 object 166">
            <a:extLst>
              <a:ext uri="{FF2B5EF4-FFF2-40B4-BE49-F238E27FC236}">
                <ns2:creationId id="{D166B286-3560-4646-8796-0B29B5548B1F}"/>
              </a:ext>
            </a:extLst>
          </p:cNvPr>
          <p:cNvSpPr>
            <a:spLocks noGrp="1"/>
          </p:cNvSpPr>
          <p:nvPr/>
        </p:nvSpPr>
        <p:spPr>
          <a:xfrm>
            <a:off x="14582775" y="8829675"/>
            <a:ext cx="3028950" cy="619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Model Access의 worker 배치</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 SAM adapter + CPU runtime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현재 model session + episode</a:t>
            </a:r>
            <a:endParaRPr lang="ko-KR">
              <a:latin typeface="Calibri"/>
              <a:ea typeface="Calibri"/>
              <a:cs typeface="Calibri"/>
            </a:endParaRPr>
          </a:p>
        </p:txBody>
      </p:sp>
      <p:sp>
        <p:nvSpPr>
          <p:cNvPr id="173" name="Editable path 167">
            <a:extLst>
              <a:ext uri="{FF2B5EF4-FFF2-40B4-BE49-F238E27FC236}">
                <ns2:creationId id="{0BCF1C9A-2672-4E49-BB4C-1C17E4F447E5}"/>
              </a:ext>
            </a:extLst>
          </p:cNvPr>
          <p:cNvSpPr>
            <a:spLocks noGrp="1"/>
          </p:cNvSpPr>
          <p:nvPr/>
        </p:nvSpPr>
        <p:spPr>
          <a:xfrm>
            <a:off x="11049000" y="7972425"/>
            <a:ext cx="953" cy="695325"/>
          </a:xfrm>
          <a:custGeom>
            <a:pathLst>
              <a:path w="953" h="695325">
                <a:moveTo>
                  <a:pt x="0" y="0"/>
                </a:moveTo>
                <a:lnTo>
                  <a:pt x="0" y="695325"/>
                </a:lnTo>
              </a:path>
            </a:pathLst>
          </a:custGeom>
          <a:noFill/>
          <a:ln w="19050">
            <a:solidFill>
              <a:srgbClr val="111111"/>
            </a:solidFill>
            <a:prstDash val="solid"/>
          </a:ln>
        </p:spPr>
      </p:sp>
      <p:sp>
        <p:nvSpPr>
          <p:cNvPr id="174" name="Editable arrowhead 168">
            <a:extLst>
              <a:ext uri="{FF2B5EF4-FFF2-40B4-BE49-F238E27FC236}">
                <ns2:creationId id="{DB0699E7-2684-4734-8630-4A641D61C6F0}"/>
              </a:ext>
            </a:extLst>
          </p:cNvPr>
          <p:cNvSpPr>
            <a:spLocks noGrp="1"/>
          </p:cNvSpPr>
          <p:nvPr/>
        </p:nvSpPr>
        <p:spPr>
          <a:xfrm>
            <a:off x="11001375" y="85725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75" name="Infer">
            <a:extLst>
              <a:ext uri="{FF2B5EF4-FFF2-40B4-BE49-F238E27FC236}">
                <ns2:creationId id="{3AEA5180-542B-4CB1-BB3B-FA9F953FD81A}"/>
              </a:ext>
            </a:extLst>
          </p:cNvPr>
          <p:cNvSpPr>
            <a:spLocks noGrp="1"/>
          </p:cNvSpPr>
          <p:nvPr/>
        </p:nvSpPr>
        <p:spPr>
          <a:xfrm>
            <a:off x="10401300" y="8201025"/>
            <a:ext cx="96202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Infer</a:t>
            </a:r>
            <a:endParaRPr lang="ko-KR">
              <a:latin typeface="Calibri"/>
              <a:ea typeface="Calibri"/>
              <a:cs typeface="Calibri"/>
            </a:endParaRPr>
          </a:p>
        </p:txBody>
      </p:sp>
      <p:sp>
        <p:nvSpPr>
          <p:cNvPr id="177" name="Editable path 171">
            <a:extLst>
              <a:ext uri="{FF2B5EF4-FFF2-40B4-BE49-F238E27FC236}">
                <ns2:creationId id="{EF488ED1-12D6-468C-9CFF-B40F2C89C0F4}"/>
              </a:ext>
            </a:extLst>
          </p:cNvPr>
          <p:cNvSpPr>
            <a:spLocks noGrp="1"/>
          </p:cNvSpPr>
          <p:nvPr/>
        </p:nvSpPr>
        <p:spPr>
          <a:xfrm>
            <a:off x="12954000" y="7972425"/>
            <a:ext cx="953" cy="695325"/>
          </a:xfrm>
          <a:custGeom>
            <a:pathLst>
              <a:path w="953" h="695325">
                <a:moveTo>
                  <a:pt x="0" y="695325"/>
                </a:moveTo>
                <a:lnTo>
                  <a:pt x="0" y="0"/>
                </a:lnTo>
              </a:path>
            </a:pathLst>
          </a:custGeom>
          <a:noFill/>
          <a:ln w="19050">
            <a:solidFill>
              <a:srgbClr val="111111"/>
            </a:solidFill>
            <a:prstDash val="dash"/>
          </a:ln>
        </p:spPr>
      </p:sp>
      <p:sp>
        <p:nvSpPr>
          <p:cNvPr id="178" name="Editable arrowhead 172">
            <a:extLst>
              <a:ext uri="{FF2B5EF4-FFF2-40B4-BE49-F238E27FC236}">
                <ns2:creationId id="{673EDDD4-6521-4A61-B94E-57F3B066DE2E}"/>
              </a:ext>
            </a:extLst>
          </p:cNvPr>
          <p:cNvSpPr>
            <a:spLocks noGrp="1"/>
          </p:cNvSpPr>
          <p:nvPr/>
        </p:nvSpPr>
        <p:spPr>
          <a:xfrm>
            <a:off x="12906375" y="79724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79" name="결과">
            <a:extLst>
              <a:ext uri="{FF2B5EF4-FFF2-40B4-BE49-F238E27FC236}">
                <ns2:creationId id="{2DB027EA-C949-4F1C-9D8A-0A7B96F78BCF}"/>
              </a:ext>
            </a:extLst>
          </p:cNvPr>
          <p:cNvSpPr>
            <a:spLocks noGrp="1"/>
          </p:cNvSpPr>
          <p:nvPr/>
        </p:nvSpPr>
        <p:spPr>
          <a:xfrm>
            <a:off x="12449175" y="8201025"/>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181" name="Editable path 175">
            <a:extLst>
              <a:ext uri="{FF2B5EF4-FFF2-40B4-BE49-F238E27FC236}">
                <ns2:creationId id="{78B942CE-FF78-4013-B4DB-84C057A4EEE6}"/>
              </a:ext>
            </a:extLst>
          </p:cNvPr>
          <p:cNvSpPr>
            <a:spLocks noGrp="1"/>
          </p:cNvSpPr>
          <p:nvPr/>
        </p:nvSpPr>
        <p:spPr>
          <a:xfrm>
            <a:off x="15144750" y="7972425"/>
            <a:ext cx="953" cy="523875"/>
          </a:xfrm>
          <a:custGeom>
            <a:pathLst>
              <a:path w="953" h="523875">
                <a:moveTo>
                  <a:pt x="0" y="0"/>
                </a:moveTo>
                <a:lnTo>
                  <a:pt x="0" y="523875"/>
                </a:lnTo>
              </a:path>
            </a:pathLst>
          </a:custGeom>
          <a:noFill/>
          <a:ln w="19050">
            <a:solidFill>
              <a:srgbClr val="111111"/>
            </a:solidFill>
            <a:prstDash val="solid"/>
          </a:ln>
        </p:spPr>
      </p:sp>
      <p:sp>
        <p:nvSpPr>
          <p:cNvPr id="182" name="Editable arrowhead 176">
            <a:extLst>
              <a:ext uri="{FF2B5EF4-FFF2-40B4-BE49-F238E27FC236}">
                <ns2:creationId id="{F60EA769-4C55-4F05-91B8-6FCB95205E2E}"/>
              </a:ext>
            </a:extLst>
          </p:cNvPr>
          <p:cNvSpPr>
            <a:spLocks noGrp="1"/>
          </p:cNvSpPr>
          <p:nvPr/>
        </p:nvSpPr>
        <p:spPr>
          <a:xfrm>
            <a:off x="15097125" y="84010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83" name="IPC 명령">
            <a:extLst>
              <a:ext uri="{FF2B5EF4-FFF2-40B4-BE49-F238E27FC236}">
                <ns2:creationId id="{A88B99D8-F2B1-4EBC-905F-0D399B704259}"/>
              </a:ext>
            </a:extLst>
          </p:cNvPr>
          <p:cNvSpPr>
            <a:spLocks noGrp="1"/>
          </p:cNvSpPr>
          <p:nvPr/>
        </p:nvSpPr>
        <p:spPr>
          <a:xfrm>
            <a:off x="14506575" y="8153400"/>
            <a:ext cx="1238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IPC 명령</a:t>
            </a:r>
            <a:endParaRPr lang="ko-KR">
              <a:latin typeface="Calibri"/>
              <a:ea typeface="Calibri"/>
              <a:cs typeface="Calibri"/>
            </a:endParaRPr>
          </a:p>
        </p:txBody>
      </p:sp>
      <p:sp>
        <p:nvSpPr>
          <p:cNvPr id="185" name="Editable path 179">
            <a:extLst>
              <a:ext uri="{FF2B5EF4-FFF2-40B4-BE49-F238E27FC236}">
                <ns2:creationId id="{69C1ABEB-CC7D-4C3A-8C1D-7FE08E3EA414}"/>
              </a:ext>
            </a:extLst>
          </p:cNvPr>
          <p:cNvSpPr>
            <a:spLocks noGrp="1"/>
          </p:cNvSpPr>
          <p:nvPr/>
        </p:nvSpPr>
        <p:spPr>
          <a:xfrm>
            <a:off x="17287875" y="7972425"/>
            <a:ext cx="953" cy="523875"/>
          </a:xfrm>
          <a:custGeom>
            <a:pathLst>
              <a:path w="953" h="523875">
                <a:moveTo>
                  <a:pt x="0" y="523875"/>
                </a:moveTo>
                <a:lnTo>
                  <a:pt x="0" y="0"/>
                </a:lnTo>
              </a:path>
            </a:pathLst>
          </a:custGeom>
          <a:noFill/>
          <a:ln w="19050">
            <a:solidFill>
              <a:srgbClr val="111111"/>
            </a:solidFill>
            <a:prstDash val="dash"/>
          </a:ln>
        </p:spPr>
      </p:sp>
      <p:sp>
        <p:nvSpPr>
          <p:cNvPr id="186" name="Editable arrowhead 180">
            <a:extLst>
              <a:ext uri="{FF2B5EF4-FFF2-40B4-BE49-F238E27FC236}">
                <ns2:creationId id="{C5268EFB-47FC-472D-8CF0-EF768ECDA7BF}"/>
              </a:ext>
            </a:extLst>
          </p:cNvPr>
          <p:cNvSpPr>
            <a:spLocks noGrp="1"/>
          </p:cNvSpPr>
          <p:nvPr/>
        </p:nvSpPr>
        <p:spPr>
          <a:xfrm>
            <a:off x="17240250" y="79724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87" name="완료">
            <a:extLst>
              <a:ext uri="{FF2B5EF4-FFF2-40B4-BE49-F238E27FC236}">
                <ns2:creationId id="{DD81FD4D-7F16-4C0B-AD22-5D9FAB298C35}"/>
              </a:ext>
            </a:extLst>
          </p:cNvPr>
          <p:cNvSpPr>
            <a:spLocks noGrp="1"/>
          </p:cNvSpPr>
          <p:nvPr/>
        </p:nvSpPr>
        <p:spPr>
          <a:xfrm>
            <a:off x="16802100" y="8153400"/>
            <a:ext cx="857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완료</a:t>
            </a:r>
            <a:endParaRPr lang="ko-KR">
              <a:latin typeface="Calibri"/>
              <a:ea typeface="Calibri"/>
              <a:cs typeface="Calibri"/>
            </a:endParaRPr>
          </a:p>
        </p:txBody>
      </p:sp>
      <p:sp>
        <p:nvSpPr>
          <p:cNvPr id="189" name="DP3 object 183">
            <a:extLst>
              <a:ext uri="{FF2B5EF4-FFF2-40B4-BE49-F238E27FC236}">
                <ns2:creationId id="{887BB3AC-4E81-4412-9E35-7AC2F7562286}"/>
              </a:ext>
            </a:extLst>
          </p:cNvPr>
          <p:cNvSpPr>
            <a:spLocks noGrp="1"/>
          </p:cNvSpPr>
          <p:nvPr/>
        </p:nvSpPr>
        <p:spPr>
          <a:xfrm>
            <a:off x="2000250" y="9715500"/>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Read·Produce는 기허가 범위. B의 부족한 후보는 2로 Expand 재요청. 새 범위는 Request Controller가 허가. native 선택이면 worker 생략, bbox로 충분하면 SAM 생략.</a:t>
            </a:r>
            <a:endParaRPr lang="ko-KR">
              <a:latin typeface="Calibri"/>
              <a:ea typeface="Calibri"/>
              <a:cs typeface="Calibri"/>
            </a:endParaRPr>
          </a:p>
        </p:txBody>
      </p:sp>
    </p:spTree>
    <p:extLst>
      <p:ext uri="{BB962C8B-B14F-4D97-AF65-F5344CB8AC3E}">
        <p14:creationId val="300998257"/>
      </p:ext>
    </p:extLst>
  </p:cSld>
</p:sld>
</file>

<file path=ppt/slides/slide4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2" name="DP3 object 184">
            <a:extLst>
              <a:ext uri="{FF2B5EF4-FFF2-40B4-BE49-F238E27FC236}">
                <ns2:creationId id="{015ADCB6-98D3-46F3-9177-332F608AC10E}"/>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(2/2)</a:t>
            </a:r>
            <a:endParaRPr lang="ko-KR">
              <a:latin typeface="Calibri"/>
              <a:ea typeface="Calibri"/>
              <a:cs typeface="Calibri"/>
            </a:endParaRPr>
          </a:p>
        </p:txBody>
      </p:sp>
      <p:sp>
        <p:nvSpPr>
          <p:cNvPr id="2" name="과제 소개">
            <a:extLst>
              <a:ext uri="{FF2B5EF4-FFF2-40B4-BE49-F238E27FC236}">
                <ns2:creationId id="{8051C299-B240-49C9-B513-B16FC8E52C8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48F13F20-310D-463B-84D5-510F42D65C9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CE5D2391-6041-4754-88A2-776C3467963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26E364CC-9186-41FD-9CB2-76D7E7C8BC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1209DB77-1DA6-47B1-A78F-9E65653CA791}"/>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5">
            <a:extLst>
              <a:ext uri="{FF2B5EF4-FFF2-40B4-BE49-F238E27FC236}">
                <ns2:creationId id="{74092A86-D45D-419A-931E-DE26C921733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6">
            <a:extLst>
              <a:ext uri="{FF2B5EF4-FFF2-40B4-BE49-F238E27FC236}">
                <ns2:creationId id="{EA64310A-DA46-43B1-AE49-59BE9262C8F3}"/>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B의 후보·결합 LLM은 동일 / 시각 CPU 총 4 thread·heavy stage 순차 / UI seed가 필요한 SAM은 UI 결과 반환 후 실행</a:t>
            </a:r>
            <a:endParaRPr lang="ko-KR">
              <a:latin typeface="Calibri"/>
              <a:ea typeface="Calibri"/>
              <a:cs typeface="Calibri"/>
            </a:endParaRPr>
          </a:p>
        </p:txBody>
      </p:sp>
      <p:sp>
        <p:nvSpPr>
          <p:cNvPr id="14" name="Continuous slide number">
            <a:extLst>
              <a:ext uri="{FF2B5EF4-FFF2-40B4-BE49-F238E27FC236}">
                <ns2:creationId id="{A9151FCF-F82B-46E8-9C55-9E99B843D702}"/>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5" name="방안">
            <a:extLst>
              <a:ext uri="{FF2B5EF4-FFF2-40B4-BE49-F238E27FC236}">
                <ns2:creationId id="{5D47AE7D-7D9C-4080-97BC-A9184BA057BC}"/>
              </a:ext>
            </a:extLst>
          </p:cNvPr>
          <p:cNvSpPr>
            <a:spLocks noGrp="1"/>
          </p:cNvSpPr>
          <p:nvPr/>
        </p:nvSpPr>
        <p:spPr>
          <a:xfrm>
            <a:off x="228600" y="1790700"/>
            <a:ext cx="1638300" cy="514350"/>
          </a:xfrm>
          <a:prstGeom prst="rect">
            <a:avLst/>
          </a:prstGeom>
          <a:solidFill>
            <a:srgbClr val="C9E1B3"/>
          </a:solidFill>
          <a:ln w="19050">
            <a:solidFill>
              <a:srgbClr val="B7B9B9"/>
            </a:solid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방안</a:t>
            </a:r>
            <a:endParaRPr lang="ko-KR">
              <a:latin typeface="Calibri"/>
              <a:ea typeface="Calibri"/>
              <a:cs typeface="Calibri"/>
            </a:endParaRPr>
          </a:p>
        </p:txBody>
      </p:sp>
      <p:sp>
        <p:nvSpPr>
          <p:cNvPr id="17" name="B-R2  한 process에 사용한 모델 유지">
            <a:extLst>
              <a:ext uri="{FF2B5EF4-FFF2-40B4-BE49-F238E27FC236}">
                <ns2:creationId id="{C4B40195-9A25-4CCC-A2E3-739C314FF4E0}"/>
              </a:ext>
            </a:extLst>
          </p:cNvPr>
          <p:cNvSpPr>
            <a:spLocks noGrp="1"/>
          </p:cNvSpPr>
          <p:nvPr/>
        </p:nvSpPr>
        <p:spPr>
          <a:xfrm>
            <a:off x="186690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B-R2  한 process에 사용한 모델 유지</a:t>
            </a:r>
            <a:endParaRPr lang="ko-KR">
              <a:latin typeface="Calibri"/>
              <a:ea typeface="Calibri"/>
              <a:cs typeface="Calibri"/>
            </a:endParaRPr>
          </a:p>
        </p:txBody>
      </p:sp>
      <p:sp>
        <p:nvSpPr>
          <p:cNvPr id="19" name="B-R3  UI / SAM process 별도 유지">
            <a:extLst>
              <a:ext uri="{FF2B5EF4-FFF2-40B4-BE49-F238E27FC236}">
                <ns2:creationId id="{BC8CD802-9703-472E-A27E-C486A110BD98}"/>
              </a:ext>
            </a:extLst>
          </p:cNvPr>
          <p:cNvSpPr>
            <a:spLocks noGrp="1"/>
          </p:cNvSpPr>
          <p:nvPr/>
        </p:nvSpPr>
        <p:spPr>
          <a:xfrm>
            <a:off x="9963150" y="1790700"/>
            <a:ext cx="8096250" cy="514350"/>
          </a:xfrm>
          <a:prstGeom prst="rect">
            <a:avLst/>
          </a:prstGeom>
          <a:solidFill>
            <a:srgbClr val="C9E1B3"/>
          </a:solidFill>
          <a:ln w="19050">
            <a:solidFill>
              <a:srgbClr val="B7B9B9"/>
            </a:solidFill>
            <a:prstDash val="solid"/>
          </a:ln>
        </p:spPr>
        <p:txBody>
          <a:bodyPr wrap="none" lIns="76200" tIns="0" rIns="7620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B-R3  UI / SAM process 별도 유지</a:t>
            </a:r>
            <a:endParaRPr lang="ko-KR">
              <a:latin typeface="Calibri"/>
              <a:ea typeface="Calibri"/>
              <a:cs typeface="Calibri"/>
            </a:endParaRPr>
          </a:p>
        </p:txBody>
      </p:sp>
      <p:sp>
        <p:nvSpPr>
          <p:cNvPr id="21" name="Editable path 204">
            <a:extLst>
              <a:ext uri="{FF2B5EF4-FFF2-40B4-BE49-F238E27FC236}">
                <ns2:creationId id="{6AFE87E1-9E75-4E41-BFD4-4745D1EACE83}"/>
              </a:ext>
            </a:extLst>
          </p:cNvPr>
          <p:cNvSpPr>
            <a:spLocks noGrp="1"/>
          </p:cNvSpPr>
          <p:nvPr/>
        </p:nvSpPr>
        <p:spPr>
          <a:xfrm>
            <a:off x="228600" y="2305050"/>
            <a:ext cx="17830800" cy="953"/>
          </a:xfrm>
          <a:custGeom>
            <a:pathLst>
              <a:path w="17830800" h="953">
                <a:moveTo>
                  <a:pt x="0" y="0"/>
                </a:moveTo>
                <a:lnTo>
                  <a:pt x="17830800" y="0"/>
                </a:lnTo>
              </a:path>
            </a:pathLst>
          </a:custGeom>
          <a:noFill/>
          <a:ln w="11430">
            <a:solidFill>
              <a:srgbClr val="B7B9B9"/>
            </a:solidFill>
            <a:prstDash val="solid"/>
          </a:ln>
        </p:spPr>
      </p:sp>
      <p:sp>
        <p:nvSpPr>
          <p:cNvPr id="22" name="Editable path 205">
            <a:extLst>
              <a:ext uri="{FF2B5EF4-FFF2-40B4-BE49-F238E27FC236}">
                <ns2:creationId id="{2E6D4984-C617-467B-AFC2-029E4CB08FB8}"/>
              </a:ext>
            </a:extLst>
          </p:cNvPr>
          <p:cNvSpPr>
            <a:spLocks noGrp="1"/>
          </p:cNvSpPr>
          <p:nvPr/>
        </p:nvSpPr>
        <p:spPr>
          <a:xfrm>
            <a:off x="1866900" y="1790700"/>
            <a:ext cx="953" cy="7905750"/>
          </a:xfrm>
          <a:custGeom>
            <a:pathLst>
              <a:path w="953" h="7905750">
                <a:moveTo>
                  <a:pt x="0" y="0"/>
                </a:moveTo>
                <a:lnTo>
                  <a:pt x="0" y="7905750"/>
                </a:lnTo>
              </a:path>
            </a:pathLst>
          </a:custGeom>
          <a:noFill/>
          <a:ln w="11430">
            <a:solidFill>
              <a:srgbClr val="B7B9B9"/>
            </a:solidFill>
            <a:prstDash val="solid"/>
          </a:ln>
        </p:spPr>
      </p:sp>
      <p:sp>
        <p:nvSpPr>
          <p:cNvPr id="23" name="Editable path 206">
            <a:extLst>
              <a:ext uri="{FF2B5EF4-FFF2-40B4-BE49-F238E27FC236}">
                <ns2:creationId id="{CA16AF8C-CBC1-47B9-B53A-BD732E93A442}"/>
              </a:ext>
            </a:extLst>
          </p:cNvPr>
          <p:cNvSpPr>
            <a:spLocks noGrp="1"/>
          </p:cNvSpPr>
          <p:nvPr/>
        </p:nvSpPr>
        <p:spPr>
          <a:xfrm>
            <a:off x="9963150" y="1790700"/>
            <a:ext cx="953" cy="7905750"/>
          </a:xfrm>
          <a:custGeom>
            <a:pathLst>
              <a:path w="953" h="7905750">
                <a:moveTo>
                  <a:pt x="0" y="0"/>
                </a:moveTo>
                <a:lnTo>
                  <a:pt x="0" y="7905750"/>
                </a:lnTo>
              </a:path>
            </a:pathLst>
          </a:custGeom>
          <a:noFill/>
          <a:ln w="11430">
            <a:solidFill>
              <a:srgbClr val="B7B9B9"/>
            </a:solidFill>
            <a:prstDash val="solid"/>
          </a:ln>
        </p:spPr>
      </p:sp>
      <p:sp>
        <p:nvSpPr>
          <p:cNvPr id="24" name="DP3 object 207">
            <a:extLst>
              <a:ext uri="{FF2B5EF4-FFF2-40B4-BE49-F238E27FC236}">
                <ns2:creationId id="{F7EF5AC6-0398-42A9-B017-45FF755A6470}"/>
              </a:ext>
            </a:extLst>
          </p:cNvPr>
          <p:cNvSpPr>
            <a:spLocks noGrp="1"/>
          </p:cNvSpPr>
          <p:nvPr/>
        </p:nvSpPr>
        <p:spPr>
          <a:xfrm>
            <a:off x="400050" y="2571750"/>
            <a:ext cx="1285875"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p:txBody>
      </p:sp>
      <p:sp>
        <p:nvSpPr>
          <p:cNvPr id="25" name="DP3 object 208">
            <a:extLst>
              <a:ext uri="{FF2B5EF4-FFF2-40B4-BE49-F238E27FC236}">
                <ns2:creationId id="{159160EF-FC3E-412A-B714-421A6B56084D}"/>
              </a:ext>
            </a:extLst>
          </p:cNvPr>
          <p:cNvSpPr>
            <a:spLocks noGrp="1"/>
          </p:cNvSpPr>
          <p:nvPr/>
        </p:nvSpPr>
        <p:spPr>
          <a:xfrm>
            <a:off x="342900" y="3333750"/>
            <a:ext cx="1381125" cy="5286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노란 경계</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Component</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내부 둥근 상자</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Module</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원통</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소유 상태</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파란 점선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OS Process</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육각형</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외부 모델</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실선 요청</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점선 반환</a:t>
            </a:r>
            <a:endParaRPr lang="ko-KR">
              <a:latin typeface="Calibri"/>
              <a:ea typeface="Calibri"/>
              <a:cs typeface="Calibri"/>
            </a:endParaRPr>
          </a:p>
        </p:txBody>
      </p:sp>
      <p:sp>
        <p:nvSpPr>
          <p:cNvPr id="26" name="VIA Host process">
            <a:extLst>
              <a:ext uri="{FF2B5EF4-FFF2-40B4-BE49-F238E27FC236}">
                <ns2:creationId id="{7528EDC9-80E8-46A6-8888-C0219B8C04EC}"/>
              </a:ext>
            </a:extLst>
          </p:cNvPr>
          <p:cNvSpPr>
            <a:spLocks noGrp="1"/>
          </p:cNvSpPr>
          <p:nvPr/>
        </p:nvSpPr>
        <p:spPr>
          <a:xfrm>
            <a:off x="2095500" y="2543175"/>
            <a:ext cx="7524750" cy="2400300"/>
          </a:xfrm>
          <a:prstGeom prst="rect">
            <a:avLst/>
          </a:prstGeom>
          <a:noFill/>
          <a:ln w="19050">
            <a:solidFill>
              <a:srgbClr val="4676CB"/>
            </a:solidFill>
            <a:prstDash val="dash"/>
          </a:ln>
        </p:spPr>
        <p:txBody>
          <a:bodyPr wrap="none" lIns="114300" tIns="28575" rIns="114300" bIns="20955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28" name="Screen Target Producer">
            <a:extLst>
              <a:ext uri="{FF2B5EF4-FFF2-40B4-BE49-F238E27FC236}">
                <ns2:creationId id="{63FD1E95-7116-495A-9E62-2C4B450A739B}"/>
              </a:ext>
            </a:extLst>
          </p:cNvPr>
          <p:cNvSpPr>
            <a:spLocks noGrp="1"/>
          </p:cNvSpPr>
          <p:nvPr/>
        </p:nvSpPr>
        <p:spPr>
          <a:xfrm>
            <a:off x="2266950" y="2943225"/>
            <a:ext cx="2952750"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30" name="Editable path 213">
            <a:extLst>
              <a:ext uri="{FF2B5EF4-FFF2-40B4-BE49-F238E27FC236}">
                <ns2:creationId id="{C9FDC1D1-5B63-4DD4-9C49-55B127EF15E5}"/>
              </a:ext>
            </a:extLst>
          </p:cNvPr>
          <p:cNvSpPr>
            <a:spLocks noGrp="1"/>
          </p:cNvSpPr>
          <p:nvPr/>
        </p:nvSpPr>
        <p:spPr>
          <a:xfrm>
            <a:off x="2266950" y="3295650"/>
            <a:ext cx="2952750" cy="953"/>
          </a:xfrm>
          <a:custGeom>
            <a:pathLst>
              <a:path w="2952750" h="953">
                <a:moveTo>
                  <a:pt x="0" y="0"/>
                </a:moveTo>
                <a:lnTo>
                  <a:pt x="2952750" y="0"/>
                </a:lnTo>
              </a:path>
            </a:pathLst>
          </a:custGeom>
          <a:noFill/>
          <a:ln w="14288">
            <a:solidFill>
              <a:srgbClr val="111111"/>
            </a:solidFill>
            <a:prstDash val="solid"/>
          </a:ln>
        </p:spPr>
      </p:sp>
      <p:sp>
        <p:nvSpPr>
          <p:cNvPr id="31" name="Candidate Assembler">
            <a:extLst>
              <a:ext uri="{FF2B5EF4-FFF2-40B4-BE49-F238E27FC236}">
                <ns2:creationId id="{C4B22CB6-6C01-46BE-BE16-82C34B1D3099}"/>
              </a:ext>
            </a:extLst>
          </p:cNvPr>
          <p:cNvSpPr>
            <a:spLocks noGrp="1"/>
          </p:cNvSpPr>
          <p:nvPr/>
        </p:nvSpPr>
        <p:spPr>
          <a:xfrm>
            <a:off x="2419350" y="3371850"/>
            <a:ext cx="2647950" cy="381000"/>
          </a:xfrm>
          <a:prstGeom prst="roundRect">
            <a:avLst>
              <a:gd name="adj" fmla="val 20000"/>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33" name="대상·동작 기록 (RAM)후보 rev / 출처 / mask 참조">
            <a:extLst>
              <a:ext uri="{FF2B5EF4-FFF2-40B4-BE49-F238E27FC236}">
                <ns2:creationId id="{79557CC7-9ECB-4028-8380-7B699798518F}"/>
              </a:ext>
            </a:extLst>
          </p:cNvPr>
          <p:cNvSpPr>
            <a:spLocks noGrp="1"/>
          </p:cNvSpPr>
          <p:nvPr/>
        </p:nvSpPr>
        <p:spPr>
          <a:xfrm>
            <a:off x="2419350" y="3924300"/>
            <a:ext cx="2647950" cy="6762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rev / 출처 / mask 참조</a:t>
            </a:r>
            <a:endParaRPr lang="ko-KR">
              <a:latin typeface="Calibri"/>
              <a:ea typeface="Calibri"/>
              <a:cs typeface="Calibri"/>
            </a:endParaRPr>
          </a:p>
        </p:txBody>
      </p:sp>
      <p:sp>
        <p:nvSpPr>
          <p:cNvPr id="35" name="Model Access">
            <a:extLst>
              <a:ext uri="{FF2B5EF4-FFF2-40B4-BE49-F238E27FC236}">
                <ns2:creationId id="{6D47C13A-3AB3-4258-826B-3AFFAFD36823}"/>
              </a:ext>
            </a:extLst>
          </p:cNvPr>
          <p:cNvSpPr>
            <a:spLocks noGrp="1"/>
          </p:cNvSpPr>
          <p:nvPr/>
        </p:nvSpPr>
        <p:spPr>
          <a:xfrm>
            <a:off x="6372225" y="2943225"/>
            <a:ext cx="3076575"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37" name="Editable path 219">
            <a:extLst>
              <a:ext uri="{FF2B5EF4-FFF2-40B4-BE49-F238E27FC236}">
                <ns2:creationId id="{11633509-7882-46CB-8989-372FEB8938FE}"/>
              </a:ext>
            </a:extLst>
          </p:cNvPr>
          <p:cNvSpPr>
            <a:spLocks noGrp="1"/>
          </p:cNvSpPr>
          <p:nvPr/>
        </p:nvSpPr>
        <p:spPr>
          <a:xfrm>
            <a:off x="6372225" y="3295650"/>
            <a:ext cx="3076575" cy="953"/>
          </a:xfrm>
          <a:custGeom>
            <a:pathLst>
              <a:path w="3076575" h="953">
                <a:moveTo>
                  <a:pt x="0" y="0"/>
                </a:moveTo>
                <a:lnTo>
                  <a:pt x="3076575" y="0"/>
                </a:lnTo>
              </a:path>
            </a:pathLst>
          </a:custGeom>
          <a:noFill/>
          <a:ln w="14288">
            <a:solidFill>
              <a:srgbClr val="111111"/>
            </a:solidFill>
            <a:prstDash val="solid"/>
          </a:ln>
        </p:spPr>
      </p:sp>
      <p:sp>
        <p:nvSpPr>
          <p:cNvPr id="38" name="Local ModelExecution Controller">
            <a:extLst>
              <a:ext uri="{FF2B5EF4-FFF2-40B4-BE49-F238E27FC236}">
                <ns2:creationId id="{EC70664C-4CAC-4DC4-BE1A-560E94593CA5}"/>
              </a:ext>
            </a:extLst>
          </p:cNvPr>
          <p:cNvSpPr>
            <a:spLocks noGrp="1"/>
          </p:cNvSpPr>
          <p:nvPr/>
        </p:nvSpPr>
        <p:spPr>
          <a:xfrm>
            <a:off x="6524625" y="3371850"/>
            <a:ext cx="2771775" cy="638175"/>
          </a:xfrm>
          <a:prstGeom prst="roundRect">
            <a:avLst>
              <a:gd name="adj" fmla="val 11940"/>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Execution Controller</a:t>
            </a:r>
            <a:endParaRPr lang="ko-KR">
              <a:latin typeface="Calibri"/>
              <a:ea typeface="Calibri"/>
              <a:cs typeface="Calibri"/>
            </a:endParaRPr>
          </a:p>
        </p:txBody>
      </p:sp>
      <p:sp>
        <p:nvSpPr>
          <p:cNvPr id="40" name="DP3 object 222">
            <a:extLst>
              <a:ext uri="{FF2B5EF4-FFF2-40B4-BE49-F238E27FC236}">
                <ns2:creationId id="{9DD0D966-5765-405C-8297-89F2E1DE4B2A}"/>
              </a:ext>
            </a:extLst>
          </p:cNvPr>
          <p:cNvSpPr>
            <a:spLocks noGrp="1"/>
          </p:cNvSpPr>
          <p:nvPr/>
        </p:nvSpPr>
        <p:spPr>
          <a:xfrm>
            <a:off x="6534150" y="4171950"/>
            <a:ext cx="27527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CPU 허가 / queue·generation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모델 수명 / 재시작 책임</a:t>
            </a:r>
            <a:endParaRPr lang="ko-KR">
              <a:latin typeface="Calibri"/>
              <a:ea typeface="Calibri"/>
              <a:cs typeface="Calibri"/>
            </a:endParaRPr>
          </a:p>
        </p:txBody>
      </p:sp>
      <p:sp>
        <p:nvSpPr>
          <p:cNvPr id="41" name="Editable path 223">
            <a:extLst>
              <a:ext uri="{FF2B5EF4-FFF2-40B4-BE49-F238E27FC236}">
                <ns2:creationId id="{D51DB077-E926-4710-8035-9F2423D46F32}"/>
              </a:ext>
            </a:extLst>
          </p:cNvPr>
          <p:cNvSpPr>
            <a:spLocks noGrp="1"/>
          </p:cNvSpPr>
          <p:nvPr/>
        </p:nvSpPr>
        <p:spPr>
          <a:xfrm>
            <a:off x="5219700" y="3571875"/>
            <a:ext cx="1152525" cy="953"/>
          </a:xfrm>
          <a:custGeom>
            <a:pathLst>
              <a:path w="1152525" h="953">
                <a:moveTo>
                  <a:pt x="0" y="0"/>
                </a:moveTo>
                <a:lnTo>
                  <a:pt x="1152525" y="0"/>
                </a:lnTo>
              </a:path>
            </a:pathLst>
          </a:custGeom>
          <a:noFill/>
          <a:ln w="19050">
            <a:solidFill>
              <a:srgbClr val="111111"/>
            </a:solidFill>
            <a:prstDash val="solid"/>
          </a:ln>
        </p:spPr>
      </p:sp>
      <p:sp>
        <p:nvSpPr>
          <p:cNvPr id="42" name="Editable arrowhead 224">
            <a:extLst>
              <a:ext uri="{FF2B5EF4-FFF2-40B4-BE49-F238E27FC236}">
                <ns2:creationId id="{C2158EF9-CA53-42AA-B05D-F5DE98DFA707}"/>
              </a:ext>
            </a:extLst>
          </p:cNvPr>
          <p:cNvSpPr>
            <a:spLocks noGrp="1"/>
          </p:cNvSpPr>
          <p:nvPr/>
        </p:nvSpPr>
        <p:spPr>
          <a:xfrm>
            <a:off x="6276975" y="352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생산 요청">
            <a:extLst>
              <a:ext uri="{FF2B5EF4-FFF2-40B4-BE49-F238E27FC236}">
                <ns2:creationId id="{2750EB39-6367-44A6-A590-5CAB0FB2139D}"/>
              </a:ext>
            </a:extLst>
          </p:cNvPr>
          <p:cNvSpPr>
            <a:spLocks noGrp="1"/>
          </p:cNvSpPr>
          <p:nvPr/>
        </p:nvSpPr>
        <p:spPr>
          <a:xfrm>
            <a:off x="5267325" y="321945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생산 요청</a:t>
            </a:r>
            <a:endParaRPr lang="ko-KR">
              <a:latin typeface="Calibri"/>
              <a:ea typeface="Calibri"/>
              <a:cs typeface="Calibri"/>
            </a:endParaRPr>
          </a:p>
        </p:txBody>
      </p:sp>
      <p:sp>
        <p:nvSpPr>
          <p:cNvPr id="45" name="Editable path 227">
            <a:extLst>
              <a:ext uri="{FF2B5EF4-FFF2-40B4-BE49-F238E27FC236}">
                <ns2:creationId id="{5B40109F-CC2C-406E-92D1-C4BAECC09610}"/>
              </a:ext>
            </a:extLst>
          </p:cNvPr>
          <p:cNvSpPr>
            <a:spLocks noGrp="1"/>
          </p:cNvSpPr>
          <p:nvPr/>
        </p:nvSpPr>
        <p:spPr>
          <a:xfrm>
            <a:off x="5219700" y="4333875"/>
            <a:ext cx="1152525" cy="953"/>
          </a:xfrm>
          <a:custGeom>
            <a:pathLst>
              <a:path w="1152525" h="953">
                <a:moveTo>
                  <a:pt x="1152525" y="0"/>
                </a:moveTo>
                <a:lnTo>
                  <a:pt x="0" y="0"/>
                </a:lnTo>
              </a:path>
            </a:pathLst>
          </a:custGeom>
          <a:noFill/>
          <a:ln w="19050">
            <a:solidFill>
              <a:srgbClr val="111111"/>
            </a:solidFill>
            <a:prstDash val="dash"/>
          </a:ln>
        </p:spPr>
      </p:sp>
      <p:sp>
        <p:nvSpPr>
          <p:cNvPr id="46" name="Editable arrowhead 228">
            <a:extLst>
              <a:ext uri="{FF2B5EF4-FFF2-40B4-BE49-F238E27FC236}">
                <ns2:creationId id="{4DC80DF3-5BEF-41CB-A86D-4513CF45F7A7}"/>
              </a:ext>
            </a:extLst>
          </p:cNvPr>
          <p:cNvSpPr>
            <a:spLocks noGrp="1"/>
          </p:cNvSpPr>
          <p:nvPr/>
        </p:nvSpPr>
        <p:spPr>
          <a:xfrm>
            <a:off x="5219700" y="42862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47" name="후보 재료">
            <a:extLst>
              <a:ext uri="{FF2B5EF4-FFF2-40B4-BE49-F238E27FC236}">
                <ns2:creationId id="{7C1294ED-B379-4450-BFBA-AAD404076968}"/>
              </a:ext>
            </a:extLst>
          </p:cNvPr>
          <p:cNvSpPr>
            <a:spLocks noGrp="1"/>
          </p:cNvSpPr>
          <p:nvPr/>
        </p:nvSpPr>
        <p:spPr>
          <a:xfrm>
            <a:off x="5267325" y="44291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재료</a:t>
            </a:r>
            <a:endParaRPr lang="ko-KR">
              <a:latin typeface="Calibri"/>
              <a:ea typeface="Calibri"/>
              <a:cs typeface="Calibri"/>
            </a:endParaRPr>
          </a:p>
        </p:txBody>
      </p:sp>
      <p:sp>
        <p:nvSpPr>
          <p:cNvPr id="49" name="VIA Host process">
            <a:extLst>
              <a:ext uri="{FF2B5EF4-FFF2-40B4-BE49-F238E27FC236}">
                <ns2:creationId id="{3325D1AE-E7B2-4B2D-8BFF-01D4CC680B03}"/>
              </a:ext>
            </a:extLst>
          </p:cNvPr>
          <p:cNvSpPr>
            <a:spLocks noGrp="1"/>
          </p:cNvSpPr>
          <p:nvPr/>
        </p:nvSpPr>
        <p:spPr>
          <a:xfrm>
            <a:off x="10191750" y="2543175"/>
            <a:ext cx="7524750" cy="2400300"/>
          </a:xfrm>
          <a:prstGeom prst="rect">
            <a:avLst/>
          </a:prstGeom>
          <a:noFill/>
          <a:ln w="19050">
            <a:solidFill>
              <a:srgbClr val="4676CB"/>
            </a:solidFill>
            <a:prstDash val="dash"/>
          </a:ln>
        </p:spPr>
        <p:txBody>
          <a:bodyPr wrap="none" lIns="114300" tIns="28575" rIns="114300" bIns="20955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51" name="Screen Target Producer">
            <a:extLst>
              <a:ext uri="{FF2B5EF4-FFF2-40B4-BE49-F238E27FC236}">
                <ns2:creationId id="{02A15422-9D70-4BC8-AA07-FD6E1D9E8785}"/>
              </a:ext>
            </a:extLst>
          </p:cNvPr>
          <p:cNvSpPr>
            <a:spLocks noGrp="1"/>
          </p:cNvSpPr>
          <p:nvPr/>
        </p:nvSpPr>
        <p:spPr>
          <a:xfrm>
            <a:off x="10363200" y="2943225"/>
            <a:ext cx="2952750"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53" name="Editable path 235">
            <a:extLst>
              <a:ext uri="{FF2B5EF4-FFF2-40B4-BE49-F238E27FC236}">
                <ns2:creationId id="{0FBA0989-9C5D-4542-96EB-9D80D651B7E3}"/>
              </a:ext>
            </a:extLst>
          </p:cNvPr>
          <p:cNvSpPr>
            <a:spLocks noGrp="1"/>
          </p:cNvSpPr>
          <p:nvPr/>
        </p:nvSpPr>
        <p:spPr>
          <a:xfrm>
            <a:off x="10363200" y="3295650"/>
            <a:ext cx="2952750" cy="953"/>
          </a:xfrm>
          <a:custGeom>
            <a:pathLst>
              <a:path w="2952750" h="953">
                <a:moveTo>
                  <a:pt x="0" y="0"/>
                </a:moveTo>
                <a:lnTo>
                  <a:pt x="2952750" y="0"/>
                </a:lnTo>
              </a:path>
            </a:pathLst>
          </a:custGeom>
          <a:noFill/>
          <a:ln w="14288">
            <a:solidFill>
              <a:srgbClr val="111111"/>
            </a:solidFill>
            <a:prstDash val="solid"/>
          </a:ln>
        </p:spPr>
      </p:sp>
      <p:sp>
        <p:nvSpPr>
          <p:cNvPr id="54" name="Candidate Assembler">
            <a:extLst>
              <a:ext uri="{FF2B5EF4-FFF2-40B4-BE49-F238E27FC236}">
                <ns2:creationId id="{FEE1623F-58AF-4C4C-88C1-85F0D05A6095}"/>
              </a:ext>
            </a:extLst>
          </p:cNvPr>
          <p:cNvSpPr>
            <a:spLocks noGrp="1"/>
          </p:cNvSpPr>
          <p:nvPr/>
        </p:nvSpPr>
        <p:spPr>
          <a:xfrm>
            <a:off x="10515600" y="3371850"/>
            <a:ext cx="2647950" cy="381000"/>
          </a:xfrm>
          <a:prstGeom prst="roundRect">
            <a:avLst>
              <a:gd name="adj" fmla="val 20000"/>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Candidate Assembler</a:t>
            </a:r>
            <a:endParaRPr lang="ko-KR">
              <a:latin typeface="Calibri"/>
              <a:ea typeface="Calibri"/>
              <a:cs typeface="Calibri"/>
            </a:endParaRPr>
          </a:p>
        </p:txBody>
      </p:sp>
      <p:sp>
        <p:nvSpPr>
          <p:cNvPr id="56" name="대상·동작 기록 (RAM)후보 rev / 출처 / mask 참조">
            <a:extLst>
              <a:ext uri="{FF2B5EF4-FFF2-40B4-BE49-F238E27FC236}">
                <ns2:creationId id="{74C1816C-AF40-4ED4-B38F-2DBDE5A6DE7B}"/>
              </a:ext>
            </a:extLst>
          </p:cNvPr>
          <p:cNvSpPr>
            <a:spLocks noGrp="1"/>
          </p:cNvSpPr>
          <p:nvPr/>
        </p:nvSpPr>
        <p:spPr>
          <a:xfrm>
            <a:off x="10515600" y="3924300"/>
            <a:ext cx="2647950" cy="67627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대상·동작 기록 (RAM)</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rev / 출처 / mask 참조</a:t>
            </a:r>
            <a:endParaRPr lang="ko-KR">
              <a:latin typeface="Calibri"/>
              <a:ea typeface="Calibri"/>
              <a:cs typeface="Calibri"/>
            </a:endParaRPr>
          </a:p>
        </p:txBody>
      </p:sp>
      <p:sp>
        <p:nvSpPr>
          <p:cNvPr id="58" name="Model Access">
            <a:extLst>
              <a:ext uri="{FF2B5EF4-FFF2-40B4-BE49-F238E27FC236}">
                <ns2:creationId id="{8438D4EE-2011-41A3-BCEB-86582DE82DD6}"/>
              </a:ext>
            </a:extLst>
          </p:cNvPr>
          <p:cNvSpPr>
            <a:spLocks noGrp="1"/>
          </p:cNvSpPr>
          <p:nvPr/>
        </p:nvSpPr>
        <p:spPr>
          <a:xfrm>
            <a:off x="14468475" y="2943225"/>
            <a:ext cx="3076575" cy="1819275"/>
          </a:xfrm>
          <a:prstGeom prst="rect">
            <a:avLst/>
          </a:prstGeom>
          <a:solidFill>
            <a:srgbClr val="FFF6DD"/>
          </a:solidFill>
          <a:ln w="19050">
            <a:solidFill>
              <a:srgbClr val="111111"/>
            </a:solidFill>
            <a:prstDash val="solid"/>
          </a:ln>
        </p:spPr>
        <p:txBody>
          <a:bodyPr wrap="none" lIns="66675" tIns="19050" rIns="66675" bIns="14859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0" name="Editable path 241">
            <a:extLst>
              <a:ext uri="{FF2B5EF4-FFF2-40B4-BE49-F238E27FC236}">
                <ns2:creationId id="{E646AA7F-B91F-45E2-988D-49C8E86905CD}"/>
              </a:ext>
            </a:extLst>
          </p:cNvPr>
          <p:cNvSpPr>
            <a:spLocks noGrp="1"/>
          </p:cNvSpPr>
          <p:nvPr/>
        </p:nvSpPr>
        <p:spPr>
          <a:xfrm>
            <a:off x="14468475" y="3295650"/>
            <a:ext cx="3076575" cy="953"/>
          </a:xfrm>
          <a:custGeom>
            <a:pathLst>
              <a:path w="3076575" h="953">
                <a:moveTo>
                  <a:pt x="0" y="0"/>
                </a:moveTo>
                <a:lnTo>
                  <a:pt x="3076575" y="0"/>
                </a:lnTo>
              </a:path>
            </a:pathLst>
          </a:custGeom>
          <a:noFill/>
          <a:ln w="14288">
            <a:solidFill>
              <a:srgbClr val="111111"/>
            </a:solidFill>
            <a:prstDash val="solid"/>
          </a:ln>
        </p:spPr>
      </p:sp>
      <p:sp>
        <p:nvSpPr>
          <p:cNvPr id="61" name="Local ModelExecution Controller">
            <a:extLst>
              <a:ext uri="{FF2B5EF4-FFF2-40B4-BE49-F238E27FC236}">
                <ns2:creationId id="{0AE8D0E4-2562-467E-A8FD-A2BC38929D8A}"/>
              </a:ext>
            </a:extLst>
          </p:cNvPr>
          <p:cNvSpPr>
            <a:spLocks noGrp="1"/>
          </p:cNvSpPr>
          <p:nvPr/>
        </p:nvSpPr>
        <p:spPr>
          <a:xfrm>
            <a:off x="14620875" y="3371850"/>
            <a:ext cx="2771775" cy="638175"/>
          </a:xfrm>
          <a:prstGeom prst="roundRect">
            <a:avLst>
              <a:gd name="adj" fmla="val 11940"/>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Execution Controller</a:t>
            </a:r>
            <a:endParaRPr lang="ko-KR">
              <a:latin typeface="Calibri"/>
              <a:ea typeface="Calibri"/>
              <a:cs typeface="Calibri"/>
            </a:endParaRPr>
          </a:p>
        </p:txBody>
      </p:sp>
      <p:sp>
        <p:nvSpPr>
          <p:cNvPr id="63" name="DP3 object 244">
            <a:extLst>
              <a:ext uri="{FF2B5EF4-FFF2-40B4-BE49-F238E27FC236}">
                <ns2:creationId id="{63841B16-F73B-46A8-9D43-6B38B966324A}"/>
              </a:ext>
            </a:extLst>
          </p:cNvPr>
          <p:cNvSpPr>
            <a:spLocks noGrp="1"/>
          </p:cNvSpPr>
          <p:nvPr/>
        </p:nvSpPr>
        <p:spPr>
          <a:xfrm>
            <a:off x="14630400" y="4171950"/>
            <a:ext cx="27527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CPU 허가 / queue·generation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모델 수명 / 재시작 책임</a:t>
            </a:r>
            <a:endParaRPr lang="ko-KR">
              <a:latin typeface="Calibri"/>
              <a:ea typeface="Calibri"/>
              <a:cs typeface="Calibri"/>
            </a:endParaRPr>
          </a:p>
        </p:txBody>
      </p:sp>
      <p:sp>
        <p:nvSpPr>
          <p:cNvPr id="64" name="Editable path 245">
            <a:extLst>
              <a:ext uri="{FF2B5EF4-FFF2-40B4-BE49-F238E27FC236}">
                <ns2:creationId id="{313D6552-E02F-4B14-90EC-2B85B7E6207C}"/>
              </a:ext>
            </a:extLst>
          </p:cNvPr>
          <p:cNvSpPr>
            <a:spLocks noGrp="1"/>
          </p:cNvSpPr>
          <p:nvPr/>
        </p:nvSpPr>
        <p:spPr>
          <a:xfrm>
            <a:off x="13315950" y="3571875"/>
            <a:ext cx="1152525" cy="953"/>
          </a:xfrm>
          <a:custGeom>
            <a:pathLst>
              <a:path w="1152525" h="953">
                <a:moveTo>
                  <a:pt x="0" y="0"/>
                </a:moveTo>
                <a:lnTo>
                  <a:pt x="1152525" y="0"/>
                </a:lnTo>
              </a:path>
            </a:pathLst>
          </a:custGeom>
          <a:noFill/>
          <a:ln w="19050">
            <a:solidFill>
              <a:srgbClr val="111111"/>
            </a:solidFill>
            <a:prstDash val="solid"/>
          </a:ln>
        </p:spPr>
      </p:sp>
      <p:sp>
        <p:nvSpPr>
          <p:cNvPr id="65" name="Editable arrowhead 246">
            <a:extLst>
              <a:ext uri="{FF2B5EF4-FFF2-40B4-BE49-F238E27FC236}">
                <ns2:creationId id="{AB1B6C41-5E92-486A-8EDA-68BB0B64E9F1}"/>
              </a:ext>
            </a:extLst>
          </p:cNvPr>
          <p:cNvSpPr>
            <a:spLocks noGrp="1"/>
          </p:cNvSpPr>
          <p:nvPr/>
        </p:nvSpPr>
        <p:spPr>
          <a:xfrm>
            <a:off x="14373225" y="35242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66" name="생산 요청">
            <a:extLst>
              <a:ext uri="{FF2B5EF4-FFF2-40B4-BE49-F238E27FC236}">
                <ns2:creationId id="{4F03294A-0504-4655-B535-77BF173DB0BD}"/>
              </a:ext>
            </a:extLst>
          </p:cNvPr>
          <p:cNvSpPr>
            <a:spLocks noGrp="1"/>
          </p:cNvSpPr>
          <p:nvPr/>
        </p:nvSpPr>
        <p:spPr>
          <a:xfrm>
            <a:off x="13363575" y="3219450"/>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생산 요청</a:t>
            </a:r>
            <a:endParaRPr lang="ko-KR">
              <a:latin typeface="Calibri"/>
              <a:ea typeface="Calibri"/>
              <a:cs typeface="Calibri"/>
            </a:endParaRPr>
          </a:p>
        </p:txBody>
      </p:sp>
      <p:sp>
        <p:nvSpPr>
          <p:cNvPr id="68" name="Editable path 249">
            <a:extLst>
              <a:ext uri="{FF2B5EF4-FFF2-40B4-BE49-F238E27FC236}">
                <ns2:creationId id="{2849C96B-5D75-44F7-AE60-693056A2686E}"/>
              </a:ext>
            </a:extLst>
          </p:cNvPr>
          <p:cNvSpPr>
            <a:spLocks noGrp="1"/>
          </p:cNvSpPr>
          <p:nvPr/>
        </p:nvSpPr>
        <p:spPr>
          <a:xfrm>
            <a:off x="13315950" y="4333875"/>
            <a:ext cx="1152525" cy="953"/>
          </a:xfrm>
          <a:custGeom>
            <a:pathLst>
              <a:path w="1152525" h="953">
                <a:moveTo>
                  <a:pt x="1152525" y="0"/>
                </a:moveTo>
                <a:lnTo>
                  <a:pt x="0" y="0"/>
                </a:lnTo>
              </a:path>
            </a:pathLst>
          </a:custGeom>
          <a:noFill/>
          <a:ln w="19050">
            <a:solidFill>
              <a:srgbClr val="111111"/>
            </a:solidFill>
            <a:prstDash val="dash"/>
          </a:ln>
        </p:spPr>
      </p:sp>
      <p:sp>
        <p:nvSpPr>
          <p:cNvPr id="69" name="Editable arrowhead 250">
            <a:extLst>
              <a:ext uri="{FF2B5EF4-FFF2-40B4-BE49-F238E27FC236}">
                <ns2:creationId id="{8A0FAAC0-634C-41C7-AB24-A4270EA1D993}"/>
              </a:ext>
            </a:extLst>
          </p:cNvPr>
          <p:cNvSpPr>
            <a:spLocks noGrp="1"/>
          </p:cNvSpPr>
          <p:nvPr/>
        </p:nvSpPr>
        <p:spPr>
          <a:xfrm>
            <a:off x="13315950" y="42862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70" name="후보 재료">
            <a:extLst>
              <a:ext uri="{FF2B5EF4-FFF2-40B4-BE49-F238E27FC236}">
                <ns2:creationId id="{16A197FC-4ED8-4030-84EE-F613B593D9CB}"/>
              </a:ext>
            </a:extLst>
          </p:cNvPr>
          <p:cNvSpPr>
            <a:spLocks noGrp="1"/>
          </p:cNvSpPr>
          <p:nvPr/>
        </p:nvSpPr>
        <p:spPr>
          <a:xfrm>
            <a:off x="13363575" y="4429125"/>
            <a:ext cx="10572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재료</a:t>
            </a:r>
            <a:endParaRPr lang="ko-KR">
              <a:latin typeface="Calibri"/>
              <a:ea typeface="Calibri"/>
              <a:cs typeface="Calibri"/>
            </a:endParaRPr>
          </a:p>
        </p:txBody>
      </p:sp>
      <p:sp>
        <p:nvSpPr>
          <p:cNvPr id="72" name="Vision Worker process  (단일 주소 공간)">
            <a:extLst>
              <a:ext uri="{FF2B5EF4-FFF2-40B4-BE49-F238E27FC236}">
                <ns2:creationId id="{1C591CC0-D36C-4ACD-9BF7-13A934D373BE}"/>
              </a:ext>
            </a:extLst>
          </p:cNvPr>
          <p:cNvSpPr>
            <a:spLocks noGrp="1"/>
          </p:cNvSpPr>
          <p:nvPr/>
        </p:nvSpPr>
        <p:spPr>
          <a:xfrm>
            <a:off x="2095500" y="6086475"/>
            <a:ext cx="75247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Vision Worker process  (단일 주소 공간)</a:t>
            </a:r>
            <a:endParaRPr lang="ko-KR">
              <a:latin typeface="Calibri"/>
              <a:ea typeface="Calibri"/>
              <a:cs typeface="Calibri"/>
            </a:endParaRPr>
          </a:p>
        </p:txBody>
      </p:sp>
      <p:sp>
        <p:nvSpPr>
          <p:cNvPr id="74" name="Model Access  (worker 배치)">
            <a:extLst>
              <a:ext uri="{FF2B5EF4-FFF2-40B4-BE49-F238E27FC236}">
                <ns2:creationId id="{3CE22F61-AF53-401D-AC4E-B071E65ED229}"/>
              </a:ext>
            </a:extLst>
          </p:cNvPr>
          <p:cNvSpPr>
            <a:spLocks noGrp="1"/>
          </p:cNvSpPr>
          <p:nvPr/>
        </p:nvSpPr>
        <p:spPr>
          <a:xfrm>
            <a:off x="2266950" y="6477000"/>
            <a:ext cx="718185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76" name="Editable path 257">
            <a:extLst>
              <a:ext uri="{FF2B5EF4-FFF2-40B4-BE49-F238E27FC236}">
                <ns2:creationId id="{4C1D7E52-93D4-4215-976B-A7C5C43D7EBD}"/>
              </a:ext>
            </a:extLst>
          </p:cNvPr>
          <p:cNvSpPr>
            <a:spLocks noGrp="1"/>
          </p:cNvSpPr>
          <p:nvPr/>
        </p:nvSpPr>
        <p:spPr>
          <a:xfrm>
            <a:off x="2266950" y="6829425"/>
            <a:ext cx="7181850" cy="953"/>
          </a:xfrm>
          <a:custGeom>
            <a:pathLst>
              <a:path w="7181850" h="953">
                <a:moveTo>
                  <a:pt x="0" y="0"/>
                </a:moveTo>
                <a:lnTo>
                  <a:pt x="7181850" y="0"/>
                </a:lnTo>
              </a:path>
            </a:pathLst>
          </a:custGeom>
          <a:noFill/>
          <a:ln w="14288">
            <a:solidFill>
              <a:srgbClr val="111111"/>
            </a:solidFill>
            <a:prstDash val="solid"/>
          </a:ln>
        </p:spPr>
      </p:sp>
      <p:sp>
        <p:nvSpPr>
          <p:cNvPr id="77" name="IPC Endpoint / Job Queue  (한 stage씩)">
            <a:extLst>
              <a:ext uri="{FF2B5EF4-FFF2-40B4-BE49-F238E27FC236}">
                <ns2:creationId id="{34ADA91F-C163-4086-B36A-B838542B58EF}"/>
              </a:ext>
            </a:extLst>
          </p:cNvPr>
          <p:cNvSpPr>
            <a:spLocks noGrp="1"/>
          </p:cNvSpPr>
          <p:nvPr/>
        </p:nvSpPr>
        <p:spPr>
          <a:xfrm>
            <a:off x="2419350" y="6924675"/>
            <a:ext cx="68770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Endpoint / Job Queue  (한 stage씩)</a:t>
            </a:r>
            <a:endParaRPr lang="ko-KR">
              <a:latin typeface="Calibri"/>
              <a:ea typeface="Calibri"/>
              <a:cs typeface="Calibri"/>
            </a:endParaRPr>
          </a:p>
        </p:txBody>
      </p:sp>
      <p:sp>
        <p:nvSpPr>
          <p:cNvPr id="79" name="UI Adapter">
            <a:extLst>
              <a:ext uri="{FF2B5EF4-FFF2-40B4-BE49-F238E27FC236}">
                <ns2:creationId id="{4CB390DB-C3AE-4A48-A50B-B097828BCD71}"/>
              </a:ext>
            </a:extLst>
          </p:cNvPr>
          <p:cNvSpPr>
            <a:spLocks noGrp="1"/>
          </p:cNvSpPr>
          <p:nvPr/>
        </p:nvSpPr>
        <p:spPr>
          <a:xfrm>
            <a:off x="2419350" y="7629525"/>
            <a:ext cx="32194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a:t>
            </a:r>
            <a:endParaRPr lang="ko-KR">
              <a:latin typeface="Calibri"/>
              <a:ea typeface="Calibri"/>
              <a:cs typeface="Calibri"/>
            </a:endParaRPr>
          </a:p>
        </p:txBody>
      </p:sp>
      <p:sp>
        <p:nvSpPr>
          <p:cNvPr id="81" name="SAM Adapter">
            <a:extLst>
              <a:ext uri="{FF2B5EF4-FFF2-40B4-BE49-F238E27FC236}">
                <ns2:creationId id="{BE3BB091-4E6D-4BCA-B62F-AC4AB5E7DD3D}"/>
              </a:ext>
            </a:extLst>
          </p:cNvPr>
          <p:cNvSpPr>
            <a:spLocks noGrp="1"/>
          </p:cNvSpPr>
          <p:nvPr/>
        </p:nvSpPr>
        <p:spPr>
          <a:xfrm>
            <a:off x="6076950" y="7629525"/>
            <a:ext cx="32194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Adapter</a:t>
            </a:r>
            <a:endParaRPr lang="ko-KR">
              <a:latin typeface="Calibri"/>
              <a:ea typeface="Calibri"/>
              <a:cs typeface="Calibri"/>
            </a:endParaRPr>
          </a:p>
        </p:txBody>
      </p:sp>
      <p:sp>
        <p:nvSpPr>
          <p:cNvPr id="83" name="UI model session검출 + OCR weights">
            <a:extLst>
              <a:ext uri="{FF2B5EF4-FFF2-40B4-BE49-F238E27FC236}">
                <ns2:creationId id="{FE95D752-FB23-45E9-AD3B-7F3190401DF3}"/>
              </a:ext>
            </a:extLst>
          </p:cNvPr>
          <p:cNvSpPr>
            <a:spLocks noGrp="1"/>
          </p:cNvSpPr>
          <p:nvPr/>
        </p:nvSpPr>
        <p:spPr>
          <a:xfrm>
            <a:off x="2419350" y="8258175"/>
            <a:ext cx="2266950"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UI model session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검출 + OCR weights</a:t>
            </a:r>
            <a:endParaRPr lang="ko-KR">
              <a:latin typeface="Calibri"/>
              <a:ea typeface="Calibri"/>
              <a:cs typeface="Calibri"/>
            </a:endParaRPr>
          </a:p>
        </p:txBody>
      </p:sp>
      <p:sp>
        <p:nvSpPr>
          <p:cNvPr id="85" name="SAM model sessionTiny weights">
            <a:extLst>
              <a:ext uri="{FF2B5EF4-FFF2-40B4-BE49-F238E27FC236}">
                <ns2:creationId id="{C7245AE2-A3B1-4FBC-80D8-D673F0E4F770}"/>
              </a:ext>
            </a:extLst>
          </p:cNvPr>
          <p:cNvSpPr>
            <a:spLocks noGrp="1"/>
          </p:cNvSpPr>
          <p:nvPr/>
        </p:nvSpPr>
        <p:spPr>
          <a:xfrm>
            <a:off x="4838700" y="8258175"/>
            <a:ext cx="214312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SAM model session</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Tiny weights</a:t>
            </a:r>
            <a:endParaRPr lang="ko-KR">
              <a:latin typeface="Calibri"/>
              <a:ea typeface="Calibri"/>
              <a:cs typeface="Calibri"/>
            </a:endParaRPr>
          </a:p>
        </p:txBody>
      </p:sp>
      <p:sp>
        <p:nvSpPr>
          <p:cNvPr id="87" name="SAM episodeframe features / tensor">
            <a:extLst>
              <a:ext uri="{FF2B5EF4-FFF2-40B4-BE49-F238E27FC236}">
                <ns2:creationId id="{102BF1CA-E249-4737-AFE6-1924FAF27A6D}"/>
              </a:ext>
            </a:extLst>
          </p:cNvPr>
          <p:cNvSpPr>
            <a:spLocks noGrp="1"/>
          </p:cNvSpPr>
          <p:nvPr/>
        </p:nvSpPr>
        <p:spPr>
          <a:xfrm>
            <a:off x="7134225" y="8258175"/>
            <a:ext cx="21621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episode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frame features / tensor</a:t>
            </a:r>
            <a:endParaRPr lang="ko-KR">
              <a:latin typeface="Calibri"/>
              <a:ea typeface="Calibri"/>
              <a:cs typeface="Calibri"/>
            </a:endParaRPr>
          </a:p>
        </p:txBody>
      </p:sp>
      <p:sp>
        <p:nvSpPr>
          <p:cNvPr id="89" name="DP3 object 267">
            <a:extLst>
              <a:ext uri="{FF2B5EF4-FFF2-40B4-BE49-F238E27FC236}">
                <ns2:creationId id="{459EE3FB-D21C-4042-B1C3-4BCAFDD38989}"/>
              </a:ext>
            </a:extLst>
          </p:cNvPr>
          <p:cNvSpPr>
            <a:spLocks noGrp="1"/>
          </p:cNvSpPr>
          <p:nvPr/>
        </p:nvSpPr>
        <p:spPr>
          <a:xfrm>
            <a:off x="2428875" y="8924925"/>
            <a:ext cx="685800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공유 Python / PyTorch CPU runtime</a:t>
            </a:r>
            <a:endParaRPr lang="ko-KR">
              <a:latin typeface="Calibri"/>
              <a:ea typeface="Calibri"/>
              <a:cs typeface="Calibri"/>
            </a:endParaRPr>
          </a:p>
        </p:txBody>
      </p:sp>
      <p:sp>
        <p:nvSpPr>
          <p:cNvPr id="90" name="Editable path 268">
            <a:extLst>
              <a:ext uri="{FF2B5EF4-FFF2-40B4-BE49-F238E27FC236}">
                <ns2:creationId id="{46E21FA8-ED49-4BC0-954B-679F3EC6B861}"/>
              </a:ext>
            </a:extLst>
          </p:cNvPr>
          <p:cNvSpPr>
            <a:spLocks noGrp="1"/>
          </p:cNvSpPr>
          <p:nvPr/>
        </p:nvSpPr>
        <p:spPr>
          <a:xfrm>
            <a:off x="6762750" y="4943475"/>
            <a:ext cx="953" cy="1143000"/>
          </a:xfrm>
          <a:custGeom>
            <a:pathLst>
              <a:path w="953" h="1143000">
                <a:moveTo>
                  <a:pt x="0" y="0"/>
                </a:moveTo>
                <a:lnTo>
                  <a:pt x="0" y="1143000"/>
                </a:lnTo>
              </a:path>
            </a:pathLst>
          </a:custGeom>
          <a:noFill/>
          <a:ln w="19050">
            <a:solidFill>
              <a:srgbClr val="111111"/>
            </a:solidFill>
            <a:prstDash val="solid"/>
          </a:ln>
        </p:spPr>
      </p:sp>
      <p:sp>
        <p:nvSpPr>
          <p:cNvPr id="91" name="Editable arrowhead 269">
            <a:extLst>
              <a:ext uri="{FF2B5EF4-FFF2-40B4-BE49-F238E27FC236}">
                <ns2:creationId id="{FE0688C9-62BD-4D0F-8C49-729FD12CB0F1}"/>
              </a:ext>
            </a:extLst>
          </p:cNvPr>
          <p:cNvSpPr>
            <a:spLocks noGrp="1"/>
          </p:cNvSpPr>
          <p:nvPr/>
        </p:nvSpPr>
        <p:spPr>
          <a:xfrm>
            <a:off x="6715125"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1 RunUI / 3 RunSegment·Track">
            <a:extLst>
              <a:ext uri="{FF2B5EF4-FFF2-40B4-BE49-F238E27FC236}">
                <ns2:creationId id="{33E26C35-E316-4CF5-A3F0-FB4411907914}"/>
              </a:ext>
            </a:extLst>
          </p:cNvPr>
          <p:cNvSpPr>
            <a:spLocks noGrp="1"/>
          </p:cNvSpPr>
          <p:nvPr/>
        </p:nvSpPr>
        <p:spPr>
          <a:xfrm>
            <a:off x="4095750" y="5295900"/>
            <a:ext cx="3143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RunUI / 3 RunSegment·Track</a:t>
            </a:r>
            <a:endParaRPr lang="ko-KR">
              <a:latin typeface="Calibri"/>
              <a:ea typeface="Calibri"/>
              <a:cs typeface="Calibri"/>
            </a:endParaRPr>
          </a:p>
        </p:txBody>
      </p:sp>
      <p:sp>
        <p:nvSpPr>
          <p:cNvPr id="94" name="Editable path 272">
            <a:extLst>
              <a:ext uri="{FF2B5EF4-FFF2-40B4-BE49-F238E27FC236}">
                <ns2:creationId id="{3946A52D-D3E2-49C5-B62F-6821E67C782D}"/>
              </a:ext>
            </a:extLst>
          </p:cNvPr>
          <p:cNvSpPr>
            <a:spLocks noGrp="1"/>
          </p:cNvSpPr>
          <p:nvPr/>
        </p:nvSpPr>
        <p:spPr>
          <a:xfrm>
            <a:off x="8953500" y="4943475"/>
            <a:ext cx="953" cy="1143000"/>
          </a:xfrm>
          <a:custGeom>
            <a:pathLst>
              <a:path w="953" h="1143000">
                <a:moveTo>
                  <a:pt x="0" y="1143000"/>
                </a:moveTo>
                <a:lnTo>
                  <a:pt x="0" y="0"/>
                </a:lnTo>
              </a:path>
            </a:pathLst>
          </a:custGeom>
          <a:noFill/>
          <a:ln w="19050">
            <a:solidFill>
              <a:srgbClr val="111111"/>
            </a:solidFill>
            <a:prstDash val="dash"/>
          </a:ln>
        </p:spPr>
      </p:sp>
      <p:sp>
        <p:nvSpPr>
          <p:cNvPr id="95" name="Editable arrowhead 273">
            <a:extLst>
              <a:ext uri="{FF2B5EF4-FFF2-40B4-BE49-F238E27FC236}">
                <ns2:creationId id="{C15C6615-C482-427E-BE4E-D36924FA4550}"/>
              </a:ext>
            </a:extLst>
          </p:cNvPr>
          <p:cNvSpPr>
            <a:spLocks noGrp="1"/>
          </p:cNvSpPr>
          <p:nvPr/>
        </p:nvSpPr>
        <p:spPr>
          <a:xfrm>
            <a:off x="8905875"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96" name="2 UI 결과 / 4 mask·track">
            <a:extLst>
              <a:ext uri="{FF2B5EF4-FFF2-40B4-BE49-F238E27FC236}">
                <ns2:creationId id="{904C5161-58E0-4902-BB14-AC337D4D2BCE}"/>
              </a:ext>
            </a:extLst>
          </p:cNvPr>
          <p:cNvSpPr>
            <a:spLocks noGrp="1"/>
          </p:cNvSpPr>
          <p:nvPr/>
        </p:nvSpPr>
        <p:spPr>
          <a:xfrm>
            <a:off x="7267575" y="5657850"/>
            <a:ext cx="22860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UI 결과 / 4 mask·track</a:t>
            </a:r>
            <a:endParaRPr lang="ko-KR">
              <a:latin typeface="Calibri"/>
              <a:ea typeface="Calibri"/>
              <a:cs typeface="Calibri"/>
            </a:endParaRPr>
          </a:p>
        </p:txBody>
      </p:sp>
      <p:sp>
        <p:nvSpPr>
          <p:cNvPr id="98" name="Editable path 276">
            <a:extLst>
              <a:ext uri="{FF2B5EF4-FFF2-40B4-BE49-F238E27FC236}">
                <ns2:creationId id="{F5FE8536-7A10-4D4D-93B0-59507CB7349F}"/>
              </a:ext>
            </a:extLst>
          </p:cNvPr>
          <p:cNvSpPr>
            <a:spLocks noGrp="1"/>
          </p:cNvSpPr>
          <p:nvPr/>
        </p:nvSpPr>
        <p:spPr>
          <a:xfrm>
            <a:off x="3810000" y="7343775"/>
            <a:ext cx="953" cy="285750"/>
          </a:xfrm>
          <a:custGeom>
            <a:pathLst>
              <a:path w="953" h="285750">
                <a:moveTo>
                  <a:pt x="0" y="0"/>
                </a:moveTo>
                <a:lnTo>
                  <a:pt x="0" y="285750"/>
                </a:lnTo>
              </a:path>
            </a:pathLst>
          </a:custGeom>
          <a:noFill/>
          <a:ln w="19050">
            <a:solidFill>
              <a:srgbClr val="111111"/>
            </a:solidFill>
            <a:prstDash val="solid"/>
          </a:ln>
        </p:spPr>
      </p:sp>
      <p:sp>
        <p:nvSpPr>
          <p:cNvPr id="99" name="Editable arrowhead 277">
            <a:extLst>
              <a:ext uri="{FF2B5EF4-FFF2-40B4-BE49-F238E27FC236}">
                <ns2:creationId id="{929B6BCF-954B-4D6B-8280-7F619157B2B6}"/>
              </a:ext>
            </a:extLst>
          </p:cNvPr>
          <p:cNvSpPr>
            <a:spLocks noGrp="1"/>
          </p:cNvSpPr>
          <p:nvPr/>
        </p:nvSpPr>
        <p:spPr>
          <a:xfrm>
            <a:off x="3762375"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78">
            <a:extLst>
              <a:ext uri="{FF2B5EF4-FFF2-40B4-BE49-F238E27FC236}">
                <ns2:creationId id="{D0663A0A-5079-4234-B616-71F05B7E6B19}"/>
              </a:ext>
            </a:extLst>
          </p:cNvPr>
          <p:cNvSpPr>
            <a:spLocks noGrp="1"/>
          </p:cNvSpPr>
          <p:nvPr/>
        </p:nvSpPr>
        <p:spPr>
          <a:xfrm>
            <a:off x="7686675" y="7343775"/>
            <a:ext cx="953" cy="285750"/>
          </a:xfrm>
          <a:custGeom>
            <a:pathLst>
              <a:path w="953" h="285750">
                <a:moveTo>
                  <a:pt x="0" y="0"/>
                </a:moveTo>
                <a:lnTo>
                  <a:pt x="0" y="285750"/>
                </a:lnTo>
              </a:path>
            </a:pathLst>
          </a:custGeom>
          <a:noFill/>
          <a:ln w="19050">
            <a:solidFill>
              <a:srgbClr val="111111"/>
            </a:solidFill>
            <a:prstDash val="solid"/>
          </a:ln>
        </p:spPr>
      </p:sp>
      <p:sp>
        <p:nvSpPr>
          <p:cNvPr id="101" name="Editable arrowhead 279">
            <a:extLst>
              <a:ext uri="{FF2B5EF4-FFF2-40B4-BE49-F238E27FC236}">
                <ns2:creationId id="{9027E739-B2E1-4BED-ADC2-E8216E17E22D}"/>
              </a:ext>
            </a:extLst>
          </p:cNvPr>
          <p:cNvSpPr>
            <a:spLocks noGrp="1"/>
          </p:cNvSpPr>
          <p:nvPr/>
        </p:nvSpPr>
        <p:spPr>
          <a:xfrm>
            <a:off x="76390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UI Worker process">
            <a:extLst>
              <a:ext uri="{FF2B5EF4-FFF2-40B4-BE49-F238E27FC236}">
                <ns2:creationId id="{4973AD92-8396-4CD2-BFB0-AB7EE10087ED}"/>
              </a:ext>
            </a:extLst>
          </p:cNvPr>
          <p:cNvSpPr>
            <a:spLocks noGrp="1"/>
          </p:cNvSpPr>
          <p:nvPr/>
        </p:nvSpPr>
        <p:spPr>
          <a:xfrm>
            <a:off x="10191750" y="6086475"/>
            <a:ext cx="35242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UI Worker process</a:t>
            </a:r>
            <a:endParaRPr lang="ko-KR">
              <a:latin typeface="Calibri"/>
              <a:ea typeface="Calibri"/>
              <a:cs typeface="Calibri"/>
            </a:endParaRPr>
          </a:p>
        </p:txBody>
      </p:sp>
      <p:sp>
        <p:nvSpPr>
          <p:cNvPr id="104" name="Model Access (worker 배치)">
            <a:extLst>
              <a:ext uri="{FF2B5EF4-FFF2-40B4-BE49-F238E27FC236}">
                <ns2:creationId id="{A7B4B94E-0740-485E-BA9B-5C6A1AEA08A0}"/>
              </a:ext>
            </a:extLst>
          </p:cNvPr>
          <p:cNvSpPr>
            <a:spLocks noGrp="1"/>
          </p:cNvSpPr>
          <p:nvPr/>
        </p:nvSpPr>
        <p:spPr>
          <a:xfrm>
            <a:off x="10334625" y="6477000"/>
            <a:ext cx="323850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06" name="Editable path 284">
            <a:extLst>
              <a:ext uri="{FF2B5EF4-FFF2-40B4-BE49-F238E27FC236}">
                <ns2:creationId id="{83F82676-C286-438C-9E51-425EF2563DA0}"/>
              </a:ext>
            </a:extLst>
          </p:cNvPr>
          <p:cNvSpPr>
            <a:spLocks noGrp="1"/>
          </p:cNvSpPr>
          <p:nvPr/>
        </p:nvSpPr>
        <p:spPr>
          <a:xfrm>
            <a:off x="10334625" y="6829425"/>
            <a:ext cx="3238500" cy="953"/>
          </a:xfrm>
          <a:custGeom>
            <a:pathLst>
              <a:path w="3238500" h="953">
                <a:moveTo>
                  <a:pt x="0" y="0"/>
                </a:moveTo>
                <a:lnTo>
                  <a:pt x="3238500" y="0"/>
                </a:lnTo>
              </a:path>
            </a:pathLst>
          </a:custGeom>
          <a:noFill/>
          <a:ln w="14288">
            <a:solidFill>
              <a:srgbClr val="111111"/>
            </a:solidFill>
            <a:prstDash val="solid"/>
          </a:ln>
        </p:spPr>
      </p:sp>
      <p:sp>
        <p:nvSpPr>
          <p:cNvPr id="107" name="IPC Endpoint / Job Queue">
            <a:extLst>
              <a:ext uri="{FF2B5EF4-FFF2-40B4-BE49-F238E27FC236}">
                <ns2:creationId id="{A5745C6E-4F30-4D6E-9C99-9647A3093DC0}"/>
              </a:ext>
            </a:extLst>
          </p:cNvPr>
          <p:cNvSpPr>
            <a:spLocks noGrp="1"/>
          </p:cNvSpPr>
          <p:nvPr/>
        </p:nvSpPr>
        <p:spPr>
          <a:xfrm>
            <a:off x="10458450" y="6924675"/>
            <a:ext cx="29908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109" name="UI Adapter">
            <a:extLst>
              <a:ext uri="{FF2B5EF4-FFF2-40B4-BE49-F238E27FC236}">
                <ns2:creationId id="{DD633C2D-F2F2-44AF-B8DE-8D3C7633A648}"/>
              </a:ext>
            </a:extLst>
          </p:cNvPr>
          <p:cNvSpPr>
            <a:spLocks noGrp="1"/>
          </p:cNvSpPr>
          <p:nvPr/>
        </p:nvSpPr>
        <p:spPr>
          <a:xfrm>
            <a:off x="10458450" y="7629525"/>
            <a:ext cx="29908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a:t>
            </a:r>
            <a:endParaRPr lang="ko-KR">
              <a:latin typeface="Calibri"/>
              <a:ea typeface="Calibri"/>
              <a:cs typeface="Calibri"/>
            </a:endParaRPr>
          </a:p>
        </p:txBody>
      </p:sp>
      <p:sp>
        <p:nvSpPr>
          <p:cNvPr id="111" name="UI Model Session검출 / OCR">
            <a:extLst>
              <a:ext uri="{FF2B5EF4-FFF2-40B4-BE49-F238E27FC236}">
                <ns2:creationId id="{12982D01-4014-4FB5-A23D-61AC91443064}"/>
              </a:ext>
            </a:extLst>
          </p:cNvPr>
          <p:cNvSpPr>
            <a:spLocks noGrp="1"/>
          </p:cNvSpPr>
          <p:nvPr/>
        </p:nvSpPr>
        <p:spPr>
          <a:xfrm>
            <a:off x="10458450" y="8258175"/>
            <a:ext cx="15906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Model Session</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검출 / OCR</a:t>
            </a:r>
            <a:endParaRPr lang="ko-KR">
              <a:latin typeface="Calibri"/>
              <a:ea typeface="Calibri"/>
              <a:cs typeface="Calibri"/>
            </a:endParaRPr>
          </a:p>
        </p:txBody>
      </p:sp>
      <p:sp>
        <p:nvSpPr>
          <p:cNvPr id="113" name="UI jobworkspace">
            <a:extLst>
              <a:ext uri="{FF2B5EF4-FFF2-40B4-BE49-F238E27FC236}">
                <ns2:creationId id="{0F95C523-5163-4478-8CB5-707F0B96450F}"/>
              </a:ext>
            </a:extLst>
          </p:cNvPr>
          <p:cNvSpPr>
            <a:spLocks noGrp="1"/>
          </p:cNvSpPr>
          <p:nvPr/>
        </p:nvSpPr>
        <p:spPr>
          <a:xfrm>
            <a:off x="12163425" y="8258175"/>
            <a:ext cx="12858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UI job</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workspace</a:t>
            </a:r>
            <a:endParaRPr lang="ko-KR">
              <a:latin typeface="Calibri"/>
              <a:ea typeface="Calibri"/>
              <a:cs typeface="Calibri"/>
            </a:endParaRPr>
          </a:p>
        </p:txBody>
      </p:sp>
      <p:sp>
        <p:nvSpPr>
          <p:cNvPr id="115" name="DP3 object 291">
            <a:extLst>
              <a:ext uri="{FF2B5EF4-FFF2-40B4-BE49-F238E27FC236}">
                <ns2:creationId id="{CD3C0602-8B51-4884-AC41-76673E1C35AA}"/>
              </a:ext>
            </a:extLst>
          </p:cNvPr>
          <p:cNvSpPr>
            <a:spLocks noGrp="1"/>
          </p:cNvSpPr>
          <p:nvPr/>
        </p:nvSpPr>
        <p:spPr>
          <a:xfrm>
            <a:off x="10420350" y="8934450"/>
            <a:ext cx="3067050" cy="23812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전용 Python / PyTorch runtime</a:t>
            </a:r>
            <a:endParaRPr lang="ko-KR">
              <a:latin typeface="Calibri"/>
              <a:ea typeface="Calibri"/>
              <a:cs typeface="Calibri"/>
            </a:endParaRPr>
          </a:p>
        </p:txBody>
      </p:sp>
      <p:sp>
        <p:nvSpPr>
          <p:cNvPr id="116" name="Editable path 292">
            <a:extLst>
              <a:ext uri="{FF2B5EF4-FFF2-40B4-BE49-F238E27FC236}">
                <ns2:creationId id="{81FFF4B6-889A-4374-BD33-E7DE1B18FA1F}"/>
              </a:ext>
            </a:extLst>
          </p:cNvPr>
          <p:cNvSpPr>
            <a:spLocks noGrp="1"/>
          </p:cNvSpPr>
          <p:nvPr/>
        </p:nvSpPr>
        <p:spPr>
          <a:xfrm>
            <a:off x="11953875" y="7343775"/>
            <a:ext cx="953" cy="285750"/>
          </a:xfrm>
          <a:custGeom>
            <a:pathLst>
              <a:path w="953" h="285750">
                <a:moveTo>
                  <a:pt x="0" y="0"/>
                </a:moveTo>
                <a:lnTo>
                  <a:pt x="0" y="285750"/>
                </a:lnTo>
              </a:path>
            </a:pathLst>
          </a:custGeom>
          <a:noFill/>
          <a:ln w="19050">
            <a:solidFill>
              <a:srgbClr val="111111"/>
            </a:solidFill>
            <a:prstDash val="solid"/>
          </a:ln>
        </p:spPr>
      </p:sp>
      <p:sp>
        <p:nvSpPr>
          <p:cNvPr id="117" name="Editable arrowhead 293">
            <a:extLst>
              <a:ext uri="{FF2B5EF4-FFF2-40B4-BE49-F238E27FC236}">
                <ns2:creationId id="{0082BE93-F6FE-4D8B-917B-4FAD7B22F3F0}"/>
              </a:ext>
            </a:extLst>
          </p:cNvPr>
          <p:cNvSpPr>
            <a:spLocks noGrp="1"/>
          </p:cNvSpPr>
          <p:nvPr/>
        </p:nvSpPr>
        <p:spPr>
          <a:xfrm>
            <a:off x="119062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8" name="SAM Worker process">
            <a:extLst>
              <a:ext uri="{FF2B5EF4-FFF2-40B4-BE49-F238E27FC236}">
                <ns2:creationId id="{A10A97B1-41AB-4DD6-98CD-E2BF4E10507C}"/>
              </a:ext>
            </a:extLst>
          </p:cNvPr>
          <p:cNvSpPr>
            <a:spLocks noGrp="1"/>
          </p:cNvSpPr>
          <p:nvPr/>
        </p:nvSpPr>
        <p:spPr>
          <a:xfrm>
            <a:off x="14192250" y="6086475"/>
            <a:ext cx="3524250" cy="3333750"/>
          </a:xfrm>
          <a:prstGeom prst="rect">
            <a:avLst/>
          </a:prstGeom>
          <a:noFill/>
          <a:ln w="19050">
            <a:solidFill>
              <a:srgbClr val="4676CB"/>
            </a:solidFill>
            <a:prstDash val="dash"/>
          </a:ln>
        </p:spPr>
        <p:txBody>
          <a:bodyPr wrap="none" lIns="114300" tIns="28575" rIns="114300" bIns="302895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SAM Worker process</a:t>
            </a:r>
            <a:endParaRPr lang="ko-KR">
              <a:latin typeface="Calibri"/>
              <a:ea typeface="Calibri"/>
              <a:cs typeface="Calibri"/>
            </a:endParaRPr>
          </a:p>
        </p:txBody>
      </p:sp>
      <p:sp>
        <p:nvSpPr>
          <p:cNvPr id="120" name="Model Access (worker 배치)">
            <a:extLst>
              <a:ext uri="{FF2B5EF4-FFF2-40B4-BE49-F238E27FC236}">
                <ns2:creationId id="{12B2769F-B6CC-4FF2-8980-7C9FB3B1A1C7}"/>
              </a:ext>
            </a:extLst>
          </p:cNvPr>
          <p:cNvSpPr>
            <a:spLocks noGrp="1"/>
          </p:cNvSpPr>
          <p:nvPr/>
        </p:nvSpPr>
        <p:spPr>
          <a:xfrm>
            <a:off x="14335125" y="6477000"/>
            <a:ext cx="3238500" cy="2752725"/>
          </a:xfrm>
          <a:prstGeom prst="rect">
            <a:avLst/>
          </a:prstGeom>
          <a:solidFill>
            <a:srgbClr val="FFF6DD"/>
          </a:solidFill>
          <a:ln w="19050">
            <a:solidFill>
              <a:srgbClr val="111111"/>
            </a:solidFill>
            <a:prstDash val="solid"/>
          </a:ln>
        </p:spPr>
        <p:txBody>
          <a:bodyPr wrap="none" lIns="66675" tIns="19050" rIns="66675" bIns="241935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22" name="Editable path 298">
            <a:extLst>
              <a:ext uri="{FF2B5EF4-FFF2-40B4-BE49-F238E27FC236}">
                <ns2:creationId id="{854C30AE-4AA7-4469-B0AC-471FD2E5E386}"/>
              </a:ext>
            </a:extLst>
          </p:cNvPr>
          <p:cNvSpPr>
            <a:spLocks noGrp="1"/>
          </p:cNvSpPr>
          <p:nvPr/>
        </p:nvSpPr>
        <p:spPr>
          <a:xfrm>
            <a:off x="14335125" y="6829425"/>
            <a:ext cx="3238500" cy="953"/>
          </a:xfrm>
          <a:custGeom>
            <a:pathLst>
              <a:path w="3238500" h="953">
                <a:moveTo>
                  <a:pt x="0" y="0"/>
                </a:moveTo>
                <a:lnTo>
                  <a:pt x="3238500" y="0"/>
                </a:lnTo>
              </a:path>
            </a:pathLst>
          </a:custGeom>
          <a:noFill/>
          <a:ln w="14288">
            <a:solidFill>
              <a:srgbClr val="111111"/>
            </a:solidFill>
            <a:prstDash val="solid"/>
          </a:ln>
        </p:spPr>
      </p:sp>
      <p:sp>
        <p:nvSpPr>
          <p:cNvPr id="123" name="IPC Endpoint / Job Queue">
            <a:extLst>
              <a:ext uri="{FF2B5EF4-FFF2-40B4-BE49-F238E27FC236}">
                <ns2:creationId id="{5B0BC837-5681-4903-93B0-1784995B98DC}"/>
              </a:ext>
            </a:extLst>
          </p:cNvPr>
          <p:cNvSpPr>
            <a:spLocks noGrp="1"/>
          </p:cNvSpPr>
          <p:nvPr/>
        </p:nvSpPr>
        <p:spPr>
          <a:xfrm>
            <a:off x="14458950" y="6924675"/>
            <a:ext cx="2990850" cy="419100"/>
          </a:xfrm>
          <a:prstGeom prst="roundRect">
            <a:avLst>
              <a:gd name="adj" fmla="val 18182"/>
            </a:avLst>
          </a:prstGeom>
          <a:solidFill>
            <a:srgbClr val="FFFFFF"/>
          </a:solidFill>
          <a:ln w="19050">
            <a:solidFill>
              <a:srgbClr val="111111"/>
            </a:solidFill>
            <a:prstDash val="solid"/>
          </a:ln>
        </p:spPr>
        <p:txBody>
          <a:bodyPr wrap="none" lIns="57150" tIns="19050" rIns="57150"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125" name="SAM Adapter">
            <a:extLst>
              <a:ext uri="{FF2B5EF4-FFF2-40B4-BE49-F238E27FC236}">
                <ns2:creationId id="{681CAED1-DBB3-4DD3-809C-24F1E33B48E9}"/>
              </a:ext>
            </a:extLst>
          </p:cNvPr>
          <p:cNvSpPr>
            <a:spLocks noGrp="1"/>
          </p:cNvSpPr>
          <p:nvPr/>
        </p:nvSpPr>
        <p:spPr>
          <a:xfrm>
            <a:off x="14458950" y="7629525"/>
            <a:ext cx="2990850" cy="428625"/>
          </a:xfrm>
          <a:prstGeom prst="roundRect">
            <a:avLst>
              <a:gd name="adj" fmla="val 17778"/>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Adapter</a:t>
            </a:r>
            <a:endParaRPr lang="ko-KR">
              <a:latin typeface="Calibri"/>
              <a:ea typeface="Calibri"/>
              <a:cs typeface="Calibri"/>
            </a:endParaRPr>
          </a:p>
        </p:txBody>
      </p:sp>
      <p:sp>
        <p:nvSpPr>
          <p:cNvPr id="127" name="SAM ModelSession / Tiny">
            <a:extLst>
              <a:ext uri="{FF2B5EF4-FFF2-40B4-BE49-F238E27FC236}">
                <ns2:creationId id="{825C1497-CC0F-4B1E-91D8-2A7A9C188548}"/>
              </a:ext>
            </a:extLst>
          </p:cNvPr>
          <p:cNvSpPr>
            <a:spLocks noGrp="1"/>
          </p:cNvSpPr>
          <p:nvPr/>
        </p:nvSpPr>
        <p:spPr>
          <a:xfrm>
            <a:off x="14458950" y="8258175"/>
            <a:ext cx="15906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Model</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Session / Tiny</a:t>
            </a:r>
            <a:endParaRPr lang="ko-KR">
              <a:latin typeface="Calibri"/>
              <a:ea typeface="Calibri"/>
              <a:cs typeface="Calibri"/>
            </a:endParaRPr>
          </a:p>
        </p:txBody>
      </p:sp>
      <p:sp>
        <p:nvSpPr>
          <p:cNvPr id="129" name="SAM episode+ workspace">
            <a:extLst>
              <a:ext uri="{FF2B5EF4-FFF2-40B4-BE49-F238E27FC236}">
                <ns2:creationId id="{338BD39C-F0D8-41A3-8CE8-50827E253672}"/>
              </a:ext>
            </a:extLst>
          </p:cNvPr>
          <p:cNvSpPr>
            <a:spLocks noGrp="1"/>
          </p:cNvSpPr>
          <p:nvPr/>
        </p:nvSpPr>
        <p:spPr>
          <a:xfrm>
            <a:off x="16163925" y="8258175"/>
            <a:ext cx="1285875" cy="6191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SAM episode</a:t>
            </a:r>
            <a:endParaRPr lang="ko-KR">
              <a:latin typeface="Calibri"/>
              <a:ea typeface="Calibri"/>
              <a:cs typeface="Calibri"/>
            </a:endParaRPr>
          </a:p>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 workspace</a:t>
            </a:r>
            <a:endParaRPr lang="ko-KR">
              <a:latin typeface="Calibri"/>
              <a:ea typeface="Calibri"/>
              <a:cs typeface="Calibri"/>
            </a:endParaRPr>
          </a:p>
        </p:txBody>
      </p:sp>
      <p:sp>
        <p:nvSpPr>
          <p:cNvPr id="131" name="DP3 object 305">
            <a:extLst>
              <a:ext uri="{FF2B5EF4-FFF2-40B4-BE49-F238E27FC236}">
                <ns2:creationId id="{0916A052-12BE-45F8-AA28-B9E42C5BD043}"/>
              </a:ext>
            </a:extLst>
          </p:cNvPr>
          <p:cNvSpPr>
            <a:spLocks noGrp="1"/>
          </p:cNvSpPr>
          <p:nvPr/>
        </p:nvSpPr>
        <p:spPr>
          <a:xfrm>
            <a:off x="14420850" y="8934450"/>
            <a:ext cx="3067050" cy="23812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전용 Python / PyTorch runtime</a:t>
            </a:r>
            <a:endParaRPr lang="ko-KR">
              <a:latin typeface="Calibri"/>
              <a:ea typeface="Calibri"/>
              <a:cs typeface="Calibri"/>
            </a:endParaRPr>
          </a:p>
        </p:txBody>
      </p:sp>
      <p:sp>
        <p:nvSpPr>
          <p:cNvPr id="132" name="Editable path 306">
            <a:extLst>
              <a:ext uri="{FF2B5EF4-FFF2-40B4-BE49-F238E27FC236}">
                <ns2:creationId id="{5B5B92DF-3C2D-4D58-90E1-D58D7596BB53}"/>
              </a:ext>
            </a:extLst>
          </p:cNvPr>
          <p:cNvSpPr>
            <a:spLocks noGrp="1"/>
          </p:cNvSpPr>
          <p:nvPr/>
        </p:nvSpPr>
        <p:spPr>
          <a:xfrm>
            <a:off x="15954375" y="7343775"/>
            <a:ext cx="953" cy="285750"/>
          </a:xfrm>
          <a:custGeom>
            <a:pathLst>
              <a:path w="953" h="285750">
                <a:moveTo>
                  <a:pt x="0" y="0"/>
                </a:moveTo>
                <a:lnTo>
                  <a:pt x="0" y="285750"/>
                </a:lnTo>
              </a:path>
            </a:pathLst>
          </a:custGeom>
          <a:noFill/>
          <a:ln w="19050">
            <a:solidFill>
              <a:srgbClr val="111111"/>
            </a:solidFill>
            <a:prstDash val="solid"/>
          </a:ln>
        </p:spPr>
      </p:sp>
      <p:sp>
        <p:nvSpPr>
          <p:cNvPr id="133" name="Editable arrowhead 307">
            <a:extLst>
              <a:ext uri="{FF2B5EF4-FFF2-40B4-BE49-F238E27FC236}">
                <ns2:creationId id="{6F6B78CC-E10B-48D2-AD7B-AA49A69EEF3D}"/>
              </a:ext>
            </a:extLst>
          </p:cNvPr>
          <p:cNvSpPr>
            <a:spLocks noGrp="1"/>
          </p:cNvSpPr>
          <p:nvPr/>
        </p:nvSpPr>
        <p:spPr>
          <a:xfrm>
            <a:off x="15906750" y="7534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4" name="Editable path 308">
            <a:extLst>
              <a:ext uri="{FF2B5EF4-FFF2-40B4-BE49-F238E27FC236}">
                <ns2:creationId id="{6C5E1592-D531-4024-9565-99780EB781A3}"/>
              </a:ext>
            </a:extLst>
          </p:cNvPr>
          <p:cNvSpPr>
            <a:spLocks noGrp="1"/>
          </p:cNvSpPr>
          <p:nvPr/>
        </p:nvSpPr>
        <p:spPr>
          <a:xfrm>
            <a:off x="11096625" y="4943475"/>
            <a:ext cx="3667125" cy="1143000"/>
          </a:xfrm>
          <a:custGeom>
            <a:pathLst>
              <a:path w="3667125" h="1143000">
                <a:moveTo>
                  <a:pt x="3667125" y="0"/>
                </a:moveTo>
                <a:lnTo>
                  <a:pt x="3667125" y="295275"/>
                </a:lnTo>
                <a:lnTo>
                  <a:pt x="0" y="295275"/>
                </a:lnTo>
                <a:lnTo>
                  <a:pt x="0" y="1143000"/>
                </a:lnTo>
              </a:path>
            </a:pathLst>
          </a:custGeom>
          <a:noFill/>
          <a:ln w="19050">
            <a:solidFill>
              <a:srgbClr val="111111"/>
            </a:solidFill>
            <a:prstDash val="solid"/>
          </a:ln>
        </p:spPr>
      </p:sp>
      <p:sp>
        <p:nvSpPr>
          <p:cNvPr id="135" name="Editable arrowhead 309">
            <a:extLst>
              <a:ext uri="{FF2B5EF4-FFF2-40B4-BE49-F238E27FC236}">
                <ns2:creationId id="{F75AC9DA-673D-4894-A20D-AD8213606046}"/>
              </a:ext>
            </a:extLst>
          </p:cNvPr>
          <p:cNvSpPr>
            <a:spLocks noGrp="1"/>
          </p:cNvSpPr>
          <p:nvPr/>
        </p:nvSpPr>
        <p:spPr>
          <a:xfrm>
            <a:off x="11049000"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6" name="1 RunUI">
            <a:extLst>
              <a:ext uri="{FF2B5EF4-FFF2-40B4-BE49-F238E27FC236}">
                <ns2:creationId id="{22DC69D5-D3A8-44BF-8A61-9C8CF4D3AC55}"/>
              </a:ext>
            </a:extLst>
          </p:cNvPr>
          <p:cNvSpPr>
            <a:spLocks noGrp="1"/>
          </p:cNvSpPr>
          <p:nvPr/>
        </p:nvSpPr>
        <p:spPr>
          <a:xfrm>
            <a:off x="10382250" y="5391150"/>
            <a:ext cx="13716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RunUI</a:t>
            </a:r>
            <a:endParaRPr lang="ko-KR">
              <a:latin typeface="Calibri"/>
              <a:ea typeface="Calibri"/>
              <a:cs typeface="Calibri"/>
            </a:endParaRPr>
          </a:p>
        </p:txBody>
      </p:sp>
      <p:sp>
        <p:nvSpPr>
          <p:cNvPr id="138" name="Editable path 312">
            <a:extLst>
              <a:ext uri="{FF2B5EF4-FFF2-40B4-BE49-F238E27FC236}">
                <ns2:creationId id="{1516D40C-3C2E-4429-8957-EFA445DC0BB5}"/>
              </a:ext>
            </a:extLst>
          </p:cNvPr>
          <p:cNvSpPr>
            <a:spLocks noGrp="1"/>
          </p:cNvSpPr>
          <p:nvPr/>
        </p:nvSpPr>
        <p:spPr>
          <a:xfrm>
            <a:off x="13144500" y="4943475"/>
            <a:ext cx="2286000" cy="1143000"/>
          </a:xfrm>
          <a:custGeom>
            <a:pathLst>
              <a:path w="2286000" h="1143000">
                <a:moveTo>
                  <a:pt x="0" y="1143000"/>
                </a:moveTo>
                <a:lnTo>
                  <a:pt x="0" y="628650"/>
                </a:lnTo>
                <a:lnTo>
                  <a:pt x="2286000" y="628650"/>
                </a:lnTo>
                <a:lnTo>
                  <a:pt x="2286000" y="0"/>
                </a:lnTo>
              </a:path>
            </a:pathLst>
          </a:custGeom>
          <a:noFill/>
          <a:ln w="19050">
            <a:solidFill>
              <a:srgbClr val="111111"/>
            </a:solidFill>
            <a:prstDash val="dash"/>
          </a:ln>
        </p:spPr>
      </p:sp>
      <p:sp>
        <p:nvSpPr>
          <p:cNvPr id="139" name="Editable arrowhead 313">
            <a:extLst>
              <a:ext uri="{FF2B5EF4-FFF2-40B4-BE49-F238E27FC236}">
                <ns2:creationId id="{0D5AADC8-E6B7-4284-80D8-C8188476DB9A}"/>
              </a:ext>
            </a:extLst>
          </p:cNvPr>
          <p:cNvSpPr>
            <a:spLocks noGrp="1"/>
          </p:cNvSpPr>
          <p:nvPr/>
        </p:nvSpPr>
        <p:spPr>
          <a:xfrm>
            <a:off x="15382875"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0" name="2 UI seed 반환">
            <a:extLst>
              <a:ext uri="{FF2B5EF4-FFF2-40B4-BE49-F238E27FC236}">
                <ns2:creationId id="{77EC36CB-A2CE-4E83-BF6C-6BA6176C07CB}"/>
              </a:ext>
            </a:extLst>
          </p:cNvPr>
          <p:cNvSpPr>
            <a:spLocks noGrp="1"/>
          </p:cNvSpPr>
          <p:nvPr/>
        </p:nvSpPr>
        <p:spPr>
          <a:xfrm>
            <a:off x="12287250" y="5734050"/>
            <a:ext cx="1714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UI seed 반환</a:t>
            </a:r>
            <a:endParaRPr lang="ko-KR">
              <a:latin typeface="Calibri"/>
              <a:ea typeface="Calibri"/>
              <a:cs typeface="Calibri"/>
            </a:endParaRPr>
          </a:p>
        </p:txBody>
      </p:sp>
      <p:sp>
        <p:nvSpPr>
          <p:cNvPr id="142" name="Editable path 316">
            <a:extLst>
              <a:ext uri="{FF2B5EF4-FFF2-40B4-BE49-F238E27FC236}">
                <ns2:creationId id="{0A7F5177-59FF-4DF2-850B-E27D0AB034AD}"/>
              </a:ext>
            </a:extLst>
          </p:cNvPr>
          <p:cNvSpPr>
            <a:spLocks noGrp="1"/>
          </p:cNvSpPr>
          <p:nvPr/>
        </p:nvSpPr>
        <p:spPr>
          <a:xfrm>
            <a:off x="16478250" y="4943475"/>
            <a:ext cx="953" cy="1143000"/>
          </a:xfrm>
          <a:custGeom>
            <a:pathLst>
              <a:path w="953" h="1143000">
                <a:moveTo>
                  <a:pt x="0" y="0"/>
                </a:moveTo>
                <a:lnTo>
                  <a:pt x="0" y="1143000"/>
                </a:lnTo>
              </a:path>
            </a:pathLst>
          </a:custGeom>
          <a:noFill/>
          <a:ln w="19050">
            <a:solidFill>
              <a:srgbClr val="111111"/>
            </a:solidFill>
            <a:prstDash val="solid"/>
          </a:ln>
        </p:spPr>
      </p:sp>
      <p:sp>
        <p:nvSpPr>
          <p:cNvPr id="143" name="Editable arrowhead 317">
            <a:extLst>
              <a:ext uri="{FF2B5EF4-FFF2-40B4-BE49-F238E27FC236}">
                <ns2:creationId id="{7FEE5671-22C3-44D5-8178-5AAF4596B3F3}"/>
              </a:ext>
            </a:extLst>
          </p:cNvPr>
          <p:cNvSpPr>
            <a:spLocks noGrp="1"/>
          </p:cNvSpPr>
          <p:nvPr/>
        </p:nvSpPr>
        <p:spPr>
          <a:xfrm>
            <a:off x="16430625" y="5991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44" name="3 필요 시 SAM">
            <a:extLst>
              <a:ext uri="{FF2B5EF4-FFF2-40B4-BE49-F238E27FC236}">
                <ns2:creationId id="{B51156A8-2DD0-4D46-BC84-E4E11F8B6646}"/>
              </a:ext>
            </a:extLst>
          </p:cNvPr>
          <p:cNvSpPr>
            <a:spLocks noGrp="1"/>
          </p:cNvSpPr>
          <p:nvPr/>
        </p:nvSpPr>
        <p:spPr>
          <a:xfrm>
            <a:off x="15211425" y="5267325"/>
            <a:ext cx="16764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필요 시 SAM</a:t>
            </a:r>
            <a:endParaRPr lang="ko-KR">
              <a:latin typeface="Calibri"/>
              <a:ea typeface="Calibri"/>
              <a:cs typeface="Calibri"/>
            </a:endParaRPr>
          </a:p>
        </p:txBody>
      </p:sp>
      <p:sp>
        <p:nvSpPr>
          <p:cNvPr id="146" name="Editable path 320">
            <a:extLst>
              <a:ext uri="{FF2B5EF4-FFF2-40B4-BE49-F238E27FC236}">
                <ns2:creationId id="{E940DEC8-4162-440B-8704-FA62FFA1045A}"/>
              </a:ext>
            </a:extLst>
          </p:cNvPr>
          <p:cNvSpPr>
            <a:spLocks noGrp="1"/>
          </p:cNvSpPr>
          <p:nvPr/>
        </p:nvSpPr>
        <p:spPr>
          <a:xfrm>
            <a:off x="17478375" y="4943475"/>
            <a:ext cx="953" cy="1143000"/>
          </a:xfrm>
          <a:custGeom>
            <a:pathLst>
              <a:path w="953" h="1143000">
                <a:moveTo>
                  <a:pt x="0" y="1143000"/>
                </a:moveTo>
                <a:lnTo>
                  <a:pt x="0" y="0"/>
                </a:lnTo>
              </a:path>
            </a:pathLst>
          </a:custGeom>
          <a:noFill/>
          <a:ln w="19050">
            <a:solidFill>
              <a:srgbClr val="111111"/>
            </a:solidFill>
            <a:prstDash val="dash"/>
          </a:ln>
        </p:spPr>
      </p:sp>
      <p:sp>
        <p:nvSpPr>
          <p:cNvPr id="147" name="Editable arrowhead 321">
            <a:extLst>
              <a:ext uri="{FF2B5EF4-FFF2-40B4-BE49-F238E27FC236}">
                <ns2:creationId id="{3A30BDCD-27B0-44C6-9243-DF0741FC8093}"/>
              </a:ext>
            </a:extLst>
          </p:cNvPr>
          <p:cNvSpPr>
            <a:spLocks noGrp="1"/>
          </p:cNvSpPr>
          <p:nvPr/>
        </p:nvSpPr>
        <p:spPr>
          <a:xfrm>
            <a:off x="17430750" y="49434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48" name="4 mask·track">
            <a:extLst>
              <a:ext uri="{FF2B5EF4-FFF2-40B4-BE49-F238E27FC236}">
                <ns2:creationId id="{36B4A337-DCFD-45B3-9A3F-BB63681ABFF4}"/>
              </a:ext>
            </a:extLst>
          </p:cNvPr>
          <p:cNvSpPr>
            <a:spLocks noGrp="1"/>
          </p:cNvSpPr>
          <p:nvPr/>
        </p:nvSpPr>
        <p:spPr>
          <a:xfrm>
            <a:off x="16621125" y="5715000"/>
            <a:ext cx="13525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mask·track</a:t>
            </a:r>
            <a:endParaRPr lang="ko-KR">
              <a:latin typeface="Calibri"/>
              <a:ea typeface="Calibri"/>
              <a:cs typeface="Calibri"/>
            </a:endParaRPr>
          </a:p>
        </p:txBody>
      </p:sp>
      <p:sp>
        <p:nvSpPr>
          <p:cNvPr id="150" name="DP3 object 324">
            <a:extLst>
              <a:ext uri="{FF2B5EF4-FFF2-40B4-BE49-F238E27FC236}">
                <ns2:creationId id="{6C516C5D-3C26-44C1-A7D2-3BF1B67CB345}"/>
              </a:ext>
            </a:extLst>
          </p:cNvPr>
          <p:cNvSpPr>
            <a:spLocks noGrp="1"/>
          </p:cNvSpPr>
          <p:nvPr/>
        </p:nvSpPr>
        <p:spPr>
          <a:xfrm>
            <a:off x="2000250" y="9439275"/>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Model Access는 동일 Component의 분산 배치. process 경계의 호출선은 각 worker의 IPC Endpoint에 연결.</a:t>
            </a:r>
            <a:endParaRPr lang="ko-KR">
              <a:latin typeface="Calibri"/>
              <a:ea typeface="Calibri"/>
              <a:cs typeface="Calibri"/>
            </a:endParaRPr>
          </a:p>
        </p:txBody>
      </p:sp>
      <p:sp>
        <p:nvSpPr>
          <p:cNvPr id="151" name="DP3 object 325">
            <a:extLst>
              <a:ext uri="{FF2B5EF4-FFF2-40B4-BE49-F238E27FC236}">
                <ns2:creationId id="{D9096896-5790-4DCF-8872-33295715C84C}"/>
              </a:ext>
            </a:extLst>
          </p:cNvPr>
          <p:cNvSpPr>
            <a:spLocks noGrp="1"/>
          </p:cNvSpPr>
          <p:nvPr/>
        </p:nvSpPr>
        <p:spPr>
          <a:xfrm>
            <a:off x="2000250" y="9715500"/>
            <a:ext cx="15525750"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R2: worker crash 시 두 session 함께 재시작. R3: SAM crash에도 UI session 유지. host 후보 기록은 두 안 모두 유지하며 낡은 generation 결과는 거절.</a:t>
            </a:r>
            <a:endParaRPr lang="ko-KR">
              <a:latin typeface="Calibri"/>
              <a:ea typeface="Calibri"/>
              <a:cs typeface="Calibri"/>
            </a:endParaRPr>
          </a:p>
        </p:txBody>
      </p:sp>
    </p:spTree>
    <p:extLst>
      <p:ext uri="{BB962C8B-B14F-4D97-AF65-F5344CB8AC3E}">
        <p14:creationId val="1825389870"/>
      </p:ext>
    </p:extLst>
  </p:cSld>
</p:sld>
</file>

<file path=ppt/slides/slide4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2" name="DP3 object 326">
            <a:extLst>
              <a:ext uri="{FF2B5EF4-FFF2-40B4-BE49-F238E27FC236}">
                <ns2:creationId id="{90C80605-2F07-4AFD-8448-61650044ADA3}"/>
              </a:ext>
            </a:extLst>
          </p:cNvPr>
          <p:cNvSpPr>
            <a:spLocks noGrp="1"/>
          </p:cNvSpPr>
          <p:nvPr/>
        </p:nvSpPr>
        <p:spPr>
          <a:xfrm>
            <a:off x="571500" y="276225"/>
            <a:ext cx="10858500" cy="647700"/>
          </a:xfrm>
          <a:prstGeom prst="rect">
            <a:avLst/>
          </a:prstGeom>
          <a:noFill/>
          <a:ln w="0">
            <a:noFill/>
            <a:prstDash val="solid"/>
          </a:ln>
        </p:spPr>
        <p:txBody>
          <a:bodyPr wrap="none" lIns="0" tIns="0" rIns="0" bIns="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CPU 실행과 상태 수명</a:t>
            </a:r>
            <a:endParaRPr lang="ko-KR">
              <a:latin typeface="Calibri"/>
              <a:ea typeface="Calibri"/>
              <a:cs typeface="Calibri"/>
            </a:endParaRPr>
          </a:p>
        </p:txBody>
      </p:sp>
      <p:sp>
        <p:nvSpPr>
          <p:cNvPr id="2" name="과제 소개">
            <a:extLst>
              <a:ext uri="{FF2B5EF4-FFF2-40B4-BE49-F238E27FC236}">
                <ns2:creationId id="{318B81B6-263C-447A-AA14-734A71B88E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요구사항 분석">
            <a:extLst>
              <a:ext uri="{FF2B5EF4-FFF2-40B4-BE49-F238E27FC236}">
                <ns2:creationId id="{47814547-5F18-45A0-BC83-0BCDF3995FA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설계">
            <a:extLst>
              <a:ext uri="{FF2B5EF4-FFF2-40B4-BE49-F238E27FC236}">
                <ns2:creationId id="{C1251F74-6BF1-4122-96AD-68255738D6A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구현 및 검증">
            <a:extLst>
              <a:ext uri="{FF2B5EF4-FFF2-40B4-BE49-F238E27FC236}">
                <ns2:creationId id="{D466457F-DD80-442B-9D9B-3A9C458D0CC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결론">
            <a:extLst>
              <a:ext uri="{FF2B5EF4-FFF2-40B4-BE49-F238E27FC236}">
                <ns2:creationId id="{8B7A1F90-AE88-4ABE-AC9F-3EC5A737DAC2}"/>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txBody>
          <a:bodyPr wrap="none" lIns="133350" tIns="0" rIns="17145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337">
            <a:extLst>
              <a:ext uri="{FF2B5EF4-FFF2-40B4-BE49-F238E27FC236}">
                <ns2:creationId id="{0A49FD66-078F-49D5-80A9-927B02EA282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338">
            <a:extLst>
              <a:ext uri="{FF2B5EF4-FFF2-40B4-BE49-F238E27FC236}">
                <ns2:creationId id="{FEFE9841-2732-4AC5-AB51-E09C484B1C80}"/>
              </a:ext>
            </a:extLst>
          </p:cNvPr>
          <p:cNvSpPr>
            <a:spLocks noGrp="1"/>
          </p:cNvSpPr>
          <p:nvPr/>
        </p:nvSpPr>
        <p:spPr>
          <a:xfrm>
            <a:off x="571500" y="1228725"/>
            <a:ext cx="17145000" cy="4476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R1과 R2는 같은 코드·process 배치 / 모델 session의 유지 정책만 변경 / R3는 worker 주소 공간과 runtime을 분리</a:t>
            </a:r>
            <a:endParaRPr lang="ko-KR">
              <a:latin typeface="Calibri"/>
              <a:ea typeface="Calibri"/>
              <a:cs typeface="Calibri"/>
            </a:endParaRPr>
          </a:p>
        </p:txBody>
      </p:sp>
      <p:sp>
        <p:nvSpPr>
          <p:cNvPr id="14" name="Continuous slide number">
            <a:extLst>
              <a:ext uri="{FF2B5EF4-FFF2-40B4-BE49-F238E27FC236}">
                <ns2:creationId id="{5D60743B-C1D5-43D4-A7C2-4E9FF07D7EB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5" name="VIA Host process">
            <a:extLst>
              <a:ext uri="{FF2B5EF4-FFF2-40B4-BE49-F238E27FC236}">
                <ns2:creationId id="{A67D10CF-43F1-48C1-96BB-DC7CD1B03984}"/>
              </a:ext>
            </a:extLst>
          </p:cNvPr>
          <p:cNvSpPr>
            <a:spLocks noGrp="1"/>
          </p:cNvSpPr>
          <p:nvPr/>
        </p:nvSpPr>
        <p:spPr>
          <a:xfrm>
            <a:off x="571500" y="1952625"/>
            <a:ext cx="4953000" cy="3390900"/>
          </a:xfrm>
          <a:prstGeom prst="rect">
            <a:avLst/>
          </a:prstGeom>
          <a:noFill/>
          <a:ln w="19050">
            <a:solidFill>
              <a:srgbClr val="4676CB"/>
            </a:solidFill>
            <a:prstDash val="dash"/>
          </a:ln>
        </p:spPr>
        <p:txBody>
          <a:bodyPr wrap="none" lIns="114300" tIns="28575" rIns="114300" bIns="30861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VIA Host process</a:t>
            </a:r>
            <a:endParaRPr lang="ko-KR">
              <a:latin typeface="Calibri"/>
              <a:ea typeface="Calibri"/>
              <a:cs typeface="Calibri"/>
            </a:endParaRPr>
          </a:p>
        </p:txBody>
      </p:sp>
      <p:sp>
        <p:nvSpPr>
          <p:cNvPr id="17" name="Model Access (host 배치)">
            <a:extLst>
              <a:ext uri="{FF2B5EF4-FFF2-40B4-BE49-F238E27FC236}">
                <ns2:creationId id="{3F41AB8D-EBDB-41BE-A54D-67E2A9153BBD}"/>
              </a:ext>
            </a:extLst>
          </p:cNvPr>
          <p:cNvSpPr>
            <a:spLocks noGrp="1"/>
          </p:cNvSpPr>
          <p:nvPr/>
        </p:nvSpPr>
        <p:spPr>
          <a:xfrm>
            <a:off x="742950" y="2352675"/>
            <a:ext cx="4610100" cy="2790825"/>
          </a:xfrm>
          <a:prstGeom prst="rect">
            <a:avLst/>
          </a:prstGeom>
          <a:solidFill>
            <a:srgbClr val="FFF6DD"/>
          </a:solidFill>
          <a:ln w="19050">
            <a:solidFill>
              <a:srgbClr val="111111"/>
            </a:solidFill>
            <a:prstDash val="solid"/>
          </a:ln>
        </p:spPr>
        <p:txBody>
          <a:bodyPr wrap="none" lIns="66675" tIns="19050" rIns="66675" bIns="24574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 (host 배치)</a:t>
            </a:r>
            <a:endParaRPr lang="ko-KR">
              <a:latin typeface="Calibri"/>
              <a:ea typeface="Calibri"/>
              <a:cs typeface="Calibri"/>
            </a:endParaRPr>
          </a:p>
        </p:txBody>
      </p:sp>
      <p:sp>
        <p:nvSpPr>
          <p:cNvPr id="19" name="Editable path 344">
            <a:extLst>
              <a:ext uri="{FF2B5EF4-FFF2-40B4-BE49-F238E27FC236}">
                <ns2:creationId id="{EEAB0EF2-2B68-4568-8ACA-FE5F45C167C9}"/>
              </a:ext>
            </a:extLst>
          </p:cNvPr>
          <p:cNvSpPr>
            <a:spLocks noGrp="1"/>
          </p:cNvSpPr>
          <p:nvPr/>
        </p:nvSpPr>
        <p:spPr>
          <a:xfrm>
            <a:off x="742950" y="2705100"/>
            <a:ext cx="4610100" cy="953"/>
          </a:xfrm>
          <a:custGeom>
            <a:pathLst>
              <a:path w="4610100" h="953">
                <a:moveTo>
                  <a:pt x="0" y="0"/>
                </a:moveTo>
                <a:lnTo>
                  <a:pt x="4610100" y="0"/>
                </a:lnTo>
              </a:path>
            </a:pathLst>
          </a:custGeom>
          <a:noFill/>
          <a:ln w="14288">
            <a:solidFill>
              <a:srgbClr val="111111"/>
            </a:solidFill>
            <a:prstDash val="solid"/>
          </a:ln>
        </p:spPr>
      </p:sp>
      <p:sp>
        <p:nvSpPr>
          <p:cNvPr id="20" name="Local Model Execution Controller">
            <a:extLst>
              <a:ext uri="{FF2B5EF4-FFF2-40B4-BE49-F238E27FC236}">
                <ns2:creationId id="{9E195CFD-B754-434A-ACC8-7E40FF11BA5E}"/>
              </a:ext>
            </a:extLst>
          </p:cNvPr>
          <p:cNvSpPr>
            <a:spLocks noGrp="1"/>
          </p:cNvSpPr>
          <p:nvPr/>
        </p:nvSpPr>
        <p:spPr>
          <a:xfrm>
            <a:off x="895350" y="2800350"/>
            <a:ext cx="4305300" cy="466725"/>
          </a:xfrm>
          <a:prstGeom prst="roundRect">
            <a:avLst>
              <a:gd name="adj" fmla="val 1632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Local Model Execution Controller</a:t>
            </a:r>
            <a:endParaRPr lang="ko-KR">
              <a:latin typeface="Calibri"/>
              <a:ea typeface="Calibri"/>
              <a:cs typeface="Calibri"/>
            </a:endParaRPr>
          </a:p>
        </p:txBody>
      </p:sp>
      <p:sp>
        <p:nvSpPr>
          <p:cNvPr id="22" name="Job / Lease State (RAM)job·generation / shared-buffer handle">
            <a:extLst>
              <a:ext uri="{FF2B5EF4-FFF2-40B4-BE49-F238E27FC236}">
                <ns2:creationId id="{C9F0F35D-0F55-4C2A-8466-B3432AEB05C7}"/>
              </a:ext>
            </a:extLst>
          </p:cNvPr>
          <p:cNvSpPr>
            <a:spLocks noGrp="1"/>
          </p:cNvSpPr>
          <p:nvPr/>
        </p:nvSpPr>
        <p:spPr>
          <a:xfrm>
            <a:off x="895350" y="3629025"/>
            <a:ext cx="4305300" cy="9620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Job / Lease State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job·generation / shared-buffer handle</a:t>
            </a:r>
            <a:endParaRPr lang="ko-KR">
              <a:latin typeface="Calibri"/>
              <a:ea typeface="Calibri"/>
              <a:cs typeface="Calibri"/>
            </a:endParaRPr>
          </a:p>
        </p:txBody>
      </p:sp>
      <p:sp>
        <p:nvSpPr>
          <p:cNvPr id="24" name="DP3 object 348">
            <a:extLst>
              <a:ext uri="{FF2B5EF4-FFF2-40B4-BE49-F238E27FC236}">
                <ns2:creationId id="{04E09CFB-4CCC-4A01-ADDB-CF49C4D192C6}"/>
              </a:ext>
            </a:extLst>
          </p:cNvPr>
          <p:cNvSpPr>
            <a:spLocks noGrp="1"/>
          </p:cNvSpPr>
          <p:nvPr/>
        </p:nvSpPr>
        <p:spPr>
          <a:xfrm>
            <a:off x="914400" y="4724400"/>
            <a:ext cx="42672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기동·CPU 허가·load·release·cancel</a:t>
            </a:r>
            <a:endParaRPr lang="ko-KR">
              <a:latin typeface="Calibri"/>
              <a:ea typeface="Calibri"/>
              <a:cs typeface="Calibri"/>
            </a:endParaRPr>
          </a:p>
        </p:txBody>
      </p:sp>
      <p:sp>
        <p:nvSpPr>
          <p:cNvPr id="25" name="Vision Worker process  (R1 / R2)">
            <a:extLst>
              <a:ext uri="{FF2B5EF4-FFF2-40B4-BE49-F238E27FC236}">
                <ns2:creationId id="{88BB807A-C491-40D0-934C-D3E52675A843}"/>
              </a:ext>
            </a:extLst>
          </p:cNvPr>
          <p:cNvSpPr>
            <a:spLocks noGrp="1"/>
          </p:cNvSpPr>
          <p:nvPr/>
        </p:nvSpPr>
        <p:spPr>
          <a:xfrm>
            <a:off x="8334375" y="1952625"/>
            <a:ext cx="9001125" cy="3390900"/>
          </a:xfrm>
          <a:prstGeom prst="rect">
            <a:avLst/>
          </a:prstGeom>
          <a:noFill/>
          <a:ln w="19050">
            <a:solidFill>
              <a:srgbClr val="4676CB"/>
            </a:solidFill>
            <a:prstDash val="dash"/>
          </a:ln>
        </p:spPr>
        <p:txBody>
          <a:bodyPr wrap="none" lIns="114300" tIns="28575" rIns="114300" bIns="308610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Vision Worker process  (R1 / R2)</a:t>
            </a:r>
            <a:endParaRPr lang="ko-KR">
              <a:latin typeface="Calibri"/>
              <a:ea typeface="Calibri"/>
              <a:cs typeface="Calibri"/>
            </a:endParaRPr>
          </a:p>
        </p:txBody>
      </p:sp>
      <p:sp>
        <p:nvSpPr>
          <p:cNvPr id="27" name="Model Access (worker 배치)">
            <a:extLst>
              <a:ext uri="{FF2B5EF4-FFF2-40B4-BE49-F238E27FC236}">
                <ns2:creationId id="{2001BC07-4BCE-4FB9-91E2-191D04068C7E}"/>
              </a:ext>
            </a:extLst>
          </p:cNvPr>
          <p:cNvSpPr>
            <a:spLocks noGrp="1"/>
          </p:cNvSpPr>
          <p:nvPr/>
        </p:nvSpPr>
        <p:spPr>
          <a:xfrm>
            <a:off x="8515350" y="2352675"/>
            <a:ext cx="8639175" cy="2790825"/>
          </a:xfrm>
          <a:prstGeom prst="rect">
            <a:avLst/>
          </a:prstGeom>
          <a:solidFill>
            <a:srgbClr val="FFF6DD"/>
          </a:solidFill>
          <a:ln w="19050">
            <a:solidFill>
              <a:srgbClr val="111111"/>
            </a:solidFill>
            <a:prstDash val="solid"/>
          </a:ln>
        </p:spPr>
        <p:txBody>
          <a:bodyPr wrap="none" lIns="66675" tIns="19050" rIns="66675" bIns="24574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29" name="Editable path 353">
            <a:extLst>
              <a:ext uri="{FF2B5EF4-FFF2-40B4-BE49-F238E27FC236}">
                <ns2:creationId id="{D967A53C-F3D1-4838-AA8F-64A4B3F488DC}"/>
              </a:ext>
            </a:extLst>
          </p:cNvPr>
          <p:cNvSpPr>
            <a:spLocks noGrp="1"/>
          </p:cNvSpPr>
          <p:nvPr/>
        </p:nvSpPr>
        <p:spPr>
          <a:xfrm>
            <a:off x="8515350" y="2705100"/>
            <a:ext cx="8639175" cy="953"/>
          </a:xfrm>
          <a:custGeom>
            <a:pathLst>
              <a:path w="8639175" h="953">
                <a:moveTo>
                  <a:pt x="0" y="0"/>
                </a:moveTo>
                <a:lnTo>
                  <a:pt x="8639175" y="0"/>
                </a:lnTo>
              </a:path>
            </a:pathLst>
          </a:custGeom>
          <a:noFill/>
          <a:ln w="14288">
            <a:solidFill>
              <a:srgbClr val="111111"/>
            </a:solidFill>
            <a:prstDash val="solid"/>
          </a:ln>
        </p:spPr>
      </p:sp>
      <p:sp>
        <p:nvSpPr>
          <p:cNvPr id="30" name="IPC Endpoint / Job Queue">
            <a:extLst>
              <a:ext uri="{FF2B5EF4-FFF2-40B4-BE49-F238E27FC236}">
                <ns2:creationId id="{9FAB46AB-7A53-4774-B6A5-8B7EEDA05BDF}"/>
              </a:ext>
            </a:extLst>
          </p:cNvPr>
          <p:cNvSpPr>
            <a:spLocks noGrp="1"/>
          </p:cNvSpPr>
          <p:nvPr/>
        </p:nvSpPr>
        <p:spPr>
          <a:xfrm>
            <a:off x="8677275" y="2800350"/>
            <a:ext cx="8315325" cy="409575"/>
          </a:xfrm>
          <a:prstGeom prst="roundRect">
            <a:avLst>
              <a:gd name="adj" fmla="val 18605"/>
            </a:avLst>
          </a:prstGeom>
          <a:solidFill>
            <a:srgbClr val="FFFFFF"/>
          </a:solidFill>
          <a:ln w="19050">
            <a:solidFill>
              <a:srgbClr val="111111"/>
            </a:solidFill>
            <a:prstDash val="solid"/>
          </a:ln>
        </p:spPr>
        <p:txBody>
          <a:bodyPr wrap="none" lIns="57150" tIns="19050" rIns="57150"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Endpoint / Job Queue</a:t>
            </a:r>
            <a:endParaRPr lang="ko-KR">
              <a:latin typeface="Calibri"/>
              <a:ea typeface="Calibri"/>
              <a:cs typeface="Calibri"/>
            </a:endParaRPr>
          </a:p>
        </p:txBody>
      </p:sp>
      <p:sp>
        <p:nvSpPr>
          <p:cNvPr id="32" name="UI Adapter / SAM Adapter">
            <a:extLst>
              <a:ext uri="{FF2B5EF4-FFF2-40B4-BE49-F238E27FC236}">
                <ns2:creationId id="{E1056E05-AD23-4440-9B58-09BD5E2861C3}"/>
              </a:ext>
            </a:extLst>
          </p:cNvPr>
          <p:cNvSpPr>
            <a:spLocks noGrp="1"/>
          </p:cNvSpPr>
          <p:nvPr/>
        </p:nvSpPr>
        <p:spPr>
          <a:xfrm>
            <a:off x="8677275" y="3476625"/>
            <a:ext cx="35623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Adapter / SAM Adapter</a:t>
            </a:r>
            <a:endParaRPr lang="ko-KR">
              <a:latin typeface="Calibri"/>
              <a:ea typeface="Calibri"/>
              <a:cs typeface="Calibri"/>
            </a:endParaRPr>
          </a:p>
        </p:txBody>
      </p:sp>
      <p:sp>
        <p:nvSpPr>
          <p:cNvPr id="34" name="Python / PyTorch CPU Runtime">
            <a:extLst>
              <a:ext uri="{FF2B5EF4-FFF2-40B4-BE49-F238E27FC236}">
                <ns2:creationId id="{6A981A24-7CD6-4505-B8E9-40C739D40695}"/>
              </a:ext>
            </a:extLst>
          </p:cNvPr>
          <p:cNvSpPr>
            <a:spLocks noGrp="1"/>
          </p:cNvSpPr>
          <p:nvPr/>
        </p:nvSpPr>
        <p:spPr>
          <a:xfrm>
            <a:off x="13315950" y="3476625"/>
            <a:ext cx="3676650" cy="457200"/>
          </a:xfrm>
          <a:prstGeom prst="roundRect">
            <a:avLst>
              <a:gd name="adj" fmla="val 16667"/>
            </a:avLst>
          </a:prstGeom>
          <a:solidFill>
            <a:srgbClr val="FFFFFF"/>
          </a:solidFill>
          <a:ln w="19050">
            <a:solidFill>
              <a:srgbClr val="111111"/>
            </a:solidFill>
            <a:prstDash val="solid"/>
          </a:ln>
        </p:spPr>
        <p:txBody>
          <a:bodyPr wrap="none" lIns="57150" tIns="19050" rIns="57150"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Python / PyTorch CPU Runtime</a:t>
            </a:r>
            <a:endParaRPr lang="ko-KR">
              <a:latin typeface="Calibri"/>
              <a:ea typeface="Calibri"/>
              <a:cs typeface="Calibri"/>
            </a:endParaRPr>
          </a:p>
        </p:txBody>
      </p:sp>
      <p:sp>
        <p:nvSpPr>
          <p:cNvPr id="36" name="Model Session (RAM)weights / model objects">
            <a:extLst>
              <a:ext uri="{FF2B5EF4-FFF2-40B4-BE49-F238E27FC236}">
                <ns2:creationId id="{110D4130-6703-41C5-941C-B33F107028C3}"/>
              </a:ext>
            </a:extLst>
          </p:cNvPr>
          <p:cNvSpPr>
            <a:spLocks noGrp="1"/>
          </p:cNvSpPr>
          <p:nvPr/>
        </p:nvSpPr>
        <p:spPr>
          <a:xfrm>
            <a:off x="13315950" y="4191000"/>
            <a:ext cx="3676650" cy="742950"/>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Model Session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weights / model objects</a:t>
            </a:r>
            <a:endParaRPr lang="ko-KR">
              <a:latin typeface="Calibri"/>
              <a:ea typeface="Calibri"/>
              <a:cs typeface="Calibri"/>
            </a:endParaRPr>
          </a:p>
        </p:txBody>
      </p:sp>
      <p:sp>
        <p:nvSpPr>
          <p:cNvPr id="38" name="SAM Episode (RAM)frame features / track tensors">
            <a:extLst>
              <a:ext uri="{FF2B5EF4-FFF2-40B4-BE49-F238E27FC236}">
                <ns2:creationId id="{1DBE8912-28CA-49C5-9BC8-C84CA2FB7748}"/>
              </a:ext>
            </a:extLst>
          </p:cNvPr>
          <p:cNvSpPr>
            <a:spLocks noGrp="1"/>
          </p:cNvSpPr>
          <p:nvPr/>
        </p:nvSpPr>
        <p:spPr>
          <a:xfrm>
            <a:off x="8677275" y="4191000"/>
            <a:ext cx="3562350" cy="742950"/>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Episode (RAM)</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frame features / track tensors</a:t>
            </a:r>
            <a:endParaRPr lang="ko-KR">
              <a:latin typeface="Calibri"/>
              <a:ea typeface="Calibri"/>
              <a:cs typeface="Calibri"/>
            </a:endParaRPr>
          </a:p>
        </p:txBody>
      </p:sp>
      <p:sp>
        <p:nvSpPr>
          <p:cNvPr id="40" name="Editable path 362">
            <a:extLst>
              <a:ext uri="{FF2B5EF4-FFF2-40B4-BE49-F238E27FC236}">
                <ns2:creationId id="{597C1FC2-3391-4414-8BF2-F0F8B38795AD}"/>
              </a:ext>
            </a:extLst>
          </p:cNvPr>
          <p:cNvSpPr>
            <a:spLocks noGrp="1"/>
          </p:cNvSpPr>
          <p:nvPr/>
        </p:nvSpPr>
        <p:spPr>
          <a:xfrm>
            <a:off x="10953750" y="3209925"/>
            <a:ext cx="953" cy="266700"/>
          </a:xfrm>
          <a:custGeom>
            <a:pathLst>
              <a:path w="953" h="266700">
                <a:moveTo>
                  <a:pt x="0" y="0"/>
                </a:moveTo>
                <a:lnTo>
                  <a:pt x="0" y="266700"/>
                </a:lnTo>
              </a:path>
            </a:pathLst>
          </a:custGeom>
          <a:noFill/>
          <a:ln w="19050">
            <a:solidFill>
              <a:srgbClr val="111111"/>
            </a:solidFill>
            <a:prstDash val="solid"/>
          </a:ln>
        </p:spPr>
      </p:sp>
      <p:sp>
        <p:nvSpPr>
          <p:cNvPr id="41" name="Editable arrowhead 363">
            <a:extLst>
              <a:ext uri="{FF2B5EF4-FFF2-40B4-BE49-F238E27FC236}">
                <ns2:creationId id="{889A8604-DB6B-4F97-8B28-098987D344C3}"/>
              </a:ext>
            </a:extLst>
          </p:cNvPr>
          <p:cNvSpPr>
            <a:spLocks noGrp="1"/>
          </p:cNvSpPr>
          <p:nvPr/>
        </p:nvSpPr>
        <p:spPr>
          <a:xfrm>
            <a:off x="10906125" y="3381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Editable path 364">
            <a:extLst>
              <a:ext uri="{FF2B5EF4-FFF2-40B4-BE49-F238E27FC236}">
                <ns2:creationId id="{04998B10-1531-434C-BF2A-685930D58362}"/>
              </a:ext>
            </a:extLst>
          </p:cNvPr>
          <p:cNvSpPr>
            <a:spLocks noGrp="1"/>
          </p:cNvSpPr>
          <p:nvPr/>
        </p:nvSpPr>
        <p:spPr>
          <a:xfrm>
            <a:off x="12239625" y="3695700"/>
            <a:ext cx="1076325" cy="953"/>
          </a:xfrm>
          <a:custGeom>
            <a:pathLst>
              <a:path w="1076325" h="953">
                <a:moveTo>
                  <a:pt x="0" y="0"/>
                </a:moveTo>
                <a:lnTo>
                  <a:pt x="1076325" y="0"/>
                </a:lnTo>
              </a:path>
            </a:pathLst>
          </a:custGeom>
          <a:noFill/>
          <a:ln w="19050">
            <a:solidFill>
              <a:srgbClr val="111111"/>
            </a:solidFill>
            <a:prstDash val="solid"/>
          </a:ln>
        </p:spPr>
      </p:sp>
      <p:sp>
        <p:nvSpPr>
          <p:cNvPr id="43" name="Editable arrowhead 365">
            <a:extLst>
              <a:ext uri="{FF2B5EF4-FFF2-40B4-BE49-F238E27FC236}">
                <ns2:creationId id="{DB2852E0-5796-4D49-AFAF-27AEBE9AF7D1}"/>
              </a:ext>
            </a:extLst>
          </p:cNvPr>
          <p:cNvSpPr>
            <a:spLocks noGrp="1"/>
          </p:cNvSpPr>
          <p:nvPr/>
        </p:nvSpPr>
        <p:spPr>
          <a:xfrm>
            <a:off x="13220700" y="36480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추론 호출">
            <a:extLst>
              <a:ext uri="{FF2B5EF4-FFF2-40B4-BE49-F238E27FC236}">
                <ns2:creationId id="{1AB6C246-1890-4B31-88C8-3134525BD440}"/>
              </a:ext>
            </a:extLst>
          </p:cNvPr>
          <p:cNvSpPr>
            <a:spLocks noGrp="1"/>
          </p:cNvSpPr>
          <p:nvPr/>
        </p:nvSpPr>
        <p:spPr>
          <a:xfrm>
            <a:off x="12296775" y="3343275"/>
            <a:ext cx="952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추론 호출</a:t>
            </a:r>
            <a:endParaRPr lang="ko-KR">
              <a:latin typeface="Calibri"/>
              <a:ea typeface="Calibri"/>
              <a:cs typeface="Calibri"/>
            </a:endParaRPr>
          </a:p>
        </p:txBody>
      </p:sp>
      <p:sp>
        <p:nvSpPr>
          <p:cNvPr id="46" name="Editable path 368">
            <a:extLst>
              <a:ext uri="{FF2B5EF4-FFF2-40B4-BE49-F238E27FC236}">
                <ns2:creationId id="{2C361C2C-ADA0-4B1C-9984-A8F43908254A}"/>
              </a:ext>
            </a:extLst>
          </p:cNvPr>
          <p:cNvSpPr>
            <a:spLocks noGrp="1"/>
          </p:cNvSpPr>
          <p:nvPr/>
        </p:nvSpPr>
        <p:spPr>
          <a:xfrm>
            <a:off x="15144750" y="3933825"/>
            <a:ext cx="953" cy="257175"/>
          </a:xfrm>
          <a:custGeom>
            <a:pathLst>
              <a:path w="953" h="257175">
                <a:moveTo>
                  <a:pt x="0" y="0"/>
                </a:moveTo>
                <a:lnTo>
                  <a:pt x="0" y="257175"/>
                </a:lnTo>
              </a:path>
            </a:pathLst>
          </a:custGeom>
          <a:noFill/>
          <a:ln w="19050">
            <a:solidFill>
              <a:srgbClr val="111111"/>
            </a:solidFill>
            <a:prstDash val="solid"/>
          </a:ln>
        </p:spPr>
      </p:sp>
      <p:sp>
        <p:nvSpPr>
          <p:cNvPr id="47" name="Editable arrowhead 369">
            <a:extLst>
              <a:ext uri="{FF2B5EF4-FFF2-40B4-BE49-F238E27FC236}">
                <ns2:creationId id="{805A336C-E38B-4141-82A8-102FB1422AEF}"/>
              </a:ext>
            </a:extLst>
          </p:cNvPr>
          <p:cNvSpPr>
            <a:spLocks noGrp="1"/>
          </p:cNvSpPr>
          <p:nvPr/>
        </p:nvSpPr>
        <p:spPr>
          <a:xfrm>
            <a:off x="1509712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8" name="DP3 object 370">
            <a:extLst>
              <a:ext uri="{FF2B5EF4-FFF2-40B4-BE49-F238E27FC236}">
                <ns2:creationId id="{57278B43-7B67-4206-8986-89EB5FCE6301}"/>
              </a:ext>
            </a:extLst>
          </p:cNvPr>
          <p:cNvSpPr>
            <a:spLocks noGrp="1"/>
          </p:cNvSpPr>
          <p:nvPr/>
        </p:nvSpPr>
        <p:spPr>
          <a:xfrm>
            <a:off x="15306675" y="3933825"/>
            <a:ext cx="1666875"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load / 사용 / release</a:t>
            </a:r>
            <a:endParaRPr lang="ko-KR">
              <a:latin typeface="Calibri"/>
              <a:ea typeface="Calibri"/>
              <a:cs typeface="Calibri"/>
            </a:endParaRPr>
          </a:p>
        </p:txBody>
      </p:sp>
      <p:sp>
        <p:nvSpPr>
          <p:cNvPr id="49" name="Editable path 371">
            <a:extLst>
              <a:ext uri="{FF2B5EF4-FFF2-40B4-BE49-F238E27FC236}">
                <ns2:creationId id="{637A7E67-CDBB-4898-9F33-205D66209D9D}"/>
              </a:ext>
            </a:extLst>
          </p:cNvPr>
          <p:cNvSpPr>
            <a:spLocks noGrp="1"/>
          </p:cNvSpPr>
          <p:nvPr/>
        </p:nvSpPr>
        <p:spPr>
          <a:xfrm>
            <a:off x="10001250" y="3933825"/>
            <a:ext cx="953" cy="257175"/>
          </a:xfrm>
          <a:custGeom>
            <a:pathLst>
              <a:path w="953" h="257175">
                <a:moveTo>
                  <a:pt x="0" y="0"/>
                </a:moveTo>
                <a:lnTo>
                  <a:pt x="0" y="257175"/>
                </a:lnTo>
              </a:path>
            </a:pathLst>
          </a:custGeom>
          <a:noFill/>
          <a:ln w="19050">
            <a:solidFill>
              <a:srgbClr val="111111"/>
            </a:solidFill>
            <a:prstDash val="solid"/>
          </a:ln>
        </p:spPr>
      </p:sp>
      <p:sp>
        <p:nvSpPr>
          <p:cNvPr id="50" name="Editable arrowhead 372">
            <a:extLst>
              <a:ext uri="{FF2B5EF4-FFF2-40B4-BE49-F238E27FC236}">
                <ns2:creationId id="{0AAF2B0C-BEC9-4A92-BE17-D1C0FEC7C567}"/>
              </a:ext>
            </a:extLst>
          </p:cNvPr>
          <p:cNvSpPr>
            <a:spLocks noGrp="1"/>
          </p:cNvSpPr>
          <p:nvPr/>
        </p:nvSpPr>
        <p:spPr>
          <a:xfrm>
            <a:off x="9953625" y="40957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1" name="Editable path 373">
            <a:extLst>
              <a:ext uri="{FF2B5EF4-FFF2-40B4-BE49-F238E27FC236}">
                <ns2:creationId id="{DAD05F26-BB92-4B6F-B875-BFE4F6B706F3}"/>
              </a:ext>
            </a:extLst>
          </p:cNvPr>
          <p:cNvSpPr>
            <a:spLocks noGrp="1"/>
          </p:cNvSpPr>
          <p:nvPr/>
        </p:nvSpPr>
        <p:spPr>
          <a:xfrm>
            <a:off x="11715750" y="3933825"/>
            <a:ext cx="953" cy="257175"/>
          </a:xfrm>
          <a:custGeom>
            <a:pathLst>
              <a:path w="953" h="257175">
                <a:moveTo>
                  <a:pt x="0" y="257175"/>
                </a:moveTo>
                <a:lnTo>
                  <a:pt x="0" y="0"/>
                </a:lnTo>
              </a:path>
            </a:pathLst>
          </a:custGeom>
          <a:noFill/>
          <a:ln w="19050">
            <a:solidFill>
              <a:srgbClr val="111111"/>
            </a:solidFill>
            <a:prstDash val="dash"/>
          </a:ln>
        </p:spPr>
      </p:sp>
      <p:sp>
        <p:nvSpPr>
          <p:cNvPr id="52" name="Editable arrowhead 374">
            <a:extLst>
              <a:ext uri="{FF2B5EF4-FFF2-40B4-BE49-F238E27FC236}">
                <ns2:creationId id="{4827DE68-E971-408A-AB0D-8414EC7B5087}"/>
              </a:ext>
            </a:extLst>
          </p:cNvPr>
          <p:cNvSpPr>
            <a:spLocks noGrp="1"/>
          </p:cNvSpPr>
          <p:nvPr/>
        </p:nvSpPr>
        <p:spPr>
          <a:xfrm>
            <a:off x="11668125" y="3933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3" name="DP3 object 375">
            <a:extLst>
              <a:ext uri="{FF2B5EF4-FFF2-40B4-BE49-F238E27FC236}">
                <ns2:creationId id="{B590F166-D253-4CD4-AC7D-AF7E6529F250}"/>
              </a:ext>
            </a:extLst>
          </p:cNvPr>
          <p:cNvSpPr>
            <a:spLocks noGrp="1"/>
          </p:cNvSpPr>
          <p:nvPr/>
        </p:nvSpPr>
        <p:spPr>
          <a:xfrm>
            <a:off x="10382250" y="3943350"/>
            <a:ext cx="1238250" cy="2286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읽기·갱신</a:t>
            </a:r>
            <a:endParaRPr lang="ko-KR">
              <a:latin typeface="Calibri"/>
              <a:ea typeface="Calibri"/>
              <a:cs typeface="Calibri"/>
            </a:endParaRPr>
          </a:p>
        </p:txBody>
      </p:sp>
      <p:sp>
        <p:nvSpPr>
          <p:cNvPr id="54" name="Editable path 376">
            <a:extLst>
              <a:ext uri="{FF2B5EF4-FFF2-40B4-BE49-F238E27FC236}">
                <ns2:creationId id="{7477A2CE-4AB7-4C29-A2ED-7EB9FD2B770B}"/>
              </a:ext>
            </a:extLst>
          </p:cNvPr>
          <p:cNvSpPr>
            <a:spLocks noGrp="1"/>
          </p:cNvSpPr>
          <p:nvPr/>
        </p:nvSpPr>
        <p:spPr>
          <a:xfrm>
            <a:off x="5353050" y="3019425"/>
            <a:ext cx="3324225" cy="953"/>
          </a:xfrm>
          <a:custGeom>
            <a:pathLst>
              <a:path w="3324225" h="953">
                <a:moveTo>
                  <a:pt x="0" y="0"/>
                </a:moveTo>
                <a:lnTo>
                  <a:pt x="3324225" y="0"/>
                </a:lnTo>
              </a:path>
            </a:pathLst>
          </a:custGeom>
          <a:noFill/>
          <a:ln w="19050">
            <a:solidFill>
              <a:srgbClr val="111111"/>
            </a:solidFill>
            <a:prstDash val="solid"/>
          </a:ln>
        </p:spPr>
      </p:sp>
      <p:sp>
        <p:nvSpPr>
          <p:cNvPr id="55" name="Editable arrowhead 377">
            <a:extLst>
              <a:ext uri="{FF2B5EF4-FFF2-40B4-BE49-F238E27FC236}">
                <ns2:creationId id="{066C272D-A9E7-44E4-8223-79D7D6B7761B}"/>
              </a:ext>
            </a:extLst>
          </p:cNvPr>
          <p:cNvSpPr>
            <a:spLocks noGrp="1"/>
          </p:cNvSpPr>
          <p:nvPr/>
        </p:nvSpPr>
        <p:spPr>
          <a:xfrm>
            <a:off x="8582025" y="29718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6" name="1 EnsureModel / RunStage">
            <a:extLst>
              <a:ext uri="{FF2B5EF4-FFF2-40B4-BE49-F238E27FC236}">
                <ns2:creationId id="{DBA994FD-D2BC-4292-9FCE-E996D0F000D8}"/>
              </a:ext>
            </a:extLst>
          </p:cNvPr>
          <p:cNvSpPr>
            <a:spLocks noGrp="1"/>
          </p:cNvSpPr>
          <p:nvPr/>
        </p:nvSpPr>
        <p:spPr>
          <a:xfrm>
            <a:off x="5581650" y="2619375"/>
            <a:ext cx="2695575"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 EnsureModel / RunStage</a:t>
            </a:r>
            <a:endParaRPr lang="ko-KR">
              <a:latin typeface="Calibri"/>
              <a:ea typeface="Calibri"/>
              <a:cs typeface="Calibri"/>
            </a:endParaRPr>
          </a:p>
        </p:txBody>
      </p:sp>
      <p:sp>
        <p:nvSpPr>
          <p:cNvPr id="58" name="Editable path 380">
            <a:extLst>
              <a:ext uri="{FF2B5EF4-FFF2-40B4-BE49-F238E27FC236}">
                <ns2:creationId id="{F317F2BC-B115-4C9C-877A-B18D22AB02F9}"/>
              </a:ext>
            </a:extLst>
          </p:cNvPr>
          <p:cNvSpPr>
            <a:spLocks noGrp="1"/>
          </p:cNvSpPr>
          <p:nvPr/>
        </p:nvSpPr>
        <p:spPr>
          <a:xfrm>
            <a:off x="5353050" y="3124200"/>
            <a:ext cx="3324225" cy="619125"/>
          </a:xfrm>
          <a:custGeom>
            <a:pathLst>
              <a:path w="3324225" h="619125">
                <a:moveTo>
                  <a:pt x="3324225" y="0"/>
                </a:moveTo>
                <a:lnTo>
                  <a:pt x="2819400" y="0"/>
                </a:lnTo>
                <a:lnTo>
                  <a:pt x="2819400" y="619125"/>
                </a:lnTo>
                <a:lnTo>
                  <a:pt x="0" y="619125"/>
                </a:lnTo>
              </a:path>
            </a:pathLst>
          </a:custGeom>
          <a:noFill/>
          <a:ln w="19050">
            <a:solidFill>
              <a:srgbClr val="111111"/>
            </a:solidFill>
            <a:prstDash val="dash"/>
          </a:ln>
        </p:spPr>
      </p:sp>
      <p:sp>
        <p:nvSpPr>
          <p:cNvPr id="59" name="Editable arrowhead 381">
            <a:extLst>
              <a:ext uri="{FF2B5EF4-FFF2-40B4-BE49-F238E27FC236}">
                <ns2:creationId id="{57C6FAA4-7D32-45F1-A4EA-A2D962F41065}"/>
              </a:ext>
            </a:extLst>
          </p:cNvPr>
          <p:cNvSpPr>
            <a:spLocks noGrp="1"/>
          </p:cNvSpPr>
          <p:nvPr/>
        </p:nvSpPr>
        <p:spPr>
          <a:xfrm>
            <a:off x="5353050" y="36957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60" name="2 revision·generation 결과">
            <a:extLst>
              <a:ext uri="{FF2B5EF4-FFF2-40B4-BE49-F238E27FC236}">
                <ns2:creationId id="{F042E062-EEEE-4E7F-9DDA-3BA3F3140BDA}"/>
              </a:ext>
            </a:extLst>
          </p:cNvPr>
          <p:cNvSpPr>
            <a:spLocks noGrp="1"/>
          </p:cNvSpPr>
          <p:nvPr/>
        </p:nvSpPr>
        <p:spPr>
          <a:xfrm>
            <a:off x="5581650" y="3343275"/>
            <a:ext cx="247650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revision·generation 결과</a:t>
            </a:r>
            <a:endParaRPr lang="ko-KR">
              <a:latin typeface="Calibri"/>
              <a:ea typeface="Calibri"/>
              <a:cs typeface="Calibri"/>
            </a:endParaRPr>
          </a:p>
        </p:txBody>
      </p:sp>
      <p:sp>
        <p:nvSpPr>
          <p:cNvPr id="62" name="DP3 object 384">
            <a:extLst>
              <a:ext uri="{FF2B5EF4-FFF2-40B4-BE49-F238E27FC236}">
                <ns2:creationId id="{25CDDA89-12B0-4F9B-9DA4-18DC6160AD63}"/>
              </a:ext>
            </a:extLst>
          </p:cNvPr>
          <p:cNvSpPr>
            <a:spLocks noGrp="1"/>
          </p:cNvSpPr>
          <p:nvPr/>
        </p:nvSpPr>
        <p:spPr>
          <a:xfrm>
            <a:off x="5638800" y="4010025"/>
            <a:ext cx="2505075" cy="12192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named pipe</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명령·완료·읽기 ACK</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frame 본문은 공유 buffer</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handle로 참조</a:t>
            </a:r>
            <a:endParaRPr lang="ko-KR">
              <a:latin typeface="Calibri"/>
              <a:ea typeface="Calibri"/>
              <a:cs typeface="Calibri"/>
            </a:endParaRPr>
          </a:p>
        </p:txBody>
      </p:sp>
      <p:sp>
        <p:nvSpPr>
          <p:cNvPr id="63" name="Model Files + Manifest (local disk)">
            <a:extLst>
              <a:ext uri="{FF2B5EF4-FFF2-40B4-BE49-F238E27FC236}">
                <ns2:creationId id="{ABEE121C-81B2-4CDD-AD4A-7022CC3E050C}"/>
              </a:ext>
            </a:extLst>
          </p:cNvPr>
          <p:cNvSpPr>
            <a:spLocks noGrp="1"/>
          </p:cNvSpPr>
          <p:nvPr/>
        </p:nvSpPr>
        <p:spPr>
          <a:xfrm>
            <a:off x="13315950" y="5429250"/>
            <a:ext cx="3676650" cy="352425"/>
          </a:xfrm>
          <a:prstGeom prst="can">
            <a:avLst>
              <a:gd name="adj" fmla="val 16000"/>
            </a:avLst>
          </a:prstGeom>
          <a:solidFill>
            <a:srgbClr val="FFFFFF"/>
          </a:solidFill>
          <a:ln w="17145">
            <a:solidFill>
              <a:srgbClr val="111111"/>
            </a:solidFill>
            <a:prstDash val="solid"/>
          </a:ln>
        </p:spPr>
        <p:txBody>
          <a:bodyPr wrap="none" lIns="47625" tIns="104775" rIns="47625" bIns="571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Model Files + Manifest (local disk)</a:t>
            </a:r>
            <a:endParaRPr lang="ko-KR">
              <a:latin typeface="Calibri"/>
              <a:ea typeface="Calibri"/>
              <a:cs typeface="Calibri"/>
            </a:endParaRPr>
          </a:p>
        </p:txBody>
      </p:sp>
      <p:sp>
        <p:nvSpPr>
          <p:cNvPr id="65" name="Editable path 386">
            <a:extLst>
              <a:ext uri="{FF2B5EF4-FFF2-40B4-BE49-F238E27FC236}">
                <ns2:creationId id="{68BCCE33-12B1-4D39-88B0-06C5E3A8E868}"/>
              </a:ext>
            </a:extLst>
          </p:cNvPr>
          <p:cNvSpPr>
            <a:spLocks noGrp="1"/>
          </p:cNvSpPr>
          <p:nvPr/>
        </p:nvSpPr>
        <p:spPr>
          <a:xfrm>
            <a:off x="14573250" y="4933950"/>
            <a:ext cx="953" cy="495300"/>
          </a:xfrm>
          <a:custGeom>
            <a:pathLst>
              <a:path w="953" h="495300">
                <a:moveTo>
                  <a:pt x="0" y="495300"/>
                </a:moveTo>
                <a:lnTo>
                  <a:pt x="0" y="0"/>
                </a:lnTo>
              </a:path>
            </a:pathLst>
          </a:custGeom>
          <a:noFill/>
          <a:ln w="19050">
            <a:solidFill>
              <a:srgbClr val="111111"/>
            </a:solidFill>
            <a:prstDash val="solid"/>
          </a:ln>
        </p:spPr>
      </p:sp>
      <p:sp>
        <p:nvSpPr>
          <p:cNvPr id="66" name="Editable arrowhead 387">
            <a:extLst>
              <a:ext uri="{FF2B5EF4-FFF2-40B4-BE49-F238E27FC236}">
                <ns2:creationId id="{A6116CF4-7DC0-4407-B39B-40CC071B0AF4}"/>
              </a:ext>
            </a:extLst>
          </p:cNvPr>
          <p:cNvSpPr>
            <a:spLocks noGrp="1"/>
          </p:cNvSpPr>
          <p:nvPr/>
        </p:nvSpPr>
        <p:spPr>
          <a:xfrm>
            <a:off x="14525625" y="493395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67" name="EnsureModel: local load">
            <a:extLst>
              <a:ext uri="{FF2B5EF4-FFF2-40B4-BE49-F238E27FC236}">
                <ns2:creationId id="{639F9BBB-7BED-45DA-8ED7-F70C11E03EF3}"/>
              </a:ext>
            </a:extLst>
          </p:cNvPr>
          <p:cNvSpPr>
            <a:spLocks noGrp="1"/>
          </p:cNvSpPr>
          <p:nvPr/>
        </p:nvSpPr>
        <p:spPr>
          <a:xfrm>
            <a:off x="14763750" y="5162550"/>
            <a:ext cx="2381250" cy="276225"/>
          </a:xfrm>
          <a:prstGeom prst="rect">
            <a:avLst/>
          </a:prstGeom>
          <a:solidFill>
            <a:srgbClr val="FFFFFF"/>
          </a:solidFill>
          <a:ln w="19050">
            <a:solidFill>
              <a:srgbClr val="FFFFFF"/>
            </a:solid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EnsureModel: local load</a:t>
            </a:r>
            <a:endParaRPr lang="ko-KR">
              <a:latin typeface="Calibri"/>
              <a:ea typeface="Calibri"/>
              <a:cs typeface="Calibri"/>
            </a:endParaRPr>
          </a:p>
        </p:txBody>
      </p:sp>
      <p:graphicFrame>
        <p:nvGraphicFramePr>
          <p:cNvPr id="69" name="">
            <a:extLst>
              <a:ext uri="{FF2B5EF4-FFF2-40B4-BE49-F238E27FC236}">
                <ns2:creationId id="{EC4B9D6B-21F2-486A-915F-09D46B124708}"/>
              </a:ext>
            </a:extLst>
          </p:cNvPr>
          <p:cNvGraphicFramePr/>
          <p:nvPr/>
        </p:nvGraphicFramePr>
        <p:xfrm>
          <a:off x="571500" y="5895975"/>
          <a:ext cx="17145000" cy="3476625"/>
        </p:xfrm>
        <a:graphic>
          <a:graphicData uri="http://schemas.openxmlformats.org/drawingml/2006/table">
            <a:tbl>
              <a:tblPr firstRow="0" bandRow="0" bandCol="0"/>
              <a:tblGrid>
                <a:gridCol w="5810250"/>
                <a:gridCol w="2571750"/>
                <a:gridCol w="2952750"/>
                <a:gridCol w="2952750"/>
                <a:gridCol w="2857500"/>
              </a:tblGrid>
              <a:tr h="50482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수명 / 동시 RAM ·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시각 model session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stage 후 회수·교대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사용 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worker별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episode / 후보 기록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확정 이력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모델 회수와 별도 보존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619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추가 시각 runtime + model 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340 + 170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340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620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00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공통 / workspace·episode / 입력 buffer</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560 / 860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09600">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70" name="DP3 object 390">
            <a:extLst>
              <a:ext uri="{FF2B5EF4-FFF2-40B4-BE49-F238E27FC236}">
                <ns2:creationId id="{4BE78A7C-77FF-43FC-B2E9-230AF8B05E00}"/>
              </a:ext>
            </a:extLst>
          </p:cNvPr>
          <p:cNvSpPr>
            <a:spLocks noGrp="1"/>
          </p:cNvSpPr>
          <p:nvPr/>
        </p:nvSpPr>
        <p:spPr>
          <a:xfrm>
            <a:off x="619125" y="9525000"/>
            <a:ext cx="16954500" cy="285750"/>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ReleaseModel → EnsureModel → RunStage  /  CloseEpisode는 별도 명령  /  cold 시작은 모든 B에 로딩 발생</a:t>
            </a:r>
            <a:endParaRPr lang="ko-KR">
              <a:latin typeface="Calibri"/>
              <a:ea typeface="Calibri"/>
              <a:cs typeface="Calibri"/>
            </a:endParaRPr>
          </a:p>
        </p:txBody>
      </p:sp>
      <p:sp>
        <p:nvSpPr>
          <p:cNvPr id="71" name="DP3 object 391">
            <a:extLst>
              <a:ext uri="{FF2B5EF4-FFF2-40B4-BE49-F238E27FC236}">
                <ns2:creationId id="{E10D615A-34C9-43C4-B0BC-3102C293E758}"/>
              </a:ext>
            </a:extLst>
          </p:cNvPr>
          <p:cNvSpPr>
            <a:spLocks noGrp="1"/>
          </p:cNvSpPr>
          <p:nvPr/>
        </p:nvSpPr>
        <p:spPr>
          <a:xfrm>
            <a:off x="619125" y="9906000"/>
            <a:ext cx="16668750" cy="22860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가정 RAM, 실측 아님. 입력 buffer는 A의 cloud 입력 / B의 IPC. R1→R2: UI 객체 420 MB 유지. R3: runtime private 280 MB + IPC 8 MB 추가.</a:t>
            </a:r>
            <a:endParaRPr lang="ko-KR">
              <a:latin typeface="Calibri"/>
              <a:ea typeface="Calibri"/>
              <a:cs typeface="Calibri"/>
            </a:endParaRPr>
          </a:p>
        </p:txBody>
      </p:sp>
    </p:spTree>
    <p:extLst>
      <p:ext uri="{BB962C8B-B14F-4D97-AF65-F5344CB8AC3E}">
        <p14:creationId val="1177012085"/>
      </p:ext>
    </p:extLst>
  </p:cSld>
</p:sld>
</file>

<file path=ppt/slides/slide5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0" name="label DP3. 화면 지칭 해석 구조 (1/2)">
            <a:extLst>
              <a:ext uri="{FF2B5EF4-FFF2-40B4-BE49-F238E27FC236}">
                <ns2:creationId id="{85A59596-9CF7-41F0-967F-7477D3A4FD07}"/>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(1/2)</a:t>
            </a:r>
            <a:endParaRPr lang="ko-KR">
              <a:latin typeface="Calibri"/>
              <a:ea typeface="Calibri"/>
              <a:cs typeface="Calibri"/>
            </a:endParaRPr>
          </a:p>
        </p:txBody>
      </p:sp>
      <p:sp>
        <p:nvSpPr>
          <p:cNvPr id="2" name="stage 0">
            <a:extLst>
              <a:ext uri="{FF2B5EF4-FFF2-40B4-BE49-F238E27FC236}">
                <ns2:creationId id="{8E8FC998-27B2-4710-97BF-F1C74462221A}"/>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EADCFCA9-3769-41B5-8E29-90E910C288E8}"/>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A107371D-5825-4FC1-9CED-3DAAE8643B2A}"/>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B15532B2-A9B6-4EF8-998E-C82AC5B3D5DA}"/>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31D99620-13AE-423A-91B9-98BA00AC66DF}"/>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9417E604-5103-47E9-83D0-02979A92D19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공통 입력: 같은 전사와 단어 시각, 당시 화면과 조작 이력 / 화면 근거가 필요한 요청만 진입">
            <a:extLst>
              <a:ext uri="{FF2B5EF4-FFF2-40B4-BE49-F238E27FC236}">
                <ns2:creationId id="{0A1C48B4-73C0-4203-BFA1-DEBDC207F222}"/>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공통 입력: 같은 전사와 단어 시각, 당시 화면과 조작 이력 / 화면 근거가 필요한 요청만 진입</a:t>
            </a:r>
            <a:endParaRPr lang="ko-KR">
              <a:latin typeface="Calibri"/>
              <a:ea typeface="Calibri"/>
              <a:cs typeface="Calibri"/>
            </a:endParaRPr>
          </a:p>
        </p:txBody>
      </p:sp>
      <p:sp>
        <p:nvSpPr>
          <p:cNvPr id="9" name="Continuous slide number">
            <a:extLst>
              <a:ext uri="{FF2B5EF4-FFF2-40B4-BE49-F238E27FC236}">
                <ns2:creationId id="{EF930A2B-6562-41A3-9DCA-3787BB7C5878}"/>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29</a:t>
            </a:r>
            <a:endParaRPr lang="ko-KR">
              <a:latin typeface="Calibri"/>
              <a:ea typeface="Calibri"/>
              <a:cs typeface="Calibri"/>
            </a:endParaRPr>
          </a:p>
        </p:txBody>
      </p:sp>
      <p:sp>
        <p:nvSpPr>
          <p:cNvPr id="10" name="node:undefined">
            <a:extLst>
              <a:ext uri="{FF2B5EF4-FFF2-40B4-BE49-F238E27FC236}">
                <ns2:creationId id="{9A5B9208-A591-4D54-9916-9373EB06F0CF}"/>
              </a:ext>
            </a:extLst>
          </p:cNvPr>
          <p:cNvSpPr>
            <a:spLocks noGrp="1"/>
          </p:cNvSpPr>
          <p:nvPr/>
        </p:nvSpPr>
        <p:spPr>
          <a:xfrm>
            <a:off x="381000" y="1752600"/>
            <a:ext cx="857250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원본 공동 해석</a:t>
            </a:r>
            <a:endParaRPr lang="ko-KR">
              <a:latin typeface="Calibri"/>
              <a:ea typeface="Calibri"/>
              <a:cs typeface="Calibri"/>
            </a:endParaRPr>
          </a:p>
        </p:txBody>
      </p:sp>
      <p:sp>
        <p:nvSpPr>
          <p:cNvPr id="11" name="node:undefined">
            <a:extLst>
              <a:ext uri="{FF2B5EF4-FFF2-40B4-BE49-F238E27FC236}">
                <ns2:creationId id="{23298BA9-9822-4836-A721-DE5C8698E3F3}"/>
              </a:ext>
            </a:extLst>
          </p:cNvPr>
          <p:cNvSpPr>
            <a:spLocks noGrp="1"/>
          </p:cNvSpPr>
          <p:nvPr/>
        </p:nvSpPr>
        <p:spPr>
          <a:xfrm>
            <a:off x="9334500" y="1752600"/>
            <a:ext cx="857250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B-R1  후보 생산과 모델 교대 로딩</a:t>
            </a:r>
            <a:endParaRPr lang="ko-KR">
              <a:latin typeface="Calibri"/>
              <a:ea typeface="Calibri"/>
              <a:cs typeface="Calibri"/>
            </a:endParaRPr>
          </a:p>
        </p:txBody>
      </p:sp>
      <p:sp>
        <p:nvSpPr>
          <p:cNvPr id="12" name="rule:">
            <a:extLst>
              <a:ext uri="{FF2B5EF4-FFF2-40B4-BE49-F238E27FC236}">
                <ns2:creationId id="{C1C67896-0013-4BA5-81F1-FAAAA29DF64C}"/>
              </a:ext>
            </a:extLst>
          </p:cNvPr>
          <p:cNvSpPr>
            <a:spLocks noGrp="1"/>
          </p:cNvSpPr>
          <p:nvPr/>
        </p:nvSpPr>
        <p:spPr>
          <a:xfrm>
            <a:off x="9144000" y="1752600"/>
            <a:ext cx="953" cy="8105775"/>
          </a:xfrm>
          <a:custGeom>
            <a:pathLst>
              <a:path w="953" h="8105775">
                <a:moveTo>
                  <a:pt x="0" y="0"/>
                </a:moveTo>
                <a:lnTo>
                  <a:pt x="0" y="8105775"/>
                </a:lnTo>
              </a:path>
            </a:pathLst>
          </a:custGeom>
          <a:noFill/>
          <a:ln w="9525">
            <a:solidFill>
              <a:srgbClr val="B7B9B9"/>
            </a:solidFill>
            <a:prstDash val="solid"/>
          </a:ln>
        </p:spPr>
      </p:sp>
      <p:sp>
        <p:nvSpPr>
          <p:cNvPr id="13" name="node:arc">
            <a:extLst>
              <a:ext uri="{FF2B5EF4-FFF2-40B4-BE49-F238E27FC236}">
                <ns2:creationId id="{C930C99D-E271-456C-A757-7C09A1ADA45B}"/>
              </a:ext>
            </a:extLst>
          </p:cNvPr>
          <p:cNvSpPr>
            <a:spLocks noGrp="1"/>
          </p:cNvSpPr>
          <p:nvPr/>
        </p:nvSpPr>
        <p:spPr>
          <a:xfrm>
            <a:off x="571500" y="2428875"/>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14" name="divider arc">
            <a:extLst>
              <a:ext uri="{FF2B5EF4-FFF2-40B4-BE49-F238E27FC236}">
                <ns2:creationId id="{A6174F40-2EAF-4B32-86DA-077B30C19FC3}"/>
              </a:ext>
            </a:extLst>
          </p:cNvPr>
          <p:cNvSpPr>
            <a:spLocks noGrp="1"/>
          </p:cNvSpPr>
          <p:nvPr/>
        </p:nvSpPr>
        <p:spPr>
          <a:xfrm>
            <a:off x="571500" y="2790825"/>
            <a:ext cx="4000500" cy="953"/>
          </a:xfrm>
          <a:custGeom>
            <a:pathLst>
              <a:path w="4000500" h="953">
                <a:moveTo>
                  <a:pt x="0" y="0"/>
                </a:moveTo>
                <a:lnTo>
                  <a:pt x="4000500" y="0"/>
                </a:lnTo>
              </a:path>
            </a:pathLst>
          </a:custGeom>
          <a:noFill/>
          <a:ln w="9525">
            <a:solidFill>
              <a:srgbClr val="111111"/>
            </a:solidFill>
            <a:prstDash val="solid"/>
          </a:ln>
        </p:spPr>
      </p:sp>
      <p:sp>
        <p:nvSpPr>
          <p:cNvPr id="15" name="node:aguard">
            <a:extLst>
              <a:ext uri="{FF2B5EF4-FFF2-40B4-BE49-F238E27FC236}">
                <ns2:creationId id="{924008E3-006A-4779-B1BD-BB689844DCE4}"/>
              </a:ext>
            </a:extLst>
          </p:cNvPr>
          <p:cNvSpPr>
            <a:spLocks noGrp="1"/>
          </p:cNvSpPr>
          <p:nvPr/>
        </p:nvSpPr>
        <p:spPr>
          <a:xfrm>
            <a:off x="762000" y="2867025"/>
            <a:ext cx="3619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16" name="node:actx">
            <a:extLst>
              <a:ext uri="{FF2B5EF4-FFF2-40B4-BE49-F238E27FC236}">
                <ns2:creationId id="{24700AED-1024-4994-8710-317202F85AE2}"/>
              </a:ext>
            </a:extLst>
          </p:cNvPr>
          <p:cNvSpPr>
            <a:spLocks noGrp="1"/>
          </p:cNvSpPr>
          <p:nvPr/>
        </p:nvSpPr>
        <p:spPr>
          <a:xfrm>
            <a:off x="6096000" y="2428875"/>
            <a:ext cx="2667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7" name="divider actx">
            <a:extLst>
              <a:ext uri="{FF2B5EF4-FFF2-40B4-BE49-F238E27FC236}">
                <ns2:creationId id="{82193A2E-B673-4C07-A0D7-16D155A9E87C}"/>
              </a:ext>
            </a:extLst>
          </p:cNvPr>
          <p:cNvSpPr>
            <a:spLocks noGrp="1"/>
          </p:cNvSpPr>
          <p:nvPr/>
        </p:nvSpPr>
        <p:spPr>
          <a:xfrm>
            <a:off x="6096000" y="2790825"/>
            <a:ext cx="2667000" cy="953"/>
          </a:xfrm>
          <a:custGeom>
            <a:pathLst>
              <a:path w="2667000" h="953">
                <a:moveTo>
                  <a:pt x="0" y="0"/>
                </a:moveTo>
                <a:lnTo>
                  <a:pt x="2667000" y="0"/>
                </a:lnTo>
              </a:path>
            </a:pathLst>
          </a:custGeom>
          <a:noFill/>
          <a:ln w="9525">
            <a:solidFill>
              <a:srgbClr val="111111"/>
            </a:solidFill>
            <a:prstDash val="solid"/>
          </a:ln>
        </p:spPr>
      </p:sp>
      <p:sp>
        <p:nvSpPr>
          <p:cNvPr id="18" name="node:aread">
            <a:extLst>
              <a:ext uri="{FF2B5EF4-FFF2-40B4-BE49-F238E27FC236}">
                <ns2:creationId id="{461B15B9-2F7B-455C-B2E8-DD8D1C250FDD}"/>
              </a:ext>
            </a:extLst>
          </p:cNvPr>
          <p:cNvSpPr>
            <a:spLocks noGrp="1"/>
          </p:cNvSpPr>
          <p:nvPr/>
        </p:nvSpPr>
        <p:spPr>
          <a:xfrm>
            <a:off x="6267450" y="2867025"/>
            <a:ext cx="2324100" cy="409575"/>
          </a:xfrm>
          <a:prstGeom prst="roundRect">
            <a:avLst>
              <a:gd name="adj" fmla="val 1860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근거 조회기</a:t>
            </a:r>
            <a:endParaRPr lang="ko-KR">
              <a:latin typeface="Calibri"/>
              <a:ea typeface="Calibri"/>
              <a:cs typeface="Calibri"/>
            </a:endParaRPr>
          </a:p>
        </p:txBody>
      </p:sp>
      <p:sp>
        <p:nvSpPr>
          <p:cNvPr id="19" name="node:araw">
            <a:extLst>
              <a:ext uri="{FF2B5EF4-FFF2-40B4-BE49-F238E27FC236}">
                <ns2:creationId id="{4D4A2ED9-7647-4C47-8C85-A853554605C3}"/>
              </a:ext>
            </a:extLst>
          </p:cNvPr>
          <p:cNvSpPr>
            <a:spLocks noGrp="1"/>
          </p:cNvSpPr>
          <p:nvPr/>
        </p:nvSpPr>
        <p:spPr>
          <a:xfrm>
            <a:off x="6267450" y="3371850"/>
            <a:ext cx="2324100" cy="333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참조 / 읽은 판본</a:t>
            </a:r>
            <a:endParaRPr lang="ko-KR">
              <a:latin typeface="Calibri"/>
              <a:ea typeface="Calibri"/>
              <a:cs typeface="Calibri"/>
            </a:endParaRPr>
          </a:p>
        </p:txBody>
      </p:sp>
      <p:sp>
        <p:nvSpPr>
          <p:cNvPr id="20" name="node:ari">
            <a:extLst>
              <a:ext uri="{FF2B5EF4-FFF2-40B4-BE49-F238E27FC236}">
                <ns2:creationId id="{EBC3663C-7E0A-4D5E-A0A6-91AF187303CF}"/>
              </a:ext>
            </a:extLst>
          </p:cNvPr>
          <p:cNvSpPr>
            <a:spLocks noGrp="1"/>
          </p:cNvSpPr>
          <p:nvPr/>
        </p:nvSpPr>
        <p:spPr>
          <a:xfrm>
            <a:off x="571500" y="5095875"/>
            <a:ext cx="4000500" cy="1495425"/>
          </a:xfrm>
          <a:prstGeom prst="rect">
            <a:avLst/>
          </a:prstGeom>
          <a:solidFill>
            <a:srgbClr val="FFF6DD"/>
          </a:solidFill>
          <a:ln w="16193">
            <a:solidFill>
              <a:srgbClr val="111111"/>
            </a:solidFill>
          </a:ln>
        </p:spPr>
        <p:txBody>
          <a:bodyPr wrap="none" lIns="47625" tIns="19050" rIns="47625" bIns="11525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1" name="divider ari">
            <a:extLst>
              <a:ext uri="{FF2B5EF4-FFF2-40B4-BE49-F238E27FC236}">
                <ns2:creationId id="{E399DA96-64CA-4423-9C14-A0E91FC5B938}"/>
              </a:ext>
            </a:extLst>
          </p:cNvPr>
          <p:cNvSpPr>
            <a:spLocks noGrp="1"/>
          </p:cNvSpPr>
          <p:nvPr/>
        </p:nvSpPr>
        <p:spPr>
          <a:xfrm>
            <a:off x="571500" y="5457825"/>
            <a:ext cx="4000500" cy="953"/>
          </a:xfrm>
          <a:custGeom>
            <a:pathLst>
              <a:path w="4000500" h="953">
                <a:moveTo>
                  <a:pt x="0" y="0"/>
                </a:moveTo>
                <a:lnTo>
                  <a:pt x="4000500" y="0"/>
                </a:lnTo>
              </a:path>
            </a:pathLst>
          </a:custGeom>
          <a:noFill/>
          <a:ln w="9525">
            <a:solidFill>
              <a:srgbClr val="111111"/>
            </a:solidFill>
            <a:prstDash val="solid"/>
          </a:ln>
        </p:spPr>
      </p:sp>
      <p:sp>
        <p:nvSpPr>
          <p:cNvPr id="22" name="node:ainterpret">
            <a:extLst>
              <a:ext uri="{FF2B5EF4-FFF2-40B4-BE49-F238E27FC236}">
                <ns2:creationId id="{D7CE9D2B-882C-4D2E-8FE2-EAE5341C2F56}"/>
              </a:ext>
            </a:extLst>
          </p:cNvPr>
          <p:cNvSpPr>
            <a:spLocks noGrp="1"/>
          </p:cNvSpPr>
          <p:nvPr/>
        </p:nvSpPr>
        <p:spPr>
          <a:xfrm>
            <a:off x="762000" y="5543550"/>
            <a:ext cx="1952625" cy="457200"/>
          </a:xfrm>
          <a:prstGeom prst="roundRect">
            <a:avLst>
              <a:gd name="adj" fmla="val 16667"/>
            </a:avLst>
          </a:prstGeom>
          <a:solidFill>
            <a:srgbClr val="FFFFFF"/>
          </a:solidFill>
          <a:ln w="16193">
            <a:solidFill>
              <a:srgbClr val="4676CB"/>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해석기</a:t>
            </a:r>
            <a:endParaRPr lang="ko-KR">
              <a:latin typeface="Calibri"/>
              <a:ea typeface="Calibri"/>
              <a:cs typeface="Calibri"/>
            </a:endParaRPr>
          </a:p>
        </p:txBody>
      </p:sp>
      <p:sp>
        <p:nvSpPr>
          <p:cNvPr id="23" name="node:asession">
            <a:extLst>
              <a:ext uri="{FF2B5EF4-FFF2-40B4-BE49-F238E27FC236}">
                <ns2:creationId id="{8950EDCF-846E-46EE-9194-6103832F4D53}"/>
              </a:ext>
            </a:extLst>
          </p:cNvPr>
          <p:cNvSpPr>
            <a:spLocks noGrp="1"/>
          </p:cNvSpPr>
          <p:nvPr/>
        </p:nvSpPr>
        <p:spPr>
          <a:xfrm>
            <a:off x="2952750" y="5524500"/>
            <a:ext cx="1428750" cy="8572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해석 상태</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24" name="edge:aread-allow">
            <a:extLst>
              <a:ext uri="{FF2B5EF4-FFF2-40B4-BE49-F238E27FC236}">
                <ns2:creationId id="{3BAF9748-B2AB-422A-BE80-3CB503045E6F}"/>
              </a:ext>
            </a:extLst>
          </p:cNvPr>
          <p:cNvSpPr>
            <a:spLocks noGrp="1"/>
          </p:cNvSpPr>
          <p:nvPr/>
        </p:nvSpPr>
        <p:spPr>
          <a:xfrm>
            <a:off x="4381500" y="2981325"/>
            <a:ext cx="1885950" cy="953"/>
          </a:xfrm>
          <a:custGeom>
            <a:pathLst>
              <a:path w="1885950" h="953">
                <a:moveTo>
                  <a:pt x="0" y="0"/>
                </a:moveTo>
                <a:lnTo>
                  <a:pt x="1885950" y="0"/>
                </a:lnTo>
              </a:path>
            </a:pathLst>
          </a:custGeom>
          <a:noFill/>
          <a:ln w="17145">
            <a:solidFill>
              <a:srgbClr val="111111"/>
            </a:solidFill>
            <a:prstDash val="solid"/>
          </a:ln>
        </p:spPr>
      </p:sp>
      <p:sp>
        <p:nvSpPr>
          <p:cNvPr id="25" name="arrow:aread-allow">
            <a:extLst>
              <a:ext uri="{FF2B5EF4-FFF2-40B4-BE49-F238E27FC236}">
                <ns2:creationId id="{46D799ED-A464-4060-8F1C-4385DD6E87A9}"/>
              </a:ext>
            </a:extLst>
          </p:cNvPr>
          <p:cNvSpPr>
            <a:spLocks noGrp="1"/>
          </p:cNvSpPr>
          <p:nvPr/>
        </p:nvSpPr>
        <p:spPr>
          <a:xfrm>
            <a:off x="6181725" y="29432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6" name="label 1 조회 허가&#10;새 범위 재허가">
            <a:extLst>
              <a:ext uri="{FF2B5EF4-FFF2-40B4-BE49-F238E27FC236}">
                <ns2:creationId id="{B816EAFA-595E-4778-B491-3DA7A0FB1DCE}"/>
              </a:ext>
            </a:extLst>
          </p:cNvPr>
          <p:cNvSpPr>
            <a:spLocks noGrp="1"/>
          </p:cNvSpPr>
          <p:nvPr/>
        </p:nvSpPr>
        <p:spPr>
          <a:xfrm>
            <a:off x="4648200" y="2524125"/>
            <a:ext cx="1381125"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1 조회 허가</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새 범위 재허가</a:t>
            </a:r>
            <a:endParaRPr lang="ko-KR">
              <a:latin typeface="Calibri"/>
              <a:ea typeface="Calibri"/>
              <a:cs typeface="Calibri"/>
            </a:endParaRPr>
          </a:p>
        </p:txBody>
      </p:sp>
      <p:sp>
        <p:nvSpPr>
          <p:cNvPr id="27" name="edge:aread-return">
            <a:extLst>
              <a:ext uri="{FF2B5EF4-FFF2-40B4-BE49-F238E27FC236}">
                <ns2:creationId id="{5CBEE8EB-407B-41FE-A8A2-F87650E995C9}"/>
              </a:ext>
            </a:extLst>
          </p:cNvPr>
          <p:cNvSpPr>
            <a:spLocks noGrp="1"/>
          </p:cNvSpPr>
          <p:nvPr/>
        </p:nvSpPr>
        <p:spPr>
          <a:xfrm>
            <a:off x="4381500" y="3209925"/>
            <a:ext cx="1885950" cy="485775"/>
          </a:xfrm>
          <a:custGeom>
            <a:pathLst>
              <a:path w="1885950" h="485775">
                <a:moveTo>
                  <a:pt x="1885950" y="0"/>
                </a:moveTo>
                <a:lnTo>
                  <a:pt x="1333500" y="0"/>
                </a:lnTo>
                <a:lnTo>
                  <a:pt x="1333500" y="485775"/>
                </a:lnTo>
                <a:lnTo>
                  <a:pt x="0" y="485775"/>
                </a:lnTo>
                <a:lnTo>
                  <a:pt x="0" y="152400"/>
                </a:lnTo>
              </a:path>
            </a:pathLst>
          </a:custGeom>
          <a:noFill/>
          <a:ln w="17145">
            <a:solidFill>
              <a:srgbClr val="111111"/>
            </a:solidFill>
            <a:prstDash val="dash"/>
          </a:ln>
        </p:spPr>
      </p:sp>
      <p:sp>
        <p:nvSpPr>
          <p:cNvPr id="28" name="arrow:aread-return">
            <a:extLst>
              <a:ext uri="{FF2B5EF4-FFF2-40B4-BE49-F238E27FC236}">
                <ns2:creationId id="{4A889E13-0D4C-47A7-8BA2-30469B04A74E}"/>
              </a:ext>
            </a:extLst>
          </p:cNvPr>
          <p:cNvSpPr>
            <a:spLocks noGrp="1"/>
          </p:cNvSpPr>
          <p:nvPr/>
        </p:nvSpPr>
        <p:spPr>
          <a:xfrm>
            <a:off x="43434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29" name="label 2 원본 또는&#10;조회 불가">
            <a:extLst>
              <a:ext uri="{FF2B5EF4-FFF2-40B4-BE49-F238E27FC236}">
                <ns2:creationId id="{E9DCFB90-BE75-473A-BAD4-955F9EA01F89}"/>
              </a:ext>
            </a:extLst>
          </p:cNvPr>
          <p:cNvSpPr>
            <a:spLocks noGrp="1"/>
          </p:cNvSpPr>
          <p:nvPr/>
        </p:nvSpPr>
        <p:spPr>
          <a:xfrm>
            <a:off x="4667250" y="3819525"/>
            <a:ext cx="1381125" cy="4476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원본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불가</a:t>
            </a:r>
            <a:endParaRPr lang="ko-KR">
              <a:latin typeface="Calibri"/>
              <a:ea typeface="Calibri"/>
              <a:cs typeface="Calibri"/>
            </a:endParaRPr>
          </a:p>
        </p:txBody>
      </p:sp>
      <p:sp>
        <p:nvSpPr>
          <p:cNvPr id="30" name="edge:aread-cache">
            <a:extLst>
              <a:ext uri="{FF2B5EF4-FFF2-40B4-BE49-F238E27FC236}">
                <ns2:creationId id="{5FC4DE97-F88C-460F-8ED2-F0C20F824588}"/>
              </a:ext>
            </a:extLst>
          </p:cNvPr>
          <p:cNvSpPr>
            <a:spLocks noGrp="1"/>
          </p:cNvSpPr>
          <p:nvPr/>
        </p:nvSpPr>
        <p:spPr>
          <a:xfrm>
            <a:off x="7429500" y="3276600"/>
            <a:ext cx="953" cy="95250"/>
          </a:xfrm>
          <a:custGeom>
            <a:pathLst>
              <a:path w="953" h="95250">
                <a:moveTo>
                  <a:pt x="0" y="0"/>
                </a:moveTo>
                <a:lnTo>
                  <a:pt x="0" y="95250"/>
                </a:lnTo>
              </a:path>
            </a:pathLst>
          </a:custGeom>
          <a:noFill/>
          <a:ln w="17145">
            <a:solidFill>
              <a:srgbClr val="111111"/>
            </a:solidFill>
            <a:prstDash val="solid"/>
          </a:ln>
        </p:spPr>
      </p:sp>
      <p:sp>
        <p:nvSpPr>
          <p:cNvPr id="31" name="arrow:aread-cache">
            <a:extLst>
              <a:ext uri="{FF2B5EF4-FFF2-40B4-BE49-F238E27FC236}">
                <ns2:creationId id="{12FDAAAE-F457-42AD-A3CF-4DFFEDF3DB90}"/>
              </a:ext>
            </a:extLst>
          </p:cNvPr>
          <p:cNvSpPr>
            <a:spLocks noGrp="1"/>
          </p:cNvSpPr>
          <p:nvPr/>
        </p:nvSpPr>
        <p:spPr>
          <a:xfrm>
            <a:off x="7391400" y="3286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2" name="edge:ainterpret-start">
            <a:extLst>
              <a:ext uri="{FF2B5EF4-FFF2-40B4-BE49-F238E27FC236}">
                <ns2:creationId id="{A08E59EF-999D-41FD-9226-718599927BEE}"/>
              </a:ext>
            </a:extLst>
          </p:cNvPr>
          <p:cNvSpPr>
            <a:spLocks noGrp="1"/>
          </p:cNvSpPr>
          <p:nvPr/>
        </p:nvSpPr>
        <p:spPr>
          <a:xfrm>
            <a:off x="381000" y="3362325"/>
            <a:ext cx="857250" cy="2390775"/>
          </a:xfrm>
          <a:custGeom>
            <a:pathLst>
              <a:path w="857250" h="2390775">
                <a:moveTo>
                  <a:pt x="857250" y="0"/>
                </a:moveTo>
                <a:lnTo>
                  <a:pt x="857250" y="733425"/>
                </a:lnTo>
                <a:lnTo>
                  <a:pt x="0" y="733425"/>
                </a:lnTo>
                <a:lnTo>
                  <a:pt x="0" y="2390775"/>
                </a:lnTo>
                <a:lnTo>
                  <a:pt x="381000" y="2390775"/>
                </a:lnTo>
              </a:path>
            </a:pathLst>
          </a:custGeom>
          <a:noFill/>
          <a:ln w="17145">
            <a:solidFill>
              <a:srgbClr val="111111"/>
            </a:solidFill>
            <a:prstDash val="solid"/>
          </a:ln>
        </p:spPr>
      </p:sp>
      <p:sp>
        <p:nvSpPr>
          <p:cNvPr id="33" name="arrow:ainterpret-start">
            <a:extLst>
              <a:ext uri="{FF2B5EF4-FFF2-40B4-BE49-F238E27FC236}">
                <ns2:creationId id="{7AAC5FC8-F9F5-4BA5-BE80-BC085D30CC07}"/>
              </a:ext>
            </a:extLst>
          </p:cNvPr>
          <p:cNvSpPr>
            <a:spLocks noGrp="1"/>
          </p:cNvSpPr>
          <p:nvPr/>
        </p:nvSpPr>
        <p:spPr>
          <a:xfrm>
            <a:off x="676275" y="5715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4" name="label 3 해석 / 보완 후 재개">
            <a:extLst>
              <a:ext uri="{FF2B5EF4-FFF2-40B4-BE49-F238E27FC236}">
                <ns2:creationId id="{D7F68125-3A69-4567-B473-75291830F7A0}"/>
              </a:ext>
            </a:extLst>
          </p:cNvPr>
          <p:cNvSpPr>
            <a:spLocks noGrp="1"/>
          </p:cNvSpPr>
          <p:nvPr/>
        </p:nvSpPr>
        <p:spPr>
          <a:xfrm>
            <a:off x="638175" y="4305300"/>
            <a:ext cx="2381250" cy="2952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해석 / 보완 후 재개</a:t>
            </a:r>
            <a:endParaRPr lang="ko-KR">
              <a:latin typeface="Calibri"/>
              <a:ea typeface="Calibri"/>
              <a:cs typeface="Calibri"/>
            </a:endParaRPr>
          </a:p>
        </p:txBody>
      </p:sp>
      <p:sp>
        <p:nvSpPr>
          <p:cNvPr id="35" name="edge:ainterpret-need">
            <a:extLst>
              <a:ext uri="{FF2B5EF4-FFF2-40B4-BE49-F238E27FC236}">
                <ns2:creationId id="{9FDE88F6-DD1D-46FB-9BB1-C5D1DDFEF707}"/>
              </a:ext>
            </a:extLst>
          </p:cNvPr>
          <p:cNvSpPr>
            <a:spLocks noGrp="1"/>
          </p:cNvSpPr>
          <p:nvPr/>
        </p:nvSpPr>
        <p:spPr>
          <a:xfrm>
            <a:off x="2381250" y="3286125"/>
            <a:ext cx="2476500" cy="3476625"/>
          </a:xfrm>
          <a:custGeom>
            <a:pathLst>
              <a:path w="2476500" h="3476625">
                <a:moveTo>
                  <a:pt x="0" y="2714625"/>
                </a:moveTo>
                <a:lnTo>
                  <a:pt x="0" y="3476625"/>
                </a:lnTo>
                <a:lnTo>
                  <a:pt x="2476500" y="3476625"/>
                </a:lnTo>
                <a:lnTo>
                  <a:pt x="2476500" y="0"/>
                </a:lnTo>
                <a:lnTo>
                  <a:pt x="2000250" y="0"/>
                </a:lnTo>
              </a:path>
            </a:pathLst>
          </a:custGeom>
          <a:noFill/>
          <a:ln w="17145">
            <a:solidFill>
              <a:srgbClr val="111111"/>
            </a:solidFill>
            <a:prstDash val="dash"/>
          </a:ln>
        </p:spPr>
      </p:sp>
      <p:sp>
        <p:nvSpPr>
          <p:cNvPr id="36" name="arrow:ainterpret-need">
            <a:extLst>
              <a:ext uri="{FF2B5EF4-FFF2-40B4-BE49-F238E27FC236}">
                <ns2:creationId id="{BE8B194E-49F5-4FDE-B6E5-881D81F48B36}"/>
              </a:ext>
            </a:extLst>
          </p:cNvPr>
          <p:cNvSpPr>
            <a:spLocks noGrp="1"/>
          </p:cNvSpPr>
          <p:nvPr/>
        </p:nvSpPr>
        <p:spPr>
          <a:xfrm>
            <a:off x="4381500" y="32480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37" name="label 6 의미 제안&#10;또는 원본 부족">
            <a:extLst>
              <a:ext uri="{FF2B5EF4-FFF2-40B4-BE49-F238E27FC236}">
                <ns2:creationId id="{8D651D83-54D6-4C6F-B9BF-E2688F97AF90}"/>
              </a:ext>
            </a:extLst>
          </p:cNvPr>
          <p:cNvSpPr>
            <a:spLocks noGrp="1"/>
          </p:cNvSpPr>
          <p:nvPr/>
        </p:nvSpPr>
        <p:spPr>
          <a:xfrm>
            <a:off x="4953000" y="4762500"/>
            <a:ext cx="1905000" cy="5238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6 의미 제안</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또는 원본 부족</a:t>
            </a:r>
            <a:endParaRPr lang="ko-KR">
              <a:latin typeface="Calibri"/>
              <a:ea typeface="Calibri"/>
              <a:cs typeface="Calibri"/>
            </a:endParaRPr>
          </a:p>
        </p:txBody>
      </p:sp>
      <p:sp>
        <p:nvSpPr>
          <p:cNvPr id="38" name="edge:astate-write">
            <a:extLst>
              <a:ext uri="{FF2B5EF4-FFF2-40B4-BE49-F238E27FC236}">
                <ns2:creationId id="{4C17EB90-4E14-4471-B5C1-3EAC73002172}"/>
              </a:ext>
            </a:extLst>
          </p:cNvPr>
          <p:cNvSpPr>
            <a:spLocks noGrp="1"/>
          </p:cNvSpPr>
          <p:nvPr/>
        </p:nvSpPr>
        <p:spPr>
          <a:xfrm>
            <a:off x="2714625" y="5838825"/>
            <a:ext cx="238125" cy="953"/>
          </a:xfrm>
          <a:custGeom>
            <a:pathLst>
              <a:path w="238125" h="953">
                <a:moveTo>
                  <a:pt x="0" y="0"/>
                </a:moveTo>
                <a:lnTo>
                  <a:pt x="238125" y="0"/>
                </a:lnTo>
              </a:path>
            </a:pathLst>
          </a:custGeom>
          <a:noFill/>
          <a:ln w="17145">
            <a:solidFill>
              <a:srgbClr val="111111"/>
            </a:solidFill>
            <a:prstDash val="solid"/>
          </a:ln>
        </p:spPr>
      </p:sp>
      <p:sp>
        <p:nvSpPr>
          <p:cNvPr id="39" name="arrow:astate-write">
            <a:extLst>
              <a:ext uri="{FF2B5EF4-FFF2-40B4-BE49-F238E27FC236}">
                <ns2:creationId id="{A689CD10-549C-46B2-B8F2-E742C7B96160}"/>
              </a:ext>
            </a:extLst>
          </p:cNvPr>
          <p:cNvSpPr>
            <a:spLocks noGrp="1"/>
          </p:cNvSpPr>
          <p:nvPr/>
        </p:nvSpPr>
        <p:spPr>
          <a:xfrm>
            <a:off x="2867025" y="58007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0" name="node:brc">
            <a:extLst>
              <a:ext uri="{FF2B5EF4-FFF2-40B4-BE49-F238E27FC236}">
                <ns2:creationId id="{5F04B5D4-0531-4DD3-AB61-35A494412096}"/>
              </a:ext>
            </a:extLst>
          </p:cNvPr>
          <p:cNvSpPr>
            <a:spLocks noGrp="1"/>
          </p:cNvSpPr>
          <p:nvPr/>
        </p:nvSpPr>
        <p:spPr>
          <a:xfrm>
            <a:off x="9525000" y="2428875"/>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41" name="divider brc">
            <a:extLst>
              <a:ext uri="{FF2B5EF4-FFF2-40B4-BE49-F238E27FC236}">
                <ns2:creationId id="{045BB47B-8919-4A85-8264-CA5BD19945ED}"/>
              </a:ext>
            </a:extLst>
          </p:cNvPr>
          <p:cNvSpPr>
            <a:spLocks noGrp="1"/>
          </p:cNvSpPr>
          <p:nvPr/>
        </p:nvSpPr>
        <p:spPr>
          <a:xfrm>
            <a:off x="9525000" y="2790825"/>
            <a:ext cx="4000500" cy="953"/>
          </a:xfrm>
          <a:custGeom>
            <a:pathLst>
              <a:path w="4000500" h="953">
                <a:moveTo>
                  <a:pt x="0" y="0"/>
                </a:moveTo>
                <a:lnTo>
                  <a:pt x="4000500" y="0"/>
                </a:lnTo>
              </a:path>
            </a:pathLst>
          </a:custGeom>
          <a:noFill/>
          <a:ln w="9525">
            <a:solidFill>
              <a:srgbClr val="111111"/>
            </a:solidFill>
            <a:prstDash val="solid"/>
          </a:ln>
        </p:spPr>
      </p:sp>
      <p:sp>
        <p:nvSpPr>
          <p:cNvPr id="42" name="node:bguard">
            <a:extLst>
              <a:ext uri="{FF2B5EF4-FFF2-40B4-BE49-F238E27FC236}">
                <ns2:creationId id="{8CBDFED8-CC87-4228-B297-178693F187E1}"/>
              </a:ext>
            </a:extLst>
          </p:cNvPr>
          <p:cNvSpPr>
            <a:spLocks noGrp="1"/>
          </p:cNvSpPr>
          <p:nvPr/>
        </p:nvSpPr>
        <p:spPr>
          <a:xfrm>
            <a:off x="9715500" y="2867025"/>
            <a:ext cx="3619500"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요청 검증 및 채택기</a:t>
            </a:r>
            <a:endParaRPr lang="ko-KR">
              <a:latin typeface="Calibri"/>
              <a:ea typeface="Calibri"/>
              <a:cs typeface="Calibri"/>
            </a:endParaRPr>
          </a:p>
        </p:txBody>
      </p:sp>
      <p:sp>
        <p:nvSpPr>
          <p:cNvPr id="43" name="node:bctx">
            <a:extLst>
              <a:ext uri="{FF2B5EF4-FFF2-40B4-BE49-F238E27FC236}">
                <ns2:creationId id="{4B0B823C-2465-405B-907B-BAA0D540CB2A}"/>
              </a:ext>
            </a:extLst>
          </p:cNvPr>
          <p:cNvSpPr>
            <a:spLocks noGrp="1"/>
          </p:cNvSpPr>
          <p:nvPr/>
        </p:nvSpPr>
        <p:spPr>
          <a:xfrm>
            <a:off x="15049500" y="2428875"/>
            <a:ext cx="2667000" cy="1381125"/>
          </a:xfrm>
          <a:prstGeom prst="rect">
            <a:avLst/>
          </a:prstGeom>
          <a:solidFill>
            <a:srgbClr val="FFF6DD"/>
          </a:solidFill>
          <a:ln w="16193">
            <a:solidFill>
              <a:srgbClr val="111111"/>
            </a:solidFill>
          </a:ln>
        </p:spPr>
        <p:txBody>
          <a:bodyPr wrap="none" lIns="47625" tIns="19050" rIns="47625" bIns="103822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4" name="divider bctx">
            <a:extLst>
              <a:ext uri="{FF2B5EF4-FFF2-40B4-BE49-F238E27FC236}">
                <ns2:creationId id="{9F14C141-BC09-437F-973B-3BD0BEE7B131}"/>
              </a:ext>
            </a:extLst>
          </p:cNvPr>
          <p:cNvSpPr>
            <a:spLocks noGrp="1"/>
          </p:cNvSpPr>
          <p:nvPr/>
        </p:nvSpPr>
        <p:spPr>
          <a:xfrm>
            <a:off x="15049500" y="2790825"/>
            <a:ext cx="2667000" cy="953"/>
          </a:xfrm>
          <a:custGeom>
            <a:pathLst>
              <a:path w="2667000" h="953">
                <a:moveTo>
                  <a:pt x="0" y="0"/>
                </a:moveTo>
                <a:lnTo>
                  <a:pt x="2667000" y="0"/>
                </a:lnTo>
              </a:path>
            </a:pathLst>
          </a:custGeom>
          <a:noFill/>
          <a:ln w="9525">
            <a:solidFill>
              <a:srgbClr val="111111"/>
            </a:solidFill>
            <a:prstDash val="solid"/>
          </a:ln>
        </p:spPr>
      </p:sp>
      <p:sp>
        <p:nvSpPr>
          <p:cNvPr id="45" name="node:bread">
            <a:extLst>
              <a:ext uri="{FF2B5EF4-FFF2-40B4-BE49-F238E27FC236}">
                <ns2:creationId id="{4CD19DCE-9D30-4ED6-965D-E89EF6E83984}"/>
              </a:ext>
            </a:extLst>
          </p:cNvPr>
          <p:cNvSpPr>
            <a:spLocks noGrp="1"/>
          </p:cNvSpPr>
          <p:nvPr/>
        </p:nvSpPr>
        <p:spPr>
          <a:xfrm>
            <a:off x="15220950" y="2867025"/>
            <a:ext cx="2324100" cy="409575"/>
          </a:xfrm>
          <a:prstGeom prst="roundRect">
            <a:avLst>
              <a:gd name="adj" fmla="val 18605"/>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근거 조회기</a:t>
            </a:r>
            <a:endParaRPr lang="ko-KR">
              <a:latin typeface="Calibri"/>
              <a:ea typeface="Calibri"/>
              <a:cs typeface="Calibri"/>
            </a:endParaRPr>
          </a:p>
        </p:txBody>
      </p:sp>
      <p:sp>
        <p:nvSpPr>
          <p:cNvPr id="46" name="node:braw">
            <a:extLst>
              <a:ext uri="{FF2B5EF4-FFF2-40B4-BE49-F238E27FC236}">
                <ns2:creationId id="{7FBF78F7-3D58-46D7-9A28-501954A46CE7}"/>
              </a:ext>
            </a:extLst>
          </p:cNvPr>
          <p:cNvSpPr>
            <a:spLocks noGrp="1"/>
          </p:cNvSpPr>
          <p:nvPr/>
        </p:nvSpPr>
        <p:spPr>
          <a:xfrm>
            <a:off x="15220950" y="3371850"/>
            <a:ext cx="2324100" cy="3333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원본 참조 / 읽은 판본</a:t>
            </a:r>
            <a:endParaRPr lang="ko-KR">
              <a:latin typeface="Calibri"/>
              <a:ea typeface="Calibri"/>
              <a:cs typeface="Calibri"/>
            </a:endParaRPr>
          </a:p>
        </p:txBody>
      </p:sp>
      <p:sp>
        <p:nvSpPr>
          <p:cNvPr id="47" name="node:bri">
            <a:extLst>
              <a:ext uri="{FF2B5EF4-FFF2-40B4-BE49-F238E27FC236}">
                <ns2:creationId id="{24D6ED92-2A8B-41B4-B0A6-F06509CDDB98}"/>
              </a:ext>
            </a:extLst>
          </p:cNvPr>
          <p:cNvSpPr>
            <a:spLocks noGrp="1"/>
          </p:cNvSpPr>
          <p:nvPr/>
        </p:nvSpPr>
        <p:spPr>
          <a:xfrm>
            <a:off x="9525000" y="5095875"/>
            <a:ext cx="4000500" cy="1495425"/>
          </a:xfrm>
          <a:prstGeom prst="rect">
            <a:avLst/>
          </a:prstGeom>
          <a:solidFill>
            <a:srgbClr val="FFF6DD"/>
          </a:solidFill>
          <a:ln w="16193">
            <a:solidFill>
              <a:srgbClr val="111111"/>
            </a:solidFill>
          </a:ln>
        </p:spPr>
        <p:txBody>
          <a:bodyPr wrap="none" lIns="47625" tIns="19050" rIns="47625" bIns="11525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8" name="divider bri">
            <a:extLst>
              <a:ext uri="{FF2B5EF4-FFF2-40B4-BE49-F238E27FC236}">
                <ns2:creationId id="{8C6907CB-FE95-426D-8010-FF2C91247882}"/>
              </a:ext>
            </a:extLst>
          </p:cNvPr>
          <p:cNvSpPr>
            <a:spLocks noGrp="1"/>
          </p:cNvSpPr>
          <p:nvPr/>
        </p:nvSpPr>
        <p:spPr>
          <a:xfrm>
            <a:off x="9525000" y="5457825"/>
            <a:ext cx="4000500" cy="953"/>
          </a:xfrm>
          <a:custGeom>
            <a:pathLst>
              <a:path w="4000500" h="953">
                <a:moveTo>
                  <a:pt x="0" y="0"/>
                </a:moveTo>
                <a:lnTo>
                  <a:pt x="4000500" y="0"/>
                </a:lnTo>
              </a:path>
            </a:pathLst>
          </a:custGeom>
          <a:noFill/>
          <a:ln w="9525">
            <a:solidFill>
              <a:srgbClr val="111111"/>
            </a:solidFill>
            <a:prstDash val="solid"/>
          </a:ln>
        </p:spPr>
      </p:sp>
      <p:sp>
        <p:nvSpPr>
          <p:cNvPr id="49" name="node:binterpret">
            <a:extLst>
              <a:ext uri="{FF2B5EF4-FFF2-40B4-BE49-F238E27FC236}">
                <ns2:creationId id="{AC2CC336-8C55-4BBD-B9CB-C0D473FC6750}"/>
              </a:ext>
            </a:extLst>
          </p:cNvPr>
          <p:cNvSpPr>
            <a:spLocks noGrp="1"/>
          </p:cNvSpPr>
          <p:nvPr/>
        </p:nvSpPr>
        <p:spPr>
          <a:xfrm>
            <a:off x="9715500" y="5543550"/>
            <a:ext cx="1952625" cy="457200"/>
          </a:xfrm>
          <a:prstGeom prst="roundRect">
            <a:avLst>
              <a:gd name="adj" fmla="val 16667"/>
            </a:avLst>
          </a:prstGeom>
          <a:solidFill>
            <a:srgbClr val="FFFFFF"/>
          </a:solidFill>
          <a:ln w="16193">
            <a:solidFill>
              <a:srgbClr val="32824A"/>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후보 결합기</a:t>
            </a:r>
            <a:endParaRPr lang="ko-KR">
              <a:latin typeface="Calibri"/>
              <a:ea typeface="Calibri"/>
              <a:cs typeface="Calibri"/>
            </a:endParaRPr>
          </a:p>
        </p:txBody>
      </p:sp>
      <p:sp>
        <p:nvSpPr>
          <p:cNvPr id="50" name="node:bsession">
            <a:extLst>
              <a:ext uri="{FF2B5EF4-FFF2-40B4-BE49-F238E27FC236}">
                <ns2:creationId id="{1258156C-D78B-4A5B-BE9F-7A89DCAFD591}"/>
              </a:ext>
            </a:extLst>
          </p:cNvPr>
          <p:cNvSpPr>
            <a:spLocks noGrp="1"/>
          </p:cNvSpPr>
          <p:nvPr/>
        </p:nvSpPr>
        <p:spPr>
          <a:xfrm>
            <a:off x="11906250" y="5524500"/>
            <a:ext cx="1428750" cy="8572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해석 상태</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(RAM)</a:t>
            </a:r>
            <a:endParaRPr lang="ko-KR">
              <a:latin typeface="Calibri"/>
              <a:ea typeface="Calibri"/>
              <a:cs typeface="Calibri"/>
            </a:endParaRPr>
          </a:p>
        </p:txBody>
      </p:sp>
      <p:sp>
        <p:nvSpPr>
          <p:cNvPr id="51" name="edge:bread-allow">
            <a:extLst>
              <a:ext uri="{FF2B5EF4-FFF2-40B4-BE49-F238E27FC236}">
                <ns2:creationId id="{713A34A0-34CE-42A3-9FBD-07E7E49F2DA5}"/>
              </a:ext>
            </a:extLst>
          </p:cNvPr>
          <p:cNvSpPr>
            <a:spLocks noGrp="1"/>
          </p:cNvSpPr>
          <p:nvPr/>
        </p:nvSpPr>
        <p:spPr>
          <a:xfrm>
            <a:off x="13335000" y="2981325"/>
            <a:ext cx="1885950" cy="953"/>
          </a:xfrm>
          <a:custGeom>
            <a:pathLst>
              <a:path w="1885950" h="953">
                <a:moveTo>
                  <a:pt x="0" y="0"/>
                </a:moveTo>
                <a:lnTo>
                  <a:pt x="1885950" y="0"/>
                </a:lnTo>
              </a:path>
            </a:pathLst>
          </a:custGeom>
          <a:noFill/>
          <a:ln w="17145">
            <a:solidFill>
              <a:srgbClr val="111111"/>
            </a:solidFill>
            <a:prstDash val="solid"/>
          </a:ln>
        </p:spPr>
      </p:sp>
      <p:sp>
        <p:nvSpPr>
          <p:cNvPr id="52" name="arrow:bread-allow">
            <a:extLst>
              <a:ext uri="{FF2B5EF4-FFF2-40B4-BE49-F238E27FC236}">
                <ns2:creationId id="{176025A7-8847-4A04-BD4C-77CF6574F72B}"/>
              </a:ext>
            </a:extLst>
          </p:cNvPr>
          <p:cNvSpPr>
            <a:spLocks noGrp="1"/>
          </p:cNvSpPr>
          <p:nvPr/>
        </p:nvSpPr>
        <p:spPr>
          <a:xfrm>
            <a:off x="15135225" y="29432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53" name="label 1 조회 허가&#10;새 범위 재허가">
            <a:extLst>
              <a:ext uri="{FF2B5EF4-FFF2-40B4-BE49-F238E27FC236}">
                <ns2:creationId id="{355F47FD-30F9-46B9-A17D-B64DA960E248}"/>
              </a:ext>
            </a:extLst>
          </p:cNvPr>
          <p:cNvSpPr>
            <a:spLocks noGrp="1"/>
          </p:cNvSpPr>
          <p:nvPr/>
        </p:nvSpPr>
        <p:spPr>
          <a:xfrm>
            <a:off x="13601700" y="2524125"/>
            <a:ext cx="1381125"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1 조회 허가</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새 범위 재허가</a:t>
            </a:r>
            <a:endParaRPr lang="ko-KR">
              <a:latin typeface="Calibri"/>
              <a:ea typeface="Calibri"/>
              <a:cs typeface="Calibri"/>
            </a:endParaRPr>
          </a:p>
        </p:txBody>
      </p:sp>
      <p:sp>
        <p:nvSpPr>
          <p:cNvPr id="54" name="edge:bread-return">
            <a:extLst>
              <a:ext uri="{FF2B5EF4-FFF2-40B4-BE49-F238E27FC236}">
                <ns2:creationId id="{CAA28AC0-9F5A-4D40-A5DB-3164BD45826D}"/>
              </a:ext>
            </a:extLst>
          </p:cNvPr>
          <p:cNvSpPr>
            <a:spLocks noGrp="1"/>
          </p:cNvSpPr>
          <p:nvPr/>
        </p:nvSpPr>
        <p:spPr>
          <a:xfrm>
            <a:off x="13335000" y="3209925"/>
            <a:ext cx="1885950" cy="485775"/>
          </a:xfrm>
          <a:custGeom>
            <a:pathLst>
              <a:path w="1885950" h="485775">
                <a:moveTo>
                  <a:pt x="1885950" y="0"/>
                </a:moveTo>
                <a:lnTo>
                  <a:pt x="1333500" y="0"/>
                </a:lnTo>
                <a:lnTo>
                  <a:pt x="1333500" y="485775"/>
                </a:lnTo>
                <a:lnTo>
                  <a:pt x="0" y="485775"/>
                </a:lnTo>
                <a:lnTo>
                  <a:pt x="0" y="152400"/>
                </a:lnTo>
              </a:path>
            </a:pathLst>
          </a:custGeom>
          <a:noFill/>
          <a:ln w="17145">
            <a:solidFill>
              <a:srgbClr val="111111"/>
            </a:solidFill>
            <a:prstDash val="dash"/>
          </a:ln>
        </p:spPr>
      </p:sp>
      <p:sp>
        <p:nvSpPr>
          <p:cNvPr id="55" name="arrow:bread-return">
            <a:extLst>
              <a:ext uri="{FF2B5EF4-FFF2-40B4-BE49-F238E27FC236}">
                <ns2:creationId id="{E36C31C5-B061-4996-9305-508425873667}"/>
              </a:ext>
            </a:extLst>
          </p:cNvPr>
          <p:cNvSpPr>
            <a:spLocks noGrp="1"/>
          </p:cNvSpPr>
          <p:nvPr/>
        </p:nvSpPr>
        <p:spPr>
          <a:xfrm>
            <a:off x="132969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56" name="label 2 원본 또는&#10;조회 불가">
            <a:extLst>
              <a:ext uri="{FF2B5EF4-FFF2-40B4-BE49-F238E27FC236}">
                <ns2:creationId id="{FED8CD43-5000-4C61-8773-5ED43B173C04}"/>
              </a:ext>
            </a:extLst>
          </p:cNvPr>
          <p:cNvSpPr>
            <a:spLocks noGrp="1"/>
          </p:cNvSpPr>
          <p:nvPr/>
        </p:nvSpPr>
        <p:spPr>
          <a:xfrm>
            <a:off x="13620750" y="3819525"/>
            <a:ext cx="1381125" cy="4476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원본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조회 불가</a:t>
            </a:r>
            <a:endParaRPr lang="ko-KR">
              <a:latin typeface="Calibri"/>
              <a:ea typeface="Calibri"/>
              <a:cs typeface="Calibri"/>
            </a:endParaRPr>
          </a:p>
        </p:txBody>
      </p:sp>
      <p:sp>
        <p:nvSpPr>
          <p:cNvPr id="57" name="edge:bread-cache">
            <a:extLst>
              <a:ext uri="{FF2B5EF4-FFF2-40B4-BE49-F238E27FC236}">
                <ns2:creationId id="{1C162689-8132-4799-820C-39136FF4CB7F}"/>
              </a:ext>
            </a:extLst>
          </p:cNvPr>
          <p:cNvSpPr>
            <a:spLocks noGrp="1"/>
          </p:cNvSpPr>
          <p:nvPr/>
        </p:nvSpPr>
        <p:spPr>
          <a:xfrm>
            <a:off x="16383000" y="3276600"/>
            <a:ext cx="953" cy="95250"/>
          </a:xfrm>
          <a:custGeom>
            <a:pathLst>
              <a:path w="953" h="95250">
                <a:moveTo>
                  <a:pt x="0" y="0"/>
                </a:moveTo>
                <a:lnTo>
                  <a:pt x="0" y="95250"/>
                </a:lnTo>
              </a:path>
            </a:pathLst>
          </a:custGeom>
          <a:noFill/>
          <a:ln w="17145">
            <a:solidFill>
              <a:srgbClr val="111111"/>
            </a:solidFill>
            <a:prstDash val="solid"/>
          </a:ln>
        </p:spPr>
      </p:sp>
      <p:sp>
        <p:nvSpPr>
          <p:cNvPr id="58" name="arrow:bread-cache">
            <a:extLst>
              <a:ext uri="{FF2B5EF4-FFF2-40B4-BE49-F238E27FC236}">
                <ns2:creationId id="{7ACA15B2-D346-4F58-B13E-3AE5947AE889}"/>
              </a:ext>
            </a:extLst>
          </p:cNvPr>
          <p:cNvSpPr>
            <a:spLocks noGrp="1"/>
          </p:cNvSpPr>
          <p:nvPr/>
        </p:nvSpPr>
        <p:spPr>
          <a:xfrm>
            <a:off x="16344900" y="32861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59" name="edge:binterpret-start">
            <a:extLst>
              <a:ext uri="{FF2B5EF4-FFF2-40B4-BE49-F238E27FC236}">
                <ns2:creationId id="{216495B3-A8BE-4C89-8417-3F63FA5869F5}"/>
              </a:ext>
            </a:extLst>
          </p:cNvPr>
          <p:cNvSpPr>
            <a:spLocks noGrp="1"/>
          </p:cNvSpPr>
          <p:nvPr/>
        </p:nvSpPr>
        <p:spPr>
          <a:xfrm>
            <a:off x="9334500" y="3362325"/>
            <a:ext cx="857250" cy="2390775"/>
          </a:xfrm>
          <a:custGeom>
            <a:pathLst>
              <a:path w="857250" h="2390775">
                <a:moveTo>
                  <a:pt x="857250" y="0"/>
                </a:moveTo>
                <a:lnTo>
                  <a:pt x="857250" y="733425"/>
                </a:lnTo>
                <a:lnTo>
                  <a:pt x="0" y="733425"/>
                </a:lnTo>
                <a:lnTo>
                  <a:pt x="0" y="2390775"/>
                </a:lnTo>
                <a:lnTo>
                  <a:pt x="381000" y="2390775"/>
                </a:lnTo>
              </a:path>
            </a:pathLst>
          </a:custGeom>
          <a:noFill/>
          <a:ln w="17145">
            <a:solidFill>
              <a:srgbClr val="111111"/>
            </a:solidFill>
            <a:prstDash val="solid"/>
          </a:ln>
        </p:spPr>
      </p:sp>
      <p:sp>
        <p:nvSpPr>
          <p:cNvPr id="60" name="arrow:binterpret-start">
            <a:extLst>
              <a:ext uri="{FF2B5EF4-FFF2-40B4-BE49-F238E27FC236}">
                <ns2:creationId id="{AB52CA0F-C449-4B9E-8475-28DBCE64BDC4}"/>
              </a:ext>
            </a:extLst>
          </p:cNvPr>
          <p:cNvSpPr>
            <a:spLocks noGrp="1"/>
          </p:cNvSpPr>
          <p:nvPr/>
        </p:nvSpPr>
        <p:spPr>
          <a:xfrm>
            <a:off x="9629775" y="57150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1" name="label 5 후보 전달 / 해석 재개">
            <a:extLst>
              <a:ext uri="{FF2B5EF4-FFF2-40B4-BE49-F238E27FC236}">
                <ns2:creationId id="{E54E5ECE-4905-43CD-9DF1-CE5920E872A3}"/>
              </a:ext>
            </a:extLst>
          </p:cNvPr>
          <p:cNvSpPr>
            <a:spLocks noGrp="1"/>
          </p:cNvSpPr>
          <p:nvPr/>
        </p:nvSpPr>
        <p:spPr>
          <a:xfrm>
            <a:off x="9591675" y="4305300"/>
            <a:ext cx="2381250" cy="2952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후보 전달 / 해석 재개</a:t>
            </a:r>
            <a:endParaRPr lang="ko-KR">
              <a:latin typeface="Calibri"/>
              <a:ea typeface="Calibri"/>
              <a:cs typeface="Calibri"/>
            </a:endParaRPr>
          </a:p>
        </p:txBody>
      </p:sp>
      <p:sp>
        <p:nvSpPr>
          <p:cNvPr id="62" name="edge:binterpret-need">
            <a:extLst>
              <a:ext uri="{FF2B5EF4-FFF2-40B4-BE49-F238E27FC236}">
                <ns2:creationId id="{9AC63E2D-5423-40FB-8A5D-9A4ECBF88336}"/>
              </a:ext>
            </a:extLst>
          </p:cNvPr>
          <p:cNvSpPr>
            <a:spLocks noGrp="1"/>
          </p:cNvSpPr>
          <p:nvPr/>
        </p:nvSpPr>
        <p:spPr>
          <a:xfrm>
            <a:off x="9429750" y="3362325"/>
            <a:ext cx="1905000" cy="3305175"/>
          </a:xfrm>
          <a:custGeom>
            <a:pathLst>
              <a:path w="1905000" h="3305175">
                <a:moveTo>
                  <a:pt x="1905000" y="2638425"/>
                </a:moveTo>
                <a:lnTo>
                  <a:pt x="1905000" y="3305175"/>
                </a:lnTo>
                <a:lnTo>
                  <a:pt x="0" y="3305175"/>
                </a:lnTo>
                <a:lnTo>
                  <a:pt x="0" y="1209675"/>
                </a:lnTo>
                <a:lnTo>
                  <a:pt x="1428750" y="1209675"/>
                </a:lnTo>
                <a:lnTo>
                  <a:pt x="1428750" y="0"/>
                </a:lnTo>
              </a:path>
            </a:pathLst>
          </a:custGeom>
          <a:noFill/>
          <a:ln w="17145">
            <a:solidFill>
              <a:srgbClr val="111111"/>
            </a:solidFill>
            <a:prstDash val="dash"/>
          </a:ln>
        </p:spPr>
      </p:sp>
      <p:sp>
        <p:nvSpPr>
          <p:cNvPr id="63" name="arrow:binterpret-need">
            <a:extLst>
              <a:ext uri="{FF2B5EF4-FFF2-40B4-BE49-F238E27FC236}">
                <ns2:creationId id="{9E5B4D5D-5F82-4200-959E-8453032056C1}"/>
              </a:ext>
            </a:extLst>
          </p:cNvPr>
          <p:cNvSpPr>
            <a:spLocks noGrp="1"/>
          </p:cNvSpPr>
          <p:nvPr/>
        </p:nvSpPr>
        <p:spPr>
          <a:xfrm>
            <a:off x="10820400" y="3362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64" name="label 8 의미 제안 또는&#10;후보 확장 요청">
            <a:extLst>
              <a:ext uri="{FF2B5EF4-FFF2-40B4-BE49-F238E27FC236}">
                <ns2:creationId id="{575DEBE5-8094-418D-965A-4710359B4E44}"/>
              </a:ext>
            </a:extLst>
          </p:cNvPr>
          <p:cNvSpPr>
            <a:spLocks noGrp="1"/>
          </p:cNvSpPr>
          <p:nvPr/>
        </p:nvSpPr>
        <p:spPr>
          <a:xfrm>
            <a:off x="10953750" y="3810000"/>
            <a:ext cx="2476500" cy="42862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8 의미 제안 또는</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확장 요청</a:t>
            </a:r>
            <a:endParaRPr lang="ko-KR">
              <a:latin typeface="Calibri"/>
              <a:ea typeface="Calibri"/>
              <a:cs typeface="Calibri"/>
            </a:endParaRPr>
          </a:p>
        </p:txBody>
      </p:sp>
      <p:sp>
        <p:nvSpPr>
          <p:cNvPr id="65" name="edge:bstate-write">
            <a:extLst>
              <a:ext uri="{FF2B5EF4-FFF2-40B4-BE49-F238E27FC236}">
                <ns2:creationId id="{FCC02381-6F33-45EC-8FB9-F73658771682}"/>
              </a:ext>
            </a:extLst>
          </p:cNvPr>
          <p:cNvSpPr>
            <a:spLocks noGrp="1"/>
          </p:cNvSpPr>
          <p:nvPr/>
        </p:nvSpPr>
        <p:spPr>
          <a:xfrm>
            <a:off x="11668125" y="5838825"/>
            <a:ext cx="238125" cy="953"/>
          </a:xfrm>
          <a:custGeom>
            <a:pathLst>
              <a:path w="238125" h="953">
                <a:moveTo>
                  <a:pt x="0" y="0"/>
                </a:moveTo>
                <a:lnTo>
                  <a:pt x="238125" y="0"/>
                </a:lnTo>
              </a:path>
            </a:pathLst>
          </a:custGeom>
          <a:noFill/>
          <a:ln w="17145">
            <a:solidFill>
              <a:srgbClr val="111111"/>
            </a:solidFill>
            <a:prstDash val="solid"/>
          </a:ln>
        </p:spPr>
      </p:sp>
      <p:sp>
        <p:nvSpPr>
          <p:cNvPr id="66" name="arrow:bstate-write">
            <a:extLst>
              <a:ext uri="{FF2B5EF4-FFF2-40B4-BE49-F238E27FC236}">
                <ns2:creationId id="{DE0CFD33-DEC5-4EF6-8324-3EE0AF349224}"/>
              </a:ext>
            </a:extLst>
          </p:cNvPr>
          <p:cNvSpPr>
            <a:spLocks noGrp="1"/>
          </p:cNvSpPr>
          <p:nvPr/>
        </p:nvSpPr>
        <p:spPr>
          <a:xfrm>
            <a:off x="11820525" y="58007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7" name="node:ama">
            <a:extLst>
              <a:ext uri="{FF2B5EF4-FFF2-40B4-BE49-F238E27FC236}">
                <ns2:creationId id="{9E4CC6DD-5F42-47EA-9BED-8A814AAA632D}"/>
              </a:ext>
            </a:extLst>
          </p:cNvPr>
          <p:cNvSpPr>
            <a:spLocks noGrp="1"/>
          </p:cNvSpPr>
          <p:nvPr/>
        </p:nvSpPr>
        <p:spPr>
          <a:xfrm>
            <a:off x="571500" y="7734300"/>
            <a:ext cx="4000500" cy="1143000"/>
          </a:xfrm>
          <a:prstGeom prst="rect">
            <a:avLst/>
          </a:prstGeom>
          <a:solidFill>
            <a:srgbClr val="FFF6DD"/>
          </a:solidFill>
          <a:ln w="16193">
            <a:solidFill>
              <a:srgbClr val="111111"/>
            </a:solidFill>
          </a:ln>
        </p:spPr>
        <p:txBody>
          <a:bodyPr wrap="none" lIns="47625" tIns="19050" rIns="47625" bIns="8001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68" name="divider ama">
            <a:extLst>
              <a:ext uri="{FF2B5EF4-FFF2-40B4-BE49-F238E27FC236}">
                <ns2:creationId id="{D9E21C63-CF98-48C5-B2B2-FEB092323E84}"/>
              </a:ext>
            </a:extLst>
          </p:cNvPr>
          <p:cNvSpPr>
            <a:spLocks noGrp="1"/>
          </p:cNvSpPr>
          <p:nvPr/>
        </p:nvSpPr>
        <p:spPr>
          <a:xfrm>
            <a:off x="571500" y="8096250"/>
            <a:ext cx="4000500" cy="953"/>
          </a:xfrm>
          <a:custGeom>
            <a:pathLst>
              <a:path w="4000500" h="953">
                <a:moveTo>
                  <a:pt x="0" y="0"/>
                </a:moveTo>
                <a:lnTo>
                  <a:pt x="4000500" y="0"/>
                </a:lnTo>
              </a:path>
            </a:pathLst>
          </a:custGeom>
          <a:noFill/>
          <a:ln w="9525">
            <a:solidFill>
              <a:srgbClr val="111111"/>
            </a:solidFill>
            <a:prstDash val="solid"/>
          </a:ln>
        </p:spPr>
      </p:sp>
      <p:sp>
        <p:nvSpPr>
          <p:cNvPr id="69" name="node:acloud">
            <a:extLst>
              <a:ext uri="{FF2B5EF4-FFF2-40B4-BE49-F238E27FC236}">
                <ns2:creationId id="{03997F65-ABC3-4B1C-A998-E3DF786A13D2}"/>
              </a:ext>
            </a:extLst>
          </p:cNvPr>
          <p:cNvSpPr>
            <a:spLocks noGrp="1"/>
          </p:cNvSpPr>
          <p:nvPr/>
        </p:nvSpPr>
        <p:spPr>
          <a:xfrm>
            <a:off x="762000" y="8181975"/>
            <a:ext cx="3619500" cy="466725"/>
          </a:xfrm>
          <a:prstGeom prst="roundRect">
            <a:avLst>
              <a:gd name="adj" fmla="val 16327"/>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클라우드 호출기</a:t>
            </a:r>
            <a:endParaRPr lang="ko-KR">
              <a:latin typeface="Calibri"/>
              <a:ea typeface="Calibri"/>
              <a:cs typeface="Calibri"/>
            </a:endParaRPr>
          </a:p>
        </p:txBody>
      </p:sp>
      <p:sp>
        <p:nvSpPr>
          <p:cNvPr id="70" name="node:allm">
            <a:extLst>
              <a:ext uri="{FF2B5EF4-FFF2-40B4-BE49-F238E27FC236}">
                <ns2:creationId id="{5A09BB2C-66BB-4DF2-996A-CF8B933AF25D}"/>
              </a:ext>
            </a:extLst>
          </p:cNvPr>
          <p:cNvSpPr>
            <a:spLocks noGrp="1"/>
          </p:cNvSpPr>
          <p:nvPr/>
        </p:nvSpPr>
        <p:spPr>
          <a:xfrm>
            <a:off x="6096000" y="7734300"/>
            <a:ext cx="2667000" cy="1143000"/>
          </a:xfrm>
          <a:prstGeom prst="hexagon">
            <a:avLst/>
          </a:prstGeom>
          <a:solidFill>
            <a:srgbClr val="F1F6FC"/>
          </a:solidFill>
          <a:ln w="16193">
            <a:solidFill>
              <a:srgbClr val="111111"/>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71" name="edge:a-infer">
            <a:extLst>
              <a:ext uri="{FF2B5EF4-FFF2-40B4-BE49-F238E27FC236}">
                <ns2:creationId id="{022744B3-EF1F-4A2D-9402-0DA065213330}"/>
              </a:ext>
            </a:extLst>
          </p:cNvPr>
          <p:cNvSpPr>
            <a:spLocks noGrp="1"/>
          </p:cNvSpPr>
          <p:nvPr/>
        </p:nvSpPr>
        <p:spPr>
          <a:xfrm>
            <a:off x="381000" y="6000750"/>
            <a:ext cx="857250" cy="2419350"/>
          </a:xfrm>
          <a:custGeom>
            <a:pathLst>
              <a:path w="857250" h="2419350">
                <a:moveTo>
                  <a:pt x="857250" y="0"/>
                </a:moveTo>
                <a:lnTo>
                  <a:pt x="857250" y="1143000"/>
                </a:lnTo>
                <a:lnTo>
                  <a:pt x="0" y="1143000"/>
                </a:lnTo>
                <a:lnTo>
                  <a:pt x="0" y="2419350"/>
                </a:lnTo>
                <a:lnTo>
                  <a:pt x="381000" y="2419350"/>
                </a:lnTo>
              </a:path>
            </a:pathLst>
          </a:custGeom>
          <a:noFill/>
          <a:ln w="17145">
            <a:solidFill>
              <a:srgbClr val="4676CB"/>
            </a:solidFill>
            <a:prstDash val="solid"/>
          </a:ln>
        </p:spPr>
      </p:sp>
      <p:sp>
        <p:nvSpPr>
          <p:cNvPr id="72" name="arrow:a-infer">
            <a:extLst>
              <a:ext uri="{FF2B5EF4-FFF2-40B4-BE49-F238E27FC236}">
                <ns2:creationId id="{364250C6-ABF0-4BD8-8009-E05BC8F16801}"/>
              </a:ext>
            </a:extLst>
          </p:cNvPr>
          <p:cNvSpPr>
            <a:spLocks noGrp="1"/>
          </p:cNvSpPr>
          <p:nvPr/>
        </p:nvSpPr>
        <p:spPr>
          <a:xfrm>
            <a:off x="676275" y="8382000"/>
            <a:ext cx="85725" cy="76200"/>
          </a:xfrm>
          <a:custGeom>
            <a:pathLst>
              <a:path w="85725" h="76200">
                <a:moveTo>
                  <a:pt x="85725" y="38100"/>
                </a:moveTo>
                <a:lnTo>
                  <a:pt x="0" y="0"/>
                </a:lnTo>
                <a:lnTo>
                  <a:pt x="0" y="76200"/>
                </a:lnTo>
                <a:close/>
              </a:path>
            </a:pathLst>
          </a:custGeom>
          <a:solidFill>
            <a:srgbClr val="4676CB"/>
          </a:solidFill>
          <a:ln w="3810">
            <a:solidFill>
              <a:srgbClr val="4676CB"/>
            </a:solidFill>
          </a:ln>
        </p:spPr>
      </p:sp>
      <p:sp>
        <p:nvSpPr>
          <p:cNvPr id="73" name="label 4 전사 + 당시 원본">
            <a:extLst>
              <a:ext uri="{FF2B5EF4-FFF2-40B4-BE49-F238E27FC236}">
                <ns2:creationId id="{024E6CE1-AFDE-44EF-97FE-DBF556DE0826}"/>
              </a:ext>
            </a:extLst>
          </p:cNvPr>
          <p:cNvSpPr>
            <a:spLocks noGrp="1"/>
          </p:cNvSpPr>
          <p:nvPr/>
        </p:nvSpPr>
        <p:spPr>
          <a:xfrm>
            <a:off x="685800" y="6810375"/>
            <a:ext cx="2381250" cy="266700"/>
          </a:xfrm>
          <a:prstGeom prst="rect">
            <a:avLst/>
          </a:prstGeom>
          <a:solidFill>
            <a:srgbClr val="FFFFFF"/>
          </a:solidFill>
          <a:ln w="0">
            <a:no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4 전사 + 당시 원본</a:t>
            </a:r>
            <a:endParaRPr lang="ko-KR">
              <a:latin typeface="Calibri"/>
              <a:ea typeface="Calibri"/>
              <a:cs typeface="Calibri"/>
            </a:endParaRPr>
          </a:p>
        </p:txBody>
      </p:sp>
      <p:sp>
        <p:nvSpPr>
          <p:cNvPr id="74" name="edge:a-model-return">
            <a:extLst>
              <a:ext uri="{FF2B5EF4-FFF2-40B4-BE49-F238E27FC236}">
                <ns2:creationId id="{0F189F53-5E0E-4A58-B478-9CD235466B6B}"/>
              </a:ext>
            </a:extLst>
          </p:cNvPr>
          <p:cNvSpPr>
            <a:spLocks noGrp="1"/>
          </p:cNvSpPr>
          <p:nvPr/>
        </p:nvSpPr>
        <p:spPr>
          <a:xfrm>
            <a:off x="2286000" y="6000750"/>
            <a:ext cx="2667000" cy="2505075"/>
          </a:xfrm>
          <a:custGeom>
            <a:pathLst>
              <a:path w="2667000" h="2505075">
                <a:moveTo>
                  <a:pt x="2095500" y="2505075"/>
                </a:moveTo>
                <a:lnTo>
                  <a:pt x="2667000" y="2505075"/>
                </a:lnTo>
                <a:lnTo>
                  <a:pt x="2667000" y="1428750"/>
                </a:lnTo>
                <a:lnTo>
                  <a:pt x="0" y="1428750"/>
                </a:lnTo>
                <a:lnTo>
                  <a:pt x="0" y="0"/>
                </a:lnTo>
              </a:path>
            </a:pathLst>
          </a:custGeom>
          <a:noFill/>
          <a:ln w="17145">
            <a:solidFill>
              <a:srgbClr val="4676CB"/>
            </a:solidFill>
            <a:prstDash val="dash"/>
          </a:ln>
        </p:spPr>
      </p:sp>
      <p:sp>
        <p:nvSpPr>
          <p:cNvPr id="75" name="arrow:a-model-return">
            <a:extLst>
              <a:ext uri="{FF2B5EF4-FFF2-40B4-BE49-F238E27FC236}">
                <ns2:creationId id="{8DE5CBFF-EF76-4BD6-A1B8-8CFBD77E5535}"/>
              </a:ext>
            </a:extLst>
          </p:cNvPr>
          <p:cNvSpPr>
            <a:spLocks noGrp="1"/>
          </p:cNvSpPr>
          <p:nvPr/>
        </p:nvSpPr>
        <p:spPr>
          <a:xfrm>
            <a:off x="2247900" y="6000750"/>
            <a:ext cx="76200" cy="85725"/>
          </a:xfrm>
          <a:custGeom>
            <a:pathLst>
              <a:path w="76200" h="85725">
                <a:moveTo>
                  <a:pt x="38100" y="0"/>
                </a:moveTo>
                <a:lnTo>
                  <a:pt x="0" y="85725"/>
                </a:lnTo>
                <a:lnTo>
                  <a:pt x="76200" y="85725"/>
                </a:lnTo>
                <a:close/>
              </a:path>
            </a:pathLst>
          </a:custGeom>
          <a:solidFill>
            <a:srgbClr val="4676CB"/>
          </a:solidFill>
          <a:ln w="3810">
            <a:solidFill>
              <a:srgbClr val="4676CB"/>
            </a:solidFill>
          </a:ln>
        </p:spPr>
      </p:sp>
      <p:sp>
        <p:nvSpPr>
          <p:cNvPr id="76" name="label 5 해석 / 추가 원본 필요">
            <a:extLst>
              <a:ext uri="{FF2B5EF4-FFF2-40B4-BE49-F238E27FC236}">
                <ns2:creationId id="{D67B2C3A-279D-4F62-A3F8-19924D421DB9}"/>
              </a:ext>
            </a:extLst>
          </p:cNvPr>
          <p:cNvSpPr>
            <a:spLocks noGrp="1"/>
          </p:cNvSpPr>
          <p:nvPr/>
        </p:nvSpPr>
        <p:spPr>
          <a:xfrm>
            <a:off x="2286000" y="7143750"/>
            <a:ext cx="2857500" cy="2571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5 해석 / 추가 원본 필요</a:t>
            </a:r>
            <a:endParaRPr lang="ko-KR">
              <a:latin typeface="Calibri"/>
              <a:ea typeface="Calibri"/>
              <a:cs typeface="Calibri"/>
            </a:endParaRPr>
          </a:p>
        </p:txBody>
      </p:sp>
      <p:sp>
        <p:nvSpPr>
          <p:cNvPr id="77" name="edge:a-cloud">
            <a:extLst>
              <a:ext uri="{FF2B5EF4-FFF2-40B4-BE49-F238E27FC236}">
                <ns2:creationId id="{836EAE82-F31A-49A9-B1BC-88A703512194}"/>
              </a:ext>
            </a:extLst>
          </p:cNvPr>
          <p:cNvSpPr>
            <a:spLocks noGrp="1"/>
          </p:cNvSpPr>
          <p:nvPr/>
        </p:nvSpPr>
        <p:spPr>
          <a:xfrm>
            <a:off x="4381500" y="8343900"/>
            <a:ext cx="1714500" cy="953"/>
          </a:xfrm>
          <a:custGeom>
            <a:pathLst>
              <a:path w="1714500" h="953">
                <a:moveTo>
                  <a:pt x="0" y="0"/>
                </a:moveTo>
                <a:lnTo>
                  <a:pt x="1714500" y="0"/>
                </a:lnTo>
              </a:path>
            </a:pathLst>
          </a:custGeom>
          <a:noFill/>
          <a:ln w="17145">
            <a:solidFill>
              <a:srgbClr val="111111"/>
            </a:solidFill>
            <a:prstDash val="solid"/>
          </a:ln>
        </p:spPr>
      </p:sp>
      <p:sp>
        <p:nvSpPr>
          <p:cNvPr id="78" name="arrow:a-cloud">
            <a:extLst>
              <a:ext uri="{FF2B5EF4-FFF2-40B4-BE49-F238E27FC236}">
                <ns2:creationId id="{D2E518FB-5B46-4FEF-BC5D-829CD7FC43F9}"/>
              </a:ext>
            </a:extLst>
          </p:cNvPr>
          <p:cNvSpPr>
            <a:spLocks noGrp="1"/>
          </p:cNvSpPr>
          <p:nvPr/>
        </p:nvSpPr>
        <p:spPr>
          <a:xfrm>
            <a:off x="6010275" y="83058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79" name="label 추론 요청">
            <a:extLst>
              <a:ext uri="{FF2B5EF4-FFF2-40B4-BE49-F238E27FC236}">
                <ns2:creationId id="{1873A3BB-E39B-4EDD-907C-ED715B931538}"/>
              </a:ext>
            </a:extLst>
          </p:cNvPr>
          <p:cNvSpPr>
            <a:spLocks noGrp="1"/>
          </p:cNvSpPr>
          <p:nvPr/>
        </p:nvSpPr>
        <p:spPr>
          <a:xfrm>
            <a:off x="4667250" y="7972425"/>
            <a:ext cx="1285875"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추론 요청</a:t>
            </a:r>
            <a:endParaRPr lang="ko-KR">
              <a:latin typeface="Calibri"/>
              <a:ea typeface="Calibri"/>
              <a:cs typeface="Calibri"/>
            </a:endParaRPr>
          </a:p>
        </p:txBody>
      </p:sp>
      <p:sp>
        <p:nvSpPr>
          <p:cNvPr id="80" name="edge:a-cloud-return">
            <a:extLst>
              <a:ext uri="{FF2B5EF4-FFF2-40B4-BE49-F238E27FC236}">
                <ns2:creationId id="{544DF958-EAE4-456F-82D9-2294278E2C18}"/>
              </a:ext>
            </a:extLst>
          </p:cNvPr>
          <p:cNvSpPr>
            <a:spLocks noGrp="1"/>
          </p:cNvSpPr>
          <p:nvPr/>
        </p:nvSpPr>
        <p:spPr>
          <a:xfrm>
            <a:off x="4381500" y="8620125"/>
            <a:ext cx="1714500" cy="953"/>
          </a:xfrm>
          <a:custGeom>
            <a:pathLst>
              <a:path w="1714500" h="953">
                <a:moveTo>
                  <a:pt x="1714500" y="0"/>
                </a:moveTo>
                <a:lnTo>
                  <a:pt x="0" y="0"/>
                </a:lnTo>
              </a:path>
            </a:pathLst>
          </a:custGeom>
          <a:noFill/>
          <a:ln w="17145">
            <a:solidFill>
              <a:srgbClr val="111111"/>
            </a:solidFill>
            <a:prstDash val="dash"/>
          </a:ln>
        </p:spPr>
      </p:sp>
      <p:sp>
        <p:nvSpPr>
          <p:cNvPr id="81" name="arrow:a-cloud-return">
            <a:extLst>
              <a:ext uri="{FF2B5EF4-FFF2-40B4-BE49-F238E27FC236}">
                <ns2:creationId id="{F638E477-889E-4D09-ACC2-924A48BC2231}"/>
              </a:ext>
            </a:extLst>
          </p:cNvPr>
          <p:cNvSpPr>
            <a:spLocks noGrp="1"/>
          </p:cNvSpPr>
          <p:nvPr/>
        </p:nvSpPr>
        <p:spPr>
          <a:xfrm>
            <a:off x="4381500" y="858202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82" name="label 결과">
            <a:extLst>
              <a:ext uri="{FF2B5EF4-FFF2-40B4-BE49-F238E27FC236}">
                <ns2:creationId id="{581C12EF-E09F-44C6-8F01-4F8078B76E64}"/>
              </a:ext>
            </a:extLst>
          </p:cNvPr>
          <p:cNvSpPr>
            <a:spLocks noGrp="1"/>
          </p:cNvSpPr>
          <p:nvPr/>
        </p:nvSpPr>
        <p:spPr>
          <a:xfrm>
            <a:off x="4714875" y="8734425"/>
            <a:ext cx="1047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결과</a:t>
            </a:r>
            <a:endParaRPr lang="ko-KR">
              <a:latin typeface="Calibri"/>
              <a:ea typeface="Calibri"/>
              <a:cs typeface="Calibri"/>
            </a:endParaRPr>
          </a:p>
        </p:txBody>
      </p:sp>
      <p:sp>
        <p:nvSpPr>
          <p:cNvPr id="83" name="label 검정: 공통 / 파랑: A 고유 / 초록: B 고유&#10;제목 상자: Component / 둥근 상자: Module / 원통: 상태&#10;회색 점선: process / 실선: 요청 / 점선: 반환">
            <a:extLst>
              <a:ext uri="{FF2B5EF4-FFF2-40B4-BE49-F238E27FC236}">
                <ns2:creationId id="{2CEF3C95-F8D4-4658-840C-9BB449EC56FE}"/>
              </a:ext>
            </a:extLst>
          </p:cNvPr>
          <p:cNvSpPr>
            <a:spLocks noGrp="1"/>
          </p:cNvSpPr>
          <p:nvPr/>
        </p:nvSpPr>
        <p:spPr>
          <a:xfrm>
            <a:off x="619125" y="9191625"/>
            <a:ext cx="8096250" cy="723900"/>
          </a:xfrm>
          <a:prstGeom prst="rect">
            <a:avLst/>
          </a:prstGeom>
          <a:noFill/>
          <a:ln w="0">
            <a:noFill/>
          </a:ln>
        </p:spPr>
        <p:txBody>
          <a:bodyPr wrap="none" lIns="47625" tIns="19050" rIns="47625" bIns="19050" anchor="ctr">
            <a:noAutofit/>
          </a:bodyPr>
          <a:lstStyle>
            <a:defPPr algn="l">
              <a:defRPr sz="1500" b="0" lang="ko-KR">
                <a:solidFill>
                  <a:srgbClr val="111111"/>
                </a:solidFill>
                <a:latin typeface="Calibri"/>
                <a:ea typeface="Calibri"/>
                <a:cs typeface="Calibri"/>
              </a:defRPr>
            </a:defPPr>
            <a:lvl1pPr algn="l">
              <a:defRPr sz="1500" b="0" lang="ko-KR">
                <a:solidFill>
                  <a:srgbClr val="111111"/>
                </a:solidFill>
                <a:latin typeface="Calibri"/>
                <a:ea typeface="Calibri"/>
                <a:cs typeface="Calibri"/>
              </a:defRPr>
            </a:lvl1pPr>
            <a:lvl2pPr algn="l">
              <a:defRPr sz="1500" b="0" lang="ko-KR">
                <a:solidFill>
                  <a:srgbClr val="111111"/>
                </a:solidFill>
                <a:latin typeface="Calibri"/>
                <a:ea typeface="Calibri"/>
                <a:cs typeface="Calibri"/>
              </a:defRPr>
            </a:lvl2pPr>
            <a:lvl3pPr algn="l">
              <a:defRPr sz="1500" b="0" lang="ko-KR">
                <a:solidFill>
                  <a:srgbClr val="111111"/>
                </a:solidFill>
                <a:latin typeface="Calibri"/>
                <a:ea typeface="Calibri"/>
                <a:cs typeface="Calibri"/>
              </a:defRPr>
            </a:lvl3pPr>
            <a:lvl4pPr algn="l">
              <a:defRPr sz="1500" b="0" lang="ko-KR">
                <a:solidFill>
                  <a:srgbClr val="111111"/>
                </a:solidFill>
                <a:latin typeface="Calibri"/>
                <a:ea typeface="Calibri"/>
                <a:cs typeface="Calibri"/>
              </a:defRPr>
            </a:lvl4pPr>
            <a:lvl5pPr algn="l">
              <a:defRPr sz="1500" b="0" lang="ko-KR">
                <a:solidFill>
                  <a:srgbClr val="111111"/>
                </a:solidFill>
                <a:latin typeface="Calibri"/>
                <a:ea typeface="Calibri"/>
                <a:cs typeface="Calibri"/>
              </a:defRPr>
            </a:lvl5pPr>
            <a:lvl6pPr algn="l">
              <a:defRPr sz="1500" b="0" lang="ko-KR">
                <a:solidFill>
                  <a:srgbClr val="111111"/>
                </a:solidFill>
                <a:latin typeface="Calibri"/>
                <a:ea typeface="Calibri"/>
                <a:cs typeface="Calibri"/>
              </a:defRPr>
            </a:lvl6pPr>
            <a:lvl7pPr algn="l">
              <a:defRPr sz="1500" b="0" lang="ko-KR">
                <a:solidFill>
                  <a:srgbClr val="111111"/>
                </a:solidFill>
                <a:latin typeface="Calibri"/>
                <a:ea typeface="Calibri"/>
                <a:cs typeface="Calibri"/>
              </a:defRPr>
            </a:lvl7pPr>
            <a:lvl8pPr algn="l">
              <a:defRPr sz="1500" b="0" lang="ko-KR">
                <a:solidFill>
                  <a:srgbClr val="111111"/>
                </a:solidFill>
                <a:latin typeface="Calibri"/>
                <a:ea typeface="Calibri"/>
                <a:cs typeface="Calibri"/>
              </a:defRPr>
            </a:lvl8pPr>
            <a:lvl9pPr algn="l">
              <a:defRPr sz="1500" b="0" lang="ko-KR">
                <a:solidFill>
                  <a:srgbClr val="111111"/>
                </a:solidFill>
                <a:latin typeface="Calibri"/>
                <a:ea typeface="Calibri"/>
                <a:cs typeface="Calibri"/>
              </a:defRPr>
            </a:lvl9pPr>
          </a:lstStyle>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검정: 공통 / 파랑: A 고유 / 초록: B 고유</a:t>
            </a:r>
            <a:endParaRPr lang="ko-KR">
              <a:latin typeface="Calibri"/>
              <a:ea typeface="Calibri"/>
              <a:cs typeface="Calibri"/>
            </a:endParaRPr>
          </a:p>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제목 상자: Component / 둥근 상자: Module / 원통: 상태</a:t>
            </a:r>
            <a:endParaRPr lang="ko-KR">
              <a:latin typeface="Calibri"/>
              <a:ea typeface="Calibri"/>
              <a:cs typeface="Calibri"/>
            </a:endParaRPr>
          </a:p>
          <a:p>
            <a:pPr algn="l">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회색 점선: process / 실선: 요청 / 점선: 반환</a:t>
            </a:r>
            <a:endParaRPr lang="ko-KR">
              <a:latin typeface="Calibri"/>
              <a:ea typeface="Calibri"/>
              <a:cs typeface="Calibri"/>
            </a:endParaRPr>
          </a:p>
        </p:txBody>
      </p:sp>
      <p:sp>
        <p:nvSpPr>
          <p:cNvPr id="84" name="node:bp">
            <a:extLst>
              <a:ext uri="{FF2B5EF4-FFF2-40B4-BE49-F238E27FC236}">
                <ns2:creationId id="{BA79EA08-6AE8-461C-8E07-24F102CB2AB0}"/>
              </a:ext>
            </a:extLst>
          </p:cNvPr>
          <p:cNvSpPr>
            <a:spLocks noGrp="1"/>
          </p:cNvSpPr>
          <p:nvPr/>
        </p:nvSpPr>
        <p:spPr>
          <a:xfrm>
            <a:off x="15049500" y="5095875"/>
            <a:ext cx="2667000" cy="1495425"/>
          </a:xfrm>
          <a:prstGeom prst="rect">
            <a:avLst/>
          </a:prstGeom>
          <a:solidFill>
            <a:srgbClr val="FFF6DD"/>
          </a:solidFill>
          <a:ln w="16193">
            <a:solidFill>
              <a:srgbClr val="32824A"/>
            </a:solidFill>
          </a:ln>
        </p:spPr>
        <p:txBody>
          <a:bodyPr wrap="none" lIns="47625" tIns="19050" rIns="47625" bIns="11525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85" name="divider bp">
            <a:extLst>
              <a:ext uri="{FF2B5EF4-FFF2-40B4-BE49-F238E27FC236}">
                <ns2:creationId id="{B0D7884E-3347-4EFE-B659-4FB334423B6C}"/>
              </a:ext>
            </a:extLst>
          </p:cNvPr>
          <p:cNvSpPr>
            <a:spLocks noGrp="1"/>
          </p:cNvSpPr>
          <p:nvPr/>
        </p:nvSpPr>
        <p:spPr>
          <a:xfrm>
            <a:off x="15049500" y="5457825"/>
            <a:ext cx="2667000" cy="953"/>
          </a:xfrm>
          <a:custGeom>
            <a:pathLst>
              <a:path w="2667000" h="953">
                <a:moveTo>
                  <a:pt x="0" y="0"/>
                </a:moveTo>
                <a:lnTo>
                  <a:pt x="2667000" y="0"/>
                </a:lnTo>
              </a:path>
            </a:pathLst>
          </a:custGeom>
          <a:noFill/>
          <a:ln w="9525">
            <a:solidFill>
              <a:srgbClr val="111111"/>
            </a:solidFill>
            <a:prstDash val="solid"/>
          </a:ln>
        </p:spPr>
      </p:sp>
      <p:sp>
        <p:nvSpPr>
          <p:cNvPr id="86" name="node:bassemble">
            <a:extLst>
              <a:ext uri="{FF2B5EF4-FFF2-40B4-BE49-F238E27FC236}">
                <ns2:creationId id="{00D8FD9A-9AF3-4957-A881-2F4BC1934AE1}"/>
              </a:ext>
            </a:extLst>
          </p:cNvPr>
          <p:cNvSpPr>
            <a:spLocks noGrp="1"/>
          </p:cNvSpPr>
          <p:nvPr/>
        </p:nvSpPr>
        <p:spPr>
          <a:xfrm>
            <a:off x="15220950" y="5543550"/>
            <a:ext cx="2324100" cy="409575"/>
          </a:xfrm>
          <a:prstGeom prst="roundRect">
            <a:avLst>
              <a:gd name="adj" fmla="val 18605"/>
            </a:avLst>
          </a:prstGeom>
          <a:solidFill>
            <a:srgbClr val="FFFFFF"/>
          </a:solidFill>
          <a:ln w="16193">
            <a:solidFill>
              <a:srgbClr val="32824A"/>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87" name="node:bcandidates">
            <a:extLst>
              <a:ext uri="{FF2B5EF4-FFF2-40B4-BE49-F238E27FC236}">
                <ns2:creationId id="{CC8B3FAA-1393-4195-9776-6CD51121DB1F}"/>
              </a:ext>
            </a:extLst>
          </p:cNvPr>
          <p:cNvSpPr>
            <a:spLocks noGrp="1"/>
          </p:cNvSpPr>
          <p:nvPr/>
        </p:nvSpPr>
        <p:spPr>
          <a:xfrm>
            <a:off x="15220950" y="6086475"/>
            <a:ext cx="2324100" cy="390525"/>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후보 기록과 판본 (RAM)</a:t>
            </a:r>
            <a:endParaRPr lang="ko-KR">
              <a:latin typeface="Calibri"/>
              <a:ea typeface="Calibri"/>
              <a:cs typeface="Calibri"/>
            </a:endParaRPr>
          </a:p>
        </p:txBody>
      </p:sp>
      <p:sp>
        <p:nvSpPr>
          <p:cNvPr id="88" name="edge:b-produce-allow">
            <a:extLst>
              <a:ext uri="{FF2B5EF4-FFF2-40B4-BE49-F238E27FC236}">
                <ns2:creationId id="{D539A05A-A224-477D-89A1-D2AA19250604}"/>
              </a:ext>
            </a:extLst>
          </p:cNvPr>
          <p:cNvSpPr>
            <a:spLocks noGrp="1"/>
          </p:cNvSpPr>
          <p:nvPr/>
        </p:nvSpPr>
        <p:spPr>
          <a:xfrm>
            <a:off x="13049250" y="3362325"/>
            <a:ext cx="5048250" cy="2219325"/>
          </a:xfrm>
          <a:custGeom>
            <a:pathLst>
              <a:path w="5048250" h="2219325">
                <a:moveTo>
                  <a:pt x="0" y="0"/>
                </a:moveTo>
                <a:lnTo>
                  <a:pt x="0" y="1038225"/>
                </a:lnTo>
                <a:lnTo>
                  <a:pt x="5048250" y="1038225"/>
                </a:lnTo>
                <a:lnTo>
                  <a:pt x="5048250" y="2219325"/>
                </a:lnTo>
                <a:lnTo>
                  <a:pt x="4495800" y="2219325"/>
                </a:lnTo>
              </a:path>
            </a:pathLst>
          </a:custGeom>
          <a:noFill/>
          <a:ln w="17145">
            <a:solidFill>
              <a:srgbClr val="32824A"/>
            </a:solidFill>
            <a:prstDash val="solid"/>
          </a:ln>
        </p:spPr>
      </p:sp>
      <p:sp>
        <p:nvSpPr>
          <p:cNvPr id="89" name="arrow:b-produce-allow">
            <a:extLst>
              <a:ext uri="{FF2B5EF4-FFF2-40B4-BE49-F238E27FC236}">
                <ns2:creationId id="{3E236220-5F68-4617-ADC2-ECB95D193976}"/>
              </a:ext>
            </a:extLst>
          </p:cNvPr>
          <p:cNvSpPr>
            <a:spLocks noGrp="1"/>
          </p:cNvSpPr>
          <p:nvPr/>
        </p:nvSpPr>
        <p:spPr>
          <a:xfrm>
            <a:off x="17545050" y="55435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90" name="label 3 최초 생산 / 확장 허가 + 원본">
            <a:extLst>
              <a:ext uri="{FF2B5EF4-FFF2-40B4-BE49-F238E27FC236}">
                <ns2:creationId id="{2EA09458-7539-4D27-8B9F-D5DCD37CD83F}"/>
              </a:ext>
            </a:extLst>
          </p:cNvPr>
          <p:cNvSpPr>
            <a:spLocks noGrp="1"/>
          </p:cNvSpPr>
          <p:nvPr/>
        </p:nvSpPr>
        <p:spPr>
          <a:xfrm>
            <a:off x="14478000" y="4419600"/>
            <a:ext cx="3333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3 최초 생산 / 확장 허가 + 원본</a:t>
            </a:r>
            <a:endParaRPr lang="ko-KR">
              <a:latin typeface="Calibri"/>
              <a:ea typeface="Calibri"/>
              <a:cs typeface="Calibri"/>
            </a:endParaRPr>
          </a:p>
        </p:txBody>
      </p:sp>
      <p:sp>
        <p:nvSpPr>
          <p:cNvPr id="91" name="edge:b-produce-return">
            <a:extLst>
              <a:ext uri="{FF2B5EF4-FFF2-40B4-BE49-F238E27FC236}">
                <ns2:creationId id="{C720A433-5869-444B-A08E-892DAD39B929}"/>
              </a:ext>
            </a:extLst>
          </p:cNvPr>
          <p:cNvSpPr>
            <a:spLocks noGrp="1"/>
          </p:cNvSpPr>
          <p:nvPr/>
        </p:nvSpPr>
        <p:spPr>
          <a:xfrm>
            <a:off x="13335000" y="3362325"/>
            <a:ext cx="1885950" cy="2352675"/>
          </a:xfrm>
          <a:custGeom>
            <a:pathLst>
              <a:path w="1885950" h="2352675">
                <a:moveTo>
                  <a:pt x="1885950" y="2352675"/>
                </a:moveTo>
                <a:lnTo>
                  <a:pt x="981075" y="2352675"/>
                </a:lnTo>
                <a:lnTo>
                  <a:pt x="981075" y="1352550"/>
                </a:lnTo>
                <a:lnTo>
                  <a:pt x="0" y="1352550"/>
                </a:lnTo>
                <a:lnTo>
                  <a:pt x="0" y="0"/>
                </a:lnTo>
              </a:path>
            </a:pathLst>
          </a:custGeom>
          <a:noFill/>
          <a:ln w="17145">
            <a:solidFill>
              <a:srgbClr val="32824A"/>
            </a:solidFill>
            <a:prstDash val="dash"/>
          </a:ln>
        </p:spPr>
      </p:sp>
      <p:sp>
        <p:nvSpPr>
          <p:cNvPr id="92" name="arrow:b-produce-return">
            <a:extLst>
              <a:ext uri="{FF2B5EF4-FFF2-40B4-BE49-F238E27FC236}">
                <ns2:creationId id="{EF4B2A4B-4511-4E06-92F9-B04B2C2B9BA5}"/>
              </a:ext>
            </a:extLst>
          </p:cNvPr>
          <p:cNvSpPr>
            <a:spLocks noGrp="1"/>
          </p:cNvSpPr>
          <p:nvPr/>
        </p:nvSpPr>
        <p:spPr>
          <a:xfrm>
            <a:off x="13296900" y="3362325"/>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93" name="label 4 후보 / 추가 원본 필요">
            <a:extLst>
              <a:ext uri="{FF2B5EF4-FFF2-40B4-BE49-F238E27FC236}">
                <ns2:creationId id="{1E2F835E-F0BC-4D95-AC01-CD573181D5F1}"/>
              </a:ext>
            </a:extLst>
          </p:cNvPr>
          <p:cNvSpPr>
            <a:spLocks noGrp="1"/>
          </p:cNvSpPr>
          <p:nvPr/>
        </p:nvSpPr>
        <p:spPr>
          <a:xfrm>
            <a:off x="13906500" y="4848225"/>
            <a:ext cx="3714750" cy="2286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4 후보 / 추가 원본 필요</a:t>
            </a:r>
            <a:endParaRPr lang="ko-KR">
              <a:latin typeface="Calibri"/>
              <a:ea typeface="Calibri"/>
              <a:cs typeface="Calibri"/>
            </a:endParaRPr>
          </a:p>
        </p:txBody>
      </p:sp>
      <p:sp>
        <p:nvSpPr>
          <p:cNvPr id="94" name="edge:b-candidate-save">
            <a:extLst>
              <a:ext uri="{FF2B5EF4-FFF2-40B4-BE49-F238E27FC236}">
                <ns2:creationId id="{3D9E78AF-DD6F-41A6-A940-D96707D27A57}"/>
              </a:ext>
            </a:extLst>
          </p:cNvPr>
          <p:cNvSpPr>
            <a:spLocks noGrp="1"/>
          </p:cNvSpPr>
          <p:nvPr/>
        </p:nvSpPr>
        <p:spPr>
          <a:xfrm>
            <a:off x="16383000" y="5953125"/>
            <a:ext cx="953" cy="133350"/>
          </a:xfrm>
          <a:custGeom>
            <a:pathLst>
              <a:path w="953" h="133350">
                <a:moveTo>
                  <a:pt x="0" y="0"/>
                </a:moveTo>
                <a:lnTo>
                  <a:pt x="0" y="133350"/>
                </a:lnTo>
              </a:path>
            </a:pathLst>
          </a:custGeom>
          <a:noFill/>
          <a:ln w="17145">
            <a:solidFill>
              <a:srgbClr val="32824A"/>
            </a:solidFill>
            <a:prstDash val="solid"/>
          </a:ln>
        </p:spPr>
      </p:sp>
      <p:sp>
        <p:nvSpPr>
          <p:cNvPr id="95" name="arrow:b-candidate-save">
            <a:extLst>
              <a:ext uri="{FF2B5EF4-FFF2-40B4-BE49-F238E27FC236}">
                <ns2:creationId id="{94CB97F4-3027-4B00-AB94-A438A80A7F8D}"/>
              </a:ext>
            </a:extLst>
          </p:cNvPr>
          <p:cNvSpPr>
            <a:spLocks noGrp="1"/>
          </p:cNvSpPr>
          <p:nvPr/>
        </p:nvSpPr>
        <p:spPr>
          <a:xfrm>
            <a:off x="16344900" y="600075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96" name="node:bma">
            <a:extLst>
              <a:ext uri="{FF2B5EF4-FFF2-40B4-BE49-F238E27FC236}">
                <ns2:creationId id="{D1507587-6DEA-454C-AD7A-A15787EFF23E}"/>
              </a:ext>
            </a:extLst>
          </p:cNvPr>
          <p:cNvSpPr>
            <a:spLocks noGrp="1"/>
          </p:cNvSpPr>
          <p:nvPr/>
        </p:nvSpPr>
        <p:spPr>
          <a:xfrm>
            <a:off x="9525000" y="7715250"/>
            <a:ext cx="4000500" cy="1285875"/>
          </a:xfrm>
          <a:prstGeom prst="rect">
            <a:avLst/>
          </a:prstGeom>
          <a:solidFill>
            <a:srgbClr val="FFF6DD"/>
          </a:solidFill>
          <a:ln w="16193">
            <a:solidFill>
              <a:srgbClr val="111111"/>
            </a:solidFill>
          </a:ln>
        </p:spPr>
        <p:txBody>
          <a:bodyPr wrap="none" lIns="47625" tIns="19050" rIns="47625" bIns="942975"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 (host 배치)</a:t>
            </a:r>
            <a:endParaRPr lang="ko-KR">
              <a:latin typeface="Calibri"/>
              <a:ea typeface="Calibri"/>
              <a:cs typeface="Calibri"/>
            </a:endParaRPr>
          </a:p>
        </p:txBody>
      </p:sp>
      <p:sp>
        <p:nvSpPr>
          <p:cNvPr id="97" name="divider bma">
            <a:extLst>
              <a:ext uri="{FF2B5EF4-FFF2-40B4-BE49-F238E27FC236}">
                <ns2:creationId id="{373C046C-612B-437E-A3D7-3DCB1AC8EBF9}"/>
              </a:ext>
            </a:extLst>
          </p:cNvPr>
          <p:cNvSpPr>
            <a:spLocks noGrp="1"/>
          </p:cNvSpPr>
          <p:nvPr/>
        </p:nvSpPr>
        <p:spPr>
          <a:xfrm>
            <a:off x="9525000" y="8077200"/>
            <a:ext cx="4000500" cy="953"/>
          </a:xfrm>
          <a:custGeom>
            <a:pathLst>
              <a:path w="4000500" h="953">
                <a:moveTo>
                  <a:pt x="0" y="0"/>
                </a:moveTo>
                <a:lnTo>
                  <a:pt x="4000500" y="0"/>
                </a:lnTo>
              </a:path>
            </a:pathLst>
          </a:custGeom>
          <a:noFill/>
          <a:ln w="9525">
            <a:solidFill>
              <a:srgbClr val="111111"/>
            </a:solidFill>
            <a:prstDash val="solid"/>
          </a:ln>
        </p:spPr>
      </p:sp>
      <p:sp>
        <p:nvSpPr>
          <p:cNvPr id="98" name="node:bcloud">
            <a:extLst>
              <a:ext uri="{FF2B5EF4-FFF2-40B4-BE49-F238E27FC236}">
                <ns2:creationId id="{E5AFA6FC-26A4-4608-AC1B-7EBDFC2C33F6}"/>
              </a:ext>
            </a:extLst>
          </p:cNvPr>
          <p:cNvSpPr>
            <a:spLocks noGrp="1"/>
          </p:cNvSpPr>
          <p:nvPr/>
        </p:nvSpPr>
        <p:spPr>
          <a:xfrm>
            <a:off x="9696450" y="8201025"/>
            <a:ext cx="1857375" cy="495300"/>
          </a:xfrm>
          <a:prstGeom prst="roundRect">
            <a:avLst>
              <a:gd name="adj" fmla="val 15385"/>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클라우드 호출기</a:t>
            </a:r>
            <a:endParaRPr lang="ko-KR">
              <a:latin typeface="Calibri"/>
              <a:ea typeface="Calibri"/>
              <a:cs typeface="Calibri"/>
            </a:endParaRPr>
          </a:p>
        </p:txBody>
      </p:sp>
      <p:sp>
        <p:nvSpPr>
          <p:cNvPr id="99" name="node:bcontrol">
            <a:extLst>
              <a:ext uri="{FF2B5EF4-FFF2-40B4-BE49-F238E27FC236}">
                <ns2:creationId id="{7D4C5EC1-00CA-437D-8D4F-FAC4DEC92421}"/>
              </a:ext>
            </a:extLst>
          </p:cNvPr>
          <p:cNvSpPr>
            <a:spLocks noGrp="1"/>
          </p:cNvSpPr>
          <p:nvPr/>
        </p:nvSpPr>
        <p:spPr>
          <a:xfrm>
            <a:off x="11782425" y="8201025"/>
            <a:ext cx="1571625" cy="495300"/>
          </a:xfrm>
          <a:prstGeom prst="roundRect">
            <a:avLst>
              <a:gd name="adj" fmla="val 15385"/>
            </a:avLst>
          </a:prstGeom>
          <a:solidFill>
            <a:srgbClr val="FFFFFF"/>
          </a:solidFill>
          <a:ln w="16193">
            <a:solidFill>
              <a:srgbClr val="32824A"/>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100" name="edge:b-infer">
            <a:extLst>
              <a:ext uri="{FF2B5EF4-FFF2-40B4-BE49-F238E27FC236}">
                <ns2:creationId id="{EED1F3F2-45DA-45BD-B254-A616E01EA23F}"/>
              </a:ext>
            </a:extLst>
          </p:cNvPr>
          <p:cNvSpPr>
            <a:spLocks noGrp="1"/>
          </p:cNvSpPr>
          <p:nvPr/>
        </p:nvSpPr>
        <p:spPr>
          <a:xfrm>
            <a:off x="9239250" y="5857875"/>
            <a:ext cx="476250" cy="2619375"/>
          </a:xfrm>
          <a:custGeom>
            <a:pathLst>
              <a:path w="476250" h="2619375">
                <a:moveTo>
                  <a:pt x="476250" y="0"/>
                </a:moveTo>
                <a:lnTo>
                  <a:pt x="0" y="0"/>
                </a:lnTo>
                <a:lnTo>
                  <a:pt x="0" y="2619375"/>
                </a:lnTo>
                <a:lnTo>
                  <a:pt x="457200" y="2619375"/>
                </a:lnTo>
              </a:path>
            </a:pathLst>
          </a:custGeom>
          <a:noFill/>
          <a:ln w="17145">
            <a:solidFill>
              <a:srgbClr val="32824A"/>
            </a:solidFill>
            <a:prstDash val="solid"/>
          </a:ln>
        </p:spPr>
      </p:sp>
      <p:sp>
        <p:nvSpPr>
          <p:cNvPr id="101" name="arrow:b-infer">
            <a:extLst>
              <a:ext uri="{FF2B5EF4-FFF2-40B4-BE49-F238E27FC236}">
                <ns2:creationId id="{74AB6C84-5F3E-429B-BBB2-904D7D9E6E86}"/>
              </a:ext>
            </a:extLst>
          </p:cNvPr>
          <p:cNvSpPr>
            <a:spLocks noGrp="1"/>
          </p:cNvSpPr>
          <p:nvPr/>
        </p:nvSpPr>
        <p:spPr>
          <a:xfrm>
            <a:off x="9610725" y="843915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02" name="label 6 전사 + 후보 + 원본 crop">
            <a:extLst>
              <a:ext uri="{FF2B5EF4-FFF2-40B4-BE49-F238E27FC236}">
                <ns2:creationId id="{0BB80CB9-25C0-47B1-82F4-B015543B8AE1}"/>
              </a:ext>
            </a:extLst>
          </p:cNvPr>
          <p:cNvSpPr>
            <a:spLocks noGrp="1"/>
          </p:cNvSpPr>
          <p:nvPr/>
        </p:nvSpPr>
        <p:spPr>
          <a:xfrm>
            <a:off x="9525000" y="6810375"/>
            <a:ext cx="295275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6 전사 + 후보 + 원본 crop</a:t>
            </a:r>
            <a:endParaRPr lang="ko-KR">
              <a:latin typeface="Calibri"/>
              <a:ea typeface="Calibri"/>
              <a:cs typeface="Calibri"/>
            </a:endParaRPr>
          </a:p>
        </p:txBody>
      </p:sp>
      <p:sp>
        <p:nvSpPr>
          <p:cNvPr id="103" name="edge:b-model-return">
            <a:extLst>
              <a:ext uri="{FF2B5EF4-FFF2-40B4-BE49-F238E27FC236}">
                <ns2:creationId id="{3E80F3A9-B480-4462-A78A-86396AD23258}"/>
              </a:ext>
            </a:extLst>
          </p:cNvPr>
          <p:cNvSpPr>
            <a:spLocks noGrp="1"/>
          </p:cNvSpPr>
          <p:nvPr/>
        </p:nvSpPr>
        <p:spPr>
          <a:xfrm>
            <a:off x="9382125" y="6000750"/>
            <a:ext cx="2095500" cy="2600325"/>
          </a:xfrm>
          <a:custGeom>
            <a:pathLst>
              <a:path w="2095500" h="2600325">
                <a:moveTo>
                  <a:pt x="314325" y="2600325"/>
                </a:moveTo>
                <a:lnTo>
                  <a:pt x="0" y="2600325"/>
                </a:lnTo>
                <a:lnTo>
                  <a:pt x="0" y="190500"/>
                </a:lnTo>
                <a:lnTo>
                  <a:pt x="2095500" y="190500"/>
                </a:lnTo>
                <a:lnTo>
                  <a:pt x="2095500" y="0"/>
                </a:lnTo>
              </a:path>
            </a:pathLst>
          </a:custGeom>
          <a:noFill/>
          <a:ln w="17145">
            <a:solidFill>
              <a:srgbClr val="32824A"/>
            </a:solidFill>
            <a:prstDash val="dash"/>
          </a:ln>
        </p:spPr>
      </p:sp>
      <p:sp>
        <p:nvSpPr>
          <p:cNvPr id="104" name="arrow:b-model-return">
            <a:extLst>
              <a:ext uri="{FF2B5EF4-FFF2-40B4-BE49-F238E27FC236}">
                <ns2:creationId id="{BB8748E0-D1EA-4673-84AF-988E0FAC8F83}"/>
              </a:ext>
            </a:extLst>
          </p:cNvPr>
          <p:cNvSpPr>
            <a:spLocks noGrp="1"/>
          </p:cNvSpPr>
          <p:nvPr/>
        </p:nvSpPr>
        <p:spPr>
          <a:xfrm>
            <a:off x="11439525" y="6000750"/>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05" name="label 7 해석 / 후보 부족">
            <a:extLst>
              <a:ext uri="{FF2B5EF4-FFF2-40B4-BE49-F238E27FC236}">
                <ns2:creationId id="{929AB7CC-BCFC-4333-A5E2-082BE3CF6144}"/>
              </a:ext>
            </a:extLst>
          </p:cNvPr>
          <p:cNvSpPr>
            <a:spLocks noGrp="1"/>
          </p:cNvSpPr>
          <p:nvPr/>
        </p:nvSpPr>
        <p:spPr>
          <a:xfrm>
            <a:off x="9525000" y="7162800"/>
            <a:ext cx="2952750" cy="2857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7 해석 / 후보 부족</a:t>
            </a:r>
            <a:endParaRPr lang="ko-KR">
              <a:latin typeface="Calibri"/>
              <a:ea typeface="Calibri"/>
              <a:cs typeface="Calibri"/>
            </a:endParaRPr>
          </a:p>
        </p:txBody>
      </p:sp>
      <p:sp>
        <p:nvSpPr>
          <p:cNvPr id="106" name="edge:b-visual-job">
            <a:extLst>
              <a:ext uri="{FF2B5EF4-FFF2-40B4-BE49-F238E27FC236}">
                <ns2:creationId id="{A4E02BAA-1B62-4E78-9D62-BACAB71A58D0}"/>
              </a:ext>
            </a:extLst>
          </p:cNvPr>
          <p:cNvSpPr>
            <a:spLocks noGrp="1"/>
          </p:cNvSpPr>
          <p:nvPr/>
        </p:nvSpPr>
        <p:spPr>
          <a:xfrm>
            <a:off x="13354050" y="5848350"/>
            <a:ext cx="1866900" cy="2438400"/>
          </a:xfrm>
          <a:custGeom>
            <a:pathLst>
              <a:path w="1866900" h="2438400">
                <a:moveTo>
                  <a:pt x="1866900" y="0"/>
                </a:moveTo>
                <a:lnTo>
                  <a:pt x="742950" y="0"/>
                </a:lnTo>
                <a:lnTo>
                  <a:pt x="742950" y="1152525"/>
                </a:lnTo>
                <a:lnTo>
                  <a:pt x="314325" y="1152525"/>
                </a:lnTo>
                <a:lnTo>
                  <a:pt x="314325" y="2438400"/>
                </a:lnTo>
                <a:lnTo>
                  <a:pt x="0" y="2438400"/>
                </a:lnTo>
              </a:path>
            </a:pathLst>
          </a:custGeom>
          <a:noFill/>
          <a:ln w="17145">
            <a:solidFill>
              <a:srgbClr val="32824A"/>
            </a:solidFill>
            <a:prstDash val="solid"/>
          </a:ln>
        </p:spPr>
      </p:sp>
      <p:sp>
        <p:nvSpPr>
          <p:cNvPr id="107" name="arrow:b-visual-job">
            <a:extLst>
              <a:ext uri="{FF2B5EF4-FFF2-40B4-BE49-F238E27FC236}">
                <ns2:creationId id="{1C2064A7-65D4-4CDE-8FEA-03EB7F272BA7}"/>
              </a:ext>
            </a:extLst>
          </p:cNvPr>
          <p:cNvSpPr>
            <a:spLocks noGrp="1"/>
          </p:cNvSpPr>
          <p:nvPr/>
        </p:nvSpPr>
        <p:spPr>
          <a:xfrm>
            <a:off x="13354050" y="824865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08" name="label 시각 필요 시 UI / 정밀 경계 필요 시 SAM">
            <a:extLst>
              <a:ext uri="{FF2B5EF4-FFF2-40B4-BE49-F238E27FC236}">
                <ns2:creationId id="{041E289F-30DB-4358-8EDD-3D13DAE592A7}"/>
              </a:ext>
            </a:extLst>
          </p:cNvPr>
          <p:cNvSpPr>
            <a:spLocks noGrp="1"/>
          </p:cNvSpPr>
          <p:nvPr/>
        </p:nvSpPr>
        <p:spPr>
          <a:xfrm>
            <a:off x="13668375" y="6667500"/>
            <a:ext cx="4143375" cy="27622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시각 필요 시 UI / 정밀 경계 필요 시 SAM</a:t>
            </a:r>
            <a:endParaRPr lang="ko-KR">
              <a:latin typeface="Calibri"/>
              <a:ea typeface="Calibri"/>
              <a:cs typeface="Calibri"/>
            </a:endParaRPr>
          </a:p>
        </p:txBody>
      </p:sp>
      <p:sp>
        <p:nvSpPr>
          <p:cNvPr id="109" name="edge:b-visual-result">
            <a:extLst>
              <a:ext uri="{FF2B5EF4-FFF2-40B4-BE49-F238E27FC236}">
                <ns2:creationId id="{4D96FC1B-F9A0-44DF-A3B5-702A88A40352}"/>
              </a:ext>
            </a:extLst>
          </p:cNvPr>
          <p:cNvSpPr>
            <a:spLocks noGrp="1"/>
          </p:cNvSpPr>
          <p:nvPr/>
        </p:nvSpPr>
        <p:spPr>
          <a:xfrm>
            <a:off x="13354050" y="5743575"/>
            <a:ext cx="4552950" cy="2828925"/>
          </a:xfrm>
          <a:custGeom>
            <a:pathLst>
              <a:path w="4552950" h="2828925">
                <a:moveTo>
                  <a:pt x="0" y="2828925"/>
                </a:moveTo>
                <a:lnTo>
                  <a:pt x="457200" y="2828925"/>
                </a:lnTo>
                <a:lnTo>
                  <a:pt x="457200" y="1685925"/>
                </a:lnTo>
                <a:lnTo>
                  <a:pt x="4552950" y="1685925"/>
                </a:lnTo>
                <a:lnTo>
                  <a:pt x="4552950" y="0"/>
                </a:lnTo>
                <a:lnTo>
                  <a:pt x="4191000" y="0"/>
                </a:lnTo>
              </a:path>
            </a:pathLst>
          </a:custGeom>
          <a:noFill/>
          <a:ln w="17145">
            <a:solidFill>
              <a:srgbClr val="32824A"/>
            </a:solidFill>
            <a:prstDash val="dash"/>
          </a:ln>
        </p:spPr>
      </p:sp>
      <p:sp>
        <p:nvSpPr>
          <p:cNvPr id="110" name="arrow:b-visual-result">
            <a:extLst>
              <a:ext uri="{FF2B5EF4-FFF2-40B4-BE49-F238E27FC236}">
                <ns2:creationId id="{C0AAF57F-13C8-49AD-AE03-CAC972C70DC9}"/>
              </a:ext>
            </a:extLst>
          </p:cNvPr>
          <p:cNvSpPr>
            <a:spLocks noGrp="1"/>
          </p:cNvSpPr>
          <p:nvPr/>
        </p:nvSpPr>
        <p:spPr>
          <a:xfrm>
            <a:off x="17545050" y="5705475"/>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11" name="label 검출 / 경계 / 추적 결과">
            <a:extLst>
              <a:ext uri="{FF2B5EF4-FFF2-40B4-BE49-F238E27FC236}">
                <ns2:creationId id="{3EB71B96-A4EC-46F4-A777-1C2E9B86F421}"/>
              </a:ext>
            </a:extLst>
          </p:cNvPr>
          <p:cNvSpPr>
            <a:spLocks noGrp="1"/>
          </p:cNvSpPr>
          <p:nvPr/>
        </p:nvSpPr>
        <p:spPr>
          <a:xfrm>
            <a:off x="14573250" y="7153275"/>
            <a:ext cx="3143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검출 / 경계 / 추적 결과</a:t>
            </a:r>
            <a:endParaRPr lang="ko-KR">
              <a:latin typeface="Calibri"/>
              <a:ea typeface="Calibri"/>
              <a:cs typeface="Calibri"/>
            </a:endParaRPr>
          </a:p>
        </p:txBody>
      </p:sp>
      <p:sp>
        <p:nvSpPr>
          <p:cNvPr id="112" name="node:bllm">
            <a:extLst>
              <a:ext uri="{FF2B5EF4-FFF2-40B4-BE49-F238E27FC236}">
                <ns2:creationId id="{B8865248-8813-42D4-B2AC-0F804CF5EEDB}"/>
              </a:ext>
            </a:extLst>
          </p:cNvPr>
          <p:cNvSpPr>
            <a:spLocks noGrp="1"/>
          </p:cNvSpPr>
          <p:nvPr/>
        </p:nvSpPr>
        <p:spPr>
          <a:xfrm>
            <a:off x="9525000" y="9382125"/>
            <a:ext cx="2286000" cy="523875"/>
          </a:xfrm>
          <a:prstGeom prst="hexagon">
            <a:avLst/>
          </a:prstGeom>
          <a:solidFill>
            <a:srgbClr val="F1F6FC"/>
          </a:solidFill>
          <a:ln w="16193">
            <a:solidFill>
              <a:srgbClr val="111111"/>
            </a:solidFill>
          </a:ln>
        </p:spPr>
        <p:txBody>
          <a:bodyPr wrap="none" lIns="47625" tIns="19050" rIns="47625" bIns="1905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Cloud 의미 LLM</a:t>
            </a:r>
            <a:endParaRPr lang="ko-KR">
              <a:latin typeface="Calibri"/>
              <a:ea typeface="Calibri"/>
              <a:cs typeface="Calibri"/>
            </a:endParaRPr>
          </a:p>
        </p:txBody>
      </p:sp>
      <p:sp>
        <p:nvSpPr>
          <p:cNvPr id="113" name="edge:b-cloud">
            <a:extLst>
              <a:ext uri="{FF2B5EF4-FFF2-40B4-BE49-F238E27FC236}">
                <ns2:creationId id="{E713A84C-6721-475E-96B7-924ABCAFEBE7}"/>
              </a:ext>
            </a:extLst>
          </p:cNvPr>
          <p:cNvSpPr>
            <a:spLocks noGrp="1"/>
          </p:cNvSpPr>
          <p:nvPr/>
        </p:nvSpPr>
        <p:spPr>
          <a:xfrm>
            <a:off x="10096500" y="8696325"/>
            <a:ext cx="953" cy="685800"/>
          </a:xfrm>
          <a:custGeom>
            <a:pathLst>
              <a:path w="953" h="685800">
                <a:moveTo>
                  <a:pt x="0" y="0"/>
                </a:moveTo>
                <a:lnTo>
                  <a:pt x="0" y="685800"/>
                </a:lnTo>
              </a:path>
            </a:pathLst>
          </a:custGeom>
          <a:noFill/>
          <a:ln w="17145">
            <a:solidFill>
              <a:srgbClr val="111111"/>
            </a:solidFill>
            <a:prstDash val="solid"/>
          </a:ln>
        </p:spPr>
      </p:sp>
      <p:sp>
        <p:nvSpPr>
          <p:cNvPr id="114" name="arrow:b-cloud">
            <a:extLst>
              <a:ext uri="{FF2B5EF4-FFF2-40B4-BE49-F238E27FC236}">
                <ns2:creationId id="{45A5FBB1-C33B-4561-BA75-F219DB55CFE0}"/>
              </a:ext>
            </a:extLst>
          </p:cNvPr>
          <p:cNvSpPr>
            <a:spLocks noGrp="1"/>
          </p:cNvSpPr>
          <p:nvPr/>
        </p:nvSpPr>
        <p:spPr>
          <a:xfrm>
            <a:off x="10058400" y="92964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5" name="label 요청">
            <a:extLst>
              <a:ext uri="{FF2B5EF4-FFF2-40B4-BE49-F238E27FC236}">
                <ns2:creationId id="{225FD1CC-A493-4CCC-85C2-0A568EFBD972}"/>
              </a:ext>
            </a:extLst>
          </p:cNvPr>
          <p:cNvSpPr>
            <a:spLocks noGrp="1"/>
          </p:cNvSpPr>
          <p:nvPr/>
        </p:nvSpPr>
        <p:spPr>
          <a:xfrm>
            <a:off x="9525000" y="9048750"/>
            <a:ext cx="762000" cy="2571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요청</a:t>
            </a:r>
            <a:endParaRPr lang="ko-KR">
              <a:latin typeface="Calibri"/>
              <a:ea typeface="Calibri"/>
              <a:cs typeface="Calibri"/>
            </a:endParaRPr>
          </a:p>
        </p:txBody>
      </p:sp>
      <p:sp>
        <p:nvSpPr>
          <p:cNvPr id="116" name="edge:b-cloud-return">
            <a:extLst>
              <a:ext uri="{FF2B5EF4-FFF2-40B4-BE49-F238E27FC236}">
                <ns2:creationId id="{29E5C641-B63F-4A08-83F4-FBDAF30ADCDE}"/>
              </a:ext>
            </a:extLst>
          </p:cNvPr>
          <p:cNvSpPr>
            <a:spLocks noGrp="1"/>
          </p:cNvSpPr>
          <p:nvPr/>
        </p:nvSpPr>
        <p:spPr>
          <a:xfrm>
            <a:off x="11239500" y="8696325"/>
            <a:ext cx="953" cy="685800"/>
          </a:xfrm>
          <a:custGeom>
            <a:pathLst>
              <a:path w="953" h="685800">
                <a:moveTo>
                  <a:pt x="0" y="685800"/>
                </a:moveTo>
                <a:lnTo>
                  <a:pt x="0" y="0"/>
                </a:lnTo>
              </a:path>
            </a:pathLst>
          </a:custGeom>
          <a:noFill/>
          <a:ln w="17145">
            <a:solidFill>
              <a:srgbClr val="111111"/>
            </a:solidFill>
            <a:prstDash val="dash"/>
          </a:ln>
        </p:spPr>
      </p:sp>
      <p:sp>
        <p:nvSpPr>
          <p:cNvPr id="117" name="arrow:b-cloud-return">
            <a:extLst>
              <a:ext uri="{FF2B5EF4-FFF2-40B4-BE49-F238E27FC236}">
                <ns2:creationId id="{80B28FB6-1FBA-416E-A22C-10C36851A39F}"/>
              </a:ext>
            </a:extLst>
          </p:cNvPr>
          <p:cNvSpPr>
            <a:spLocks noGrp="1"/>
          </p:cNvSpPr>
          <p:nvPr/>
        </p:nvSpPr>
        <p:spPr>
          <a:xfrm>
            <a:off x="11201400" y="869632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8" name="label 결과">
            <a:extLst>
              <a:ext uri="{FF2B5EF4-FFF2-40B4-BE49-F238E27FC236}">
                <ns2:creationId id="{4C3C8410-0A89-4286-B864-4439F1C3EC03}"/>
              </a:ext>
            </a:extLst>
          </p:cNvPr>
          <p:cNvSpPr>
            <a:spLocks noGrp="1"/>
          </p:cNvSpPr>
          <p:nvPr/>
        </p:nvSpPr>
        <p:spPr>
          <a:xfrm>
            <a:off x="10858500" y="9048750"/>
            <a:ext cx="857250" cy="257175"/>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결과</a:t>
            </a:r>
            <a:endParaRPr lang="ko-KR">
              <a:latin typeface="Calibri"/>
              <a:ea typeface="Calibri"/>
              <a:cs typeface="Calibri"/>
            </a:endParaRPr>
          </a:p>
        </p:txBody>
      </p:sp>
      <p:sp>
        <p:nvSpPr>
          <p:cNvPr id="119" name="node:bw">
            <a:extLst>
              <a:ext uri="{FF2B5EF4-FFF2-40B4-BE49-F238E27FC236}">
                <ns2:creationId id="{69D709D5-5D19-49BD-9161-0C681DA297BE}"/>
              </a:ext>
            </a:extLst>
          </p:cNvPr>
          <p:cNvSpPr>
            <a:spLocks noGrp="1"/>
          </p:cNvSpPr>
          <p:nvPr/>
        </p:nvSpPr>
        <p:spPr>
          <a:xfrm>
            <a:off x="14287500" y="7686675"/>
            <a:ext cx="3524250" cy="2257425"/>
          </a:xfrm>
          <a:prstGeom prst="rect">
            <a:avLst/>
          </a:prstGeom>
          <a:noFill/>
          <a:ln w="17145">
            <a:solidFill>
              <a:srgbClr val="72777D"/>
            </a:solidFill>
            <a:prstDash val="dash"/>
          </a:ln>
        </p:spPr>
        <p:txBody>
          <a:bodyPr wrap="none" lIns="114300" tIns="19050" rIns="76200" bIns="195262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R1 Vision Worker process</a:t>
            </a:r>
            <a:endParaRPr lang="ko-KR">
              <a:latin typeface="Calibri"/>
              <a:ea typeface="Calibri"/>
              <a:cs typeface="Calibri"/>
            </a:endParaRPr>
          </a:p>
        </p:txBody>
      </p:sp>
      <p:sp>
        <p:nvSpPr>
          <p:cNvPr id="120" name="node:bwma">
            <a:extLst>
              <a:ext uri="{FF2B5EF4-FFF2-40B4-BE49-F238E27FC236}">
                <ns2:creationId id="{B08076CC-D9AA-455E-A118-845F7E55F591}"/>
              </a:ext>
            </a:extLst>
          </p:cNvPr>
          <p:cNvSpPr>
            <a:spLocks noGrp="1"/>
          </p:cNvSpPr>
          <p:nvPr/>
        </p:nvSpPr>
        <p:spPr>
          <a:xfrm>
            <a:off x="14430375" y="8096250"/>
            <a:ext cx="3238500" cy="1704975"/>
          </a:xfrm>
          <a:prstGeom prst="rect">
            <a:avLst/>
          </a:prstGeom>
          <a:solidFill>
            <a:srgbClr val="FFF6DD"/>
          </a:solidFill>
          <a:ln w="16193">
            <a:solidFill>
              <a:srgbClr val="32824A"/>
            </a:solidFill>
          </a:ln>
        </p:spPr>
        <p:txBody>
          <a:bodyPr wrap="none" lIns="47625" tIns="19050" rIns="47625" bIns="1362075"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Model Access (worker 배치)</a:t>
            </a:r>
            <a:endParaRPr lang="ko-KR">
              <a:latin typeface="Calibri"/>
              <a:ea typeface="Calibri"/>
              <a:cs typeface="Calibri"/>
            </a:endParaRPr>
          </a:p>
        </p:txBody>
      </p:sp>
      <p:sp>
        <p:nvSpPr>
          <p:cNvPr id="121" name="divider bwma">
            <a:extLst>
              <a:ext uri="{FF2B5EF4-FFF2-40B4-BE49-F238E27FC236}">
                <ns2:creationId id="{9F5D7791-70A5-401F-A390-AFA52C1D067B}"/>
              </a:ext>
            </a:extLst>
          </p:cNvPr>
          <p:cNvSpPr>
            <a:spLocks noGrp="1"/>
          </p:cNvSpPr>
          <p:nvPr/>
        </p:nvSpPr>
        <p:spPr>
          <a:xfrm>
            <a:off x="14430375" y="8458200"/>
            <a:ext cx="3238500" cy="953"/>
          </a:xfrm>
          <a:custGeom>
            <a:pathLst>
              <a:path w="3238500" h="953">
                <a:moveTo>
                  <a:pt x="0" y="0"/>
                </a:moveTo>
                <a:lnTo>
                  <a:pt x="3238500" y="0"/>
                </a:lnTo>
              </a:path>
            </a:pathLst>
          </a:custGeom>
          <a:noFill/>
          <a:ln w="9525">
            <a:solidFill>
              <a:srgbClr val="111111"/>
            </a:solidFill>
            <a:prstDash val="solid"/>
          </a:ln>
        </p:spPr>
      </p:sp>
      <p:sp>
        <p:nvSpPr>
          <p:cNvPr id="122" name="node:bipc">
            <a:extLst>
              <a:ext uri="{FF2B5EF4-FFF2-40B4-BE49-F238E27FC236}">
                <ns2:creationId id="{3466A9B3-1442-453A-8A50-A26A2D3C5AD3}"/>
              </a:ext>
            </a:extLst>
          </p:cNvPr>
          <p:cNvSpPr>
            <a:spLocks noGrp="1"/>
          </p:cNvSpPr>
          <p:nvPr/>
        </p:nvSpPr>
        <p:spPr>
          <a:xfrm>
            <a:off x="14573250" y="8477250"/>
            <a:ext cx="1381125" cy="381000"/>
          </a:xfrm>
          <a:prstGeom prst="roundRect">
            <a:avLst>
              <a:gd name="adj" fmla="val 20000"/>
            </a:avLst>
          </a:prstGeom>
          <a:solidFill>
            <a:srgbClr val="FFFFFF"/>
          </a:solidFill>
          <a:ln w="16193">
            <a:solidFill>
              <a:srgbClr val="32824A"/>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IPC 수신기</a:t>
            </a:r>
            <a:endParaRPr lang="ko-KR">
              <a:latin typeface="Calibri"/>
              <a:ea typeface="Calibri"/>
              <a:cs typeface="Calibri"/>
            </a:endParaRPr>
          </a:p>
        </p:txBody>
      </p:sp>
      <p:sp>
        <p:nvSpPr>
          <p:cNvPr id="123" name="node:bexec">
            <a:extLst>
              <a:ext uri="{FF2B5EF4-FFF2-40B4-BE49-F238E27FC236}">
                <ns2:creationId id="{61492977-D4E5-4152-B6C6-4F1F22CFE7CA}"/>
              </a:ext>
            </a:extLst>
          </p:cNvPr>
          <p:cNvSpPr>
            <a:spLocks noGrp="1"/>
          </p:cNvSpPr>
          <p:nvPr/>
        </p:nvSpPr>
        <p:spPr>
          <a:xfrm>
            <a:off x="16097250" y="8477250"/>
            <a:ext cx="1428750" cy="381000"/>
          </a:xfrm>
          <a:prstGeom prst="roundRect">
            <a:avLst>
              <a:gd name="adj" fmla="val 20000"/>
            </a:avLst>
          </a:prstGeom>
          <a:solidFill>
            <a:srgbClr val="FFFFFF"/>
          </a:solidFill>
          <a:ln w="16193">
            <a:solidFill>
              <a:srgbClr val="32824A"/>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CPU 시각 실행기</a:t>
            </a:r>
            <a:endParaRPr lang="ko-KR">
              <a:latin typeface="Calibri"/>
              <a:ea typeface="Calibri"/>
              <a:cs typeface="Calibri"/>
            </a:endParaRPr>
          </a:p>
        </p:txBody>
      </p:sp>
      <p:sp>
        <p:nvSpPr>
          <p:cNvPr id="124" name="node:bmodel">
            <a:extLst>
              <a:ext uri="{FF2B5EF4-FFF2-40B4-BE49-F238E27FC236}">
                <ns2:creationId id="{FF3A41C2-7EF6-4EB4-AC87-2874A89196BD}"/>
              </a:ext>
            </a:extLst>
          </p:cNvPr>
          <p:cNvSpPr>
            <a:spLocks noGrp="1"/>
          </p:cNvSpPr>
          <p:nvPr/>
        </p:nvSpPr>
        <p:spPr>
          <a:xfrm>
            <a:off x="14573250" y="9191625"/>
            <a:ext cx="1381125" cy="4953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모델</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(RAM)</a:t>
            </a:r>
            <a:endParaRPr lang="ko-KR">
              <a:latin typeface="Calibri"/>
              <a:ea typeface="Calibri"/>
              <a:cs typeface="Calibri"/>
            </a:endParaRPr>
          </a:p>
        </p:txBody>
      </p:sp>
      <p:sp>
        <p:nvSpPr>
          <p:cNvPr id="125" name="node:bepisode">
            <a:extLst>
              <a:ext uri="{FF2B5EF4-FFF2-40B4-BE49-F238E27FC236}">
                <ns2:creationId id="{5453BA12-116E-4D5C-963E-A84142608291}"/>
              </a:ext>
            </a:extLst>
          </p:cNvPr>
          <p:cNvSpPr>
            <a:spLocks noGrp="1"/>
          </p:cNvSpPr>
          <p:nvPr/>
        </p:nvSpPr>
        <p:spPr>
          <a:xfrm>
            <a:off x="16097250" y="9191625"/>
            <a:ext cx="1428750" cy="495300"/>
          </a:xfrm>
          <a:prstGeom prst="can">
            <a:avLst>
              <a:gd name="adj" fmla="val 16000"/>
            </a:avLst>
          </a:prstGeom>
          <a:solidFill>
            <a:srgbClr val="FFFFFF"/>
          </a:solidFill>
          <a:ln w="16193">
            <a:solidFill>
              <a:srgbClr val="32824A"/>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추적 상태</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(RAM)</a:t>
            </a:r>
            <a:endParaRPr lang="ko-KR">
              <a:latin typeface="Calibri"/>
              <a:ea typeface="Calibri"/>
              <a:cs typeface="Calibri"/>
            </a:endParaRPr>
          </a:p>
        </p:txBody>
      </p:sp>
      <p:sp>
        <p:nvSpPr>
          <p:cNvPr id="126" name="edge:b-ipc-job">
            <a:extLst>
              <a:ext uri="{FF2B5EF4-FFF2-40B4-BE49-F238E27FC236}">
                <ns2:creationId id="{0C04F579-B060-45F2-BE61-B79C27EC45C5}"/>
              </a:ext>
            </a:extLst>
          </p:cNvPr>
          <p:cNvSpPr>
            <a:spLocks noGrp="1"/>
          </p:cNvSpPr>
          <p:nvPr/>
        </p:nvSpPr>
        <p:spPr>
          <a:xfrm>
            <a:off x="12096750" y="8572500"/>
            <a:ext cx="2476500" cy="685800"/>
          </a:xfrm>
          <a:custGeom>
            <a:pathLst>
              <a:path w="2476500" h="685800">
                <a:moveTo>
                  <a:pt x="0" y="123825"/>
                </a:moveTo>
                <a:lnTo>
                  <a:pt x="0" y="685800"/>
                </a:lnTo>
                <a:lnTo>
                  <a:pt x="2047875" y="685800"/>
                </a:lnTo>
                <a:lnTo>
                  <a:pt x="2047875" y="0"/>
                </a:lnTo>
                <a:lnTo>
                  <a:pt x="2476500" y="0"/>
                </a:lnTo>
              </a:path>
            </a:pathLst>
          </a:custGeom>
          <a:noFill/>
          <a:ln w="17145">
            <a:solidFill>
              <a:srgbClr val="32824A"/>
            </a:solidFill>
            <a:prstDash val="solid"/>
          </a:ln>
        </p:spPr>
      </p:sp>
      <p:sp>
        <p:nvSpPr>
          <p:cNvPr id="127" name="arrow:b-ipc-job">
            <a:extLst>
              <a:ext uri="{FF2B5EF4-FFF2-40B4-BE49-F238E27FC236}">
                <ns2:creationId id="{8792C301-0B77-4747-9C82-0F90DD88470D}"/>
              </a:ext>
            </a:extLst>
          </p:cNvPr>
          <p:cNvSpPr>
            <a:spLocks noGrp="1"/>
          </p:cNvSpPr>
          <p:nvPr/>
        </p:nvSpPr>
        <p:spPr>
          <a:xfrm>
            <a:off x="14487525" y="85344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28" name="label IPC 요청">
            <a:extLst>
              <a:ext uri="{FF2B5EF4-FFF2-40B4-BE49-F238E27FC236}">
                <ns2:creationId id="{C73B969A-B34A-46F2-9AB0-FA2EC270C42A}"/>
              </a:ext>
            </a:extLst>
          </p:cNvPr>
          <p:cNvSpPr>
            <a:spLocks noGrp="1"/>
          </p:cNvSpPr>
          <p:nvPr/>
        </p:nvSpPr>
        <p:spPr>
          <a:xfrm>
            <a:off x="12334875" y="8972550"/>
            <a:ext cx="1524000" cy="25717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IPC 요청</a:t>
            </a:r>
            <a:endParaRPr lang="ko-KR">
              <a:latin typeface="Calibri"/>
              <a:ea typeface="Calibri"/>
              <a:cs typeface="Calibri"/>
            </a:endParaRPr>
          </a:p>
        </p:txBody>
      </p:sp>
      <p:sp>
        <p:nvSpPr>
          <p:cNvPr id="129" name="edge:b-ipc-result">
            <a:extLst>
              <a:ext uri="{FF2B5EF4-FFF2-40B4-BE49-F238E27FC236}">
                <ns2:creationId id="{BFBEE9BF-F22B-42E1-B44C-B1C31B663054}"/>
              </a:ext>
            </a:extLst>
          </p:cNvPr>
          <p:cNvSpPr>
            <a:spLocks noGrp="1"/>
          </p:cNvSpPr>
          <p:nvPr/>
        </p:nvSpPr>
        <p:spPr>
          <a:xfrm>
            <a:off x="13239750" y="8696325"/>
            <a:ext cx="1333500" cy="876300"/>
          </a:xfrm>
          <a:custGeom>
            <a:pathLst>
              <a:path w="1333500" h="876300">
                <a:moveTo>
                  <a:pt x="1333500" y="47625"/>
                </a:moveTo>
                <a:lnTo>
                  <a:pt x="733425" y="47625"/>
                </a:lnTo>
                <a:lnTo>
                  <a:pt x="733425" y="876300"/>
                </a:lnTo>
                <a:lnTo>
                  <a:pt x="0" y="876300"/>
                </a:lnTo>
                <a:lnTo>
                  <a:pt x="0" y="0"/>
                </a:lnTo>
              </a:path>
            </a:pathLst>
          </a:custGeom>
          <a:noFill/>
          <a:ln w="17145">
            <a:solidFill>
              <a:srgbClr val="32824A"/>
            </a:solidFill>
            <a:prstDash val="dash"/>
          </a:ln>
        </p:spPr>
      </p:sp>
      <p:sp>
        <p:nvSpPr>
          <p:cNvPr id="130" name="arrow:b-ipc-result">
            <a:extLst>
              <a:ext uri="{FF2B5EF4-FFF2-40B4-BE49-F238E27FC236}">
                <ns2:creationId id="{C3AB716C-96A5-4449-86D7-E4E2AEAF62CF}"/>
              </a:ext>
            </a:extLst>
          </p:cNvPr>
          <p:cNvSpPr>
            <a:spLocks noGrp="1"/>
          </p:cNvSpPr>
          <p:nvPr/>
        </p:nvSpPr>
        <p:spPr>
          <a:xfrm>
            <a:off x="13201650" y="8696325"/>
            <a:ext cx="76200" cy="85725"/>
          </a:xfrm>
          <a:custGeom>
            <a:pathLst>
              <a:path w="76200" h="85725">
                <a:moveTo>
                  <a:pt x="38100" y="0"/>
                </a:moveTo>
                <a:lnTo>
                  <a:pt x="0" y="85725"/>
                </a:lnTo>
                <a:lnTo>
                  <a:pt x="76200" y="85725"/>
                </a:lnTo>
                <a:close/>
              </a:path>
            </a:pathLst>
          </a:custGeom>
          <a:solidFill>
            <a:srgbClr val="32824A"/>
          </a:solidFill>
          <a:ln w="3810">
            <a:solidFill>
              <a:srgbClr val="32824A"/>
            </a:solidFill>
          </a:ln>
        </p:spPr>
      </p:sp>
      <p:sp>
        <p:nvSpPr>
          <p:cNvPr id="131" name="label 완료 / 오류">
            <a:extLst>
              <a:ext uri="{FF2B5EF4-FFF2-40B4-BE49-F238E27FC236}">
                <ns2:creationId id="{1747B9DC-B5EB-41AC-965D-CF867155D965}"/>
              </a:ext>
            </a:extLst>
          </p:cNvPr>
          <p:cNvSpPr>
            <a:spLocks noGrp="1"/>
          </p:cNvSpPr>
          <p:nvPr/>
        </p:nvSpPr>
        <p:spPr>
          <a:xfrm>
            <a:off x="12049125" y="9620250"/>
            <a:ext cx="2047875" cy="25717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완료 / 오류</a:t>
            </a:r>
            <a:endParaRPr lang="ko-KR">
              <a:latin typeface="Calibri"/>
              <a:ea typeface="Calibri"/>
              <a:cs typeface="Calibri"/>
            </a:endParaRPr>
          </a:p>
        </p:txBody>
      </p:sp>
      <p:sp>
        <p:nvSpPr>
          <p:cNvPr id="132" name="edge:b-local-exec">
            <a:extLst>
              <a:ext uri="{FF2B5EF4-FFF2-40B4-BE49-F238E27FC236}">
                <ns2:creationId id="{DD9CD5E7-BFA7-41B6-BAA0-14DD9FDABC16}"/>
              </a:ext>
            </a:extLst>
          </p:cNvPr>
          <p:cNvSpPr>
            <a:spLocks noGrp="1"/>
          </p:cNvSpPr>
          <p:nvPr/>
        </p:nvSpPr>
        <p:spPr>
          <a:xfrm>
            <a:off x="15954375" y="8572500"/>
            <a:ext cx="142875" cy="953"/>
          </a:xfrm>
          <a:custGeom>
            <a:pathLst>
              <a:path w="142875" h="953">
                <a:moveTo>
                  <a:pt x="0" y="0"/>
                </a:moveTo>
                <a:lnTo>
                  <a:pt x="142875" y="0"/>
                </a:lnTo>
              </a:path>
            </a:pathLst>
          </a:custGeom>
          <a:noFill/>
          <a:ln w="17145">
            <a:solidFill>
              <a:srgbClr val="32824A"/>
            </a:solidFill>
            <a:prstDash val="solid"/>
          </a:ln>
        </p:spPr>
      </p:sp>
      <p:sp>
        <p:nvSpPr>
          <p:cNvPr id="133" name="arrow:b-local-exec">
            <a:extLst>
              <a:ext uri="{FF2B5EF4-FFF2-40B4-BE49-F238E27FC236}">
                <ns2:creationId id="{502237E5-3330-4D03-A62E-EF274771A711}"/>
              </a:ext>
            </a:extLst>
          </p:cNvPr>
          <p:cNvSpPr>
            <a:spLocks noGrp="1"/>
          </p:cNvSpPr>
          <p:nvPr/>
        </p:nvSpPr>
        <p:spPr>
          <a:xfrm>
            <a:off x="16011525" y="8534400"/>
            <a:ext cx="85725" cy="76200"/>
          </a:xfrm>
          <a:custGeom>
            <a:pathLst>
              <a:path w="85725" h="76200">
                <a:moveTo>
                  <a:pt x="85725" y="38100"/>
                </a:moveTo>
                <a:lnTo>
                  <a:pt x="0" y="0"/>
                </a:lnTo>
                <a:lnTo>
                  <a:pt x="0" y="76200"/>
                </a:lnTo>
                <a:close/>
              </a:path>
            </a:pathLst>
          </a:custGeom>
          <a:solidFill>
            <a:srgbClr val="32824A"/>
          </a:solidFill>
          <a:ln w="3810">
            <a:solidFill>
              <a:srgbClr val="32824A"/>
            </a:solidFill>
          </a:ln>
        </p:spPr>
      </p:sp>
      <p:sp>
        <p:nvSpPr>
          <p:cNvPr id="134" name="edge:b-local-result">
            <a:extLst>
              <a:ext uri="{FF2B5EF4-FFF2-40B4-BE49-F238E27FC236}">
                <ns2:creationId id="{7E38E9A8-C593-4AF2-8B07-9FFBADEFC106}"/>
              </a:ext>
            </a:extLst>
          </p:cNvPr>
          <p:cNvSpPr>
            <a:spLocks noGrp="1"/>
          </p:cNvSpPr>
          <p:nvPr/>
        </p:nvSpPr>
        <p:spPr>
          <a:xfrm>
            <a:off x="15954375" y="8763000"/>
            <a:ext cx="142875" cy="953"/>
          </a:xfrm>
          <a:custGeom>
            <a:pathLst>
              <a:path w="142875" h="953">
                <a:moveTo>
                  <a:pt x="142875" y="0"/>
                </a:moveTo>
                <a:lnTo>
                  <a:pt x="0" y="0"/>
                </a:lnTo>
              </a:path>
            </a:pathLst>
          </a:custGeom>
          <a:noFill/>
          <a:ln w="17145">
            <a:solidFill>
              <a:srgbClr val="32824A"/>
            </a:solidFill>
            <a:prstDash val="dash"/>
          </a:ln>
        </p:spPr>
      </p:sp>
      <p:sp>
        <p:nvSpPr>
          <p:cNvPr id="135" name="arrow:b-local-result">
            <a:extLst>
              <a:ext uri="{FF2B5EF4-FFF2-40B4-BE49-F238E27FC236}">
                <ns2:creationId id="{0F2177B1-BF2E-4DED-BA9E-3C1AE05FE447}"/>
              </a:ext>
            </a:extLst>
          </p:cNvPr>
          <p:cNvSpPr>
            <a:spLocks noGrp="1"/>
          </p:cNvSpPr>
          <p:nvPr/>
        </p:nvSpPr>
        <p:spPr>
          <a:xfrm>
            <a:off x="15954375" y="8724900"/>
            <a:ext cx="85725" cy="76200"/>
          </a:xfrm>
          <a:custGeom>
            <a:pathLst>
              <a:path w="85725" h="76200">
                <a:moveTo>
                  <a:pt x="0" y="38100"/>
                </a:moveTo>
                <a:lnTo>
                  <a:pt x="85725" y="76200"/>
                </a:lnTo>
                <a:lnTo>
                  <a:pt x="85725" y="0"/>
                </a:lnTo>
                <a:close/>
              </a:path>
            </a:pathLst>
          </a:custGeom>
          <a:solidFill>
            <a:srgbClr val="32824A"/>
          </a:solidFill>
          <a:ln w="3810">
            <a:solidFill>
              <a:srgbClr val="32824A"/>
            </a:solidFill>
          </a:ln>
        </p:spPr>
      </p:sp>
      <p:sp>
        <p:nvSpPr>
          <p:cNvPr id="136" name="edge:b-model-use">
            <a:extLst>
              <a:ext uri="{FF2B5EF4-FFF2-40B4-BE49-F238E27FC236}">
                <ns2:creationId id="{BD8E953F-4C66-47F3-86BD-2D16BCD4A72B}"/>
              </a:ext>
            </a:extLst>
          </p:cNvPr>
          <p:cNvSpPr>
            <a:spLocks noGrp="1"/>
          </p:cNvSpPr>
          <p:nvPr/>
        </p:nvSpPr>
        <p:spPr>
          <a:xfrm>
            <a:off x="15240000" y="8858250"/>
            <a:ext cx="1190625" cy="333375"/>
          </a:xfrm>
          <a:custGeom>
            <a:pathLst>
              <a:path w="1190625" h="333375">
                <a:moveTo>
                  <a:pt x="1190625" y="0"/>
                </a:moveTo>
                <a:lnTo>
                  <a:pt x="1190625" y="171450"/>
                </a:lnTo>
                <a:lnTo>
                  <a:pt x="0" y="171450"/>
                </a:lnTo>
                <a:lnTo>
                  <a:pt x="0" y="333375"/>
                </a:lnTo>
              </a:path>
            </a:pathLst>
          </a:custGeom>
          <a:noFill/>
          <a:ln w="17145">
            <a:solidFill>
              <a:srgbClr val="32824A"/>
            </a:solidFill>
            <a:prstDash val="solid"/>
          </a:ln>
        </p:spPr>
      </p:sp>
      <p:sp>
        <p:nvSpPr>
          <p:cNvPr id="137" name="arrow:b-model-use">
            <a:extLst>
              <a:ext uri="{FF2B5EF4-FFF2-40B4-BE49-F238E27FC236}">
                <ns2:creationId id="{E138819C-7B02-4370-AACB-772D021E1AF9}"/>
              </a:ext>
            </a:extLst>
          </p:cNvPr>
          <p:cNvSpPr>
            <a:spLocks noGrp="1"/>
          </p:cNvSpPr>
          <p:nvPr/>
        </p:nvSpPr>
        <p:spPr>
          <a:xfrm>
            <a:off x="15201900" y="910590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
        <p:nvSpPr>
          <p:cNvPr id="138" name="edge:b-episode-use">
            <a:extLst>
              <a:ext uri="{FF2B5EF4-FFF2-40B4-BE49-F238E27FC236}">
                <ns2:creationId id="{C0BA2749-0B4E-4EF8-A70D-362E787AD6C5}"/>
              </a:ext>
            </a:extLst>
          </p:cNvPr>
          <p:cNvSpPr>
            <a:spLocks noGrp="1"/>
          </p:cNvSpPr>
          <p:nvPr/>
        </p:nvSpPr>
        <p:spPr>
          <a:xfrm>
            <a:off x="17145000" y="8858250"/>
            <a:ext cx="953" cy="333375"/>
          </a:xfrm>
          <a:custGeom>
            <a:pathLst>
              <a:path w="953" h="333375">
                <a:moveTo>
                  <a:pt x="0" y="0"/>
                </a:moveTo>
                <a:lnTo>
                  <a:pt x="0" y="333375"/>
                </a:lnTo>
              </a:path>
            </a:pathLst>
          </a:custGeom>
          <a:noFill/>
          <a:ln w="17145">
            <a:solidFill>
              <a:srgbClr val="32824A"/>
            </a:solidFill>
            <a:prstDash val="solid"/>
          </a:ln>
        </p:spPr>
      </p:sp>
      <p:sp>
        <p:nvSpPr>
          <p:cNvPr id="139" name="arrow:b-episode-use">
            <a:extLst>
              <a:ext uri="{FF2B5EF4-FFF2-40B4-BE49-F238E27FC236}">
                <ns2:creationId id="{0B06C8C9-7EA4-401E-8057-A50C1FC80662}"/>
              </a:ext>
            </a:extLst>
          </p:cNvPr>
          <p:cNvSpPr>
            <a:spLocks noGrp="1"/>
          </p:cNvSpPr>
          <p:nvPr/>
        </p:nvSpPr>
        <p:spPr>
          <a:xfrm>
            <a:off x="17106900" y="9105900"/>
            <a:ext cx="76200" cy="85725"/>
          </a:xfrm>
          <a:custGeom>
            <a:pathLst>
              <a:path w="76200" h="85725">
                <a:moveTo>
                  <a:pt x="38100" y="85725"/>
                </a:moveTo>
                <a:lnTo>
                  <a:pt x="76200" y="0"/>
                </a:lnTo>
                <a:lnTo>
                  <a:pt x="0" y="0"/>
                </a:lnTo>
                <a:close/>
              </a:path>
            </a:pathLst>
          </a:custGeom>
          <a:solidFill>
            <a:srgbClr val="32824A"/>
          </a:solidFill>
          <a:ln w="3810">
            <a:solidFill>
              <a:srgbClr val="32824A"/>
            </a:solidFill>
          </a:ln>
        </p:spPr>
      </p:sp>
    </p:spTree>
    <p:extLst>
      <p:ext uri="{BB962C8B-B14F-4D97-AF65-F5344CB8AC3E}">
        <p14:creationId val="1635394855"/>
      </p:ext>
    </p:extLst>
  </p:cSld>
</p:sld>
</file>

<file path=ppt/slides/slide5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50" name="label DP3. 화면 지칭 해석 구조 (2/2)">
            <a:extLst>
              <a:ext uri="{FF2B5EF4-FFF2-40B4-BE49-F238E27FC236}">
                <ns2:creationId id="{E2479148-8671-4FF7-B742-3EAFCB9CC40A}"/>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화면 지칭 해석 구조 (2/2)</a:t>
            </a:r>
            <a:endParaRPr lang="ko-KR">
              <a:latin typeface="Calibri"/>
              <a:ea typeface="Calibri"/>
              <a:cs typeface="Calibri"/>
            </a:endParaRPr>
          </a:p>
        </p:txBody>
      </p:sp>
      <p:sp>
        <p:nvSpPr>
          <p:cNvPr id="2" name="stage 0">
            <a:extLst>
              <a:ext uri="{FF2B5EF4-FFF2-40B4-BE49-F238E27FC236}">
                <ns2:creationId id="{C66B2D3E-8D18-4A85-9C48-6086FC7AC729}"/>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FDF5F77D-85F5-4816-861C-5BE309B342FD}"/>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E55472C6-E390-45FA-A5B4-6457E9FD99C9}"/>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326BAAA0-A99B-450A-81A7-7340245B97FF}"/>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B17967AC-BBFB-4756-9A44-BEB0A4017E56}"/>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03D0747C-17AD-4FB6-90BB-DD6D101B56DC}"/>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같은 후보 생산과 의미 결합 / 시각 CPU 총 4 thread / 한 번에 한 단계 / Model Access는 같은 Component의 분산 배치">
            <a:extLst>
              <a:ext uri="{FF2B5EF4-FFF2-40B4-BE49-F238E27FC236}">
                <ns2:creationId id="{548C7873-0E00-48B1-84B4-E3F41DFE0909}"/>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후보 생산과 의미 결합 / 시각 CPU 총 4 thread / 한 번에 한 단계 / Model Access는 같은 Component의 분산 배치</a:t>
            </a:r>
            <a:endParaRPr lang="ko-KR">
              <a:latin typeface="Calibri"/>
              <a:ea typeface="Calibri"/>
              <a:cs typeface="Calibri"/>
            </a:endParaRPr>
          </a:p>
        </p:txBody>
      </p:sp>
      <p:sp>
        <p:nvSpPr>
          <p:cNvPr id="9" name="Continuous slide number">
            <a:extLst>
              <a:ext uri="{FF2B5EF4-FFF2-40B4-BE49-F238E27FC236}">
                <ns2:creationId id="{D1AF70E0-9BD5-4B56-87C1-9559B441D1B0}"/>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29</a:t>
            </a:r>
            <a:endParaRPr lang="ko-KR">
              <a:latin typeface="Calibri"/>
              <a:ea typeface="Calibri"/>
              <a:cs typeface="Calibri"/>
            </a:endParaRPr>
          </a:p>
        </p:txBody>
      </p:sp>
      <p:sp>
        <p:nvSpPr>
          <p:cNvPr id="10" name="node:undefined">
            <a:extLst>
              <a:ext uri="{FF2B5EF4-FFF2-40B4-BE49-F238E27FC236}">
                <ns2:creationId id="{A69975F2-E84A-49AB-8B1D-B6D12F0CDCCB}"/>
              </a:ext>
            </a:extLst>
          </p:cNvPr>
          <p:cNvSpPr>
            <a:spLocks noGrp="1"/>
          </p:cNvSpPr>
          <p:nvPr/>
        </p:nvSpPr>
        <p:spPr>
          <a:xfrm>
            <a:off x="571500" y="1905000"/>
            <a:ext cx="828675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B-R2  한 worker에 사용한 모델 유지</a:t>
            </a:r>
            <a:endParaRPr lang="ko-KR">
              <a:latin typeface="Calibri"/>
              <a:ea typeface="Calibri"/>
              <a:cs typeface="Calibri"/>
            </a:endParaRPr>
          </a:p>
        </p:txBody>
      </p:sp>
      <p:sp>
        <p:nvSpPr>
          <p:cNvPr id="11" name="node:undefined">
            <a:extLst>
              <a:ext uri="{FF2B5EF4-FFF2-40B4-BE49-F238E27FC236}">
                <ns2:creationId id="{D61F5FF5-52AF-4DAE-97B0-EE4A00AC6DE2}"/>
              </a:ext>
            </a:extLst>
          </p:cNvPr>
          <p:cNvSpPr>
            <a:spLocks noGrp="1"/>
          </p:cNvSpPr>
          <p:nvPr/>
        </p:nvSpPr>
        <p:spPr>
          <a:xfrm>
            <a:off x="9429750" y="1905000"/>
            <a:ext cx="8286750" cy="457200"/>
          </a:xfrm>
          <a:prstGeom prst="rect">
            <a:avLst/>
          </a:prstGeom>
          <a:solidFill>
            <a:srgbClr val="C9E1B3"/>
          </a:solidFill>
          <a:ln w="9525">
            <a:solidFill>
              <a:srgbClr val="B7B9B9"/>
            </a:solidFill>
          </a:ln>
        </p:spPr>
        <p:txBody>
          <a:bodyPr wrap="none" lIns="47625" tIns="19050" rIns="47625" bIns="1905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B-R3  UI와 SAM worker에 각각 유지</a:t>
            </a:r>
            <a:endParaRPr lang="ko-KR">
              <a:latin typeface="Calibri"/>
              <a:ea typeface="Calibri"/>
              <a:cs typeface="Calibri"/>
            </a:endParaRPr>
          </a:p>
        </p:txBody>
      </p:sp>
      <p:sp>
        <p:nvSpPr>
          <p:cNvPr id="12" name="node:r2host">
            <a:extLst>
              <a:ext uri="{FF2B5EF4-FFF2-40B4-BE49-F238E27FC236}">
                <ns2:creationId id="{1A05DEAD-4FA6-434D-B193-93C00EF35F57}"/>
              </a:ext>
            </a:extLst>
          </p:cNvPr>
          <p:cNvSpPr>
            <a:spLocks noGrp="1"/>
          </p:cNvSpPr>
          <p:nvPr/>
        </p:nvSpPr>
        <p:spPr>
          <a:xfrm>
            <a:off x="571500" y="2524125"/>
            <a:ext cx="8286750" cy="2238375"/>
          </a:xfrm>
          <a:prstGeom prst="rect">
            <a:avLst/>
          </a:prstGeom>
          <a:noFill/>
          <a:ln w="17145">
            <a:solidFill>
              <a:srgbClr val="72777D"/>
            </a:solidFill>
            <a:prstDash val="dash"/>
          </a:ln>
        </p:spPr>
        <p:txBody>
          <a:bodyPr wrap="none" lIns="114300" tIns="19050" rIns="76200" bIns="193357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13" name="node:r2producer">
            <a:extLst>
              <a:ext uri="{FF2B5EF4-FFF2-40B4-BE49-F238E27FC236}">
                <ns2:creationId id="{FFFA3511-AC68-4624-AF75-BD0F7E6FF5D2}"/>
              </a:ext>
            </a:extLst>
          </p:cNvPr>
          <p:cNvSpPr>
            <a:spLocks noGrp="1"/>
          </p:cNvSpPr>
          <p:nvPr/>
        </p:nvSpPr>
        <p:spPr>
          <a:xfrm>
            <a:off x="742950" y="2924175"/>
            <a:ext cx="323850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14" name="divider r2producer">
            <a:extLst>
              <a:ext uri="{FF2B5EF4-FFF2-40B4-BE49-F238E27FC236}">
                <ns2:creationId id="{CB9CD51B-33EC-4713-ADFD-8989679F398B}"/>
              </a:ext>
            </a:extLst>
          </p:cNvPr>
          <p:cNvSpPr>
            <a:spLocks noGrp="1"/>
          </p:cNvSpPr>
          <p:nvPr/>
        </p:nvSpPr>
        <p:spPr>
          <a:xfrm>
            <a:off x="742950" y="3286125"/>
            <a:ext cx="3238500" cy="953"/>
          </a:xfrm>
          <a:custGeom>
            <a:pathLst>
              <a:path w="3238500" h="953">
                <a:moveTo>
                  <a:pt x="0" y="0"/>
                </a:moveTo>
                <a:lnTo>
                  <a:pt x="3238500" y="0"/>
                </a:lnTo>
              </a:path>
            </a:pathLst>
          </a:custGeom>
          <a:noFill/>
          <a:ln w="9525">
            <a:solidFill>
              <a:srgbClr val="111111"/>
            </a:solidFill>
            <a:prstDash val="solid"/>
          </a:ln>
        </p:spPr>
      </p:sp>
      <p:sp>
        <p:nvSpPr>
          <p:cNvPr id="15" name="node:r2assembler">
            <a:extLst>
              <a:ext uri="{FF2B5EF4-FFF2-40B4-BE49-F238E27FC236}">
                <ns2:creationId id="{768F69F4-DD52-4902-8989-BF21235DBEB6}"/>
              </a:ext>
            </a:extLst>
          </p:cNvPr>
          <p:cNvSpPr>
            <a:spLocks noGrp="1"/>
          </p:cNvSpPr>
          <p:nvPr/>
        </p:nvSpPr>
        <p:spPr>
          <a:xfrm>
            <a:off x="895350" y="3352800"/>
            <a:ext cx="293370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16" name="node:r2candidates">
            <a:extLst>
              <a:ext uri="{FF2B5EF4-FFF2-40B4-BE49-F238E27FC236}">
                <ns2:creationId id="{F299A28A-56F2-4185-A143-EBCCCF3B9F7C}"/>
              </a:ext>
            </a:extLst>
          </p:cNvPr>
          <p:cNvSpPr>
            <a:spLocks noGrp="1"/>
          </p:cNvSpPr>
          <p:nvPr/>
        </p:nvSpPr>
        <p:spPr>
          <a:xfrm>
            <a:off x="895350" y="4095750"/>
            <a:ext cx="29337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후보 기록 (RAM)</a:t>
            </a:r>
            <a:endParaRPr lang="ko-KR">
              <a:latin typeface="Calibri"/>
              <a:ea typeface="Calibri"/>
              <a:cs typeface="Calibri"/>
            </a:endParaRPr>
          </a:p>
        </p:txBody>
      </p:sp>
      <p:sp>
        <p:nvSpPr>
          <p:cNvPr id="17" name="node:r2hostma">
            <a:extLst>
              <a:ext uri="{FF2B5EF4-FFF2-40B4-BE49-F238E27FC236}">
                <ns2:creationId id="{E39EC259-A071-4DF1-8D95-98BB010DA26C}"/>
              </a:ext>
            </a:extLst>
          </p:cNvPr>
          <p:cNvSpPr>
            <a:spLocks noGrp="1"/>
          </p:cNvSpPr>
          <p:nvPr/>
        </p:nvSpPr>
        <p:spPr>
          <a:xfrm>
            <a:off x="5048250" y="2924175"/>
            <a:ext cx="363855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18" name="divider r2hostma">
            <a:extLst>
              <a:ext uri="{FF2B5EF4-FFF2-40B4-BE49-F238E27FC236}">
                <ns2:creationId id="{993A912B-1568-45EF-858C-18E4049C222A}"/>
              </a:ext>
            </a:extLst>
          </p:cNvPr>
          <p:cNvSpPr>
            <a:spLocks noGrp="1"/>
          </p:cNvSpPr>
          <p:nvPr/>
        </p:nvSpPr>
        <p:spPr>
          <a:xfrm>
            <a:off x="5048250" y="3286125"/>
            <a:ext cx="3638550" cy="953"/>
          </a:xfrm>
          <a:custGeom>
            <a:pathLst>
              <a:path w="3638550" h="953">
                <a:moveTo>
                  <a:pt x="0" y="0"/>
                </a:moveTo>
                <a:lnTo>
                  <a:pt x="3638550" y="0"/>
                </a:lnTo>
              </a:path>
            </a:pathLst>
          </a:custGeom>
          <a:noFill/>
          <a:ln w="9525">
            <a:solidFill>
              <a:srgbClr val="111111"/>
            </a:solidFill>
            <a:prstDash val="solid"/>
          </a:ln>
        </p:spPr>
      </p:sp>
      <p:sp>
        <p:nvSpPr>
          <p:cNvPr id="19" name="node:r2control">
            <a:extLst>
              <a:ext uri="{FF2B5EF4-FFF2-40B4-BE49-F238E27FC236}">
                <ns2:creationId id="{28A0C574-C65D-43E1-937A-8E90313D5CB5}"/>
              </a:ext>
            </a:extLst>
          </p:cNvPr>
          <p:cNvSpPr>
            <a:spLocks noGrp="1"/>
          </p:cNvSpPr>
          <p:nvPr/>
        </p:nvSpPr>
        <p:spPr>
          <a:xfrm>
            <a:off x="5200650" y="3352800"/>
            <a:ext cx="333375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20" name="node:r2jobs">
            <a:extLst>
              <a:ext uri="{FF2B5EF4-FFF2-40B4-BE49-F238E27FC236}">
                <ns2:creationId id="{779C4AE2-81D8-481F-AE72-D20E8B9C596C}"/>
              </a:ext>
            </a:extLst>
          </p:cNvPr>
          <p:cNvSpPr>
            <a:spLocks noGrp="1"/>
          </p:cNvSpPr>
          <p:nvPr/>
        </p:nvSpPr>
        <p:spPr>
          <a:xfrm>
            <a:off x="5619750" y="4095750"/>
            <a:ext cx="24765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21" name="edge:r2submit">
            <a:extLst>
              <a:ext uri="{FF2B5EF4-FFF2-40B4-BE49-F238E27FC236}">
                <ns2:creationId id="{1B51462E-D160-49B9-8D0A-5A81CC885773}"/>
              </a:ext>
            </a:extLst>
          </p:cNvPr>
          <p:cNvSpPr>
            <a:spLocks noGrp="1"/>
          </p:cNvSpPr>
          <p:nvPr/>
        </p:nvSpPr>
        <p:spPr>
          <a:xfrm>
            <a:off x="3829050" y="3476625"/>
            <a:ext cx="1371600" cy="953"/>
          </a:xfrm>
          <a:custGeom>
            <a:pathLst>
              <a:path w="1371600" h="953">
                <a:moveTo>
                  <a:pt x="0" y="0"/>
                </a:moveTo>
                <a:lnTo>
                  <a:pt x="1371600" y="0"/>
                </a:lnTo>
              </a:path>
            </a:pathLst>
          </a:custGeom>
          <a:noFill/>
          <a:ln w="17145">
            <a:solidFill>
              <a:srgbClr val="111111"/>
            </a:solidFill>
            <a:prstDash val="solid"/>
          </a:ln>
        </p:spPr>
      </p:sp>
      <p:sp>
        <p:nvSpPr>
          <p:cNvPr id="22" name="arrow:r2submit">
            <a:extLst>
              <a:ext uri="{FF2B5EF4-FFF2-40B4-BE49-F238E27FC236}">
                <ns2:creationId id="{BA3207B8-E699-496B-BB05-22716F10CAC4}"/>
              </a:ext>
            </a:extLst>
          </p:cNvPr>
          <p:cNvSpPr>
            <a:spLocks noGrp="1"/>
          </p:cNvSpPr>
          <p:nvPr/>
        </p:nvSpPr>
        <p:spPr>
          <a:xfrm>
            <a:off x="5114925" y="3438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3" name="label 1 UI / 4 SAM">
            <a:extLst>
              <a:ext uri="{FF2B5EF4-FFF2-40B4-BE49-F238E27FC236}">
                <ns2:creationId id="{31E193FF-B94C-47F6-B779-7AC7EB18C30A}"/>
              </a:ext>
            </a:extLst>
          </p:cNvPr>
          <p:cNvSpPr>
            <a:spLocks noGrp="1"/>
          </p:cNvSpPr>
          <p:nvPr/>
        </p:nvSpPr>
        <p:spPr>
          <a:xfrm>
            <a:off x="3905250" y="3162300"/>
            <a:ext cx="12192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1 UI / 4 SAM</a:t>
            </a:r>
            <a:endParaRPr lang="ko-KR">
              <a:latin typeface="Calibri"/>
              <a:ea typeface="Calibri"/>
              <a:cs typeface="Calibri"/>
            </a:endParaRPr>
          </a:p>
        </p:txBody>
      </p:sp>
      <p:sp>
        <p:nvSpPr>
          <p:cNvPr id="24" name="edge:r2observations">
            <a:extLst>
              <a:ext uri="{FF2B5EF4-FFF2-40B4-BE49-F238E27FC236}">
                <ns2:creationId id="{4A06C77B-B754-4A93-991A-26579512C148}"/>
              </a:ext>
            </a:extLst>
          </p:cNvPr>
          <p:cNvSpPr>
            <a:spLocks noGrp="1"/>
          </p:cNvSpPr>
          <p:nvPr/>
        </p:nvSpPr>
        <p:spPr>
          <a:xfrm>
            <a:off x="3829050" y="3714750"/>
            <a:ext cx="1371600" cy="953"/>
          </a:xfrm>
          <a:custGeom>
            <a:pathLst>
              <a:path w="1371600" h="953">
                <a:moveTo>
                  <a:pt x="1371600" y="0"/>
                </a:moveTo>
                <a:lnTo>
                  <a:pt x="0" y="0"/>
                </a:lnTo>
              </a:path>
            </a:pathLst>
          </a:custGeom>
          <a:noFill/>
          <a:ln w="17145">
            <a:solidFill>
              <a:srgbClr val="111111"/>
            </a:solidFill>
            <a:prstDash val="dash"/>
          </a:ln>
        </p:spPr>
      </p:sp>
      <p:sp>
        <p:nvSpPr>
          <p:cNvPr id="25" name="arrow:r2observations">
            <a:extLst>
              <a:ext uri="{FF2B5EF4-FFF2-40B4-BE49-F238E27FC236}">
                <ns2:creationId id="{5C18A3CF-B523-4AC4-A0D4-4ACE1E5A047D}"/>
              </a:ext>
            </a:extLst>
          </p:cNvPr>
          <p:cNvSpPr>
            <a:spLocks noGrp="1"/>
          </p:cNvSpPr>
          <p:nvPr/>
        </p:nvSpPr>
        <p:spPr>
          <a:xfrm>
            <a:off x="3829050" y="36766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26" name="label 3 UI / 6 SAM">
            <a:extLst>
              <a:ext uri="{FF2B5EF4-FFF2-40B4-BE49-F238E27FC236}">
                <ns2:creationId id="{5445A6E3-5EA9-4197-B2BC-FC46EAE5289D}"/>
              </a:ext>
            </a:extLst>
          </p:cNvPr>
          <p:cNvSpPr>
            <a:spLocks noGrp="1"/>
          </p:cNvSpPr>
          <p:nvPr/>
        </p:nvSpPr>
        <p:spPr>
          <a:xfrm>
            <a:off x="3886200" y="3790950"/>
            <a:ext cx="12954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3 UI / 6 SAM</a:t>
            </a:r>
            <a:endParaRPr lang="ko-KR">
              <a:latin typeface="Calibri"/>
              <a:ea typeface="Calibri"/>
              <a:cs typeface="Calibri"/>
            </a:endParaRPr>
          </a:p>
        </p:txBody>
      </p:sp>
      <p:sp>
        <p:nvSpPr>
          <p:cNvPr id="27" name="edge:r2writecandidate">
            <a:extLst>
              <a:ext uri="{FF2B5EF4-FFF2-40B4-BE49-F238E27FC236}">
                <ns2:creationId id="{564B7B58-EB0D-4675-95C0-4C5818B04E5F}"/>
              </a:ext>
            </a:extLst>
          </p:cNvPr>
          <p:cNvSpPr>
            <a:spLocks noGrp="1"/>
          </p:cNvSpPr>
          <p:nvPr/>
        </p:nvSpPr>
        <p:spPr>
          <a:xfrm>
            <a:off x="2362200" y="3810000"/>
            <a:ext cx="953" cy="285750"/>
          </a:xfrm>
          <a:custGeom>
            <a:pathLst>
              <a:path w="953" h="285750">
                <a:moveTo>
                  <a:pt x="0" y="0"/>
                </a:moveTo>
                <a:lnTo>
                  <a:pt x="0" y="285750"/>
                </a:lnTo>
              </a:path>
            </a:pathLst>
          </a:custGeom>
          <a:noFill/>
          <a:ln w="17145">
            <a:solidFill>
              <a:srgbClr val="111111"/>
            </a:solidFill>
            <a:prstDash val="solid"/>
          </a:ln>
        </p:spPr>
      </p:sp>
      <p:sp>
        <p:nvSpPr>
          <p:cNvPr id="28" name="arrow:r2writecandidate">
            <a:extLst>
              <a:ext uri="{FF2B5EF4-FFF2-40B4-BE49-F238E27FC236}">
                <ns2:creationId id="{C910024C-26A9-4B8B-B4C2-0DC07B90E93E}"/>
              </a:ext>
            </a:extLst>
          </p:cNvPr>
          <p:cNvSpPr>
            <a:spLocks noGrp="1"/>
          </p:cNvSpPr>
          <p:nvPr/>
        </p:nvSpPr>
        <p:spPr>
          <a:xfrm>
            <a:off x="232410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29" name="edge:r2writejobs">
            <a:extLst>
              <a:ext uri="{FF2B5EF4-FFF2-40B4-BE49-F238E27FC236}">
                <ns2:creationId id="{0247E208-5D0D-4131-821E-8AFCBEE8CECB}"/>
              </a:ext>
            </a:extLst>
          </p:cNvPr>
          <p:cNvSpPr>
            <a:spLocks noGrp="1"/>
          </p:cNvSpPr>
          <p:nvPr/>
        </p:nvSpPr>
        <p:spPr>
          <a:xfrm>
            <a:off x="6858000" y="3810000"/>
            <a:ext cx="953" cy="285750"/>
          </a:xfrm>
          <a:custGeom>
            <a:pathLst>
              <a:path w="953" h="285750">
                <a:moveTo>
                  <a:pt x="0" y="0"/>
                </a:moveTo>
                <a:lnTo>
                  <a:pt x="0" y="285750"/>
                </a:lnTo>
              </a:path>
            </a:pathLst>
          </a:custGeom>
          <a:noFill/>
          <a:ln w="17145">
            <a:solidFill>
              <a:srgbClr val="111111"/>
            </a:solidFill>
            <a:prstDash val="solid"/>
          </a:ln>
        </p:spPr>
      </p:sp>
      <p:sp>
        <p:nvSpPr>
          <p:cNvPr id="30" name="arrow:r2writejobs">
            <a:extLst>
              <a:ext uri="{FF2B5EF4-FFF2-40B4-BE49-F238E27FC236}">
                <ns2:creationId id="{CA7B18A2-F502-4775-B38E-5314779BA0AC}"/>
              </a:ext>
            </a:extLst>
          </p:cNvPr>
          <p:cNvSpPr>
            <a:spLocks noGrp="1"/>
          </p:cNvSpPr>
          <p:nvPr/>
        </p:nvSpPr>
        <p:spPr>
          <a:xfrm>
            <a:off x="681990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31" name="node:r3host">
            <a:extLst>
              <a:ext uri="{FF2B5EF4-FFF2-40B4-BE49-F238E27FC236}">
                <ns2:creationId id="{F460A5AA-4FC9-4810-B1F1-C35BA27A4AB1}"/>
              </a:ext>
            </a:extLst>
          </p:cNvPr>
          <p:cNvSpPr>
            <a:spLocks noGrp="1"/>
          </p:cNvSpPr>
          <p:nvPr/>
        </p:nvSpPr>
        <p:spPr>
          <a:xfrm>
            <a:off x="9429750" y="2524125"/>
            <a:ext cx="8286750" cy="2238375"/>
          </a:xfrm>
          <a:prstGeom prst="rect">
            <a:avLst/>
          </a:prstGeom>
          <a:noFill/>
          <a:ln w="17145">
            <a:solidFill>
              <a:srgbClr val="72777D"/>
            </a:solidFill>
            <a:prstDash val="dash"/>
          </a:ln>
        </p:spPr>
        <p:txBody>
          <a:bodyPr wrap="none" lIns="114300" tIns="19050" rIns="76200" bIns="1933575"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32" name="node:r3producer">
            <a:extLst>
              <a:ext uri="{FF2B5EF4-FFF2-40B4-BE49-F238E27FC236}">
                <ns2:creationId id="{CDA6137B-5A11-4B79-947A-E0F042CDC924}"/>
              </a:ext>
            </a:extLst>
          </p:cNvPr>
          <p:cNvSpPr>
            <a:spLocks noGrp="1"/>
          </p:cNvSpPr>
          <p:nvPr/>
        </p:nvSpPr>
        <p:spPr>
          <a:xfrm>
            <a:off x="9601200" y="2924175"/>
            <a:ext cx="323850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 Producer</a:t>
            </a:r>
            <a:endParaRPr lang="ko-KR">
              <a:latin typeface="Calibri"/>
              <a:ea typeface="Calibri"/>
              <a:cs typeface="Calibri"/>
            </a:endParaRPr>
          </a:p>
        </p:txBody>
      </p:sp>
      <p:sp>
        <p:nvSpPr>
          <p:cNvPr id="33" name="divider r3producer">
            <a:extLst>
              <a:ext uri="{FF2B5EF4-FFF2-40B4-BE49-F238E27FC236}">
                <ns2:creationId id="{547A1F52-AEFC-4F5E-A160-5F4B98A384B9}"/>
              </a:ext>
            </a:extLst>
          </p:cNvPr>
          <p:cNvSpPr>
            <a:spLocks noGrp="1"/>
          </p:cNvSpPr>
          <p:nvPr/>
        </p:nvSpPr>
        <p:spPr>
          <a:xfrm>
            <a:off x="9601200" y="3286125"/>
            <a:ext cx="3238500" cy="953"/>
          </a:xfrm>
          <a:custGeom>
            <a:pathLst>
              <a:path w="3238500" h="953">
                <a:moveTo>
                  <a:pt x="0" y="0"/>
                </a:moveTo>
                <a:lnTo>
                  <a:pt x="3238500" y="0"/>
                </a:lnTo>
              </a:path>
            </a:pathLst>
          </a:custGeom>
          <a:noFill/>
          <a:ln w="9525">
            <a:solidFill>
              <a:srgbClr val="111111"/>
            </a:solidFill>
            <a:prstDash val="solid"/>
          </a:ln>
        </p:spPr>
      </p:sp>
      <p:sp>
        <p:nvSpPr>
          <p:cNvPr id="34" name="node:r3assembler">
            <a:extLst>
              <a:ext uri="{FF2B5EF4-FFF2-40B4-BE49-F238E27FC236}">
                <ns2:creationId id="{52030A59-EBDC-4E34-B448-D3A4DE80853F}"/>
              </a:ext>
            </a:extLst>
          </p:cNvPr>
          <p:cNvSpPr>
            <a:spLocks noGrp="1"/>
          </p:cNvSpPr>
          <p:nvPr/>
        </p:nvSpPr>
        <p:spPr>
          <a:xfrm>
            <a:off x="9753600" y="3352800"/>
            <a:ext cx="293370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후보 구성기</a:t>
            </a:r>
            <a:endParaRPr lang="ko-KR">
              <a:latin typeface="Calibri"/>
              <a:ea typeface="Calibri"/>
              <a:cs typeface="Calibri"/>
            </a:endParaRPr>
          </a:p>
        </p:txBody>
      </p:sp>
      <p:sp>
        <p:nvSpPr>
          <p:cNvPr id="35" name="node:r3candidates">
            <a:extLst>
              <a:ext uri="{FF2B5EF4-FFF2-40B4-BE49-F238E27FC236}">
                <ns2:creationId id="{5BE5B07C-1968-48CB-9644-9B9A9DAB4FFC}"/>
              </a:ext>
            </a:extLst>
          </p:cNvPr>
          <p:cNvSpPr>
            <a:spLocks noGrp="1"/>
          </p:cNvSpPr>
          <p:nvPr/>
        </p:nvSpPr>
        <p:spPr>
          <a:xfrm>
            <a:off x="9753600" y="4095750"/>
            <a:ext cx="29337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후보 기록 (RAM)</a:t>
            </a:r>
            <a:endParaRPr lang="ko-KR">
              <a:latin typeface="Calibri"/>
              <a:ea typeface="Calibri"/>
              <a:cs typeface="Calibri"/>
            </a:endParaRPr>
          </a:p>
        </p:txBody>
      </p:sp>
      <p:sp>
        <p:nvSpPr>
          <p:cNvPr id="36" name="node:r3hostma">
            <a:extLst>
              <a:ext uri="{FF2B5EF4-FFF2-40B4-BE49-F238E27FC236}">
                <ns2:creationId id="{95427897-296C-4FBF-A2D4-C7507D1434A4}"/>
              </a:ext>
            </a:extLst>
          </p:cNvPr>
          <p:cNvSpPr>
            <a:spLocks noGrp="1"/>
          </p:cNvSpPr>
          <p:nvPr/>
        </p:nvSpPr>
        <p:spPr>
          <a:xfrm>
            <a:off x="13906500" y="2924175"/>
            <a:ext cx="3638550" cy="1647825"/>
          </a:xfrm>
          <a:prstGeom prst="rect">
            <a:avLst/>
          </a:prstGeom>
          <a:solidFill>
            <a:srgbClr val="FFF6DD"/>
          </a:solidFill>
          <a:ln w="16193">
            <a:solidFill>
              <a:srgbClr val="111111"/>
            </a:solidFill>
          </a:ln>
        </p:spPr>
        <p:txBody>
          <a:bodyPr wrap="none" lIns="47625" tIns="19050" rIns="47625" bIns="1304925"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37" name="divider r3hostma">
            <a:extLst>
              <a:ext uri="{FF2B5EF4-FFF2-40B4-BE49-F238E27FC236}">
                <ns2:creationId id="{1D68329F-89F7-4B18-9967-483513C0F186}"/>
              </a:ext>
            </a:extLst>
          </p:cNvPr>
          <p:cNvSpPr>
            <a:spLocks noGrp="1"/>
          </p:cNvSpPr>
          <p:nvPr/>
        </p:nvSpPr>
        <p:spPr>
          <a:xfrm>
            <a:off x="13906500" y="3286125"/>
            <a:ext cx="3638550" cy="953"/>
          </a:xfrm>
          <a:custGeom>
            <a:pathLst>
              <a:path w="3638550" h="953">
                <a:moveTo>
                  <a:pt x="0" y="0"/>
                </a:moveTo>
                <a:lnTo>
                  <a:pt x="3638550" y="0"/>
                </a:lnTo>
              </a:path>
            </a:pathLst>
          </a:custGeom>
          <a:noFill/>
          <a:ln w="9525">
            <a:solidFill>
              <a:srgbClr val="111111"/>
            </a:solidFill>
            <a:prstDash val="solid"/>
          </a:ln>
        </p:spPr>
      </p:sp>
      <p:sp>
        <p:nvSpPr>
          <p:cNvPr id="38" name="node:r3control">
            <a:extLst>
              <a:ext uri="{FF2B5EF4-FFF2-40B4-BE49-F238E27FC236}">
                <ns2:creationId id="{CA5FFCAC-B45E-491C-9B9C-0E28AE1E2C1B}"/>
              </a:ext>
            </a:extLst>
          </p:cNvPr>
          <p:cNvSpPr>
            <a:spLocks noGrp="1"/>
          </p:cNvSpPr>
          <p:nvPr/>
        </p:nvSpPr>
        <p:spPr>
          <a:xfrm>
            <a:off x="14058900" y="3352800"/>
            <a:ext cx="3333750" cy="457200"/>
          </a:xfrm>
          <a:prstGeom prst="roundRect">
            <a:avLst>
              <a:gd name="adj" fmla="val 16667"/>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39" name="node:r3jobs">
            <a:extLst>
              <a:ext uri="{FF2B5EF4-FFF2-40B4-BE49-F238E27FC236}">
                <ns2:creationId id="{91798892-EE82-48FE-9A71-A014ED936541}"/>
              </a:ext>
            </a:extLst>
          </p:cNvPr>
          <p:cNvSpPr>
            <a:spLocks noGrp="1"/>
          </p:cNvSpPr>
          <p:nvPr/>
        </p:nvSpPr>
        <p:spPr>
          <a:xfrm>
            <a:off x="14478000" y="4095750"/>
            <a:ext cx="2476500" cy="38100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40" name="edge:r3submit">
            <a:extLst>
              <a:ext uri="{FF2B5EF4-FFF2-40B4-BE49-F238E27FC236}">
                <ns2:creationId id="{29FAA331-ECC7-4EC8-801C-4591544D46C5}"/>
              </a:ext>
            </a:extLst>
          </p:cNvPr>
          <p:cNvSpPr>
            <a:spLocks noGrp="1"/>
          </p:cNvSpPr>
          <p:nvPr/>
        </p:nvSpPr>
        <p:spPr>
          <a:xfrm>
            <a:off x="12687300" y="3476625"/>
            <a:ext cx="1371600" cy="953"/>
          </a:xfrm>
          <a:custGeom>
            <a:pathLst>
              <a:path w="1371600" h="953">
                <a:moveTo>
                  <a:pt x="0" y="0"/>
                </a:moveTo>
                <a:lnTo>
                  <a:pt x="1371600" y="0"/>
                </a:lnTo>
              </a:path>
            </a:pathLst>
          </a:custGeom>
          <a:noFill/>
          <a:ln w="17145">
            <a:solidFill>
              <a:srgbClr val="111111"/>
            </a:solidFill>
            <a:prstDash val="solid"/>
          </a:ln>
        </p:spPr>
      </p:sp>
      <p:sp>
        <p:nvSpPr>
          <p:cNvPr id="41" name="arrow:r3submit">
            <a:extLst>
              <a:ext uri="{FF2B5EF4-FFF2-40B4-BE49-F238E27FC236}">
                <ns2:creationId id="{E774118E-03B6-47D8-9FC7-F1C777895100}"/>
              </a:ext>
            </a:extLst>
          </p:cNvPr>
          <p:cNvSpPr>
            <a:spLocks noGrp="1"/>
          </p:cNvSpPr>
          <p:nvPr/>
        </p:nvSpPr>
        <p:spPr>
          <a:xfrm>
            <a:off x="13973175" y="34385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2" name="label 1 UI / 4 SAM">
            <a:extLst>
              <a:ext uri="{FF2B5EF4-FFF2-40B4-BE49-F238E27FC236}">
                <ns2:creationId id="{19ACA8FA-500A-4C17-A8C7-4962761BF98D}"/>
              </a:ext>
            </a:extLst>
          </p:cNvPr>
          <p:cNvSpPr>
            <a:spLocks noGrp="1"/>
          </p:cNvSpPr>
          <p:nvPr/>
        </p:nvSpPr>
        <p:spPr>
          <a:xfrm>
            <a:off x="12763500" y="3162300"/>
            <a:ext cx="12192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1 UI / 4 SAM</a:t>
            </a:r>
            <a:endParaRPr lang="ko-KR">
              <a:latin typeface="Calibri"/>
              <a:ea typeface="Calibri"/>
              <a:cs typeface="Calibri"/>
            </a:endParaRPr>
          </a:p>
        </p:txBody>
      </p:sp>
      <p:sp>
        <p:nvSpPr>
          <p:cNvPr id="43" name="edge:r3observations">
            <a:extLst>
              <a:ext uri="{FF2B5EF4-FFF2-40B4-BE49-F238E27FC236}">
                <ns2:creationId id="{F27C36F6-02FA-45BB-836E-5BB6F09C3852}"/>
              </a:ext>
            </a:extLst>
          </p:cNvPr>
          <p:cNvSpPr>
            <a:spLocks noGrp="1"/>
          </p:cNvSpPr>
          <p:nvPr/>
        </p:nvSpPr>
        <p:spPr>
          <a:xfrm>
            <a:off x="12687300" y="3714750"/>
            <a:ext cx="1371600" cy="953"/>
          </a:xfrm>
          <a:custGeom>
            <a:pathLst>
              <a:path w="1371600" h="953">
                <a:moveTo>
                  <a:pt x="1371600" y="0"/>
                </a:moveTo>
                <a:lnTo>
                  <a:pt x="0" y="0"/>
                </a:lnTo>
              </a:path>
            </a:pathLst>
          </a:custGeom>
          <a:noFill/>
          <a:ln w="17145">
            <a:solidFill>
              <a:srgbClr val="111111"/>
            </a:solidFill>
            <a:prstDash val="dash"/>
          </a:ln>
        </p:spPr>
      </p:sp>
      <p:sp>
        <p:nvSpPr>
          <p:cNvPr id="44" name="arrow:r3observations">
            <a:extLst>
              <a:ext uri="{FF2B5EF4-FFF2-40B4-BE49-F238E27FC236}">
                <ns2:creationId id="{89BFE8AA-42D4-4438-B7A4-ACFD5303D46C}"/>
              </a:ext>
            </a:extLst>
          </p:cNvPr>
          <p:cNvSpPr>
            <a:spLocks noGrp="1"/>
          </p:cNvSpPr>
          <p:nvPr/>
        </p:nvSpPr>
        <p:spPr>
          <a:xfrm>
            <a:off x="12687300" y="3676650"/>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45" name="label 3 UI / 6 SAM">
            <a:extLst>
              <a:ext uri="{FF2B5EF4-FFF2-40B4-BE49-F238E27FC236}">
                <ns2:creationId id="{583117BC-B4DE-4024-A02E-546F82F05444}"/>
              </a:ext>
            </a:extLst>
          </p:cNvPr>
          <p:cNvSpPr>
            <a:spLocks noGrp="1"/>
          </p:cNvSpPr>
          <p:nvPr/>
        </p:nvSpPr>
        <p:spPr>
          <a:xfrm>
            <a:off x="12744450" y="3790950"/>
            <a:ext cx="129540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3 UI / 6 SAM</a:t>
            </a:r>
            <a:endParaRPr lang="ko-KR">
              <a:latin typeface="Calibri"/>
              <a:ea typeface="Calibri"/>
              <a:cs typeface="Calibri"/>
            </a:endParaRPr>
          </a:p>
        </p:txBody>
      </p:sp>
      <p:sp>
        <p:nvSpPr>
          <p:cNvPr id="46" name="edge:r3writecandidate">
            <a:extLst>
              <a:ext uri="{FF2B5EF4-FFF2-40B4-BE49-F238E27FC236}">
                <ns2:creationId id="{A822B4F9-A57B-4F10-8E61-3373E7B3AB9D}"/>
              </a:ext>
            </a:extLst>
          </p:cNvPr>
          <p:cNvSpPr>
            <a:spLocks noGrp="1"/>
          </p:cNvSpPr>
          <p:nvPr/>
        </p:nvSpPr>
        <p:spPr>
          <a:xfrm>
            <a:off x="11220450" y="3810000"/>
            <a:ext cx="953" cy="285750"/>
          </a:xfrm>
          <a:custGeom>
            <a:pathLst>
              <a:path w="953" h="285750">
                <a:moveTo>
                  <a:pt x="0" y="0"/>
                </a:moveTo>
                <a:lnTo>
                  <a:pt x="0" y="285750"/>
                </a:lnTo>
              </a:path>
            </a:pathLst>
          </a:custGeom>
          <a:noFill/>
          <a:ln w="17145">
            <a:solidFill>
              <a:srgbClr val="111111"/>
            </a:solidFill>
            <a:prstDash val="solid"/>
          </a:ln>
        </p:spPr>
      </p:sp>
      <p:sp>
        <p:nvSpPr>
          <p:cNvPr id="47" name="arrow:r3writecandidate">
            <a:extLst>
              <a:ext uri="{FF2B5EF4-FFF2-40B4-BE49-F238E27FC236}">
                <ns2:creationId id="{153D5C43-D036-4240-A935-4705E7489709}"/>
              </a:ext>
            </a:extLst>
          </p:cNvPr>
          <p:cNvSpPr>
            <a:spLocks noGrp="1"/>
          </p:cNvSpPr>
          <p:nvPr/>
        </p:nvSpPr>
        <p:spPr>
          <a:xfrm>
            <a:off x="1118235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8" name="edge:r3writejobs">
            <a:extLst>
              <a:ext uri="{FF2B5EF4-FFF2-40B4-BE49-F238E27FC236}">
                <ns2:creationId id="{0202507B-334F-46EC-BF39-E579C42A84D0}"/>
              </a:ext>
            </a:extLst>
          </p:cNvPr>
          <p:cNvSpPr>
            <a:spLocks noGrp="1"/>
          </p:cNvSpPr>
          <p:nvPr/>
        </p:nvSpPr>
        <p:spPr>
          <a:xfrm>
            <a:off x="15716250" y="3810000"/>
            <a:ext cx="953" cy="285750"/>
          </a:xfrm>
          <a:custGeom>
            <a:pathLst>
              <a:path w="953" h="285750">
                <a:moveTo>
                  <a:pt x="0" y="0"/>
                </a:moveTo>
                <a:lnTo>
                  <a:pt x="0" y="285750"/>
                </a:lnTo>
              </a:path>
            </a:pathLst>
          </a:custGeom>
          <a:noFill/>
          <a:ln w="17145">
            <a:solidFill>
              <a:srgbClr val="111111"/>
            </a:solidFill>
            <a:prstDash val="solid"/>
          </a:ln>
        </p:spPr>
      </p:sp>
      <p:sp>
        <p:nvSpPr>
          <p:cNvPr id="49" name="arrow:r3writejobs">
            <a:extLst>
              <a:ext uri="{FF2B5EF4-FFF2-40B4-BE49-F238E27FC236}">
                <ns2:creationId id="{91AE5650-1F37-4B93-B434-A64103713A65}"/>
              </a:ext>
            </a:extLst>
          </p:cNvPr>
          <p:cNvSpPr>
            <a:spLocks noGrp="1"/>
          </p:cNvSpPr>
          <p:nvPr/>
        </p:nvSpPr>
        <p:spPr>
          <a:xfrm>
            <a:off x="15678150" y="4010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50" name="node:r2worker">
            <a:extLst>
              <a:ext uri="{FF2B5EF4-FFF2-40B4-BE49-F238E27FC236}">
                <ns2:creationId id="{F9BC96BC-654E-4732-99D6-1E6ECEB34C50}"/>
              </a:ext>
            </a:extLst>
          </p:cNvPr>
          <p:cNvSpPr>
            <a:spLocks noGrp="1"/>
          </p:cNvSpPr>
          <p:nvPr/>
        </p:nvSpPr>
        <p:spPr>
          <a:xfrm>
            <a:off x="571500" y="5905500"/>
            <a:ext cx="828675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Vision Worker process</a:t>
            </a:r>
            <a:endParaRPr lang="ko-KR">
              <a:latin typeface="Calibri"/>
              <a:ea typeface="Calibri"/>
              <a:cs typeface="Calibri"/>
            </a:endParaRPr>
          </a:p>
        </p:txBody>
      </p:sp>
      <p:sp>
        <p:nvSpPr>
          <p:cNvPr id="51" name="node:r2workerma">
            <a:extLst>
              <a:ext uri="{FF2B5EF4-FFF2-40B4-BE49-F238E27FC236}">
                <ns2:creationId id="{EE67FE2B-20BF-41B1-84E1-54486816DFA1}"/>
              </a:ext>
            </a:extLst>
          </p:cNvPr>
          <p:cNvSpPr>
            <a:spLocks noGrp="1"/>
          </p:cNvSpPr>
          <p:nvPr/>
        </p:nvSpPr>
        <p:spPr>
          <a:xfrm>
            <a:off x="742950" y="6296025"/>
            <a:ext cx="794385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52" name="divider r2workerma">
            <a:extLst>
              <a:ext uri="{FF2B5EF4-FFF2-40B4-BE49-F238E27FC236}">
                <ns2:creationId id="{415857A1-5F08-40D4-8583-86B435DE4A5A}"/>
              </a:ext>
            </a:extLst>
          </p:cNvPr>
          <p:cNvSpPr>
            <a:spLocks noGrp="1"/>
          </p:cNvSpPr>
          <p:nvPr/>
        </p:nvSpPr>
        <p:spPr>
          <a:xfrm>
            <a:off x="742950" y="6657975"/>
            <a:ext cx="7943850" cy="953"/>
          </a:xfrm>
          <a:custGeom>
            <a:pathLst>
              <a:path w="7943850" h="953">
                <a:moveTo>
                  <a:pt x="0" y="0"/>
                </a:moveTo>
                <a:lnTo>
                  <a:pt x="7943850" y="0"/>
                </a:lnTo>
              </a:path>
            </a:pathLst>
          </a:custGeom>
          <a:noFill/>
          <a:ln w="9525">
            <a:solidFill>
              <a:srgbClr val="111111"/>
            </a:solidFill>
            <a:prstDash val="solid"/>
          </a:ln>
        </p:spPr>
      </p:sp>
      <p:sp>
        <p:nvSpPr>
          <p:cNvPr id="53" name="node:r2ipc">
            <a:extLst>
              <a:ext uri="{FF2B5EF4-FFF2-40B4-BE49-F238E27FC236}">
                <ns2:creationId id="{1DDB4408-45BF-478E-A026-8DFC1287E64A}"/>
              </a:ext>
            </a:extLst>
          </p:cNvPr>
          <p:cNvSpPr>
            <a:spLocks noGrp="1"/>
          </p:cNvSpPr>
          <p:nvPr/>
        </p:nvSpPr>
        <p:spPr>
          <a:xfrm>
            <a:off x="1047750" y="6724650"/>
            <a:ext cx="209550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IPC 수신기</a:t>
            </a:r>
            <a:endParaRPr lang="ko-KR">
              <a:latin typeface="Calibri"/>
              <a:ea typeface="Calibri"/>
              <a:cs typeface="Calibri"/>
            </a:endParaRPr>
          </a:p>
        </p:txBody>
      </p:sp>
      <p:sp>
        <p:nvSpPr>
          <p:cNvPr id="54" name="node:r2queue">
            <a:extLst>
              <a:ext uri="{FF2B5EF4-FFF2-40B4-BE49-F238E27FC236}">
                <ns2:creationId id="{3FED8961-748A-4774-9A90-12D795342AE7}"/>
              </a:ext>
            </a:extLst>
          </p:cNvPr>
          <p:cNvSpPr>
            <a:spLocks noGrp="1"/>
          </p:cNvSpPr>
          <p:nvPr/>
        </p:nvSpPr>
        <p:spPr>
          <a:xfrm>
            <a:off x="4000500" y="6677025"/>
            <a:ext cx="2476500"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실행 대기열 (RAM)</a:t>
            </a:r>
            <a:endParaRPr lang="ko-KR">
              <a:latin typeface="Calibri"/>
              <a:ea typeface="Calibri"/>
              <a:cs typeface="Calibri"/>
            </a:endParaRPr>
          </a:p>
        </p:txBody>
      </p:sp>
      <p:sp>
        <p:nvSpPr>
          <p:cNvPr id="55" name="node:r2ui">
            <a:extLst>
              <a:ext uri="{FF2B5EF4-FFF2-40B4-BE49-F238E27FC236}">
                <ns2:creationId id="{D35D93BD-5A03-466E-A069-6303384E8BBC}"/>
              </a:ext>
            </a:extLst>
          </p:cNvPr>
          <p:cNvSpPr>
            <a:spLocks noGrp="1"/>
          </p:cNvSpPr>
          <p:nvPr/>
        </p:nvSpPr>
        <p:spPr>
          <a:xfrm>
            <a:off x="1619250" y="763905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어댑터</a:t>
            </a:r>
            <a:endParaRPr lang="ko-KR">
              <a:latin typeface="Calibri"/>
              <a:ea typeface="Calibri"/>
              <a:cs typeface="Calibri"/>
            </a:endParaRPr>
          </a:p>
        </p:txBody>
      </p:sp>
      <p:sp>
        <p:nvSpPr>
          <p:cNvPr id="56" name="node:r2sam">
            <a:extLst>
              <a:ext uri="{FF2B5EF4-FFF2-40B4-BE49-F238E27FC236}">
                <ns2:creationId id="{EA5B5A2B-04C2-4A48-89B4-F3A5E19548EF}"/>
              </a:ext>
            </a:extLst>
          </p:cNvPr>
          <p:cNvSpPr>
            <a:spLocks noGrp="1"/>
          </p:cNvSpPr>
          <p:nvPr/>
        </p:nvSpPr>
        <p:spPr>
          <a:xfrm>
            <a:off x="5905500" y="763905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어댑터</a:t>
            </a:r>
            <a:endParaRPr lang="ko-KR">
              <a:latin typeface="Calibri"/>
              <a:ea typeface="Calibri"/>
              <a:cs typeface="Calibri"/>
            </a:endParaRPr>
          </a:p>
        </p:txBody>
      </p:sp>
      <p:sp>
        <p:nvSpPr>
          <p:cNvPr id="57" name="node:r2runtime">
            <a:extLst>
              <a:ext uri="{FF2B5EF4-FFF2-40B4-BE49-F238E27FC236}">
                <ns2:creationId id="{770AAF33-4CE3-48F5-9CF9-BE47CAD91444}"/>
              </a:ext>
            </a:extLst>
          </p:cNvPr>
          <p:cNvSpPr>
            <a:spLocks noGrp="1"/>
          </p:cNvSpPr>
          <p:nvPr/>
        </p:nvSpPr>
        <p:spPr>
          <a:xfrm>
            <a:off x="3762375" y="8420100"/>
            <a:ext cx="23812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58" name="node:r2models">
            <a:extLst>
              <a:ext uri="{FF2B5EF4-FFF2-40B4-BE49-F238E27FC236}">
                <ns2:creationId id="{0B5C1AB8-FBB9-474E-9A9E-ECD3CDCC3FA3}"/>
              </a:ext>
            </a:extLst>
          </p:cNvPr>
          <p:cNvSpPr>
            <a:spLocks noGrp="1"/>
          </p:cNvSpPr>
          <p:nvPr/>
        </p:nvSpPr>
        <p:spPr>
          <a:xfrm>
            <a:off x="1047750" y="9048750"/>
            <a:ext cx="3619500"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UI + SAM 모델 세션 (RAM)</a:t>
            </a:r>
            <a:endParaRPr lang="ko-KR">
              <a:latin typeface="Calibri"/>
              <a:ea typeface="Calibri"/>
              <a:cs typeface="Calibri"/>
            </a:endParaRPr>
          </a:p>
        </p:txBody>
      </p:sp>
      <p:sp>
        <p:nvSpPr>
          <p:cNvPr id="59" name="node:r2episode">
            <a:extLst>
              <a:ext uri="{FF2B5EF4-FFF2-40B4-BE49-F238E27FC236}">
                <ns2:creationId id="{657E2C05-3C07-4BDE-AD9D-67BC47E78E6D}"/>
              </a:ext>
            </a:extLst>
          </p:cNvPr>
          <p:cNvSpPr>
            <a:spLocks noGrp="1"/>
          </p:cNvSpPr>
          <p:nvPr/>
        </p:nvSpPr>
        <p:spPr>
          <a:xfrm>
            <a:off x="5715000" y="9048750"/>
            <a:ext cx="2571750"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영상 작업 상태 (RAM)</a:t>
            </a:r>
            <a:endParaRPr lang="ko-KR">
              <a:latin typeface="Calibri"/>
              <a:ea typeface="Calibri"/>
              <a:cs typeface="Calibri"/>
            </a:endParaRPr>
          </a:p>
        </p:txBody>
      </p:sp>
      <p:sp>
        <p:nvSpPr>
          <p:cNvPr id="60" name="edge:r2ipcqueue">
            <a:extLst>
              <a:ext uri="{FF2B5EF4-FFF2-40B4-BE49-F238E27FC236}">
                <ns2:creationId id="{503FE47D-EEFB-4C72-814C-91DFCDDBC6B9}"/>
              </a:ext>
            </a:extLst>
          </p:cNvPr>
          <p:cNvSpPr>
            <a:spLocks noGrp="1"/>
          </p:cNvSpPr>
          <p:nvPr/>
        </p:nvSpPr>
        <p:spPr>
          <a:xfrm>
            <a:off x="3143250" y="6934200"/>
            <a:ext cx="857250" cy="953"/>
          </a:xfrm>
          <a:custGeom>
            <a:pathLst>
              <a:path w="857250" h="953">
                <a:moveTo>
                  <a:pt x="0" y="0"/>
                </a:moveTo>
                <a:lnTo>
                  <a:pt x="857250" y="0"/>
                </a:lnTo>
              </a:path>
            </a:pathLst>
          </a:custGeom>
          <a:noFill/>
          <a:ln w="17145">
            <a:solidFill>
              <a:srgbClr val="111111"/>
            </a:solidFill>
            <a:prstDash val="solid"/>
          </a:ln>
        </p:spPr>
      </p:sp>
      <p:sp>
        <p:nvSpPr>
          <p:cNvPr id="61" name="arrow:r2ipcqueue">
            <a:extLst>
              <a:ext uri="{FF2B5EF4-FFF2-40B4-BE49-F238E27FC236}">
                <ns2:creationId id="{AF42DBB5-6081-4401-8C7F-26C406BEC62A}"/>
              </a:ext>
            </a:extLst>
          </p:cNvPr>
          <p:cNvSpPr>
            <a:spLocks noGrp="1"/>
          </p:cNvSpPr>
          <p:nvPr/>
        </p:nvSpPr>
        <p:spPr>
          <a:xfrm>
            <a:off x="3914775"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62" name="label 접수">
            <a:extLst>
              <a:ext uri="{FF2B5EF4-FFF2-40B4-BE49-F238E27FC236}">
                <ns2:creationId id="{9F99583F-B425-4A76-BBCA-45EE3B18BF42}"/>
              </a:ext>
            </a:extLst>
          </p:cNvPr>
          <p:cNvSpPr>
            <a:spLocks noGrp="1"/>
          </p:cNvSpPr>
          <p:nvPr/>
        </p:nvSpPr>
        <p:spPr>
          <a:xfrm>
            <a:off x="3219450" y="6648450"/>
            <a:ext cx="704850" cy="238125"/>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접수</a:t>
            </a:r>
            <a:endParaRPr lang="ko-KR">
              <a:latin typeface="Calibri"/>
              <a:ea typeface="Calibri"/>
              <a:cs typeface="Calibri"/>
            </a:endParaRPr>
          </a:p>
        </p:txBody>
      </p:sp>
      <p:sp>
        <p:nvSpPr>
          <p:cNvPr id="63" name="edge:r2queueui">
            <a:extLst>
              <a:ext uri="{FF2B5EF4-FFF2-40B4-BE49-F238E27FC236}">
                <ns2:creationId id="{BFCEC3A2-AAA0-4BCC-9ED4-B8DF00448197}"/>
              </a:ext>
            </a:extLst>
          </p:cNvPr>
          <p:cNvSpPr>
            <a:spLocks noGrp="1"/>
          </p:cNvSpPr>
          <p:nvPr/>
        </p:nvSpPr>
        <p:spPr>
          <a:xfrm>
            <a:off x="2809875" y="7200900"/>
            <a:ext cx="1762125" cy="438150"/>
          </a:xfrm>
          <a:custGeom>
            <a:pathLst>
              <a:path w="1762125" h="438150">
                <a:moveTo>
                  <a:pt x="1762125" y="0"/>
                </a:moveTo>
                <a:lnTo>
                  <a:pt x="1762125" y="209550"/>
                </a:lnTo>
                <a:lnTo>
                  <a:pt x="0" y="209550"/>
                </a:lnTo>
                <a:lnTo>
                  <a:pt x="0" y="438150"/>
                </a:lnTo>
              </a:path>
            </a:pathLst>
          </a:custGeom>
          <a:noFill/>
          <a:ln w="17145">
            <a:solidFill>
              <a:srgbClr val="111111"/>
            </a:solidFill>
            <a:prstDash val="solid"/>
          </a:ln>
        </p:spPr>
      </p:sp>
      <p:sp>
        <p:nvSpPr>
          <p:cNvPr id="64" name="arrow:r2queueui">
            <a:extLst>
              <a:ext uri="{FF2B5EF4-FFF2-40B4-BE49-F238E27FC236}">
                <ns2:creationId id="{F788E841-BF90-4DCB-9085-C7B05EF638F7}"/>
              </a:ext>
            </a:extLst>
          </p:cNvPr>
          <p:cNvSpPr>
            <a:spLocks noGrp="1"/>
          </p:cNvSpPr>
          <p:nvPr/>
        </p:nvSpPr>
        <p:spPr>
          <a:xfrm>
            <a:off x="277177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65" name="label UI 차례">
            <a:extLst>
              <a:ext uri="{FF2B5EF4-FFF2-40B4-BE49-F238E27FC236}">
                <ns2:creationId id="{F7895BE5-B654-40A6-9D8F-72D733418BF3}"/>
              </a:ext>
            </a:extLst>
          </p:cNvPr>
          <p:cNvSpPr>
            <a:spLocks noGrp="1"/>
          </p:cNvSpPr>
          <p:nvPr/>
        </p:nvSpPr>
        <p:spPr>
          <a:xfrm>
            <a:off x="3095625" y="7181850"/>
            <a:ext cx="1257300"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차례</a:t>
            </a:r>
            <a:endParaRPr lang="ko-KR">
              <a:latin typeface="Calibri"/>
              <a:ea typeface="Calibri"/>
              <a:cs typeface="Calibri"/>
            </a:endParaRPr>
          </a:p>
        </p:txBody>
      </p:sp>
      <p:sp>
        <p:nvSpPr>
          <p:cNvPr id="66" name="edge:r2queuesam">
            <a:extLst>
              <a:ext uri="{FF2B5EF4-FFF2-40B4-BE49-F238E27FC236}">
                <ns2:creationId id="{66D5E718-7AE4-4162-BFC9-09C9595DD280}"/>
              </a:ext>
            </a:extLst>
          </p:cNvPr>
          <p:cNvSpPr>
            <a:spLocks noGrp="1"/>
          </p:cNvSpPr>
          <p:nvPr/>
        </p:nvSpPr>
        <p:spPr>
          <a:xfrm>
            <a:off x="5905500" y="7200900"/>
            <a:ext cx="1190625" cy="438150"/>
          </a:xfrm>
          <a:custGeom>
            <a:pathLst>
              <a:path w="1190625" h="438150">
                <a:moveTo>
                  <a:pt x="0" y="0"/>
                </a:moveTo>
                <a:lnTo>
                  <a:pt x="0" y="209550"/>
                </a:lnTo>
                <a:lnTo>
                  <a:pt x="1190625" y="209550"/>
                </a:lnTo>
                <a:lnTo>
                  <a:pt x="1190625" y="438150"/>
                </a:lnTo>
              </a:path>
            </a:pathLst>
          </a:custGeom>
          <a:noFill/>
          <a:ln w="17145">
            <a:solidFill>
              <a:srgbClr val="111111"/>
            </a:solidFill>
            <a:prstDash val="solid"/>
          </a:ln>
        </p:spPr>
      </p:sp>
      <p:sp>
        <p:nvSpPr>
          <p:cNvPr id="67" name="arrow:r2queuesam">
            <a:extLst>
              <a:ext uri="{FF2B5EF4-FFF2-40B4-BE49-F238E27FC236}">
                <ns2:creationId id="{EFDE6646-D552-47CE-B923-CD17F9267D12}"/>
              </a:ext>
            </a:extLst>
          </p:cNvPr>
          <p:cNvSpPr>
            <a:spLocks noGrp="1"/>
          </p:cNvSpPr>
          <p:nvPr/>
        </p:nvSpPr>
        <p:spPr>
          <a:xfrm>
            <a:off x="705802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68" name="label SAM 차례">
            <a:extLst>
              <a:ext uri="{FF2B5EF4-FFF2-40B4-BE49-F238E27FC236}">
                <ns2:creationId id="{F67F2744-2C39-47DE-92AB-9FC9CDCA4878}"/>
              </a:ext>
            </a:extLst>
          </p:cNvPr>
          <p:cNvSpPr>
            <a:spLocks noGrp="1"/>
          </p:cNvSpPr>
          <p:nvPr/>
        </p:nvSpPr>
        <p:spPr>
          <a:xfrm>
            <a:off x="6067425" y="7181850"/>
            <a:ext cx="1190625"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차례</a:t>
            </a:r>
            <a:endParaRPr lang="ko-KR">
              <a:latin typeface="Calibri"/>
              <a:ea typeface="Calibri"/>
              <a:cs typeface="Calibri"/>
            </a:endParaRPr>
          </a:p>
        </p:txBody>
      </p:sp>
      <p:sp>
        <p:nvSpPr>
          <p:cNvPr id="69" name="edge:r2uiruntime">
            <a:extLst>
              <a:ext uri="{FF2B5EF4-FFF2-40B4-BE49-F238E27FC236}">
                <ns2:creationId id="{325E9338-F4DF-4ADE-BEA5-C69AEBF3F217}"/>
              </a:ext>
            </a:extLst>
          </p:cNvPr>
          <p:cNvSpPr>
            <a:spLocks noGrp="1"/>
          </p:cNvSpPr>
          <p:nvPr/>
        </p:nvSpPr>
        <p:spPr>
          <a:xfrm>
            <a:off x="2809875" y="8067675"/>
            <a:ext cx="1476375" cy="352425"/>
          </a:xfrm>
          <a:custGeom>
            <a:pathLst>
              <a:path w="1476375" h="352425">
                <a:moveTo>
                  <a:pt x="0" y="0"/>
                </a:moveTo>
                <a:lnTo>
                  <a:pt x="0" y="152400"/>
                </a:lnTo>
                <a:lnTo>
                  <a:pt x="1476375" y="152400"/>
                </a:lnTo>
                <a:lnTo>
                  <a:pt x="1476375" y="352425"/>
                </a:lnTo>
              </a:path>
            </a:pathLst>
          </a:custGeom>
          <a:noFill/>
          <a:ln w="17145">
            <a:solidFill>
              <a:srgbClr val="111111"/>
            </a:solidFill>
            <a:prstDash val="solid"/>
          </a:ln>
        </p:spPr>
      </p:sp>
      <p:sp>
        <p:nvSpPr>
          <p:cNvPr id="70" name="arrow:r2uiruntime">
            <a:extLst>
              <a:ext uri="{FF2B5EF4-FFF2-40B4-BE49-F238E27FC236}">
                <ns2:creationId id="{11C86FCF-C095-4F44-86C0-0FA7392F02C1}"/>
              </a:ext>
            </a:extLst>
          </p:cNvPr>
          <p:cNvSpPr>
            <a:spLocks noGrp="1"/>
          </p:cNvSpPr>
          <p:nvPr/>
        </p:nvSpPr>
        <p:spPr>
          <a:xfrm>
            <a:off x="4248150"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1" name="edge:r2samruntime">
            <a:extLst>
              <a:ext uri="{FF2B5EF4-FFF2-40B4-BE49-F238E27FC236}">
                <ns2:creationId id="{A0C41751-9A4F-4CF9-AB5E-619678EA5F30}"/>
              </a:ext>
            </a:extLst>
          </p:cNvPr>
          <p:cNvSpPr>
            <a:spLocks noGrp="1"/>
          </p:cNvSpPr>
          <p:nvPr/>
        </p:nvSpPr>
        <p:spPr>
          <a:xfrm>
            <a:off x="5619750" y="8067675"/>
            <a:ext cx="1476375" cy="352425"/>
          </a:xfrm>
          <a:custGeom>
            <a:pathLst>
              <a:path w="1476375" h="352425">
                <a:moveTo>
                  <a:pt x="1476375" y="0"/>
                </a:moveTo>
                <a:lnTo>
                  <a:pt x="1476375" y="152400"/>
                </a:lnTo>
                <a:lnTo>
                  <a:pt x="0" y="152400"/>
                </a:lnTo>
                <a:lnTo>
                  <a:pt x="0" y="352425"/>
                </a:lnTo>
              </a:path>
            </a:pathLst>
          </a:custGeom>
          <a:noFill/>
          <a:ln w="17145">
            <a:solidFill>
              <a:srgbClr val="111111"/>
            </a:solidFill>
            <a:prstDash val="solid"/>
          </a:ln>
        </p:spPr>
      </p:sp>
      <p:sp>
        <p:nvSpPr>
          <p:cNvPr id="72" name="arrow:r2samruntime">
            <a:extLst>
              <a:ext uri="{FF2B5EF4-FFF2-40B4-BE49-F238E27FC236}">
                <ns2:creationId id="{3D922495-F807-4FF5-A4C0-E413E350F80A}"/>
              </a:ext>
            </a:extLst>
          </p:cNvPr>
          <p:cNvSpPr>
            <a:spLocks noGrp="1"/>
          </p:cNvSpPr>
          <p:nvPr/>
        </p:nvSpPr>
        <p:spPr>
          <a:xfrm>
            <a:off x="5581650"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3" name="edge:r2runtimeweights">
            <a:extLst>
              <a:ext uri="{FF2B5EF4-FFF2-40B4-BE49-F238E27FC236}">
                <ns2:creationId id="{CE139F8E-F8F5-45A9-9701-276E0A18639F}"/>
              </a:ext>
            </a:extLst>
          </p:cNvPr>
          <p:cNvSpPr>
            <a:spLocks noGrp="1"/>
          </p:cNvSpPr>
          <p:nvPr/>
        </p:nvSpPr>
        <p:spPr>
          <a:xfrm>
            <a:off x="2857500" y="8848725"/>
            <a:ext cx="1238250" cy="200025"/>
          </a:xfrm>
          <a:custGeom>
            <a:pathLst>
              <a:path w="1238250" h="200025">
                <a:moveTo>
                  <a:pt x="1238250" y="0"/>
                </a:moveTo>
                <a:lnTo>
                  <a:pt x="1238250" y="104775"/>
                </a:lnTo>
                <a:lnTo>
                  <a:pt x="0" y="104775"/>
                </a:lnTo>
                <a:lnTo>
                  <a:pt x="0" y="200025"/>
                </a:lnTo>
              </a:path>
            </a:pathLst>
          </a:custGeom>
          <a:noFill/>
          <a:ln w="17145">
            <a:solidFill>
              <a:srgbClr val="111111"/>
            </a:solidFill>
            <a:prstDash val="solid"/>
          </a:ln>
        </p:spPr>
      </p:sp>
      <p:sp>
        <p:nvSpPr>
          <p:cNvPr id="74" name="arrow:r2runtimeweights">
            <a:extLst>
              <a:ext uri="{FF2B5EF4-FFF2-40B4-BE49-F238E27FC236}">
                <ns2:creationId id="{BC935A02-EDBB-4E7C-A376-3B46540CB011}"/>
              </a:ext>
            </a:extLst>
          </p:cNvPr>
          <p:cNvSpPr>
            <a:spLocks noGrp="1"/>
          </p:cNvSpPr>
          <p:nvPr/>
        </p:nvSpPr>
        <p:spPr>
          <a:xfrm>
            <a:off x="2819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5" name="edge:r2samstate">
            <a:extLst>
              <a:ext uri="{FF2B5EF4-FFF2-40B4-BE49-F238E27FC236}">
                <ns2:creationId id="{6ECD1465-4711-4FE9-BE64-AC140FAE9BE5}"/>
              </a:ext>
            </a:extLst>
          </p:cNvPr>
          <p:cNvSpPr>
            <a:spLocks noGrp="1"/>
          </p:cNvSpPr>
          <p:nvPr/>
        </p:nvSpPr>
        <p:spPr>
          <a:xfrm>
            <a:off x="7000875" y="7858125"/>
            <a:ext cx="1476375" cy="1190625"/>
          </a:xfrm>
          <a:custGeom>
            <a:pathLst>
              <a:path w="1476375" h="1190625">
                <a:moveTo>
                  <a:pt x="1285875" y="0"/>
                </a:moveTo>
                <a:lnTo>
                  <a:pt x="1476375" y="0"/>
                </a:lnTo>
                <a:lnTo>
                  <a:pt x="1476375" y="1047750"/>
                </a:lnTo>
                <a:lnTo>
                  <a:pt x="0" y="1047750"/>
                </a:lnTo>
                <a:lnTo>
                  <a:pt x="0" y="1190625"/>
                </a:lnTo>
              </a:path>
            </a:pathLst>
          </a:custGeom>
          <a:noFill/>
          <a:ln w="17145">
            <a:solidFill>
              <a:srgbClr val="111111"/>
            </a:solidFill>
            <a:prstDash val="solid"/>
          </a:ln>
        </p:spPr>
      </p:sp>
      <p:sp>
        <p:nvSpPr>
          <p:cNvPr id="76" name="arrow:r2samstate">
            <a:extLst>
              <a:ext uri="{FF2B5EF4-FFF2-40B4-BE49-F238E27FC236}">
                <ns2:creationId id="{ABA741A8-266F-4847-B2A9-9787695BB856}"/>
              </a:ext>
            </a:extLst>
          </p:cNvPr>
          <p:cNvSpPr>
            <a:spLocks noGrp="1"/>
          </p:cNvSpPr>
          <p:nvPr/>
        </p:nvSpPr>
        <p:spPr>
          <a:xfrm>
            <a:off x="6962775"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77" name="edge:r2uiinferreturn">
            <a:extLst>
              <a:ext uri="{FF2B5EF4-FFF2-40B4-BE49-F238E27FC236}">
                <ns2:creationId id="{AB001359-309F-4721-8BA1-EB0EC6D10D13}"/>
              </a:ext>
            </a:extLst>
          </p:cNvPr>
          <p:cNvSpPr>
            <a:spLocks noGrp="1"/>
          </p:cNvSpPr>
          <p:nvPr/>
        </p:nvSpPr>
        <p:spPr>
          <a:xfrm>
            <a:off x="1905000" y="8067675"/>
            <a:ext cx="2095500" cy="352425"/>
          </a:xfrm>
          <a:custGeom>
            <a:pathLst>
              <a:path w="2095500" h="352425">
                <a:moveTo>
                  <a:pt x="2095500" y="352425"/>
                </a:moveTo>
                <a:lnTo>
                  <a:pt x="2095500" y="247650"/>
                </a:lnTo>
                <a:lnTo>
                  <a:pt x="0" y="247650"/>
                </a:lnTo>
                <a:lnTo>
                  <a:pt x="0" y="0"/>
                </a:lnTo>
              </a:path>
            </a:pathLst>
          </a:custGeom>
          <a:noFill/>
          <a:ln w="17145">
            <a:solidFill>
              <a:srgbClr val="111111"/>
            </a:solidFill>
            <a:prstDash val="dash"/>
          </a:ln>
        </p:spPr>
      </p:sp>
      <p:sp>
        <p:nvSpPr>
          <p:cNvPr id="78" name="arrow:r2uiinferreturn">
            <a:extLst>
              <a:ext uri="{FF2B5EF4-FFF2-40B4-BE49-F238E27FC236}">
                <ns2:creationId id="{DF433CF1-CDD2-4080-B90B-9E091124A4EC}"/>
              </a:ext>
            </a:extLst>
          </p:cNvPr>
          <p:cNvSpPr>
            <a:spLocks noGrp="1"/>
          </p:cNvSpPr>
          <p:nvPr/>
        </p:nvSpPr>
        <p:spPr>
          <a:xfrm>
            <a:off x="1866900"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79" name="edge:r2saminferreturn">
            <a:extLst>
              <a:ext uri="{FF2B5EF4-FFF2-40B4-BE49-F238E27FC236}">
                <ns2:creationId id="{C9093828-3AB9-4DF6-BA2A-1805EE173321}"/>
              </a:ext>
            </a:extLst>
          </p:cNvPr>
          <p:cNvSpPr>
            <a:spLocks noGrp="1"/>
          </p:cNvSpPr>
          <p:nvPr/>
        </p:nvSpPr>
        <p:spPr>
          <a:xfrm>
            <a:off x="5905500" y="8067675"/>
            <a:ext cx="2095500" cy="352425"/>
          </a:xfrm>
          <a:custGeom>
            <a:pathLst>
              <a:path w="2095500" h="352425">
                <a:moveTo>
                  <a:pt x="0" y="352425"/>
                </a:moveTo>
                <a:lnTo>
                  <a:pt x="0" y="247650"/>
                </a:lnTo>
                <a:lnTo>
                  <a:pt x="2095500" y="247650"/>
                </a:lnTo>
                <a:lnTo>
                  <a:pt x="2095500" y="0"/>
                </a:lnTo>
              </a:path>
            </a:pathLst>
          </a:custGeom>
          <a:noFill/>
          <a:ln w="17145">
            <a:solidFill>
              <a:srgbClr val="111111"/>
            </a:solidFill>
            <a:prstDash val="dash"/>
          </a:ln>
        </p:spPr>
      </p:sp>
      <p:sp>
        <p:nvSpPr>
          <p:cNvPr id="80" name="arrow:r2saminferreturn">
            <a:extLst>
              <a:ext uri="{FF2B5EF4-FFF2-40B4-BE49-F238E27FC236}">
                <ns2:creationId id="{407B2189-4587-4315-B320-C1B9A6AAC29F}"/>
              </a:ext>
            </a:extLst>
          </p:cNvPr>
          <p:cNvSpPr>
            <a:spLocks noGrp="1"/>
          </p:cNvSpPr>
          <p:nvPr/>
        </p:nvSpPr>
        <p:spPr>
          <a:xfrm>
            <a:off x="7962900"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1" name="edge:r2uicompletion">
            <a:extLst>
              <a:ext uri="{FF2B5EF4-FFF2-40B4-BE49-F238E27FC236}">
                <ns2:creationId id="{B8DD1FA0-417C-4A41-A940-6CD31BF80C13}"/>
              </a:ext>
            </a:extLst>
          </p:cNvPr>
          <p:cNvSpPr>
            <a:spLocks noGrp="1"/>
          </p:cNvSpPr>
          <p:nvPr/>
        </p:nvSpPr>
        <p:spPr>
          <a:xfrm>
            <a:off x="1190625" y="7153275"/>
            <a:ext cx="428625" cy="704850"/>
          </a:xfrm>
          <a:custGeom>
            <a:pathLst>
              <a:path w="428625" h="704850">
                <a:moveTo>
                  <a:pt x="428625" y="704850"/>
                </a:moveTo>
                <a:lnTo>
                  <a:pt x="161925" y="704850"/>
                </a:lnTo>
                <a:lnTo>
                  <a:pt x="161925" y="228600"/>
                </a:lnTo>
                <a:lnTo>
                  <a:pt x="0" y="228600"/>
                </a:lnTo>
                <a:lnTo>
                  <a:pt x="0" y="0"/>
                </a:lnTo>
              </a:path>
            </a:pathLst>
          </a:custGeom>
          <a:noFill/>
          <a:ln w="17145">
            <a:solidFill>
              <a:srgbClr val="111111"/>
            </a:solidFill>
            <a:prstDash val="dash"/>
          </a:ln>
        </p:spPr>
      </p:sp>
      <p:sp>
        <p:nvSpPr>
          <p:cNvPr id="82" name="arrow:r2uicompletion">
            <a:extLst>
              <a:ext uri="{FF2B5EF4-FFF2-40B4-BE49-F238E27FC236}">
                <ns2:creationId id="{236A4BC0-A2E2-42BA-8EAC-270480373311}"/>
              </a:ext>
            </a:extLst>
          </p:cNvPr>
          <p:cNvSpPr>
            <a:spLocks noGrp="1"/>
          </p:cNvSpPr>
          <p:nvPr/>
        </p:nvSpPr>
        <p:spPr>
          <a:xfrm>
            <a:off x="1152525" y="71532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3" name="edge:r2samcompletion">
            <a:extLst>
              <a:ext uri="{FF2B5EF4-FFF2-40B4-BE49-F238E27FC236}">
                <ns2:creationId id="{8A9849DE-4E9A-49FE-B2EA-C8C3F4DBBBE7}"/>
              </a:ext>
            </a:extLst>
          </p:cNvPr>
          <p:cNvSpPr>
            <a:spLocks noGrp="1"/>
          </p:cNvSpPr>
          <p:nvPr/>
        </p:nvSpPr>
        <p:spPr>
          <a:xfrm>
            <a:off x="3000375" y="7153275"/>
            <a:ext cx="5553075" cy="800100"/>
          </a:xfrm>
          <a:custGeom>
            <a:pathLst>
              <a:path w="5553075" h="800100">
                <a:moveTo>
                  <a:pt x="5286375" y="800100"/>
                </a:moveTo>
                <a:lnTo>
                  <a:pt x="5553075" y="800100"/>
                </a:lnTo>
                <a:lnTo>
                  <a:pt x="5553075" y="333375"/>
                </a:lnTo>
                <a:lnTo>
                  <a:pt x="0" y="333375"/>
                </a:lnTo>
                <a:lnTo>
                  <a:pt x="0" y="0"/>
                </a:lnTo>
              </a:path>
            </a:pathLst>
          </a:custGeom>
          <a:noFill/>
          <a:ln w="17145">
            <a:solidFill>
              <a:srgbClr val="111111"/>
            </a:solidFill>
            <a:prstDash val="dash"/>
          </a:ln>
        </p:spPr>
      </p:sp>
      <p:sp>
        <p:nvSpPr>
          <p:cNvPr id="84" name="arrow:r2samcompletion">
            <a:extLst>
              <a:ext uri="{FF2B5EF4-FFF2-40B4-BE49-F238E27FC236}">
                <ns2:creationId id="{095D343A-81C7-49E7-A68B-BBCCDD53613C}"/>
              </a:ext>
            </a:extLst>
          </p:cNvPr>
          <p:cNvSpPr>
            <a:spLocks noGrp="1"/>
          </p:cNvSpPr>
          <p:nvPr/>
        </p:nvSpPr>
        <p:spPr>
          <a:xfrm>
            <a:off x="2962275" y="71532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85" name="edge:r2request">
            <a:extLst>
              <a:ext uri="{FF2B5EF4-FFF2-40B4-BE49-F238E27FC236}">
                <ns2:creationId id="{E44B307B-C1B9-4A13-828A-E8A80AAD7449}"/>
              </a:ext>
            </a:extLst>
          </p:cNvPr>
          <p:cNvSpPr>
            <a:spLocks noGrp="1"/>
          </p:cNvSpPr>
          <p:nvPr/>
        </p:nvSpPr>
        <p:spPr>
          <a:xfrm>
            <a:off x="647700" y="3810000"/>
            <a:ext cx="4686300" cy="3028950"/>
          </a:xfrm>
          <a:custGeom>
            <a:pathLst>
              <a:path w="4686300" h="3028950">
                <a:moveTo>
                  <a:pt x="4686300" y="0"/>
                </a:moveTo>
                <a:lnTo>
                  <a:pt x="4686300" y="1333500"/>
                </a:lnTo>
                <a:lnTo>
                  <a:pt x="0" y="1333500"/>
                </a:lnTo>
                <a:lnTo>
                  <a:pt x="0" y="3028950"/>
                </a:lnTo>
                <a:lnTo>
                  <a:pt x="400050" y="3028950"/>
                </a:lnTo>
              </a:path>
            </a:pathLst>
          </a:custGeom>
          <a:noFill/>
          <a:ln w="17145">
            <a:solidFill>
              <a:srgbClr val="111111"/>
            </a:solidFill>
            <a:prstDash val="solid"/>
          </a:ln>
        </p:spPr>
      </p:sp>
      <p:sp>
        <p:nvSpPr>
          <p:cNvPr id="86" name="arrow:r2request">
            <a:extLst>
              <a:ext uri="{FF2B5EF4-FFF2-40B4-BE49-F238E27FC236}">
                <ns2:creationId id="{BAE37139-BD46-429E-8CB7-C0F05620C750}"/>
              </a:ext>
            </a:extLst>
          </p:cNvPr>
          <p:cNvSpPr>
            <a:spLocks noGrp="1"/>
          </p:cNvSpPr>
          <p:nvPr/>
        </p:nvSpPr>
        <p:spPr>
          <a:xfrm>
            <a:off x="96202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87" name="label 2 UI 실행 → 반환 후 5 필요한 SAM 실행">
            <a:extLst>
              <a:ext uri="{FF2B5EF4-FFF2-40B4-BE49-F238E27FC236}">
                <ns2:creationId id="{673DE339-8902-4DD9-94BA-BA7839E3FCDD}"/>
              </a:ext>
            </a:extLst>
          </p:cNvPr>
          <p:cNvSpPr>
            <a:spLocks noGrp="1"/>
          </p:cNvSpPr>
          <p:nvPr/>
        </p:nvSpPr>
        <p:spPr>
          <a:xfrm>
            <a:off x="762000" y="4857750"/>
            <a:ext cx="438150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UI 실행 → 반환 후 5 필요한 SAM 실행</a:t>
            </a:r>
            <a:endParaRPr lang="ko-KR">
              <a:latin typeface="Calibri"/>
              <a:ea typeface="Calibri"/>
              <a:cs typeface="Calibri"/>
            </a:endParaRPr>
          </a:p>
        </p:txBody>
      </p:sp>
      <p:sp>
        <p:nvSpPr>
          <p:cNvPr id="88" name="edge:r2response">
            <a:extLst>
              <a:ext uri="{FF2B5EF4-FFF2-40B4-BE49-F238E27FC236}">
                <ns2:creationId id="{DC8528F7-E457-4B18-86F8-D765622B9259}"/>
              </a:ext>
            </a:extLst>
          </p:cNvPr>
          <p:cNvSpPr>
            <a:spLocks noGrp="1"/>
          </p:cNvSpPr>
          <p:nvPr/>
        </p:nvSpPr>
        <p:spPr>
          <a:xfrm>
            <a:off x="457200" y="3810000"/>
            <a:ext cx="7877175" cy="3257550"/>
          </a:xfrm>
          <a:custGeom>
            <a:pathLst>
              <a:path w="7877175" h="3257550">
                <a:moveTo>
                  <a:pt x="590550" y="3257550"/>
                </a:moveTo>
                <a:lnTo>
                  <a:pt x="0" y="3257550"/>
                </a:lnTo>
                <a:lnTo>
                  <a:pt x="0" y="1714500"/>
                </a:lnTo>
                <a:lnTo>
                  <a:pt x="7877175" y="1714500"/>
                </a:lnTo>
                <a:lnTo>
                  <a:pt x="7877175" y="0"/>
                </a:lnTo>
              </a:path>
            </a:pathLst>
          </a:custGeom>
          <a:noFill/>
          <a:ln w="17145">
            <a:solidFill>
              <a:srgbClr val="111111"/>
            </a:solidFill>
            <a:prstDash val="dash"/>
          </a:ln>
        </p:spPr>
      </p:sp>
      <p:sp>
        <p:nvSpPr>
          <p:cNvPr id="89" name="arrow:r2response">
            <a:extLst>
              <a:ext uri="{FF2B5EF4-FFF2-40B4-BE49-F238E27FC236}">
                <ns2:creationId id="{A2D8927E-6416-496F-8C5C-9B4547BA19A0}"/>
              </a:ext>
            </a:extLst>
          </p:cNvPr>
          <p:cNvSpPr>
            <a:spLocks noGrp="1"/>
          </p:cNvSpPr>
          <p:nvPr/>
        </p:nvSpPr>
        <p:spPr>
          <a:xfrm>
            <a:off x="8296275"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90" name="label UI 결과 / SAM 결과를 host로 반환">
            <a:extLst>
              <a:ext uri="{FF2B5EF4-FFF2-40B4-BE49-F238E27FC236}">
                <ns2:creationId id="{CF3A441D-D462-4843-8928-9DBD481E2BDF}"/>
              </a:ext>
            </a:extLst>
          </p:cNvPr>
          <p:cNvSpPr>
            <a:spLocks noGrp="1"/>
          </p:cNvSpPr>
          <p:nvPr/>
        </p:nvSpPr>
        <p:spPr>
          <a:xfrm>
            <a:off x="3333750" y="5562600"/>
            <a:ext cx="4667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UI 결과 / SAM 결과를 host로 반환</a:t>
            </a:r>
            <a:endParaRPr lang="ko-KR">
              <a:latin typeface="Calibri"/>
              <a:ea typeface="Calibri"/>
              <a:cs typeface="Calibri"/>
            </a:endParaRPr>
          </a:p>
        </p:txBody>
      </p:sp>
      <p:sp>
        <p:nvSpPr>
          <p:cNvPr id="91" name="node:uiworker">
            <a:extLst>
              <a:ext uri="{FF2B5EF4-FFF2-40B4-BE49-F238E27FC236}">
                <ns2:creationId id="{8D037BBE-C3A2-4AB3-84E1-7D4A439210A0}"/>
              </a:ext>
            </a:extLst>
          </p:cNvPr>
          <p:cNvSpPr>
            <a:spLocks noGrp="1"/>
          </p:cNvSpPr>
          <p:nvPr/>
        </p:nvSpPr>
        <p:spPr>
          <a:xfrm>
            <a:off x="9429750" y="5905500"/>
            <a:ext cx="400050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UI Worker process</a:t>
            </a:r>
            <a:endParaRPr lang="ko-KR">
              <a:latin typeface="Calibri"/>
              <a:ea typeface="Calibri"/>
              <a:cs typeface="Calibri"/>
            </a:endParaRPr>
          </a:p>
        </p:txBody>
      </p:sp>
      <p:sp>
        <p:nvSpPr>
          <p:cNvPr id="92" name="node:uima">
            <a:extLst>
              <a:ext uri="{FF2B5EF4-FFF2-40B4-BE49-F238E27FC236}">
                <ns2:creationId id="{488D5F40-A3C9-4AEC-94FF-35414543C1C6}"/>
              </a:ext>
            </a:extLst>
          </p:cNvPr>
          <p:cNvSpPr>
            <a:spLocks noGrp="1"/>
          </p:cNvSpPr>
          <p:nvPr/>
        </p:nvSpPr>
        <p:spPr>
          <a:xfrm>
            <a:off x="9601200" y="6296025"/>
            <a:ext cx="365760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a:t>
            </a:r>
            <a:endParaRPr lang="ko-KR">
              <a:latin typeface="Calibri"/>
              <a:ea typeface="Calibri"/>
              <a:cs typeface="Calibri"/>
            </a:endParaRPr>
          </a:p>
        </p:txBody>
      </p:sp>
      <p:sp>
        <p:nvSpPr>
          <p:cNvPr id="93" name="divider uima">
            <a:extLst>
              <a:ext uri="{FF2B5EF4-FFF2-40B4-BE49-F238E27FC236}">
                <ns2:creationId id="{D06764EE-D2FD-4875-81C5-BB1DB71BAD5F}"/>
              </a:ext>
            </a:extLst>
          </p:cNvPr>
          <p:cNvSpPr>
            <a:spLocks noGrp="1"/>
          </p:cNvSpPr>
          <p:nvPr/>
        </p:nvSpPr>
        <p:spPr>
          <a:xfrm>
            <a:off x="9601200" y="6657975"/>
            <a:ext cx="3657600" cy="953"/>
          </a:xfrm>
          <a:custGeom>
            <a:pathLst>
              <a:path w="3657600" h="953">
                <a:moveTo>
                  <a:pt x="0" y="0"/>
                </a:moveTo>
                <a:lnTo>
                  <a:pt x="3657600" y="0"/>
                </a:lnTo>
              </a:path>
            </a:pathLst>
          </a:custGeom>
          <a:noFill/>
          <a:ln w="9525">
            <a:solidFill>
              <a:srgbClr val="111111"/>
            </a:solidFill>
            <a:prstDash val="solid"/>
          </a:ln>
        </p:spPr>
      </p:sp>
      <p:sp>
        <p:nvSpPr>
          <p:cNvPr id="94" name="node:uiipc">
            <a:extLst>
              <a:ext uri="{FF2B5EF4-FFF2-40B4-BE49-F238E27FC236}">
                <ns2:creationId id="{877366EC-C8DE-401C-8A46-DD434DE5B0A6}"/>
              </a:ext>
            </a:extLst>
          </p:cNvPr>
          <p:cNvSpPr>
            <a:spLocks noGrp="1"/>
          </p:cNvSpPr>
          <p:nvPr/>
        </p:nvSpPr>
        <p:spPr>
          <a:xfrm>
            <a:off x="9753600" y="6724650"/>
            <a:ext cx="1571625"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수신기</a:t>
            </a:r>
            <a:endParaRPr lang="ko-KR">
              <a:latin typeface="Calibri"/>
              <a:ea typeface="Calibri"/>
              <a:cs typeface="Calibri"/>
            </a:endParaRPr>
          </a:p>
        </p:txBody>
      </p:sp>
      <p:sp>
        <p:nvSpPr>
          <p:cNvPr id="95" name="node:uiqueue">
            <a:extLst>
              <a:ext uri="{FF2B5EF4-FFF2-40B4-BE49-F238E27FC236}">
                <ns2:creationId id="{6C57BA46-2366-49C1-A901-ADDE8DC519E2}"/>
              </a:ext>
            </a:extLst>
          </p:cNvPr>
          <p:cNvSpPr>
            <a:spLocks noGrp="1"/>
          </p:cNvSpPr>
          <p:nvPr/>
        </p:nvSpPr>
        <p:spPr>
          <a:xfrm>
            <a:off x="11706225" y="6677025"/>
            <a:ext cx="1381125"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대기열 (RAM)</a:t>
            </a:r>
            <a:endParaRPr lang="ko-KR">
              <a:latin typeface="Calibri"/>
              <a:ea typeface="Calibri"/>
              <a:cs typeface="Calibri"/>
            </a:endParaRPr>
          </a:p>
        </p:txBody>
      </p:sp>
      <p:sp>
        <p:nvSpPr>
          <p:cNvPr id="96" name="node:uiadapter">
            <a:extLst>
              <a:ext uri="{FF2B5EF4-FFF2-40B4-BE49-F238E27FC236}">
                <ns2:creationId id="{7A269DE5-D87C-4F21-9FAF-8412387ACAA6}"/>
              </a:ext>
            </a:extLst>
          </p:cNvPr>
          <p:cNvSpPr>
            <a:spLocks noGrp="1"/>
          </p:cNvSpPr>
          <p:nvPr/>
        </p:nvSpPr>
        <p:spPr>
          <a:xfrm>
            <a:off x="10382250" y="763905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UI 어댑터</a:t>
            </a:r>
            <a:endParaRPr lang="ko-KR">
              <a:latin typeface="Calibri"/>
              <a:ea typeface="Calibri"/>
              <a:cs typeface="Calibri"/>
            </a:endParaRPr>
          </a:p>
        </p:txBody>
      </p:sp>
      <p:sp>
        <p:nvSpPr>
          <p:cNvPr id="97" name="node:uiruntime">
            <a:extLst>
              <a:ext uri="{FF2B5EF4-FFF2-40B4-BE49-F238E27FC236}">
                <ns2:creationId id="{7BBCFDB3-8A51-4110-BBE6-C31185D287AE}"/>
              </a:ext>
            </a:extLst>
          </p:cNvPr>
          <p:cNvSpPr>
            <a:spLocks noGrp="1"/>
          </p:cNvSpPr>
          <p:nvPr/>
        </p:nvSpPr>
        <p:spPr>
          <a:xfrm>
            <a:off x="10382250" y="842010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98" name="node:uimodels">
            <a:extLst>
              <a:ext uri="{FF2B5EF4-FFF2-40B4-BE49-F238E27FC236}">
                <ns2:creationId id="{BCD877E0-E5D5-48EF-BCF7-60CAE20F9A77}"/>
              </a:ext>
            </a:extLst>
          </p:cNvPr>
          <p:cNvSpPr>
            <a:spLocks noGrp="1"/>
          </p:cNvSpPr>
          <p:nvPr/>
        </p:nvSpPr>
        <p:spPr>
          <a:xfrm>
            <a:off x="9753600" y="9048750"/>
            <a:ext cx="15716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세션 RAM</a:t>
            </a:r>
            <a:endParaRPr lang="ko-KR">
              <a:latin typeface="Calibri"/>
              <a:ea typeface="Calibri"/>
              <a:cs typeface="Calibri"/>
            </a:endParaRPr>
          </a:p>
        </p:txBody>
      </p:sp>
      <p:sp>
        <p:nvSpPr>
          <p:cNvPr id="99" name="node:uistate">
            <a:extLst>
              <a:ext uri="{FF2B5EF4-FFF2-40B4-BE49-F238E27FC236}">
                <ns2:creationId id="{3E6B7FF4-5EEA-4277-AFC5-59C9A3737D98}"/>
              </a:ext>
            </a:extLst>
          </p:cNvPr>
          <p:cNvSpPr>
            <a:spLocks noGrp="1"/>
          </p:cNvSpPr>
          <p:nvPr/>
        </p:nvSpPr>
        <p:spPr>
          <a:xfrm>
            <a:off x="11706225" y="9048750"/>
            <a:ext cx="13811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UI 상태 RAM</a:t>
            </a:r>
            <a:endParaRPr lang="ko-KR">
              <a:latin typeface="Calibri"/>
              <a:ea typeface="Calibri"/>
              <a:cs typeface="Calibri"/>
            </a:endParaRPr>
          </a:p>
        </p:txBody>
      </p:sp>
      <p:sp>
        <p:nvSpPr>
          <p:cNvPr id="100" name="edge:uienqueue">
            <a:extLst>
              <a:ext uri="{FF2B5EF4-FFF2-40B4-BE49-F238E27FC236}">
                <ns2:creationId id="{08BB7F43-79A5-4789-88D7-7D4CB06EEE74}"/>
              </a:ext>
            </a:extLst>
          </p:cNvPr>
          <p:cNvSpPr>
            <a:spLocks noGrp="1"/>
          </p:cNvSpPr>
          <p:nvPr/>
        </p:nvSpPr>
        <p:spPr>
          <a:xfrm>
            <a:off x="11325225" y="6934200"/>
            <a:ext cx="381000" cy="953"/>
          </a:xfrm>
          <a:custGeom>
            <a:pathLst>
              <a:path w="381000" h="953">
                <a:moveTo>
                  <a:pt x="0" y="0"/>
                </a:moveTo>
                <a:lnTo>
                  <a:pt x="381000" y="0"/>
                </a:lnTo>
              </a:path>
            </a:pathLst>
          </a:custGeom>
          <a:noFill/>
          <a:ln w="17145">
            <a:solidFill>
              <a:srgbClr val="111111"/>
            </a:solidFill>
            <a:prstDash val="solid"/>
          </a:ln>
        </p:spPr>
      </p:sp>
      <p:sp>
        <p:nvSpPr>
          <p:cNvPr id="101" name="arrow:uienqueue">
            <a:extLst>
              <a:ext uri="{FF2B5EF4-FFF2-40B4-BE49-F238E27FC236}">
                <ns2:creationId id="{9BD0F153-823F-4822-9569-0E6A9B12803D}"/>
              </a:ext>
            </a:extLst>
          </p:cNvPr>
          <p:cNvSpPr>
            <a:spLocks noGrp="1"/>
          </p:cNvSpPr>
          <p:nvPr/>
        </p:nvSpPr>
        <p:spPr>
          <a:xfrm>
            <a:off x="11620500"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02" name="edge:uidequeue">
            <a:extLst>
              <a:ext uri="{FF2B5EF4-FFF2-40B4-BE49-F238E27FC236}">
                <ns2:creationId id="{6257835E-B6B7-4142-A601-49CC57877DC8}"/>
              </a:ext>
            </a:extLst>
          </p:cNvPr>
          <p:cNvSpPr>
            <a:spLocks noGrp="1"/>
          </p:cNvSpPr>
          <p:nvPr/>
        </p:nvSpPr>
        <p:spPr>
          <a:xfrm>
            <a:off x="11477625" y="7200900"/>
            <a:ext cx="904875" cy="438150"/>
          </a:xfrm>
          <a:custGeom>
            <a:pathLst>
              <a:path w="904875" h="438150">
                <a:moveTo>
                  <a:pt x="904875" y="0"/>
                </a:moveTo>
                <a:lnTo>
                  <a:pt x="904875" y="209550"/>
                </a:lnTo>
                <a:lnTo>
                  <a:pt x="0" y="209550"/>
                </a:lnTo>
                <a:lnTo>
                  <a:pt x="0" y="438150"/>
                </a:lnTo>
              </a:path>
            </a:pathLst>
          </a:custGeom>
          <a:noFill/>
          <a:ln w="17145">
            <a:solidFill>
              <a:srgbClr val="111111"/>
            </a:solidFill>
            <a:prstDash val="solid"/>
          </a:ln>
        </p:spPr>
      </p:sp>
      <p:sp>
        <p:nvSpPr>
          <p:cNvPr id="103" name="arrow:uidequeue">
            <a:extLst>
              <a:ext uri="{FF2B5EF4-FFF2-40B4-BE49-F238E27FC236}">
                <ns2:creationId id="{EC2A964D-11C6-479B-8FF1-B4569B5BF04E}"/>
              </a:ext>
            </a:extLst>
          </p:cNvPr>
          <p:cNvSpPr>
            <a:spLocks noGrp="1"/>
          </p:cNvSpPr>
          <p:nvPr/>
        </p:nvSpPr>
        <p:spPr>
          <a:xfrm>
            <a:off x="1143952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4" name="edge:uirun">
            <a:extLst>
              <a:ext uri="{FF2B5EF4-FFF2-40B4-BE49-F238E27FC236}">
                <ns2:creationId id="{ECA3E543-C907-4DF3-9A83-7A9A22F868D8}"/>
              </a:ext>
            </a:extLst>
          </p:cNvPr>
          <p:cNvSpPr>
            <a:spLocks noGrp="1"/>
          </p:cNvSpPr>
          <p:nvPr/>
        </p:nvSpPr>
        <p:spPr>
          <a:xfrm>
            <a:off x="11477625" y="8067675"/>
            <a:ext cx="953" cy="352425"/>
          </a:xfrm>
          <a:custGeom>
            <a:pathLst>
              <a:path w="953" h="352425">
                <a:moveTo>
                  <a:pt x="0" y="0"/>
                </a:moveTo>
                <a:lnTo>
                  <a:pt x="0" y="352425"/>
                </a:lnTo>
              </a:path>
            </a:pathLst>
          </a:custGeom>
          <a:noFill/>
          <a:ln w="17145">
            <a:solidFill>
              <a:srgbClr val="111111"/>
            </a:solidFill>
            <a:prstDash val="solid"/>
          </a:ln>
        </p:spPr>
      </p:sp>
      <p:sp>
        <p:nvSpPr>
          <p:cNvPr id="105" name="arrow:uirun">
            <a:extLst>
              <a:ext uri="{FF2B5EF4-FFF2-40B4-BE49-F238E27FC236}">
                <ns2:creationId id="{AD3B762D-0D06-4F8B-9B32-9B3AF2496705}"/>
              </a:ext>
            </a:extLst>
          </p:cNvPr>
          <p:cNvSpPr>
            <a:spLocks noGrp="1"/>
          </p:cNvSpPr>
          <p:nvPr/>
        </p:nvSpPr>
        <p:spPr>
          <a:xfrm>
            <a:off x="11439525"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6" name="edge:uiweights">
            <a:extLst>
              <a:ext uri="{FF2B5EF4-FFF2-40B4-BE49-F238E27FC236}">
                <ns2:creationId id="{2C281D1F-B264-49F1-AB16-8BB2FAC38C0A}"/>
              </a:ext>
            </a:extLst>
          </p:cNvPr>
          <p:cNvSpPr>
            <a:spLocks noGrp="1"/>
          </p:cNvSpPr>
          <p:nvPr/>
        </p:nvSpPr>
        <p:spPr>
          <a:xfrm>
            <a:off x="10763250" y="8848725"/>
            <a:ext cx="953" cy="200025"/>
          </a:xfrm>
          <a:custGeom>
            <a:pathLst>
              <a:path w="953" h="200025">
                <a:moveTo>
                  <a:pt x="0" y="0"/>
                </a:moveTo>
                <a:lnTo>
                  <a:pt x="0" y="200025"/>
                </a:lnTo>
              </a:path>
            </a:pathLst>
          </a:custGeom>
          <a:noFill/>
          <a:ln w="17145">
            <a:solidFill>
              <a:srgbClr val="111111"/>
            </a:solidFill>
            <a:prstDash val="solid"/>
          </a:ln>
        </p:spPr>
      </p:sp>
      <p:sp>
        <p:nvSpPr>
          <p:cNvPr id="107" name="arrow:uiweights">
            <a:extLst>
              <a:ext uri="{FF2B5EF4-FFF2-40B4-BE49-F238E27FC236}">
                <ns2:creationId id="{8D5FA8C5-9D11-43D4-B3AE-8DFE8605EFA5}"/>
              </a:ext>
            </a:extLst>
          </p:cNvPr>
          <p:cNvSpPr>
            <a:spLocks noGrp="1"/>
          </p:cNvSpPr>
          <p:nvPr/>
        </p:nvSpPr>
        <p:spPr>
          <a:xfrm>
            <a:off x="1072515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08" name="edge:uistateflow">
            <a:extLst>
              <a:ext uri="{FF2B5EF4-FFF2-40B4-BE49-F238E27FC236}">
                <ns2:creationId id="{92C835D1-0081-4E60-95D7-EAF76F1A54DE}"/>
              </a:ext>
            </a:extLst>
          </p:cNvPr>
          <p:cNvSpPr>
            <a:spLocks noGrp="1"/>
          </p:cNvSpPr>
          <p:nvPr/>
        </p:nvSpPr>
        <p:spPr>
          <a:xfrm>
            <a:off x="12382500" y="7858125"/>
            <a:ext cx="762000" cy="1190625"/>
          </a:xfrm>
          <a:custGeom>
            <a:pathLst>
              <a:path w="762000" h="1190625">
                <a:moveTo>
                  <a:pt x="190500" y="0"/>
                </a:moveTo>
                <a:lnTo>
                  <a:pt x="762000" y="0"/>
                </a:lnTo>
                <a:lnTo>
                  <a:pt x="762000" y="1095375"/>
                </a:lnTo>
                <a:lnTo>
                  <a:pt x="0" y="1095375"/>
                </a:lnTo>
                <a:lnTo>
                  <a:pt x="0" y="1190625"/>
                </a:lnTo>
              </a:path>
            </a:pathLst>
          </a:custGeom>
          <a:noFill/>
          <a:ln w="17145">
            <a:solidFill>
              <a:srgbClr val="111111"/>
            </a:solidFill>
            <a:prstDash val="solid"/>
          </a:ln>
        </p:spPr>
      </p:sp>
      <p:sp>
        <p:nvSpPr>
          <p:cNvPr id="109" name="arrow:uistateflow">
            <a:extLst>
              <a:ext uri="{FF2B5EF4-FFF2-40B4-BE49-F238E27FC236}">
                <ns2:creationId id="{18FF9B52-A2E7-429E-B084-8C6BC5D9CC20}"/>
              </a:ext>
            </a:extLst>
          </p:cNvPr>
          <p:cNvSpPr>
            <a:spLocks noGrp="1"/>
          </p:cNvSpPr>
          <p:nvPr/>
        </p:nvSpPr>
        <p:spPr>
          <a:xfrm>
            <a:off x="12344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10" name="edge:uiinferreturn">
            <a:extLst>
              <a:ext uri="{FF2B5EF4-FFF2-40B4-BE49-F238E27FC236}">
                <ns2:creationId id="{CA12E6D6-8674-48B5-8900-B44BA58CEC0D}"/>
              </a:ext>
            </a:extLst>
          </p:cNvPr>
          <p:cNvSpPr>
            <a:spLocks noGrp="1"/>
          </p:cNvSpPr>
          <p:nvPr/>
        </p:nvSpPr>
        <p:spPr>
          <a:xfrm>
            <a:off x="12239625" y="8067675"/>
            <a:ext cx="953" cy="352425"/>
          </a:xfrm>
          <a:custGeom>
            <a:pathLst>
              <a:path w="953" h="352425">
                <a:moveTo>
                  <a:pt x="0" y="352425"/>
                </a:moveTo>
                <a:lnTo>
                  <a:pt x="0" y="0"/>
                </a:lnTo>
              </a:path>
            </a:pathLst>
          </a:custGeom>
          <a:noFill/>
          <a:ln w="17145">
            <a:solidFill>
              <a:srgbClr val="111111"/>
            </a:solidFill>
            <a:prstDash val="dash"/>
          </a:ln>
        </p:spPr>
      </p:sp>
      <p:sp>
        <p:nvSpPr>
          <p:cNvPr id="111" name="arrow:uiinferreturn">
            <a:extLst>
              <a:ext uri="{FF2B5EF4-FFF2-40B4-BE49-F238E27FC236}">
                <ns2:creationId id="{064AF390-011A-4984-97FD-808B851F55B3}"/>
              </a:ext>
            </a:extLst>
          </p:cNvPr>
          <p:cNvSpPr>
            <a:spLocks noGrp="1"/>
          </p:cNvSpPr>
          <p:nvPr/>
        </p:nvSpPr>
        <p:spPr>
          <a:xfrm>
            <a:off x="12201525"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12" name="edge:uicompletion">
            <a:extLst>
              <a:ext uri="{FF2B5EF4-FFF2-40B4-BE49-F238E27FC236}">
                <ns2:creationId id="{F29EADB0-BA46-4456-9333-CA2DCE266DFB}"/>
              </a:ext>
            </a:extLst>
          </p:cNvPr>
          <p:cNvSpPr>
            <a:spLocks noGrp="1"/>
          </p:cNvSpPr>
          <p:nvPr/>
        </p:nvSpPr>
        <p:spPr>
          <a:xfrm>
            <a:off x="9667875" y="6943725"/>
            <a:ext cx="714375" cy="914400"/>
          </a:xfrm>
          <a:custGeom>
            <a:pathLst>
              <a:path w="714375" h="914400">
                <a:moveTo>
                  <a:pt x="714375" y="914400"/>
                </a:moveTo>
                <a:lnTo>
                  <a:pt x="0" y="914400"/>
                </a:lnTo>
                <a:lnTo>
                  <a:pt x="0" y="0"/>
                </a:lnTo>
                <a:lnTo>
                  <a:pt x="85725" y="0"/>
                </a:lnTo>
              </a:path>
            </a:pathLst>
          </a:custGeom>
          <a:noFill/>
          <a:ln w="17145">
            <a:solidFill>
              <a:srgbClr val="111111"/>
            </a:solidFill>
            <a:prstDash val="dash"/>
          </a:ln>
        </p:spPr>
      </p:sp>
      <p:sp>
        <p:nvSpPr>
          <p:cNvPr id="113" name="arrow:uicompletion">
            <a:extLst>
              <a:ext uri="{FF2B5EF4-FFF2-40B4-BE49-F238E27FC236}">
                <ns2:creationId id="{CA5C0D5C-F128-4668-ABB1-6E7736589381}"/>
              </a:ext>
            </a:extLst>
          </p:cNvPr>
          <p:cNvSpPr>
            <a:spLocks noGrp="1"/>
          </p:cNvSpPr>
          <p:nvPr/>
        </p:nvSpPr>
        <p:spPr>
          <a:xfrm>
            <a:off x="9667875" y="6905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14" name="node:samworker">
            <a:extLst>
              <a:ext uri="{FF2B5EF4-FFF2-40B4-BE49-F238E27FC236}">
                <ns2:creationId id="{A1B3E2B4-3F75-48FC-AD73-76B636BB3A16}"/>
              </a:ext>
            </a:extLst>
          </p:cNvPr>
          <p:cNvSpPr>
            <a:spLocks noGrp="1"/>
          </p:cNvSpPr>
          <p:nvPr/>
        </p:nvSpPr>
        <p:spPr>
          <a:xfrm>
            <a:off x="13716000" y="5905500"/>
            <a:ext cx="4000500" cy="3790950"/>
          </a:xfrm>
          <a:prstGeom prst="rect">
            <a:avLst/>
          </a:prstGeom>
          <a:noFill/>
          <a:ln w="17145">
            <a:solidFill>
              <a:srgbClr val="72777D"/>
            </a:solidFill>
            <a:prstDash val="dash"/>
          </a:ln>
        </p:spPr>
        <p:txBody>
          <a:bodyPr wrap="none" lIns="114300" tIns="19050" rIns="76200" bIns="348615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SAM Worker process</a:t>
            </a:r>
            <a:endParaRPr lang="ko-KR">
              <a:latin typeface="Calibri"/>
              <a:ea typeface="Calibri"/>
              <a:cs typeface="Calibri"/>
            </a:endParaRPr>
          </a:p>
        </p:txBody>
      </p:sp>
      <p:sp>
        <p:nvSpPr>
          <p:cNvPr id="115" name="node:samma">
            <a:extLst>
              <a:ext uri="{FF2B5EF4-FFF2-40B4-BE49-F238E27FC236}">
                <ns2:creationId id="{496C4B69-22DA-4F97-BAB1-A7C66F741808}"/>
              </a:ext>
            </a:extLst>
          </p:cNvPr>
          <p:cNvSpPr>
            <a:spLocks noGrp="1"/>
          </p:cNvSpPr>
          <p:nvPr/>
        </p:nvSpPr>
        <p:spPr>
          <a:xfrm>
            <a:off x="13887450" y="6296025"/>
            <a:ext cx="3657600" cy="3219450"/>
          </a:xfrm>
          <a:prstGeom prst="rect">
            <a:avLst/>
          </a:prstGeom>
          <a:solidFill>
            <a:srgbClr val="FFF6DD"/>
          </a:solidFill>
          <a:ln w="16193">
            <a:solidFill>
              <a:srgbClr val="111111"/>
            </a:solidFill>
          </a:ln>
        </p:spPr>
        <p:txBody>
          <a:bodyPr wrap="none" lIns="47625" tIns="19050" rIns="47625" bIns="287655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Model Access</a:t>
            </a:r>
            <a:endParaRPr lang="ko-KR">
              <a:latin typeface="Calibri"/>
              <a:ea typeface="Calibri"/>
              <a:cs typeface="Calibri"/>
            </a:endParaRPr>
          </a:p>
        </p:txBody>
      </p:sp>
      <p:sp>
        <p:nvSpPr>
          <p:cNvPr id="116" name="divider samma">
            <a:extLst>
              <a:ext uri="{FF2B5EF4-FFF2-40B4-BE49-F238E27FC236}">
                <ns2:creationId id="{A364BF33-39ED-4F09-B19A-1C26F34380F1}"/>
              </a:ext>
            </a:extLst>
          </p:cNvPr>
          <p:cNvSpPr>
            <a:spLocks noGrp="1"/>
          </p:cNvSpPr>
          <p:nvPr/>
        </p:nvSpPr>
        <p:spPr>
          <a:xfrm>
            <a:off x="13887450" y="6657975"/>
            <a:ext cx="3657600" cy="953"/>
          </a:xfrm>
          <a:custGeom>
            <a:pathLst>
              <a:path w="3657600" h="953">
                <a:moveTo>
                  <a:pt x="0" y="0"/>
                </a:moveTo>
                <a:lnTo>
                  <a:pt x="3657600" y="0"/>
                </a:lnTo>
              </a:path>
            </a:pathLst>
          </a:custGeom>
          <a:noFill/>
          <a:ln w="9525">
            <a:solidFill>
              <a:srgbClr val="111111"/>
            </a:solidFill>
            <a:prstDash val="solid"/>
          </a:ln>
        </p:spPr>
      </p:sp>
      <p:sp>
        <p:nvSpPr>
          <p:cNvPr id="117" name="node:samipc">
            <a:extLst>
              <a:ext uri="{FF2B5EF4-FFF2-40B4-BE49-F238E27FC236}">
                <ns2:creationId id="{2DE06053-1D38-4342-9F15-B2E128B48F9E}"/>
              </a:ext>
            </a:extLst>
          </p:cNvPr>
          <p:cNvSpPr>
            <a:spLocks noGrp="1"/>
          </p:cNvSpPr>
          <p:nvPr/>
        </p:nvSpPr>
        <p:spPr>
          <a:xfrm>
            <a:off x="14039850" y="6724650"/>
            <a:ext cx="1571625"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IPC 수신기</a:t>
            </a:r>
            <a:endParaRPr lang="ko-KR">
              <a:latin typeface="Calibri"/>
              <a:ea typeface="Calibri"/>
              <a:cs typeface="Calibri"/>
            </a:endParaRPr>
          </a:p>
        </p:txBody>
      </p:sp>
      <p:sp>
        <p:nvSpPr>
          <p:cNvPr id="118" name="node:samqueue">
            <a:extLst>
              <a:ext uri="{FF2B5EF4-FFF2-40B4-BE49-F238E27FC236}">
                <ns2:creationId id="{313D95A1-E5E3-4C0A-B904-A0C34022F93A}"/>
              </a:ext>
            </a:extLst>
          </p:cNvPr>
          <p:cNvSpPr>
            <a:spLocks noGrp="1"/>
          </p:cNvSpPr>
          <p:nvPr/>
        </p:nvSpPr>
        <p:spPr>
          <a:xfrm>
            <a:off x="15992475" y="6677025"/>
            <a:ext cx="1381125" cy="5238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대기열 (RAM)</a:t>
            </a:r>
            <a:endParaRPr lang="ko-KR">
              <a:latin typeface="Calibri"/>
              <a:ea typeface="Calibri"/>
              <a:cs typeface="Calibri"/>
            </a:endParaRPr>
          </a:p>
        </p:txBody>
      </p:sp>
      <p:sp>
        <p:nvSpPr>
          <p:cNvPr id="119" name="node:samadapter">
            <a:extLst>
              <a:ext uri="{FF2B5EF4-FFF2-40B4-BE49-F238E27FC236}">
                <ns2:creationId id="{B2FDA3BB-F443-4CD5-B69B-33F0F5C94591}"/>
              </a:ext>
            </a:extLst>
          </p:cNvPr>
          <p:cNvSpPr>
            <a:spLocks noGrp="1"/>
          </p:cNvSpPr>
          <p:nvPr/>
        </p:nvSpPr>
        <p:spPr>
          <a:xfrm>
            <a:off x="14668500" y="763905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SAM 어댑터</a:t>
            </a:r>
            <a:endParaRPr lang="ko-KR">
              <a:latin typeface="Calibri"/>
              <a:ea typeface="Calibri"/>
              <a:cs typeface="Calibri"/>
            </a:endParaRPr>
          </a:p>
        </p:txBody>
      </p:sp>
      <p:sp>
        <p:nvSpPr>
          <p:cNvPr id="120" name="node:samruntime">
            <a:extLst>
              <a:ext uri="{FF2B5EF4-FFF2-40B4-BE49-F238E27FC236}">
                <ns2:creationId id="{7C470459-92BC-4B12-8B4E-C64A9CFEF36F}"/>
              </a:ext>
            </a:extLst>
          </p:cNvPr>
          <p:cNvSpPr>
            <a:spLocks noGrp="1"/>
          </p:cNvSpPr>
          <p:nvPr/>
        </p:nvSpPr>
        <p:spPr>
          <a:xfrm>
            <a:off x="14668500" y="8420100"/>
            <a:ext cx="2190750" cy="428625"/>
          </a:xfrm>
          <a:prstGeom prst="roundRect">
            <a:avLst>
              <a:gd name="adj" fmla="val 17778"/>
            </a:avLst>
          </a:prstGeom>
          <a:solidFill>
            <a:srgbClr val="FFFFFF"/>
          </a:solidFill>
          <a:ln w="16193">
            <a:solidFill>
              <a:srgbClr val="111111"/>
            </a:solid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121" name="node:sammodels">
            <a:extLst>
              <a:ext uri="{FF2B5EF4-FFF2-40B4-BE49-F238E27FC236}">
                <ns2:creationId id="{C00F1FC8-2426-4FA7-BCBA-30339A0C571B}"/>
              </a:ext>
            </a:extLst>
          </p:cNvPr>
          <p:cNvSpPr>
            <a:spLocks noGrp="1"/>
          </p:cNvSpPr>
          <p:nvPr/>
        </p:nvSpPr>
        <p:spPr>
          <a:xfrm>
            <a:off x="14039850" y="9048750"/>
            <a:ext cx="15716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SAM 세션 RAM</a:t>
            </a:r>
            <a:endParaRPr lang="ko-KR">
              <a:latin typeface="Calibri"/>
              <a:ea typeface="Calibri"/>
              <a:cs typeface="Calibri"/>
            </a:endParaRPr>
          </a:p>
        </p:txBody>
      </p:sp>
      <p:sp>
        <p:nvSpPr>
          <p:cNvPr id="122" name="node:samstate">
            <a:extLst>
              <a:ext uri="{FF2B5EF4-FFF2-40B4-BE49-F238E27FC236}">
                <ns2:creationId id="{CFD02C58-8E89-4A60-84B7-C2AF38E381C9}"/>
              </a:ext>
            </a:extLst>
          </p:cNvPr>
          <p:cNvSpPr>
            <a:spLocks noGrp="1"/>
          </p:cNvSpPr>
          <p:nvPr/>
        </p:nvSpPr>
        <p:spPr>
          <a:xfrm>
            <a:off x="15992475" y="9048750"/>
            <a:ext cx="1381125" cy="3714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영상 상태 RAM</a:t>
            </a:r>
            <a:endParaRPr lang="ko-KR">
              <a:latin typeface="Calibri"/>
              <a:ea typeface="Calibri"/>
              <a:cs typeface="Calibri"/>
            </a:endParaRPr>
          </a:p>
        </p:txBody>
      </p:sp>
      <p:sp>
        <p:nvSpPr>
          <p:cNvPr id="123" name="edge:samenqueue">
            <a:extLst>
              <a:ext uri="{FF2B5EF4-FFF2-40B4-BE49-F238E27FC236}">
                <ns2:creationId id="{EF837A15-4152-4C0C-A9C9-F943B7FF4AE1}"/>
              </a:ext>
            </a:extLst>
          </p:cNvPr>
          <p:cNvSpPr>
            <a:spLocks noGrp="1"/>
          </p:cNvSpPr>
          <p:nvPr/>
        </p:nvSpPr>
        <p:spPr>
          <a:xfrm>
            <a:off x="15611475" y="6934200"/>
            <a:ext cx="381000" cy="953"/>
          </a:xfrm>
          <a:custGeom>
            <a:pathLst>
              <a:path w="381000" h="953">
                <a:moveTo>
                  <a:pt x="0" y="0"/>
                </a:moveTo>
                <a:lnTo>
                  <a:pt x="381000" y="0"/>
                </a:lnTo>
              </a:path>
            </a:pathLst>
          </a:custGeom>
          <a:noFill/>
          <a:ln w="17145">
            <a:solidFill>
              <a:srgbClr val="111111"/>
            </a:solidFill>
            <a:prstDash val="solid"/>
          </a:ln>
        </p:spPr>
      </p:sp>
      <p:sp>
        <p:nvSpPr>
          <p:cNvPr id="124" name="arrow:samenqueue">
            <a:extLst>
              <a:ext uri="{FF2B5EF4-FFF2-40B4-BE49-F238E27FC236}">
                <ns2:creationId id="{7A71D009-3F7D-435A-B4AD-BA97A6685FE8}"/>
              </a:ext>
            </a:extLst>
          </p:cNvPr>
          <p:cNvSpPr>
            <a:spLocks noGrp="1"/>
          </p:cNvSpPr>
          <p:nvPr/>
        </p:nvSpPr>
        <p:spPr>
          <a:xfrm>
            <a:off x="15906750" y="68961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25" name="edge:samdequeue">
            <a:extLst>
              <a:ext uri="{FF2B5EF4-FFF2-40B4-BE49-F238E27FC236}">
                <ns2:creationId id="{1DACD570-4331-4770-92D8-12B6C1C47F60}"/>
              </a:ext>
            </a:extLst>
          </p:cNvPr>
          <p:cNvSpPr>
            <a:spLocks noGrp="1"/>
          </p:cNvSpPr>
          <p:nvPr/>
        </p:nvSpPr>
        <p:spPr>
          <a:xfrm>
            <a:off x="15763875" y="7200900"/>
            <a:ext cx="904875" cy="438150"/>
          </a:xfrm>
          <a:custGeom>
            <a:pathLst>
              <a:path w="904875" h="438150">
                <a:moveTo>
                  <a:pt x="904875" y="0"/>
                </a:moveTo>
                <a:lnTo>
                  <a:pt x="904875" y="209550"/>
                </a:lnTo>
                <a:lnTo>
                  <a:pt x="0" y="209550"/>
                </a:lnTo>
                <a:lnTo>
                  <a:pt x="0" y="438150"/>
                </a:lnTo>
              </a:path>
            </a:pathLst>
          </a:custGeom>
          <a:noFill/>
          <a:ln w="17145">
            <a:solidFill>
              <a:srgbClr val="111111"/>
            </a:solidFill>
            <a:prstDash val="solid"/>
          </a:ln>
        </p:spPr>
      </p:sp>
      <p:sp>
        <p:nvSpPr>
          <p:cNvPr id="126" name="arrow:samdequeue">
            <a:extLst>
              <a:ext uri="{FF2B5EF4-FFF2-40B4-BE49-F238E27FC236}">
                <ns2:creationId id="{6DADE343-3436-4907-A3F0-7E4D93F49E4A}"/>
              </a:ext>
            </a:extLst>
          </p:cNvPr>
          <p:cNvSpPr>
            <a:spLocks noGrp="1"/>
          </p:cNvSpPr>
          <p:nvPr/>
        </p:nvSpPr>
        <p:spPr>
          <a:xfrm>
            <a:off x="15725775" y="75533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7" name="edge:samrun">
            <a:extLst>
              <a:ext uri="{FF2B5EF4-FFF2-40B4-BE49-F238E27FC236}">
                <ns2:creationId id="{23BDE18D-773B-45DC-9470-2A2D4B019F6B}"/>
              </a:ext>
            </a:extLst>
          </p:cNvPr>
          <p:cNvSpPr>
            <a:spLocks noGrp="1"/>
          </p:cNvSpPr>
          <p:nvPr/>
        </p:nvSpPr>
        <p:spPr>
          <a:xfrm>
            <a:off x="15763875" y="8067675"/>
            <a:ext cx="953" cy="352425"/>
          </a:xfrm>
          <a:custGeom>
            <a:pathLst>
              <a:path w="953" h="352425">
                <a:moveTo>
                  <a:pt x="0" y="0"/>
                </a:moveTo>
                <a:lnTo>
                  <a:pt x="0" y="352425"/>
                </a:lnTo>
              </a:path>
            </a:pathLst>
          </a:custGeom>
          <a:noFill/>
          <a:ln w="17145">
            <a:solidFill>
              <a:srgbClr val="111111"/>
            </a:solidFill>
            <a:prstDash val="solid"/>
          </a:ln>
        </p:spPr>
      </p:sp>
      <p:sp>
        <p:nvSpPr>
          <p:cNvPr id="128" name="arrow:samrun">
            <a:extLst>
              <a:ext uri="{FF2B5EF4-FFF2-40B4-BE49-F238E27FC236}">
                <ns2:creationId id="{5AF5C438-2604-4C55-B0EB-DC20708DC05F}"/>
              </a:ext>
            </a:extLst>
          </p:cNvPr>
          <p:cNvSpPr>
            <a:spLocks noGrp="1"/>
          </p:cNvSpPr>
          <p:nvPr/>
        </p:nvSpPr>
        <p:spPr>
          <a:xfrm>
            <a:off x="15725775" y="833437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29" name="edge:samweights">
            <a:extLst>
              <a:ext uri="{FF2B5EF4-FFF2-40B4-BE49-F238E27FC236}">
                <ns2:creationId id="{4FF4ADF2-2CE8-4247-9BA7-9AD9A398A818}"/>
              </a:ext>
            </a:extLst>
          </p:cNvPr>
          <p:cNvSpPr>
            <a:spLocks noGrp="1"/>
          </p:cNvSpPr>
          <p:nvPr/>
        </p:nvSpPr>
        <p:spPr>
          <a:xfrm>
            <a:off x="15049500" y="8848725"/>
            <a:ext cx="953" cy="200025"/>
          </a:xfrm>
          <a:custGeom>
            <a:pathLst>
              <a:path w="953" h="200025">
                <a:moveTo>
                  <a:pt x="0" y="0"/>
                </a:moveTo>
                <a:lnTo>
                  <a:pt x="0" y="200025"/>
                </a:lnTo>
              </a:path>
            </a:pathLst>
          </a:custGeom>
          <a:noFill/>
          <a:ln w="17145">
            <a:solidFill>
              <a:srgbClr val="111111"/>
            </a:solidFill>
            <a:prstDash val="solid"/>
          </a:ln>
        </p:spPr>
      </p:sp>
      <p:sp>
        <p:nvSpPr>
          <p:cNvPr id="130" name="arrow:samweights">
            <a:extLst>
              <a:ext uri="{FF2B5EF4-FFF2-40B4-BE49-F238E27FC236}">
                <ns2:creationId id="{8713313D-0D14-4151-ADEC-206AD8E86656}"/>
              </a:ext>
            </a:extLst>
          </p:cNvPr>
          <p:cNvSpPr>
            <a:spLocks noGrp="1"/>
          </p:cNvSpPr>
          <p:nvPr/>
        </p:nvSpPr>
        <p:spPr>
          <a:xfrm>
            <a:off x="1501140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31" name="edge:samstateflow">
            <a:extLst>
              <a:ext uri="{FF2B5EF4-FFF2-40B4-BE49-F238E27FC236}">
                <ns2:creationId id="{711E90D1-F81F-4724-AB12-13671B981CCD}"/>
              </a:ext>
            </a:extLst>
          </p:cNvPr>
          <p:cNvSpPr>
            <a:spLocks noGrp="1"/>
          </p:cNvSpPr>
          <p:nvPr/>
        </p:nvSpPr>
        <p:spPr>
          <a:xfrm>
            <a:off x="16668750" y="7858125"/>
            <a:ext cx="762000" cy="1190625"/>
          </a:xfrm>
          <a:custGeom>
            <a:pathLst>
              <a:path w="762000" h="1190625">
                <a:moveTo>
                  <a:pt x="190500" y="0"/>
                </a:moveTo>
                <a:lnTo>
                  <a:pt x="762000" y="0"/>
                </a:lnTo>
                <a:lnTo>
                  <a:pt x="762000" y="1095375"/>
                </a:lnTo>
                <a:lnTo>
                  <a:pt x="0" y="1095375"/>
                </a:lnTo>
                <a:lnTo>
                  <a:pt x="0" y="1190625"/>
                </a:lnTo>
              </a:path>
            </a:pathLst>
          </a:custGeom>
          <a:noFill/>
          <a:ln w="17145">
            <a:solidFill>
              <a:srgbClr val="111111"/>
            </a:solidFill>
            <a:prstDash val="solid"/>
          </a:ln>
        </p:spPr>
      </p:sp>
      <p:sp>
        <p:nvSpPr>
          <p:cNvPr id="132" name="arrow:samstateflow">
            <a:extLst>
              <a:ext uri="{FF2B5EF4-FFF2-40B4-BE49-F238E27FC236}">
                <ns2:creationId id="{D27A0BAE-561C-4E74-9D08-320FB646C4BF}"/>
              </a:ext>
            </a:extLst>
          </p:cNvPr>
          <p:cNvSpPr>
            <a:spLocks noGrp="1"/>
          </p:cNvSpPr>
          <p:nvPr/>
        </p:nvSpPr>
        <p:spPr>
          <a:xfrm>
            <a:off x="16630650" y="89630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33" name="edge:saminferreturn">
            <a:extLst>
              <a:ext uri="{FF2B5EF4-FFF2-40B4-BE49-F238E27FC236}">
                <ns2:creationId id="{6A045AD2-DBC6-44DC-B5B3-934BAFB04FD3}"/>
              </a:ext>
            </a:extLst>
          </p:cNvPr>
          <p:cNvSpPr>
            <a:spLocks noGrp="1"/>
          </p:cNvSpPr>
          <p:nvPr/>
        </p:nvSpPr>
        <p:spPr>
          <a:xfrm>
            <a:off x="16525875" y="8067675"/>
            <a:ext cx="953" cy="352425"/>
          </a:xfrm>
          <a:custGeom>
            <a:pathLst>
              <a:path w="953" h="352425">
                <a:moveTo>
                  <a:pt x="0" y="352425"/>
                </a:moveTo>
                <a:lnTo>
                  <a:pt x="0" y="0"/>
                </a:lnTo>
              </a:path>
            </a:pathLst>
          </a:custGeom>
          <a:noFill/>
          <a:ln w="17145">
            <a:solidFill>
              <a:srgbClr val="111111"/>
            </a:solidFill>
            <a:prstDash val="dash"/>
          </a:ln>
        </p:spPr>
      </p:sp>
      <p:sp>
        <p:nvSpPr>
          <p:cNvPr id="134" name="arrow:saminferreturn">
            <a:extLst>
              <a:ext uri="{FF2B5EF4-FFF2-40B4-BE49-F238E27FC236}">
                <ns2:creationId id="{64214AF1-03E3-4745-963D-57AFC6B22004}"/>
              </a:ext>
            </a:extLst>
          </p:cNvPr>
          <p:cNvSpPr>
            <a:spLocks noGrp="1"/>
          </p:cNvSpPr>
          <p:nvPr/>
        </p:nvSpPr>
        <p:spPr>
          <a:xfrm>
            <a:off x="16487775" y="8067675"/>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35" name="edge:samcompletion">
            <a:extLst>
              <a:ext uri="{FF2B5EF4-FFF2-40B4-BE49-F238E27FC236}">
                <ns2:creationId id="{33BE312D-BB5D-4069-8C56-1875D6703675}"/>
              </a:ext>
            </a:extLst>
          </p:cNvPr>
          <p:cNvSpPr>
            <a:spLocks noGrp="1"/>
          </p:cNvSpPr>
          <p:nvPr/>
        </p:nvSpPr>
        <p:spPr>
          <a:xfrm>
            <a:off x="13954125" y="6943725"/>
            <a:ext cx="714375" cy="914400"/>
          </a:xfrm>
          <a:custGeom>
            <a:pathLst>
              <a:path w="714375" h="914400">
                <a:moveTo>
                  <a:pt x="714375" y="914400"/>
                </a:moveTo>
                <a:lnTo>
                  <a:pt x="0" y="914400"/>
                </a:lnTo>
                <a:lnTo>
                  <a:pt x="0" y="0"/>
                </a:lnTo>
                <a:lnTo>
                  <a:pt x="85725" y="0"/>
                </a:lnTo>
              </a:path>
            </a:pathLst>
          </a:custGeom>
          <a:noFill/>
          <a:ln w="17145">
            <a:solidFill>
              <a:srgbClr val="111111"/>
            </a:solidFill>
            <a:prstDash val="dash"/>
          </a:ln>
        </p:spPr>
      </p:sp>
      <p:sp>
        <p:nvSpPr>
          <p:cNvPr id="136" name="arrow:samcompletion">
            <a:extLst>
              <a:ext uri="{FF2B5EF4-FFF2-40B4-BE49-F238E27FC236}">
                <ns2:creationId id="{9B25FC54-2FC0-40B5-924E-4253E576EA63}"/>
              </a:ext>
            </a:extLst>
          </p:cNvPr>
          <p:cNvSpPr>
            <a:spLocks noGrp="1"/>
          </p:cNvSpPr>
          <p:nvPr/>
        </p:nvSpPr>
        <p:spPr>
          <a:xfrm>
            <a:off x="13954125" y="6905625"/>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37" name="edge:r3uirequest">
            <a:extLst>
              <a:ext uri="{FF2B5EF4-FFF2-40B4-BE49-F238E27FC236}">
                <ns2:creationId id="{A87ACD1A-84BE-401E-821F-B1C2AB0AB06A}"/>
              </a:ext>
            </a:extLst>
          </p:cNvPr>
          <p:cNvSpPr>
            <a:spLocks noGrp="1"/>
          </p:cNvSpPr>
          <p:nvPr/>
        </p:nvSpPr>
        <p:spPr>
          <a:xfrm>
            <a:off x="9505950" y="3810000"/>
            <a:ext cx="4686300" cy="3028950"/>
          </a:xfrm>
          <a:custGeom>
            <a:pathLst>
              <a:path w="4686300" h="3028950">
                <a:moveTo>
                  <a:pt x="4686300" y="0"/>
                </a:moveTo>
                <a:lnTo>
                  <a:pt x="4686300" y="1238250"/>
                </a:lnTo>
                <a:lnTo>
                  <a:pt x="0" y="1238250"/>
                </a:lnTo>
                <a:lnTo>
                  <a:pt x="0" y="3028950"/>
                </a:lnTo>
                <a:lnTo>
                  <a:pt x="247650" y="3028950"/>
                </a:lnTo>
              </a:path>
            </a:pathLst>
          </a:custGeom>
          <a:noFill/>
          <a:ln w="17145">
            <a:solidFill>
              <a:srgbClr val="111111"/>
            </a:solidFill>
            <a:prstDash val="solid"/>
          </a:ln>
        </p:spPr>
      </p:sp>
      <p:sp>
        <p:nvSpPr>
          <p:cNvPr id="138" name="arrow:r3uirequest">
            <a:extLst>
              <a:ext uri="{FF2B5EF4-FFF2-40B4-BE49-F238E27FC236}">
                <ns2:creationId id="{72E40953-2948-4118-8057-B4F8EE3E5BC4}"/>
              </a:ext>
            </a:extLst>
          </p:cNvPr>
          <p:cNvSpPr>
            <a:spLocks noGrp="1"/>
          </p:cNvSpPr>
          <p:nvPr/>
        </p:nvSpPr>
        <p:spPr>
          <a:xfrm>
            <a:off x="966787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39" name="label 2 UI 실행">
            <a:extLst>
              <a:ext uri="{FF2B5EF4-FFF2-40B4-BE49-F238E27FC236}">
                <ns2:creationId id="{FB1E0B41-4401-4430-B1F7-AA99B51A0D39}"/>
              </a:ext>
            </a:extLst>
          </p:cNvPr>
          <p:cNvSpPr>
            <a:spLocks noGrp="1"/>
          </p:cNvSpPr>
          <p:nvPr/>
        </p:nvSpPr>
        <p:spPr>
          <a:xfrm>
            <a:off x="9620250" y="4762500"/>
            <a:ext cx="18097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2 UI 실행</a:t>
            </a:r>
            <a:endParaRPr lang="ko-KR">
              <a:latin typeface="Calibri"/>
              <a:ea typeface="Calibri"/>
              <a:cs typeface="Calibri"/>
            </a:endParaRPr>
          </a:p>
        </p:txBody>
      </p:sp>
      <p:sp>
        <p:nvSpPr>
          <p:cNvPr id="140" name="edge:r3uiresponse">
            <a:extLst>
              <a:ext uri="{FF2B5EF4-FFF2-40B4-BE49-F238E27FC236}">
                <ns2:creationId id="{35197EB6-F0F5-450A-AB8F-EFD08B71C407}"/>
              </a:ext>
            </a:extLst>
          </p:cNvPr>
          <p:cNvSpPr>
            <a:spLocks noGrp="1"/>
          </p:cNvSpPr>
          <p:nvPr/>
        </p:nvSpPr>
        <p:spPr>
          <a:xfrm>
            <a:off x="9315450" y="3810000"/>
            <a:ext cx="7877175" cy="3257550"/>
          </a:xfrm>
          <a:custGeom>
            <a:pathLst>
              <a:path w="7877175" h="3257550">
                <a:moveTo>
                  <a:pt x="438150" y="3257550"/>
                </a:moveTo>
                <a:lnTo>
                  <a:pt x="0" y="3257550"/>
                </a:lnTo>
                <a:lnTo>
                  <a:pt x="0" y="1619250"/>
                </a:lnTo>
                <a:lnTo>
                  <a:pt x="7877175" y="1619250"/>
                </a:lnTo>
                <a:lnTo>
                  <a:pt x="7877175" y="0"/>
                </a:lnTo>
              </a:path>
            </a:pathLst>
          </a:custGeom>
          <a:noFill/>
          <a:ln w="17145">
            <a:solidFill>
              <a:srgbClr val="111111"/>
            </a:solidFill>
            <a:prstDash val="dash"/>
          </a:ln>
        </p:spPr>
      </p:sp>
      <p:sp>
        <p:nvSpPr>
          <p:cNvPr id="141" name="arrow:r3uiresponse">
            <a:extLst>
              <a:ext uri="{FF2B5EF4-FFF2-40B4-BE49-F238E27FC236}">
                <ns2:creationId id="{0148B786-A5C7-49EB-8FFA-29128FE417C7}"/>
              </a:ext>
            </a:extLst>
          </p:cNvPr>
          <p:cNvSpPr>
            <a:spLocks noGrp="1"/>
          </p:cNvSpPr>
          <p:nvPr/>
        </p:nvSpPr>
        <p:spPr>
          <a:xfrm>
            <a:off x="17154525"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42" name="label UI 결과 host 반환">
            <a:extLst>
              <a:ext uri="{FF2B5EF4-FFF2-40B4-BE49-F238E27FC236}">
                <ns2:creationId id="{26B3FD58-A782-4304-945B-DD8C27B497D3}"/>
              </a:ext>
            </a:extLst>
          </p:cNvPr>
          <p:cNvSpPr>
            <a:spLocks noGrp="1"/>
          </p:cNvSpPr>
          <p:nvPr/>
        </p:nvSpPr>
        <p:spPr>
          <a:xfrm>
            <a:off x="11430000" y="5467350"/>
            <a:ext cx="2381250"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UI 결과 host 반환</a:t>
            </a:r>
            <a:endParaRPr lang="ko-KR">
              <a:latin typeface="Calibri"/>
              <a:ea typeface="Calibri"/>
              <a:cs typeface="Calibri"/>
            </a:endParaRPr>
          </a:p>
        </p:txBody>
      </p:sp>
      <p:sp>
        <p:nvSpPr>
          <p:cNvPr id="143" name="edge:r3samrequest">
            <a:extLst>
              <a:ext uri="{FF2B5EF4-FFF2-40B4-BE49-F238E27FC236}">
                <ns2:creationId id="{87732B95-FEFD-4E2F-B084-235EDB76381C}"/>
              </a:ext>
            </a:extLst>
          </p:cNvPr>
          <p:cNvSpPr>
            <a:spLocks noGrp="1"/>
          </p:cNvSpPr>
          <p:nvPr/>
        </p:nvSpPr>
        <p:spPr>
          <a:xfrm>
            <a:off x="13792200" y="3581400"/>
            <a:ext cx="3790950" cy="3257550"/>
          </a:xfrm>
          <a:custGeom>
            <a:pathLst>
              <a:path w="3790950" h="3257550">
                <a:moveTo>
                  <a:pt x="3600450" y="0"/>
                </a:moveTo>
                <a:lnTo>
                  <a:pt x="3790950" y="0"/>
                </a:lnTo>
                <a:lnTo>
                  <a:pt x="3790950" y="2228850"/>
                </a:lnTo>
                <a:lnTo>
                  <a:pt x="0" y="2228850"/>
                </a:lnTo>
                <a:lnTo>
                  <a:pt x="0" y="3257550"/>
                </a:lnTo>
                <a:lnTo>
                  <a:pt x="247650" y="3257550"/>
                </a:lnTo>
              </a:path>
            </a:pathLst>
          </a:custGeom>
          <a:noFill/>
          <a:ln w="17145">
            <a:solidFill>
              <a:srgbClr val="111111"/>
            </a:solidFill>
            <a:prstDash val="solid"/>
          </a:ln>
        </p:spPr>
      </p:sp>
      <p:sp>
        <p:nvSpPr>
          <p:cNvPr id="144" name="arrow:r3samrequest">
            <a:extLst>
              <a:ext uri="{FF2B5EF4-FFF2-40B4-BE49-F238E27FC236}">
                <ns2:creationId id="{7C2C3139-6754-4792-AE5A-EEE26C0CDDDD}"/>
              </a:ext>
            </a:extLst>
          </p:cNvPr>
          <p:cNvSpPr>
            <a:spLocks noGrp="1"/>
          </p:cNvSpPr>
          <p:nvPr/>
        </p:nvSpPr>
        <p:spPr>
          <a:xfrm>
            <a:off x="13954125" y="68008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145" name="label 5 UI 결과로 seed 확정 후 필요한 SAM 실행">
            <a:extLst>
              <a:ext uri="{FF2B5EF4-FFF2-40B4-BE49-F238E27FC236}">
                <ns2:creationId id="{A7309D50-4026-4C24-8110-2DF3DDAA33C4}"/>
              </a:ext>
            </a:extLst>
          </p:cNvPr>
          <p:cNvSpPr>
            <a:spLocks noGrp="1"/>
          </p:cNvSpPr>
          <p:nvPr/>
        </p:nvSpPr>
        <p:spPr>
          <a:xfrm>
            <a:off x="13954125" y="5524500"/>
            <a:ext cx="3524250" cy="2667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5 UI 결과로 seed 확정 후 필요한 SAM 실행</a:t>
            </a:r>
            <a:endParaRPr lang="ko-KR">
              <a:latin typeface="Calibri"/>
              <a:ea typeface="Calibri"/>
              <a:cs typeface="Calibri"/>
            </a:endParaRPr>
          </a:p>
        </p:txBody>
      </p:sp>
      <p:sp>
        <p:nvSpPr>
          <p:cNvPr id="146" name="edge:r3samresponse">
            <a:extLst>
              <a:ext uri="{FF2B5EF4-FFF2-40B4-BE49-F238E27FC236}">
                <ns2:creationId id="{6B65DAFB-8242-4D54-890B-DCD0B37DBCD3}"/>
              </a:ext>
            </a:extLst>
          </p:cNvPr>
          <p:cNvSpPr>
            <a:spLocks noGrp="1"/>
          </p:cNvSpPr>
          <p:nvPr/>
        </p:nvSpPr>
        <p:spPr>
          <a:xfrm>
            <a:off x="13601700" y="3810000"/>
            <a:ext cx="3448050" cy="3257550"/>
          </a:xfrm>
          <a:custGeom>
            <a:pathLst>
              <a:path w="3448050" h="3257550">
                <a:moveTo>
                  <a:pt x="438150" y="3257550"/>
                </a:moveTo>
                <a:lnTo>
                  <a:pt x="0" y="3257550"/>
                </a:lnTo>
                <a:lnTo>
                  <a:pt x="0" y="1428750"/>
                </a:lnTo>
                <a:lnTo>
                  <a:pt x="3448050" y="1428750"/>
                </a:lnTo>
                <a:lnTo>
                  <a:pt x="3448050" y="0"/>
                </a:lnTo>
              </a:path>
            </a:pathLst>
          </a:custGeom>
          <a:noFill/>
          <a:ln w="17145">
            <a:solidFill>
              <a:srgbClr val="111111"/>
            </a:solidFill>
            <a:prstDash val="dash"/>
          </a:ln>
        </p:spPr>
      </p:sp>
      <p:sp>
        <p:nvSpPr>
          <p:cNvPr id="147" name="arrow:r3samresponse">
            <a:extLst>
              <a:ext uri="{FF2B5EF4-FFF2-40B4-BE49-F238E27FC236}">
                <ns2:creationId id="{EB4F4AFC-E9F9-49D2-AD44-90E39A858509}"/>
              </a:ext>
            </a:extLst>
          </p:cNvPr>
          <p:cNvSpPr>
            <a:spLocks noGrp="1"/>
          </p:cNvSpPr>
          <p:nvPr/>
        </p:nvSpPr>
        <p:spPr>
          <a:xfrm>
            <a:off x="17011650" y="3810000"/>
            <a:ext cx="76200" cy="85725"/>
          </a:xfrm>
          <a:custGeom>
            <a:pathLst>
              <a:path w="76200" h="85725">
                <a:moveTo>
                  <a:pt x="38100" y="0"/>
                </a:moveTo>
                <a:lnTo>
                  <a:pt x="0" y="85725"/>
                </a:lnTo>
                <a:lnTo>
                  <a:pt x="76200" y="85725"/>
                </a:lnTo>
                <a:close/>
              </a:path>
            </a:pathLst>
          </a:custGeom>
          <a:solidFill>
            <a:srgbClr val="111111"/>
          </a:solidFill>
          <a:ln w="3810">
            <a:solidFill>
              <a:srgbClr val="111111"/>
            </a:solidFill>
          </a:ln>
        </p:spPr>
      </p:sp>
      <p:sp>
        <p:nvSpPr>
          <p:cNvPr id="148" name="label SAM 결과">
            <a:extLst>
              <a:ext uri="{FF2B5EF4-FFF2-40B4-BE49-F238E27FC236}">
                <ns2:creationId id="{7E1B154E-2259-4F05-A22A-32196D7252F1}"/>
              </a:ext>
            </a:extLst>
          </p:cNvPr>
          <p:cNvSpPr>
            <a:spLocks noGrp="1"/>
          </p:cNvSpPr>
          <p:nvPr/>
        </p:nvSpPr>
        <p:spPr>
          <a:xfrm>
            <a:off x="15220950" y="4933950"/>
            <a:ext cx="1552575" cy="26670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SAM 결과</a:t>
            </a:r>
            <a:endParaRPr lang="ko-KR">
              <a:latin typeface="Calibri"/>
              <a:ea typeface="Calibri"/>
              <a:cs typeface="Calibri"/>
            </a:endParaRPr>
          </a:p>
        </p:txBody>
      </p:sp>
      <p:sp>
        <p:nvSpPr>
          <p:cNvPr id="149" name="label 제목칸 상자: Component    둥근 상자: Module    원통: 저장소    회색 점선: process    실선: 요청    점선: 반환">
            <a:extLst>
              <a:ext uri="{FF2B5EF4-FFF2-40B4-BE49-F238E27FC236}">
                <ns2:creationId id="{007AE5C3-762D-49AF-BAB4-AFA397D90F07}"/>
              </a:ext>
            </a:extLst>
          </p:cNvPr>
          <p:cNvSpPr>
            <a:spLocks noGrp="1"/>
          </p:cNvSpPr>
          <p:nvPr/>
        </p:nvSpPr>
        <p:spPr>
          <a:xfrm>
            <a:off x="571500" y="9753600"/>
            <a:ext cx="17145000" cy="247650"/>
          </a:xfrm>
          <a:prstGeom prst="rect">
            <a:avLst/>
          </a:prstGeom>
          <a:noFill/>
          <a:ln w="0">
            <a:noFill/>
          </a:ln>
        </p:spPr>
        <p:txBody>
          <a:bodyPr wrap="none" lIns="47625" tIns="19050" rIns="47625" bIns="1905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제목칸 상자: Component    둥근 상자: Module    원통: 저장소    회색 점선: process    실선: 요청    점선: 반환</a:t>
            </a:r>
            <a:endParaRPr lang="ko-KR">
              <a:latin typeface="Calibri"/>
              <a:ea typeface="Calibri"/>
              <a:cs typeface="Calibri"/>
            </a:endParaRPr>
          </a:p>
        </p:txBody>
      </p:sp>
    </p:spTree>
    <p:extLst>
      <p:ext uri="{BB962C8B-B14F-4D97-AF65-F5344CB8AC3E}">
        <p14:creationId val="1955892598"/>
      </p:ext>
    </p:extLst>
  </p:cSld>
</p:sld>
</file>

<file path=ppt/slides/slide5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label DP3. CPU 실행과 상태 수명">
            <a:extLst>
              <a:ext uri="{FF2B5EF4-FFF2-40B4-BE49-F238E27FC236}">
                <ns2:creationId id="{3AAFF11C-EBCD-4EBD-A1EE-91C3546E3DF5}"/>
              </a:ext>
            </a:extLst>
          </p:cNvPr>
          <p:cNvSpPr>
            <a:spLocks noGrp="1"/>
          </p:cNvSpPr>
          <p:nvPr/>
        </p:nvSpPr>
        <p:spPr>
          <a:xfrm>
            <a:off x="571500" y="276225"/>
            <a:ext cx="10858500" cy="647700"/>
          </a:xfrm>
          <a:prstGeom prst="rect">
            <a:avLst/>
          </a:prstGeom>
          <a:noFill/>
          <a:ln w="0">
            <a:noFill/>
          </a:ln>
        </p:spPr>
        <p:txBody>
          <a:bodyPr wrap="none" lIns="47625" tIns="19050" rIns="47625" bIns="19050" anchor="ctr">
            <a:noAutofit/>
          </a:bodyPr>
          <a:lstStyle>
            <a:defPPr algn="l">
              <a:defRPr sz="3300" b="1" lang="ko-KR">
                <a:solidFill>
                  <a:srgbClr val="111111"/>
                </a:solidFill>
                <a:latin typeface="Calibri"/>
                <a:ea typeface="Calibri"/>
                <a:cs typeface="Calibri"/>
              </a:defRPr>
            </a:defPPr>
            <a:lvl1pPr algn="l">
              <a:defRPr sz="3300" b="1" lang="ko-KR">
                <a:solidFill>
                  <a:srgbClr val="111111"/>
                </a:solidFill>
                <a:latin typeface="Calibri"/>
                <a:ea typeface="Calibri"/>
                <a:cs typeface="Calibri"/>
              </a:defRPr>
            </a:lvl1pPr>
            <a:lvl2pPr algn="l">
              <a:defRPr sz="3300" b="1" lang="ko-KR">
                <a:solidFill>
                  <a:srgbClr val="111111"/>
                </a:solidFill>
                <a:latin typeface="Calibri"/>
                <a:ea typeface="Calibri"/>
                <a:cs typeface="Calibri"/>
              </a:defRPr>
            </a:lvl2pPr>
            <a:lvl3pPr algn="l">
              <a:defRPr sz="3300" b="1" lang="ko-KR">
                <a:solidFill>
                  <a:srgbClr val="111111"/>
                </a:solidFill>
                <a:latin typeface="Calibri"/>
                <a:ea typeface="Calibri"/>
                <a:cs typeface="Calibri"/>
              </a:defRPr>
            </a:lvl3pPr>
            <a:lvl4pPr algn="l">
              <a:defRPr sz="3300" b="1" lang="ko-KR">
                <a:solidFill>
                  <a:srgbClr val="111111"/>
                </a:solidFill>
                <a:latin typeface="Calibri"/>
                <a:ea typeface="Calibri"/>
                <a:cs typeface="Calibri"/>
              </a:defRPr>
            </a:lvl4pPr>
            <a:lvl5pPr algn="l">
              <a:defRPr sz="3300" b="1" lang="ko-KR">
                <a:solidFill>
                  <a:srgbClr val="111111"/>
                </a:solidFill>
                <a:latin typeface="Calibri"/>
                <a:ea typeface="Calibri"/>
                <a:cs typeface="Calibri"/>
              </a:defRPr>
            </a:lvl5pPr>
            <a:lvl6pPr algn="l">
              <a:defRPr sz="3300" b="1" lang="ko-KR">
                <a:solidFill>
                  <a:srgbClr val="111111"/>
                </a:solidFill>
                <a:latin typeface="Calibri"/>
                <a:ea typeface="Calibri"/>
                <a:cs typeface="Calibri"/>
              </a:defRPr>
            </a:lvl6pPr>
            <a:lvl7pPr algn="l">
              <a:defRPr sz="3300" b="1" lang="ko-KR">
                <a:solidFill>
                  <a:srgbClr val="111111"/>
                </a:solidFill>
                <a:latin typeface="Calibri"/>
                <a:ea typeface="Calibri"/>
                <a:cs typeface="Calibri"/>
              </a:defRPr>
            </a:lvl7pPr>
            <a:lvl8pPr algn="l">
              <a:defRPr sz="3300" b="1" lang="ko-KR">
                <a:solidFill>
                  <a:srgbClr val="111111"/>
                </a:solidFill>
                <a:latin typeface="Calibri"/>
                <a:ea typeface="Calibri"/>
                <a:cs typeface="Calibri"/>
              </a:defRPr>
            </a:lvl8pPr>
            <a:lvl9pPr algn="l">
              <a:defRPr sz="3300" b="1" lang="ko-KR">
                <a:solidFill>
                  <a:srgbClr val="111111"/>
                </a:solidFill>
                <a:latin typeface="Calibri"/>
                <a:ea typeface="Calibri"/>
                <a:cs typeface="Calibri"/>
              </a:defRPr>
            </a:lvl9pPr>
          </a:lstStyle>
          <a:p>
            <a:pPr algn="l">
              <a:defRPr sz="3300" b="1" lang="ko-KR">
                <a:solidFill>
                  <a:srgbClr val="111111"/>
                </a:solidFill>
                <a:latin typeface="Calibri"/>
                <a:ea typeface="Calibri"/>
                <a:cs typeface="Calibri"/>
              </a:defRPr>
            </a:pPr>
            <a:r>
              <a:rPr sz="3300" b="1" lang="ko-KR">
                <a:solidFill>
                  <a:srgbClr val="111111"/>
                </a:solidFill>
                <a:latin typeface="Calibri"/>
                <a:ea typeface="Calibri"/>
                <a:cs typeface="Calibri"/>
              </a:rPr>
              <a:t>DP3. CPU 실행과 상태 수명</a:t>
            </a:r>
            <a:endParaRPr lang="ko-KR">
              <a:latin typeface="Calibri"/>
              <a:ea typeface="Calibri"/>
              <a:cs typeface="Calibri"/>
            </a:endParaRPr>
          </a:p>
        </p:txBody>
      </p:sp>
      <p:sp>
        <p:nvSpPr>
          <p:cNvPr id="2" name="stage 0">
            <a:extLst>
              <a:ext uri="{FF2B5EF4-FFF2-40B4-BE49-F238E27FC236}">
                <ns2:creationId id="{8EC06CA8-A526-4B6D-94B7-CFCC78480889}"/>
              </a:ext>
            </a:extLst>
          </p:cNvPr>
          <p:cNvSpPr>
            <a:spLocks noGrp="1"/>
          </p:cNvSpPr>
          <p:nvPr/>
        </p:nvSpPr>
        <p:spPr>
          <a:xfrm>
            <a:off x="115252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3" name="stage 1">
            <a:extLst>
              <a:ext uri="{FF2B5EF4-FFF2-40B4-BE49-F238E27FC236}">
                <ns2:creationId id="{547FFCDF-5355-46CD-995C-B56A45671B7A}"/>
              </a:ext>
            </a:extLst>
          </p:cNvPr>
          <p:cNvSpPr>
            <a:spLocks noGrp="1"/>
          </p:cNvSpPr>
          <p:nvPr/>
        </p:nvSpPr>
        <p:spPr>
          <a:xfrm>
            <a:off x="128016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4" name="stage 2">
            <a:extLst>
              <a:ext uri="{FF2B5EF4-FFF2-40B4-BE49-F238E27FC236}">
                <ns2:creationId id="{E0CFF06D-7FAD-4714-BC8B-734715199BE1}"/>
              </a:ext>
            </a:extLst>
          </p:cNvPr>
          <p:cNvSpPr>
            <a:spLocks noGrp="1"/>
          </p:cNvSpPr>
          <p:nvPr/>
        </p:nvSpPr>
        <p:spPr>
          <a:xfrm>
            <a:off x="14077950" y="314325"/>
            <a:ext cx="1362075" cy="419100"/>
          </a:xfrm>
          <a:prstGeom prst="chevron">
            <a:avLst/>
          </a:prstGeom>
          <a:solidFill>
            <a:srgbClr val="35A8CD"/>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5" name="stage 3">
            <a:extLst>
              <a:ext uri="{FF2B5EF4-FFF2-40B4-BE49-F238E27FC236}">
                <ns2:creationId id="{E717FA31-DAB5-4B1F-91EB-3AD788473D2F}"/>
              </a:ext>
            </a:extLst>
          </p:cNvPr>
          <p:cNvSpPr>
            <a:spLocks noGrp="1"/>
          </p:cNvSpPr>
          <p:nvPr/>
        </p:nvSpPr>
        <p:spPr>
          <a:xfrm>
            <a:off x="1535430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6" name="stage 4">
            <a:extLst>
              <a:ext uri="{FF2B5EF4-FFF2-40B4-BE49-F238E27FC236}">
                <ns2:creationId id="{3B92BF44-A35C-433B-9491-986EBDDCD22C}"/>
              </a:ext>
            </a:extLst>
          </p:cNvPr>
          <p:cNvSpPr>
            <a:spLocks noGrp="1"/>
          </p:cNvSpPr>
          <p:nvPr/>
        </p:nvSpPr>
        <p:spPr>
          <a:xfrm>
            <a:off x="16630650" y="314325"/>
            <a:ext cx="1362075" cy="419100"/>
          </a:xfrm>
          <a:prstGeom prst="chevron">
            <a:avLst/>
          </a:prstGeom>
          <a:solidFill>
            <a:srgbClr val="98999B"/>
          </a:solidFill>
          <a:ln w="16193">
            <a:solidFill>
              <a:srgbClr val="FFFFFF"/>
            </a:solidFill>
          </a:ln>
        </p:spPr>
        <p:txBody>
          <a:bodyPr wrap="none" lIns="47625" tIns="19050" rIns="47625" bIns="1905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7" name="header line">
            <a:extLst>
              <a:ext uri="{FF2B5EF4-FFF2-40B4-BE49-F238E27FC236}">
                <ns2:creationId id="{2A06FC17-92BD-4E0B-922B-E9FAD3D8305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8" name="label 모델 회수와 영상 상태 종료는 별도 명령 / R1과 R2의 코드 배치는 같고 세션 유지 정책이 다름">
            <a:extLst>
              <a:ext uri="{FF2B5EF4-FFF2-40B4-BE49-F238E27FC236}">
                <ns2:creationId id="{9482A756-FE69-49A8-AF1D-7AFD69FD4AD5}"/>
              </a:ext>
            </a:extLst>
          </p:cNvPr>
          <p:cNvSpPr>
            <a:spLocks noGrp="1"/>
          </p:cNvSpPr>
          <p:nvPr/>
        </p:nvSpPr>
        <p:spPr>
          <a:xfrm>
            <a:off x="571500" y="1228725"/>
            <a:ext cx="17145000" cy="447675"/>
          </a:xfrm>
          <a:prstGeom prst="rect">
            <a:avLst/>
          </a:prstGeom>
          <a:noFill/>
          <a:ln w="0">
            <a:noFill/>
          </a:ln>
        </p:spPr>
        <p:txBody>
          <a:bodyPr wrap="none" lIns="47625" tIns="19050" rIns="47625" bIns="1905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모델 회수와 영상 상태 종료는 별도 명령 / R1과 R2의 코드 배치는 같고 세션 유지 정책이 다름</a:t>
            </a:r>
            <a:endParaRPr lang="ko-KR">
              <a:latin typeface="Calibri"/>
              <a:ea typeface="Calibri"/>
              <a:cs typeface="Calibri"/>
            </a:endParaRPr>
          </a:p>
        </p:txBody>
      </p:sp>
      <p:sp>
        <p:nvSpPr>
          <p:cNvPr id="9" name="Continuous slide number">
            <a:extLst>
              <a:ext uri="{FF2B5EF4-FFF2-40B4-BE49-F238E27FC236}">
                <ns2:creationId id="{5F400430-36DB-4A77-ABF1-12C2F6E9A3BC}"/>
              </a:ext>
            </a:extLst>
          </p:cNvPr>
          <p:cNvSpPr>
            <a:spLocks noGrp="1"/>
          </p:cNvSpPr>
          <p:nvPr/>
        </p:nvSpPr>
        <p:spPr>
          <a:xfrm>
            <a:off x="17487900" y="10020300"/>
            <a:ext cx="590550" cy="200025"/>
          </a:xfrm>
          <a:prstGeom prst="rect">
            <a:avLst/>
          </a:prstGeom>
          <a:noFill/>
          <a:ln w="0">
            <a:noFill/>
          </a:ln>
        </p:spPr>
        <p:txBody>
          <a:bodyPr wrap="none" lIns="47625" tIns="19050" rIns="47625" bIns="1905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29</a:t>
            </a:r>
            <a:endParaRPr lang="ko-KR">
              <a:latin typeface="Calibri"/>
              <a:ea typeface="Calibri"/>
              <a:cs typeface="Calibri"/>
            </a:endParaRPr>
          </a:p>
        </p:txBody>
      </p:sp>
      <p:sp>
        <p:nvSpPr>
          <p:cNvPr id="10" name="node:lifehost">
            <a:extLst>
              <a:ext uri="{FF2B5EF4-FFF2-40B4-BE49-F238E27FC236}">
                <ns2:creationId id="{7ADDB857-3AF8-4C24-B4E5-38359E621F70}"/>
              </a:ext>
            </a:extLst>
          </p:cNvPr>
          <p:cNvSpPr>
            <a:spLocks noGrp="1"/>
          </p:cNvSpPr>
          <p:nvPr/>
        </p:nvSpPr>
        <p:spPr>
          <a:xfrm>
            <a:off x="571500" y="2047875"/>
            <a:ext cx="4191000" cy="3619500"/>
          </a:xfrm>
          <a:prstGeom prst="rect">
            <a:avLst/>
          </a:prstGeom>
          <a:noFill/>
          <a:ln w="17145">
            <a:solidFill>
              <a:srgbClr val="72777D"/>
            </a:solidFill>
            <a:prstDash val="dash"/>
          </a:ln>
        </p:spPr>
        <p:txBody>
          <a:bodyPr wrap="none" lIns="114300" tIns="19050" rIns="76200" bIns="331470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VIA Host process</a:t>
            </a:r>
            <a:endParaRPr lang="ko-KR">
              <a:latin typeface="Calibri"/>
              <a:ea typeface="Calibri"/>
              <a:cs typeface="Calibri"/>
            </a:endParaRPr>
          </a:p>
        </p:txBody>
      </p:sp>
      <p:sp>
        <p:nvSpPr>
          <p:cNvPr id="11" name="node:lifema">
            <a:extLst>
              <a:ext uri="{FF2B5EF4-FFF2-40B4-BE49-F238E27FC236}">
                <ns2:creationId id="{5FF4D5FD-BD1F-4121-8195-006F075308C1}"/>
              </a:ext>
            </a:extLst>
          </p:cNvPr>
          <p:cNvSpPr>
            <a:spLocks noGrp="1"/>
          </p:cNvSpPr>
          <p:nvPr/>
        </p:nvSpPr>
        <p:spPr>
          <a:xfrm>
            <a:off x="742950" y="2457450"/>
            <a:ext cx="3848100" cy="3009900"/>
          </a:xfrm>
          <a:prstGeom prst="rect">
            <a:avLst/>
          </a:prstGeom>
          <a:solidFill>
            <a:srgbClr val="FFF6DD"/>
          </a:solidFill>
          <a:ln w="16193">
            <a:solidFill>
              <a:srgbClr val="111111"/>
            </a:solidFill>
          </a:ln>
        </p:spPr>
        <p:txBody>
          <a:bodyPr wrap="none" lIns="47625" tIns="19050" rIns="47625" bIns="26670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12" name="divider lifema">
            <a:extLst>
              <a:ext uri="{FF2B5EF4-FFF2-40B4-BE49-F238E27FC236}">
                <ns2:creationId id="{1E34E2F1-30BB-4AF9-91FB-B6A57B483141}"/>
              </a:ext>
            </a:extLst>
          </p:cNvPr>
          <p:cNvSpPr>
            <a:spLocks noGrp="1"/>
          </p:cNvSpPr>
          <p:nvPr/>
        </p:nvSpPr>
        <p:spPr>
          <a:xfrm>
            <a:off x="742950" y="2819400"/>
            <a:ext cx="3848100" cy="953"/>
          </a:xfrm>
          <a:custGeom>
            <a:pathLst>
              <a:path w="3848100" h="953">
                <a:moveTo>
                  <a:pt x="0" y="0"/>
                </a:moveTo>
                <a:lnTo>
                  <a:pt x="3848100" y="0"/>
                </a:lnTo>
              </a:path>
            </a:pathLst>
          </a:custGeom>
          <a:noFill/>
          <a:ln w="9525">
            <a:solidFill>
              <a:srgbClr val="111111"/>
            </a:solidFill>
            <a:prstDash val="solid"/>
          </a:ln>
        </p:spPr>
      </p:sp>
      <p:sp>
        <p:nvSpPr>
          <p:cNvPr id="13" name="node:lifecontrol">
            <a:extLst>
              <a:ext uri="{FF2B5EF4-FFF2-40B4-BE49-F238E27FC236}">
                <ns2:creationId id="{C23DBE49-C84B-46E2-887D-DF71B97791F0}"/>
              </a:ext>
            </a:extLst>
          </p:cNvPr>
          <p:cNvSpPr>
            <a:spLocks noGrp="1"/>
          </p:cNvSpPr>
          <p:nvPr/>
        </p:nvSpPr>
        <p:spPr>
          <a:xfrm>
            <a:off x="952500" y="2962275"/>
            <a:ext cx="3429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로컬 실행 제어기</a:t>
            </a:r>
            <a:endParaRPr lang="ko-KR">
              <a:latin typeface="Calibri"/>
              <a:ea typeface="Calibri"/>
              <a:cs typeface="Calibri"/>
            </a:endParaRPr>
          </a:p>
        </p:txBody>
      </p:sp>
      <p:sp>
        <p:nvSpPr>
          <p:cNvPr id="14" name="node:lifejobs">
            <a:extLst>
              <a:ext uri="{FF2B5EF4-FFF2-40B4-BE49-F238E27FC236}">
                <ns2:creationId id="{44BA0177-EEE3-4D14-AF12-4EF9017F7FFC}"/>
              </a:ext>
            </a:extLst>
          </p:cNvPr>
          <p:cNvSpPr>
            <a:spLocks noGrp="1"/>
          </p:cNvSpPr>
          <p:nvPr/>
        </p:nvSpPr>
        <p:spPr>
          <a:xfrm>
            <a:off x="952500" y="4429125"/>
            <a:ext cx="3429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작업과 실행 세대 (RAM)</a:t>
            </a:r>
            <a:endParaRPr lang="ko-KR">
              <a:latin typeface="Calibri"/>
              <a:ea typeface="Calibri"/>
              <a:cs typeface="Calibri"/>
            </a:endParaRPr>
          </a:p>
        </p:txBody>
      </p:sp>
      <p:sp>
        <p:nvSpPr>
          <p:cNvPr id="15" name="edge:lifejobwrite">
            <a:extLst>
              <a:ext uri="{FF2B5EF4-FFF2-40B4-BE49-F238E27FC236}">
                <ns2:creationId id="{8DF98B72-FC8C-4FB8-AFC2-462BF73D1C2F}"/>
              </a:ext>
            </a:extLst>
          </p:cNvPr>
          <p:cNvSpPr>
            <a:spLocks noGrp="1"/>
          </p:cNvSpPr>
          <p:nvPr/>
        </p:nvSpPr>
        <p:spPr>
          <a:xfrm>
            <a:off x="1143000" y="3533775"/>
            <a:ext cx="953" cy="895350"/>
          </a:xfrm>
          <a:custGeom>
            <a:pathLst>
              <a:path w="953" h="895350">
                <a:moveTo>
                  <a:pt x="0" y="0"/>
                </a:moveTo>
                <a:lnTo>
                  <a:pt x="0" y="895350"/>
                </a:lnTo>
              </a:path>
            </a:pathLst>
          </a:custGeom>
          <a:noFill/>
          <a:ln w="17145">
            <a:solidFill>
              <a:srgbClr val="111111"/>
            </a:solidFill>
            <a:prstDash val="solid"/>
          </a:ln>
        </p:spPr>
      </p:sp>
      <p:sp>
        <p:nvSpPr>
          <p:cNvPr id="16" name="arrow:lifejobwrite">
            <a:extLst>
              <a:ext uri="{FF2B5EF4-FFF2-40B4-BE49-F238E27FC236}">
                <ns2:creationId id="{070FB6F5-5A07-4D79-BFEB-FC03D3270679}"/>
              </a:ext>
            </a:extLst>
          </p:cNvPr>
          <p:cNvSpPr>
            <a:spLocks noGrp="1"/>
          </p:cNvSpPr>
          <p:nvPr/>
        </p:nvSpPr>
        <p:spPr>
          <a:xfrm>
            <a:off x="1104900" y="4343400"/>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17" name="label 작업 / 취소 / 버전 확인">
            <a:extLst>
              <a:ext uri="{FF2B5EF4-FFF2-40B4-BE49-F238E27FC236}">
                <ns2:creationId id="{E54ADA4F-AB92-4C14-839E-B8DD5FEBD356}"/>
              </a:ext>
            </a:extLst>
          </p:cNvPr>
          <p:cNvSpPr>
            <a:spLocks noGrp="1"/>
          </p:cNvSpPr>
          <p:nvPr/>
        </p:nvSpPr>
        <p:spPr>
          <a:xfrm>
            <a:off x="1333500" y="3829050"/>
            <a:ext cx="2952750" cy="266700"/>
          </a:xfrm>
          <a:prstGeom prst="rect">
            <a:avLst/>
          </a:prstGeom>
          <a:solidFill>
            <a:srgbClr val="FFFFFF"/>
          </a:solidFill>
          <a:ln w="0">
            <a:noFill/>
          </a:ln>
        </p:spPr>
        <p:txBody>
          <a:bodyPr wrap="none" lIns="47625" tIns="19050" rIns="47625" bIns="1905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작업 / 취소 / 버전 확인</a:t>
            </a:r>
            <a:endParaRPr lang="ko-KR">
              <a:latin typeface="Calibri"/>
              <a:ea typeface="Calibri"/>
              <a:cs typeface="Calibri"/>
            </a:endParaRPr>
          </a:p>
        </p:txBody>
      </p:sp>
      <p:sp>
        <p:nvSpPr>
          <p:cNvPr id="18" name="node:lifeworker">
            <a:extLst>
              <a:ext uri="{FF2B5EF4-FFF2-40B4-BE49-F238E27FC236}">
                <ns2:creationId id="{51D32AC8-FAEE-4D8A-95B3-2495F40686D9}"/>
              </a:ext>
            </a:extLst>
          </p:cNvPr>
          <p:cNvSpPr>
            <a:spLocks noGrp="1"/>
          </p:cNvSpPr>
          <p:nvPr/>
        </p:nvSpPr>
        <p:spPr>
          <a:xfrm>
            <a:off x="7000875" y="2047875"/>
            <a:ext cx="10715625" cy="3619500"/>
          </a:xfrm>
          <a:prstGeom prst="rect">
            <a:avLst/>
          </a:prstGeom>
          <a:noFill/>
          <a:ln w="17145">
            <a:solidFill>
              <a:srgbClr val="72777D"/>
            </a:solidFill>
            <a:prstDash val="dash"/>
          </a:ln>
        </p:spPr>
        <p:txBody>
          <a:bodyPr wrap="none" lIns="114300" tIns="19050" rIns="76200" bIns="3314700" anchor="ctr">
            <a:noAutofit/>
          </a:bodyPr>
          <a:lstStyle>
            <a:defPPr algn="l">
              <a:defRPr sz="1800" b="1" lang="ko-KR">
                <a:solidFill>
                  <a:srgbClr val="555B61"/>
                </a:solidFill>
                <a:latin typeface="Calibri"/>
                <a:ea typeface="Calibri"/>
                <a:cs typeface="Calibri"/>
              </a:defRPr>
            </a:defPPr>
            <a:lvl1pPr algn="l">
              <a:defRPr sz="1800" b="1" lang="ko-KR">
                <a:solidFill>
                  <a:srgbClr val="555B61"/>
                </a:solidFill>
                <a:latin typeface="Calibri"/>
                <a:ea typeface="Calibri"/>
                <a:cs typeface="Calibri"/>
              </a:defRPr>
            </a:lvl1pPr>
            <a:lvl2pPr algn="l">
              <a:defRPr sz="1800" b="1" lang="ko-KR">
                <a:solidFill>
                  <a:srgbClr val="555B61"/>
                </a:solidFill>
                <a:latin typeface="Calibri"/>
                <a:ea typeface="Calibri"/>
                <a:cs typeface="Calibri"/>
              </a:defRPr>
            </a:lvl2pPr>
            <a:lvl3pPr algn="l">
              <a:defRPr sz="1800" b="1" lang="ko-KR">
                <a:solidFill>
                  <a:srgbClr val="555B61"/>
                </a:solidFill>
                <a:latin typeface="Calibri"/>
                <a:ea typeface="Calibri"/>
                <a:cs typeface="Calibri"/>
              </a:defRPr>
            </a:lvl3pPr>
            <a:lvl4pPr algn="l">
              <a:defRPr sz="1800" b="1" lang="ko-KR">
                <a:solidFill>
                  <a:srgbClr val="555B61"/>
                </a:solidFill>
                <a:latin typeface="Calibri"/>
                <a:ea typeface="Calibri"/>
                <a:cs typeface="Calibri"/>
              </a:defRPr>
            </a:lvl4pPr>
            <a:lvl5pPr algn="l">
              <a:defRPr sz="1800" b="1" lang="ko-KR">
                <a:solidFill>
                  <a:srgbClr val="555B61"/>
                </a:solidFill>
                <a:latin typeface="Calibri"/>
                <a:ea typeface="Calibri"/>
                <a:cs typeface="Calibri"/>
              </a:defRPr>
            </a:lvl5pPr>
            <a:lvl6pPr algn="l">
              <a:defRPr sz="1800" b="1" lang="ko-KR">
                <a:solidFill>
                  <a:srgbClr val="555B61"/>
                </a:solidFill>
                <a:latin typeface="Calibri"/>
                <a:ea typeface="Calibri"/>
                <a:cs typeface="Calibri"/>
              </a:defRPr>
            </a:lvl6pPr>
            <a:lvl7pPr algn="l">
              <a:defRPr sz="1800" b="1" lang="ko-KR">
                <a:solidFill>
                  <a:srgbClr val="555B61"/>
                </a:solidFill>
                <a:latin typeface="Calibri"/>
                <a:ea typeface="Calibri"/>
                <a:cs typeface="Calibri"/>
              </a:defRPr>
            </a:lvl7pPr>
            <a:lvl8pPr algn="l">
              <a:defRPr sz="1800" b="1" lang="ko-KR">
                <a:solidFill>
                  <a:srgbClr val="555B61"/>
                </a:solidFill>
                <a:latin typeface="Calibri"/>
                <a:ea typeface="Calibri"/>
                <a:cs typeface="Calibri"/>
              </a:defRPr>
            </a:lvl8pPr>
            <a:lvl9pPr algn="l">
              <a:defRPr sz="1800" b="1" lang="ko-KR">
                <a:solidFill>
                  <a:srgbClr val="555B61"/>
                </a:solidFill>
                <a:latin typeface="Calibri"/>
                <a:ea typeface="Calibri"/>
                <a:cs typeface="Calibri"/>
              </a:defRPr>
            </a:lvl9pPr>
          </a:lstStyle>
          <a:p>
            <a:pPr algn="l">
              <a:defRPr sz="1800" b="1" lang="ko-KR">
                <a:solidFill>
                  <a:srgbClr val="555B61"/>
                </a:solidFill>
                <a:latin typeface="Calibri"/>
                <a:ea typeface="Calibri"/>
                <a:cs typeface="Calibri"/>
              </a:defRPr>
            </a:pPr>
            <a:r>
              <a:rPr sz="1800" b="1" lang="ko-KR">
                <a:solidFill>
                  <a:srgbClr val="555B61"/>
                </a:solidFill>
                <a:latin typeface="Calibri"/>
                <a:ea typeface="Calibri"/>
                <a:cs typeface="Calibri"/>
              </a:rPr>
              <a:t>Vision Worker process (R1 / R2)</a:t>
            </a:r>
            <a:endParaRPr lang="ko-KR">
              <a:latin typeface="Calibri"/>
              <a:ea typeface="Calibri"/>
              <a:cs typeface="Calibri"/>
            </a:endParaRPr>
          </a:p>
        </p:txBody>
      </p:sp>
      <p:sp>
        <p:nvSpPr>
          <p:cNvPr id="19" name="node:lifeworkerma">
            <a:extLst>
              <a:ext uri="{FF2B5EF4-FFF2-40B4-BE49-F238E27FC236}">
                <ns2:creationId id="{44B293C4-A8E6-402B-8843-370F84734B24}"/>
              </a:ext>
            </a:extLst>
          </p:cNvPr>
          <p:cNvSpPr>
            <a:spLocks noGrp="1"/>
          </p:cNvSpPr>
          <p:nvPr/>
        </p:nvSpPr>
        <p:spPr>
          <a:xfrm>
            <a:off x="7172325" y="2457450"/>
            <a:ext cx="10372725" cy="3009900"/>
          </a:xfrm>
          <a:prstGeom prst="rect">
            <a:avLst/>
          </a:prstGeom>
          <a:solidFill>
            <a:srgbClr val="FFF6DD"/>
          </a:solidFill>
          <a:ln w="16193">
            <a:solidFill>
              <a:srgbClr val="111111"/>
            </a:solidFill>
          </a:ln>
        </p:spPr>
        <p:txBody>
          <a:bodyPr wrap="none" lIns="47625" tIns="19050" rIns="47625" bIns="266700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Model Access</a:t>
            </a:r>
            <a:endParaRPr lang="ko-KR">
              <a:latin typeface="Calibri"/>
              <a:ea typeface="Calibri"/>
              <a:cs typeface="Calibri"/>
            </a:endParaRPr>
          </a:p>
        </p:txBody>
      </p:sp>
      <p:sp>
        <p:nvSpPr>
          <p:cNvPr id="20" name="divider lifeworkerma">
            <a:extLst>
              <a:ext uri="{FF2B5EF4-FFF2-40B4-BE49-F238E27FC236}">
                <ns2:creationId id="{A562D915-F5A5-4DB9-8C1E-8390BF95A5FD}"/>
              </a:ext>
            </a:extLst>
          </p:cNvPr>
          <p:cNvSpPr>
            <a:spLocks noGrp="1"/>
          </p:cNvSpPr>
          <p:nvPr/>
        </p:nvSpPr>
        <p:spPr>
          <a:xfrm>
            <a:off x="7172325" y="2819400"/>
            <a:ext cx="10372725" cy="953"/>
          </a:xfrm>
          <a:custGeom>
            <a:pathLst>
              <a:path w="10372725" h="953">
                <a:moveTo>
                  <a:pt x="0" y="0"/>
                </a:moveTo>
                <a:lnTo>
                  <a:pt x="10372725" y="0"/>
                </a:lnTo>
              </a:path>
            </a:pathLst>
          </a:custGeom>
          <a:noFill/>
          <a:ln w="9525">
            <a:solidFill>
              <a:srgbClr val="111111"/>
            </a:solidFill>
            <a:prstDash val="solid"/>
          </a:ln>
        </p:spPr>
      </p:sp>
      <p:sp>
        <p:nvSpPr>
          <p:cNvPr id="21" name="node:lifeipc">
            <a:extLst>
              <a:ext uri="{FF2B5EF4-FFF2-40B4-BE49-F238E27FC236}">
                <ns2:creationId id="{F9BD9448-221E-45EF-94E1-6D73A78A8D0C}"/>
              </a:ext>
            </a:extLst>
          </p:cNvPr>
          <p:cNvSpPr>
            <a:spLocks noGrp="1"/>
          </p:cNvSpPr>
          <p:nvPr/>
        </p:nvSpPr>
        <p:spPr>
          <a:xfrm>
            <a:off x="7381875" y="2962275"/>
            <a:ext cx="180975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IPC 수신기</a:t>
            </a:r>
            <a:endParaRPr lang="ko-KR">
              <a:latin typeface="Calibri"/>
              <a:ea typeface="Calibri"/>
              <a:cs typeface="Calibri"/>
            </a:endParaRPr>
          </a:p>
        </p:txBody>
      </p:sp>
      <p:sp>
        <p:nvSpPr>
          <p:cNvPr id="22" name="node:lifeadapter">
            <a:extLst>
              <a:ext uri="{FF2B5EF4-FFF2-40B4-BE49-F238E27FC236}">
                <ns2:creationId id="{78B06781-E5BA-4D8D-BD9C-A7137164758F}"/>
              </a:ext>
            </a:extLst>
          </p:cNvPr>
          <p:cNvSpPr>
            <a:spLocks noGrp="1"/>
          </p:cNvSpPr>
          <p:nvPr/>
        </p:nvSpPr>
        <p:spPr>
          <a:xfrm>
            <a:off x="10096500" y="2962275"/>
            <a:ext cx="2286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UI / SAM 어댑터</a:t>
            </a:r>
            <a:endParaRPr lang="ko-KR">
              <a:latin typeface="Calibri"/>
              <a:ea typeface="Calibri"/>
              <a:cs typeface="Calibri"/>
            </a:endParaRPr>
          </a:p>
        </p:txBody>
      </p:sp>
      <p:sp>
        <p:nvSpPr>
          <p:cNvPr id="23" name="node:liferuntime">
            <a:extLst>
              <a:ext uri="{FF2B5EF4-FFF2-40B4-BE49-F238E27FC236}">
                <ns2:creationId id="{FC670F28-72C1-4C3F-A2AE-76EEB78184CC}"/>
              </a:ext>
            </a:extLst>
          </p:cNvPr>
          <p:cNvSpPr>
            <a:spLocks noGrp="1"/>
          </p:cNvSpPr>
          <p:nvPr/>
        </p:nvSpPr>
        <p:spPr>
          <a:xfrm>
            <a:off x="13287375" y="2962275"/>
            <a:ext cx="2286000" cy="571500"/>
          </a:xfrm>
          <a:prstGeom prst="roundRect">
            <a:avLst>
              <a:gd name="adj" fmla="val 13333"/>
            </a:avLst>
          </a:prstGeom>
          <a:solidFill>
            <a:srgbClr val="FFFFFF"/>
          </a:solidFill>
          <a:ln w="16193">
            <a:solidFill>
              <a:srgbClr val="111111"/>
            </a:solidFill>
          </a:ln>
        </p:spPr>
        <p:txBody>
          <a:bodyPr wrap="none" lIns="47625" tIns="19050" rIns="47625" bIns="1905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CPU 추론 런타임</a:t>
            </a:r>
            <a:endParaRPr lang="ko-KR">
              <a:latin typeface="Calibri"/>
              <a:ea typeface="Calibri"/>
              <a:cs typeface="Calibri"/>
            </a:endParaRPr>
          </a:p>
        </p:txBody>
      </p:sp>
      <p:sp>
        <p:nvSpPr>
          <p:cNvPr id="24" name="node:lifefiles">
            <a:extLst>
              <a:ext uri="{FF2B5EF4-FFF2-40B4-BE49-F238E27FC236}">
                <ns2:creationId id="{487DC9EE-9293-4A71-A0F1-97CFBD2472F6}"/>
              </a:ext>
            </a:extLst>
          </p:cNvPr>
          <p:cNvSpPr>
            <a:spLocks noGrp="1"/>
          </p:cNvSpPr>
          <p:nvPr/>
        </p:nvSpPr>
        <p:spPr>
          <a:xfrm>
            <a:off x="16049625" y="2876550"/>
            <a:ext cx="1285875" cy="790575"/>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모델 파일</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(local disk)</a:t>
            </a:r>
            <a:endParaRPr lang="ko-KR">
              <a:latin typeface="Calibri"/>
              <a:ea typeface="Calibri"/>
              <a:cs typeface="Calibri"/>
            </a:endParaRPr>
          </a:p>
        </p:txBody>
      </p:sp>
      <p:sp>
        <p:nvSpPr>
          <p:cNvPr id="25" name="node:lifeepisode">
            <a:extLst>
              <a:ext uri="{FF2B5EF4-FFF2-40B4-BE49-F238E27FC236}">
                <ns2:creationId id="{6612181E-D8BF-403C-8009-C1A92039E49F}"/>
              </a:ext>
            </a:extLst>
          </p:cNvPr>
          <p:cNvSpPr>
            <a:spLocks noGrp="1"/>
          </p:cNvSpPr>
          <p:nvPr/>
        </p:nvSpPr>
        <p:spPr>
          <a:xfrm>
            <a:off x="10096500" y="4438650"/>
            <a:ext cx="2286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영상 작업 상태 (RAM)</a:t>
            </a:r>
            <a:endParaRPr lang="ko-KR">
              <a:latin typeface="Calibri"/>
              <a:ea typeface="Calibri"/>
              <a:cs typeface="Calibri"/>
            </a:endParaRPr>
          </a:p>
        </p:txBody>
      </p:sp>
      <p:sp>
        <p:nvSpPr>
          <p:cNvPr id="26" name="node:lifemodels">
            <a:extLst>
              <a:ext uri="{FF2B5EF4-FFF2-40B4-BE49-F238E27FC236}">
                <ns2:creationId id="{A38C8E87-BA02-45CB-B1C0-52BDFFA6E668}"/>
              </a:ext>
            </a:extLst>
          </p:cNvPr>
          <p:cNvSpPr>
            <a:spLocks noGrp="1"/>
          </p:cNvSpPr>
          <p:nvPr/>
        </p:nvSpPr>
        <p:spPr>
          <a:xfrm>
            <a:off x="13287375" y="4438650"/>
            <a:ext cx="2286000" cy="666750"/>
          </a:xfrm>
          <a:prstGeom prst="can">
            <a:avLst>
              <a:gd name="adj" fmla="val 16000"/>
            </a:avLst>
          </a:prstGeom>
          <a:solidFill>
            <a:srgbClr val="FFFFFF"/>
          </a:solidFill>
          <a:ln w="16193">
            <a:solidFill>
              <a:srgbClr val="111111"/>
            </a:solidFill>
          </a:ln>
        </p:spPr>
        <p:txBody>
          <a:bodyPr wrap="none" lIns="57150" tIns="76200" rIns="57150" bIns="28575"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모델 세션 (RAM)</a:t>
            </a:r>
            <a:endParaRPr lang="ko-KR">
              <a:latin typeface="Calibri"/>
              <a:ea typeface="Calibri"/>
              <a:cs typeface="Calibri"/>
            </a:endParaRPr>
          </a:p>
        </p:txBody>
      </p:sp>
      <p:sp>
        <p:nvSpPr>
          <p:cNvPr id="27" name="edge:liferequest">
            <a:extLst>
              <a:ext uri="{FF2B5EF4-FFF2-40B4-BE49-F238E27FC236}">
                <ns2:creationId id="{6B9C7B57-9418-4D23-AB06-8DFCADE13E13}"/>
              </a:ext>
            </a:extLst>
          </p:cNvPr>
          <p:cNvSpPr>
            <a:spLocks noGrp="1"/>
          </p:cNvSpPr>
          <p:nvPr/>
        </p:nvSpPr>
        <p:spPr>
          <a:xfrm>
            <a:off x="4381500" y="3143250"/>
            <a:ext cx="3000375" cy="953"/>
          </a:xfrm>
          <a:custGeom>
            <a:pathLst>
              <a:path w="3000375" h="953">
                <a:moveTo>
                  <a:pt x="0" y="0"/>
                </a:moveTo>
                <a:lnTo>
                  <a:pt x="3000375" y="0"/>
                </a:lnTo>
              </a:path>
            </a:pathLst>
          </a:custGeom>
          <a:noFill/>
          <a:ln w="17145">
            <a:solidFill>
              <a:srgbClr val="111111"/>
            </a:solidFill>
            <a:prstDash val="solid"/>
          </a:ln>
        </p:spPr>
      </p:sp>
      <p:sp>
        <p:nvSpPr>
          <p:cNvPr id="28" name="arrow:liferequest">
            <a:extLst>
              <a:ext uri="{FF2B5EF4-FFF2-40B4-BE49-F238E27FC236}">
                <ns2:creationId id="{1FD72CB6-1644-4C00-AA6C-E0FBBDD723CE}"/>
              </a:ext>
            </a:extLst>
          </p:cNvPr>
          <p:cNvSpPr>
            <a:spLocks noGrp="1"/>
          </p:cNvSpPr>
          <p:nvPr/>
        </p:nvSpPr>
        <p:spPr>
          <a:xfrm>
            <a:off x="7296150" y="310515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29" name="label 1 작업 / 수명 명령">
            <a:extLst>
              <a:ext uri="{FF2B5EF4-FFF2-40B4-BE49-F238E27FC236}">
                <ns2:creationId id="{4967D9D8-74F0-4FC0-81CF-05F10E73358E}"/>
              </a:ext>
            </a:extLst>
          </p:cNvPr>
          <p:cNvSpPr>
            <a:spLocks noGrp="1"/>
          </p:cNvSpPr>
          <p:nvPr/>
        </p:nvSpPr>
        <p:spPr>
          <a:xfrm>
            <a:off x="4857750" y="2809875"/>
            <a:ext cx="2114550" cy="285750"/>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1 작업 / 수명 명령</a:t>
            </a:r>
            <a:endParaRPr lang="ko-KR">
              <a:latin typeface="Calibri"/>
              <a:ea typeface="Calibri"/>
              <a:cs typeface="Calibri"/>
            </a:endParaRPr>
          </a:p>
        </p:txBody>
      </p:sp>
      <p:sp>
        <p:nvSpPr>
          <p:cNvPr id="30" name="edge:liferesult">
            <a:extLst>
              <a:ext uri="{FF2B5EF4-FFF2-40B4-BE49-F238E27FC236}">
                <ns2:creationId id="{D335F92D-ED89-4F45-A089-5791F93EC96C}"/>
              </a:ext>
            </a:extLst>
          </p:cNvPr>
          <p:cNvSpPr>
            <a:spLocks noGrp="1"/>
          </p:cNvSpPr>
          <p:nvPr/>
        </p:nvSpPr>
        <p:spPr>
          <a:xfrm>
            <a:off x="4381500" y="3381375"/>
            <a:ext cx="3000375" cy="953"/>
          </a:xfrm>
          <a:custGeom>
            <a:pathLst>
              <a:path w="3000375" h="953">
                <a:moveTo>
                  <a:pt x="3000375" y="0"/>
                </a:moveTo>
                <a:lnTo>
                  <a:pt x="0" y="0"/>
                </a:lnTo>
              </a:path>
            </a:pathLst>
          </a:custGeom>
          <a:noFill/>
          <a:ln w="17145">
            <a:solidFill>
              <a:srgbClr val="111111"/>
            </a:solidFill>
            <a:prstDash val="dash"/>
          </a:ln>
        </p:spPr>
      </p:sp>
      <p:sp>
        <p:nvSpPr>
          <p:cNvPr id="31" name="arrow:liferesult">
            <a:extLst>
              <a:ext uri="{FF2B5EF4-FFF2-40B4-BE49-F238E27FC236}">
                <ns2:creationId id="{1DF8ECC8-B58E-4D01-B8C7-B77FCD705DD4}"/>
              </a:ext>
            </a:extLst>
          </p:cNvPr>
          <p:cNvSpPr>
            <a:spLocks noGrp="1"/>
          </p:cNvSpPr>
          <p:nvPr/>
        </p:nvSpPr>
        <p:spPr>
          <a:xfrm>
            <a:off x="4381500"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32" name="label 완료 / 오류 / 실행 세대">
            <a:extLst>
              <a:ext uri="{FF2B5EF4-FFF2-40B4-BE49-F238E27FC236}">
                <ns2:creationId id="{220905D4-030B-4583-B528-CFF235B9B276}"/>
              </a:ext>
            </a:extLst>
          </p:cNvPr>
          <p:cNvSpPr>
            <a:spLocks noGrp="1"/>
          </p:cNvSpPr>
          <p:nvPr/>
        </p:nvSpPr>
        <p:spPr>
          <a:xfrm>
            <a:off x="4762500" y="3524250"/>
            <a:ext cx="2362200" cy="485775"/>
          </a:xfrm>
          <a:prstGeom prst="rect">
            <a:avLst/>
          </a:prstGeom>
          <a:solidFill>
            <a:srgbClr val="FFFFFF"/>
          </a:solidFill>
          <a:ln w="0">
            <a:noFill/>
          </a:ln>
        </p:spPr>
        <p:txBody>
          <a:bodyPr wrap="none" lIns="47625" tIns="19050" rIns="47625" bIns="1905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완료 / 오류 / 실행 세대</a:t>
            </a:r>
            <a:endParaRPr lang="ko-KR">
              <a:latin typeface="Calibri"/>
              <a:ea typeface="Calibri"/>
              <a:cs typeface="Calibri"/>
            </a:endParaRPr>
          </a:p>
        </p:txBody>
      </p:sp>
      <p:sp>
        <p:nvSpPr>
          <p:cNvPr id="33" name="label named pipe: 명령과 결과&#10;공유 buffer: frame 참조">
            <a:extLst>
              <a:ext uri="{FF2B5EF4-FFF2-40B4-BE49-F238E27FC236}">
                <ns2:creationId id="{78BA9B3D-8819-4654-A0A0-E93700D8D92D}"/>
              </a:ext>
            </a:extLst>
          </p:cNvPr>
          <p:cNvSpPr>
            <a:spLocks noGrp="1"/>
          </p:cNvSpPr>
          <p:nvPr/>
        </p:nvSpPr>
        <p:spPr>
          <a:xfrm>
            <a:off x="4838700" y="2114550"/>
            <a:ext cx="2095500" cy="552450"/>
          </a:xfrm>
          <a:prstGeom prst="rect">
            <a:avLst/>
          </a:prstGeom>
          <a:no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named pipe: 명령과 결과</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공유 buffer: frame 참조</a:t>
            </a:r>
            <a:endParaRPr lang="ko-KR">
              <a:latin typeface="Calibri"/>
              <a:ea typeface="Calibri"/>
              <a:cs typeface="Calibri"/>
            </a:endParaRPr>
          </a:p>
        </p:txBody>
      </p:sp>
      <p:sp>
        <p:nvSpPr>
          <p:cNvPr id="34" name="label 제목칸 상자: Component&#10;둥근 상자: Module&#10;원통: 저장소&#10;회색 점선: process&#10;실선: 요청 / 점선: 반환">
            <a:extLst>
              <a:ext uri="{FF2B5EF4-FFF2-40B4-BE49-F238E27FC236}">
                <ns2:creationId id="{EB3465C6-E398-478C-AE1F-6482B83E0098}"/>
              </a:ext>
            </a:extLst>
          </p:cNvPr>
          <p:cNvSpPr>
            <a:spLocks noGrp="1"/>
          </p:cNvSpPr>
          <p:nvPr/>
        </p:nvSpPr>
        <p:spPr>
          <a:xfrm>
            <a:off x="4838700" y="4162425"/>
            <a:ext cx="2095500" cy="1285875"/>
          </a:xfrm>
          <a:prstGeom prst="rect">
            <a:avLst/>
          </a:prstGeom>
          <a:noFill/>
          <a:ln w="0">
            <a:noFill/>
          </a:ln>
        </p:spPr>
        <p:txBody>
          <a:bodyPr wrap="none" lIns="47625" tIns="19050" rIns="47625" bIns="1905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제목칸 상자: Component</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둥근 상자: Module</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원통: 저장소</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회색 점선: process</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실선: 요청 / 점선: 반환</a:t>
            </a:r>
            <a:endParaRPr lang="ko-KR">
              <a:latin typeface="Calibri"/>
              <a:ea typeface="Calibri"/>
              <a:cs typeface="Calibri"/>
            </a:endParaRPr>
          </a:p>
        </p:txBody>
      </p:sp>
      <p:sp>
        <p:nvSpPr>
          <p:cNvPr id="35" name="edge:lifedispatch">
            <a:extLst>
              <a:ext uri="{FF2B5EF4-FFF2-40B4-BE49-F238E27FC236}">
                <ns2:creationId id="{10C9CEA8-F44A-4E6F-ABCB-1A08058886D9}"/>
              </a:ext>
            </a:extLst>
          </p:cNvPr>
          <p:cNvSpPr>
            <a:spLocks noGrp="1"/>
          </p:cNvSpPr>
          <p:nvPr/>
        </p:nvSpPr>
        <p:spPr>
          <a:xfrm>
            <a:off x="9191625" y="3238500"/>
            <a:ext cx="904875" cy="953"/>
          </a:xfrm>
          <a:custGeom>
            <a:pathLst>
              <a:path w="904875" h="953">
                <a:moveTo>
                  <a:pt x="0" y="0"/>
                </a:moveTo>
                <a:lnTo>
                  <a:pt x="904875" y="0"/>
                </a:lnTo>
              </a:path>
            </a:pathLst>
          </a:custGeom>
          <a:noFill/>
          <a:ln w="17145">
            <a:solidFill>
              <a:srgbClr val="111111"/>
            </a:solidFill>
            <a:prstDash val="solid"/>
          </a:ln>
        </p:spPr>
      </p:sp>
      <p:sp>
        <p:nvSpPr>
          <p:cNvPr id="36" name="arrow:lifedispatch">
            <a:extLst>
              <a:ext uri="{FF2B5EF4-FFF2-40B4-BE49-F238E27FC236}">
                <ns2:creationId id="{80EBD780-14AD-4EE9-A292-DD07C80A91AE}"/>
              </a:ext>
            </a:extLst>
          </p:cNvPr>
          <p:cNvSpPr>
            <a:spLocks noGrp="1"/>
          </p:cNvSpPr>
          <p:nvPr/>
        </p:nvSpPr>
        <p:spPr>
          <a:xfrm>
            <a:off x="10010775" y="32004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37" name="label 2 분배">
            <a:extLst>
              <a:ext uri="{FF2B5EF4-FFF2-40B4-BE49-F238E27FC236}">
                <ns2:creationId id="{BE0783F6-C639-45C9-8B99-82977DEEE028}"/>
              </a:ext>
            </a:extLst>
          </p:cNvPr>
          <p:cNvSpPr>
            <a:spLocks noGrp="1"/>
          </p:cNvSpPr>
          <p:nvPr/>
        </p:nvSpPr>
        <p:spPr>
          <a:xfrm>
            <a:off x="9258300" y="2857500"/>
            <a:ext cx="790575" cy="2667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2 분배</a:t>
            </a:r>
            <a:endParaRPr lang="ko-KR">
              <a:latin typeface="Calibri"/>
              <a:ea typeface="Calibri"/>
              <a:cs typeface="Calibri"/>
            </a:endParaRPr>
          </a:p>
        </p:txBody>
      </p:sp>
      <p:sp>
        <p:nvSpPr>
          <p:cNvPr id="38" name="edge:lifeinfer">
            <a:extLst>
              <a:ext uri="{FF2B5EF4-FFF2-40B4-BE49-F238E27FC236}">
                <ns2:creationId id="{299A4682-C2D9-46F5-AB15-54AEC40BEAFC}"/>
              </a:ext>
            </a:extLst>
          </p:cNvPr>
          <p:cNvSpPr>
            <a:spLocks noGrp="1"/>
          </p:cNvSpPr>
          <p:nvPr/>
        </p:nvSpPr>
        <p:spPr>
          <a:xfrm>
            <a:off x="12382500" y="3238500"/>
            <a:ext cx="904875" cy="953"/>
          </a:xfrm>
          <a:custGeom>
            <a:pathLst>
              <a:path w="904875" h="953">
                <a:moveTo>
                  <a:pt x="0" y="0"/>
                </a:moveTo>
                <a:lnTo>
                  <a:pt x="904875" y="0"/>
                </a:lnTo>
              </a:path>
            </a:pathLst>
          </a:custGeom>
          <a:noFill/>
          <a:ln w="17145">
            <a:solidFill>
              <a:srgbClr val="111111"/>
            </a:solidFill>
            <a:prstDash val="solid"/>
          </a:ln>
        </p:spPr>
      </p:sp>
      <p:sp>
        <p:nvSpPr>
          <p:cNvPr id="39" name="arrow:lifeinfer">
            <a:extLst>
              <a:ext uri="{FF2B5EF4-FFF2-40B4-BE49-F238E27FC236}">
                <ns2:creationId id="{ADC0BE57-1661-4103-A1D6-C33351CF8850}"/>
              </a:ext>
            </a:extLst>
          </p:cNvPr>
          <p:cNvSpPr>
            <a:spLocks noGrp="1"/>
          </p:cNvSpPr>
          <p:nvPr/>
        </p:nvSpPr>
        <p:spPr>
          <a:xfrm>
            <a:off x="13201650" y="3200400"/>
            <a:ext cx="85725" cy="76200"/>
          </a:xfrm>
          <a:custGeom>
            <a:pathLst>
              <a:path w="85725" h="76200">
                <a:moveTo>
                  <a:pt x="85725" y="38100"/>
                </a:moveTo>
                <a:lnTo>
                  <a:pt x="0" y="0"/>
                </a:lnTo>
                <a:lnTo>
                  <a:pt x="0" y="76200"/>
                </a:lnTo>
                <a:close/>
              </a:path>
            </a:pathLst>
          </a:custGeom>
          <a:solidFill>
            <a:srgbClr val="111111"/>
          </a:solidFill>
          <a:ln w="3810">
            <a:solidFill>
              <a:srgbClr val="111111"/>
            </a:solidFill>
          </a:ln>
        </p:spPr>
      </p:sp>
      <p:sp>
        <p:nvSpPr>
          <p:cNvPr id="40" name="label 3 호출">
            <a:extLst>
              <a:ext uri="{FF2B5EF4-FFF2-40B4-BE49-F238E27FC236}">
                <ns2:creationId id="{7638F31B-3A8A-41A6-89C2-F28257ECA41A}"/>
              </a:ext>
            </a:extLst>
          </p:cNvPr>
          <p:cNvSpPr>
            <a:spLocks noGrp="1"/>
          </p:cNvSpPr>
          <p:nvPr/>
        </p:nvSpPr>
        <p:spPr>
          <a:xfrm>
            <a:off x="12449175" y="2857500"/>
            <a:ext cx="790575" cy="26670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3 호출</a:t>
            </a:r>
            <a:endParaRPr lang="ko-KR">
              <a:latin typeface="Calibri"/>
              <a:ea typeface="Calibri"/>
              <a:cs typeface="Calibri"/>
            </a:endParaRPr>
          </a:p>
        </p:txBody>
      </p:sp>
      <p:sp>
        <p:nvSpPr>
          <p:cNvPr id="41" name="edge:lifeload">
            <a:extLst>
              <a:ext uri="{FF2B5EF4-FFF2-40B4-BE49-F238E27FC236}">
                <ns2:creationId id="{87F0ED53-33DC-440A-9D28-DD3E64EAF04F}"/>
              </a:ext>
            </a:extLst>
          </p:cNvPr>
          <p:cNvSpPr>
            <a:spLocks noGrp="1"/>
          </p:cNvSpPr>
          <p:nvPr/>
        </p:nvSpPr>
        <p:spPr>
          <a:xfrm>
            <a:off x="15573375" y="3267075"/>
            <a:ext cx="476250" cy="953"/>
          </a:xfrm>
          <a:custGeom>
            <a:pathLst>
              <a:path w="476250" h="953">
                <a:moveTo>
                  <a:pt x="476250" y="0"/>
                </a:moveTo>
                <a:lnTo>
                  <a:pt x="0" y="0"/>
                </a:lnTo>
              </a:path>
            </a:pathLst>
          </a:custGeom>
          <a:noFill/>
          <a:ln w="17145">
            <a:solidFill>
              <a:srgbClr val="111111"/>
            </a:solidFill>
            <a:prstDash val="solid"/>
          </a:ln>
        </p:spPr>
      </p:sp>
      <p:sp>
        <p:nvSpPr>
          <p:cNvPr id="42" name="arrow:lifeload">
            <a:extLst>
              <a:ext uri="{FF2B5EF4-FFF2-40B4-BE49-F238E27FC236}">
                <ns2:creationId id="{EF5F2D53-3340-4616-9E7C-F43CBFA3128D}"/>
              </a:ext>
            </a:extLst>
          </p:cNvPr>
          <p:cNvSpPr>
            <a:spLocks noGrp="1"/>
          </p:cNvSpPr>
          <p:nvPr/>
        </p:nvSpPr>
        <p:spPr>
          <a:xfrm>
            <a:off x="15573375" y="32289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43" name="label load">
            <a:extLst>
              <a:ext uri="{FF2B5EF4-FFF2-40B4-BE49-F238E27FC236}">
                <ns2:creationId id="{A75D8180-7152-4768-94AB-F7240251A095}"/>
              </a:ext>
            </a:extLst>
          </p:cNvPr>
          <p:cNvSpPr>
            <a:spLocks noGrp="1"/>
          </p:cNvSpPr>
          <p:nvPr/>
        </p:nvSpPr>
        <p:spPr>
          <a:xfrm>
            <a:off x="15601950" y="2943225"/>
            <a:ext cx="409575" cy="22860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load</a:t>
            </a:r>
            <a:endParaRPr lang="ko-KR">
              <a:latin typeface="Calibri"/>
              <a:ea typeface="Calibri"/>
              <a:cs typeface="Calibri"/>
            </a:endParaRPr>
          </a:p>
        </p:txBody>
      </p:sp>
      <p:sp>
        <p:nvSpPr>
          <p:cNvPr id="44" name="edge:lifemodelsession">
            <a:extLst>
              <a:ext uri="{FF2B5EF4-FFF2-40B4-BE49-F238E27FC236}">
                <ns2:creationId id="{C40D8A04-3779-4B27-8364-C64C977C497F}"/>
              </a:ext>
            </a:extLst>
          </p:cNvPr>
          <p:cNvSpPr>
            <a:spLocks noGrp="1"/>
          </p:cNvSpPr>
          <p:nvPr/>
        </p:nvSpPr>
        <p:spPr>
          <a:xfrm>
            <a:off x="15382875" y="3533775"/>
            <a:ext cx="953" cy="904875"/>
          </a:xfrm>
          <a:custGeom>
            <a:pathLst>
              <a:path w="953" h="904875">
                <a:moveTo>
                  <a:pt x="0" y="0"/>
                </a:moveTo>
                <a:lnTo>
                  <a:pt x="0" y="904875"/>
                </a:lnTo>
              </a:path>
            </a:pathLst>
          </a:custGeom>
          <a:noFill/>
          <a:ln w="17145">
            <a:solidFill>
              <a:srgbClr val="111111"/>
            </a:solidFill>
            <a:prstDash val="solid"/>
          </a:ln>
        </p:spPr>
      </p:sp>
      <p:sp>
        <p:nvSpPr>
          <p:cNvPr id="45" name="arrow:lifemodelsession">
            <a:extLst>
              <a:ext uri="{FF2B5EF4-FFF2-40B4-BE49-F238E27FC236}">
                <ns2:creationId id="{743CB85F-923F-43C8-8484-2E4B87A816E2}"/>
              </a:ext>
            </a:extLst>
          </p:cNvPr>
          <p:cNvSpPr>
            <a:spLocks noGrp="1"/>
          </p:cNvSpPr>
          <p:nvPr/>
        </p:nvSpPr>
        <p:spPr>
          <a:xfrm>
            <a:off x="15344775" y="43529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6" name="label EnsureModel: 적재&#10;ReleaseModel: 회수">
            <a:extLst>
              <a:ext uri="{FF2B5EF4-FFF2-40B4-BE49-F238E27FC236}">
                <ns2:creationId id="{0B6EA2AE-36FF-4BD9-8A60-41484503B7D2}"/>
              </a:ext>
            </a:extLst>
          </p:cNvPr>
          <p:cNvSpPr>
            <a:spLocks noGrp="1"/>
          </p:cNvSpPr>
          <p:nvPr/>
        </p:nvSpPr>
        <p:spPr>
          <a:xfrm>
            <a:off x="13315950" y="3724275"/>
            <a:ext cx="1914525" cy="5524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EnsureModel: 적재</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ReleaseModel: 회수</a:t>
            </a:r>
            <a:endParaRPr lang="ko-KR">
              <a:latin typeface="Calibri"/>
              <a:ea typeface="Calibri"/>
              <a:cs typeface="Calibri"/>
            </a:endParaRPr>
          </a:p>
        </p:txBody>
      </p:sp>
      <p:sp>
        <p:nvSpPr>
          <p:cNvPr id="47" name="edge:lifeepisodestore">
            <a:extLst>
              <a:ext uri="{FF2B5EF4-FFF2-40B4-BE49-F238E27FC236}">
                <ns2:creationId id="{6B637983-678E-4CD4-80BE-D78C85DB27EE}"/>
              </a:ext>
            </a:extLst>
          </p:cNvPr>
          <p:cNvSpPr>
            <a:spLocks noGrp="1"/>
          </p:cNvSpPr>
          <p:nvPr/>
        </p:nvSpPr>
        <p:spPr>
          <a:xfrm>
            <a:off x="12192000" y="3533775"/>
            <a:ext cx="953" cy="904875"/>
          </a:xfrm>
          <a:custGeom>
            <a:pathLst>
              <a:path w="953" h="904875">
                <a:moveTo>
                  <a:pt x="0" y="0"/>
                </a:moveTo>
                <a:lnTo>
                  <a:pt x="0" y="904875"/>
                </a:lnTo>
              </a:path>
            </a:pathLst>
          </a:custGeom>
          <a:noFill/>
          <a:ln w="17145">
            <a:solidFill>
              <a:srgbClr val="111111"/>
            </a:solidFill>
            <a:prstDash val="solid"/>
          </a:ln>
        </p:spPr>
      </p:sp>
      <p:sp>
        <p:nvSpPr>
          <p:cNvPr id="48" name="arrow:lifeepisodestore">
            <a:extLst>
              <a:ext uri="{FF2B5EF4-FFF2-40B4-BE49-F238E27FC236}">
                <ns2:creationId id="{E0D09765-B8B9-4068-ACF7-8B0E70544871}"/>
              </a:ext>
            </a:extLst>
          </p:cNvPr>
          <p:cNvSpPr>
            <a:spLocks noGrp="1"/>
          </p:cNvSpPr>
          <p:nvPr/>
        </p:nvSpPr>
        <p:spPr>
          <a:xfrm>
            <a:off x="12153900" y="4352925"/>
            <a:ext cx="76200" cy="85725"/>
          </a:xfrm>
          <a:custGeom>
            <a:pathLst>
              <a:path w="76200" h="85725">
                <a:moveTo>
                  <a:pt x="38100" y="85725"/>
                </a:moveTo>
                <a:lnTo>
                  <a:pt x="76200" y="0"/>
                </a:lnTo>
                <a:lnTo>
                  <a:pt x="0" y="0"/>
                </a:lnTo>
                <a:close/>
              </a:path>
            </a:pathLst>
          </a:custGeom>
          <a:solidFill>
            <a:srgbClr val="111111"/>
          </a:solidFill>
          <a:ln w="3810">
            <a:solidFill>
              <a:srgbClr val="111111"/>
            </a:solidFill>
          </a:ln>
        </p:spPr>
      </p:sp>
      <p:sp>
        <p:nvSpPr>
          <p:cNvPr id="49" name="label RunStage: 사용과 갱신&#10;CloseEpisode: 종료">
            <a:extLst>
              <a:ext uri="{FF2B5EF4-FFF2-40B4-BE49-F238E27FC236}">
                <ns2:creationId id="{A039E597-2868-4F93-85BD-24429B11E40E}"/>
              </a:ext>
            </a:extLst>
          </p:cNvPr>
          <p:cNvSpPr>
            <a:spLocks noGrp="1"/>
          </p:cNvSpPr>
          <p:nvPr/>
        </p:nvSpPr>
        <p:spPr>
          <a:xfrm>
            <a:off x="10125075" y="3724275"/>
            <a:ext cx="1914525" cy="552450"/>
          </a:xfrm>
          <a:prstGeom prst="rect">
            <a:avLst/>
          </a:prstGeom>
          <a:solidFill>
            <a:srgbClr val="FFFFFF"/>
          </a:solidFill>
          <a:ln w="0">
            <a:noFill/>
          </a:ln>
        </p:spPr>
        <p:txBody>
          <a:bodyPr wrap="none" lIns="47625" tIns="19050" rIns="47625" bIns="1905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RunStage: 사용과 갱신</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CloseEpisode: 종료</a:t>
            </a:r>
            <a:endParaRPr lang="ko-KR">
              <a:latin typeface="Calibri"/>
              <a:ea typeface="Calibri"/>
              <a:cs typeface="Calibri"/>
            </a:endParaRPr>
          </a:p>
        </p:txBody>
      </p:sp>
      <p:sp>
        <p:nvSpPr>
          <p:cNvPr id="50" name="edge:lifeinferreturn">
            <a:extLst>
              <a:ext uri="{FF2B5EF4-FFF2-40B4-BE49-F238E27FC236}">
                <ns2:creationId id="{739F274F-CA48-484B-98C8-7150FFB032AA}"/>
              </a:ext>
            </a:extLst>
          </p:cNvPr>
          <p:cNvSpPr>
            <a:spLocks noGrp="1"/>
          </p:cNvSpPr>
          <p:nvPr/>
        </p:nvSpPr>
        <p:spPr>
          <a:xfrm>
            <a:off x="12382500" y="3381375"/>
            <a:ext cx="904875" cy="953"/>
          </a:xfrm>
          <a:custGeom>
            <a:pathLst>
              <a:path w="904875" h="953">
                <a:moveTo>
                  <a:pt x="904875" y="0"/>
                </a:moveTo>
                <a:lnTo>
                  <a:pt x="0" y="0"/>
                </a:lnTo>
              </a:path>
            </a:pathLst>
          </a:custGeom>
          <a:noFill/>
          <a:ln w="17145">
            <a:solidFill>
              <a:srgbClr val="111111"/>
            </a:solidFill>
            <a:prstDash val="dash"/>
          </a:ln>
        </p:spPr>
      </p:sp>
      <p:sp>
        <p:nvSpPr>
          <p:cNvPr id="51" name="arrow:lifeinferreturn">
            <a:extLst>
              <a:ext uri="{FF2B5EF4-FFF2-40B4-BE49-F238E27FC236}">
                <ns2:creationId id="{56E4D91D-7140-4E01-AAF0-1140ADC06594}"/>
              </a:ext>
            </a:extLst>
          </p:cNvPr>
          <p:cNvSpPr>
            <a:spLocks noGrp="1"/>
          </p:cNvSpPr>
          <p:nvPr/>
        </p:nvSpPr>
        <p:spPr>
          <a:xfrm>
            <a:off x="12382500"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2" name="label 결과">
            <a:extLst>
              <a:ext uri="{FF2B5EF4-FFF2-40B4-BE49-F238E27FC236}">
                <ns2:creationId id="{969C7D8F-379A-4A3E-AB64-EBD84F78924B}"/>
              </a:ext>
            </a:extLst>
          </p:cNvPr>
          <p:cNvSpPr>
            <a:spLocks noGrp="1"/>
          </p:cNvSpPr>
          <p:nvPr/>
        </p:nvSpPr>
        <p:spPr>
          <a:xfrm>
            <a:off x="12496800" y="3581400"/>
            <a:ext cx="723900"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a:t>
            </a:r>
            <a:endParaRPr lang="ko-KR">
              <a:latin typeface="Calibri"/>
              <a:ea typeface="Calibri"/>
              <a:cs typeface="Calibri"/>
            </a:endParaRPr>
          </a:p>
        </p:txBody>
      </p:sp>
      <p:sp>
        <p:nvSpPr>
          <p:cNvPr id="53" name="edge:lifecompletion">
            <a:extLst>
              <a:ext uri="{FF2B5EF4-FFF2-40B4-BE49-F238E27FC236}">
                <ns2:creationId id="{3609C3E7-5F3C-4E45-88FD-7217B1B74CF7}"/>
              </a:ext>
            </a:extLst>
          </p:cNvPr>
          <p:cNvSpPr>
            <a:spLocks noGrp="1"/>
          </p:cNvSpPr>
          <p:nvPr/>
        </p:nvSpPr>
        <p:spPr>
          <a:xfrm>
            <a:off x="9191625" y="3381375"/>
            <a:ext cx="904875" cy="953"/>
          </a:xfrm>
          <a:custGeom>
            <a:pathLst>
              <a:path w="904875" h="953">
                <a:moveTo>
                  <a:pt x="904875" y="0"/>
                </a:moveTo>
                <a:lnTo>
                  <a:pt x="0" y="0"/>
                </a:lnTo>
              </a:path>
            </a:pathLst>
          </a:custGeom>
          <a:noFill/>
          <a:ln w="17145">
            <a:solidFill>
              <a:srgbClr val="111111"/>
            </a:solidFill>
            <a:prstDash val="dash"/>
          </a:ln>
        </p:spPr>
      </p:sp>
      <p:sp>
        <p:nvSpPr>
          <p:cNvPr id="54" name="arrow:lifecompletion">
            <a:extLst>
              <a:ext uri="{FF2B5EF4-FFF2-40B4-BE49-F238E27FC236}">
                <ns2:creationId id="{CB72C530-69A3-4673-94BE-476F778D09CC}"/>
              </a:ext>
            </a:extLst>
          </p:cNvPr>
          <p:cNvSpPr>
            <a:spLocks noGrp="1"/>
          </p:cNvSpPr>
          <p:nvPr/>
        </p:nvSpPr>
        <p:spPr>
          <a:xfrm>
            <a:off x="9191625" y="3343275"/>
            <a:ext cx="85725" cy="76200"/>
          </a:xfrm>
          <a:custGeom>
            <a:pathLst>
              <a:path w="85725" h="76200">
                <a:moveTo>
                  <a:pt x="0" y="38100"/>
                </a:moveTo>
                <a:lnTo>
                  <a:pt x="85725" y="76200"/>
                </a:lnTo>
                <a:lnTo>
                  <a:pt x="85725" y="0"/>
                </a:lnTo>
                <a:close/>
              </a:path>
            </a:pathLst>
          </a:custGeom>
          <a:solidFill>
            <a:srgbClr val="111111"/>
          </a:solidFill>
          <a:ln w="3810">
            <a:solidFill>
              <a:srgbClr val="111111"/>
            </a:solidFill>
          </a:ln>
        </p:spPr>
      </p:sp>
      <p:sp>
        <p:nvSpPr>
          <p:cNvPr id="55" name="label 4 결과">
            <a:extLst>
              <a:ext uri="{FF2B5EF4-FFF2-40B4-BE49-F238E27FC236}">
                <ns2:creationId id="{84D934CD-723D-4E87-B4FF-EDACC9E287E5}"/>
              </a:ext>
            </a:extLst>
          </p:cNvPr>
          <p:cNvSpPr>
            <a:spLocks noGrp="1"/>
          </p:cNvSpPr>
          <p:nvPr/>
        </p:nvSpPr>
        <p:spPr>
          <a:xfrm>
            <a:off x="9277350" y="3581400"/>
            <a:ext cx="733425" cy="247650"/>
          </a:xfrm>
          <a:prstGeom prst="rect">
            <a:avLst/>
          </a:prstGeom>
          <a:solidFill>
            <a:srgbClr val="FFFFFF"/>
          </a:solidFill>
          <a:ln w="0">
            <a:noFill/>
          </a:ln>
        </p:spPr>
        <p:txBody>
          <a:bodyPr wrap="none" lIns="47625" tIns="19050" rIns="47625" bIns="1905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4 결과</a:t>
            </a:r>
            <a:endParaRPr lang="ko-KR">
              <a:latin typeface="Calibri"/>
              <a:ea typeface="Calibri"/>
              <a:cs typeface="Calibri"/>
            </a:endParaRPr>
          </a:p>
        </p:txBody>
      </p:sp>
      <p:sp>
        <p:nvSpPr>
          <p:cNvPr id="56" name="label ReleaseModel은 모델 세션만 회수하고 CloseEpisode는 영상 상태만 종료한다. 사용 중 참조가 없을 때 수행한다.">
            <a:extLst>
              <a:ext uri="{FF2B5EF4-FFF2-40B4-BE49-F238E27FC236}">
                <ns2:creationId id="{3BC1D8CE-ABA0-427D-A09F-CD9E3F25D30D}"/>
              </a:ext>
            </a:extLst>
          </p:cNvPr>
          <p:cNvSpPr>
            <a:spLocks noGrp="1"/>
          </p:cNvSpPr>
          <p:nvPr/>
        </p:nvSpPr>
        <p:spPr>
          <a:xfrm>
            <a:off x="571500" y="5762625"/>
            <a:ext cx="17145000" cy="276225"/>
          </a:xfrm>
          <a:prstGeom prst="rect">
            <a:avLst/>
          </a:prstGeom>
          <a:noFill/>
          <a:ln w="0">
            <a:noFill/>
          </a:ln>
        </p:spPr>
        <p:txBody>
          <a:bodyPr wrap="none" lIns="47625" tIns="19050" rIns="47625" bIns="1905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ReleaseModel은 모델 세션만 회수하고 CloseEpisode는 영상 상태만 종료한다. 사용 중 참조가 없을 때 수행한다.</a:t>
            </a:r>
            <a:endParaRPr lang="ko-KR">
              <a:latin typeface="Calibri"/>
              <a:ea typeface="Calibri"/>
              <a:cs typeface="Calibri"/>
            </a:endParaRPr>
          </a:p>
        </p:txBody>
      </p:sp>
      <p:graphicFrame>
        <p:nvGraphicFramePr>
          <p:cNvPr id="57" name="">
            <a:extLst>
              <a:ext uri="{FF2B5EF4-FFF2-40B4-BE49-F238E27FC236}">
                <ns2:creationId id="{3C94C0AA-9E3B-4425-A615-D1D96AFF9371}"/>
              </a:ext>
            </a:extLst>
          </p:cNvPr>
          <p:cNvGraphicFramePr/>
          <p:nvPr/>
        </p:nvGraphicFramePr>
        <p:xfrm>
          <a:off x="571500" y="6200775"/>
          <a:ext cx="17145000" cy="3209925"/>
        </p:xfrm>
        <a:graphic>
          <a:graphicData uri="http://schemas.openxmlformats.org/drawingml/2006/table">
            <a:tbl>
              <a:tblPr firstRow="0" bandRow="0" bandCol="0"/>
              <a:tblGrid>
                <a:gridCol w="5810250"/>
                <a:gridCol w="2571750"/>
                <a:gridCol w="2952750"/>
                <a:gridCol w="2952750"/>
                <a:gridCol w="2857500"/>
              </a:tblGrid>
              <a:tr h="46672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수명 / 동시 RAM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B-R3</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시각 모델 세션</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단계 후 회수와 교체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사용 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worker별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영상 상태 / 후보 기록</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확정 이력</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모델 회수와 별도 보존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같은 보존 정책</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추가 시각 runtime + 모델 객체</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340 + 170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340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620 + 590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공통 / 추론과 영상 상태 / 입력 buffer</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800" lang="ko-KR">
                          <a:solidFill>
                            <a:srgbClr val="111111"/>
                          </a:solidFill>
                          <a:latin typeface="Calibri"/>
                          <a:ea typeface="Calibri"/>
                          <a:cs typeface="Calibri"/>
                        </a:rPr>
                        <a:t>560 / 860 / 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QA06 동시 peak 합계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592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1,954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2,374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2000" b="1" lang="ko-KR">
                          <a:solidFill>
                            <a:srgbClr val="4676CB"/>
                          </a:solidFill>
                          <a:latin typeface="Calibri"/>
                          <a:ea typeface="Calibri"/>
                          <a:cs typeface="Calibri"/>
                        </a:rPr>
                        <a:t>2,662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1F6FC"/>
                    </a:solidFill>
                  </a:tcPr>
                </a:tc>
              </a:tr>
            </a:tbl>
          </a:graphicData>
        </a:graphic>
      </p:graphicFrame>
      <p:sp>
        <p:nvSpPr>
          <p:cNvPr id="58" name="label 가정 RAM, 실측 아님. R1→R2: UI 모델 객체 420 MB 유지. R3: runtime private 280 MB + IPC 8 MB 추가.">
            <a:extLst>
              <a:ext uri="{FF2B5EF4-FFF2-40B4-BE49-F238E27FC236}">
                <ns2:creationId id="{837E2F3C-DB18-4F28-A253-31177AC92AE0}"/>
              </a:ext>
            </a:extLst>
          </p:cNvPr>
          <p:cNvSpPr>
            <a:spLocks noGrp="1"/>
          </p:cNvSpPr>
          <p:nvPr/>
        </p:nvSpPr>
        <p:spPr>
          <a:xfrm>
            <a:off x="571500" y="9563100"/>
            <a:ext cx="17145000" cy="295275"/>
          </a:xfrm>
          <a:prstGeom prst="rect">
            <a:avLst/>
          </a:prstGeom>
          <a:noFill/>
          <a:ln w="0">
            <a:noFill/>
          </a:ln>
        </p:spPr>
        <p:txBody>
          <a:bodyPr wrap="none" lIns="47625" tIns="19050" rIns="47625" bIns="1905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가정 RAM, 실측 아님. R1→R2: UI 모델 객체 420 MB 유지. R3: runtime private 280 MB + IPC 8 MB 추가.</a:t>
            </a:r>
            <a:endParaRPr lang="ko-KR">
              <a:latin typeface="Calibri"/>
              <a:ea typeface="Calibri"/>
              <a:cs typeface="Calibri"/>
            </a:endParaRPr>
          </a:p>
        </p:txBody>
      </p:sp>
    </p:spTree>
    <p:extLst>
      <p:ext uri="{BB962C8B-B14F-4D97-AF65-F5344CB8AC3E}">
        <p14:creationId val="8659894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29</ns0:Slides>
  <ns0:Notes>29</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