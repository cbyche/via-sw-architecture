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notesMasters/dp3parallelv3_notesMaster1.xml" ContentType="application/vnd.openxmlformats-officedocument.presentationml.notesMaster+xml"/>
  <Override PartName="/ppt/notesMasters/theme/dp3parallelv3_theme3.xml" ContentType="application/vnd.openxmlformats-officedocument.them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slideLayouts/dp3parallelv3_slideLayout1.xml" ContentType="application/vnd.openxmlformats-officedocument.presentationml.slideLayout+xml"/>
  <Override PartName="/ppt/slideLayouts/dp3parallelv3_slideLayout2.xml" ContentType="application/vnd.openxmlformats-officedocument.presentationml.slideLayout+xml"/>
  <Override PartName="/ppt/slideLayouts/dp3parallelv3_slideLayout3.xml" ContentType="application/vnd.openxmlformats-officedocument.presentationml.slideLayout+xml"/>
  <Override PartName="/ppt/slideLayouts/dp3parallelv3_slideLayout4.xml" ContentType="application/vnd.openxmlformats-officedocument.presentationml.slideLayout+xml"/>
  <Override PartName="/ppt/slideLayouts/dp3parallelv3_slideLayout5.xml" ContentType="application/vnd.openxmlformats-officedocument.presentationml.slideLayout+xml"/>
  <Override PartName="/ppt/slideLayouts/dp3parallelv3_slideLayout6.xml" ContentType="application/vnd.openxmlformats-officedocument.presentationml.slideLayout+xml"/>
  <Override PartName="/ppt/slideMasters/dp3parallelv3_slideMaster1.xml" ContentType="application/vnd.openxmlformats-officedocument.presentationml.slideMaster+xml"/>
  <Override PartName="/ppt/slideMasters/theme/dp3parallelv3_theme2.xml" ContentType="application/vnd.openxmlformats-officedocument.them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dp5v5_notesMaster1.xml" ContentType="application/vnd.openxmlformats-officedocument.presentationml.notesMaster+xml"/>
  <Override PartName="/ppt/notesMasters/theme/dp5v5_theme3.xml" ContentType="application/vnd.openxmlformats-officedocument.them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slideLayouts/dp5v5_slideLayout1.xml" ContentType="application/vnd.openxmlformats-officedocument.presentationml.slideLayout+xml"/>
  <Override PartName="/ppt/slideLayouts/dp5v5_slideLayout2.xml" ContentType="application/vnd.openxmlformats-officedocument.presentationml.slideLayout+xml"/>
  <Override PartName="/ppt/slideLayouts/dp5v5_slideLayout3.xml" ContentType="application/vnd.openxmlformats-officedocument.presentationml.slideLayout+xml"/>
  <Override PartName="/ppt/slideLayouts/dp5v5_slideLayout4.xml" ContentType="application/vnd.openxmlformats-officedocument.presentationml.slideLayout+xml"/>
  <Override PartName="/ppt/slideLayouts/dp5v5_slideLayout5.xml" ContentType="application/vnd.openxmlformats-officedocument.presentationml.slideLayout+xml"/>
  <Override PartName="/ppt/slideLayouts/dp5v5_slideLayout6.xml" ContentType="application/vnd.openxmlformats-officedocument.presentationml.slideLayout+xml"/>
  <Override PartName="/ppt/slideMasters/dp5v5_slideMaster1.xml" ContentType="application/vnd.openxmlformats-officedocument.presentationml.slideMaster+xml"/>
  <Override PartName="/ppt/slideMasters/theme/dp5v5_theme2.xml" ContentType="application/vnd.openxmlformats-officedocument.them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ideMasterId r:id="Via_ppt_slideMasters_dp3parallelv3_slideMaster1_xml" id="2147483649"/>
    <p:slideMasterId r:id="Via_ppt_slideMasters_dp5v5_slideMaster1_xml" id="2147483650"/>
  </p:sldMasterIdLst>
  <p:notesMasterIdLst>
    <p:notesMasterId r:id="Rfb29300d6ed74006"/>
    <p:notesMasterId r:id="Via_ppt_notesMasters_dp3parallelv3_notesMaster1_xml"/>
    <p:notesMasterId r:id="Via_ppt_notesMasters_dp5v5_notesMaster1_xml"/>
  </p:notesMasterIdLst>
  <p:sldIdLst>
    <p:sldId id="256" r:id="Dp3ParallelV3Slide1"/>
    <p:sldId id="257" r:id="Dp3ParallelV3Slide2"/>
    <p:sldId id="258" r:id="Dp3ParallelV3Slide3"/>
    <p:sldId id="259" r:id="Dp3ParallelV3Slide4"/>
    <p:sldId id="260" r:id="Dp3ParallelV3Slide5"/>
    <p:sldId id="261" r:id="Dp3ParallelV3Slide6"/>
    <p:sldId id="262" r:id="Dp3ParallelV3Slide7"/>
    <p:sldId id="263" r:id="Dp3ParallelV3Slide8"/>
    <p:sldId id="264" r:id="Dp3ParallelV3Slide9"/>
    <p:sldId id="265" r:id="Dp3ParallelV3Slide10"/>
    <p:sldId id="266" r:id="Dp3ParallelV3Slide11"/>
    <p:sldId id="267" r:id="Dp3ParallelV3Slide12"/>
    <p:sldId id="268" r:id="Dp3ParallelV3Slide13"/>
    <p:sldId id="269" r:id="Dp3ParallelV3Slide14"/>
    <p:sldId id="270" r:id="Dp3ParallelV3Slide15"/>
    <p:sldId id="271" r:id="Dp3ParallelV3Slide16"/>
    <p:sldId id="272" r:id="Dp3ParallelV3Slide17"/>
    <p:sldId id="273" r:id="Dp5V5Append1"/>
    <p:sldId id="274" r:id="Dp5V5Append2"/>
    <p:sldId id="275" r:id="Dp5V5Append3"/>
    <p:sldId id="276" r:id="Dp5V5Append4"/>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Id="Via_ppt_slideMasters_dp3parallelv3_slideMaster1_xml" Type="http://schemas.openxmlformats.org/officeDocument/2006/relationships/slideMaster" Target="/ppt/slideMasters/dp3parallelv3_slideMaster1.xml" /><Relationship Id="Via_ppt_notesMasters_dp3parallelv3_notesMaster1_xml" Type="http://schemas.openxmlformats.org/officeDocument/2006/relationships/notesMaster" Target="/ppt/notesMasters/dp3parallelv3_notesMaster1.xml" /><Relationship Id="Dp3ParallelV3Slide1" Type="http://schemas.openxmlformats.org/officeDocument/2006/relationships/slide" Target="/ppt/slides/slide1.xml" /><Relationship Id="Dp3ParallelV3Slide2" Type="http://schemas.openxmlformats.org/officeDocument/2006/relationships/slide" Target="/ppt/slides/slide2.xml" /><Relationship Id="Dp3ParallelV3Slide3" Type="http://schemas.openxmlformats.org/officeDocument/2006/relationships/slide" Target="/ppt/slides/slide3.xml" /><Relationship Id="Dp3ParallelV3Slide4" Type="http://schemas.openxmlformats.org/officeDocument/2006/relationships/slide" Target="/ppt/slides/slide4.xml" /><Relationship Id="Dp3ParallelV3Slide5" Type="http://schemas.openxmlformats.org/officeDocument/2006/relationships/slide" Target="/ppt/slides/slide5.xml" /><Relationship Id="Dp3ParallelV3Slide6" Type="http://schemas.openxmlformats.org/officeDocument/2006/relationships/slide" Target="/ppt/slides/slide6.xml" /><Relationship Id="Dp3ParallelV3Slide7" Type="http://schemas.openxmlformats.org/officeDocument/2006/relationships/slide" Target="/ppt/slides/slide7.xml" /><Relationship Id="Dp3ParallelV3Slide8" Type="http://schemas.openxmlformats.org/officeDocument/2006/relationships/slide" Target="/ppt/slides/slide8.xml" /><Relationship Id="Dp3ParallelV3Slide9" Type="http://schemas.openxmlformats.org/officeDocument/2006/relationships/slide" Target="/ppt/slides/slide109.xml" /><Relationship Id="Dp3ParallelV3Slide10" Type="http://schemas.openxmlformats.org/officeDocument/2006/relationships/slide" Target="/ppt/slides/slide110.xml" /><Relationship Id="Dp3ParallelV3Slide11" Type="http://schemas.openxmlformats.org/officeDocument/2006/relationships/slide" Target="/ppt/slides/slide111.xml" /><Relationship Id="Dp3ParallelV3Slide12" Type="http://schemas.openxmlformats.org/officeDocument/2006/relationships/slide" Target="/ppt/slides/slide112.xml" /><Relationship Id="Dp3ParallelV3Slide13" Type="http://schemas.openxmlformats.org/officeDocument/2006/relationships/slide" Target="/ppt/slides/slide113.xml" /><Relationship Id="Dp3ParallelV3Slide14" Type="http://schemas.openxmlformats.org/officeDocument/2006/relationships/slide" Target="/ppt/slides/slide13.xml" /><Relationship Id="Dp3ParallelV3Slide15" Type="http://schemas.openxmlformats.org/officeDocument/2006/relationships/slide" Target="/ppt/slides/slide14.xml" /><Relationship Id="Dp3ParallelV3Slide16" Type="http://schemas.openxmlformats.org/officeDocument/2006/relationships/slide" Target="/ppt/slides/slide15.xml" /><Relationship Id="Dp3ParallelV3Slide17" Type="http://schemas.openxmlformats.org/officeDocument/2006/relationships/slide" Target="/ppt/slides/slide16.xml" /><Relationship Id="Via_ppt_slideMasters_dp5v5_slideMaster1_xml" Type="http://schemas.openxmlformats.org/officeDocument/2006/relationships/slideMaster" Target="/ppt/slideMasters/dp5v5_slideMaster1.xml" /><Relationship Id="Via_ppt_notesMasters_dp5v5_notesMaster1_xml" Type="http://schemas.openxmlformats.org/officeDocument/2006/relationships/notesMaster" Target="/ppt/notesMasters/dp5v5_notesMaster1.xml" /><Relationship Id="Dp5V5Append1" Type="http://schemas.openxmlformats.org/officeDocument/2006/relationships/slide" Target="/ppt/slides/slide218.xml" /><Relationship Id="Dp5V5Append2" Type="http://schemas.openxmlformats.org/officeDocument/2006/relationships/slide" Target="/ppt/slides/slide219.xml" /><Relationship Id="Dp5V5Append3" Type="http://schemas.openxmlformats.org/officeDocument/2006/relationships/slide" Target="/ppt/slides/slide220.xml" /><Relationship Id="Dp5V5Append4" Type="http://schemas.openxmlformats.org/officeDocument/2006/relationships/slide" Target="/ppt/slides/slide221.xml" /></Relationships>
</file>

<file path=ppt/notesMasters/_rels/dp3parallelv3_notesMaster1.xml.rels><?xml version='1.0' encoding='utf-8'?>
<Relationships xmlns="http://schemas.openxmlformats.org/package/2006/relationships"><Relationship Type="http://schemas.openxmlformats.org/officeDocument/2006/relationships/theme" Target="/ppt/notesMasters/theme/dp3parallelv3_theme3.xml" Id="Recaaa2478c264715" /></Relationships>
</file>

<file path=ppt/notesMasters/_rels/dp5v5_notesMaster1.xml.rels><?xml version='1.0' encoding='utf-8'?>
<Relationships xmlns="http://schemas.openxmlformats.org/package/2006/relationships"><Relationship Type="http://schemas.openxmlformats.org/officeDocument/2006/relationships/theme" Target="/ppt/notesMasters/theme/dp5v5_theme3.xml" Id="R57f3706fd33847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dp3parallelv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5v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dp3parallelv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5v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_rels/notesSlide109.xml.rels><?xml version='1.0' encoding='utf-8'?>
<Relationships xmlns="http://schemas.openxmlformats.org/package/2006/relationships"><Relationship Type="http://schemas.openxmlformats.org/officeDocument/2006/relationships/slide" Target="/ppt/slides/slide109.xml" Id="R548eed633c124c44" /><Relationship Type="http://schemas.openxmlformats.org/officeDocument/2006/relationships/notesMaster" Target="/ppt/notesMasters/dp3parallelv3_notesMaster1.xml" Id="R8339f5d1461e405d" /></Relationships>
</file>

<file path=ppt/notesSlides/_rels/notesSlide110.xml.rels><?xml version='1.0' encoding='utf-8'?>
<Relationships xmlns="http://schemas.openxmlformats.org/package/2006/relationships"><Relationship Type="http://schemas.openxmlformats.org/officeDocument/2006/relationships/slide" Target="/ppt/slides/slide110.xml" Id="Ra857dbe4055146e5" /><Relationship Type="http://schemas.openxmlformats.org/officeDocument/2006/relationships/notesMaster" Target="/ppt/notesMasters/dp3parallelv3_notesMaster1.xml" Id="R50a59f6537034f15" /></Relationships>
</file>

<file path=ppt/notesSlides/_rels/notesSlide111.xml.rels><?xml version='1.0' encoding='utf-8'?>
<Relationships xmlns="http://schemas.openxmlformats.org/package/2006/relationships"><Relationship Type="http://schemas.openxmlformats.org/officeDocument/2006/relationships/slide" Target="/ppt/slides/slide111.xml" Id="R66c17b2d04344224" /><Relationship Type="http://schemas.openxmlformats.org/officeDocument/2006/relationships/notesMaster" Target="/ppt/notesMasters/dp3parallelv3_notesMaster1.xml" Id="Rd4caa42a0b8146f2" /></Relationships>
</file>

<file path=ppt/notesSlides/_rels/notesSlide112.xml.rels><?xml version='1.0' encoding='utf-8'?>
<Relationships xmlns="http://schemas.openxmlformats.org/package/2006/relationships"><Relationship Type="http://schemas.openxmlformats.org/officeDocument/2006/relationships/slide" Target="/ppt/slides/slide112.xml" Id="R55875212109f4746" /><Relationship Type="http://schemas.openxmlformats.org/officeDocument/2006/relationships/notesMaster" Target="/ppt/notesMasters/dp3parallelv3_notesMaster1.xml" Id="R94919111deeb4037" /></Relationships>
</file>

<file path=ppt/notesSlides/_rels/notesSlide113.xml.rels><?xml version='1.0' encoding='utf-8'?>
<Relationships xmlns="http://schemas.openxmlformats.org/package/2006/relationships"><Relationship Type="http://schemas.openxmlformats.org/officeDocument/2006/relationships/slide" Target="/ppt/slides/slide113.xml" Id="R54947714149743ea" /><Relationship Type="http://schemas.openxmlformats.org/officeDocument/2006/relationships/notesMaster" Target="/ppt/notesMasters/dp3parallelv3_notesMaster1.xml" Id="R59142628a1c24e79" /></Relationships>
</file>

<file path=ppt/notesSlides/_rels/notesSlide218.xml.rels><?xml version='1.0' encoding='utf-8'?>
<Relationships xmlns="http://schemas.openxmlformats.org/package/2006/relationships"><Relationship Type="http://schemas.openxmlformats.org/officeDocument/2006/relationships/slide" Target="/ppt/slides/slide218.xml" Id="R793b0722ee7b4652" /><Relationship Type="http://schemas.openxmlformats.org/officeDocument/2006/relationships/notesMaster" Target="/ppt/notesMasters/dp5v5_notesMaster1.xml" Id="R24f89122e79348f5" /></Relationships>
</file>

<file path=ppt/notesSlides/_rels/notesSlide219.xml.rels><?xml version='1.0' encoding='utf-8'?>
<Relationships xmlns="http://schemas.openxmlformats.org/package/2006/relationships"><Relationship Type="http://schemas.openxmlformats.org/officeDocument/2006/relationships/slide" Target="/ppt/slides/slide219.xml" Id="R6fa23f1214854a69" /><Relationship Type="http://schemas.openxmlformats.org/officeDocument/2006/relationships/notesMaster" Target="/ppt/notesMasters/dp5v5_notesMaster1.xml" Id="R7cf2974b8f5e45a6" /></Relationships>
</file>

<file path=ppt/notesSlides/_rels/notesSlide220.xml.rels><?xml version='1.0' encoding='utf-8'?>
<Relationships xmlns="http://schemas.openxmlformats.org/package/2006/relationships"><Relationship Type="http://schemas.openxmlformats.org/officeDocument/2006/relationships/slide" Target="/ppt/slides/slide220.xml" Id="Rad0916a690cc42d9" /><Relationship Type="http://schemas.openxmlformats.org/officeDocument/2006/relationships/notesMaster" Target="/ppt/notesMasters/dp5v5_notesMaster1.xml" Id="R0de2d88c22bb462a" /></Relationships>
</file>

<file path=ppt/notesSlides/_rels/notesSlide221.xml.rels><?xml version='1.0' encoding='utf-8'?>
<Relationships xmlns="http://schemas.openxmlformats.org/package/2006/relationships"><Relationship Type="http://schemas.openxmlformats.org/officeDocument/2006/relationships/slide" Target="/ppt/slides/slide221.xml" Id="Rf718bb6a4cf94f49" /><Relationship Type="http://schemas.openxmlformats.org/officeDocument/2006/relationships/notesMaster" Target="/ppt/notesMasters/dp5v5_notesMaster1.xml" Id="R0cc84ca6875b41e4"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17쪽의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VIA에만 존재하는 문제라는 주장이 아니다. 연속 음성·화면 상호작용과 Agent 위임을 제품 책임으로 가진 VIA에서 결합되어 중요한 문제라는 설명이다. 입력 기록과 시간 대응만으로 지칭 의도를 확정하지 않는다. 근거 부족과 실제 모호함은 보존하고 필요한 확인을 수행한다.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B4의 실측을 현재 병렬 기본 B의 pixel 조건 관측으로 활용한다. 새 측정이나 기존 raw variant 이름의 변경은 아니다. 기존 48회 중 A BASIC과 B4 TACTIC 각각12episode는 같은 pixel 계약, 사례, 고정 모델, 공통 slot cap과 평가 정의를 사용했다. 실행 phase는 달랐고 실제 모델 반환도 달라질 수 있어 순수 병렬화 단독 인과나 정확도 개선을 확정하지 않는다. 정규화 A와 pixel B4를 한 쌍으로 놓지 않는다. 양쪽의 미완료 및 조건부 시간 평균과 미확정 비용을 보존한다. 기존 정규화 A/순차 B는 별도의 당시 비교로 유지한다.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13쪽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설명용 사례이며 실행 fixture가 아니다. 실제 display 증거가 D2/D3와 발화의 대응을 지지해야 한다. 원본도 모호하면 동일 확인 절차를 사용한다. 과거 feedback가 이미 현재 요청으로 확정되어 공통 상태에 있다면 B만의 생산 이익으로 세지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구조도 개정: A는 원본 조회 인터페이스와 요청 단위 Request Interpreter 작업 상태를 갖는다. B는 Context Manager 내부에 사건 기반 생산·게시, source revision/처리 cursor/dirty 상태, 영속 파생 관계, 검증된 조회 인터페이스를 추가한다. 작은 상자는 제안한 내부 책임이며 별도 정식 Component가 아니다. A도 명시적 연결과 채택한 사실을 재사용한다. A 임시 상태는 현재 요청에서 생성한 작업 후보를 뜻하며 확정 사실 삭제를 뜻하지 않는다. B의 변경 추적은 논리적 처리 목록으로 별도 broker나 강제 프로세스 격리가 아니다. source 변경과 의미 불일치는 사용을 무효화하며 갱신이 실패하거나 미완료면 요청은 원본을 보완한다. 의미 적용 중 발견한 부족함도 조회 인터페이스를 통해 같은 원본으로 보완한다. 생산에 필요한 원문은 같은 원본 읽기 경로를 사용한다. QA는 21장에 전체 비교한다.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기본안 선택은 보류다. 원본에 이미 존재하는 명시적 Task·작성자 관계와 확정 선호는 A도 조회한다. A1은 사실의 기본 보존이 아니라 추가 후속 검색 색인이다. B1은 batching으로 미소비 비용을 항상 없애는 구조가 아니며 게시 지연을 비용으로 가진다.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QA02는 첫 지칭 대상 집합, 새 QA07은 필수 요청 의미 전체다. 인계 후 조건 누락이나 실제 Agent 수행 성공을 정확성으로 대체하지 않는다. QA07 목표·우선순위·점수 미확정. 동일 원본·모델·예산에서 최초 재참조/반복/미사용/정정/상황 변경을 비교한다. A의 확인 사실 재사용을 허용한다. QA05는 같은 episode의 생산부터 요청·수신자까지 미사용·재시도 포함이다. 별도 모델 가중치를 B 비용으로 가정하지 않는다. B 원본 보완 또는 갱신과 요청 경합이 많으면 지연 이익이 사라질 수 있다. 표의 요청 경로 단축은 구조의 가능성으로, LLM 성능과 사례 분포를 넘는 확정 우위를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dp3parallelv3_slideLayout1.xml.rels><?xml version='1.0' encoding='utf-8'?>
<Relationships xmlns="http://schemas.openxmlformats.org/package/2006/relationships"><Relationship Type="http://schemas.openxmlformats.org/officeDocument/2006/relationships/slideMaster" Target="/ppt/slideMasters/dp3parallelv3_slideMaster1.xml" Id="R3eb3e05aa6e84170" /></Relationships>
</file>

<file path=ppt/slideLayouts/_rels/dp3parallelv3_slideLayout2.xml.rels><?xml version='1.0' encoding='utf-8'?>
<Relationships xmlns="http://schemas.openxmlformats.org/package/2006/relationships"><Relationship Type="http://schemas.openxmlformats.org/officeDocument/2006/relationships/slideMaster" Target="/ppt/slideMasters/dp3parallelv3_slideMaster1.xml" Id="Rc9850db5dad94d93" /></Relationships>
</file>

<file path=ppt/slideLayouts/_rels/dp3parallelv3_slideLayout3.xml.rels><?xml version='1.0' encoding='utf-8'?>
<Relationships xmlns="http://schemas.openxmlformats.org/package/2006/relationships"><Relationship Type="http://schemas.openxmlformats.org/officeDocument/2006/relationships/slideMaster" Target="/ppt/slideMasters/dp3parallelv3_slideMaster1.xml" Id="R7d9f3ded3f4146fa" /></Relationships>
</file>

<file path=ppt/slideLayouts/_rels/dp3parallelv3_slideLayout4.xml.rels><?xml version='1.0' encoding='utf-8'?>
<Relationships xmlns="http://schemas.openxmlformats.org/package/2006/relationships"><Relationship Type="http://schemas.openxmlformats.org/officeDocument/2006/relationships/slideMaster" Target="/ppt/slideMasters/dp3parallelv3_slideMaster1.xml" Id="R8ca0f25f3732467f" /></Relationships>
</file>

<file path=ppt/slideLayouts/_rels/dp3parallelv3_slideLayout5.xml.rels><?xml version='1.0' encoding='utf-8'?>
<Relationships xmlns="http://schemas.openxmlformats.org/package/2006/relationships"><Relationship Type="http://schemas.openxmlformats.org/officeDocument/2006/relationships/slideMaster" Target="/ppt/slideMasters/dp3parallelv3_slideMaster1.xml" Id="R379f0b57ce91452d" /></Relationships>
</file>

<file path=ppt/slideLayouts/_rels/dp3parallelv3_slideLayout6.xml.rels><?xml version='1.0' encoding='utf-8'?>
<Relationships xmlns="http://schemas.openxmlformats.org/package/2006/relationships"><Relationship Type="http://schemas.openxmlformats.org/officeDocument/2006/relationships/slideMaster" Target="/ppt/slideMasters/dp3parallelv3_slideMaster1.xml" Id="R9f399e95438845cf" /></Relationships>
</file>

<file path=ppt/slideLayouts/_rels/dp5v5_slideLayout1.xml.rels><?xml version='1.0' encoding='utf-8'?>
<Relationships xmlns="http://schemas.openxmlformats.org/package/2006/relationships"><Relationship Type="http://schemas.openxmlformats.org/officeDocument/2006/relationships/slideMaster" Target="/ppt/slideMasters/dp5v5_slideMaster1.xml" Id="R6184fd7e70de4501" /></Relationships>
</file>

<file path=ppt/slideLayouts/_rels/dp5v5_slideLayout2.xml.rels><?xml version='1.0' encoding='utf-8'?>
<Relationships xmlns="http://schemas.openxmlformats.org/package/2006/relationships"><Relationship Type="http://schemas.openxmlformats.org/officeDocument/2006/relationships/slideMaster" Target="/ppt/slideMasters/dp5v5_slideMaster1.xml" Id="Rf743d3efc2ea4d68" /></Relationships>
</file>

<file path=ppt/slideLayouts/_rels/dp5v5_slideLayout3.xml.rels><?xml version='1.0' encoding='utf-8'?>
<Relationships xmlns="http://schemas.openxmlformats.org/package/2006/relationships"><Relationship Type="http://schemas.openxmlformats.org/officeDocument/2006/relationships/slideMaster" Target="/ppt/slideMasters/dp5v5_slideMaster1.xml" Id="R818f8d6423a548cb" /></Relationships>
</file>

<file path=ppt/slideLayouts/_rels/dp5v5_slideLayout4.xml.rels><?xml version='1.0' encoding='utf-8'?>
<Relationships xmlns="http://schemas.openxmlformats.org/package/2006/relationships"><Relationship Type="http://schemas.openxmlformats.org/officeDocument/2006/relationships/slideMaster" Target="/ppt/slideMasters/dp5v5_slideMaster1.xml" Id="R7b4ac68cffbd46b7" /></Relationships>
</file>

<file path=ppt/slideLayouts/_rels/dp5v5_slideLayout5.xml.rels><?xml version='1.0' encoding='utf-8'?>
<Relationships xmlns="http://schemas.openxmlformats.org/package/2006/relationships"><Relationship Type="http://schemas.openxmlformats.org/officeDocument/2006/relationships/slideMaster" Target="/ppt/slideMasters/dp5v5_slideMaster1.xml" Id="R9fa785df075d4173" /></Relationships>
</file>

<file path=ppt/slideLayouts/_rels/dp5v5_slideLayout6.xml.rels><?xml version='1.0' encoding='utf-8'?>
<Relationships xmlns="http://schemas.openxmlformats.org/package/2006/relationships"><Relationship Type="http://schemas.openxmlformats.org/officeDocument/2006/relationships/slideMaster" Target="/ppt/slideMasters/dp5v5_slideMaster1.xml" Id="Rf2b78bbc43134f4d"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dp3parallelv3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4CFFF403-EEA0-4105-8CE1-B98CB4E4C184}"/>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8D241FA-52E7-43FE-968F-284EE9F9AFC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5A7C7A-23F7-490E-A1DB-70B2C426124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2C317E0-CD35-40A0-AFE8-790E061AEA7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BFD3453-0FD2-43C0-A057-5DBD18AAACD5}"/>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5C77B14-BCC2-4672-83A9-54E33098649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41F9855-3A2F-4D66-BDAB-CA9F534CF38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81C9835C-2CDF-40C8-9C98-902316F035E9}"/>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B94BCF24-5AED-4D64-A36E-31AFABB8C07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F18F3E2-22E1-4168-A882-7C410D7379C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5v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0CCD6CC1-3F64-4F48-A142-8BBD872537B3}"/>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ED276F71-D94E-4735-B9CC-D262CCB04F3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7CA38462-2B36-4DFA-91E4-CC6E29AF47D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B775EB94-73E1-454A-922F-7B0896EBDDA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6039EE4F-87CB-4150-A563-F624E9475738}"/>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D42E0D7D-01D4-4DA8-B08B-8A3F68457D5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362B8F8D-4355-41A0-968B-134EA566489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8174F0B-DF4C-49AE-AEB5-5BDFA2202AB0}"/>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4D23854-78CF-4CF9-80AF-BEE88EFFAC3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958D97C-D1BF-446D-9EE1-843461BC343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dp3parallelv3_slideMaster1.xml.rels><?xml version='1.0' encoding='utf-8'?>
<Relationships xmlns="http://schemas.openxmlformats.org/package/2006/relationships"><Relationship Type="http://schemas.openxmlformats.org/officeDocument/2006/relationships/theme" Target="/ppt/slideMasters/theme/dp3parallelv3_theme2.xml" Id="Rf87fc6e2b0d14f91" /><Relationship Type="http://schemas.openxmlformats.org/officeDocument/2006/relationships/slideLayout" Target="/ppt/slideLayouts/dp3parallelv3_slideLayout1.xml" Id="R0830c310ae4e4594" /><Relationship Type="http://schemas.openxmlformats.org/officeDocument/2006/relationships/slideLayout" Target="/ppt/slideLayouts/dp3parallelv3_slideLayout2.xml" Id="R3fd5c0a700a5451d" /><Relationship Type="http://schemas.openxmlformats.org/officeDocument/2006/relationships/slideLayout" Target="/ppt/slideLayouts/dp3parallelv3_slideLayout3.xml" Id="R76cc8e0054db4975" /><Relationship Type="http://schemas.openxmlformats.org/officeDocument/2006/relationships/slideLayout" Target="/ppt/slideLayouts/dp3parallelv3_slideLayout4.xml" Id="R211be443d46b4fdd" /><Relationship Type="http://schemas.openxmlformats.org/officeDocument/2006/relationships/slideLayout" Target="/ppt/slideLayouts/dp3parallelv3_slideLayout5.xml" Id="Rb0fda7f23b59410b" /><Relationship Type="http://schemas.openxmlformats.org/officeDocument/2006/relationships/slideLayout" Target="/ppt/slideLayouts/dp3parallelv3_slideLayout6.xml" Id="R883870a31f8a48b7" /></Relationships>
</file>

<file path=ppt/slideMasters/_rels/dp5v5_slideMaster1.xml.rels><?xml version='1.0' encoding='utf-8'?>
<Relationships xmlns="http://schemas.openxmlformats.org/package/2006/relationships"><Relationship Type="http://schemas.openxmlformats.org/officeDocument/2006/relationships/theme" Target="/ppt/slideMasters/theme/dp5v5_theme2.xml" Id="R36f0dfe5f7cb40d8" /><Relationship Type="http://schemas.openxmlformats.org/officeDocument/2006/relationships/slideLayout" Target="/ppt/slideLayouts/dp5v5_slideLayout1.xml" Id="R1a08bf158d754086" /><Relationship Type="http://schemas.openxmlformats.org/officeDocument/2006/relationships/slideLayout" Target="/ppt/slideLayouts/dp5v5_slideLayout2.xml" Id="Radfc24e831b641a4" /><Relationship Type="http://schemas.openxmlformats.org/officeDocument/2006/relationships/slideLayout" Target="/ppt/slideLayouts/dp5v5_slideLayout3.xml" Id="R69eb72bc4db84884" /><Relationship Type="http://schemas.openxmlformats.org/officeDocument/2006/relationships/slideLayout" Target="/ppt/slideLayouts/dp5v5_slideLayout4.xml" Id="R5430487d202c47b4" /><Relationship Type="http://schemas.openxmlformats.org/officeDocument/2006/relationships/slideLayout" Target="/ppt/slideLayouts/dp5v5_slideLayout5.xml" Id="Redacf981b3c64389" /><Relationship Type="http://schemas.openxmlformats.org/officeDocument/2006/relationships/slideLayout" Target="/ppt/slideLayouts/dp5v5_slideLayout6.xml" Id="R8746ae886b104afc"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dp3parallelv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830c310ae4e4594"/>
    <p:sldLayoutId id="2147483650" r:id="R3fd5c0a700a5451d"/>
    <p:sldLayoutId id="2147483651" r:id="R76cc8e0054db4975"/>
    <p:sldLayoutId id="2147483652" r:id="R211be443d46b4fdd"/>
    <p:sldLayoutId id="2147483653" r:id="Rb0fda7f23b59410b"/>
    <p:sldLayoutId id="2147483654" r:id="R883870a31f8a48b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5v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1a08bf158d754086"/>
    <p:sldLayoutId id="2147483650" r:id="Radfc24e831b641a4"/>
    <p:sldLayoutId id="2147483651" r:id="R69eb72bc4db84884"/>
    <p:sldLayoutId id="2147483652" r:id="R5430487d202c47b4"/>
    <p:sldLayoutId id="2147483653" r:id="Redacf981b3c64389"/>
    <p:sldLayoutId id="2147483654" r:id="R8746ae886b104afc"/>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dp3parallelv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5v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_rels/slide109.xml.rels><?xml version='1.0' encoding='utf-8'?>
<Relationships xmlns="http://schemas.openxmlformats.org/package/2006/relationships"><Relationship Type="http://schemas.openxmlformats.org/officeDocument/2006/relationships/slideLayout" Target="/ppt/slideLayouts/dp3parallelv3_slideLayout6.xml" Id="Rf599bd2bd15146a6" /><Relationship Type="http://schemas.openxmlformats.org/officeDocument/2006/relationships/notesSlide" Target="/ppt/notesSlides/notesSlide109.xml" Id="Red77f98b92b04f05" /></Relationships>
</file>

<file path=ppt/slides/_rels/slide110.xml.rels><?xml version='1.0' encoding='utf-8'?>
<Relationships xmlns="http://schemas.openxmlformats.org/package/2006/relationships"><Relationship Type="http://schemas.openxmlformats.org/officeDocument/2006/relationships/slideLayout" Target="/ppt/slideLayouts/dp3parallelv3_slideLayout6.xml" Id="Rb13e3d2b8b0b40f0" /><Relationship Type="http://schemas.openxmlformats.org/officeDocument/2006/relationships/notesSlide" Target="/ppt/notesSlides/notesSlide110.xml" Id="R7d673c9804704acf" /></Relationships>
</file>

<file path=ppt/slides/_rels/slide111.xml.rels><?xml version='1.0' encoding='utf-8'?>
<Relationships xmlns="http://schemas.openxmlformats.org/package/2006/relationships"><Relationship Type="http://schemas.openxmlformats.org/officeDocument/2006/relationships/slideLayout" Target="/ppt/slideLayouts/dp3parallelv3_slideLayout6.xml" Id="R90b9a82a21c74977" /><Relationship Type="http://schemas.openxmlformats.org/officeDocument/2006/relationships/notesSlide" Target="/ppt/notesSlides/notesSlide111.xml" Id="R40d0f0dbf827446c" /></Relationships>
</file>

<file path=ppt/slides/_rels/slide112.xml.rels><?xml version='1.0' encoding='utf-8'?>
<Relationships xmlns="http://schemas.openxmlformats.org/package/2006/relationships"><Relationship Type="http://schemas.openxmlformats.org/officeDocument/2006/relationships/slideLayout" Target="/ppt/slideLayouts/dp3parallelv3_slideLayout6.xml" Id="R37b57ee9be684920" /><Relationship Type="http://schemas.openxmlformats.org/officeDocument/2006/relationships/notesSlide" Target="/ppt/notesSlides/notesSlide112.xml" Id="R2c4b94d975fc4ec6" /></Relationships>
</file>

<file path=ppt/slides/_rels/slide113.xml.rels><?xml version='1.0' encoding='utf-8'?>
<Relationships xmlns="http://schemas.openxmlformats.org/package/2006/relationships"><Relationship Type="http://schemas.openxmlformats.org/officeDocument/2006/relationships/slideLayout" Target="/ppt/slideLayouts/dp3parallelv3_slideLayout6.xml" Id="Reb175b09d75241ee" /><Relationship Type="http://schemas.openxmlformats.org/officeDocument/2006/relationships/notesSlide" Target="/ppt/notesSlides/notesSlide113.xml" Id="R04fc713ba3b1424d" /></Relationships>
</file>

<file path=ppt/slides/_rels/slide218.xml.rels><?xml version='1.0' encoding='utf-8'?>
<Relationships xmlns="http://schemas.openxmlformats.org/package/2006/relationships"><Relationship Type="http://schemas.openxmlformats.org/officeDocument/2006/relationships/slideLayout" Target="/ppt/slideLayouts/dp5v5_slideLayout6.xml" Id="R4a9378c304674473" /><Relationship Type="http://schemas.openxmlformats.org/officeDocument/2006/relationships/notesSlide" Target="/ppt/notesSlides/notesSlide218.xml" Id="R5e64ead75f4c4119" /></Relationships>
</file>

<file path=ppt/slides/_rels/slide219.xml.rels><?xml version='1.0' encoding='utf-8'?>
<Relationships xmlns="http://schemas.openxmlformats.org/package/2006/relationships"><Relationship Type="http://schemas.openxmlformats.org/officeDocument/2006/relationships/slideLayout" Target="/ppt/slideLayouts/dp5v5_slideLayout6.xml" Id="Re734ce8dbe4e45a7" /><Relationship Type="http://schemas.openxmlformats.org/officeDocument/2006/relationships/notesSlide" Target="/ppt/notesSlides/notesSlide219.xml" Id="Ra5c84e11eece4ced" /></Relationships>
</file>

<file path=ppt/slides/_rels/slide220.xml.rels><?xml version='1.0' encoding='utf-8'?>
<Relationships xmlns="http://schemas.openxmlformats.org/package/2006/relationships"><Relationship Type="http://schemas.openxmlformats.org/officeDocument/2006/relationships/slideLayout" Target="/ppt/slideLayouts/dp5v5_slideLayout6.xml" Id="R1a33b73f4fd641db" /><Relationship Type="http://schemas.openxmlformats.org/officeDocument/2006/relationships/notesSlide" Target="/ppt/notesSlides/notesSlide220.xml" Id="R90b0eec5f5354eaa" /></Relationships>
</file>

<file path=ppt/slides/_rels/slide221.xml.rels><?xml version='1.0' encoding='utf-8'?>
<Relationships xmlns="http://schemas.openxmlformats.org/package/2006/relationships"><Relationship Type="http://schemas.openxmlformats.org/officeDocument/2006/relationships/slideLayout" Target="/ppt/slideLayouts/dp5v5_slideLayout6.xml" Id="R5c18f81b50a04c1c" /><Relationship Type="http://schemas.openxmlformats.org/officeDocument/2006/relationships/notesSlide" Target="/ppt/notesSlides/notesSlide221.xml" Id="R532f55b44fe04cb8"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21</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4">
            <a:extLst>
              <a:ext uri="{FF2B5EF4-FFF2-40B4-BE49-F238E27FC236}">
                <ns2:creationId id="{02F7028B-DE4E-4376-B1CE-68BF42CF3CED}"/>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28">
            <a:extLst>
              <a:ext uri="{FF2B5EF4-FFF2-40B4-BE49-F238E27FC236}">
                <ns2:creationId id="{F70408E3-F6FC-4FBF-85C8-FB3C20DAADAB}"/>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33">
            <a:extLst>
              <a:ext uri="{FF2B5EF4-FFF2-40B4-BE49-F238E27FC236}">
                <ns2:creationId id="{D0BE44AA-6D5C-4872-8724-2D0D2CEE673D}"/>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37">
            <a:extLst>
              <a:ext uri="{FF2B5EF4-FFF2-40B4-BE49-F238E27FC236}">
                <ns2:creationId id="{B05A27BE-9867-43F7-AE13-DF45BCCC4D84}"/>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41">
            <a:extLst>
              <a:ext uri="{FF2B5EF4-FFF2-40B4-BE49-F238E27FC236}">
                <ns2:creationId id="{4AC1B14E-A7C7-44FD-ACB3-2828D616DD33}"/>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45">
            <a:extLst>
              <a:ext uri="{FF2B5EF4-FFF2-40B4-BE49-F238E27FC236}">
                <ns2:creationId id="{9CF90BE0-5323-4B3A-A726-AE5068435981}"/>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50">
            <a:extLst>
              <a:ext uri="{FF2B5EF4-FFF2-40B4-BE49-F238E27FC236}">
                <ns2:creationId id="{D8B6BD10-57E0-4CF6-8151-9CB117768F83}"/>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21</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59">
            <a:extLst>
              <a:ext uri="{FF2B5EF4-FFF2-40B4-BE49-F238E27FC236}">
                <ns2:creationId id="{D48344E9-0DE7-48B8-8B76-641EE21A64BA}"/>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61">
            <a:extLst>
              <a:ext uri="{FF2B5EF4-FFF2-40B4-BE49-F238E27FC236}">
                <ns2:creationId id="{3A8ECC5C-2201-478F-84E8-57AF8C881E5E}"/>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62">
            <a:extLst>
              <a:ext uri="{FF2B5EF4-FFF2-40B4-BE49-F238E27FC236}">
                <ns2:creationId id="{B96CF045-3EE4-446C-96A7-07E606455C5B}"/>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7207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65">
            <a:extLst>
              <a:ext uri="{FF2B5EF4-FFF2-40B4-BE49-F238E27FC236}">
                <ns2:creationId id="{CBE00997-82BB-4581-9B3A-161DE56AEDA0}"/>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71E31203-D034-4E15-A35D-BBD892F5D7B4}"/>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6" name="DP1 object 66">
            <a:extLst>
              <a:ext uri="{FF2B5EF4-FFF2-40B4-BE49-F238E27FC236}">
                <ns2:creationId id="{E369D4E6-5BCE-4805-9E2E-27AE3B7928A3}"/>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C4A516F7-5730-4160-9312-71B3FD633B4C}"/>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8" name="DP1 object 67">
            <a:extLst>
              <a:ext uri="{FF2B5EF4-FFF2-40B4-BE49-F238E27FC236}">
                <ns2:creationId id="{386BAC60-E329-43E2-9096-20159E7D87B9}"/>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68">
            <a:extLst>
              <a:ext uri="{FF2B5EF4-FFF2-40B4-BE49-F238E27FC236}">
                <ns2:creationId id="{7B5989FE-7F30-4D78-A337-24EB25B65E50}"/>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03588CEE-3639-4EF1-AA5F-A8E9500552BC}"/>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1" name="DP1 object 69">
            <a:extLst>
              <a:ext uri="{FF2B5EF4-FFF2-40B4-BE49-F238E27FC236}">
                <ns2:creationId id="{15F64DA2-2860-4EDA-9DDC-7D4D69FE2442}"/>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70">
            <a:extLst>
              <a:ext uri="{FF2B5EF4-FFF2-40B4-BE49-F238E27FC236}">
                <ns2:creationId id="{F3785730-29A9-4BBA-9E09-B3E42129EE06}"/>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71">
            <a:extLst>
              <a:ext uri="{FF2B5EF4-FFF2-40B4-BE49-F238E27FC236}">
                <ns2:creationId id="{4343999F-D7D0-4DD1-A7F7-8D6999B6909A}"/>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72">
            <a:extLst>
              <a:ext uri="{FF2B5EF4-FFF2-40B4-BE49-F238E27FC236}">
                <ns2:creationId id="{DCFB3CEF-4F41-4D9E-BCD1-BA6B6ED3B92C}"/>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73">
            <a:extLst>
              <a:ext uri="{FF2B5EF4-FFF2-40B4-BE49-F238E27FC236}">
                <ns2:creationId id="{E41FBA11-DC71-43FF-8A62-AABA2631CE58}"/>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74">
            <a:extLst>
              <a:ext uri="{FF2B5EF4-FFF2-40B4-BE49-F238E27FC236}">
                <ns2:creationId id="{80630898-04AA-451F-B6FA-93C9A2EAE9A1}"/>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F534514F-2538-430C-BA57-175195982CC4}"/>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8" name="DP1 object 75">
            <a:extLst>
              <a:ext uri="{FF2B5EF4-FFF2-40B4-BE49-F238E27FC236}">
                <ns2:creationId id="{0075B73F-1974-484B-9D1B-63BFD90EE36D}"/>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76">
            <a:extLst>
              <a:ext uri="{FF2B5EF4-FFF2-40B4-BE49-F238E27FC236}">
                <ns2:creationId id="{4E274837-11A8-4E5E-8821-07A60B3200A9}"/>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1BCDDF75-FAFB-43F9-887D-F57137AD47AF}"/>
              </a:ext>
            </a:extLst>
          </p:cNvPr>
          <p:cNvSpPr>
            <a:spLocks noGrp="1"/>
          </p:cNvSpPr>
          <p:nvPr/>
        </p:nvSpPr>
        <p:spPr>
          <a:xfrm>
            <a:off x="4648200" y="4476750"/>
            <a:ext cx="2209800" cy="542925"/>
          </a:xfrm>
          <a:prstGeom prst="rect">
            <a:avLst/>
          </a:prstGeom>
          <a:solidFill>
            <a:srgbClr val="FFFFFF"/>
          </a:solidFill>
          <a:ln w="14288">
            <a:solidFill>
              <a:srgbClr val="111111"/>
            </a:solidFill>
            <a:prstDash val="solid"/>
          </a:ln>
        </p:spPr>
      </p:sp>
      <p:sp>
        <p:nvSpPr>
          <p:cNvPr id="41" name="DP1 object 77">
            <a:extLst>
              <a:ext uri="{FF2B5EF4-FFF2-40B4-BE49-F238E27FC236}">
                <ns2:creationId id="{E7A8B9D5-DA26-4612-B4D2-DF36D956AEC4}"/>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78">
            <a:extLst>
              <a:ext uri="{FF2B5EF4-FFF2-40B4-BE49-F238E27FC236}">
                <ns2:creationId id="{7A40ED6D-D0A7-400E-B5BC-EBD7F0A1C6FC}"/>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79">
            <a:extLst>
              <a:ext uri="{FF2B5EF4-FFF2-40B4-BE49-F238E27FC236}">
                <ns2:creationId id="{7E2820C1-3B11-48A6-A052-52C7B6B00CC4}"/>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80">
            <a:extLst>
              <a:ext uri="{FF2B5EF4-FFF2-40B4-BE49-F238E27FC236}">
                <ns2:creationId id="{551CD5F7-4882-462C-A672-AE193A7C9C81}"/>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81">
            <a:extLst>
              <a:ext uri="{FF2B5EF4-FFF2-40B4-BE49-F238E27FC236}">
                <ns2:creationId id="{F7DD013D-016F-40E4-BAA7-AB7FC4C0859A}"/>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82">
            <a:extLst>
              <a:ext uri="{FF2B5EF4-FFF2-40B4-BE49-F238E27FC236}">
                <ns2:creationId id="{C3F0281E-4E40-48CF-B0A6-ED676450B95A}"/>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83">
            <a:extLst>
              <a:ext uri="{FF2B5EF4-FFF2-40B4-BE49-F238E27FC236}">
                <ns2:creationId id="{04AD8445-8E08-4C86-9479-E622EAE9633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84">
            <a:extLst>
              <a:ext uri="{FF2B5EF4-FFF2-40B4-BE49-F238E27FC236}">
                <ns2:creationId id="{8BE5C114-8CDE-40ED-B454-DBA4D7A0A6A6}"/>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85">
            <a:extLst>
              <a:ext uri="{FF2B5EF4-FFF2-40B4-BE49-F238E27FC236}">
                <ns2:creationId id="{B67B6EFC-5E1A-4DD2-AE52-E051427C94DD}"/>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86">
            <a:extLst>
              <a:ext uri="{FF2B5EF4-FFF2-40B4-BE49-F238E27FC236}">
                <ns2:creationId id="{B2A95481-8178-4286-8C59-B8B7B817A0C8}"/>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84EE147-82E8-4A26-8418-FAAE99CE3993}"/>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2" name="DP1 object 87">
            <a:extLst>
              <a:ext uri="{FF2B5EF4-FFF2-40B4-BE49-F238E27FC236}">
                <ns2:creationId id="{C2C158E2-C1C5-4D8E-B7AA-D3BBDD204B36}"/>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88">
            <a:extLst>
              <a:ext uri="{FF2B5EF4-FFF2-40B4-BE49-F238E27FC236}">
                <ns2:creationId id="{92E6D878-32B0-4FD7-9B52-FE924B7F30A0}"/>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89">
            <a:extLst>
              <a:ext uri="{FF2B5EF4-FFF2-40B4-BE49-F238E27FC236}">
                <ns2:creationId id="{891106B3-53A4-4EC9-B61C-413B52A0D8E6}"/>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90">
            <a:extLst>
              <a:ext uri="{FF2B5EF4-FFF2-40B4-BE49-F238E27FC236}">
                <ns2:creationId id="{702C3009-7C45-45C2-B87C-D84D7F6FF780}"/>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91">
            <a:extLst>
              <a:ext uri="{FF2B5EF4-FFF2-40B4-BE49-F238E27FC236}">
                <ns2:creationId id="{F81BAA92-80E5-47DE-B5BF-F80576E535E3}"/>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92">
            <a:extLst>
              <a:ext uri="{FF2B5EF4-FFF2-40B4-BE49-F238E27FC236}">
                <ns2:creationId id="{BBBB18E7-ABF5-4EE8-8FDA-70471BD622FE}"/>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0833298D-6F4B-42D2-8AD2-924036043769}"/>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59" name="DP1 object 93">
            <a:extLst>
              <a:ext uri="{FF2B5EF4-FFF2-40B4-BE49-F238E27FC236}">
                <ns2:creationId id="{9778468F-6D1C-459F-BB2D-7AE513E85F6E}"/>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94">
            <a:extLst>
              <a:ext uri="{FF2B5EF4-FFF2-40B4-BE49-F238E27FC236}">
                <ns2:creationId id="{29B6DE4F-76EB-4058-9D04-5F67FBC2CB8E}"/>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ABBAA1FB-330A-493A-810F-D894FEE01D8E}"/>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2" name="DP1 object 95">
            <a:extLst>
              <a:ext uri="{FF2B5EF4-FFF2-40B4-BE49-F238E27FC236}">
                <ns2:creationId id="{D408FEE1-A02C-4E26-BC20-2E157CA1664E}"/>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96">
            <a:extLst>
              <a:ext uri="{FF2B5EF4-FFF2-40B4-BE49-F238E27FC236}">
                <ns2:creationId id="{F99C6BFE-7805-42C0-BE40-FCF9B682A759}"/>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97">
            <a:extLst>
              <a:ext uri="{FF2B5EF4-FFF2-40B4-BE49-F238E27FC236}">
                <ns2:creationId id="{9A32EE4D-6EBF-403F-BD12-828672CD6997}"/>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62D0DCB9-B71D-4EE8-9857-14659B9CC90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6" name="DP1 object 98">
            <a:extLst>
              <a:ext uri="{FF2B5EF4-FFF2-40B4-BE49-F238E27FC236}">
                <ns2:creationId id="{636A260F-D6E0-436B-BF88-918CCBBF161F}"/>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99">
            <a:extLst>
              <a:ext uri="{FF2B5EF4-FFF2-40B4-BE49-F238E27FC236}">
                <ns2:creationId id="{D7FEB8FD-04AF-4B36-8972-9159A6C8287E}"/>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5098722F-9B49-448F-AA81-7D544F12ABEB}"/>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69" name="DP1 object 100">
            <a:extLst>
              <a:ext uri="{FF2B5EF4-FFF2-40B4-BE49-F238E27FC236}">
                <ns2:creationId id="{35278D5F-919E-4984-82C2-C4EEB64BEEB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BAF6908F-9CDB-4B5D-A3A6-EC9943A9271F}"/>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1" name="DP1 object 101">
            <a:extLst>
              <a:ext uri="{FF2B5EF4-FFF2-40B4-BE49-F238E27FC236}">
                <ns2:creationId id="{142D77CA-63C9-4955-A37A-F5B26E81A695}"/>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02">
            <a:extLst>
              <a:ext uri="{FF2B5EF4-FFF2-40B4-BE49-F238E27FC236}">
                <ns2:creationId id="{CC4CE28B-CFAA-4496-9BCF-B712A6037856}"/>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03">
            <a:extLst>
              <a:ext uri="{FF2B5EF4-FFF2-40B4-BE49-F238E27FC236}">
                <ns2:creationId id="{D7BECED1-FE61-4F95-B535-85B005BD4FF7}"/>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04">
            <a:extLst>
              <a:ext uri="{FF2B5EF4-FFF2-40B4-BE49-F238E27FC236}">
                <ns2:creationId id="{8620CF6D-40FB-4F79-BE4A-6D24CD3B692A}"/>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05">
            <a:extLst>
              <a:ext uri="{FF2B5EF4-FFF2-40B4-BE49-F238E27FC236}">
                <ns2:creationId id="{FBD4DF44-25A3-4E42-9DCF-8B910C045CA5}"/>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1BC45EA9-52D6-4979-8EDA-C4B1C56B34D1}"/>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7" name="DP1 object 106">
            <a:extLst>
              <a:ext uri="{FF2B5EF4-FFF2-40B4-BE49-F238E27FC236}">
                <ns2:creationId id="{B315DC7C-62F8-4CE2-A3CB-8E80E75B6A45}"/>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07">
            <a:extLst>
              <a:ext uri="{FF2B5EF4-FFF2-40B4-BE49-F238E27FC236}">
                <ns2:creationId id="{E2C428D4-019F-453C-8661-CEF9DCD8833E}"/>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08">
            <a:extLst>
              <a:ext uri="{FF2B5EF4-FFF2-40B4-BE49-F238E27FC236}">
                <ns2:creationId id="{83AEBD95-817F-4441-AAF1-8B6277DCB41F}"/>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AC4C6E51-ECCC-45ED-99F7-A759502CBF33}"/>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1" name="DP1 object 109">
            <a:extLst>
              <a:ext uri="{FF2B5EF4-FFF2-40B4-BE49-F238E27FC236}">
                <ns2:creationId id="{2E27653D-A8B5-43CF-A453-BD12C239A831}"/>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10">
            <a:extLst>
              <a:ext uri="{FF2B5EF4-FFF2-40B4-BE49-F238E27FC236}">
                <ns2:creationId id="{B17667FB-C119-4EFC-997B-03D37C759FB1}"/>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4F6C25C0-3F4C-4977-8131-5927976949C3}"/>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4" name="DP1 object 111">
            <a:extLst>
              <a:ext uri="{FF2B5EF4-FFF2-40B4-BE49-F238E27FC236}">
                <ns2:creationId id="{7F0F171B-23BB-4DC7-B9A8-D49640C1F3BC}"/>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12">
            <a:extLst>
              <a:ext uri="{FF2B5EF4-FFF2-40B4-BE49-F238E27FC236}">
                <ns2:creationId id="{DE111174-EB94-4048-9F39-F2CA63BF1932}"/>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13">
            <a:extLst>
              <a:ext uri="{FF2B5EF4-FFF2-40B4-BE49-F238E27FC236}">
                <ns2:creationId id="{44A41F69-473F-476C-98F3-BC4C73A8E006}"/>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14">
            <a:extLst>
              <a:ext uri="{FF2B5EF4-FFF2-40B4-BE49-F238E27FC236}">
                <ns2:creationId id="{2D830263-E92F-487D-8C25-4DAE0B75D97F}"/>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15">
            <a:extLst>
              <a:ext uri="{FF2B5EF4-FFF2-40B4-BE49-F238E27FC236}">
                <ns2:creationId id="{64638BFA-B529-480D-B3A5-E37654AED139}"/>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16">
            <a:extLst>
              <a:ext uri="{FF2B5EF4-FFF2-40B4-BE49-F238E27FC236}">
                <ns2:creationId id="{DF27F480-DAC2-4FC2-ABE4-D7E59062FF6C}"/>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ED3AD7F8-A36E-4D72-B457-80013CB0B9E4}"/>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1" name="DP1 object 117">
            <a:extLst>
              <a:ext uri="{FF2B5EF4-FFF2-40B4-BE49-F238E27FC236}">
                <ns2:creationId id="{1AAA9777-F9D1-4587-8F35-C65B28D3E248}"/>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E8758133-6F99-4EB7-90C9-1BBB9BCFEAFB}"/>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3" name="DP1 object 118">
            <a:extLst>
              <a:ext uri="{FF2B5EF4-FFF2-40B4-BE49-F238E27FC236}">
                <ns2:creationId id="{D23648B4-08CC-4A45-AA8B-A06BBCF0792D}"/>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19">
            <a:extLst>
              <a:ext uri="{FF2B5EF4-FFF2-40B4-BE49-F238E27FC236}">
                <ns2:creationId id="{12CC2BB5-9EBB-4FF6-B85A-19DE8AF72750}"/>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20">
            <a:extLst>
              <a:ext uri="{FF2B5EF4-FFF2-40B4-BE49-F238E27FC236}">
                <ns2:creationId id="{9289B29B-8135-4E8E-A6F5-0563540038FC}"/>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5D5D5FDC-CDC7-4D2A-9365-14C8D81B4694}"/>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7" name="DP1 object 121">
            <a:extLst>
              <a:ext uri="{FF2B5EF4-FFF2-40B4-BE49-F238E27FC236}">
                <ns2:creationId id="{49F0F1FF-BDD9-4D88-A8F9-4D7D7797071B}"/>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40591583-C89A-4319-95A8-F4FC3F3E66FC}"/>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99" name="DP1 object 122">
            <a:extLst>
              <a:ext uri="{FF2B5EF4-FFF2-40B4-BE49-F238E27FC236}">
                <ns2:creationId id="{EA04001A-34D2-4DAD-AF63-493FFBC54FC6}"/>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23">
            <a:extLst>
              <a:ext uri="{FF2B5EF4-FFF2-40B4-BE49-F238E27FC236}">
                <ns2:creationId id="{A451E588-0232-4460-BF5E-F4881E5B6B7C}"/>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24">
            <a:extLst>
              <a:ext uri="{FF2B5EF4-FFF2-40B4-BE49-F238E27FC236}">
                <ns2:creationId id="{4D56DCD4-ADD4-4E03-A298-A9ECD8B05302}"/>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25">
            <a:extLst>
              <a:ext uri="{FF2B5EF4-FFF2-40B4-BE49-F238E27FC236}">
                <ns2:creationId id="{3246651E-F0CC-498F-8EC7-52CB410CF35E}"/>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26">
            <a:extLst>
              <a:ext uri="{FF2B5EF4-FFF2-40B4-BE49-F238E27FC236}">
                <ns2:creationId id="{1E7ECD21-D775-4F8E-AB18-5994EBE8A0B9}"/>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E37F0572-8B11-4BF7-8CA8-392DFD6C1BF8}"/>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5" name="DP1 object 127">
            <a:extLst>
              <a:ext uri="{FF2B5EF4-FFF2-40B4-BE49-F238E27FC236}">
                <ns2:creationId id="{915F5C5F-FF46-4C1C-9888-8D9C92F56F52}"/>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28">
            <a:extLst>
              <a:ext uri="{FF2B5EF4-FFF2-40B4-BE49-F238E27FC236}">
                <ns2:creationId id="{0B4A3B0B-D346-48FC-B5D3-6FC841FA7A89}"/>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85AEF624-D210-48A6-95F4-319139C69883}"/>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8" name="DP1 object 129">
            <a:extLst>
              <a:ext uri="{FF2B5EF4-FFF2-40B4-BE49-F238E27FC236}">
                <ns2:creationId id="{441BC9EF-3041-4BA3-B51C-D74384FA48C6}"/>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826DE4EC-0483-4A94-912C-3F9D49E5A949}"/>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0" name="DP1 object 130">
            <a:extLst>
              <a:ext uri="{FF2B5EF4-FFF2-40B4-BE49-F238E27FC236}">
                <ns2:creationId id="{927208EE-38F8-4CAB-9E14-C1FEEB032AE7}"/>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31">
            <a:extLst>
              <a:ext uri="{FF2B5EF4-FFF2-40B4-BE49-F238E27FC236}">
                <ns2:creationId id="{1FF82F46-D578-412B-82FE-3935D16F1121}"/>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A0770515-C8CB-4395-8B31-B329F15A661B}"/>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3" name="DP1 object 132">
            <a:extLst>
              <a:ext uri="{FF2B5EF4-FFF2-40B4-BE49-F238E27FC236}">
                <ns2:creationId id="{4854AC4E-66D2-4509-B6DD-7D6DB454DDBD}"/>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33">
            <a:extLst>
              <a:ext uri="{FF2B5EF4-FFF2-40B4-BE49-F238E27FC236}">
                <ns2:creationId id="{3D97E2F2-AFC7-48FF-98B4-D227DC0AF431}"/>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34">
            <a:extLst>
              <a:ext uri="{FF2B5EF4-FFF2-40B4-BE49-F238E27FC236}">
                <ns2:creationId id="{96144C5D-1367-464B-AFC5-9B96F7A788DF}"/>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35">
            <a:extLst>
              <a:ext uri="{FF2B5EF4-FFF2-40B4-BE49-F238E27FC236}">
                <ns2:creationId id="{AE1663EF-85E4-4FB1-86EA-31B837CA6667}"/>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36">
            <a:extLst>
              <a:ext uri="{FF2B5EF4-FFF2-40B4-BE49-F238E27FC236}">
                <ns2:creationId id="{F498ED6B-85F8-45D2-A4DB-4BA46C604870}"/>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37">
            <a:extLst>
              <a:ext uri="{FF2B5EF4-FFF2-40B4-BE49-F238E27FC236}">
                <ns2:creationId id="{1EA389FF-3478-4443-9988-7A8EEA2F0E7F}"/>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38">
            <a:extLst>
              <a:ext uri="{FF2B5EF4-FFF2-40B4-BE49-F238E27FC236}">
                <ns2:creationId id="{F842E98C-0B10-46CF-95A8-5C5BC8139E0D}"/>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39">
            <a:extLst>
              <a:ext uri="{FF2B5EF4-FFF2-40B4-BE49-F238E27FC236}">
                <ns2:creationId id="{9DBC59DE-0B2B-44E0-8043-6F1C7019690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40">
            <a:extLst>
              <a:ext uri="{FF2B5EF4-FFF2-40B4-BE49-F238E27FC236}">
                <ns2:creationId id="{2DAA73D9-7205-438E-B0F6-DB136D4604D7}"/>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41">
            <a:extLst>
              <a:ext uri="{FF2B5EF4-FFF2-40B4-BE49-F238E27FC236}">
                <ns2:creationId id="{41990CEA-0116-44D0-B32D-C028EE100B65}"/>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42">
            <a:extLst>
              <a:ext uri="{FF2B5EF4-FFF2-40B4-BE49-F238E27FC236}">
                <ns2:creationId id="{7F38996A-A847-4D9D-B18B-A2885A13FFC8}"/>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21</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147">
            <a:extLst>
              <a:ext uri="{FF2B5EF4-FFF2-40B4-BE49-F238E27FC236}">
                <ns2:creationId id="{A122C4A7-8103-45D7-9AB9-677D004F770D}"/>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149">
            <a:extLst>
              <a:ext uri="{FF2B5EF4-FFF2-40B4-BE49-F238E27FC236}">
                <ns2:creationId id="{CAB4EAB8-D6A3-4285-A4B8-C2D5328D3081}"/>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150">
            <a:extLst>
              <a:ext uri="{FF2B5EF4-FFF2-40B4-BE49-F238E27FC236}">
                <ns2:creationId id="{82B05EC5-17C7-426D-97C5-B8B2FBAAFADE}"/>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54">
            <a:extLst>
              <a:ext uri="{FF2B5EF4-FFF2-40B4-BE49-F238E27FC236}">
                <ns2:creationId id="{530E3A5B-5FD4-4DCC-AB4D-E189AB23529B}"/>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00459F0C-0686-4A3F-9103-DA05428564D0}"/>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7" name="DP1 object 155">
            <a:extLst>
              <a:ext uri="{FF2B5EF4-FFF2-40B4-BE49-F238E27FC236}">
                <ns2:creationId id="{10F6F74D-C9ED-4FD9-98A6-53BAF60CE345}"/>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AFB1A6C2-B48D-41FD-8F9C-0AC318848225}"/>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9" name="DP1 object 156">
            <a:extLst>
              <a:ext uri="{FF2B5EF4-FFF2-40B4-BE49-F238E27FC236}">
                <ns2:creationId id="{CBD130EE-A936-4FA7-A096-882CF47D35EC}"/>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57">
            <a:extLst>
              <a:ext uri="{FF2B5EF4-FFF2-40B4-BE49-F238E27FC236}">
                <ns2:creationId id="{C1EC7251-5E78-45FF-BB38-36DA3D103E36}"/>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CB357E7C-461B-460D-B0DD-1E9E906E8267}"/>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2" name="DP1 object 158">
            <a:extLst>
              <a:ext uri="{FF2B5EF4-FFF2-40B4-BE49-F238E27FC236}">
                <ns2:creationId id="{EC127746-2391-436F-83DE-67A7354489A9}"/>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59">
            <a:extLst>
              <a:ext uri="{FF2B5EF4-FFF2-40B4-BE49-F238E27FC236}">
                <ns2:creationId id="{7AEB788F-C4CF-451D-A1F2-3B76F33DC55C}"/>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60">
            <a:extLst>
              <a:ext uri="{FF2B5EF4-FFF2-40B4-BE49-F238E27FC236}">
                <ns2:creationId id="{27FF688E-5817-48C4-94FC-DC3AB484E495}"/>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161">
            <a:extLst>
              <a:ext uri="{FF2B5EF4-FFF2-40B4-BE49-F238E27FC236}">
                <ns2:creationId id="{B7B64D58-F614-4428-AD1F-2E553778B05D}"/>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162">
            <a:extLst>
              <a:ext uri="{FF2B5EF4-FFF2-40B4-BE49-F238E27FC236}">
                <ns2:creationId id="{01E22E9E-DA24-4C05-85A0-9C055BC4CA62}"/>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163">
            <a:extLst>
              <a:ext uri="{FF2B5EF4-FFF2-40B4-BE49-F238E27FC236}">
                <ns2:creationId id="{FD207337-01BB-4FB6-AED3-73E53733FF7C}"/>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CCF0DE70-5B8A-4C98-94D5-024A268D693E}"/>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9" name="DP1 object 164">
            <a:extLst>
              <a:ext uri="{FF2B5EF4-FFF2-40B4-BE49-F238E27FC236}">
                <ns2:creationId id="{910EB7CE-CFD7-4D75-AE50-6CEB69A0DC35}"/>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165">
            <a:extLst>
              <a:ext uri="{FF2B5EF4-FFF2-40B4-BE49-F238E27FC236}">
                <ns2:creationId id="{D6D052AC-45EA-419D-88F7-A3042B926F3E}"/>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66B0EED6-5DCD-4ECB-93B6-B7FBD9D6C2CE}"/>
              </a:ext>
            </a:extLst>
          </p:cNvPr>
          <p:cNvSpPr>
            <a:spLocks noGrp="1"/>
          </p:cNvSpPr>
          <p:nvPr/>
        </p:nvSpPr>
        <p:spPr>
          <a:xfrm>
            <a:off x="4648200" y="4476750"/>
            <a:ext cx="2209800" cy="542925"/>
          </a:xfrm>
          <a:prstGeom prst="rect">
            <a:avLst/>
          </a:prstGeom>
          <a:solidFill>
            <a:srgbClr val="FFFFFF"/>
          </a:solidFill>
          <a:ln w="28575">
            <a:solidFill>
              <a:srgbClr val="4676CB"/>
            </a:solidFill>
            <a:prstDash val="solid"/>
          </a:ln>
        </p:spPr>
      </p:sp>
      <p:sp>
        <p:nvSpPr>
          <p:cNvPr id="42" name="DP1 object 166">
            <a:extLst>
              <a:ext uri="{FF2B5EF4-FFF2-40B4-BE49-F238E27FC236}">
                <ns2:creationId id="{D04424BE-09C3-4956-A6E7-CA47BC9BDF63}"/>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167">
            <a:extLst>
              <a:ext uri="{FF2B5EF4-FFF2-40B4-BE49-F238E27FC236}">
                <ns2:creationId id="{8AD757D6-A3EB-43CD-84F2-C159C7AB5B89}"/>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168">
            <a:extLst>
              <a:ext uri="{FF2B5EF4-FFF2-40B4-BE49-F238E27FC236}">
                <ns2:creationId id="{2CE7C9C6-61D8-4A92-B456-E5E6B0DE26D9}"/>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69">
            <a:extLst>
              <a:ext uri="{FF2B5EF4-FFF2-40B4-BE49-F238E27FC236}">
                <ns2:creationId id="{59E065D6-523C-4461-9E3A-0EAC5CF74AF3}"/>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170">
            <a:extLst>
              <a:ext uri="{FF2B5EF4-FFF2-40B4-BE49-F238E27FC236}">
                <ns2:creationId id="{D616820C-D650-4732-BB84-89F1340AB8CF}"/>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171">
            <a:extLst>
              <a:ext uri="{FF2B5EF4-FFF2-40B4-BE49-F238E27FC236}">
                <ns2:creationId id="{568CE753-E08A-4D9E-BD8E-D430590464E7}"/>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172">
            <a:extLst>
              <a:ext uri="{FF2B5EF4-FFF2-40B4-BE49-F238E27FC236}">
                <ns2:creationId id="{F11AB3D0-6DC4-428C-A487-51A1CDACA84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173">
            <a:extLst>
              <a:ext uri="{FF2B5EF4-FFF2-40B4-BE49-F238E27FC236}">
                <ns2:creationId id="{F30FBD7B-0A23-47FD-B0E1-96E8B3C6C615}"/>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174">
            <a:extLst>
              <a:ext uri="{FF2B5EF4-FFF2-40B4-BE49-F238E27FC236}">
                <ns2:creationId id="{53DFEAF8-B77F-4B74-88D5-0A06EFD27869}"/>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175">
            <a:extLst>
              <a:ext uri="{FF2B5EF4-FFF2-40B4-BE49-F238E27FC236}">
                <ns2:creationId id="{FEBF75A2-7949-403E-9D6B-81166BBCE3E5}"/>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9E0C435F-7B43-4802-9318-BE3D2342D53A}"/>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3" name="DP1 object 176">
            <a:extLst>
              <a:ext uri="{FF2B5EF4-FFF2-40B4-BE49-F238E27FC236}">
                <ns2:creationId id="{744374D5-44AA-41BF-B3BA-3116DB5A53C2}"/>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177">
            <a:extLst>
              <a:ext uri="{FF2B5EF4-FFF2-40B4-BE49-F238E27FC236}">
                <ns2:creationId id="{B931D97A-31C1-41CF-90AB-048E227FE5C4}"/>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178">
            <a:extLst>
              <a:ext uri="{FF2B5EF4-FFF2-40B4-BE49-F238E27FC236}">
                <ns2:creationId id="{522E3D9F-91E9-4BE1-AC68-805E145794CF}"/>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179">
            <a:extLst>
              <a:ext uri="{FF2B5EF4-FFF2-40B4-BE49-F238E27FC236}">
                <ns2:creationId id="{5223D38F-030C-4272-BB4B-CEE32D6B2AC1}"/>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180">
            <a:extLst>
              <a:ext uri="{FF2B5EF4-FFF2-40B4-BE49-F238E27FC236}">
                <ns2:creationId id="{5A604685-4940-4B0D-97DD-D9528E14F67E}"/>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181">
            <a:extLst>
              <a:ext uri="{FF2B5EF4-FFF2-40B4-BE49-F238E27FC236}">
                <ns2:creationId id="{C67F4123-4CA2-4A25-966C-EB087A4B5070}"/>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788D14F1-0663-424A-9F28-D97386A0D70C}"/>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60" name="DP1 object 182">
            <a:extLst>
              <a:ext uri="{FF2B5EF4-FFF2-40B4-BE49-F238E27FC236}">
                <ns2:creationId id="{B0FC368A-9DDE-49E9-B299-2D2435210F18}"/>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183">
            <a:extLst>
              <a:ext uri="{FF2B5EF4-FFF2-40B4-BE49-F238E27FC236}">
                <ns2:creationId id="{CBAAABF5-30CA-4F85-A444-4142399AD67F}"/>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709CF467-060C-4726-8908-520C3146DCE5}"/>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3" name="DP1 object 184">
            <a:extLst>
              <a:ext uri="{FF2B5EF4-FFF2-40B4-BE49-F238E27FC236}">
                <ns2:creationId id="{319E8517-4022-41C9-943E-92D2250BF3E0}"/>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185">
            <a:extLst>
              <a:ext uri="{FF2B5EF4-FFF2-40B4-BE49-F238E27FC236}">
                <ns2:creationId id="{7E8F70E6-88D6-47FC-AD12-EAA65D77CC34}"/>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186">
            <a:extLst>
              <a:ext uri="{FF2B5EF4-FFF2-40B4-BE49-F238E27FC236}">
                <ns2:creationId id="{FA9055B5-AECB-44B5-AC1E-B606447F95D5}"/>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FA98E1E0-7F2C-4A7D-97F4-2D34A325BD8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7" name="DP1 object 187">
            <a:extLst>
              <a:ext uri="{FF2B5EF4-FFF2-40B4-BE49-F238E27FC236}">
                <ns2:creationId id="{CFC37E58-811B-403D-BFBC-281A85E94FE1}"/>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188">
            <a:extLst>
              <a:ext uri="{FF2B5EF4-FFF2-40B4-BE49-F238E27FC236}">
                <ns2:creationId id="{5EB485F0-6C62-40BC-946B-A5D8D49FA45C}"/>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C9727222-95C5-4D47-A3CA-96DB9280953A}"/>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70" name="DP1 object 189">
            <a:extLst>
              <a:ext uri="{FF2B5EF4-FFF2-40B4-BE49-F238E27FC236}">
                <ns2:creationId id="{9780EE6D-B89C-4D3F-AAF3-4C19E41D227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FCC94165-4C0F-4383-8B7D-270B7B08CC41}"/>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2" name="DP1 object 190">
            <a:extLst>
              <a:ext uri="{FF2B5EF4-FFF2-40B4-BE49-F238E27FC236}">
                <ns2:creationId id="{26F39752-ADC5-4262-8DF2-AD431DD0A209}"/>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191">
            <a:extLst>
              <a:ext uri="{FF2B5EF4-FFF2-40B4-BE49-F238E27FC236}">
                <ns2:creationId id="{5604DB0E-E41C-4ECA-A7B5-D97F1B634841}"/>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192">
            <a:extLst>
              <a:ext uri="{FF2B5EF4-FFF2-40B4-BE49-F238E27FC236}">
                <ns2:creationId id="{C96EC96E-DE6E-4898-B946-CE560BF5EAB6}"/>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193">
            <a:extLst>
              <a:ext uri="{FF2B5EF4-FFF2-40B4-BE49-F238E27FC236}">
                <ns2:creationId id="{1D06C567-7626-4231-8AFD-0BC0BB9C2383}"/>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194">
            <a:extLst>
              <a:ext uri="{FF2B5EF4-FFF2-40B4-BE49-F238E27FC236}">
                <ns2:creationId id="{0DDF47B8-2C0F-46C8-BFD4-2B9464A184FA}"/>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1D75ACE7-A4F7-4110-86EC-06179EB46ECA}"/>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8" name="DP1 object 195">
            <a:extLst>
              <a:ext uri="{FF2B5EF4-FFF2-40B4-BE49-F238E27FC236}">
                <ns2:creationId id="{B86244D5-7534-429A-8C21-BBF1A1DB53EC}"/>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196">
            <a:extLst>
              <a:ext uri="{FF2B5EF4-FFF2-40B4-BE49-F238E27FC236}">
                <ns2:creationId id="{392FCE0D-34CB-4657-ACB7-F152BEAA0563}"/>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197">
            <a:extLst>
              <a:ext uri="{FF2B5EF4-FFF2-40B4-BE49-F238E27FC236}">
                <ns2:creationId id="{257E6301-AA3B-40B2-97C7-15586FD1638D}"/>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16402DDB-2E1D-4914-B9EB-A86EE63AE8D8}"/>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2" name="DP1 object 198">
            <a:extLst>
              <a:ext uri="{FF2B5EF4-FFF2-40B4-BE49-F238E27FC236}">
                <ns2:creationId id="{70FA212D-6022-436B-A295-2628808DC9CA}"/>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199">
            <a:extLst>
              <a:ext uri="{FF2B5EF4-FFF2-40B4-BE49-F238E27FC236}">
                <ns2:creationId id="{D7A7F6EC-8BD5-408D-9367-C587387C780D}"/>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0BC93CB4-A33F-40E7-BB23-266D3BFC7306}"/>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5" name="DP1 object 200">
            <a:extLst>
              <a:ext uri="{FF2B5EF4-FFF2-40B4-BE49-F238E27FC236}">
                <ns2:creationId id="{102EA4B7-EA70-4BC8-B2D3-9DB25C7A028D}"/>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01">
            <a:extLst>
              <a:ext uri="{FF2B5EF4-FFF2-40B4-BE49-F238E27FC236}">
                <ns2:creationId id="{7C59EDC6-DDFB-4484-97CB-9A170712522C}"/>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02">
            <a:extLst>
              <a:ext uri="{FF2B5EF4-FFF2-40B4-BE49-F238E27FC236}">
                <ns2:creationId id="{7304DA44-266A-4CE4-A9B2-31A61A64E5B7}"/>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03">
            <a:extLst>
              <a:ext uri="{FF2B5EF4-FFF2-40B4-BE49-F238E27FC236}">
                <ns2:creationId id="{EE2E4454-5FE2-4EF5-9783-6D4C2FCDF172}"/>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04">
            <a:extLst>
              <a:ext uri="{FF2B5EF4-FFF2-40B4-BE49-F238E27FC236}">
                <ns2:creationId id="{37207A91-7782-43E4-B17A-2EB420661806}"/>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05">
            <a:extLst>
              <a:ext uri="{FF2B5EF4-FFF2-40B4-BE49-F238E27FC236}">
                <ns2:creationId id="{861E7E7F-73B6-437E-85A6-75226CFA1A36}"/>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FDDCFF62-787F-49A7-AD4D-95BADDD0DB12}"/>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2" name="DP1 object 206">
            <a:extLst>
              <a:ext uri="{FF2B5EF4-FFF2-40B4-BE49-F238E27FC236}">
                <ns2:creationId id="{5E1A262D-5DD6-4603-A1E1-D15D9C132801}"/>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D494CDFC-1F8B-4A47-A486-214A51AC75BF}"/>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4" name="DP1 object 207">
            <a:extLst>
              <a:ext uri="{FF2B5EF4-FFF2-40B4-BE49-F238E27FC236}">
                <ns2:creationId id="{9197CE2A-17BC-4119-9CB3-9B78CE9EDE12}"/>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08">
            <a:extLst>
              <a:ext uri="{FF2B5EF4-FFF2-40B4-BE49-F238E27FC236}">
                <ns2:creationId id="{C4A37A7C-113B-4FAA-8EC3-FAF01B1DD2E6}"/>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09">
            <a:extLst>
              <a:ext uri="{FF2B5EF4-FFF2-40B4-BE49-F238E27FC236}">
                <ns2:creationId id="{EE2179CE-4670-4D8A-8956-089A0E5EFADB}"/>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E5EB2196-9F8F-4840-996C-560F76ECEAB8}"/>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8" name="DP1 object 210">
            <a:extLst>
              <a:ext uri="{FF2B5EF4-FFF2-40B4-BE49-F238E27FC236}">
                <ns2:creationId id="{562D53E8-5114-4917-9112-253268650DE4}"/>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4434AF70-FBB1-4B88-AF4F-E7D948580F11}"/>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100" name="DP1 object 211">
            <a:extLst>
              <a:ext uri="{FF2B5EF4-FFF2-40B4-BE49-F238E27FC236}">
                <ns2:creationId id="{D9E7117D-2135-4754-8700-81BA4AB7156B}"/>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12">
            <a:extLst>
              <a:ext uri="{FF2B5EF4-FFF2-40B4-BE49-F238E27FC236}">
                <ns2:creationId id="{C97EC60E-0B9F-495C-9957-245978F1D3A8}"/>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13">
            <a:extLst>
              <a:ext uri="{FF2B5EF4-FFF2-40B4-BE49-F238E27FC236}">
                <ns2:creationId id="{C6460C2D-65AC-458C-AEF6-A4C7E1A54770}"/>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14">
            <a:extLst>
              <a:ext uri="{FF2B5EF4-FFF2-40B4-BE49-F238E27FC236}">
                <ns2:creationId id="{CCD4DE09-D9CA-4183-9DB5-F2B5F16C0F8D}"/>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15">
            <a:extLst>
              <a:ext uri="{FF2B5EF4-FFF2-40B4-BE49-F238E27FC236}">
                <ns2:creationId id="{06AE2E5C-C81B-4324-AEC4-C1C1C5661162}"/>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B7DDE63F-346F-41BD-BF81-49B43847209F}"/>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6" name="DP1 object 216">
            <a:extLst>
              <a:ext uri="{FF2B5EF4-FFF2-40B4-BE49-F238E27FC236}">
                <ns2:creationId id="{FBFA8ACF-7D18-4A4D-9125-73FAE586195F}"/>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17">
            <a:extLst>
              <a:ext uri="{FF2B5EF4-FFF2-40B4-BE49-F238E27FC236}">
                <ns2:creationId id="{7234EDFA-904A-431E-8CE6-9B497472760B}"/>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7293F887-488A-434C-BE1B-FFB598E8B1D0}"/>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9" name="DP1 object 218">
            <a:extLst>
              <a:ext uri="{FF2B5EF4-FFF2-40B4-BE49-F238E27FC236}">
                <ns2:creationId id="{2B50C2DE-D720-4D51-BEC7-2A63D0252E80}"/>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E00CD296-07AE-4B06-9A3F-220E806FD0B6}"/>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1" name="DP1 object 219">
            <a:extLst>
              <a:ext uri="{FF2B5EF4-FFF2-40B4-BE49-F238E27FC236}">
                <ns2:creationId id="{D06B04AD-A752-408A-8DAB-43EA06CF2310}"/>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20">
            <a:extLst>
              <a:ext uri="{FF2B5EF4-FFF2-40B4-BE49-F238E27FC236}">
                <ns2:creationId id="{E520E45E-2742-42AA-A898-388078172CDC}"/>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7027A24A-CC12-48B0-8E11-B8773A597859}"/>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4" name="DP1 object 221">
            <a:extLst>
              <a:ext uri="{FF2B5EF4-FFF2-40B4-BE49-F238E27FC236}">
                <ns2:creationId id="{AB479874-EAAF-4C0C-9EA9-3B187C2E5920}"/>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22">
            <a:extLst>
              <a:ext uri="{FF2B5EF4-FFF2-40B4-BE49-F238E27FC236}">
                <ns2:creationId id="{7DBA3366-5605-4838-9B11-072D610C5BC6}"/>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23">
            <a:extLst>
              <a:ext uri="{FF2B5EF4-FFF2-40B4-BE49-F238E27FC236}">
                <ns2:creationId id="{C6574B90-0B88-4767-887F-DECD3E8802EA}"/>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24">
            <a:extLst>
              <a:ext uri="{FF2B5EF4-FFF2-40B4-BE49-F238E27FC236}">
                <ns2:creationId id="{1EC4E347-8E3A-47EA-B220-4EA877D501FF}"/>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25">
            <a:extLst>
              <a:ext uri="{FF2B5EF4-FFF2-40B4-BE49-F238E27FC236}">
                <ns2:creationId id="{03A5BD42-A1D4-4EF3-80FA-ED9A2EC6CC12}"/>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26">
            <a:extLst>
              <a:ext uri="{FF2B5EF4-FFF2-40B4-BE49-F238E27FC236}">
                <ns2:creationId id="{B0F6DA3E-0F15-4688-B9DF-0A82CAA24B51}"/>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27">
            <a:extLst>
              <a:ext uri="{FF2B5EF4-FFF2-40B4-BE49-F238E27FC236}">
                <ns2:creationId id="{F0D4C1A5-85FA-47D1-B001-A2BA39FD82EA}"/>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28">
            <a:extLst>
              <a:ext uri="{FF2B5EF4-FFF2-40B4-BE49-F238E27FC236}">
                <ns2:creationId id="{1302912E-72D4-43C9-AD98-6962B52A9BA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29">
            <a:extLst>
              <a:ext uri="{FF2B5EF4-FFF2-40B4-BE49-F238E27FC236}">
                <ns2:creationId id="{2F86044B-CD41-464F-82F7-BD3ADB5CF1BF}"/>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30">
            <a:extLst>
              <a:ext uri="{FF2B5EF4-FFF2-40B4-BE49-F238E27FC236}">
                <ns2:creationId id="{AB7666E4-C208-4A0A-967A-042545BD7C02}"/>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31">
            <a:extLst>
              <a:ext uri="{FF2B5EF4-FFF2-40B4-BE49-F238E27FC236}">
                <ns2:creationId id="{77E9A5D3-B786-48A6-B254-3CB5DDAB6453}"/>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21</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40">
            <a:extLst>
              <a:ext uri="{FF2B5EF4-FFF2-40B4-BE49-F238E27FC236}">
                <ns2:creationId id="{114EACDF-7E85-4AEC-AD58-3FEBB30D2610}"/>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996572F7-C528-4A65-AA56-A733E0E3CE21}"/>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42">
            <a:extLst>
              <a:ext uri="{FF2B5EF4-FFF2-40B4-BE49-F238E27FC236}">
                <ns2:creationId id="{F1BEF6CD-A2DE-4A64-AFC4-EE4215B9DD20}"/>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5BC7358A-23F5-43E5-A54F-614F9D0E2BB1}"/>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43">
            <a:extLst>
              <a:ext uri="{FF2B5EF4-FFF2-40B4-BE49-F238E27FC236}">
                <ns2:creationId id="{9D299ED2-3CA5-4D3E-9291-019CE0413ABD}"/>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44">
            <a:extLst>
              <a:ext uri="{FF2B5EF4-FFF2-40B4-BE49-F238E27FC236}">
                <ns2:creationId id="{DAC88C09-DAB7-4EE7-A378-2A97930FDC2A}"/>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45">
            <a:extLst>
              <a:ext uri="{FF2B5EF4-FFF2-40B4-BE49-F238E27FC236}">
                <ns2:creationId id="{C94B69AE-8448-4A39-B210-18225F15FCBC}"/>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46">
            <a:extLst>
              <a:ext uri="{FF2B5EF4-FFF2-40B4-BE49-F238E27FC236}">
                <ns2:creationId id="{B97D6DCA-32AA-4D09-92F2-7AD1730227F1}"/>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47">
            <a:extLst>
              <a:ext uri="{FF2B5EF4-FFF2-40B4-BE49-F238E27FC236}">
                <ns2:creationId id="{6351D9A4-24D8-4B7D-9169-46818745744E}"/>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248">
            <a:extLst>
              <a:ext uri="{FF2B5EF4-FFF2-40B4-BE49-F238E27FC236}">
                <ns2:creationId id="{7DECCAFB-A01B-49FB-90A1-8B5DCE4BDC49}"/>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53A4543D-BEB5-452C-A983-5D04A15677EA}"/>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249">
            <a:extLst>
              <a:ext uri="{FF2B5EF4-FFF2-40B4-BE49-F238E27FC236}">
                <ns2:creationId id="{0499A427-F254-4761-AF7A-CA1136E82881}"/>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250">
            <a:extLst>
              <a:ext uri="{FF2B5EF4-FFF2-40B4-BE49-F238E27FC236}">
                <ns2:creationId id="{08DFDF5B-DE70-4EBA-8572-614B59DC6273}"/>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251">
            <a:extLst>
              <a:ext uri="{FF2B5EF4-FFF2-40B4-BE49-F238E27FC236}">
                <ns2:creationId id="{AA6B2A00-A4D8-49F9-B2D9-8FC1EE9B6D03}"/>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252">
            <a:extLst>
              <a:ext uri="{FF2B5EF4-FFF2-40B4-BE49-F238E27FC236}">
                <ns2:creationId id="{3E0F999D-2651-4897-A389-39B72CE48335}"/>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253">
            <a:extLst>
              <a:ext uri="{FF2B5EF4-FFF2-40B4-BE49-F238E27FC236}">
                <ns2:creationId id="{76EDABA7-C2C8-474D-BC3F-63163E30CACF}"/>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254">
            <a:extLst>
              <a:ext uri="{FF2B5EF4-FFF2-40B4-BE49-F238E27FC236}">
                <ns2:creationId id="{320B835F-B3E2-460B-93CD-97CBC46F1B6E}"/>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D788741B-2520-4C54-B484-BEB9C9E710EF}"/>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257">
            <a:extLst>
              <a:ext uri="{FF2B5EF4-FFF2-40B4-BE49-F238E27FC236}">
                <ns2:creationId id="{D515D64D-FF41-4EEA-9BA3-18BEE97CDA6E}"/>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CB0B0149-8466-4ED6-A405-9685F704572C}"/>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258">
            <a:extLst>
              <a:ext uri="{FF2B5EF4-FFF2-40B4-BE49-F238E27FC236}">
                <ns2:creationId id="{1A521004-E623-4C55-B2AB-651342708B95}"/>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E0406EB7-5D15-4916-A739-98FA1E27074E}"/>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259">
            <a:extLst>
              <a:ext uri="{FF2B5EF4-FFF2-40B4-BE49-F238E27FC236}">
                <ns2:creationId id="{6F1C904A-56DD-4FD1-83E3-D8D0A7AEB57E}"/>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260">
            <a:extLst>
              <a:ext uri="{FF2B5EF4-FFF2-40B4-BE49-F238E27FC236}">
                <ns2:creationId id="{8136F521-C80D-4A7B-A968-3491FB011A80}"/>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261">
            <a:extLst>
              <a:ext uri="{FF2B5EF4-FFF2-40B4-BE49-F238E27FC236}">
                <ns2:creationId id="{72683D96-FE31-4581-BBD0-1A6B1AA7127B}"/>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262">
            <a:extLst>
              <a:ext uri="{FF2B5EF4-FFF2-40B4-BE49-F238E27FC236}">
                <ns2:creationId id="{9F245EE7-F11D-48BA-B08F-351991730FFF}"/>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263">
            <a:extLst>
              <a:ext uri="{FF2B5EF4-FFF2-40B4-BE49-F238E27FC236}">
                <ns2:creationId id="{6336F43C-CF38-4E57-85B4-0192FBE9CD20}"/>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264">
            <a:extLst>
              <a:ext uri="{FF2B5EF4-FFF2-40B4-BE49-F238E27FC236}">
                <ns2:creationId id="{C6A1A9C9-58FF-4A16-B282-7870A131D9A5}"/>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265">
            <a:extLst>
              <a:ext uri="{FF2B5EF4-FFF2-40B4-BE49-F238E27FC236}">
                <ns2:creationId id="{08A184DB-7B06-463E-A375-71EAFEBB3438}"/>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21</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4">
            <a:extLst>
              <a:ext uri="{FF2B5EF4-FFF2-40B4-BE49-F238E27FC236}">
                <ns2:creationId id="{C8A37E70-9B69-47E5-AE4A-0724AAADB29A}"/>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6">
            <a:extLst>
              <a:ext uri="{FF2B5EF4-FFF2-40B4-BE49-F238E27FC236}">
                <ns2:creationId id="{D5F19E55-E9D7-42C7-A4F7-538514160549}"/>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14">
            <a:extLst>
              <a:ext uri="{FF2B5EF4-FFF2-40B4-BE49-F238E27FC236}">
                <ns2:creationId id="{A10E6513-4F4E-4A29-BC95-1A7AF9E7F4AF}"/>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19">
            <a:extLst>
              <a:ext uri="{FF2B5EF4-FFF2-40B4-BE49-F238E27FC236}">
                <ns2:creationId id="{B0B1982C-71DF-4EFE-B95B-9B7EDC1B3453}"/>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29">
            <a:extLst>
              <a:ext uri="{FF2B5EF4-FFF2-40B4-BE49-F238E27FC236}">
                <ns2:creationId id="{A1EE9FCD-DA3C-4926-9E31-D7067E6305EA}"/>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34">
            <a:extLst>
              <a:ext uri="{FF2B5EF4-FFF2-40B4-BE49-F238E27FC236}">
                <ns2:creationId id="{B5E7D073-0149-4A64-8F46-5F43343476E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21</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43">
            <a:extLst>
              <a:ext uri="{FF2B5EF4-FFF2-40B4-BE49-F238E27FC236}">
                <ns2:creationId id="{7E430257-1921-40F1-B6BD-162EF98495DA}"/>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45">
            <a:extLst>
              <a:ext uri="{FF2B5EF4-FFF2-40B4-BE49-F238E27FC236}">
                <ns2:creationId id="{FC3C8F0A-5BB4-47C9-8F50-4144DD9C6002}"/>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47">
            <a:extLst>
              <a:ext uri="{FF2B5EF4-FFF2-40B4-BE49-F238E27FC236}">
                <ns2:creationId id="{80381CDF-2077-4F71-90B8-C5E33AF497C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48">
            <a:extLst>
              <a:ext uri="{FF2B5EF4-FFF2-40B4-BE49-F238E27FC236}">
                <ns2:creationId id="{361240EF-1398-47B7-9C73-486E246F19A9}"/>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51">
            <a:extLst>
              <a:ext uri="{FF2B5EF4-FFF2-40B4-BE49-F238E27FC236}">
                <ns2:creationId id="{0D69AE57-3F6A-4FF3-9296-68E3A35B2E8F}"/>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83578C6-7D3D-4AF0-8E72-96A311DD8456}"/>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52">
            <a:extLst>
              <a:ext uri="{FF2B5EF4-FFF2-40B4-BE49-F238E27FC236}">
                <ns2:creationId id="{2B54E1EC-EA3F-43B6-8A80-53C1CA9A2724}"/>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53">
            <a:extLst>
              <a:ext uri="{FF2B5EF4-FFF2-40B4-BE49-F238E27FC236}">
                <ns2:creationId id="{0D4FC061-E3E1-4C7B-B9EF-CF94ED5A364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88C23232-B9A6-48FC-BAA9-EC4003C60E87}"/>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54">
            <a:extLst>
              <a:ext uri="{FF2B5EF4-FFF2-40B4-BE49-F238E27FC236}">
                <ns2:creationId id="{AA096C88-CF0A-4794-AFA0-85138DFB8765}"/>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C5A5FCE9-7512-4F1B-B751-4AC98FA187CA}"/>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55">
            <a:extLst>
              <a:ext uri="{FF2B5EF4-FFF2-40B4-BE49-F238E27FC236}">
                <ns2:creationId id="{7B3CB90E-87E6-4D8B-968A-A812E3D5A0E4}"/>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2E4669D5-6203-4B8A-9700-69F984CA821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56">
            <a:extLst>
              <a:ext uri="{FF2B5EF4-FFF2-40B4-BE49-F238E27FC236}">
                <ns2:creationId id="{51113FB1-5D58-4E94-AC12-7A515423BF0D}"/>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57">
            <a:extLst>
              <a:ext uri="{FF2B5EF4-FFF2-40B4-BE49-F238E27FC236}">
                <ns2:creationId id="{3DCF9BD4-DC95-4B12-B899-4DCB2DE00C49}"/>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58">
            <a:extLst>
              <a:ext uri="{FF2B5EF4-FFF2-40B4-BE49-F238E27FC236}">
                <ns2:creationId id="{691C5163-5E83-49FA-B855-C20F7A6E0FB1}"/>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59">
            <a:extLst>
              <a:ext uri="{FF2B5EF4-FFF2-40B4-BE49-F238E27FC236}">
                <ns2:creationId id="{135773F3-1794-4E37-98A9-3BE350B59C79}"/>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60">
            <a:extLst>
              <a:ext uri="{FF2B5EF4-FFF2-40B4-BE49-F238E27FC236}">
                <ns2:creationId id="{992EB70C-A24B-4062-BBB5-6783C648E833}"/>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61">
            <a:extLst>
              <a:ext uri="{FF2B5EF4-FFF2-40B4-BE49-F238E27FC236}">
                <ns2:creationId id="{D43891C2-7CC3-455B-B2F1-4F47A91F0012}"/>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62">
            <a:extLst>
              <a:ext uri="{FF2B5EF4-FFF2-40B4-BE49-F238E27FC236}">
                <ns2:creationId id="{240971D0-549A-4D4E-ACF2-E09BDF38C89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43990213-E01A-4E8C-B814-686A4D287234}"/>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63">
            <a:extLst>
              <a:ext uri="{FF2B5EF4-FFF2-40B4-BE49-F238E27FC236}">
                <ns2:creationId id="{D1FB4FB6-D631-4938-9A4B-C1A7AB81EAA2}"/>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64">
            <a:extLst>
              <a:ext uri="{FF2B5EF4-FFF2-40B4-BE49-F238E27FC236}">
                <ns2:creationId id="{9AD1AC6A-D7F0-43A4-BABD-94839E381822}"/>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195FA9F0-B2EF-43CE-98D8-8A4DAEB2BC34}"/>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65">
            <a:extLst>
              <a:ext uri="{FF2B5EF4-FFF2-40B4-BE49-F238E27FC236}">
                <ns2:creationId id="{4E1BB8A8-185D-46AA-9A63-654A4D7D257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4BC462A8-86E4-4F93-B9A7-7FF998AF66BD}"/>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66">
            <a:extLst>
              <a:ext uri="{FF2B5EF4-FFF2-40B4-BE49-F238E27FC236}">
                <ns2:creationId id="{970197FC-EB1B-4527-9847-C28C5F767D81}"/>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A0289406-C7F9-418D-8DE7-C2E6EA80A516}"/>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67">
            <a:extLst>
              <a:ext uri="{FF2B5EF4-FFF2-40B4-BE49-F238E27FC236}">
                <ns2:creationId id="{32E1094D-7ABE-41D5-B998-1F86192BDC91}"/>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68">
            <a:extLst>
              <a:ext uri="{FF2B5EF4-FFF2-40B4-BE49-F238E27FC236}">
                <ns2:creationId id="{D390DFC9-7376-453B-98BC-940A9158C03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69">
            <a:extLst>
              <a:ext uri="{FF2B5EF4-FFF2-40B4-BE49-F238E27FC236}">
                <ns2:creationId id="{B503F179-8820-45B7-BBF2-52F010979D8C}"/>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70">
            <a:extLst>
              <a:ext uri="{FF2B5EF4-FFF2-40B4-BE49-F238E27FC236}">
                <ns2:creationId id="{EBD76304-7835-4924-9B17-822A19F86836}"/>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71">
            <a:extLst>
              <a:ext uri="{FF2B5EF4-FFF2-40B4-BE49-F238E27FC236}">
                <ns2:creationId id="{A8A1791B-D139-43EE-B838-899C235FA816}"/>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72">
            <a:extLst>
              <a:ext uri="{FF2B5EF4-FFF2-40B4-BE49-F238E27FC236}">
                <ns2:creationId id="{EFC0A6D0-1FF9-496A-A3E5-864BFAA9F214}"/>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73">
            <a:extLst>
              <a:ext uri="{FF2B5EF4-FFF2-40B4-BE49-F238E27FC236}">
                <ns2:creationId id="{E9215404-1ED1-4F9E-AFF3-8F63775D524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74">
            <a:extLst>
              <a:ext uri="{FF2B5EF4-FFF2-40B4-BE49-F238E27FC236}">
                <ns2:creationId id="{9D77661E-27BA-42CA-8D85-40A994114CA3}"/>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75">
            <a:extLst>
              <a:ext uri="{FF2B5EF4-FFF2-40B4-BE49-F238E27FC236}">
                <ns2:creationId id="{C06CB787-7E1F-47D8-BCB2-B8CAFCBE1E64}"/>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76">
            <a:extLst>
              <a:ext uri="{FF2B5EF4-FFF2-40B4-BE49-F238E27FC236}">
                <ns2:creationId id="{FD86BF16-82D4-425B-94C2-D91850AB174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77">
            <a:extLst>
              <a:ext uri="{FF2B5EF4-FFF2-40B4-BE49-F238E27FC236}">
                <ns2:creationId id="{6B2959B8-301F-41C0-9CCC-DC3F2CEBD14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E490EC8-B87B-45A7-AA28-A50DEA4C1CFE}"/>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78">
            <a:extLst>
              <a:ext uri="{FF2B5EF4-FFF2-40B4-BE49-F238E27FC236}">
                <ns2:creationId id="{9E702EA8-F3E5-421A-9710-55038B685ADB}"/>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79">
            <a:extLst>
              <a:ext uri="{FF2B5EF4-FFF2-40B4-BE49-F238E27FC236}">
                <ns2:creationId id="{7F50A8DB-D339-457D-AF16-3CD1BFBD9E2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D6F398E7-1089-4C09-BF8C-7F0EA7A50B1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80">
            <a:extLst>
              <a:ext uri="{FF2B5EF4-FFF2-40B4-BE49-F238E27FC236}">
                <ns2:creationId id="{8AF43472-FE22-434D-BFB6-4AABB228D0F4}"/>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5B7483F9-4F83-40CF-B3DC-603B86DD66CB}"/>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81">
            <a:extLst>
              <a:ext uri="{FF2B5EF4-FFF2-40B4-BE49-F238E27FC236}">
                <ns2:creationId id="{CC065C2B-225A-40FC-BA07-168D75907CF1}"/>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5A9988E6-250B-4EB8-AFDB-879AB6F5B00D}"/>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82">
            <a:extLst>
              <a:ext uri="{FF2B5EF4-FFF2-40B4-BE49-F238E27FC236}">
                <ns2:creationId id="{54601C0F-2A83-4465-9DB1-A22E46980AE8}"/>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83">
            <a:extLst>
              <a:ext uri="{FF2B5EF4-FFF2-40B4-BE49-F238E27FC236}">
                <ns2:creationId id="{B9540F8A-4CA3-4A90-B247-04BDED0E20FF}"/>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84">
            <a:extLst>
              <a:ext uri="{FF2B5EF4-FFF2-40B4-BE49-F238E27FC236}">
                <ns2:creationId id="{BB922B2A-0829-4AFD-AE32-29A4A75FE55D}"/>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85">
            <a:extLst>
              <a:ext uri="{FF2B5EF4-FFF2-40B4-BE49-F238E27FC236}">
                <ns2:creationId id="{ABC34C55-9B7E-423E-B580-0CF9053BCF2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86">
            <a:extLst>
              <a:ext uri="{FF2B5EF4-FFF2-40B4-BE49-F238E27FC236}">
                <ns2:creationId id="{88D9AFF4-90E2-4402-97C9-CD3B010615C6}"/>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6E022291-A83C-4AA9-9B25-1DA6D86F6FFD}"/>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87">
            <a:extLst>
              <a:ext uri="{FF2B5EF4-FFF2-40B4-BE49-F238E27FC236}">
                <ns2:creationId id="{9B94554C-B5A3-4DED-85C6-7E0A970E64BF}"/>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88">
            <a:extLst>
              <a:ext uri="{FF2B5EF4-FFF2-40B4-BE49-F238E27FC236}">
                <ns2:creationId id="{51F0E634-D1BD-4FE2-819D-7418C7483D96}"/>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BA3DE6C9-AE4B-4C8A-94F3-85FF50F0C718}"/>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89">
            <a:extLst>
              <a:ext uri="{FF2B5EF4-FFF2-40B4-BE49-F238E27FC236}">
                <ns2:creationId id="{341F1E33-062B-479E-ACD9-C86CF0610DDA}"/>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C6568BB3-365B-459B-97F5-39610D62B2DE}"/>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90">
            <a:extLst>
              <a:ext uri="{FF2B5EF4-FFF2-40B4-BE49-F238E27FC236}">
                <ns2:creationId id="{6C7066B4-6ADB-4175-A27A-0D84A2D46FBB}"/>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91">
            <a:extLst>
              <a:ext uri="{FF2B5EF4-FFF2-40B4-BE49-F238E27FC236}">
                <ns2:creationId id="{8D7DC549-940A-4781-892F-31A93E32B72C}"/>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92">
            <a:extLst>
              <a:ext uri="{FF2B5EF4-FFF2-40B4-BE49-F238E27FC236}">
                <ns2:creationId id="{FEC05FB4-E546-44F3-8419-AF8E4F502A01}"/>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93">
            <a:extLst>
              <a:ext uri="{FF2B5EF4-FFF2-40B4-BE49-F238E27FC236}">
                <ns2:creationId id="{3AAE18AB-C824-45EF-B8C1-3622BCBE1406}"/>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94">
            <a:extLst>
              <a:ext uri="{FF2B5EF4-FFF2-40B4-BE49-F238E27FC236}">
                <ns2:creationId id="{FC232E32-C099-495F-A108-AA8CAC77583F}"/>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95">
            <a:extLst>
              <a:ext uri="{FF2B5EF4-FFF2-40B4-BE49-F238E27FC236}">
                <ns2:creationId id="{EF92C8AD-0027-43FD-BAA4-8E3770B7391B}"/>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96">
            <a:extLst>
              <a:ext uri="{FF2B5EF4-FFF2-40B4-BE49-F238E27FC236}">
                <ns2:creationId id="{C5DB4E02-0653-4C4D-884C-0DDE53FBFD7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97">
            <a:extLst>
              <a:ext uri="{FF2B5EF4-FFF2-40B4-BE49-F238E27FC236}">
                <ns2:creationId id="{F07C14EA-F30F-482B-A476-0022AC700312}"/>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98">
            <a:extLst>
              <a:ext uri="{FF2B5EF4-FFF2-40B4-BE49-F238E27FC236}">
                <ns2:creationId id="{A98C3F52-4307-4EF8-A71B-2CBA8CB07B89}"/>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99">
            <a:extLst>
              <a:ext uri="{FF2B5EF4-FFF2-40B4-BE49-F238E27FC236}">
                <ns2:creationId id="{C556E9A8-3132-4013-85AC-C8DAF33EA9DF}"/>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00">
            <a:extLst>
              <a:ext uri="{FF2B5EF4-FFF2-40B4-BE49-F238E27FC236}">
                <ns2:creationId id="{51D09A77-3D60-40CC-9819-49097B8EF896}"/>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B10BF70A-B53F-42DC-9AA7-423E71FF43F5}"/>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51170BC7-C19A-4E42-8C48-3330B68FC5B0}"/>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01">
            <a:extLst>
              <a:ext uri="{FF2B5EF4-FFF2-40B4-BE49-F238E27FC236}">
                <ns2:creationId id="{FE1330E9-7123-4F54-BDFD-11A41AE2FD44}"/>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02">
            <a:extLst>
              <a:ext uri="{FF2B5EF4-FFF2-40B4-BE49-F238E27FC236}">
                <ns2:creationId id="{204F55F5-E952-4E55-AFB3-F95AEB61A22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DB28B99B-AB4A-4B9D-A481-AAB39F3C9D61}"/>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03">
            <a:extLst>
              <a:ext uri="{FF2B5EF4-FFF2-40B4-BE49-F238E27FC236}">
                <ns2:creationId id="{6DA36D13-B293-46D5-989D-A769F39527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CC9D36A4-2778-4B1C-A3E3-52588A4CFE9D}"/>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04">
            <a:extLst>
              <a:ext uri="{FF2B5EF4-FFF2-40B4-BE49-F238E27FC236}">
                <ns2:creationId id="{B814F8F0-DD27-40D2-9DAE-8447DCD87203}"/>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00D5565B-162B-4FA2-BB0A-DBB753D60921}"/>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05">
            <a:extLst>
              <a:ext uri="{FF2B5EF4-FFF2-40B4-BE49-F238E27FC236}">
                <ns2:creationId id="{C7916B6A-65C7-4A96-A2D7-33D635B99B96}"/>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A69052C8-5901-43B3-B9D5-219E4C4D2088}"/>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06">
            <a:extLst>
              <a:ext uri="{FF2B5EF4-FFF2-40B4-BE49-F238E27FC236}">
                <ns2:creationId id="{B1707223-67D2-4E84-89AB-7FA18523F024}"/>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07">
            <a:extLst>
              <a:ext uri="{FF2B5EF4-FFF2-40B4-BE49-F238E27FC236}">
                <ns2:creationId id="{79AA7104-9F81-4D45-B9D0-0D362E3CBECA}"/>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08">
            <a:extLst>
              <a:ext uri="{FF2B5EF4-FFF2-40B4-BE49-F238E27FC236}">
                <ns2:creationId id="{292B97CE-B7F3-422A-B48F-63D4DBE3DC9E}"/>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09">
            <a:extLst>
              <a:ext uri="{FF2B5EF4-FFF2-40B4-BE49-F238E27FC236}">
                <ns2:creationId id="{576A2FDB-8E86-46D0-B0C2-BDE70AC61C4A}"/>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10">
            <a:extLst>
              <a:ext uri="{FF2B5EF4-FFF2-40B4-BE49-F238E27FC236}">
                <ns2:creationId id="{08619C7E-B411-4716-9F25-4E496037BA7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21B153D8-69B2-46F9-B4DC-D302924E6340}"/>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11">
            <a:extLst>
              <a:ext uri="{FF2B5EF4-FFF2-40B4-BE49-F238E27FC236}">
                <ns2:creationId id="{CE1695AB-EA9A-4D08-AF3E-38EC36279D37}"/>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5891C812-FA2C-4E69-8816-ACDEEDD37B58}"/>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12">
            <a:extLst>
              <a:ext uri="{FF2B5EF4-FFF2-40B4-BE49-F238E27FC236}">
                <ns2:creationId id="{15168A18-A20F-4B4A-9402-339BF60A39DE}"/>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13">
            <a:extLst>
              <a:ext uri="{FF2B5EF4-FFF2-40B4-BE49-F238E27FC236}">
                <ns2:creationId id="{00D6D26E-012E-4E73-8A3F-26DCD7078B72}"/>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14">
            <a:extLst>
              <a:ext uri="{FF2B5EF4-FFF2-40B4-BE49-F238E27FC236}">
                <ns2:creationId id="{6F2481D1-966C-4C79-AF20-CF8F265B0DA3}"/>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15">
            <a:extLst>
              <a:ext uri="{FF2B5EF4-FFF2-40B4-BE49-F238E27FC236}">
                <ns2:creationId id="{2F3C18EF-05FC-4EAA-A312-3262F97984B2}"/>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16">
            <a:extLst>
              <a:ext uri="{FF2B5EF4-FFF2-40B4-BE49-F238E27FC236}">
                <ns2:creationId id="{99C72A30-E983-4C03-801C-8F2BB68F78DA}"/>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21</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21">
            <a:extLst>
              <a:ext uri="{FF2B5EF4-FFF2-40B4-BE49-F238E27FC236}">
                <ns2:creationId id="{5717F1C9-532C-4375-B5FD-1C1C17A0A046}"/>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23">
            <a:extLst>
              <a:ext uri="{FF2B5EF4-FFF2-40B4-BE49-F238E27FC236}">
                <ns2:creationId id="{A2B876BD-F6B3-4191-8F2F-F3CAB4AB7A8F}"/>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25">
            <a:extLst>
              <a:ext uri="{FF2B5EF4-FFF2-40B4-BE49-F238E27FC236}">
                <ns2:creationId id="{CF70C43C-268D-4966-AFF1-5A01C02FF111}"/>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26">
            <a:extLst>
              <a:ext uri="{FF2B5EF4-FFF2-40B4-BE49-F238E27FC236}">
                <ns2:creationId id="{820E2A26-2CE0-44C8-9CE9-98B685B1EA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31">
            <a:extLst>
              <a:ext uri="{FF2B5EF4-FFF2-40B4-BE49-F238E27FC236}">
                <ns2:creationId id="{5BE23FC2-AC43-43D2-9BE2-E22BDACC75CA}"/>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31AD3D6B-DF9D-4C55-9409-2818DAD2E652}"/>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32">
            <a:extLst>
              <a:ext uri="{FF2B5EF4-FFF2-40B4-BE49-F238E27FC236}">
                <ns2:creationId id="{EFB45D66-EC8F-4404-9380-EEFC47A19958}"/>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33">
            <a:extLst>
              <a:ext uri="{FF2B5EF4-FFF2-40B4-BE49-F238E27FC236}">
                <ns2:creationId id="{4B438E79-5E80-4F2C-8516-95964987AD0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B6624CB3-936D-452A-A2F4-20E514F176E2}"/>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34">
            <a:extLst>
              <a:ext uri="{FF2B5EF4-FFF2-40B4-BE49-F238E27FC236}">
                <ns2:creationId id="{7309005B-A1F9-46A9-AE86-A09D878BE9D1}"/>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9D160F7A-FD22-40E2-A07A-7B05C472408B}"/>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35">
            <a:extLst>
              <a:ext uri="{FF2B5EF4-FFF2-40B4-BE49-F238E27FC236}">
                <ns2:creationId id="{1591688F-EB35-4912-B253-0F6D92BEFE4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870F6BD6-3F01-45DD-81A5-DDB5410E0CD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36">
            <a:extLst>
              <a:ext uri="{FF2B5EF4-FFF2-40B4-BE49-F238E27FC236}">
                <ns2:creationId id="{7D2DA098-315B-4A0A-BF2F-DCD8DF7260F3}"/>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37">
            <a:extLst>
              <a:ext uri="{FF2B5EF4-FFF2-40B4-BE49-F238E27FC236}">
                <ns2:creationId id="{C9C5719A-BBD4-46E0-A398-EC67D211F61A}"/>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38">
            <a:extLst>
              <a:ext uri="{FF2B5EF4-FFF2-40B4-BE49-F238E27FC236}">
                <ns2:creationId id="{956F6EE1-0D98-4E1B-9733-8DC434EDAA8C}"/>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39">
            <a:extLst>
              <a:ext uri="{FF2B5EF4-FFF2-40B4-BE49-F238E27FC236}">
                <ns2:creationId id="{33FCFEC3-E02A-40F3-AE01-5424E1DC5BA2}"/>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40">
            <a:extLst>
              <a:ext uri="{FF2B5EF4-FFF2-40B4-BE49-F238E27FC236}">
                <ns2:creationId id="{8AA56F0A-4701-4E11-A458-CC7C3291840B}"/>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41">
            <a:extLst>
              <a:ext uri="{FF2B5EF4-FFF2-40B4-BE49-F238E27FC236}">
                <ns2:creationId id="{20ADCB8D-427C-4E0F-B79C-E0A87508571F}"/>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42">
            <a:extLst>
              <a:ext uri="{FF2B5EF4-FFF2-40B4-BE49-F238E27FC236}">
                <ns2:creationId id="{6FBD201D-4AF5-469A-BD09-B0F59AD43AE6}"/>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8270E4D1-453B-4CA6-89A5-ABAF04A1F7B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43">
            <a:extLst>
              <a:ext uri="{FF2B5EF4-FFF2-40B4-BE49-F238E27FC236}">
                <ns2:creationId id="{244D48C8-9A24-4B44-982D-7A3D93641E74}"/>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44">
            <a:extLst>
              <a:ext uri="{FF2B5EF4-FFF2-40B4-BE49-F238E27FC236}">
                <ns2:creationId id="{DBDD8404-3D01-4329-9D40-B54DBA3F97F9}"/>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9CE4CD8E-8346-428A-8CB2-6783B3838E7D}"/>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45">
            <a:extLst>
              <a:ext uri="{FF2B5EF4-FFF2-40B4-BE49-F238E27FC236}">
                <ns2:creationId id="{CFB91A1D-E2C7-48E4-B919-53833519F986}"/>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39C37755-6E91-4E4B-8A0B-319466FB818C}"/>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46">
            <a:extLst>
              <a:ext uri="{FF2B5EF4-FFF2-40B4-BE49-F238E27FC236}">
                <ns2:creationId id="{32544E82-29DF-420C-A8FA-BDF811C178C6}"/>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91D7CD5C-5A9C-4F95-B884-6ABC0B691815}"/>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47">
            <a:extLst>
              <a:ext uri="{FF2B5EF4-FFF2-40B4-BE49-F238E27FC236}">
                <ns2:creationId id="{C61816B7-5487-46F2-829E-069C315033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48">
            <a:extLst>
              <a:ext uri="{FF2B5EF4-FFF2-40B4-BE49-F238E27FC236}">
                <ns2:creationId id="{E732EC78-80D2-4160-94D4-C441D10AA8C9}"/>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49">
            <a:extLst>
              <a:ext uri="{FF2B5EF4-FFF2-40B4-BE49-F238E27FC236}">
                <ns2:creationId id="{D8720DA6-75EA-4396-8369-D56FA38848A1}"/>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50">
            <a:extLst>
              <a:ext uri="{FF2B5EF4-FFF2-40B4-BE49-F238E27FC236}">
                <ns2:creationId id="{7D5F38BE-ADC5-4C1C-ABD0-05ACD9B18DEA}"/>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51">
            <a:extLst>
              <a:ext uri="{FF2B5EF4-FFF2-40B4-BE49-F238E27FC236}">
                <ns2:creationId id="{8DF74D97-4546-4C8A-881D-F2A1ECF2AF5E}"/>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52">
            <a:extLst>
              <a:ext uri="{FF2B5EF4-FFF2-40B4-BE49-F238E27FC236}">
                <ns2:creationId id="{8F998E4D-832C-40CA-8D5C-0165E2A13CD0}"/>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53">
            <a:extLst>
              <a:ext uri="{FF2B5EF4-FFF2-40B4-BE49-F238E27FC236}">
                <ns2:creationId id="{B647EA65-D5C1-4811-8ADA-5F0D2170BE3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54">
            <a:extLst>
              <a:ext uri="{FF2B5EF4-FFF2-40B4-BE49-F238E27FC236}">
                <ns2:creationId id="{DE1B43C2-5F37-41C3-97AD-3A17970383DC}"/>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55">
            <a:extLst>
              <a:ext uri="{FF2B5EF4-FFF2-40B4-BE49-F238E27FC236}">
                <ns2:creationId id="{E4101BF0-FE4C-4364-9490-3755C49F7D9F}"/>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56">
            <a:extLst>
              <a:ext uri="{FF2B5EF4-FFF2-40B4-BE49-F238E27FC236}">
                <ns2:creationId id="{BDC74B94-C160-46B7-BF82-B761B38185E3}"/>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57">
            <a:extLst>
              <a:ext uri="{FF2B5EF4-FFF2-40B4-BE49-F238E27FC236}">
                <ns2:creationId id="{CC89B4FF-6A7C-4877-BBFA-EC3409723AA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39EEE26E-DD9D-4FE5-8F11-A85295BC8DF8}"/>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58">
            <a:extLst>
              <a:ext uri="{FF2B5EF4-FFF2-40B4-BE49-F238E27FC236}">
                <ns2:creationId id="{E4A84FB6-3092-40AE-AA02-B31B6D8E7602}"/>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59">
            <a:extLst>
              <a:ext uri="{FF2B5EF4-FFF2-40B4-BE49-F238E27FC236}">
                <ns2:creationId id="{DFE1F1B4-3E61-41B2-9C2C-515A3917BCF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FD36BC4-DA99-498B-8DEE-29847F6C225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60">
            <a:extLst>
              <a:ext uri="{FF2B5EF4-FFF2-40B4-BE49-F238E27FC236}">
                <ns2:creationId id="{E7977720-DCF1-44BC-82AC-10CA99C97BC2}"/>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71ADFCE1-61AC-4C6F-82BD-7E4E132CEE77}"/>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161">
            <a:extLst>
              <a:ext uri="{FF2B5EF4-FFF2-40B4-BE49-F238E27FC236}">
                <ns2:creationId id="{FBDD7A03-1010-4851-968B-384407761F9D}"/>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61672715-4D68-4A23-BF2D-CDABACA96278}"/>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162">
            <a:extLst>
              <a:ext uri="{FF2B5EF4-FFF2-40B4-BE49-F238E27FC236}">
                <ns2:creationId id="{7BC0AA2C-E5B0-49FE-BEE6-1DEEEB01E1A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163">
            <a:extLst>
              <a:ext uri="{FF2B5EF4-FFF2-40B4-BE49-F238E27FC236}">
                <ns2:creationId id="{C729E700-F60D-470D-9D41-04818D4E5111}"/>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164">
            <a:extLst>
              <a:ext uri="{FF2B5EF4-FFF2-40B4-BE49-F238E27FC236}">
                <ns2:creationId id="{83C0D546-64D7-4B0D-99E6-0231BBA4E7BE}"/>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165">
            <a:extLst>
              <a:ext uri="{FF2B5EF4-FFF2-40B4-BE49-F238E27FC236}">
                <ns2:creationId id="{60123ED1-D5EE-4151-964D-406A1079316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166">
            <a:extLst>
              <a:ext uri="{FF2B5EF4-FFF2-40B4-BE49-F238E27FC236}">
                <ns2:creationId id="{6D87DE85-4449-47C7-AD45-9057F3A36EA5}"/>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3F0C0D2F-36F0-45AB-9709-C9730A16FED9}"/>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167">
            <a:extLst>
              <a:ext uri="{FF2B5EF4-FFF2-40B4-BE49-F238E27FC236}">
                <ns2:creationId id="{165DF52A-365A-4BFA-9710-ABF5F450DCBB}"/>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168">
            <a:extLst>
              <a:ext uri="{FF2B5EF4-FFF2-40B4-BE49-F238E27FC236}">
                <ns2:creationId id="{1FD2240C-C75D-4D2B-8DF9-39BEDF09DF3A}"/>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8451C4B9-99D0-41D3-99D0-1D305234F2AF}"/>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169">
            <a:extLst>
              <a:ext uri="{FF2B5EF4-FFF2-40B4-BE49-F238E27FC236}">
                <ns2:creationId id="{63ACB13C-3602-4AC4-994C-67D56B0759C4}"/>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0C7B6897-2FC4-420A-9CE2-FD1D4A15FFDA}"/>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170">
            <a:extLst>
              <a:ext uri="{FF2B5EF4-FFF2-40B4-BE49-F238E27FC236}">
                <ns2:creationId id="{64DAEBDA-387F-4A00-9727-9553B71D0B27}"/>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171">
            <a:extLst>
              <a:ext uri="{FF2B5EF4-FFF2-40B4-BE49-F238E27FC236}">
                <ns2:creationId id="{4ED815F3-5CF1-4B49-A753-05E36833E24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172">
            <a:extLst>
              <a:ext uri="{FF2B5EF4-FFF2-40B4-BE49-F238E27FC236}">
                <ns2:creationId id="{45D02F42-9D94-4525-9C0C-0C50A7B0E88C}"/>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173">
            <a:extLst>
              <a:ext uri="{FF2B5EF4-FFF2-40B4-BE49-F238E27FC236}">
                <ns2:creationId id="{D8D8B31B-3EA1-44E5-AA8C-0E8DD9557F2A}"/>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174">
            <a:extLst>
              <a:ext uri="{FF2B5EF4-FFF2-40B4-BE49-F238E27FC236}">
                <ns2:creationId id="{F9375084-E266-4AEB-B897-D31B3A5C9664}"/>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175">
            <a:extLst>
              <a:ext uri="{FF2B5EF4-FFF2-40B4-BE49-F238E27FC236}">
                <ns2:creationId id="{990915EE-4275-43C8-AB0C-F49F81EB6E76}"/>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176">
            <a:extLst>
              <a:ext uri="{FF2B5EF4-FFF2-40B4-BE49-F238E27FC236}">
                <ns2:creationId id="{17E1BD05-82B9-4A98-AA87-71BF4F748A0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177">
            <a:extLst>
              <a:ext uri="{FF2B5EF4-FFF2-40B4-BE49-F238E27FC236}">
                <ns2:creationId id="{75EE2796-574F-4E1B-9A10-F34656AD6FE1}"/>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178">
            <a:extLst>
              <a:ext uri="{FF2B5EF4-FFF2-40B4-BE49-F238E27FC236}">
                <ns2:creationId id="{CFC8C1DB-0E71-454F-85A8-9CAD25039C60}"/>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179">
            <a:extLst>
              <a:ext uri="{FF2B5EF4-FFF2-40B4-BE49-F238E27FC236}">
                <ns2:creationId id="{0776E53F-BBC5-4560-871C-5C2EE3B87578}"/>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180">
            <a:extLst>
              <a:ext uri="{FF2B5EF4-FFF2-40B4-BE49-F238E27FC236}">
                <ns2:creationId id="{810D92C8-91BD-4098-A141-D55664148B5E}"/>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B4E17945-CD27-48DE-AE3B-46209322A3E6}"/>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3015777F-1CF9-4374-AE1F-4656A1F4EE7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181">
            <a:extLst>
              <a:ext uri="{FF2B5EF4-FFF2-40B4-BE49-F238E27FC236}">
                <ns2:creationId id="{A29CC151-40D0-476D-8DA5-C20E527E205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182">
            <a:extLst>
              <a:ext uri="{FF2B5EF4-FFF2-40B4-BE49-F238E27FC236}">
                <ns2:creationId id="{B3D8F747-657D-480D-98AE-60B4B70A05A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4FD5182A-3AA9-45BB-A286-2EDF24B91CA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183">
            <a:extLst>
              <a:ext uri="{FF2B5EF4-FFF2-40B4-BE49-F238E27FC236}">
                <ns2:creationId id="{CFD246C2-FEE4-4E51-A4CD-C82E793F5A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BC8EED40-A927-4624-958E-A8CFA6217549}"/>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184">
            <a:extLst>
              <a:ext uri="{FF2B5EF4-FFF2-40B4-BE49-F238E27FC236}">
                <ns2:creationId id="{54013BDB-074A-4501-B057-A83E51BFDFBA}"/>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AAE89276-EEAD-41B6-9514-3FAED219F0B6}"/>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185">
            <a:extLst>
              <a:ext uri="{FF2B5EF4-FFF2-40B4-BE49-F238E27FC236}">
                <ns2:creationId id="{B76B465C-75A1-4002-BC09-7FE6FDF677DD}"/>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722EBFBF-93E6-4302-AE16-26F4B97EB0BD}"/>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186">
            <a:extLst>
              <a:ext uri="{FF2B5EF4-FFF2-40B4-BE49-F238E27FC236}">
                <ns2:creationId id="{9D0900C6-C258-4EE1-AA63-D22890B32711}"/>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187">
            <a:extLst>
              <a:ext uri="{FF2B5EF4-FFF2-40B4-BE49-F238E27FC236}">
                <ns2:creationId id="{51D9278A-00D7-4B25-ACF1-663D0973E553}"/>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188">
            <a:extLst>
              <a:ext uri="{FF2B5EF4-FFF2-40B4-BE49-F238E27FC236}">
                <ns2:creationId id="{CF1019A1-6CDC-40FF-9006-9D56FCC3A763}"/>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189">
            <a:extLst>
              <a:ext uri="{FF2B5EF4-FFF2-40B4-BE49-F238E27FC236}">
                <ns2:creationId id="{7B73ADB0-A4B4-43BD-B1F4-8FDC6B372F24}"/>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190">
            <a:extLst>
              <a:ext uri="{FF2B5EF4-FFF2-40B4-BE49-F238E27FC236}">
                <ns2:creationId id="{38A1BFF5-36DC-4E5D-9A21-AEB4343A45F3}"/>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E9A43886-2EFC-4B27-B58C-C4B080D47D73}"/>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191">
            <a:extLst>
              <a:ext uri="{FF2B5EF4-FFF2-40B4-BE49-F238E27FC236}">
                <ns2:creationId id="{FCF0FB60-1FFE-4628-BAEA-599C1C015596}"/>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192">
            <a:extLst>
              <a:ext uri="{FF2B5EF4-FFF2-40B4-BE49-F238E27FC236}">
                <ns2:creationId id="{C7E516B6-4D19-4350-A8C5-A899785334EE}"/>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193">
            <a:extLst>
              <a:ext uri="{FF2B5EF4-FFF2-40B4-BE49-F238E27FC236}">
                <ns2:creationId id="{91990C64-0B2F-4C24-9BBB-13FC9EF45275}"/>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194">
            <a:extLst>
              <a:ext uri="{FF2B5EF4-FFF2-40B4-BE49-F238E27FC236}">
                <ns2:creationId id="{13B4BC61-065D-4004-BA0A-4099536896D3}"/>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195">
            <a:extLst>
              <a:ext uri="{FF2B5EF4-FFF2-40B4-BE49-F238E27FC236}">
                <ns2:creationId id="{0635C692-49B6-4C07-A95D-B72A4E5A0C49}"/>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21</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03">
            <a:extLst>
              <a:ext uri="{FF2B5EF4-FFF2-40B4-BE49-F238E27FC236}">
                <ns2:creationId id="{15AD2DF2-AA81-4E1D-B393-A966758B4D5C}"/>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6B236B49-0930-4C61-A6EA-83BF6A3474E7}"/>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BDDEC11C-26A6-4A4B-83BB-E43D7D6818B8}"/>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05">
            <a:extLst>
              <a:ext uri="{FF2B5EF4-FFF2-40B4-BE49-F238E27FC236}">
                <ns2:creationId id="{4C36DD39-55ED-4C28-A11A-0E2FE3F2F51A}"/>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06">
            <a:extLst>
              <a:ext uri="{FF2B5EF4-FFF2-40B4-BE49-F238E27FC236}">
                <ns2:creationId id="{ACA4907B-7EF7-4E07-9307-8A34388C8A6B}"/>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F5B0971-5EE4-43A8-A4F6-7959A86327C9}"/>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07">
            <a:extLst>
              <a:ext uri="{FF2B5EF4-FFF2-40B4-BE49-F238E27FC236}">
                <ns2:creationId id="{2A55DDF5-0FA5-47BE-9286-13625014FAF2}"/>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13EEFF10-416B-47A3-9CCD-50A5390547E1}"/>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08">
            <a:extLst>
              <a:ext uri="{FF2B5EF4-FFF2-40B4-BE49-F238E27FC236}">
                <ns2:creationId id="{A2EAFB74-26CE-4268-91FE-F2BFFF2E30BC}"/>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09">
            <a:extLst>
              <a:ext uri="{FF2B5EF4-FFF2-40B4-BE49-F238E27FC236}">
                <ns2:creationId id="{93543BB3-8977-4410-8246-DB11830A0B77}"/>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10">
            <a:extLst>
              <a:ext uri="{FF2B5EF4-FFF2-40B4-BE49-F238E27FC236}">
                <ns2:creationId id="{9549CA47-F906-4C3B-953E-C035BEC6B788}"/>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29799DF3-F834-4056-9461-DDE3CA0BEE65}"/>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12">
            <a:extLst>
              <a:ext uri="{FF2B5EF4-FFF2-40B4-BE49-F238E27FC236}">
                <ns2:creationId id="{E3F98591-FF5E-4514-9F74-63BF9EFD1032}"/>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13">
            <a:extLst>
              <a:ext uri="{FF2B5EF4-FFF2-40B4-BE49-F238E27FC236}">
                <ns2:creationId id="{830C7EBF-78C1-42E2-84E1-37161610938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14">
            <a:extLst>
              <a:ext uri="{FF2B5EF4-FFF2-40B4-BE49-F238E27FC236}">
                <ns2:creationId id="{C217A80B-0D7C-4F5C-9C51-067F3E52B1C0}"/>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15">
            <a:extLst>
              <a:ext uri="{FF2B5EF4-FFF2-40B4-BE49-F238E27FC236}">
                <ns2:creationId id="{A6D859C2-4DE8-4B17-86B3-8B972DCDB035}"/>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16">
            <a:extLst>
              <a:ext uri="{FF2B5EF4-FFF2-40B4-BE49-F238E27FC236}">
                <ns2:creationId id="{23B59CB6-3492-4D6F-A071-C4FE84E242B5}"/>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17">
            <a:extLst>
              <a:ext uri="{FF2B5EF4-FFF2-40B4-BE49-F238E27FC236}">
                <ns2:creationId id="{3D296F5A-AA65-4E09-B9A5-CA1AB98D2FF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18">
            <a:extLst>
              <a:ext uri="{FF2B5EF4-FFF2-40B4-BE49-F238E27FC236}">
                <ns2:creationId id="{1141A735-7F30-4055-8FD2-10BC836530DB}"/>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64F43927-D32A-4EC6-A28B-268AEFA68517}"/>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19">
            <a:extLst>
              <a:ext uri="{FF2B5EF4-FFF2-40B4-BE49-F238E27FC236}">
                <ns2:creationId id="{22BC6214-04AE-4B0B-934D-6DE29C4D7F68}"/>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E63D5FE8-1894-46EA-AA4B-5EF91B47D3A7}"/>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20">
            <a:extLst>
              <a:ext uri="{FF2B5EF4-FFF2-40B4-BE49-F238E27FC236}">
                <ns2:creationId id="{A2859A32-4542-473D-AC17-047B8D876669}"/>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14 / 21</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sp>
      <p:sp>
        <p:nvSpPr>
          <p:cNvPr id="20" name="DP4 object 6">
            <a:extLst>
              <a:ext uri="{FF2B5EF4-FFF2-40B4-BE49-F238E27FC236}">
                <ns2:creationId id="{23771867-87C9-433A-AA36-B664A9F5D958}"/>
              </a:ext>
            </a:extLst>
          </p:cNvPr>
          <p:cNvSpPr>
            <a:spLocks noGrp="1"/>
          </p:cNvSpPr>
          <p:nvPr/>
        </p:nvSpPr>
        <p:spPr>
          <a:xfrm>
            <a:off x="92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sp>
      <p:sp>
        <p:nvSpPr>
          <p:cNvPr id="27" name="DP4 object 11">
            <a:extLst>
              <a:ext uri="{FF2B5EF4-FFF2-40B4-BE49-F238E27FC236}">
                <ns2:creationId id="{A61B9E88-0F74-40D1-8D58-0180C27692DF}"/>
              </a:ext>
            </a:extLst>
          </p:cNvPr>
          <p:cNvSpPr>
            <a:spLocks noGrp="1"/>
          </p:cNvSpPr>
          <p:nvPr/>
        </p:nvSpPr>
        <p:spPr>
          <a:xfrm>
            <a:off x="6638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sp>
      <p:sp>
        <p:nvSpPr>
          <p:cNvPr id="34" name="DP4 object 16">
            <a:extLst>
              <a:ext uri="{FF2B5EF4-FFF2-40B4-BE49-F238E27FC236}">
                <ns2:creationId id="{9AB4261E-3CAB-45FC-93B9-A0610BEC83F2}"/>
              </a:ext>
            </a:extLst>
          </p:cNvPr>
          <p:cNvSpPr>
            <a:spLocks noGrp="1"/>
          </p:cNvSpPr>
          <p:nvPr/>
        </p:nvSpPr>
        <p:spPr>
          <a:xfrm>
            <a:off x="1235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sp>
      <p:sp>
        <p:nvSpPr>
          <p:cNvPr id="47" name="DP4 object 28">
            <a:extLst>
              <a:ext uri="{FF2B5EF4-FFF2-40B4-BE49-F238E27FC236}">
                <ns2:creationId id="{5129C2F5-929C-4D51-8684-89EAF92DD767}"/>
              </a:ext>
            </a:extLst>
          </p:cNvPr>
          <p:cNvSpPr>
            <a:spLocks noGrp="1"/>
          </p:cNvSpPr>
          <p:nvPr/>
        </p:nvSpPr>
        <p:spPr>
          <a:xfrm>
            <a:off x="1238250" y="6048375"/>
            <a:ext cx="15430500" cy="4286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15 / 21</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41">
            <a:extLst>
              <a:ext uri="{FF2B5EF4-FFF2-40B4-BE49-F238E27FC236}">
                <ns2:creationId id="{984A59F4-475D-4978-8294-6B0916435F46}"/>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43">
            <a:extLst>
              <a:ext uri="{FF2B5EF4-FFF2-40B4-BE49-F238E27FC236}">
                <ns2:creationId id="{93018214-7B74-47F5-B059-C6626DD3CFE3}"/>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44">
            <a:extLst>
              <a:ext uri="{FF2B5EF4-FFF2-40B4-BE49-F238E27FC236}">
                <ns2:creationId id="{F38AF3DF-FBE0-433C-9169-C165599AD917}"/>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47">
            <a:extLst>
              <a:ext uri="{FF2B5EF4-FFF2-40B4-BE49-F238E27FC236}">
                <ns2:creationId id="{83E75B75-A337-4B4F-BD99-92CB6226DCA3}"/>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8280101B-F5D9-46FC-9467-8C0AF702CAD9}"/>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48">
            <a:extLst>
              <a:ext uri="{FF2B5EF4-FFF2-40B4-BE49-F238E27FC236}">
                <ns2:creationId id="{4E702A44-6FF2-4B8B-A5DC-1425BC8BDFCC}"/>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78BB1ADD-A108-44A4-9823-A53B06AE4B3C}"/>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49">
            <a:extLst>
              <a:ext uri="{FF2B5EF4-FFF2-40B4-BE49-F238E27FC236}">
                <ns2:creationId id="{6CD5178B-DF78-4710-A862-2F83BDEADFB9}"/>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50">
            <a:extLst>
              <a:ext uri="{FF2B5EF4-FFF2-40B4-BE49-F238E27FC236}">
                <ns2:creationId id="{75D38F82-848F-4D02-A5D5-6A9532027250}"/>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3536F37-09D5-4519-9A67-7E25D08166F0}"/>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51">
            <a:extLst>
              <a:ext uri="{FF2B5EF4-FFF2-40B4-BE49-F238E27FC236}">
                <ns2:creationId id="{2B826F13-6841-436A-A8A6-5B1FAB1F3B88}"/>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F85278B3-7B4F-4D23-AF1D-82289A2E0DEA}"/>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52">
            <a:extLst>
              <a:ext uri="{FF2B5EF4-FFF2-40B4-BE49-F238E27FC236}">
                <ns2:creationId id="{5AB18233-A6E8-4B34-8F6F-BBF2B4DFCB23}"/>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53">
            <a:extLst>
              <a:ext uri="{FF2B5EF4-FFF2-40B4-BE49-F238E27FC236}">
                <ns2:creationId id="{F138576A-B192-4853-898A-099F217F332B}"/>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54">
            <a:extLst>
              <a:ext uri="{FF2B5EF4-FFF2-40B4-BE49-F238E27FC236}">
                <ns2:creationId id="{FE29C730-838B-4B9F-96A7-3BD5FAD2FA8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55">
            <a:extLst>
              <a:ext uri="{FF2B5EF4-FFF2-40B4-BE49-F238E27FC236}">
                <ns2:creationId id="{3109F00F-8C98-474D-A1EE-C401ACC11AA0}"/>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56">
            <a:extLst>
              <a:ext uri="{FF2B5EF4-FFF2-40B4-BE49-F238E27FC236}">
                <ns2:creationId id="{2B806F90-B6BC-4410-B13F-40D281EE042F}"/>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2CFFBB7D-7697-4232-95CB-0FB0D8854F0F}"/>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57">
            <a:extLst>
              <a:ext uri="{FF2B5EF4-FFF2-40B4-BE49-F238E27FC236}">
                <ns2:creationId id="{02759022-EE25-47CB-AB8E-7CB356D699B0}"/>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58">
            <a:extLst>
              <a:ext uri="{FF2B5EF4-FFF2-40B4-BE49-F238E27FC236}">
                <ns2:creationId id="{A91F2B9C-339A-4715-9999-C90531D9A378}"/>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59">
            <a:extLst>
              <a:ext uri="{FF2B5EF4-FFF2-40B4-BE49-F238E27FC236}">
                <ns2:creationId id="{E881B8F1-4FEE-449F-8CB6-CF9A90B4D920}"/>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60">
            <a:extLst>
              <a:ext uri="{FF2B5EF4-FFF2-40B4-BE49-F238E27FC236}">
                <ns2:creationId id="{B661EB07-4B79-4F5D-9FE3-FDA496EEC3CA}"/>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61">
            <a:extLst>
              <a:ext uri="{FF2B5EF4-FFF2-40B4-BE49-F238E27FC236}">
                <ns2:creationId id="{CC72061E-92F3-4E7D-B46B-5C3BD3AC55F7}"/>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62">
            <a:extLst>
              <a:ext uri="{FF2B5EF4-FFF2-40B4-BE49-F238E27FC236}">
                <ns2:creationId id="{4FD4B94A-C5E9-41CD-BCAC-81374E5539D7}"/>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63">
            <a:extLst>
              <a:ext uri="{FF2B5EF4-FFF2-40B4-BE49-F238E27FC236}">
                <ns2:creationId id="{DB9CAA4F-88B4-4365-AB32-9D454B4BFD1E}"/>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B30A072E-FFD7-4C89-A64D-ED8926E75416}"/>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64">
            <a:extLst>
              <a:ext uri="{FF2B5EF4-FFF2-40B4-BE49-F238E27FC236}">
                <ns2:creationId id="{3716A2C2-EA1A-4F36-B4E9-9193E7A9033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887F877F-FC2D-4626-831C-540B347D2FC8}"/>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65">
            <a:extLst>
              <a:ext uri="{FF2B5EF4-FFF2-40B4-BE49-F238E27FC236}">
                <ns2:creationId id="{8A9EC43C-B022-4631-9AA5-0D5529109660}"/>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1736EF89-A4AF-4BD5-8DAF-20949C25F654}"/>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66">
            <a:extLst>
              <a:ext uri="{FF2B5EF4-FFF2-40B4-BE49-F238E27FC236}">
                <ns2:creationId id="{77392955-D3BB-4B36-BC95-C6A8F9CD2E32}"/>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67">
            <a:extLst>
              <a:ext uri="{FF2B5EF4-FFF2-40B4-BE49-F238E27FC236}">
                <ns2:creationId id="{C1769CC1-7D4A-424F-9E54-3B504B4EE9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68">
            <a:extLst>
              <a:ext uri="{FF2B5EF4-FFF2-40B4-BE49-F238E27FC236}">
                <ns2:creationId id="{FDB25685-5A0B-42DE-B43A-5E531FFA0B8D}"/>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69">
            <a:extLst>
              <a:ext uri="{FF2B5EF4-FFF2-40B4-BE49-F238E27FC236}">
                <ns2:creationId id="{1C9344DC-686C-482E-8FCF-9939B3318803}"/>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70">
            <a:extLst>
              <a:ext uri="{FF2B5EF4-FFF2-40B4-BE49-F238E27FC236}">
                <ns2:creationId id="{1B3E4B89-51F5-48D4-A062-C54BC0EFE6D6}"/>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71">
            <a:extLst>
              <a:ext uri="{FF2B5EF4-FFF2-40B4-BE49-F238E27FC236}">
                <ns2:creationId id="{0999B5A2-2AAD-418A-8CC9-3332F0571987}"/>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72">
            <a:extLst>
              <a:ext uri="{FF2B5EF4-FFF2-40B4-BE49-F238E27FC236}">
                <ns2:creationId id="{0DC95DDE-E3DE-43EA-828C-50E8A4993B4F}"/>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73">
            <a:extLst>
              <a:ext uri="{FF2B5EF4-FFF2-40B4-BE49-F238E27FC236}">
                <ns2:creationId id="{2320EE33-5EB6-4202-A2E8-BFC5E0243840}"/>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D9E82DE1-C865-4FD7-A321-5A2860275D09}"/>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74">
            <a:extLst>
              <a:ext uri="{FF2B5EF4-FFF2-40B4-BE49-F238E27FC236}">
                <ns2:creationId id="{71E33B59-8497-4B97-BC11-27E33E753CB5}"/>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751B3E6F-6DA6-4397-8809-C86A41557AAA}"/>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75">
            <a:extLst>
              <a:ext uri="{FF2B5EF4-FFF2-40B4-BE49-F238E27FC236}">
                <ns2:creationId id="{930AE265-E84D-4801-8F87-6AD813164BAF}"/>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76">
            <a:extLst>
              <a:ext uri="{FF2B5EF4-FFF2-40B4-BE49-F238E27FC236}">
                <ns2:creationId id="{024D54D5-E70C-4CF5-9098-B14CE4415E59}"/>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77">
            <a:extLst>
              <a:ext uri="{FF2B5EF4-FFF2-40B4-BE49-F238E27FC236}">
                <ns2:creationId id="{81E6492F-011A-4911-9436-2E3AF79A3F12}"/>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DE188298-D183-47EB-9CB0-610CA4B56155}"/>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78">
            <a:extLst>
              <a:ext uri="{FF2B5EF4-FFF2-40B4-BE49-F238E27FC236}">
                <ns2:creationId id="{FC9A6877-9D4D-4823-A542-BC35586D47AB}"/>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60501D46-BACE-4051-9A52-B7D519BC2309}"/>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79">
            <a:extLst>
              <a:ext uri="{FF2B5EF4-FFF2-40B4-BE49-F238E27FC236}">
                <ns2:creationId id="{4CBEA675-7336-4963-A7FC-414E7E46D832}"/>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80">
            <a:extLst>
              <a:ext uri="{FF2B5EF4-FFF2-40B4-BE49-F238E27FC236}">
                <ns2:creationId id="{8BB9E7F0-0EC7-4329-A6C7-B8F3F2BD13DC}"/>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81">
            <a:extLst>
              <a:ext uri="{FF2B5EF4-FFF2-40B4-BE49-F238E27FC236}">
                <ns2:creationId id="{240A3754-4F21-4332-BDBB-F5E15654DD07}"/>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82">
            <a:extLst>
              <a:ext uri="{FF2B5EF4-FFF2-40B4-BE49-F238E27FC236}">
                <ns2:creationId id="{198E972E-90ED-45C3-A68A-AACB2536D2A6}"/>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83">
            <a:extLst>
              <a:ext uri="{FF2B5EF4-FFF2-40B4-BE49-F238E27FC236}">
                <ns2:creationId id="{4C8E19CA-24FD-424F-8792-E998627B8A33}"/>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A7FA3233-EB28-4AD3-AEDA-C7CBDAB32427}"/>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84">
            <a:extLst>
              <a:ext uri="{FF2B5EF4-FFF2-40B4-BE49-F238E27FC236}">
                <ns2:creationId id="{4963EF45-B6B8-43F6-8B8F-D8ED2BEA1EB6}"/>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85">
            <a:extLst>
              <a:ext uri="{FF2B5EF4-FFF2-40B4-BE49-F238E27FC236}">
                <ns2:creationId id="{76649874-4E2A-47D2-8D37-56F97D502B83}"/>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86">
            <a:extLst>
              <a:ext uri="{FF2B5EF4-FFF2-40B4-BE49-F238E27FC236}">
                <ns2:creationId id="{5937467A-9B5E-4286-8EB3-0A232B78C9D0}"/>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87">
            <a:extLst>
              <a:ext uri="{FF2B5EF4-FFF2-40B4-BE49-F238E27FC236}">
                <ns2:creationId id="{8980B8F0-F3AA-45C9-A3EC-9AA58336DDCD}"/>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88">
            <a:extLst>
              <a:ext uri="{FF2B5EF4-FFF2-40B4-BE49-F238E27FC236}">
                <ns2:creationId id="{FEEC4318-F243-49B9-A280-5B294815D0DB}"/>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89">
            <a:extLst>
              <a:ext uri="{FF2B5EF4-FFF2-40B4-BE49-F238E27FC236}">
                <ns2:creationId id="{57965D61-C19D-431E-B1EC-CE86E659241F}"/>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90">
            <a:extLst>
              <a:ext uri="{FF2B5EF4-FFF2-40B4-BE49-F238E27FC236}">
                <ns2:creationId id="{DDA6D71B-36AD-44E2-80DD-71FAC2FA1369}"/>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91">
            <a:extLst>
              <a:ext uri="{FF2B5EF4-FFF2-40B4-BE49-F238E27FC236}">
                <ns2:creationId id="{DC573456-EEC2-47E9-956F-EC19DD496532}"/>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92">
            <a:extLst>
              <a:ext uri="{FF2B5EF4-FFF2-40B4-BE49-F238E27FC236}">
                <ns2:creationId id="{8CCC334B-F772-4AD4-A616-EDE131FBAB72}"/>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93">
            <a:extLst>
              <a:ext uri="{FF2B5EF4-FFF2-40B4-BE49-F238E27FC236}">
                <ns2:creationId id="{61B67C35-8487-4202-918B-2A349205C922}"/>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94">
            <a:extLst>
              <a:ext uri="{FF2B5EF4-FFF2-40B4-BE49-F238E27FC236}">
                <ns2:creationId id="{6C945863-9C64-4601-8857-9C6B9CCA0C36}"/>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D9E49D5E-11A4-4B9C-AECE-2240DB122419}"/>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95">
            <a:extLst>
              <a:ext uri="{FF2B5EF4-FFF2-40B4-BE49-F238E27FC236}">
                <ns2:creationId id="{F87F07EC-67A3-4E15-A05A-C03E0A5E447D}"/>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07214086-249D-47C2-9574-9EC68DB2FA21}"/>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96">
            <a:extLst>
              <a:ext uri="{FF2B5EF4-FFF2-40B4-BE49-F238E27FC236}">
                <ns2:creationId id="{D25D0D9C-2BFA-4717-9B3F-0D69D1B91238}"/>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A1E33A0F-87F7-4F7D-BA1F-DD3317AC1790}"/>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97">
            <a:extLst>
              <a:ext uri="{FF2B5EF4-FFF2-40B4-BE49-F238E27FC236}">
                <ns2:creationId id="{EE2B840A-FDC3-46AD-9D65-8C16E045D5FF}"/>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98">
            <a:extLst>
              <a:ext uri="{FF2B5EF4-FFF2-40B4-BE49-F238E27FC236}">
                <ns2:creationId id="{B4810DFA-8222-4280-8937-DBCBB6EFF419}"/>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99">
            <a:extLst>
              <a:ext uri="{FF2B5EF4-FFF2-40B4-BE49-F238E27FC236}">
                <ns2:creationId id="{3E560135-F557-40BF-80BD-ED3AB3E72848}"/>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100">
            <a:extLst>
              <a:ext uri="{FF2B5EF4-FFF2-40B4-BE49-F238E27FC236}">
                <ns2:creationId id="{DBBAFFE8-5937-4AAC-BBD8-25DBD48E2603}"/>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101">
            <a:extLst>
              <a:ext uri="{FF2B5EF4-FFF2-40B4-BE49-F238E27FC236}">
                <ns2:creationId id="{1197BCB5-14AB-447F-9468-19B52264E9D7}"/>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102">
            <a:extLst>
              <a:ext uri="{FF2B5EF4-FFF2-40B4-BE49-F238E27FC236}">
                <ns2:creationId id="{9BECC57B-9B02-4C12-89D1-ACB9FDC7AF97}"/>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103">
            <a:extLst>
              <a:ext uri="{FF2B5EF4-FFF2-40B4-BE49-F238E27FC236}">
                <ns2:creationId id="{0FA77DFE-5CB3-4BB3-B458-A04928A9C054}"/>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104">
            <a:extLst>
              <a:ext uri="{FF2B5EF4-FFF2-40B4-BE49-F238E27FC236}">
                <ns2:creationId id="{3E901649-2D45-4B70-B425-13089F2E0F21}"/>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CDD76218-8A66-455D-A407-682E98A5A70E}"/>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105">
            <a:extLst>
              <a:ext uri="{FF2B5EF4-FFF2-40B4-BE49-F238E27FC236}">
                <ns2:creationId id="{EFCD7947-41EF-4D79-B679-B433432B52E6}"/>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4969E4B3-F089-49F5-B7BE-9949D03F3556}"/>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106">
            <a:extLst>
              <a:ext uri="{FF2B5EF4-FFF2-40B4-BE49-F238E27FC236}">
                <ns2:creationId id="{122D4218-A309-477E-8116-BF1225F26C5D}"/>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107">
            <a:extLst>
              <a:ext uri="{FF2B5EF4-FFF2-40B4-BE49-F238E27FC236}">
                <ns2:creationId id="{10CB8B64-2D02-4203-9EE5-669E6FBA7E0D}"/>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D55EE4F3-9DA3-42CD-BD72-603A8ED00A87}"/>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108">
            <a:extLst>
              <a:ext uri="{FF2B5EF4-FFF2-40B4-BE49-F238E27FC236}">
                <ns2:creationId id="{434E3F1B-7FA3-49C3-9BEE-F2658C49B9D6}"/>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109">
            <a:extLst>
              <a:ext uri="{FF2B5EF4-FFF2-40B4-BE49-F238E27FC236}">
                <ns2:creationId id="{E860DD94-B683-422A-AD56-694EFB70D28B}"/>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110">
            <a:extLst>
              <a:ext uri="{FF2B5EF4-FFF2-40B4-BE49-F238E27FC236}">
                <ns2:creationId id="{5D7FD5AD-FB6E-49C5-8C26-3A2C07CA49A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DP4 object 111">
            <a:extLst>
              <a:ext uri="{FF2B5EF4-FFF2-40B4-BE49-F238E27FC236}">
                <ns2:creationId id="{FF531FEA-DA9A-411C-A2A6-2C2BEB894C01}"/>
              </a:ext>
            </a:extLst>
          </p:cNvPr>
          <p:cNvSpPr>
            <a:spLocks noGrp="1"/>
          </p:cNvSpPr>
          <p:nvPr/>
        </p:nvSpPr>
        <p:spPr>
          <a:xfrm>
            <a:off x="12944475" y="3895725"/>
            <a:ext cx="2295525" cy="3048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필수 조건은 VIA가 명시</a:t>
            </a:r>
            <a:endParaRPr lang="ko-KR">
              <a:latin typeface="Calibri"/>
              <a:ea typeface="Calibri"/>
              <a:cs typeface="Calibri"/>
            </a:endParaRPr>
          </a:p>
        </p:txBody>
      </p:sp>
      <p:sp>
        <p:nvSpPr>
          <p:cNvPr id="108" name="Editable path 112">
            <a:extLst>
              <a:ext uri="{FF2B5EF4-FFF2-40B4-BE49-F238E27FC236}">
                <ns2:creationId id="{A487B9F3-6535-42F8-A077-03F92BAC1A86}"/>
              </a:ext>
            </a:extLst>
          </p:cNvPr>
          <p:cNvSpPr>
            <a:spLocks noGrp="1"/>
          </p:cNvSpPr>
          <p:nvPr/>
        </p:nvSpPr>
        <p:spPr>
          <a:xfrm>
            <a:off x="14087475" y="3781425"/>
            <a:ext cx="953" cy="95250"/>
          </a:xfrm>
          <a:custGeom>
            <a:pathLst>
              <a:path w="953" h="95250">
                <a:moveTo>
                  <a:pt x="0" y="0"/>
                </a:moveTo>
                <a:lnTo>
                  <a:pt x="0" y="95250"/>
                </a:lnTo>
              </a:path>
            </a:pathLst>
          </a:custGeom>
          <a:noFill/>
          <a:ln w="19050">
            <a:solidFill>
              <a:srgbClr val="111111"/>
            </a:solidFill>
            <a:prstDash val="solid"/>
          </a:ln>
        </p:spPr>
      </p:sp>
      <p:sp>
        <p:nvSpPr>
          <p:cNvPr id="109" name="Editable arrowhead 113">
            <a:extLst>
              <a:ext uri="{FF2B5EF4-FFF2-40B4-BE49-F238E27FC236}">
                <ns2:creationId id="{A1C647DE-2962-4004-8775-B96FF4800FD4}"/>
              </a:ext>
            </a:extLst>
          </p:cNvPr>
          <p:cNvSpPr>
            <a:spLocks noGrp="1"/>
          </p:cNvSpPr>
          <p:nvPr/>
        </p:nvSpPr>
        <p:spPr>
          <a:xfrm>
            <a:off x="14039850" y="37814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0" name="Editable path 114">
            <a:extLst>
              <a:ext uri="{FF2B5EF4-FFF2-40B4-BE49-F238E27FC236}">
                <ns2:creationId id="{25EB0D0A-27F8-46E8-8CC7-AD458E6E8B7D}"/>
              </a:ext>
            </a:extLst>
          </p:cNvPr>
          <p:cNvSpPr>
            <a:spLocks noGrp="1"/>
          </p:cNvSpPr>
          <p:nvPr/>
        </p:nvSpPr>
        <p:spPr>
          <a:xfrm>
            <a:off x="14087475" y="4210050"/>
            <a:ext cx="953" cy="142875"/>
          </a:xfrm>
          <a:custGeom>
            <a:pathLst>
              <a:path w="953" h="142875">
                <a:moveTo>
                  <a:pt x="0" y="0"/>
                </a:moveTo>
                <a:lnTo>
                  <a:pt x="0" y="142875"/>
                </a:lnTo>
              </a:path>
            </a:pathLst>
          </a:custGeom>
          <a:noFill/>
          <a:ln w="19050">
            <a:solidFill>
              <a:srgbClr val="111111"/>
            </a:solidFill>
            <a:prstDash val="solid"/>
          </a:ln>
        </p:spPr>
      </p:sp>
      <p:sp>
        <p:nvSpPr>
          <p:cNvPr id="111" name="Editable arrowhead 115">
            <a:extLst>
              <a:ext uri="{FF2B5EF4-FFF2-40B4-BE49-F238E27FC236}">
                <ns2:creationId id="{4DBEB542-D67E-47F2-9A56-9F170F601184}"/>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2" name="manifest / 필수 조건·참조">
            <a:extLst>
              <a:ext uri="{FF2B5EF4-FFF2-40B4-BE49-F238E27FC236}">
                <ns2:creationId id="{3E9F1723-A4ED-4EB2-A0D9-533CFCAFB145}"/>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3" name="DP4 object 116">
            <a:extLst>
              <a:ext uri="{FF2B5EF4-FFF2-40B4-BE49-F238E27FC236}">
                <ns2:creationId id="{E5F455BD-6395-47B1-A965-FD305589F23E}"/>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4" name="요청 범위 읽기 제공&#10;권한·판본·철회 검사">
            <a:extLst>
              <a:ext uri="{FF2B5EF4-FFF2-40B4-BE49-F238E27FC236}">
                <ns2:creationId id="{1B6BCD5A-B020-4455-96AB-B0F90C81CFE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5" name="DP4 object 117">
            <a:extLst>
              <a:ext uri="{FF2B5EF4-FFF2-40B4-BE49-F238E27FC236}">
                <ns2:creationId id="{D4DF40EA-8B0A-456C-AF91-AC993B4ECAE7}"/>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6" name="lease / read receipt">
            <a:extLst>
              <a:ext uri="{FF2B5EF4-FFF2-40B4-BE49-F238E27FC236}">
                <ns2:creationId id="{252E1E0C-290D-4345-9A3E-10FC95D614DC}"/>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7" name="DP4 object 118">
            <a:extLst>
              <a:ext uri="{FF2B5EF4-FFF2-40B4-BE49-F238E27FC236}">
                <ns2:creationId id="{E4BE1A39-4B93-409C-B812-7EFF29500CCC}"/>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8" name="Editable path 119">
            <a:extLst>
              <a:ext uri="{FF2B5EF4-FFF2-40B4-BE49-F238E27FC236}">
                <ns2:creationId id="{E075E9C7-D157-4F4F-80C4-A8CA5B0EA6EF}"/>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19" name="Editable arrowhead 120">
            <a:extLst>
              <a:ext uri="{FF2B5EF4-FFF2-40B4-BE49-F238E27FC236}">
                <ns2:creationId id="{6028DB85-2F79-49F9-A934-9B2EA132BB83}"/>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0" name="Task Manager&#10;명령 확정">
            <a:extLst>
              <a:ext uri="{FF2B5EF4-FFF2-40B4-BE49-F238E27FC236}">
                <ns2:creationId id="{F99D410E-6F49-49F2-9108-423D70B74750}"/>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1" name="DP4 object 121">
            <a:extLst>
              <a:ext uri="{FF2B5EF4-FFF2-40B4-BE49-F238E27FC236}">
                <ns2:creationId id="{4F763AF2-9213-4F3F-B548-14799E1DD1D7}"/>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2" name="Agent Gateway&#10;전송 / READ 연결">
            <a:extLst>
              <a:ext uri="{FF2B5EF4-FFF2-40B4-BE49-F238E27FC236}">
                <ns2:creationId id="{A730CCCE-411C-485D-8E74-29CAE3D9F092}"/>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3" name="DP4 object 122">
            <a:extLst>
              <a:ext uri="{FF2B5EF4-FFF2-40B4-BE49-F238E27FC236}">
                <ns2:creationId id="{214EE4A5-BEB6-4221-94B3-8CE79C31F1C0}"/>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4" name="Editable path 123">
            <a:extLst>
              <a:ext uri="{FF2B5EF4-FFF2-40B4-BE49-F238E27FC236}">
                <ns2:creationId id="{BCBABF1F-6195-4659-B7BA-75421981BA51}"/>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5" name="Editable arrowhead 124">
            <a:extLst>
              <a:ext uri="{FF2B5EF4-FFF2-40B4-BE49-F238E27FC236}">
                <ns2:creationId id="{96F0032C-95E1-4246-A96C-2A9D19C890DB}"/>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6" name="Editable path 125">
            <a:extLst>
              <a:ext uri="{FF2B5EF4-FFF2-40B4-BE49-F238E27FC236}">
                <ns2:creationId id="{A9987779-9C87-40B4-8ABD-D2B312133C61}"/>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7" name="Editable arrowhead 126">
            <a:extLst>
              <a:ext uri="{FF2B5EF4-FFF2-40B4-BE49-F238E27FC236}">
                <ns2:creationId id="{D5FE99E4-4BA8-43FC-9F56-EEB8916ED748}"/>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8" name="외부 Downstream Agent&#10;상세 범위를 선택·요청">
            <a:extLst>
              <a:ext uri="{FF2B5EF4-FFF2-40B4-BE49-F238E27FC236}">
                <ns2:creationId id="{5649B4C9-1F1E-4B88-9CC6-9FD44E68331A}"/>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29" name="DP4 object 127">
            <a:extLst>
              <a:ext uri="{FF2B5EF4-FFF2-40B4-BE49-F238E27FC236}">
                <ns2:creationId id="{EC796463-1765-4E0F-83A5-F40BE06E70BA}"/>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0" name="Editable path 128">
            <a:extLst>
              <a:ext uri="{FF2B5EF4-FFF2-40B4-BE49-F238E27FC236}">
                <ns2:creationId id="{3F90862D-B177-4B7F-AA4F-9115744C53A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1" name="Editable arrowhead 129">
            <a:extLst>
              <a:ext uri="{FF2B5EF4-FFF2-40B4-BE49-F238E27FC236}">
                <ns2:creationId id="{5436F16E-87AD-42AD-A3C1-709F4E08F9D5}"/>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2" name="Editable path 130">
            <a:extLst>
              <a:ext uri="{FF2B5EF4-FFF2-40B4-BE49-F238E27FC236}">
                <ns2:creationId id="{D925FCF3-732D-4210-BFF1-045064F23B5C}"/>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3" name="Editable arrowhead 131">
            <a:extLst>
              <a:ext uri="{FF2B5EF4-FFF2-40B4-BE49-F238E27FC236}">
                <ns2:creationId id="{38103500-3E38-455A-BF0E-A20A50A2786B}"/>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4" name="Editable path 132">
            <a:extLst>
              <a:ext uri="{FF2B5EF4-FFF2-40B4-BE49-F238E27FC236}">
                <ns2:creationId id="{71060A5E-E41D-4DEE-929C-9567DDA7C882}"/>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5" name="Editable arrowhead 133">
            <a:extLst>
              <a:ext uri="{FF2B5EF4-FFF2-40B4-BE49-F238E27FC236}">
                <ns2:creationId id="{99D217B2-BEF9-4495-9706-FB517A2F0773}"/>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6" name="Editable path 134">
            <a:extLst>
              <a:ext uri="{FF2B5EF4-FFF2-40B4-BE49-F238E27FC236}">
                <ns2:creationId id="{30F188BD-62DD-4CF1-B62B-155E14B4ADB0}"/>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7" name="Editable arrowhead 135">
            <a:extLst>
              <a:ext uri="{FF2B5EF4-FFF2-40B4-BE49-F238E27FC236}">
                <ns2:creationId id="{7023C169-86F4-4ED7-B2A7-2F77F3A6672D}"/>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8" name="DP4 object 136">
            <a:extLst>
              <a:ext uri="{FF2B5EF4-FFF2-40B4-BE49-F238E27FC236}">
                <ns2:creationId id="{C2FDD738-3994-4927-95C4-2F4CAE8FC4A7}"/>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39" name="DP4 object 137">
            <a:extLst>
              <a:ext uri="{FF2B5EF4-FFF2-40B4-BE49-F238E27FC236}">
                <ns2:creationId id="{E0325CF6-C44F-445A-AB5A-A017CC954CFD}"/>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0" name="DP4 object 138">
            <a:extLst>
              <a:ext uri="{FF2B5EF4-FFF2-40B4-BE49-F238E27FC236}">
                <ns2:creationId id="{917826FB-1C30-4D2D-9CFA-E7096C8EFF49}"/>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1" name="DP4 object 139">
            <a:extLst>
              <a:ext uri="{FF2B5EF4-FFF2-40B4-BE49-F238E27FC236}">
                <ns2:creationId id="{BF9D11C2-EF25-4120-852E-78EB8E4F897D}"/>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2" name="DP4 object 140">
            <a:extLst>
              <a:ext uri="{FF2B5EF4-FFF2-40B4-BE49-F238E27FC236}">
                <ns2:creationId id="{88B2A66C-B6A0-4FFD-A325-89557A1D2887}"/>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3" name="DP4 object 141">
            <a:extLst>
              <a:ext uri="{FF2B5EF4-FFF2-40B4-BE49-F238E27FC236}">
                <ns2:creationId id="{97B0AE87-69AC-46F2-9968-F7F066C30331}"/>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4" name="DP4 object 142">
            <a:extLst>
              <a:ext uri="{FF2B5EF4-FFF2-40B4-BE49-F238E27FC236}">
                <ns2:creationId id="{3DAE5C0A-648F-47C2-829A-FC5E31CEB693}"/>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21</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146">
            <a:extLst>
              <a:ext uri="{FF2B5EF4-FFF2-40B4-BE49-F238E27FC236}">
                <ns2:creationId id="{7105B92E-B971-4669-801A-2D34B5CC0542}"/>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148">
            <a:extLst>
              <a:ext uri="{FF2B5EF4-FFF2-40B4-BE49-F238E27FC236}">
                <ns2:creationId id="{7F816627-FA6C-4276-932D-78FBCC49EC4F}"/>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149">
            <a:extLst>
              <a:ext uri="{FF2B5EF4-FFF2-40B4-BE49-F238E27FC236}">
                <ns2:creationId id="{FAABC3B1-2CBC-4F28-A22A-357F2DAE7578}"/>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152">
            <a:extLst>
              <a:ext uri="{FF2B5EF4-FFF2-40B4-BE49-F238E27FC236}">
                <ns2:creationId id="{1E49D424-C8EC-4E8D-AC5E-71A78C64063B}"/>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AA016205-6C21-43F8-ABE3-D78A9749F54A}"/>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153">
            <a:extLst>
              <a:ext uri="{FF2B5EF4-FFF2-40B4-BE49-F238E27FC236}">
                <ns2:creationId id="{78F69DE5-32CB-4F56-A7D3-08797189EFB9}"/>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5EDEF16B-84C7-45DF-A3AC-CEC76950704E}"/>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154">
            <a:extLst>
              <a:ext uri="{FF2B5EF4-FFF2-40B4-BE49-F238E27FC236}">
                <ns2:creationId id="{30A3D63E-7636-446F-B9C5-BBA209C9F2F0}"/>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155">
            <a:extLst>
              <a:ext uri="{FF2B5EF4-FFF2-40B4-BE49-F238E27FC236}">
                <ns2:creationId id="{54C94380-252B-487C-A1C7-0C115A3092A7}"/>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56F5E35-3194-45A7-8958-8F18B9D65D81}"/>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156">
            <a:extLst>
              <a:ext uri="{FF2B5EF4-FFF2-40B4-BE49-F238E27FC236}">
                <ns2:creationId id="{8E9208DB-509C-46C5-B40F-001BDAD44BDC}"/>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9210D350-4B7C-48A1-AA07-0E005BC96CF3}"/>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157">
            <a:extLst>
              <a:ext uri="{FF2B5EF4-FFF2-40B4-BE49-F238E27FC236}">
                <ns2:creationId id="{068AF149-5E2A-4FAE-9AE3-421F8477D51E}"/>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158">
            <a:extLst>
              <a:ext uri="{FF2B5EF4-FFF2-40B4-BE49-F238E27FC236}">
                <ns2:creationId id="{0F45CBB0-DF4A-4A1A-9964-46D5A6FD3963}"/>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159">
            <a:extLst>
              <a:ext uri="{FF2B5EF4-FFF2-40B4-BE49-F238E27FC236}">
                <ns2:creationId id="{8ABAEB8C-CFDF-415A-8496-453682B6B2D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160">
            <a:extLst>
              <a:ext uri="{FF2B5EF4-FFF2-40B4-BE49-F238E27FC236}">
                <ns2:creationId id="{EAE4E4FC-CA51-4F03-BF62-EB4237F0DCCD}"/>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161">
            <a:extLst>
              <a:ext uri="{FF2B5EF4-FFF2-40B4-BE49-F238E27FC236}">
                <ns2:creationId id="{A9950A3E-23F8-4F43-9A9E-E2FCE40085B3}"/>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F3DA88A2-C00C-4FE8-8F1B-36AC18869636}"/>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162">
            <a:extLst>
              <a:ext uri="{FF2B5EF4-FFF2-40B4-BE49-F238E27FC236}">
                <ns2:creationId id="{7A2481BA-EA3A-4503-A1BC-2E3731C82C2A}"/>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163">
            <a:extLst>
              <a:ext uri="{FF2B5EF4-FFF2-40B4-BE49-F238E27FC236}">
                <ns2:creationId id="{EDBEC471-87A1-4350-A815-184E077D9DC7}"/>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164">
            <a:extLst>
              <a:ext uri="{FF2B5EF4-FFF2-40B4-BE49-F238E27FC236}">
                <ns2:creationId id="{EAE7CC5D-870C-4D41-9858-57D81C09806D}"/>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165">
            <a:extLst>
              <a:ext uri="{FF2B5EF4-FFF2-40B4-BE49-F238E27FC236}">
                <ns2:creationId id="{04D4CB53-61A0-43E3-AAF0-E872543242B9}"/>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166">
            <a:extLst>
              <a:ext uri="{FF2B5EF4-FFF2-40B4-BE49-F238E27FC236}">
                <ns2:creationId id="{426F84BC-6C2D-45FC-A8AB-E2B37F2930C9}"/>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167">
            <a:extLst>
              <a:ext uri="{FF2B5EF4-FFF2-40B4-BE49-F238E27FC236}">
                <ns2:creationId id="{EE9528ED-510F-44D5-9178-B59122AFB164}"/>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168">
            <a:extLst>
              <a:ext uri="{FF2B5EF4-FFF2-40B4-BE49-F238E27FC236}">
                <ns2:creationId id="{FDB593A7-8A72-42AA-89A3-3E73A4BA0E5B}"/>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28A3D086-9956-4F6C-B903-3428A739994A}"/>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169">
            <a:extLst>
              <a:ext uri="{FF2B5EF4-FFF2-40B4-BE49-F238E27FC236}">
                <ns2:creationId id="{768D6D8B-CB7A-4232-A20D-331B4D93822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955387D3-CB6B-42CC-A4BB-126EEB26BA11}"/>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170">
            <a:extLst>
              <a:ext uri="{FF2B5EF4-FFF2-40B4-BE49-F238E27FC236}">
                <ns2:creationId id="{0A62B0AE-6BC6-45D5-9B4B-1AFFDD9C1454}"/>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2CC5898F-6720-47A2-8574-32BB91C715CD}"/>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171">
            <a:extLst>
              <a:ext uri="{FF2B5EF4-FFF2-40B4-BE49-F238E27FC236}">
                <ns2:creationId id="{07CBCF95-7752-4226-835A-93B61B321C74}"/>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172">
            <a:extLst>
              <a:ext uri="{FF2B5EF4-FFF2-40B4-BE49-F238E27FC236}">
                <ns2:creationId id="{16D42035-9194-421B-9AC9-AFFDB29A2A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173">
            <a:extLst>
              <a:ext uri="{FF2B5EF4-FFF2-40B4-BE49-F238E27FC236}">
                <ns2:creationId id="{D89B1479-63F1-4FF4-9CFF-9AFECE1E8A46}"/>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174">
            <a:extLst>
              <a:ext uri="{FF2B5EF4-FFF2-40B4-BE49-F238E27FC236}">
                <ns2:creationId id="{0C8EA42F-B62A-412E-A6F5-1868D04EDA2D}"/>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175">
            <a:extLst>
              <a:ext uri="{FF2B5EF4-FFF2-40B4-BE49-F238E27FC236}">
                <ns2:creationId id="{151A0AB1-319F-48E2-91D9-576CDA1660C9}"/>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176">
            <a:extLst>
              <a:ext uri="{FF2B5EF4-FFF2-40B4-BE49-F238E27FC236}">
                <ns2:creationId id="{68BA1801-2E96-4ED3-A02F-7533BD160596}"/>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177">
            <a:extLst>
              <a:ext uri="{FF2B5EF4-FFF2-40B4-BE49-F238E27FC236}">
                <ns2:creationId id="{E026BD0E-4867-4375-9A4A-BA7ECEB7E5DD}"/>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178">
            <a:extLst>
              <a:ext uri="{FF2B5EF4-FFF2-40B4-BE49-F238E27FC236}">
                <ns2:creationId id="{BA899E7B-8927-439D-9128-850853A09E4C}"/>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167B54B7-CD9E-4FF4-9D09-AFD490A4C16C}"/>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179">
            <a:extLst>
              <a:ext uri="{FF2B5EF4-FFF2-40B4-BE49-F238E27FC236}">
                <ns2:creationId id="{CC260A6C-2007-41D4-A5F8-64641C9BC26C}"/>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CA700499-1CC1-412B-A3AA-9FB3C93070D1}"/>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180">
            <a:extLst>
              <a:ext uri="{FF2B5EF4-FFF2-40B4-BE49-F238E27FC236}">
                <ns2:creationId id="{0673C67C-0489-445D-89E8-EE068C6575B9}"/>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181">
            <a:extLst>
              <a:ext uri="{FF2B5EF4-FFF2-40B4-BE49-F238E27FC236}">
                <ns2:creationId id="{50A8EA66-1078-484B-BFD6-C7E2ABD8410E}"/>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182">
            <a:extLst>
              <a:ext uri="{FF2B5EF4-FFF2-40B4-BE49-F238E27FC236}">
                <ns2:creationId id="{140A0FDB-47AB-422D-B2F4-732E9935D5DD}"/>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84D4D33B-4227-42CE-991F-78C748FC3BEF}"/>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183">
            <a:extLst>
              <a:ext uri="{FF2B5EF4-FFF2-40B4-BE49-F238E27FC236}">
                <ns2:creationId id="{93A8E7D0-3020-484F-A1A8-40C1AAAC9FFC}"/>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38348960-AD90-4E7A-B781-A2AB9BC67DDA}"/>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184">
            <a:extLst>
              <a:ext uri="{FF2B5EF4-FFF2-40B4-BE49-F238E27FC236}">
                <ns2:creationId id="{4524323B-FAD4-458D-96ED-7468D165D7C3}"/>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185">
            <a:extLst>
              <a:ext uri="{FF2B5EF4-FFF2-40B4-BE49-F238E27FC236}">
                <ns2:creationId id="{DD0A5C16-44DC-435C-ADF3-4FD25F29A100}"/>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186">
            <a:extLst>
              <a:ext uri="{FF2B5EF4-FFF2-40B4-BE49-F238E27FC236}">
                <ns2:creationId id="{EF0AFFFD-D0E3-48D1-9695-EBCABDFE9ADA}"/>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187">
            <a:extLst>
              <a:ext uri="{FF2B5EF4-FFF2-40B4-BE49-F238E27FC236}">
                <ns2:creationId id="{A0469B87-DFA9-40A1-A481-AC096B1C1B44}"/>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188">
            <a:extLst>
              <a:ext uri="{FF2B5EF4-FFF2-40B4-BE49-F238E27FC236}">
                <ns2:creationId id="{3C799BB1-6352-4F94-992F-EBA3F086024E}"/>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D7C27BCB-D4C4-4189-BEB0-CE7DCA9BB87E}"/>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189">
            <a:extLst>
              <a:ext uri="{FF2B5EF4-FFF2-40B4-BE49-F238E27FC236}">
                <ns2:creationId id="{CC7C40E6-B83A-4F51-8F04-1E49243E4CAF}"/>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190">
            <a:extLst>
              <a:ext uri="{FF2B5EF4-FFF2-40B4-BE49-F238E27FC236}">
                <ns2:creationId id="{E73F2763-813E-4DC1-85EE-1F856E4654FD}"/>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191">
            <a:extLst>
              <a:ext uri="{FF2B5EF4-FFF2-40B4-BE49-F238E27FC236}">
                <ns2:creationId id="{7390AF11-7AA3-493C-99B9-F39EB88647D8}"/>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192">
            <a:extLst>
              <a:ext uri="{FF2B5EF4-FFF2-40B4-BE49-F238E27FC236}">
                <ns2:creationId id="{850F395E-0F67-4547-902A-9031F67DFC40}"/>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193">
            <a:extLst>
              <a:ext uri="{FF2B5EF4-FFF2-40B4-BE49-F238E27FC236}">
                <ns2:creationId id="{BBBF75AF-4F6B-4972-839B-D000F6A0C0CF}"/>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194">
            <a:extLst>
              <a:ext uri="{FF2B5EF4-FFF2-40B4-BE49-F238E27FC236}">
                <ns2:creationId id="{6840F950-2BBA-48A1-A11E-C24BD13C2A3E}"/>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195">
            <a:extLst>
              <a:ext uri="{FF2B5EF4-FFF2-40B4-BE49-F238E27FC236}">
                <ns2:creationId id="{6714BAD4-7C50-4132-8D86-59465BB3F07E}"/>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196">
            <a:extLst>
              <a:ext uri="{FF2B5EF4-FFF2-40B4-BE49-F238E27FC236}">
                <ns2:creationId id="{0C179BCC-996A-4AE6-878B-A948E96D2FB0}"/>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197">
            <a:extLst>
              <a:ext uri="{FF2B5EF4-FFF2-40B4-BE49-F238E27FC236}">
                <ns2:creationId id="{A018AEFB-4530-4EB9-A688-BE5E53B4735B}"/>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198">
            <a:extLst>
              <a:ext uri="{FF2B5EF4-FFF2-40B4-BE49-F238E27FC236}">
                <ns2:creationId id="{66C87138-5D37-413B-BB38-E897D8CC2626}"/>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199">
            <a:extLst>
              <a:ext uri="{FF2B5EF4-FFF2-40B4-BE49-F238E27FC236}">
                <ns2:creationId id="{986DC8DF-9A8F-4B0E-98F7-8E2A962D9F0D}"/>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A55A3DD5-20A1-4B20-AAD3-5A1385F73286}"/>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200">
            <a:extLst>
              <a:ext uri="{FF2B5EF4-FFF2-40B4-BE49-F238E27FC236}">
                <ns2:creationId id="{8E0EE6F2-27DD-427C-BA9A-CE1E44500817}"/>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A46B7562-375E-4736-A582-77DE1E9D41B2}"/>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201">
            <a:extLst>
              <a:ext uri="{FF2B5EF4-FFF2-40B4-BE49-F238E27FC236}">
                <ns2:creationId id="{780F5AA8-F783-4B40-9A37-1B272A24687E}"/>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F2763A9A-A4C6-4ABC-AC8C-047C2FD0B2AA}"/>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202">
            <a:extLst>
              <a:ext uri="{FF2B5EF4-FFF2-40B4-BE49-F238E27FC236}">
                <ns2:creationId id="{FA9E3803-B233-4E3A-A0BA-C69A64E63D3A}"/>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203">
            <a:extLst>
              <a:ext uri="{FF2B5EF4-FFF2-40B4-BE49-F238E27FC236}">
                <ns2:creationId id="{24B10D8E-D347-4199-832E-1E9EF111B53E}"/>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204">
            <a:extLst>
              <a:ext uri="{FF2B5EF4-FFF2-40B4-BE49-F238E27FC236}">
                <ns2:creationId id="{AEE3704F-6D21-47AD-A80C-ECEC419C9765}"/>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205">
            <a:extLst>
              <a:ext uri="{FF2B5EF4-FFF2-40B4-BE49-F238E27FC236}">
                <ns2:creationId id="{E22B61DC-01B4-4267-A7BE-1A44317AC637}"/>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206">
            <a:extLst>
              <a:ext uri="{FF2B5EF4-FFF2-40B4-BE49-F238E27FC236}">
                <ns2:creationId id="{3EAE939A-C566-43A7-BADA-6A59999E2425}"/>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207">
            <a:extLst>
              <a:ext uri="{FF2B5EF4-FFF2-40B4-BE49-F238E27FC236}">
                <ns2:creationId id="{8FD25B7B-2F5F-4281-80FD-EA4C76C2AE8B}"/>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208">
            <a:extLst>
              <a:ext uri="{FF2B5EF4-FFF2-40B4-BE49-F238E27FC236}">
                <ns2:creationId id="{84A14638-693F-4156-A27F-0C7FBE3AA657}"/>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209">
            <a:extLst>
              <a:ext uri="{FF2B5EF4-FFF2-40B4-BE49-F238E27FC236}">
                <ns2:creationId id="{49709312-969B-4C70-B7C8-B9929C7B2FD3}"/>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E02B8EBD-13ED-4118-B8D7-9454C86DDFA3}"/>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210">
            <a:extLst>
              <a:ext uri="{FF2B5EF4-FFF2-40B4-BE49-F238E27FC236}">
                <ns2:creationId id="{059FCCF1-D466-4AAA-A509-B902C841DB79}"/>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74B5D18A-7283-4AFC-A77C-4F98763CA021}"/>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211">
            <a:extLst>
              <a:ext uri="{FF2B5EF4-FFF2-40B4-BE49-F238E27FC236}">
                <ns2:creationId id="{BB51AB20-2B5B-4506-8197-D80229658D82}"/>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212">
            <a:extLst>
              <a:ext uri="{FF2B5EF4-FFF2-40B4-BE49-F238E27FC236}">
                <ns2:creationId id="{AB9938A0-9A3F-46EA-BFB6-B5B4FF4D8FE5}"/>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B0164B6A-B0C7-4EF7-96F3-F86F6576E8E2}"/>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213">
            <a:extLst>
              <a:ext uri="{FF2B5EF4-FFF2-40B4-BE49-F238E27FC236}">
                <ns2:creationId id="{D0179FFE-DB88-4E9E-8E17-0A086A6A5487}"/>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214">
            <a:extLst>
              <a:ext uri="{FF2B5EF4-FFF2-40B4-BE49-F238E27FC236}">
                <ns2:creationId id="{F71CD451-987E-49EF-8C57-29B98F1B1E2D}"/>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215">
            <a:extLst>
              <a:ext uri="{FF2B5EF4-FFF2-40B4-BE49-F238E27FC236}">
                <ns2:creationId id="{65344DC4-DC2F-4F82-AB3D-17356CE48EB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C1 사전 확보한 조건 원문 첨부">
            <a:extLst>
              <a:ext uri="{FF2B5EF4-FFF2-40B4-BE49-F238E27FC236}">
                <ns2:creationId id="{78FBB77F-DAD4-488E-A5EC-E5AFAF4B8E10}"/>
              </a:ext>
            </a:extLst>
          </p:cNvPr>
          <p:cNvSpPr>
            <a:spLocks noGrp="1"/>
          </p:cNvSpPr>
          <p:nvPr/>
        </p:nvSpPr>
        <p:spPr>
          <a:xfrm>
            <a:off x="12944475" y="3886200"/>
            <a:ext cx="2295525" cy="352425"/>
          </a:xfrm>
          <a:prstGeom prst="rect">
            <a:avLst/>
          </a:prstGeom>
          <a:solidFill>
            <a:srgbClr val="F1F6FC"/>
          </a:solidFill>
          <a:ln w="28575">
            <a:solidFill>
              <a:srgbClr val="4676CB"/>
            </a:solidFill>
            <a:prstDash val="solid"/>
          </a:ln>
        </p:spPr>
      </p:sp>
      <p:sp>
        <p:nvSpPr>
          <p:cNvPr id="108" name="DP4 object 216">
            <a:extLst>
              <a:ext uri="{FF2B5EF4-FFF2-40B4-BE49-F238E27FC236}">
                <ns2:creationId id="{5F5620A8-9B54-4CEC-A4FA-FE71981467B8}"/>
              </a:ext>
            </a:extLst>
          </p:cNvPr>
          <p:cNvSpPr>
            <a:spLocks noGrp="1"/>
          </p:cNvSpPr>
          <p:nvPr/>
        </p:nvSpPr>
        <p:spPr>
          <a:xfrm>
            <a:off x="13011150" y="3924300"/>
            <a:ext cx="2162175" cy="2762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C1 사전 확보한 조건 원문 첨부</a:t>
            </a:r>
            <a:endParaRPr lang="ko-KR">
              <a:latin typeface="Calibri"/>
              <a:ea typeface="Calibri"/>
              <a:cs typeface="Calibri"/>
            </a:endParaRPr>
          </a:p>
        </p:txBody>
      </p:sp>
      <p:sp>
        <p:nvSpPr>
          <p:cNvPr id="109" name="Editable path 217">
            <a:extLst>
              <a:ext uri="{FF2B5EF4-FFF2-40B4-BE49-F238E27FC236}">
                <ns2:creationId id="{86A33002-2E8A-4F75-912C-8115A106B897}"/>
              </a:ext>
            </a:extLst>
          </p:cNvPr>
          <p:cNvSpPr>
            <a:spLocks noGrp="1"/>
          </p:cNvSpPr>
          <p:nvPr/>
        </p:nvSpPr>
        <p:spPr>
          <a:xfrm>
            <a:off x="14087475" y="3781425"/>
            <a:ext cx="953" cy="104775"/>
          </a:xfrm>
          <a:custGeom>
            <a:pathLst>
              <a:path w="953" h="104775">
                <a:moveTo>
                  <a:pt x="0" y="0"/>
                </a:moveTo>
                <a:lnTo>
                  <a:pt x="0" y="104775"/>
                </a:lnTo>
              </a:path>
            </a:pathLst>
          </a:custGeom>
          <a:noFill/>
          <a:ln w="19050">
            <a:solidFill>
              <a:srgbClr val="4676CB"/>
            </a:solidFill>
            <a:prstDash val="solid"/>
          </a:ln>
        </p:spPr>
      </p:sp>
      <p:sp>
        <p:nvSpPr>
          <p:cNvPr id="110" name="Editable arrowhead 218">
            <a:extLst>
              <a:ext uri="{FF2B5EF4-FFF2-40B4-BE49-F238E27FC236}">
                <ns2:creationId id="{A8788143-5CDD-48CE-8B87-BD018CAFDE42}"/>
              </a:ext>
            </a:extLst>
          </p:cNvPr>
          <p:cNvSpPr>
            <a:spLocks noGrp="1"/>
          </p:cNvSpPr>
          <p:nvPr/>
        </p:nvSpPr>
        <p:spPr>
          <a:xfrm>
            <a:off x="14039850" y="37909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1" name="Editable path 219">
            <a:extLst>
              <a:ext uri="{FF2B5EF4-FFF2-40B4-BE49-F238E27FC236}">
                <ns2:creationId id="{2565EED4-838C-4D76-BAFB-AC5A92D9B0BC}"/>
              </a:ext>
            </a:extLst>
          </p:cNvPr>
          <p:cNvSpPr>
            <a:spLocks noGrp="1"/>
          </p:cNvSpPr>
          <p:nvPr/>
        </p:nvSpPr>
        <p:spPr>
          <a:xfrm>
            <a:off x="14087475" y="4238625"/>
            <a:ext cx="953" cy="114300"/>
          </a:xfrm>
          <a:custGeom>
            <a:pathLst>
              <a:path w="953" h="114300">
                <a:moveTo>
                  <a:pt x="0" y="0"/>
                </a:moveTo>
                <a:lnTo>
                  <a:pt x="0" y="114300"/>
                </a:lnTo>
              </a:path>
            </a:pathLst>
          </a:custGeom>
          <a:noFill/>
          <a:ln w="19050">
            <a:solidFill>
              <a:srgbClr val="4676CB"/>
            </a:solidFill>
            <a:prstDash val="solid"/>
          </a:ln>
        </p:spPr>
      </p:sp>
      <p:sp>
        <p:nvSpPr>
          <p:cNvPr id="112" name="Editable arrowhead 220">
            <a:extLst>
              <a:ext uri="{FF2B5EF4-FFF2-40B4-BE49-F238E27FC236}">
                <ns2:creationId id="{E220A34C-7969-4F69-B407-53C6EF4A82FF}"/>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3" name="manifest / 필수 조건·참조">
            <a:extLst>
              <a:ext uri="{FF2B5EF4-FFF2-40B4-BE49-F238E27FC236}">
                <ns2:creationId id="{A8DBF9B1-E143-4A0F-B68E-2F56A8F8E30A}"/>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4" name="DP4 object 221">
            <a:extLst>
              <a:ext uri="{FF2B5EF4-FFF2-40B4-BE49-F238E27FC236}">
                <ns2:creationId id="{AD0AFF2E-1D15-452F-B7E2-47B845A9B3E0}"/>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5" name="요청 범위 읽기 제공&#10;권한·판본·철회 검사">
            <a:extLst>
              <a:ext uri="{FF2B5EF4-FFF2-40B4-BE49-F238E27FC236}">
                <ns2:creationId id="{1F0847A7-5953-4CED-9D1F-B4F3CC39689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6" name="DP4 object 222">
            <a:extLst>
              <a:ext uri="{FF2B5EF4-FFF2-40B4-BE49-F238E27FC236}">
                <ns2:creationId id="{A5F3AAB9-0057-4B66-84A3-E8DB7E1F39D4}"/>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7" name="lease / read receipt">
            <a:extLst>
              <a:ext uri="{FF2B5EF4-FFF2-40B4-BE49-F238E27FC236}">
                <ns2:creationId id="{4BCAB946-B3B1-4B2D-A69C-9125710481A8}"/>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8" name="DP4 object 223">
            <a:extLst>
              <a:ext uri="{FF2B5EF4-FFF2-40B4-BE49-F238E27FC236}">
                <ns2:creationId id="{72134805-90E4-4018-AAC6-06DFDBCF6CC8}"/>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9" name="Editable path 224">
            <a:extLst>
              <a:ext uri="{FF2B5EF4-FFF2-40B4-BE49-F238E27FC236}">
                <ns2:creationId id="{553A9677-7E89-40B1-8E2F-D1F8A7AEADA6}"/>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20" name="Editable arrowhead 225">
            <a:extLst>
              <a:ext uri="{FF2B5EF4-FFF2-40B4-BE49-F238E27FC236}">
                <ns2:creationId id="{2A2CC283-8BC4-4B55-B5D9-6398E4C1EAAA}"/>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Task Manager&#10;명령 확정">
            <a:extLst>
              <a:ext uri="{FF2B5EF4-FFF2-40B4-BE49-F238E27FC236}">
                <ns2:creationId id="{EFF79F6D-CCB6-4DFB-B271-26D0AD101A8B}"/>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2" name="DP4 object 226">
            <a:extLst>
              <a:ext uri="{FF2B5EF4-FFF2-40B4-BE49-F238E27FC236}">
                <ns2:creationId id="{054CC80D-71CF-45A1-8FA3-8EE96A000CBE}"/>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3" name="Agent Gateway&#10;전송 / READ 연결">
            <a:extLst>
              <a:ext uri="{FF2B5EF4-FFF2-40B4-BE49-F238E27FC236}">
                <ns2:creationId id="{C306AC54-C33E-4DF4-B406-08619E0C64FB}"/>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4" name="DP4 object 227">
            <a:extLst>
              <a:ext uri="{FF2B5EF4-FFF2-40B4-BE49-F238E27FC236}">
                <ns2:creationId id="{E22564CF-C8BE-431D-9567-29C0D0983415}"/>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5" name="Editable path 228">
            <a:extLst>
              <a:ext uri="{FF2B5EF4-FFF2-40B4-BE49-F238E27FC236}">
                <ns2:creationId id="{7383F279-5292-417E-AD9C-E0B9C30C5FB6}"/>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6" name="Editable arrowhead 229">
            <a:extLst>
              <a:ext uri="{FF2B5EF4-FFF2-40B4-BE49-F238E27FC236}">
                <ns2:creationId id="{D3ED9552-CCCA-40D6-9DC3-32A46E16EAC6}"/>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7" name="Editable path 230">
            <a:extLst>
              <a:ext uri="{FF2B5EF4-FFF2-40B4-BE49-F238E27FC236}">
                <ns2:creationId id="{16EFDA7E-1938-420B-826F-8E5693ADDE77}"/>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8" name="Editable arrowhead 231">
            <a:extLst>
              <a:ext uri="{FF2B5EF4-FFF2-40B4-BE49-F238E27FC236}">
                <ns2:creationId id="{A7B7E31A-C426-47BE-AA6F-DB1B9BA09A1A}"/>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외부 Downstream Agent&#10;상세 범위를 선택·요청">
            <a:extLst>
              <a:ext uri="{FF2B5EF4-FFF2-40B4-BE49-F238E27FC236}">
                <ns2:creationId id="{B69DD3E9-B57A-4D55-A771-3CC1F69D29CB}"/>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30" name="DP4 object 232">
            <a:extLst>
              <a:ext uri="{FF2B5EF4-FFF2-40B4-BE49-F238E27FC236}">
                <ns2:creationId id="{B0B8DBEF-EC08-4E72-8478-93CEEAF8952F}"/>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1" name="Editable path 233">
            <a:extLst>
              <a:ext uri="{FF2B5EF4-FFF2-40B4-BE49-F238E27FC236}">
                <ns2:creationId id="{A280DBD5-16C7-4BA3-BD99-DE1FBE81452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2" name="Editable arrowhead 234">
            <a:extLst>
              <a:ext uri="{FF2B5EF4-FFF2-40B4-BE49-F238E27FC236}">
                <ns2:creationId id="{467F0F4B-1BD9-4AB4-BA59-5262FD463028}"/>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3" name="Editable path 235">
            <a:extLst>
              <a:ext uri="{FF2B5EF4-FFF2-40B4-BE49-F238E27FC236}">
                <ns2:creationId id="{BA01E605-C2E3-476C-B749-AEBA5BB91309}"/>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4" name="Editable arrowhead 236">
            <a:extLst>
              <a:ext uri="{FF2B5EF4-FFF2-40B4-BE49-F238E27FC236}">
                <ns2:creationId id="{B63D6494-4F3D-416C-8EF7-5A87F19F08D3}"/>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5" name="Editable path 237">
            <a:extLst>
              <a:ext uri="{FF2B5EF4-FFF2-40B4-BE49-F238E27FC236}">
                <ns2:creationId id="{93F36A87-C4C2-402A-A163-9C29822FBAFE}"/>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6" name="Editable arrowhead 238">
            <a:extLst>
              <a:ext uri="{FF2B5EF4-FFF2-40B4-BE49-F238E27FC236}">
                <ns2:creationId id="{0622CE43-ADA9-411E-A0A7-68DEA97E8485}"/>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Editable path 239">
            <a:extLst>
              <a:ext uri="{FF2B5EF4-FFF2-40B4-BE49-F238E27FC236}">
                <ns2:creationId id="{B7553546-C2FD-4CED-80C3-2932D27427C6}"/>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8" name="Editable arrowhead 240">
            <a:extLst>
              <a:ext uri="{FF2B5EF4-FFF2-40B4-BE49-F238E27FC236}">
                <ns2:creationId id="{C6DB78FD-722A-4E93-8C2D-9F29093069F4}"/>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9" name="DP4 object 241">
            <a:extLst>
              <a:ext uri="{FF2B5EF4-FFF2-40B4-BE49-F238E27FC236}">
                <ns2:creationId id="{CBE08998-9851-46A6-8491-943A38C84824}"/>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40" name="DP4 object 242">
            <a:extLst>
              <a:ext uri="{FF2B5EF4-FFF2-40B4-BE49-F238E27FC236}">
                <ns2:creationId id="{95454BB1-0522-44EA-9E76-E4350B9208DE}"/>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1" name="DP4 object 243">
            <a:extLst>
              <a:ext uri="{FF2B5EF4-FFF2-40B4-BE49-F238E27FC236}">
                <ns2:creationId id="{8668EA05-43AE-4512-898C-E4459777CF84}"/>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2" name="DP4 object 244">
            <a:extLst>
              <a:ext uri="{FF2B5EF4-FFF2-40B4-BE49-F238E27FC236}">
                <ns2:creationId id="{8D3EE012-E00F-4ABF-96C6-E885D2297D35}"/>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3" name="DP4 object 245">
            <a:extLst>
              <a:ext uri="{FF2B5EF4-FFF2-40B4-BE49-F238E27FC236}">
                <ns2:creationId id="{B11FF47A-F166-4527-9B74-1C145CECF145}"/>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4" name="DP4 object 246">
            <a:extLst>
              <a:ext uri="{FF2B5EF4-FFF2-40B4-BE49-F238E27FC236}">
                <ns2:creationId id="{46094A18-D28F-4208-8851-6161D2829192}"/>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5" name="DP4 object 247">
            <a:extLst>
              <a:ext uri="{FF2B5EF4-FFF2-40B4-BE49-F238E27FC236}">
                <ns2:creationId id="{36CAFF94-6A1A-4F9B-9549-5AE3BDF87D1C}"/>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17 / 21</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sp>
      <p:sp>
        <p:nvSpPr>
          <p:cNvPr id="18" name="DP4 object 254">
            <a:extLst>
              <a:ext uri="{FF2B5EF4-FFF2-40B4-BE49-F238E27FC236}">
                <ns2:creationId id="{DEC7E523-F1C7-46C7-B421-1DB7F4E488EC}"/>
              </a:ext>
            </a:extLst>
          </p:cNvPr>
          <p:cNvSpPr>
            <a:spLocks noGrp="1"/>
          </p:cNvSpPr>
          <p:nvPr/>
        </p:nvSpPr>
        <p:spPr>
          <a:xfrm>
            <a:off x="400050" y="2247900"/>
            <a:ext cx="5295900" cy="3905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19" name="채택 조건의 원문·source refs&#10;“가격이 같으면 유지보수 기간 우선”">
            <a:extLst>
              <a:ext uri="{FF2B5EF4-FFF2-40B4-BE49-F238E27FC236}">
                <ns2:creationId id="{5D90A05D-1AE7-4E0E-A77C-8CDF1E5D38C5}"/>
              </a:ext>
            </a:extLst>
          </p:cNvPr>
          <p:cNvSpPr>
            <a:spLocks noGrp="1"/>
          </p:cNvSpPr>
          <p:nvPr/>
        </p:nvSpPr>
        <p:spPr>
          <a:xfrm>
            <a:off x="571500" y="2943225"/>
            <a:ext cx="4953000" cy="838200"/>
          </a:xfrm>
          <a:prstGeom prst="can">
            <a:avLst>
              <a:gd name="adj" fmla="val 16000"/>
            </a:avLst>
          </a:prstGeom>
          <a:solidFill>
            <a:srgbClr val="FFF6DD"/>
          </a:solidFill>
          <a:ln w="17145">
            <a:solidFill>
              <a:srgbClr val="111111"/>
            </a:solidFill>
            <a:prstDash val="solid"/>
          </a:ln>
        </p:spPr>
      </p:sp>
      <p:sp>
        <p:nvSpPr>
          <p:cNvPr id="20" name="DP4 object 255">
            <a:extLst>
              <a:ext uri="{FF2B5EF4-FFF2-40B4-BE49-F238E27FC236}">
                <ns2:creationId id="{867A0BD4-B6E9-4E27-9241-B0FFF2EB84DD}"/>
              </a:ext>
            </a:extLst>
          </p:cNvPr>
          <p:cNvSpPr>
            <a:spLocks noGrp="1"/>
          </p:cNvSpPr>
          <p:nvPr/>
        </p:nvSpPr>
        <p:spPr>
          <a:xfrm>
            <a:off x="619125" y="3048000"/>
            <a:ext cx="48577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채택 조건의 원문·source refs</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 유지보수 기간 우선”</a:t>
            </a:r>
            <a:endParaRPr lang="ko-KR">
              <a:latin typeface="Calibri"/>
              <a:ea typeface="Calibri"/>
              <a:cs typeface="Calibri"/>
            </a:endParaRPr>
          </a:p>
        </p:txBody>
      </p:sp>
      <p:sp>
        <p:nvSpPr>
          <p:cNvPr id="21" name="Editable path 256">
            <a:extLst>
              <a:ext uri="{FF2B5EF4-FFF2-40B4-BE49-F238E27FC236}">
                <ns2:creationId id="{FFE9ED33-1750-456A-84BF-F77AAB76CFEB}"/>
              </a:ext>
            </a:extLst>
          </p:cNvPr>
          <p:cNvSpPr>
            <a:spLocks noGrp="1"/>
          </p:cNvSpPr>
          <p:nvPr/>
        </p:nvSpPr>
        <p:spPr>
          <a:xfrm>
            <a:off x="3048000" y="3781425"/>
            <a:ext cx="953" cy="266700"/>
          </a:xfrm>
          <a:custGeom>
            <a:pathLst>
              <a:path w="953" h="266700">
                <a:moveTo>
                  <a:pt x="0" y="0"/>
                </a:moveTo>
                <a:lnTo>
                  <a:pt x="0" y="266700"/>
                </a:lnTo>
              </a:path>
            </a:pathLst>
          </a:custGeom>
          <a:noFill/>
          <a:ln w="22860">
            <a:solidFill>
              <a:srgbClr val="4676CB"/>
            </a:solidFill>
            <a:prstDash val="solid"/>
          </a:ln>
        </p:spPr>
      </p:sp>
      <p:sp>
        <p:nvSpPr>
          <p:cNvPr id="22" name="Editable arrowhead 257">
            <a:extLst>
              <a:ext uri="{FF2B5EF4-FFF2-40B4-BE49-F238E27FC236}">
                <ns2:creationId id="{5610DD31-B6E4-4F36-BCB8-7B4134D7F775}"/>
              </a:ext>
            </a:extLst>
          </p:cNvPr>
          <p:cNvSpPr>
            <a:spLocks noGrp="1"/>
          </p:cNvSpPr>
          <p:nvPr/>
        </p:nvSpPr>
        <p:spPr>
          <a:xfrm>
            <a:off x="3000375" y="3952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3" name="Context Manager / C1&#10;다음 위임 전, 원문 1~2행 사전 읽기">
            <a:extLst>
              <a:ext uri="{FF2B5EF4-FFF2-40B4-BE49-F238E27FC236}">
                <ns2:creationId id="{87F7AB77-1E09-4C2F-94E7-821E842D0C4F}"/>
              </a:ext>
            </a:extLst>
          </p:cNvPr>
          <p:cNvSpPr>
            <a:spLocks noGrp="1"/>
          </p:cNvSpPr>
          <p:nvPr/>
        </p:nvSpPr>
        <p:spPr>
          <a:xfrm>
            <a:off x="571500" y="4048125"/>
            <a:ext cx="4953000" cy="771525"/>
          </a:xfrm>
          <a:prstGeom prst="rect">
            <a:avLst/>
          </a:prstGeom>
          <a:solidFill>
            <a:srgbClr val="F1F6FC"/>
          </a:solidFill>
          <a:ln w="28575">
            <a:solidFill>
              <a:srgbClr val="4676CB"/>
            </a:solidFill>
            <a:prstDash val="solid"/>
          </a:ln>
        </p:spPr>
      </p:sp>
      <p:sp>
        <p:nvSpPr>
          <p:cNvPr id="24" name="DP4 object 258">
            <a:extLst>
              <a:ext uri="{FF2B5EF4-FFF2-40B4-BE49-F238E27FC236}">
                <ns2:creationId id="{A79A265E-EFC2-45F0-9AAB-9E001ED900A9}"/>
              </a:ext>
            </a:extLst>
          </p:cNvPr>
          <p:cNvSpPr>
            <a:spLocks noGrp="1"/>
          </p:cNvSpPr>
          <p:nvPr/>
        </p:nvSpPr>
        <p:spPr>
          <a:xfrm>
            <a:off x="638175" y="4086225"/>
            <a:ext cx="4819650" cy="6953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Context Manager / C1</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다음 위임 전, 원문 1~2행 사전 읽기</a:t>
            </a:r>
            <a:endParaRPr lang="ko-KR">
              <a:latin typeface="Calibri"/>
              <a:ea typeface="Calibri"/>
              <a:cs typeface="Calibri"/>
            </a:endParaRPr>
          </a:p>
        </p:txBody>
      </p:sp>
      <p:sp>
        <p:nvSpPr>
          <p:cNvPr id="25" name="Editable path 259">
            <a:extLst>
              <a:ext uri="{FF2B5EF4-FFF2-40B4-BE49-F238E27FC236}">
                <ns2:creationId id="{BC29027B-6691-4881-97C2-A995475BCB03}"/>
              </a:ext>
            </a:extLst>
          </p:cNvPr>
          <p:cNvSpPr>
            <a:spLocks noGrp="1"/>
          </p:cNvSpPr>
          <p:nvPr/>
        </p:nvSpPr>
        <p:spPr>
          <a:xfrm>
            <a:off x="3048000" y="4819650"/>
            <a:ext cx="953" cy="333375"/>
          </a:xfrm>
          <a:custGeom>
            <a:pathLst>
              <a:path w="953" h="333375">
                <a:moveTo>
                  <a:pt x="0" y="0"/>
                </a:moveTo>
                <a:lnTo>
                  <a:pt x="0" y="333375"/>
                </a:lnTo>
              </a:path>
            </a:pathLst>
          </a:custGeom>
          <a:noFill/>
          <a:ln w="22860">
            <a:solidFill>
              <a:srgbClr val="4676CB"/>
            </a:solidFill>
            <a:prstDash val="solid"/>
          </a:ln>
        </p:spPr>
      </p:sp>
      <p:sp>
        <p:nvSpPr>
          <p:cNvPr id="26" name="Editable arrowhead 260">
            <a:extLst>
              <a:ext uri="{FF2B5EF4-FFF2-40B4-BE49-F238E27FC236}">
                <ns2:creationId id="{FD9A678F-B652-48CE-AF36-57A3E2AF2500}"/>
              </a:ext>
            </a:extLst>
          </p:cNvPr>
          <p:cNvSpPr>
            <a:spLocks noGrp="1"/>
          </p:cNvSpPr>
          <p:nvPr/>
        </p:nvSpPr>
        <p:spPr>
          <a:xfrm>
            <a:off x="3000375" y="50577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7" name="필수 명세에 조건 원문 첨부&#10;상세 자료는 기존 수신자 READ 유지">
            <a:extLst>
              <a:ext uri="{FF2B5EF4-FFF2-40B4-BE49-F238E27FC236}">
                <ns2:creationId id="{77027512-D97B-4E6E-9925-D88DB605C01A}"/>
              </a:ext>
            </a:extLst>
          </p:cNvPr>
          <p:cNvSpPr>
            <a:spLocks noGrp="1"/>
          </p:cNvSpPr>
          <p:nvPr/>
        </p:nvSpPr>
        <p:spPr>
          <a:xfrm>
            <a:off x="571500" y="5153025"/>
            <a:ext cx="4953000" cy="742950"/>
          </a:xfrm>
          <a:prstGeom prst="rect">
            <a:avLst/>
          </a:prstGeom>
          <a:solidFill>
            <a:srgbClr val="F1F6FC"/>
          </a:solidFill>
          <a:ln w="28575">
            <a:solidFill>
              <a:srgbClr val="4676CB"/>
            </a:solidFill>
            <a:prstDash val="solid"/>
          </a:ln>
        </p:spPr>
      </p:sp>
      <p:sp>
        <p:nvSpPr>
          <p:cNvPr id="28" name="DP4 object 261">
            <a:extLst>
              <a:ext uri="{FF2B5EF4-FFF2-40B4-BE49-F238E27FC236}">
                <ns2:creationId id="{3C740D21-223B-4EB5-AE46-72A246F8E0C6}"/>
              </a:ext>
            </a:extLst>
          </p:cNvPr>
          <p:cNvSpPr>
            <a:spLocks noGrp="1"/>
          </p:cNvSpPr>
          <p:nvPr/>
        </p:nvSpPr>
        <p:spPr>
          <a:xfrm>
            <a:off x="638175" y="5191125"/>
            <a:ext cx="4819650" cy="666750"/>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필수 명세에 조건 원문 첨부</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상세 자료는 기존 수신자 READ 유지</a:t>
            </a:r>
            <a:endParaRPr lang="ko-KR">
              <a:latin typeface="Calibri"/>
              <a:ea typeface="Calibri"/>
              <a:cs typeface="Calibri"/>
            </a:endParaRPr>
          </a:p>
        </p:txBody>
      </p:sp>
      <p:sp>
        <p:nvSpPr>
          <p:cNvPr id="29" name="Editable path 262">
            <a:extLst>
              <a:ext uri="{FF2B5EF4-FFF2-40B4-BE49-F238E27FC236}">
                <ns2:creationId id="{1C5FBD88-44FD-405F-B36A-4292A4DF1EB7}"/>
              </a:ext>
            </a:extLst>
          </p:cNvPr>
          <p:cNvSpPr>
            <a:spLocks noGrp="1"/>
          </p:cNvSpPr>
          <p:nvPr/>
        </p:nvSpPr>
        <p:spPr>
          <a:xfrm>
            <a:off x="3048000" y="5895975"/>
            <a:ext cx="953" cy="304800"/>
          </a:xfrm>
          <a:custGeom>
            <a:pathLst>
              <a:path w="953" h="304800">
                <a:moveTo>
                  <a:pt x="0" y="0"/>
                </a:moveTo>
                <a:lnTo>
                  <a:pt x="0" y="304800"/>
                </a:lnTo>
              </a:path>
            </a:pathLst>
          </a:custGeom>
          <a:noFill/>
          <a:ln w="22860">
            <a:solidFill>
              <a:srgbClr val="111111"/>
            </a:solidFill>
            <a:prstDash val="solid"/>
          </a:ln>
        </p:spPr>
      </p:sp>
      <p:sp>
        <p:nvSpPr>
          <p:cNvPr id="30" name="Editable arrowhead 263">
            <a:extLst>
              <a:ext uri="{FF2B5EF4-FFF2-40B4-BE49-F238E27FC236}">
                <ns2:creationId id="{B1FD7B5C-BA66-4377-A592-314E10313139}"/>
              </a:ext>
            </a:extLst>
          </p:cNvPr>
          <p:cNvSpPr>
            <a:spLocks noGrp="1"/>
          </p:cNvSpPr>
          <p:nvPr/>
        </p:nvSpPr>
        <p:spPr>
          <a:xfrm>
            <a:off x="3000375" y="6105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Task Manager / Agent Gateway&#10;현재 조건·권한 재검사 후 전송">
            <a:extLst>
              <a:ext uri="{FF2B5EF4-FFF2-40B4-BE49-F238E27FC236}">
                <ns2:creationId id="{E01E3923-938F-4C08-8DA1-C3A6E0DAA97D}"/>
              </a:ext>
            </a:extLst>
          </p:cNvPr>
          <p:cNvSpPr>
            <a:spLocks noGrp="1"/>
          </p:cNvSpPr>
          <p:nvPr/>
        </p:nvSpPr>
        <p:spPr>
          <a:xfrm>
            <a:off x="571500" y="6200775"/>
            <a:ext cx="4953000" cy="685800"/>
          </a:xfrm>
          <a:prstGeom prst="rect">
            <a:avLst/>
          </a:prstGeom>
          <a:solidFill>
            <a:srgbClr val="FFF6DD"/>
          </a:solidFill>
          <a:ln w="17145">
            <a:solidFill>
              <a:srgbClr val="111111"/>
            </a:solidFill>
            <a:prstDash val="solid"/>
          </a:ln>
        </p:spPr>
      </p:sp>
      <p:sp>
        <p:nvSpPr>
          <p:cNvPr id="32" name="DP4 object 264">
            <a:extLst>
              <a:ext uri="{FF2B5EF4-FFF2-40B4-BE49-F238E27FC236}">
                <ns2:creationId id="{E7693D6F-10DF-4C81-AFB8-E33EBA9E4333}"/>
              </a:ext>
            </a:extLst>
          </p:cNvPr>
          <p:cNvSpPr>
            <a:spLocks noGrp="1"/>
          </p:cNvSpPr>
          <p:nvPr/>
        </p:nvSpPr>
        <p:spPr>
          <a:xfrm>
            <a:off x="638175" y="6238875"/>
            <a:ext cx="4819650" cy="6096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Task Manager / Agent Gateway</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조건·권한 재검사 후 전송</a:t>
            </a:r>
            <a:endParaRPr lang="ko-KR">
              <a:latin typeface="Calibri"/>
              <a:ea typeface="Calibri"/>
              <a:cs typeface="Calibri"/>
            </a:endParaRPr>
          </a:p>
        </p:txBody>
      </p:sp>
      <p:sp>
        <p:nvSpPr>
          <p:cNvPr id="33" name="Editable path 265">
            <a:extLst>
              <a:ext uri="{FF2B5EF4-FFF2-40B4-BE49-F238E27FC236}">
                <ns2:creationId id="{ACE2572B-0BCF-46EE-8DB6-227D38745951}"/>
              </a:ext>
            </a:extLst>
          </p:cNvPr>
          <p:cNvSpPr>
            <a:spLocks noGrp="1"/>
          </p:cNvSpPr>
          <p:nvPr/>
        </p:nvSpPr>
        <p:spPr>
          <a:xfrm>
            <a:off x="3048000" y="6886575"/>
            <a:ext cx="953" cy="295275"/>
          </a:xfrm>
          <a:custGeom>
            <a:pathLst>
              <a:path w="953" h="295275">
                <a:moveTo>
                  <a:pt x="0" y="0"/>
                </a:moveTo>
                <a:lnTo>
                  <a:pt x="0" y="295275"/>
                </a:lnTo>
              </a:path>
            </a:pathLst>
          </a:custGeom>
          <a:noFill/>
          <a:ln w="22860">
            <a:solidFill>
              <a:srgbClr val="111111"/>
            </a:solidFill>
            <a:prstDash val="solid"/>
          </a:ln>
        </p:spPr>
      </p:sp>
      <p:sp>
        <p:nvSpPr>
          <p:cNvPr id="34" name="Editable arrowhead 266">
            <a:extLst>
              <a:ext uri="{FF2B5EF4-FFF2-40B4-BE49-F238E27FC236}">
                <ns2:creationId id="{162E4D10-2BF4-4A28-B062-B555265D5AB8}"/>
              </a:ext>
            </a:extLst>
          </p:cNvPr>
          <p:cNvSpPr>
            <a:spLocks noGrp="1"/>
          </p:cNvSpPr>
          <p:nvPr/>
        </p:nvSpPr>
        <p:spPr>
          <a:xfrm>
            <a:off x="3000375" y="7086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수신 Agent: 조건을 유지하며 본문 작성">
            <a:extLst>
              <a:ext uri="{FF2B5EF4-FFF2-40B4-BE49-F238E27FC236}">
                <ns2:creationId id="{63F2C1A3-71E1-4D8C-A282-C424F14CFE0E}"/>
              </a:ext>
            </a:extLst>
          </p:cNvPr>
          <p:cNvSpPr>
            <a:spLocks noGrp="1"/>
          </p:cNvSpPr>
          <p:nvPr/>
        </p:nvSpPr>
        <p:spPr>
          <a:xfrm>
            <a:off x="571500" y="7181850"/>
            <a:ext cx="4953000" cy="523875"/>
          </a:xfrm>
          <a:prstGeom prst="rect">
            <a:avLst/>
          </a:prstGeom>
          <a:solidFill>
            <a:srgbClr val="FFFFFF"/>
          </a:solidFill>
          <a:ln w="17145">
            <a:solidFill>
              <a:srgbClr val="111111"/>
            </a:solidFill>
            <a:prstDash val="solid"/>
          </a:ln>
        </p:spPr>
      </p:sp>
      <p:sp>
        <p:nvSpPr>
          <p:cNvPr id="36" name="DP4 object 267">
            <a:extLst>
              <a:ext uri="{FF2B5EF4-FFF2-40B4-BE49-F238E27FC236}">
                <ns2:creationId id="{4ED24ED5-58EF-4478-AF4F-437163383AB8}"/>
              </a:ext>
            </a:extLst>
          </p:cNvPr>
          <p:cNvSpPr>
            <a:spLocks noGrp="1"/>
          </p:cNvSpPr>
          <p:nvPr/>
        </p:nvSpPr>
        <p:spPr>
          <a:xfrm>
            <a:off x="638175" y="7219950"/>
            <a:ext cx="4819650" cy="44767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수신 Agent: 조건을 유지하며 본문 작성</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Tree>
    <p:extLst>
      <p:ext uri="{BB962C8B-B14F-4D97-AF65-F5344CB8AC3E}">
        <p14:creationId val="1641616985"/>
      </p:ext>
    </p:extLst>
  </p:cSld>
</p:sld>
</file>

<file path=ppt/slides/slide1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9" name="DP3 object 1">
            <a:extLst>
              <a:ext uri="{FF2B5EF4-FFF2-40B4-BE49-F238E27FC236}">
                <ns2:creationId id="{1F803DBB-3300-4404-891D-84A7DFD84A6D}"/>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1/2)</a:t>
            </a:r>
            <a:endParaRPr lang="ko-KR">
              <a:latin typeface="Calibri"/>
              <a:ea typeface="Calibri"/>
              <a:cs typeface="Calibri"/>
            </a:endParaRPr>
          </a:p>
        </p:txBody>
      </p:sp>
      <p:sp>
        <p:nvSpPr>
          <p:cNvPr id="2" name="DP3 object 2">
            <a:extLst>
              <a:ext uri="{FF2B5EF4-FFF2-40B4-BE49-F238E27FC236}">
                <ns2:creationId id="{7777621F-9FFE-4F48-B333-98D8BDBA0F1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332DA30A-EB86-4B7C-A6A5-9941258987C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B9EBEEA-BD1F-4933-A498-189312DC17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9087F066-1843-4A6F-8357-4782F5E1E1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BB720419-E865-4BEB-867A-C2B3C313713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4D35BC32-2613-4071-A186-946EDAFFC4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BFB0B753-7A2F-4C52-B495-6A29E47AAA8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AB889E59-2A00-4BF5-B536-2A1B60345CB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AB27CDDC-9C0F-4673-9957-EFFE19DC8CA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2DE16DBC-2101-4556-A012-61B487DC1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340DA84-CE7C-4582-A435-58EB278D88A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6C340339-9633-4335-A8E3-AE1F67B917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9 / 21</a:t>
            </a:r>
            <a:endParaRPr lang="ko-KR">
              <a:latin typeface="Calibri"/>
              <a:ea typeface="Calibri"/>
              <a:cs typeface="Calibri"/>
            </a:endParaRPr>
          </a:p>
        </p:txBody>
      </p:sp>
      <p:sp>
        <p:nvSpPr>
          <p:cNvPr id="14" name="DP3 object 14">
            <a:extLst>
              <a:ext uri="{FF2B5EF4-FFF2-40B4-BE49-F238E27FC236}">
                <ns2:creationId id="{E1945A89-E0C1-4D5A-9AFA-876B4D3B5C11}"/>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1919233E-1F80-4748-9258-F426D0AD2218}"/>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앱을 오가며 말하고, 클릭 없이 가리키고, 일부만 고친 요청의 정확한 대상을 찾아야 한다.</a:t>
            </a:r>
            <a:endParaRPr lang="ko-KR">
              <a:latin typeface="Calibri"/>
              <a:ea typeface="Calibri"/>
              <a:cs typeface="Calibri"/>
            </a:endParaRPr>
          </a:p>
        </p:txBody>
      </p:sp>
      <p:sp>
        <p:nvSpPr>
          <p:cNvPr id="16" name="DP3 object 16">
            <a:extLst>
              <a:ext uri="{FF2B5EF4-FFF2-40B4-BE49-F238E27FC236}">
                <ns2:creationId id="{D6AB6203-0D4D-432D-A06D-C8A4F112582A}"/>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D26090D7-7C60-416E-85D0-A7948E33878E}"/>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03DFC894-4540-449F-A9CD-3B727720666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19">
            <a:extLst>
              <a:ext uri="{FF2B5EF4-FFF2-40B4-BE49-F238E27FC236}">
                <ns2:creationId id="{BB7AF1EF-EC54-4FA9-B2A9-49E8C6A09C6A}"/>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FAF1CF54-5B40-4BFC-8B2D-5077175C17DF}"/>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클릭 없이 두 그래프 지정</a:t>
            </a:r>
            <a:endParaRPr lang="ko-KR">
              <a:latin typeface="Calibri"/>
              <a:ea typeface="Calibri"/>
              <a:cs typeface="Calibri"/>
            </a:endParaRPr>
          </a:p>
        </p:txBody>
      </p:sp>
      <p:sp>
        <p:nvSpPr>
          <p:cNvPr id="21" name="DP3 object 21">
            <a:extLst>
              <a:ext uri="{FF2B5EF4-FFF2-40B4-BE49-F238E27FC236}">
                <ns2:creationId id="{261417E5-2577-456D-ADC8-4F4B32D479F0}"/>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228DB197-5D46-4D35-ACCE-00964FC6A2B2}"/>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23">
            <a:extLst>
              <a:ext uri="{FF2B5EF4-FFF2-40B4-BE49-F238E27FC236}">
                <ns2:creationId id="{BDA7016C-0684-490A-9634-A6976597FC09}"/>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A878D1E1-EC19-46BE-82A4-A6B825FDD0E1}"/>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91B517F6-6EF7-4A44-A5F0-02977B60D880}"/>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C60CD434-40DE-490F-8F90-12938542C6FD}"/>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27">
            <a:extLst>
              <a:ext uri="{FF2B5EF4-FFF2-40B4-BE49-F238E27FC236}">
                <ns2:creationId id="{3389B277-52D1-4C30-8AB1-DD7EBEB9549D}"/>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A4AA5ECD-DACD-43AD-9DD8-A487CB76037C}"/>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B5817316-8AFC-4A6B-982D-497F29769562}"/>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8071F855-A333-4506-91AF-7B08CC34A2DE}"/>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14D394BE-78B3-4F80-8567-BFBFEA81682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31">
            <a:extLst>
              <a:ext uri="{FF2B5EF4-FFF2-40B4-BE49-F238E27FC236}">
                <ns2:creationId id="{60752798-B116-495A-AE1D-5372AFEC9FF8}"/>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0CF7CE7D-9084-48FA-BA6B-7957CD96F804}"/>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F5E0415C-5949-4E22-9F41-83F16872BB53}"/>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69CD40F7-C911-4E04-8321-558B0EEB5341}"/>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F3AA975D-0B15-4C92-98B0-39BD24BE028F}"/>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36">
            <a:extLst>
              <a:ext uri="{FF2B5EF4-FFF2-40B4-BE49-F238E27FC236}">
                <ns2:creationId id="{005FEB46-5428-492C-ADA0-578F6F3E45E9}"/>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488BB326-E827-4506-8BC1-690D35F4B237}"/>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D334FF97-A78C-4E5A-BC45-EBB02375ACCE}"/>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86AB2114-BE29-4941-8D44-43C9A38C9AE2}"/>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36562DED-9029-47D5-B2A2-6E76C7F25EE7}"/>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A8927475-6262-4273-B293-C0FE0B5E81C1}"/>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7F41F2EB-3EB0-47EC-955F-413913ECE8ED}"/>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00950260-D6C7-40B6-B73D-CE3E770AEEB6}"/>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8514FAFF-807D-4F8A-8DAC-AFDE6D4365C7}"/>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0A6AC115-8E36-441D-A026-50F897717285}"/>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EDAD865B-7E67-4DF2-BD58-E92E58161B66}"/>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5B28EC90-41B6-4BB2-9253-53ADCC1C1803}"/>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442040AB-3A37-4EAE-B284-E84D335DC890}"/>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67994477-2674-4D40-A43F-F2A8F88868BD}"/>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A6859AAF-F06C-4590-A9AB-3017CDDA7984}"/>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D41C5915-D799-40EA-87F0-0AC32E46F477}"/>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23819769-24BD-4167-81E0-6E18A7B92A5B}"/>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EC3A0187-0AE2-4614-AA4E-CAA08D6F2F0C}"/>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53">
            <a:extLst>
              <a:ext uri="{FF2B5EF4-FFF2-40B4-BE49-F238E27FC236}">
                <ns2:creationId id="{2B0A0D59-EB62-4730-ACBE-12AE23A2CF60}"/>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FD2DA0A-8DA0-4661-A84E-CE4ED023679E}"/>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54">
            <a:extLst>
              <a:ext uri="{FF2B5EF4-FFF2-40B4-BE49-F238E27FC236}">
                <ns2:creationId id="{5BE704BC-3B55-409E-8C3A-DB00E681DCDE}"/>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F604528C-D8F0-4A1C-8A94-16FCF7BCAEFA}"/>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55">
            <a:extLst>
              <a:ext uri="{FF2B5EF4-FFF2-40B4-BE49-F238E27FC236}">
                <ns2:creationId id="{6EBE3377-004A-416D-8B5F-4B8E36F222DB}"/>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662B4949-3F8A-4D16-8CA4-326748FFAE1A}"/>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FDD0E485-DB51-472C-A787-4DFE4EC8551A}"/>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08E02D57-5F50-4812-AFDF-075F39927E84}"/>
              </a:ext>
            </a:extLst>
          </p:cNvPr>
          <p:cNvSpPr>
            <a:spLocks noGrp="1"/>
          </p:cNvSpPr>
          <p:nvPr/>
        </p:nvSpPr>
        <p:spPr>
          <a:xfrm>
            <a:off x="809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“이 매출”은 파일 전체인가,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선택한 셀 범위인가?</a:t>
            </a:r>
            <a:endParaRPr lang="ko-KR">
              <a:latin typeface="Calibri"/>
              <a:ea typeface="Calibri"/>
              <a:cs typeface="Calibri"/>
            </a:endParaRPr>
          </a:p>
        </p:txBody>
      </p:sp>
      <p:sp>
        <p:nvSpPr>
          <p:cNvPr id="63" name="DP3 object 59">
            <a:extLst>
              <a:ext uri="{FF2B5EF4-FFF2-40B4-BE49-F238E27FC236}">
                <ns2:creationId id="{59D14370-04F2-41AE-9F78-774A0DE904DF}"/>
              </a:ext>
            </a:extLst>
          </p:cNvPr>
          <p:cNvSpPr>
            <a:spLocks noGrp="1"/>
          </p:cNvSpPr>
          <p:nvPr/>
        </p:nvSpPr>
        <p:spPr>
          <a:xfrm>
            <a:off x="63341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포인터의 원은 지칭 동작인가,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단순한 마우스 이동인가?</a:t>
            </a:r>
            <a:endParaRPr lang="ko-KR">
              <a:latin typeface="Calibri"/>
              <a:ea typeface="Calibri"/>
              <a:cs typeface="Calibri"/>
            </a:endParaRPr>
          </a:p>
        </p:txBody>
      </p:sp>
      <p:sp>
        <p:nvSpPr>
          <p:cNvPr id="64" name="DP3 object 60">
            <a:extLst>
              <a:ext uri="{FF2B5EF4-FFF2-40B4-BE49-F238E27FC236}">
                <ns2:creationId id="{5AA3476E-E2E8-47D6-B4F8-9F7C6AF17609}"/>
              </a:ext>
            </a:extLst>
          </p:cNvPr>
          <p:cNvSpPr>
            <a:spLocks noGrp="1"/>
          </p:cNvSpPr>
          <p:nvPr/>
        </p:nvSpPr>
        <p:spPr>
          <a:xfrm>
            <a:off x="11858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“오른쪽 것”은 현재 메일인가,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앞선 PDF의 그래프인가?</a:t>
            </a:r>
            <a:endParaRPr lang="ko-KR">
              <a:latin typeface="Calibri"/>
              <a:ea typeface="Calibri"/>
              <a:cs typeface="Calibri"/>
            </a:endParaRPr>
          </a:p>
        </p:txBody>
      </p:sp>
      <p:sp>
        <p:nvSpPr>
          <p:cNvPr id="65" name="Editable path 61">
            <a:extLst>
              <a:ext uri="{FF2B5EF4-FFF2-40B4-BE49-F238E27FC236}">
                <ns2:creationId id="{F256D2D4-E9E2-4026-A125-48707A14EC7E}"/>
              </a:ext>
            </a:extLst>
          </p:cNvPr>
          <p:cNvSpPr>
            <a:spLocks noGrp="1"/>
          </p:cNvSpPr>
          <p:nvPr/>
        </p:nvSpPr>
        <p:spPr>
          <a:xfrm>
            <a:off x="619125" y="8277225"/>
            <a:ext cx="16811625" cy="953"/>
          </a:xfrm>
          <a:custGeom>
            <a:pathLst>
              <a:path w="16811625" h="953">
                <a:moveTo>
                  <a:pt x="0" y="0"/>
                </a:moveTo>
                <a:lnTo>
                  <a:pt x="16811625" y="0"/>
                </a:lnTo>
              </a:path>
            </a:pathLst>
          </a:custGeom>
          <a:noFill/>
          <a:ln w="14288">
            <a:solidFill>
              <a:srgbClr val="4676CB"/>
            </a:solidFill>
            <a:prstDash val="solid"/>
          </a:ln>
        </p:spPr>
      </p:sp>
      <p:sp>
        <p:nvSpPr>
          <p:cNvPr id="66" name="DP3 object 62">
            <a:extLst>
              <a:ext uri="{FF2B5EF4-FFF2-40B4-BE49-F238E27FC236}">
                <ns2:creationId id="{021F567B-D97F-4FDD-98C1-231A8B14C126}"/>
              </a:ext>
            </a:extLst>
          </p:cNvPr>
          <p:cNvSpPr>
            <a:spLocks noGrp="1"/>
          </p:cNvSpPr>
          <p:nvPr/>
        </p:nvSpPr>
        <p:spPr>
          <a:xfrm>
            <a:off x="809625" y="8477250"/>
            <a:ext cx="3238500" cy="6667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VIA가 정리할 요청</a:t>
            </a:r>
            <a:endParaRPr lang="ko-KR">
              <a:latin typeface="Calibri"/>
              <a:ea typeface="Calibri"/>
              <a:cs typeface="Calibri"/>
            </a:endParaRPr>
          </a:p>
        </p:txBody>
      </p:sp>
      <p:sp>
        <p:nvSpPr>
          <p:cNvPr id="67" name="DP3 object 63">
            <a:extLst>
              <a:ext uri="{FF2B5EF4-FFF2-40B4-BE49-F238E27FC236}">
                <ns2:creationId id="{B32BA17B-B821-4674-BE2D-201CAAC09366}"/>
              </a:ext>
            </a:extLst>
          </p:cNvPr>
          <p:cNvSpPr>
            <a:spLocks noGrp="1"/>
          </p:cNvSpPr>
          <p:nvPr/>
        </p:nvSpPr>
        <p:spPr>
          <a:xfrm>
            <a:off x="4191000" y="8410575"/>
            <a:ext cx="12620625" cy="7810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“매출 현황.xlsx의 선택 범위와</a:t>
            </a:r>
            <a:endParaRPr lang="ko-KR">
              <a:latin typeface="Calibri"/>
              <a:ea typeface="Calibri"/>
              <a:cs typeface="Calibri"/>
            </a:endParaRPr>
          </a:p>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실적 분석.pdf의 오른쪽 이익 그래프를 비교해줘.”</a:t>
            </a:r>
            <a:endParaRPr lang="ko-KR">
              <a:latin typeface="Calibri"/>
              <a:ea typeface="Calibri"/>
              <a:cs typeface="Calibri"/>
            </a:endParaRPr>
          </a:p>
        </p:txBody>
      </p:sp>
      <p:sp>
        <p:nvSpPr>
          <p:cNvPr id="68" name="DP3 object 64">
            <a:extLst>
              <a:ext uri="{FF2B5EF4-FFF2-40B4-BE49-F238E27FC236}">
                <ns2:creationId id="{D740C502-1425-4D1E-B375-772E60ED09DE}"/>
              </a:ext>
            </a:extLst>
          </p:cNvPr>
          <p:cNvSpPr>
            <a:spLocks noGrp="1"/>
          </p:cNvSpPr>
          <p:nvPr/>
        </p:nvSpPr>
        <p:spPr>
          <a:xfrm>
            <a:off x="4191000" y="9344025"/>
            <a:ext cx="12620625" cy="3524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Excel 범위는 유지하고, PDF 그래프만 두 개에서 오른쪽 하나로 정정한다.</a:t>
            </a:r>
            <a:endParaRPr lang="ko-KR">
              <a:latin typeface="Calibri"/>
              <a:ea typeface="Calibri"/>
              <a:cs typeface="Calibri"/>
            </a:endParaRPr>
          </a:p>
        </p:txBody>
      </p:sp>
    </p:spTree>
    <p:extLst>
      <p:ext uri="{BB962C8B-B14F-4D97-AF65-F5344CB8AC3E}">
        <p14:creationId val="1077030969"/>
      </p:ext>
    </p:extLst>
  </p:cSld>
</p:sld>
</file>

<file path=ppt/slides/slide1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6" name="DP3 object 65">
            <a:extLst>
              <a:ext uri="{FF2B5EF4-FFF2-40B4-BE49-F238E27FC236}">
                <ns2:creationId id="{B66B5A45-A625-4438-9BE7-5F4534832802}"/>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2/2)</a:t>
            </a:r>
            <a:endParaRPr lang="ko-KR">
              <a:latin typeface="Calibri"/>
              <a:ea typeface="Calibri"/>
              <a:cs typeface="Calibri"/>
            </a:endParaRPr>
          </a:p>
        </p:txBody>
      </p:sp>
      <p:sp>
        <p:nvSpPr>
          <p:cNvPr id="2" name="DP3 object 66">
            <a:extLst>
              <a:ext uri="{FF2B5EF4-FFF2-40B4-BE49-F238E27FC236}">
                <ns2:creationId id="{FF77A8F3-FC97-40D2-9436-529A0305922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7">
            <a:extLst>
              <a:ext uri="{FF2B5EF4-FFF2-40B4-BE49-F238E27FC236}">
                <ns2:creationId id="{2554202F-2537-42F7-B9AC-373A8DDAC41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8">
            <a:extLst>
              <a:ext uri="{FF2B5EF4-FFF2-40B4-BE49-F238E27FC236}">
                <ns2:creationId id="{2383D976-2AA9-4E10-90AC-A02271D851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9">
            <a:extLst>
              <a:ext uri="{FF2B5EF4-FFF2-40B4-BE49-F238E27FC236}">
                <ns2:creationId id="{DAF03D03-91B9-4F76-AE20-43B11CA915A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70">
            <a:extLst>
              <a:ext uri="{FF2B5EF4-FFF2-40B4-BE49-F238E27FC236}">
                <ns2:creationId id="{ACE8F082-C614-453D-9A1D-4D1BCD39833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1">
            <a:extLst>
              <a:ext uri="{FF2B5EF4-FFF2-40B4-BE49-F238E27FC236}">
                <ns2:creationId id="{04C7F1CA-E789-4827-BDB2-671A891D62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2">
            <a:extLst>
              <a:ext uri="{FF2B5EF4-FFF2-40B4-BE49-F238E27FC236}">
                <ns2:creationId id="{05CF0394-51CB-4A74-BB8D-E3E4FE3C2B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3">
            <a:extLst>
              <a:ext uri="{FF2B5EF4-FFF2-40B4-BE49-F238E27FC236}">
                <ns2:creationId id="{0AC2B1E7-4A2E-4BF6-B11A-1FF1336B02B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4">
            <a:extLst>
              <a:ext uri="{FF2B5EF4-FFF2-40B4-BE49-F238E27FC236}">
                <ns2:creationId id="{3D8EC76A-5776-4C99-BB1D-14A96A53CC0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5">
            <a:extLst>
              <a:ext uri="{FF2B5EF4-FFF2-40B4-BE49-F238E27FC236}">
                <ns2:creationId id="{191D2496-5276-42F3-B955-33BF0953351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6">
            <a:extLst>
              <a:ext uri="{FF2B5EF4-FFF2-40B4-BE49-F238E27FC236}">
                <ns2:creationId id="{32181111-9FEC-4087-B6A3-747618FED19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7">
            <a:extLst>
              <a:ext uri="{FF2B5EF4-FFF2-40B4-BE49-F238E27FC236}">
                <ns2:creationId id="{62F83250-EDEF-43D3-921F-786A3638EC8B}"/>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21</a:t>
            </a:r>
            <a:endParaRPr lang="ko-KR">
              <a:latin typeface="Calibri"/>
              <a:ea typeface="Calibri"/>
              <a:cs typeface="Calibri"/>
            </a:endParaRPr>
          </a:p>
        </p:txBody>
      </p:sp>
      <p:sp>
        <p:nvSpPr>
          <p:cNvPr id="14" name="DP3 object 78">
            <a:extLst>
              <a:ext uri="{FF2B5EF4-FFF2-40B4-BE49-F238E27FC236}">
                <ns2:creationId id="{898B7BB2-9B7F-4A69-9001-9F1F8D841032}"/>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000" b="1" lang="ko-KR">
                <a:solidFill>
                  <a:srgbClr val="111111"/>
                </a:solidFill>
                <a:latin typeface="Calibri"/>
                <a:ea typeface="Calibri"/>
                <a:cs typeface="Calibri"/>
              </a:defRPr>
            </a:defPPr>
            <a:lvl1pPr algn="l">
              <a:defRPr sz="3000" b="1" lang="ko-KR">
                <a:solidFill>
                  <a:srgbClr val="111111"/>
                </a:solidFill>
                <a:latin typeface="Calibri"/>
                <a:ea typeface="Calibri"/>
                <a:cs typeface="Calibri"/>
              </a:defRPr>
            </a:lvl1pPr>
            <a:lvl2pPr algn="l">
              <a:defRPr sz="3000" b="1" lang="ko-KR">
                <a:solidFill>
                  <a:srgbClr val="111111"/>
                </a:solidFill>
                <a:latin typeface="Calibri"/>
                <a:ea typeface="Calibri"/>
                <a:cs typeface="Calibri"/>
              </a:defRPr>
            </a:lvl2pPr>
            <a:lvl3pPr algn="l">
              <a:defRPr sz="3000" b="1" lang="ko-KR">
                <a:solidFill>
                  <a:srgbClr val="111111"/>
                </a:solidFill>
                <a:latin typeface="Calibri"/>
                <a:ea typeface="Calibri"/>
                <a:cs typeface="Calibri"/>
              </a:defRPr>
            </a:lvl3pPr>
            <a:lvl4pPr algn="l">
              <a:defRPr sz="3000" b="1" lang="ko-KR">
                <a:solidFill>
                  <a:srgbClr val="111111"/>
                </a:solidFill>
                <a:latin typeface="Calibri"/>
                <a:ea typeface="Calibri"/>
                <a:cs typeface="Calibri"/>
              </a:defRPr>
            </a:lvl4pPr>
            <a:lvl5pPr algn="l">
              <a:defRPr sz="3000" b="1" lang="ko-KR">
                <a:solidFill>
                  <a:srgbClr val="111111"/>
                </a:solidFill>
                <a:latin typeface="Calibri"/>
                <a:ea typeface="Calibri"/>
                <a:cs typeface="Calibri"/>
              </a:defRPr>
            </a:lvl5pPr>
            <a:lvl6pPr algn="l">
              <a:defRPr sz="3000" b="1" lang="ko-KR">
                <a:solidFill>
                  <a:srgbClr val="111111"/>
                </a:solidFill>
                <a:latin typeface="Calibri"/>
                <a:ea typeface="Calibri"/>
                <a:cs typeface="Calibri"/>
              </a:defRPr>
            </a:lvl6pPr>
            <a:lvl7pPr algn="l">
              <a:defRPr sz="3000" b="1" lang="ko-KR">
                <a:solidFill>
                  <a:srgbClr val="111111"/>
                </a:solidFill>
                <a:latin typeface="Calibri"/>
                <a:ea typeface="Calibri"/>
                <a:cs typeface="Calibri"/>
              </a:defRPr>
            </a:lvl7pPr>
            <a:lvl8pPr algn="l">
              <a:defRPr sz="3000" b="1" lang="ko-KR">
                <a:solidFill>
                  <a:srgbClr val="111111"/>
                </a:solidFill>
                <a:latin typeface="Calibri"/>
                <a:ea typeface="Calibri"/>
                <a:cs typeface="Calibri"/>
              </a:defRPr>
            </a:lvl8pPr>
            <a:lvl9pPr algn="l">
              <a:defRPr sz="3000" b="1" lang="ko-KR">
                <a:solidFill>
                  <a:srgbClr val="111111"/>
                </a:solidFill>
                <a:latin typeface="Calibri"/>
                <a:ea typeface="Calibri"/>
                <a:cs typeface="Calibri"/>
              </a:defRPr>
            </a:lvl9pPr>
          </a:lstStyle>
          <a:p>
            <a:pPr algn="l">
              <a:defRPr sz="3000" b="1" lang="ko-KR">
                <a:solidFill>
                  <a:srgbClr val="111111"/>
                </a:solidFill>
                <a:latin typeface="Calibri"/>
                <a:ea typeface="Calibri"/>
                <a:cs typeface="Calibri"/>
              </a:defRPr>
            </a:pPr>
            <a:r>
              <a:rPr sz="3000" b="1" lang="ko-KR">
                <a:solidFill>
                  <a:srgbClr val="111111"/>
                </a:solidFill>
                <a:latin typeface="Calibri"/>
                <a:ea typeface="Calibri"/>
                <a:cs typeface="Calibri"/>
              </a:rPr>
              <a:t>VIA가 지칭을 잘못 연결하면, Agent가 정확히 일해도 요청은 실패한다</a:t>
            </a:r>
            <a:endParaRPr lang="ko-KR">
              <a:latin typeface="Calibri"/>
              <a:ea typeface="Calibri"/>
              <a:cs typeface="Calibri"/>
            </a:endParaRPr>
          </a:p>
        </p:txBody>
      </p:sp>
      <p:sp>
        <p:nvSpPr>
          <p:cNvPr id="15" name="DP3 object 79">
            <a:extLst>
              <a:ext uri="{FF2B5EF4-FFF2-40B4-BE49-F238E27FC236}">
                <ns2:creationId id="{B4D875F6-33CC-4AF1-BEFC-057342545E1D}"/>
              </a:ext>
            </a:extLst>
          </p:cNvPr>
          <p:cNvSpPr>
            <a:spLocks noGrp="1"/>
          </p:cNvSpPr>
          <p:nvPr/>
        </p:nvSpPr>
        <p:spPr>
          <a:xfrm>
            <a:off x="647700" y="2038350"/>
            <a:ext cx="16954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사용자의 말과 행동을 이어받는 VIA가, 실제 업무를 맡길 대상을 명확하게 만들어야 한다.</a:t>
            </a:r>
            <a:endParaRPr lang="ko-KR">
              <a:latin typeface="Calibri"/>
              <a:ea typeface="Calibri"/>
              <a:cs typeface="Calibri"/>
            </a:endParaRPr>
          </a:p>
        </p:txBody>
      </p:sp>
      <p:graphicFrame>
        <p:nvGraphicFramePr>
          <p:cNvPr id="16" name="">
            <a:extLst>
              <a:ext uri="{FF2B5EF4-FFF2-40B4-BE49-F238E27FC236}">
                <ns2:creationId id="{093150D0-8113-4F18-87C6-F50ABABF27C5}"/>
              </a:ext>
            </a:extLst>
          </p:cNvPr>
          <p:cNvGraphicFramePr/>
          <p:nvPr/>
        </p:nvGraphicFramePr>
        <p:xfrm>
          <a:off x="809625" y="2724150"/>
          <a:ext cx="16668750" cy="3667125"/>
        </p:xfrm>
        <a:graphic>
          <a:graphicData uri="http://schemas.openxmlformats.org/drawingml/2006/table">
            <a:tbl>
              <a:tblPr firstRow="0" bandRow="0" bandCol="0"/>
              <a:tblGrid>
                <a:gridCol w="5905500"/>
                <a:gridCol w="10763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VIA의 연속 상호작용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VIA가 해결해야 할 어려움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말하면서 앱·페이지를 계속 이동</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화면 대신 보존한 당시 화면·행동으로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한 문장에서 여러 앱의 자료를 지칭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활성 창을 넘어 자료별 범위와 출처를 연결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클릭 없이 가리키거나 둘러쌈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정식 선택 객체가 없어도 지칭 동작·범위를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이전 요청의 일부만 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유지할 대상과 교체할 대상, 최신 판본을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다른 Agent에게 실제 업무 위임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지칭한 자료와 조건을 명확한 요청으로 전달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80">
            <a:extLst>
              <a:ext uri="{FF2B5EF4-FFF2-40B4-BE49-F238E27FC236}">
                <ns2:creationId id="{61676F6D-BF91-4F89-B997-E5A3403A5E31}"/>
              </a:ext>
            </a:extLst>
          </p:cNvPr>
          <p:cNvSpPr>
            <a:spLocks noGrp="1"/>
          </p:cNvSpPr>
          <p:nvPr/>
        </p:nvSpPr>
        <p:spPr>
          <a:xfrm>
            <a:off x="809625" y="6867525"/>
            <a:ext cx="16383000" cy="4381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보존할 근거와, 그 근거에서 의미를 만드는 책임을 함께 설계해야 한다</a:t>
            </a:r>
            <a:endParaRPr lang="ko-KR">
              <a:latin typeface="Calibri"/>
              <a:ea typeface="Calibri"/>
              <a:cs typeface="Calibri"/>
            </a:endParaRPr>
          </a:p>
        </p:txBody>
      </p:sp>
      <p:sp>
        <p:nvSpPr>
          <p:cNvPr id="18" name="A/B 공통 기능&#10;당시 화면·선택·포인터·발화 보존&#10;현재 요청과 원본 판본 확인">
            <a:extLst>
              <a:ext uri="{FF2B5EF4-FFF2-40B4-BE49-F238E27FC236}">
                <ns2:creationId id="{C1402FD0-4F60-4233-B4DB-AC7574C9EF81}"/>
              </a:ext>
            </a:extLst>
          </p:cNvPr>
          <p:cNvSpPr>
            <a:spLocks noGrp="1"/>
          </p:cNvSpPr>
          <p:nvPr/>
        </p:nvSpPr>
        <p:spPr>
          <a:xfrm>
            <a:off x="809625" y="7515225"/>
            <a:ext cx="4953000" cy="1276350"/>
          </a:xfrm>
          <a:prstGeom prst="rect">
            <a:avLst/>
          </a:prstGeom>
          <a:solidFill>
            <a:srgbClr val="FFF6DD"/>
          </a:solidFill>
          <a:ln w="17145">
            <a:solidFill>
              <a:srgbClr val="111111"/>
            </a:solidFill>
            <a:prstDash val="solid"/>
          </a:ln>
        </p:spPr>
      </p:sp>
      <p:sp>
        <p:nvSpPr>
          <p:cNvPr id="19" name="DP3 object 81">
            <a:extLst>
              <a:ext uri="{FF2B5EF4-FFF2-40B4-BE49-F238E27FC236}">
                <ns2:creationId id="{04AF7B09-486E-4ABF-B8A5-F6B0622331AF}"/>
              </a:ext>
            </a:extLst>
          </p:cNvPr>
          <p:cNvSpPr>
            <a:spLocks noGrp="1"/>
          </p:cNvSpPr>
          <p:nvPr/>
        </p:nvSpPr>
        <p:spPr>
          <a:xfrm>
            <a:off x="876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공통 기능</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당시 화면·선택·포인터·발화 보존</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요청과 원본 판본 확인</a:t>
            </a:r>
            <a:endParaRPr lang="ko-KR">
              <a:latin typeface="Calibri"/>
              <a:ea typeface="Calibri"/>
              <a:cs typeface="Calibri"/>
            </a:endParaRPr>
          </a:p>
        </p:txBody>
      </p:sp>
      <p:sp>
        <p:nvSpPr>
          <p:cNvPr id="20" name="A의 책임 구조&#10;원본을 함께 읽고&#10;대상 범위와 연결 관계를 공동 생산">
            <a:extLst>
              <a:ext uri="{FF2B5EF4-FFF2-40B4-BE49-F238E27FC236}">
                <ns2:creationId id="{7551A8C7-60BC-423C-9461-9CAC8E12680A}"/>
              </a:ext>
            </a:extLst>
          </p:cNvPr>
          <p:cNvSpPr>
            <a:spLocks noGrp="1"/>
          </p:cNvSpPr>
          <p:nvPr/>
        </p:nvSpPr>
        <p:spPr>
          <a:xfrm>
            <a:off x="6334125" y="7515225"/>
            <a:ext cx="4953000" cy="1276350"/>
          </a:xfrm>
          <a:prstGeom prst="rect">
            <a:avLst/>
          </a:prstGeom>
          <a:solidFill>
            <a:srgbClr val="F1F6FC"/>
          </a:solidFill>
          <a:ln w="28575">
            <a:solidFill>
              <a:srgbClr val="4676CB"/>
            </a:solidFill>
            <a:prstDash val="solid"/>
          </a:ln>
        </p:spPr>
      </p:sp>
      <p:sp>
        <p:nvSpPr>
          <p:cNvPr id="21" name="DP3 object 82">
            <a:extLst>
              <a:ext uri="{FF2B5EF4-FFF2-40B4-BE49-F238E27FC236}">
                <ns2:creationId id="{D75D44BF-20A6-433C-9BB2-4F5FB67A87DC}"/>
              </a:ext>
            </a:extLst>
          </p:cNvPr>
          <p:cNvSpPr>
            <a:spLocks noGrp="1"/>
          </p:cNvSpPr>
          <p:nvPr/>
        </p:nvSpPr>
        <p:spPr>
          <a:xfrm>
            <a:off x="64008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원본을 함께 읽고</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대상 범위와 연결 관계를 공동 생산</a:t>
            </a:r>
            <a:endParaRPr lang="ko-KR">
              <a:latin typeface="Calibri"/>
              <a:ea typeface="Calibri"/>
              <a:cs typeface="Calibri"/>
            </a:endParaRPr>
          </a:p>
        </p:txBody>
      </p:sp>
      <p:sp>
        <p:nvSpPr>
          <p:cNvPr id="22" name="B의 책임 구조&#10;독립 후보를 병렬 생산한 뒤 결합&#10;부족한 범위는 원 생산자가 확장">
            <a:extLst>
              <a:ext uri="{FF2B5EF4-FFF2-40B4-BE49-F238E27FC236}">
                <ns2:creationId id="{8E712398-2B86-43C7-A76F-9E81A4934D33}"/>
              </a:ext>
            </a:extLst>
          </p:cNvPr>
          <p:cNvSpPr>
            <a:spLocks noGrp="1"/>
          </p:cNvSpPr>
          <p:nvPr/>
        </p:nvSpPr>
        <p:spPr>
          <a:xfrm>
            <a:off x="11858625" y="7515225"/>
            <a:ext cx="4953000" cy="1276350"/>
          </a:xfrm>
          <a:prstGeom prst="rect">
            <a:avLst/>
          </a:prstGeom>
          <a:solidFill>
            <a:srgbClr val="F1F6FC"/>
          </a:solidFill>
          <a:ln w="28575">
            <a:solidFill>
              <a:srgbClr val="4676CB"/>
            </a:solidFill>
            <a:prstDash val="solid"/>
          </a:ln>
        </p:spPr>
      </p:sp>
      <p:sp>
        <p:nvSpPr>
          <p:cNvPr id="23" name="DP3 object 83">
            <a:extLst>
              <a:ext uri="{FF2B5EF4-FFF2-40B4-BE49-F238E27FC236}">
                <ns2:creationId id="{357DCE1D-169A-4DB6-A8E3-7F013B18D957}"/>
              </a:ext>
            </a:extLst>
          </p:cNvPr>
          <p:cNvSpPr>
            <a:spLocks noGrp="1"/>
          </p:cNvSpPr>
          <p:nvPr/>
        </p:nvSpPr>
        <p:spPr>
          <a:xfrm>
            <a:off x="11925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독립 후보를 병렬 생산한 뒤 결합</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부족한 범위는 원 생산자가 확장</a:t>
            </a:r>
            <a:endParaRPr lang="ko-KR">
              <a:latin typeface="Calibri"/>
              <a:ea typeface="Calibri"/>
              <a:cs typeface="Calibri"/>
            </a:endParaRPr>
          </a:p>
        </p:txBody>
      </p:sp>
      <p:sp>
        <p:nvSpPr>
          <p:cNvPr id="24" name="DP3 object 84">
            <a:extLst>
              <a:ext uri="{FF2B5EF4-FFF2-40B4-BE49-F238E27FC236}">
                <ns2:creationId id="{CBAA8FF0-745A-4997-8911-7197E2DCD8C5}"/>
              </a:ext>
            </a:extLst>
          </p:cNvPr>
          <p:cNvSpPr>
            <a:spLocks noGrp="1"/>
          </p:cNvSpPr>
          <p:nvPr/>
        </p:nvSpPr>
        <p:spPr>
          <a:xfrm>
            <a:off x="809625" y="9086850"/>
            <a:ext cx="16573500" cy="4572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선택할 것: 중간 상태·실행 의존·재판단 책임  /  달라지는 것: 응답 대기·정확도·비용·메모리</a:t>
            </a:r>
            <a:endParaRPr lang="ko-KR">
              <a:latin typeface="Calibri"/>
              <a:ea typeface="Calibri"/>
              <a:cs typeface="Calibri"/>
            </a:endParaRPr>
          </a:p>
        </p:txBody>
      </p:sp>
      <p:sp>
        <p:nvSpPr>
          <p:cNvPr id="25" name="DP3 object 85">
            <a:extLst>
              <a:ext uri="{FF2B5EF4-FFF2-40B4-BE49-F238E27FC236}">
                <ns2:creationId id="{9528C999-8C5F-47EC-961A-B342EDECD675}"/>
              </a:ext>
            </a:extLst>
          </p:cNvPr>
          <p:cNvSpPr>
            <a:spLocks noGrp="1"/>
          </p:cNvSpPr>
          <p:nvPr/>
        </p:nvSpPr>
        <p:spPr>
          <a:xfrm>
            <a:off x="809625" y="9629775"/>
            <a:ext cx="1657350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두 안은 동일한 공통 호출 한도 K를 사용한다. B는 여유가 있으면 독립 생산을 겹치고, 결합은 양쪽 완료를 기다린다.</a:t>
            </a:r>
            <a:endParaRPr lang="ko-KR">
              <a:latin typeface="Calibri"/>
              <a:ea typeface="Calibri"/>
              <a:cs typeface="Calibri"/>
            </a:endParaRPr>
          </a:p>
        </p:txBody>
      </p:sp>
    </p:spTree>
    <p:extLst>
      <p:ext uri="{BB962C8B-B14F-4D97-AF65-F5344CB8AC3E}">
        <p14:creationId val="1522761476"/>
      </p:ext>
    </p:extLst>
  </p:cSld>
</p:sld>
</file>

<file path=ppt/slides/slide1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1" name="DP3 object 86">
            <a:extLst>
              <a:ext uri="{FF2B5EF4-FFF2-40B4-BE49-F238E27FC236}">
                <ns2:creationId id="{8F05C562-2A70-4727-8A17-7B404F22BE4E}"/>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87">
            <a:extLst>
              <a:ext uri="{FF2B5EF4-FFF2-40B4-BE49-F238E27FC236}">
                <ns2:creationId id="{14804021-10AD-4274-8436-FBD78564C56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88">
            <a:extLst>
              <a:ext uri="{FF2B5EF4-FFF2-40B4-BE49-F238E27FC236}">
                <ns2:creationId id="{4FBCB696-43B0-4492-8CF7-BF12D37AB5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89">
            <a:extLst>
              <a:ext uri="{FF2B5EF4-FFF2-40B4-BE49-F238E27FC236}">
                <ns2:creationId id="{A6BCD7C9-F417-4B62-95B1-69074C386D4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90">
            <a:extLst>
              <a:ext uri="{FF2B5EF4-FFF2-40B4-BE49-F238E27FC236}">
                <ns2:creationId id="{B58A0BF4-F00A-4AB4-981C-1A92C070C3F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91">
            <a:extLst>
              <a:ext uri="{FF2B5EF4-FFF2-40B4-BE49-F238E27FC236}">
                <ns2:creationId id="{F5198578-2D40-4E85-B38D-4DD684E1101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92">
            <a:extLst>
              <a:ext uri="{FF2B5EF4-FFF2-40B4-BE49-F238E27FC236}">
                <ns2:creationId id="{1999E4C7-8C5A-4B30-827F-FA3F4FC7677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93">
            <a:extLst>
              <a:ext uri="{FF2B5EF4-FFF2-40B4-BE49-F238E27FC236}">
                <ns2:creationId id="{5F9E27FB-540F-48B6-B2C6-7ADB2A65C9B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4">
            <a:extLst>
              <a:ext uri="{FF2B5EF4-FFF2-40B4-BE49-F238E27FC236}">
                <ns2:creationId id="{B439CF67-1E50-4A4B-9F8C-C3DEB76A57D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95">
            <a:extLst>
              <a:ext uri="{FF2B5EF4-FFF2-40B4-BE49-F238E27FC236}">
                <ns2:creationId id="{6BCE7555-0031-4BD1-8B97-02D2E0FAC24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96">
            <a:extLst>
              <a:ext uri="{FF2B5EF4-FFF2-40B4-BE49-F238E27FC236}">
                <ns2:creationId id="{35D15D62-B207-4B27-89D8-72AFF92CB27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97">
            <a:extLst>
              <a:ext uri="{FF2B5EF4-FFF2-40B4-BE49-F238E27FC236}">
                <ns2:creationId id="{A34F3E4A-7B58-4638-B827-59FDF8D811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98">
            <a:extLst>
              <a:ext uri="{FF2B5EF4-FFF2-40B4-BE49-F238E27FC236}">
                <ns2:creationId id="{FAC33EFD-43AD-4725-BDD6-9B3663BCDA1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21</a:t>
            </a:r>
            <a:endParaRPr lang="ko-KR">
              <a:latin typeface="Calibri"/>
              <a:ea typeface="Calibri"/>
              <a:cs typeface="Calibri"/>
            </a:endParaRPr>
          </a:p>
        </p:txBody>
      </p:sp>
      <p:sp>
        <p:nvSpPr>
          <p:cNvPr id="14" name="DP3 object 99">
            <a:extLst>
              <a:ext uri="{FF2B5EF4-FFF2-40B4-BE49-F238E27FC236}">
                <ns2:creationId id="{65EBAC42-E868-4122-857C-D814F221AEF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판단 / B 독립 후보 병렬 생산 후 결합 / 같은 pixel 계약의 기존 실측</a:t>
            </a:r>
            <a:endParaRPr lang="ko-KR">
              <a:latin typeface="Calibri"/>
              <a:ea typeface="Calibri"/>
              <a:cs typeface="Calibri"/>
            </a:endParaRPr>
          </a:p>
        </p:txBody>
      </p:sp>
      <p:graphicFrame>
        <p:nvGraphicFramePr>
          <p:cNvPr id="15" name="">
            <a:extLst>
              <a:ext uri="{FF2B5EF4-FFF2-40B4-BE49-F238E27FC236}">
                <ns2:creationId id="{5D5B9EF8-DBC7-4F77-B08C-53001564739B}"/>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독립 후보 병렬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화면·발화 생산 대기를 겹침 / 후보를 같은 판단 안에서 재사용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양쪽 후보 완료 후 결합 / 생산·확장·후보 상태 비용</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공통 호출 한도와 자원 경쟁에 따라 병렬 이익 제한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19/24 (79.2%)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20/24 (83.3%)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0.0339156 +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42.762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00">
            <a:extLst>
              <a:ext uri="{FF2B5EF4-FFF2-40B4-BE49-F238E27FC236}">
                <ns2:creationId id="{FC566187-6ABD-4B38-B61A-7E38A2394949}"/>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01">
            <a:extLst>
              <a:ext uri="{FF2B5EF4-FFF2-40B4-BE49-F238E27FC236}">
                <ns2:creationId id="{92252208-72ED-4E54-A1C8-5472204D2D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02">
            <a:extLst>
              <a:ext uri="{FF2B5EF4-FFF2-40B4-BE49-F238E27FC236}">
                <ns2:creationId id="{5792A6AB-679B-49F1-A890-C9212521910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03">
            <a:extLst>
              <a:ext uri="{FF2B5EF4-FFF2-40B4-BE49-F238E27FC236}">
                <ns2:creationId id="{1D6CDAD2-78F7-44C8-BDF2-8AB1DAF0BDEF}"/>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F3D63A6F-3BC1-4617-ABAA-56786FB00DB3}"/>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04">
            <a:extLst>
              <a:ext uri="{FF2B5EF4-FFF2-40B4-BE49-F238E27FC236}">
                <ns2:creationId id="{1FE1F0CE-4019-4AE0-B019-71C7B9F95A9F}"/>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05">
            <a:extLst>
              <a:ext uri="{FF2B5EF4-FFF2-40B4-BE49-F238E27FC236}">
                <ns2:creationId id="{3FE7E3C7-8752-4411-A82E-85BEDB07C9B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06">
            <a:extLst>
              <a:ext uri="{FF2B5EF4-FFF2-40B4-BE49-F238E27FC236}">
                <ns2:creationId id="{1567927A-8035-40D9-B020-C76D87AB9E8D}"/>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07">
            <a:extLst>
              <a:ext uri="{FF2B5EF4-FFF2-40B4-BE49-F238E27FC236}">
                <ns2:creationId id="{A515FB41-0489-4FE2-98BE-E99D75F2B2C2}"/>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81BEE6B7-F72E-4631-8C73-A49D6F7972D5}"/>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108">
            <a:extLst>
              <a:ext uri="{FF2B5EF4-FFF2-40B4-BE49-F238E27FC236}">
                <ns2:creationId id="{982A6BAA-3E95-4786-962E-CB65AAEA8BA9}"/>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027E7F08-8816-4774-AAEA-13A32581BBE1}"/>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109">
            <a:extLst>
              <a:ext uri="{FF2B5EF4-FFF2-40B4-BE49-F238E27FC236}">
                <ns2:creationId id="{FE852BA8-00E0-4551-BB12-90386687F460}"/>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7627E2DB-2BC8-4920-8250-095EA9E5493E}"/>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110">
            <a:extLst>
              <a:ext uri="{FF2B5EF4-FFF2-40B4-BE49-F238E27FC236}">
                <ns2:creationId id="{7E2BC150-7D2F-47CD-AEB5-59603AF246EB}"/>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111">
            <a:extLst>
              <a:ext uri="{FF2B5EF4-FFF2-40B4-BE49-F238E27FC236}">
                <ns2:creationId id="{89456394-147C-4C5A-88C8-AAE23AD2ABD0}"/>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7EC0FDB4-69F3-4AA7-8343-6EAD6BEC0D48}"/>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112">
            <a:extLst>
              <a:ext uri="{FF2B5EF4-FFF2-40B4-BE49-F238E27FC236}">
                <ns2:creationId id="{E818FC7E-D3D4-4869-A5B6-CD4BC99E9CA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AE1B5D80-E8B8-499A-AD57-02C265A954DD}"/>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113">
            <a:extLst>
              <a:ext uri="{FF2B5EF4-FFF2-40B4-BE49-F238E27FC236}">
                <ns2:creationId id="{A7B594D2-CBCB-46CF-8494-A6F245C5FB08}"/>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A304CD41-093C-4B85-8EC4-EAEBA9A831CF}"/>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114">
            <a:extLst>
              <a:ext uri="{FF2B5EF4-FFF2-40B4-BE49-F238E27FC236}">
                <ns2:creationId id="{785C74C2-2AA2-4A3F-82ED-2636F1EE4AE7}"/>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115">
            <a:extLst>
              <a:ext uri="{FF2B5EF4-FFF2-40B4-BE49-F238E27FC236}">
                <ns2:creationId id="{0D4BAAB0-CCC1-48B2-B909-CB7C026CD428}"/>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116">
            <a:extLst>
              <a:ext uri="{FF2B5EF4-FFF2-40B4-BE49-F238E27FC236}">
                <ns2:creationId id="{3BE6842C-B36C-4AF5-9668-EA49A468A94F}"/>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117">
            <a:extLst>
              <a:ext uri="{FF2B5EF4-FFF2-40B4-BE49-F238E27FC236}">
                <ns2:creationId id="{25CAC1E1-365E-460C-8E70-D33BCC767593}"/>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118">
            <a:extLst>
              <a:ext uri="{FF2B5EF4-FFF2-40B4-BE49-F238E27FC236}">
                <ns2:creationId id="{9E6BEE8C-779D-4796-9C56-E1994C7A1062}"/>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119">
            <a:extLst>
              <a:ext uri="{FF2B5EF4-FFF2-40B4-BE49-F238E27FC236}">
                <ns2:creationId id="{CD48B1C4-0925-4074-A064-3FF76E466337}"/>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120">
            <a:extLst>
              <a:ext uri="{FF2B5EF4-FFF2-40B4-BE49-F238E27FC236}">
                <ns2:creationId id="{4F2A38D8-5288-451B-9F19-ACC61F01FF3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21">
            <a:extLst>
              <a:ext uri="{FF2B5EF4-FFF2-40B4-BE49-F238E27FC236}">
                <ns2:creationId id="{E1A877E2-715D-4A19-91F4-FC767177246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122">
            <a:extLst>
              <a:ext uri="{FF2B5EF4-FFF2-40B4-BE49-F238E27FC236}">
                <ns2:creationId id="{E672FDCE-4E87-4A54-8732-DEF0CCF4A5C5}"/>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23">
            <a:extLst>
              <a:ext uri="{FF2B5EF4-FFF2-40B4-BE49-F238E27FC236}">
                <ns2:creationId id="{A23DAE92-B1AC-4282-A29D-EBFD4C67ED82}"/>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124">
            <a:extLst>
              <a:ext uri="{FF2B5EF4-FFF2-40B4-BE49-F238E27FC236}">
                <ns2:creationId id="{DEF9BA6B-9DE0-4E57-81C5-7F98599FF267}"/>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62A727AB-B6FE-4B83-944B-276C60B6A129}"/>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125">
            <a:extLst>
              <a:ext uri="{FF2B5EF4-FFF2-40B4-BE49-F238E27FC236}">
                <ns2:creationId id="{3906A92E-59A1-47DA-A89F-959301582342}"/>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26">
            <a:extLst>
              <a:ext uri="{FF2B5EF4-FFF2-40B4-BE49-F238E27FC236}">
                <ns2:creationId id="{46D75640-CA87-44DB-A7AA-9B9A9FD15273}"/>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127">
            <a:extLst>
              <a:ext uri="{FF2B5EF4-FFF2-40B4-BE49-F238E27FC236}">
                <ns2:creationId id="{05C15AAC-AB6B-470B-9DCC-46DA8321B95D}"/>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28">
            <a:extLst>
              <a:ext uri="{FF2B5EF4-FFF2-40B4-BE49-F238E27FC236}">
                <ns2:creationId id="{9DC3CDEA-868C-4F19-98CB-98D462B9EDD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29">
            <a:extLst>
              <a:ext uri="{FF2B5EF4-FFF2-40B4-BE49-F238E27FC236}">
                <ns2:creationId id="{A6FB945B-8C9D-4814-B70E-76D28B4956A5}"/>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30">
            <a:extLst>
              <a:ext uri="{FF2B5EF4-FFF2-40B4-BE49-F238E27FC236}">
                <ns2:creationId id="{B0D0ABA1-6A96-41D6-BD6A-6F4DFBF5D08A}"/>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131">
            <a:extLst>
              <a:ext uri="{FF2B5EF4-FFF2-40B4-BE49-F238E27FC236}">
                <ns2:creationId id="{FFAC1AC7-8478-44AF-AF32-62A467464158}"/>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32">
            <a:extLst>
              <a:ext uri="{FF2B5EF4-FFF2-40B4-BE49-F238E27FC236}">
                <ns2:creationId id="{4E6812BA-7D1C-4B76-81CF-5AD200384E38}"/>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33">
            <a:extLst>
              <a:ext uri="{FF2B5EF4-FFF2-40B4-BE49-F238E27FC236}">
                <ns2:creationId id="{2A5FFF5C-4DD9-40A9-8638-0D285315EF16}"/>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34">
            <a:extLst>
              <a:ext uri="{FF2B5EF4-FFF2-40B4-BE49-F238E27FC236}">
                <ns2:creationId id="{037B809A-225B-4E62-B33F-7ACCB12E02CF}"/>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6BA26FAF-1F28-4EEB-B9D2-4BAA07C12A51}"/>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135">
            <a:extLst>
              <a:ext uri="{FF2B5EF4-FFF2-40B4-BE49-F238E27FC236}">
                <ns2:creationId id="{DCD66911-B684-43A5-BECE-6EB490C2D45F}"/>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36">
            <a:extLst>
              <a:ext uri="{FF2B5EF4-FFF2-40B4-BE49-F238E27FC236}">
                <ns2:creationId id="{007C9686-AD5C-4469-BDAE-8F387E3B072D}"/>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37">
            <a:extLst>
              <a:ext uri="{FF2B5EF4-FFF2-40B4-BE49-F238E27FC236}">
                <ns2:creationId id="{6792C1A4-1DDE-4E6A-902D-F89F19639D22}"/>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38">
            <a:extLst>
              <a:ext uri="{FF2B5EF4-FFF2-40B4-BE49-F238E27FC236}">
                <ns2:creationId id="{DFCDFD2E-EE43-4263-A0F7-CCB41C06379F}"/>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독립 생산을 병렬 시작 / 양쪽 준비 후 결합</a:t>
            </a:r>
            <a:endParaRPr lang="ko-KR">
              <a:latin typeface="Calibri"/>
              <a:ea typeface="Calibri"/>
              <a:cs typeface="Calibri"/>
            </a:endParaRPr>
          </a:p>
        </p:txBody>
      </p:sp>
      <p:sp>
        <p:nvSpPr>
          <p:cNvPr id="64" name="DP3 object 139">
            <a:extLst>
              <a:ext uri="{FF2B5EF4-FFF2-40B4-BE49-F238E27FC236}">
                <ns2:creationId id="{2AD4CC23-DAE1-4CAB-8D80-9B7B347BC59B}"/>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40">
            <a:extLst>
              <a:ext uri="{FF2B5EF4-FFF2-40B4-BE49-F238E27FC236}">
                <ns2:creationId id="{FEA1B753-7CA0-424A-9AC6-C19DEF894D2C}"/>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64340795-9376-44AE-A881-4B2C1F655692}"/>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141">
            <a:extLst>
              <a:ext uri="{FF2B5EF4-FFF2-40B4-BE49-F238E27FC236}">
                <ns2:creationId id="{37877509-7608-43D2-9100-C6C0D815ED8F}"/>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42">
            <a:extLst>
              <a:ext uri="{FF2B5EF4-FFF2-40B4-BE49-F238E27FC236}">
                <ns2:creationId id="{EF5B5AA2-824B-402C-9651-986B1825B8A7}"/>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B3CF5537-EADB-4044-B92E-E2F15E68B806}"/>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143">
            <a:extLst>
              <a:ext uri="{FF2B5EF4-FFF2-40B4-BE49-F238E27FC236}">
                <ns2:creationId id="{ACAD4623-0FA4-4AB0-9017-F8870A3D056F}"/>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44">
            <a:extLst>
              <a:ext uri="{FF2B5EF4-FFF2-40B4-BE49-F238E27FC236}">
                <ns2:creationId id="{BB22C5CC-13E2-41F3-B9A2-5B93E64DC053}"/>
              </a:ext>
            </a:extLst>
          </p:cNvPr>
          <p:cNvSpPr>
            <a:spLocks noGrp="1"/>
          </p:cNvSpPr>
          <p:nvPr/>
        </p:nvSpPr>
        <p:spPr>
          <a:xfrm>
            <a:off x="10401300" y="4095750"/>
            <a:ext cx="1409700" cy="9429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동일 호출 한도 K</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독립 병렬 시작</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부족한 원본 확장</a:t>
            </a:r>
            <a:endParaRPr lang="ko-KR">
              <a:latin typeface="Calibri"/>
              <a:ea typeface="Calibri"/>
              <a:cs typeface="Calibri"/>
            </a:endParaRPr>
          </a:p>
        </p:txBody>
      </p:sp>
      <p:sp>
        <p:nvSpPr>
          <p:cNvPr id="72" name="Speech Reference&#10;Producer">
            <a:extLst>
              <a:ext uri="{FF2B5EF4-FFF2-40B4-BE49-F238E27FC236}">
                <ns2:creationId id="{BF7870F6-541D-4DD8-8395-1FF68D8CB9C6}"/>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145">
            <a:extLst>
              <a:ext uri="{FF2B5EF4-FFF2-40B4-BE49-F238E27FC236}">
                <ns2:creationId id="{CF95368F-0441-4234-B3D4-1F2974EF7EB7}"/>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A9C1F9F5-1A0C-47D9-8CB1-41C396F68781}"/>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146">
            <a:extLst>
              <a:ext uri="{FF2B5EF4-FFF2-40B4-BE49-F238E27FC236}">
                <ns2:creationId id="{9E356A4C-6874-44A8-8F57-9076A0F66A0A}"/>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47">
            <a:extLst>
              <a:ext uri="{FF2B5EF4-FFF2-40B4-BE49-F238E27FC236}">
                <ns2:creationId id="{AD484A42-45BE-447B-BA37-40A76F8461D2}"/>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48">
            <a:extLst>
              <a:ext uri="{FF2B5EF4-FFF2-40B4-BE49-F238E27FC236}">
                <ns2:creationId id="{34F4AAA9-2C70-41FA-8207-55A850D3BD29}"/>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49">
            <a:extLst>
              <a:ext uri="{FF2B5EF4-FFF2-40B4-BE49-F238E27FC236}">
                <ns2:creationId id="{FA41542D-D9F3-40A6-A201-9F90AFE7DBA8}"/>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50">
            <a:extLst>
              <a:ext uri="{FF2B5EF4-FFF2-40B4-BE49-F238E27FC236}">
                <ns2:creationId id="{CEE043B5-B923-4BBE-84FA-9B0F53A73CC8}"/>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51">
            <a:extLst>
              <a:ext uri="{FF2B5EF4-FFF2-40B4-BE49-F238E27FC236}">
                <ns2:creationId id="{F359F40B-0DFC-4881-8D4C-CDB7753A60E2}"/>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52">
            <a:extLst>
              <a:ext uri="{FF2B5EF4-FFF2-40B4-BE49-F238E27FC236}">
                <ns2:creationId id="{5E37433D-C2C7-43F0-BF2F-480A3AD61BA8}"/>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53">
            <a:extLst>
              <a:ext uri="{FF2B5EF4-FFF2-40B4-BE49-F238E27FC236}">
                <ns2:creationId id="{61D6EF6A-82A5-4A60-B16C-1DA9895994D3}"/>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54">
            <a:extLst>
              <a:ext uri="{FF2B5EF4-FFF2-40B4-BE49-F238E27FC236}">
                <ns2:creationId id="{E2ACD25F-B0F1-4FA3-81FF-8772AA46EF1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6E89ACC9-823E-437C-89EA-7E388A8A1889}"/>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55">
            <a:extLst>
              <a:ext uri="{FF2B5EF4-FFF2-40B4-BE49-F238E27FC236}">
                <ns2:creationId id="{D5EB984A-CDCE-4F52-A3D3-5E248D6571FD}"/>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414EB327-4566-4EC5-AE8F-0BDBC1BC5C59}"/>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56">
            <a:extLst>
              <a:ext uri="{FF2B5EF4-FFF2-40B4-BE49-F238E27FC236}">
                <ns2:creationId id="{4AF563D1-7BC1-44E4-998A-6F4AE3F217E4}"/>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57">
            <a:extLst>
              <a:ext uri="{FF2B5EF4-FFF2-40B4-BE49-F238E27FC236}">
                <ns2:creationId id="{A169282F-067D-4960-93A2-408CDDA97C6B}"/>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58">
            <a:extLst>
              <a:ext uri="{FF2B5EF4-FFF2-40B4-BE49-F238E27FC236}">
                <ns2:creationId id="{471EAEFF-DAD3-4D09-9E43-9B3351FE942A}"/>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59">
            <a:extLst>
              <a:ext uri="{FF2B5EF4-FFF2-40B4-BE49-F238E27FC236}">
                <ns2:creationId id="{9E6877E9-44ED-45E2-A009-30D9D1CC72EE}"/>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60">
            <a:extLst>
              <a:ext uri="{FF2B5EF4-FFF2-40B4-BE49-F238E27FC236}">
                <ns2:creationId id="{10DD729C-2B27-4585-BBE9-70E40E282CC9}"/>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972F1132-744D-4113-ACF3-ED18421A5C9D}"/>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61">
            <a:extLst>
              <a:ext uri="{FF2B5EF4-FFF2-40B4-BE49-F238E27FC236}">
                <ns2:creationId id="{E98AF524-00D6-4A59-B846-AF684EE538B6}"/>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62">
            <a:extLst>
              <a:ext uri="{FF2B5EF4-FFF2-40B4-BE49-F238E27FC236}">
                <ns2:creationId id="{6D54E0D3-6509-4173-B65F-31AD04999A75}"/>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63">
            <a:extLst>
              <a:ext uri="{FF2B5EF4-FFF2-40B4-BE49-F238E27FC236}">
                <ns2:creationId id="{23118C8E-04D1-47A9-9E2C-5603E47A9C2F}"/>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64">
            <a:extLst>
              <a:ext uri="{FF2B5EF4-FFF2-40B4-BE49-F238E27FC236}">
                <ns2:creationId id="{F8224BEE-E0A6-4F71-9057-EF5CE3AE1E7E}"/>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65">
            <a:extLst>
              <a:ext uri="{FF2B5EF4-FFF2-40B4-BE49-F238E27FC236}">
                <ns2:creationId id="{D85B5E46-A267-4F26-883D-6CE5381B0772}"/>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924A904-1388-4A84-8AC4-D27916A9A30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66">
            <a:extLst>
              <a:ext uri="{FF2B5EF4-FFF2-40B4-BE49-F238E27FC236}">
                <ns2:creationId id="{91ED4863-0D7B-4601-A314-BAEBCACD1C9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67">
            <a:extLst>
              <a:ext uri="{FF2B5EF4-FFF2-40B4-BE49-F238E27FC236}">
                <ns2:creationId id="{0F15995B-80CA-44EE-A8C2-BD068EF1C501}"/>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68">
            <a:extLst>
              <a:ext uri="{FF2B5EF4-FFF2-40B4-BE49-F238E27FC236}">
                <ns2:creationId id="{47C9AE2C-E924-41CF-BCFB-8A66DA169207}"/>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69">
            <a:extLst>
              <a:ext uri="{FF2B5EF4-FFF2-40B4-BE49-F238E27FC236}">
                <ns2:creationId id="{267543F7-8BDC-4DC3-82D4-D7B18D7F9458}"/>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70">
            <a:extLst>
              <a:ext uri="{FF2B5EF4-FFF2-40B4-BE49-F238E27FC236}">
                <ns2:creationId id="{7F727D2D-3ED2-4035-ABD7-FD19BA15D546}"/>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71">
            <a:extLst>
              <a:ext uri="{FF2B5EF4-FFF2-40B4-BE49-F238E27FC236}">
                <ns2:creationId id="{4C32CF54-7087-4132-86A8-493C1B076DBF}"/>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72">
            <a:extLst>
              <a:ext uri="{FF2B5EF4-FFF2-40B4-BE49-F238E27FC236}">
                <ns2:creationId id="{E190C980-BEE4-4D12-A493-2F7C98C6461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73">
            <a:extLst>
              <a:ext uri="{FF2B5EF4-FFF2-40B4-BE49-F238E27FC236}">
                <ns2:creationId id="{913AE69A-7EBF-4B3B-9BA5-15CAD0C9AB66}"/>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74">
            <a:extLst>
              <a:ext uri="{FF2B5EF4-FFF2-40B4-BE49-F238E27FC236}">
                <ns2:creationId id="{0CB00307-856E-4B91-B8AD-E8DF18B93620}"/>
              </a:ext>
            </a:extLst>
          </p:cNvPr>
          <p:cNvSpPr>
            <a:spLocks noGrp="1"/>
          </p:cNvSpPr>
          <p:nvPr/>
        </p:nvSpPr>
        <p:spPr>
          <a:xfrm>
            <a:off x="14554200" y="3371850"/>
            <a:ext cx="266700" cy="276225"/>
          </a:xfrm>
          <a:prstGeom prst="roundRect">
            <a:avLst>
              <a:gd name="adj" fmla="val 28571"/>
            </a:avLst>
          </a:prstGeom>
          <a:solidFill>
            <a:srgbClr val="C9E1B3"/>
          </a:solidFill>
          <a:ln w="17145">
            <a:solidFill>
              <a:srgbClr val="70A843"/>
            </a:solidFill>
            <a:prstDash val="solid"/>
          </a:ln>
        </p:spPr>
      </p:sp>
      <p:sp>
        <p:nvSpPr>
          <p:cNvPr id="108" name="DP3 object 175">
            <a:extLst>
              <a:ext uri="{FF2B5EF4-FFF2-40B4-BE49-F238E27FC236}">
                <ns2:creationId id="{CC182CC0-5BB7-4094-B152-A84400C4F501}"/>
              </a:ext>
            </a:extLst>
          </p:cNvPr>
          <p:cNvSpPr>
            <a:spLocks noGrp="1"/>
          </p:cNvSpPr>
          <p:nvPr/>
        </p:nvSpPr>
        <p:spPr>
          <a:xfrm>
            <a:off x="145542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9" name="DP3 object 176">
            <a:extLst>
              <a:ext uri="{FF2B5EF4-FFF2-40B4-BE49-F238E27FC236}">
                <ns2:creationId id="{40CAE646-21D5-4155-9960-D9956714A778}"/>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0" name="DP3 object 177">
            <a:extLst>
              <a:ext uri="{FF2B5EF4-FFF2-40B4-BE49-F238E27FC236}">
                <ns2:creationId id="{33B09AB0-4CFB-4FBD-A4AF-939BD5E511DE}"/>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1" name="DP3 object 178">
            <a:extLst>
              <a:ext uri="{FF2B5EF4-FFF2-40B4-BE49-F238E27FC236}">
                <ns2:creationId id="{705548BE-F9B8-46C8-92B7-5B8EDB36AB21}"/>
              </a:ext>
            </a:extLst>
          </p:cNvPr>
          <p:cNvSpPr>
            <a:spLocks noGrp="1"/>
          </p:cNvSpPr>
          <p:nvPr/>
        </p:nvSpPr>
        <p:spPr>
          <a:xfrm>
            <a:off x="14554200" y="4171950"/>
            <a:ext cx="266700" cy="276225"/>
          </a:xfrm>
          <a:prstGeom prst="roundRect">
            <a:avLst>
              <a:gd name="adj" fmla="val 28571"/>
            </a:avLst>
          </a:prstGeom>
          <a:solidFill>
            <a:srgbClr val="C9E1B3"/>
          </a:solidFill>
          <a:ln w="17145">
            <a:solidFill>
              <a:srgbClr val="70A843"/>
            </a:solidFill>
            <a:prstDash val="solid"/>
          </a:ln>
        </p:spPr>
      </p:sp>
      <p:sp>
        <p:nvSpPr>
          <p:cNvPr id="112" name="DP3 object 179">
            <a:extLst>
              <a:ext uri="{FF2B5EF4-FFF2-40B4-BE49-F238E27FC236}">
                <ns2:creationId id="{4ECEF5E2-8C3B-4302-A9A7-3318B2527475}"/>
              </a:ext>
            </a:extLst>
          </p:cNvPr>
          <p:cNvSpPr>
            <a:spLocks noGrp="1"/>
          </p:cNvSpPr>
          <p:nvPr/>
        </p:nvSpPr>
        <p:spPr>
          <a:xfrm>
            <a:off x="1455420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180">
            <a:extLst>
              <a:ext uri="{FF2B5EF4-FFF2-40B4-BE49-F238E27FC236}">
                <ns2:creationId id="{7FDCFF5F-A5BD-447C-B5CF-FD411C54C81C}"/>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181">
            <a:extLst>
              <a:ext uri="{FF2B5EF4-FFF2-40B4-BE49-F238E27FC236}">
                <ns2:creationId id="{8BEB9D21-97F6-404B-9C04-5F08BA6050EF}"/>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8B5D3310-7270-40B1-9830-56C36722AEEA}"/>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182">
            <a:extLst>
              <a:ext uri="{FF2B5EF4-FFF2-40B4-BE49-F238E27FC236}">
                <ns2:creationId id="{16E44573-6241-4A45-847D-16B654CE5187}"/>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183">
            <a:extLst>
              <a:ext uri="{FF2B5EF4-FFF2-40B4-BE49-F238E27FC236}">
                <ns2:creationId id="{C60914A6-CFBB-46CE-BC82-8D07B68FF237}"/>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184">
            <a:extLst>
              <a:ext uri="{FF2B5EF4-FFF2-40B4-BE49-F238E27FC236}">
                <ns2:creationId id="{9F694702-6600-40DF-B4A3-00A89F520935}"/>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DP3 object 185">
            <a:extLst>
              <a:ext uri="{FF2B5EF4-FFF2-40B4-BE49-F238E27FC236}">
                <ns2:creationId id="{A0CDDA49-BE3A-4487-8473-61FF4430767B}"/>
              </a:ext>
            </a:extLst>
          </p:cNvPr>
          <p:cNvSpPr>
            <a:spLocks noGrp="1"/>
          </p:cNvSpPr>
          <p:nvPr/>
        </p:nvSpPr>
        <p:spPr>
          <a:xfrm>
            <a:off x="266700" y="9848850"/>
            <a:ext cx="17526000" cy="219075"/>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pixel 계약의 A / 병렬 B(기존 B4), 각 12회. 괄호는 관측/예정. 양쪽 미완료가 있어 성공 평균만으로 전체 속도 우열을 정하지 않는다.</a:t>
            </a:r>
            <a:endParaRPr lang="ko-KR">
              <a:latin typeface="Calibri"/>
              <a:ea typeface="Calibri"/>
              <a:cs typeface="Calibri"/>
            </a:endParaRPr>
          </a:p>
        </p:txBody>
      </p:sp>
      <p:sp>
        <p:nvSpPr>
          <p:cNvPr id="120" name="DP3 object 186">
            <a:extLst>
              <a:ext uri="{FF2B5EF4-FFF2-40B4-BE49-F238E27FC236}">
                <ns2:creationId id="{10C99E1E-92A6-4B56-98F4-15C0D25AE2C2}"/>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A 미확정 1회 예약 상한 $0.0729404 별도 보존(실제 청구액 아님). QA04 미측정. RSS는 로컬 Python+Rust. 같은 공통 호출 한도 사용.</a:t>
            </a:r>
            <a:endParaRPr lang="ko-KR">
              <a:latin typeface="Calibri"/>
              <a:ea typeface="Calibri"/>
              <a:cs typeface="Calibri"/>
            </a:endParaRPr>
          </a:p>
        </p:txBody>
      </p:sp>
    </p:spTree>
    <p:extLst>
      <p:ext uri="{BB962C8B-B14F-4D97-AF65-F5344CB8AC3E}">
        <p14:creationId val="268923925"/>
      </p:ext>
    </p:extLst>
  </p:cSld>
</p:sld>
</file>

<file path=ppt/slides/slide1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3 object 187">
            <a:extLst>
              <a:ext uri="{FF2B5EF4-FFF2-40B4-BE49-F238E27FC236}">
                <ns2:creationId id="{C28CDB6C-4E43-48D0-B117-B45DC0F1AE4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(기존 관측과 비교 범위)</a:t>
            </a:r>
            <a:endParaRPr lang="ko-KR">
              <a:latin typeface="Calibri"/>
              <a:ea typeface="Calibri"/>
              <a:cs typeface="Calibri"/>
            </a:endParaRPr>
          </a:p>
        </p:txBody>
      </p:sp>
      <p:sp>
        <p:nvSpPr>
          <p:cNvPr id="2" name="DP3 object 188">
            <a:extLst>
              <a:ext uri="{FF2B5EF4-FFF2-40B4-BE49-F238E27FC236}">
                <ns2:creationId id="{1C85F88C-BAF2-4124-B708-BE7C7628552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89">
            <a:extLst>
              <a:ext uri="{FF2B5EF4-FFF2-40B4-BE49-F238E27FC236}">
                <ns2:creationId id="{6AE39A72-163B-4948-921B-4B927D725A31}"/>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0">
            <a:extLst>
              <a:ext uri="{FF2B5EF4-FFF2-40B4-BE49-F238E27FC236}">
                <ns2:creationId id="{59DC0D03-3FA6-4EAF-82DA-175091C9FC1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1">
            <a:extLst>
              <a:ext uri="{FF2B5EF4-FFF2-40B4-BE49-F238E27FC236}">
                <ns2:creationId id="{2D0D1F48-6673-4EC7-9D9D-5F69AFB1B09D}"/>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2">
            <a:extLst>
              <a:ext uri="{FF2B5EF4-FFF2-40B4-BE49-F238E27FC236}">
                <ns2:creationId id="{E0844CF9-794D-4790-877B-9F5753A6203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93">
            <a:extLst>
              <a:ext uri="{FF2B5EF4-FFF2-40B4-BE49-F238E27FC236}">
                <ns2:creationId id="{B1916A0A-858B-4D5A-B3F0-7FC2C5949B4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94">
            <a:extLst>
              <a:ext uri="{FF2B5EF4-FFF2-40B4-BE49-F238E27FC236}">
                <ns2:creationId id="{FCA7C4D8-5C01-49F7-AB58-57CDCE5AA85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95">
            <a:extLst>
              <a:ext uri="{FF2B5EF4-FFF2-40B4-BE49-F238E27FC236}">
                <ns2:creationId id="{1CD74566-CD08-421C-B74A-87107C87595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96">
            <a:extLst>
              <a:ext uri="{FF2B5EF4-FFF2-40B4-BE49-F238E27FC236}">
                <ns2:creationId id="{C73DD558-A261-4487-A6F0-7697D0AF6D7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97">
            <a:extLst>
              <a:ext uri="{FF2B5EF4-FFF2-40B4-BE49-F238E27FC236}">
                <ns2:creationId id="{C8B3B861-B834-445A-85C9-65EC4679FC5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8">
            <a:extLst>
              <a:ext uri="{FF2B5EF4-FFF2-40B4-BE49-F238E27FC236}">
                <ns2:creationId id="{772FE8EE-4941-4913-82FE-AA731C5A965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9">
            <a:extLst>
              <a:ext uri="{FF2B5EF4-FFF2-40B4-BE49-F238E27FC236}">
                <ns2:creationId id="{EA94BC4F-EA90-4A9C-9A57-5DA5D67E798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21</a:t>
            </a:r>
            <a:endParaRPr lang="ko-KR">
              <a:latin typeface="Calibri"/>
              <a:ea typeface="Calibri"/>
              <a:cs typeface="Calibri"/>
            </a:endParaRPr>
          </a:p>
        </p:txBody>
      </p:sp>
      <p:sp>
        <p:nvSpPr>
          <p:cNvPr id="14" name="DP3 object 200">
            <a:extLst>
              <a:ext uri="{FF2B5EF4-FFF2-40B4-BE49-F238E27FC236}">
                <ns2:creationId id="{264E0D71-6520-46BC-B2F1-0FE6BE32544A}"/>
              </a:ext>
            </a:extLst>
          </p:cNvPr>
          <p:cNvSpPr>
            <a:spLocks noGrp="1"/>
          </p:cNvSpPr>
          <p:nvPr/>
        </p:nvSpPr>
        <p:spPr>
          <a:xfrm>
            <a:off x="428625" y="1323975"/>
            <a:ext cx="17430750" cy="581025"/>
          </a:xfrm>
          <a:prstGeom prst="rect">
            <a:avLst/>
          </a:prstGeom>
          <a:noFill/>
          <a:ln w="0">
            <a:noFill/>
            <a:prstDash val="solid"/>
          </a:ln>
        </p:spPr>
        <p:txBody>
          <a:bodyPr wrap="none" lIns="0" tIns="0" rIns="0" bIns="0" anchor="ctr">
            <a:noAutofit/>
          </a:bodyPr>
          <a:lstStyle>
            <a:defPPr algn="l">
              <a:defRPr sz="2700" b="1" lang="ko-KR">
                <a:solidFill>
                  <a:srgbClr val="4676CB"/>
                </a:solidFill>
                <a:latin typeface="Calibri"/>
                <a:ea typeface="Calibri"/>
                <a:cs typeface="Calibri"/>
              </a:defRPr>
            </a:defPPr>
            <a:lvl1pPr algn="l">
              <a:defRPr sz="2700" b="1" lang="ko-KR">
                <a:solidFill>
                  <a:srgbClr val="4676CB"/>
                </a:solidFill>
                <a:latin typeface="Calibri"/>
                <a:ea typeface="Calibri"/>
                <a:cs typeface="Calibri"/>
              </a:defRPr>
            </a:lvl1pPr>
            <a:lvl2pPr algn="l">
              <a:defRPr sz="2700" b="1" lang="ko-KR">
                <a:solidFill>
                  <a:srgbClr val="4676CB"/>
                </a:solidFill>
                <a:latin typeface="Calibri"/>
                <a:ea typeface="Calibri"/>
                <a:cs typeface="Calibri"/>
              </a:defRPr>
            </a:lvl2pPr>
            <a:lvl3pPr algn="l">
              <a:defRPr sz="2700" b="1" lang="ko-KR">
                <a:solidFill>
                  <a:srgbClr val="4676CB"/>
                </a:solidFill>
                <a:latin typeface="Calibri"/>
                <a:ea typeface="Calibri"/>
                <a:cs typeface="Calibri"/>
              </a:defRPr>
            </a:lvl3pPr>
            <a:lvl4pPr algn="l">
              <a:defRPr sz="2700" b="1" lang="ko-KR">
                <a:solidFill>
                  <a:srgbClr val="4676CB"/>
                </a:solidFill>
                <a:latin typeface="Calibri"/>
                <a:ea typeface="Calibri"/>
                <a:cs typeface="Calibri"/>
              </a:defRPr>
            </a:lvl4pPr>
            <a:lvl5pPr algn="l">
              <a:defRPr sz="2700" b="1" lang="ko-KR">
                <a:solidFill>
                  <a:srgbClr val="4676CB"/>
                </a:solidFill>
                <a:latin typeface="Calibri"/>
                <a:ea typeface="Calibri"/>
                <a:cs typeface="Calibri"/>
              </a:defRPr>
            </a:lvl5pPr>
            <a:lvl6pPr algn="l">
              <a:defRPr sz="2700" b="1" lang="ko-KR">
                <a:solidFill>
                  <a:srgbClr val="4676CB"/>
                </a:solidFill>
                <a:latin typeface="Calibri"/>
                <a:ea typeface="Calibri"/>
                <a:cs typeface="Calibri"/>
              </a:defRPr>
            </a:lvl6pPr>
            <a:lvl7pPr algn="l">
              <a:defRPr sz="2700" b="1" lang="ko-KR">
                <a:solidFill>
                  <a:srgbClr val="4676CB"/>
                </a:solidFill>
                <a:latin typeface="Calibri"/>
                <a:ea typeface="Calibri"/>
                <a:cs typeface="Calibri"/>
              </a:defRPr>
            </a:lvl7pPr>
            <a:lvl8pPr algn="l">
              <a:defRPr sz="2700" b="1" lang="ko-KR">
                <a:solidFill>
                  <a:srgbClr val="4676CB"/>
                </a:solidFill>
                <a:latin typeface="Calibri"/>
                <a:ea typeface="Calibri"/>
                <a:cs typeface="Calibri"/>
              </a:defRPr>
            </a:lvl8pPr>
            <a:lvl9pPr algn="l">
              <a:defRPr sz="2700" b="1" lang="ko-KR">
                <a:solidFill>
                  <a:srgbClr val="4676CB"/>
                </a:solidFill>
                <a:latin typeface="Calibri"/>
                <a:ea typeface="Calibri"/>
                <a:cs typeface="Calibri"/>
              </a:defRPr>
            </a:lvl9pPr>
          </a:lstStyle>
          <a:p>
            <a:pPr algn="l">
              <a:defRPr sz="2700" b="1" lang="ko-KR">
                <a:solidFill>
                  <a:srgbClr val="4676CB"/>
                </a:solidFill>
                <a:latin typeface="Calibri"/>
                <a:ea typeface="Calibri"/>
                <a:cs typeface="Calibri"/>
              </a:defRPr>
            </a:pPr>
            <a:r>
              <a:rPr sz="2700" b="1" lang="ko-KR">
                <a:solidFill>
                  <a:srgbClr val="4676CB"/>
                </a:solidFill>
                <a:latin typeface="Calibri"/>
                <a:ea typeface="Calibri"/>
                <a:cs typeface="Calibri"/>
              </a:rPr>
              <a:t>pixel A와 병렬 B는 실측이 있다. 정규화 병렬 B는 아직 미측정이다.</a:t>
            </a:r>
            <a:endParaRPr lang="ko-KR">
              <a:latin typeface="Calibri"/>
              <a:ea typeface="Calibri"/>
              <a:cs typeface="Calibri"/>
            </a:endParaRPr>
          </a:p>
        </p:txBody>
      </p:sp>
      <p:sp>
        <p:nvSpPr>
          <p:cNvPr id="15" name="DP3 object 201">
            <a:extLst>
              <a:ext uri="{FF2B5EF4-FFF2-40B4-BE49-F238E27FC236}">
                <ns2:creationId id="{CB05A158-AA18-4C8D-8AA8-686B048B88E6}"/>
              </a:ext>
            </a:extLst>
          </p:cNvPr>
          <p:cNvSpPr>
            <a:spLocks noGrp="1"/>
          </p:cNvSpPr>
          <p:nvPr/>
        </p:nvSpPr>
        <p:spPr>
          <a:xfrm>
            <a:off x="619125" y="21526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이전 정규화 비교 — 당시 실행한 A와 순차 B의 이력</a:t>
            </a:r>
            <a:endParaRPr lang="ko-KR">
              <a:latin typeface="Calibri"/>
              <a:ea typeface="Calibri"/>
              <a:cs typeface="Calibri"/>
            </a:endParaRPr>
          </a:p>
        </p:txBody>
      </p:sp>
      <p:graphicFrame>
        <p:nvGraphicFramePr>
          <p:cNvPr id="16" name="">
            <a:extLst>
              <a:ext uri="{FF2B5EF4-FFF2-40B4-BE49-F238E27FC236}">
                <ns2:creationId id="{EFF33258-3422-4B20-86D4-A6FA7A53F2C0}"/>
              </a:ext>
            </a:extLst>
          </p:cNvPr>
          <p:cNvGraphicFramePr/>
          <p:nvPr/>
        </p:nvGraphicFramePr>
        <p:xfrm>
          <a:off x="619125" y="2724150"/>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15 / 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 생산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42 / 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2">
            <a:extLst>
              <a:ext uri="{FF2B5EF4-FFF2-40B4-BE49-F238E27FC236}">
                <ns2:creationId id="{83672CE7-667A-4AEB-805C-5D8427B508F0}"/>
              </a:ext>
            </a:extLst>
          </p:cNvPr>
          <p:cNvSpPr>
            <a:spLocks noGrp="1"/>
          </p:cNvSpPr>
          <p:nvPr/>
        </p:nvSpPr>
        <p:spPr>
          <a:xfrm>
            <a:off x="619125" y="4819650"/>
            <a:ext cx="17049750" cy="381000"/>
          </a:xfrm>
          <a:prstGeom prst="rect">
            <a:avLst/>
          </a:prstGeom>
          <a:noFill/>
          <a:ln w="0">
            <a:noFill/>
            <a:prstDash val="solid"/>
          </a:ln>
        </p:spPr>
        <p:txBody>
          <a:bodyPr wrap="none" lIns="0" tIns="0" rIns="0" bIns="0" anchor="ctr">
            <a:noAutofit/>
          </a:bodyPr>
          <a:lstStyle>
            <a:defPPr algn="l">
              <a:defRPr sz="1900" b="0" lang="ko-KR">
                <a:solidFill>
                  <a:srgbClr val="C00000"/>
                </a:solidFill>
                <a:latin typeface="Calibri"/>
                <a:ea typeface="Calibri"/>
                <a:cs typeface="Calibri"/>
              </a:defRPr>
            </a:defPPr>
            <a:lvl1pPr algn="l">
              <a:defRPr sz="1900" b="0" lang="ko-KR">
                <a:solidFill>
                  <a:srgbClr val="C00000"/>
                </a:solidFill>
                <a:latin typeface="Calibri"/>
                <a:ea typeface="Calibri"/>
                <a:cs typeface="Calibri"/>
              </a:defRPr>
            </a:lvl1pPr>
            <a:lvl2pPr algn="l">
              <a:defRPr sz="1900" b="0" lang="ko-KR">
                <a:solidFill>
                  <a:srgbClr val="C00000"/>
                </a:solidFill>
                <a:latin typeface="Calibri"/>
                <a:ea typeface="Calibri"/>
                <a:cs typeface="Calibri"/>
              </a:defRPr>
            </a:lvl2pPr>
            <a:lvl3pPr algn="l">
              <a:defRPr sz="1900" b="0" lang="ko-KR">
                <a:solidFill>
                  <a:srgbClr val="C00000"/>
                </a:solidFill>
                <a:latin typeface="Calibri"/>
                <a:ea typeface="Calibri"/>
                <a:cs typeface="Calibri"/>
              </a:defRPr>
            </a:lvl3pPr>
            <a:lvl4pPr algn="l">
              <a:defRPr sz="1900" b="0" lang="ko-KR">
                <a:solidFill>
                  <a:srgbClr val="C00000"/>
                </a:solidFill>
                <a:latin typeface="Calibri"/>
                <a:ea typeface="Calibri"/>
                <a:cs typeface="Calibri"/>
              </a:defRPr>
            </a:lvl4pPr>
            <a:lvl5pPr algn="l">
              <a:defRPr sz="1900" b="0" lang="ko-KR">
                <a:solidFill>
                  <a:srgbClr val="C00000"/>
                </a:solidFill>
                <a:latin typeface="Calibri"/>
                <a:ea typeface="Calibri"/>
                <a:cs typeface="Calibri"/>
              </a:defRPr>
            </a:lvl5pPr>
            <a:lvl6pPr algn="l">
              <a:defRPr sz="1900" b="0" lang="ko-KR">
                <a:solidFill>
                  <a:srgbClr val="C00000"/>
                </a:solidFill>
                <a:latin typeface="Calibri"/>
                <a:ea typeface="Calibri"/>
                <a:cs typeface="Calibri"/>
              </a:defRPr>
            </a:lvl6pPr>
            <a:lvl7pPr algn="l">
              <a:defRPr sz="1900" b="0" lang="ko-KR">
                <a:solidFill>
                  <a:srgbClr val="C00000"/>
                </a:solidFill>
                <a:latin typeface="Calibri"/>
                <a:ea typeface="Calibri"/>
                <a:cs typeface="Calibri"/>
              </a:defRPr>
            </a:lvl7pPr>
            <a:lvl8pPr algn="l">
              <a:defRPr sz="1900" b="0" lang="ko-KR">
                <a:solidFill>
                  <a:srgbClr val="C00000"/>
                </a:solidFill>
                <a:latin typeface="Calibri"/>
                <a:ea typeface="Calibri"/>
                <a:cs typeface="Calibri"/>
              </a:defRPr>
            </a:lvl8pPr>
            <a:lvl9pPr algn="l">
              <a:defRPr sz="1900" b="0" lang="ko-KR">
                <a:solidFill>
                  <a:srgbClr val="C00000"/>
                </a:solidFill>
                <a:latin typeface="Calibri"/>
                <a:ea typeface="Calibri"/>
                <a:cs typeface="Calibri"/>
              </a:defRPr>
            </a:lvl9pPr>
          </a:lstStyle>
          <a:p>
            <a:pPr algn="l">
              <a:defRPr sz="1900" b="0" lang="ko-KR">
                <a:solidFill>
                  <a:srgbClr val="C00000"/>
                </a:solidFill>
                <a:latin typeface="Calibri"/>
                <a:ea typeface="Calibri"/>
                <a:cs typeface="Calibri"/>
              </a:defRPr>
            </a:pPr>
            <a:r>
              <a:rPr sz="1900" b="0" lang="ko-KR">
                <a:solidFill>
                  <a:srgbClr val="C00000"/>
                </a:solidFill>
                <a:latin typeface="Calibri"/>
                <a:ea typeface="Calibri"/>
                <a:cs typeface="Calibri"/>
              </a:rPr>
              <a:t>B의 밀집 화면 3회 미완료 유지. 정답 대상 ID를 제안했어도 공간 근거가 지시점을 포함하지 못했다.</a:t>
            </a:r>
            <a:endParaRPr lang="ko-KR">
              <a:latin typeface="Calibri"/>
              <a:ea typeface="Calibri"/>
              <a:cs typeface="Calibri"/>
            </a:endParaRPr>
          </a:p>
        </p:txBody>
      </p:sp>
      <p:sp>
        <p:nvSpPr>
          <p:cNvPr id="18" name="DP3 object 203">
            <a:extLst>
              <a:ext uri="{FF2B5EF4-FFF2-40B4-BE49-F238E27FC236}">
                <ns2:creationId id="{EB4DC984-3567-455F-9EED-D77CF956BDF7}"/>
              </a:ext>
            </a:extLst>
          </p:cNvPr>
          <p:cNvSpPr>
            <a:spLocks noGrp="1"/>
          </p:cNvSpPr>
          <p:nvPr/>
        </p:nvSpPr>
        <p:spPr>
          <a:xfrm>
            <a:off x="619125" y="54673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pixel 비교 — A와 독립 병렬 기본 B(기존 실행 ID: B4)</a:t>
            </a:r>
            <a:endParaRPr lang="ko-KR">
              <a:latin typeface="Calibri"/>
              <a:ea typeface="Calibri"/>
              <a:cs typeface="Calibri"/>
            </a:endParaRPr>
          </a:p>
        </p:txBody>
      </p:sp>
      <p:graphicFrame>
        <p:nvGraphicFramePr>
          <p:cNvPr id="19" name="">
            <a:extLst>
              <a:ext uri="{FF2B5EF4-FFF2-40B4-BE49-F238E27FC236}">
                <ns2:creationId id="{5ADF1108-DAEE-453D-B286-2DE63554CEBF}"/>
              </a:ext>
            </a:extLst>
          </p:cNvPr>
          <p:cNvGraphicFramePr/>
          <p:nvPr/>
        </p:nvGraphicFramePr>
        <p:xfrm>
          <a:off x="619125" y="6048375"/>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 / 0.0339156*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병렬 B (기존 B4)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40 / 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0" name="DP3 object 204">
            <a:extLst>
              <a:ext uri="{FF2B5EF4-FFF2-40B4-BE49-F238E27FC236}">
                <ns2:creationId id="{7D1E198A-B207-4CE1-82FC-E8E34C81F1F5}"/>
              </a:ext>
            </a:extLst>
          </p:cNvPr>
          <p:cNvSpPr>
            <a:spLocks noGrp="1"/>
          </p:cNvSpPr>
          <p:nvPr/>
        </p:nvSpPr>
        <p:spPr>
          <a:xfrm>
            <a:off x="619125" y="8105775"/>
            <a:ext cx="17049750" cy="3905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 A 비용은 확정분만 표시. 미확정 1회 예약 상한 $0.0729404를 별도 보존하며 실제 청구액으로 보지 않는다.</a:t>
            </a:r>
            <a:endParaRPr lang="ko-KR">
              <a:latin typeface="Calibri"/>
              <a:ea typeface="Calibri"/>
              <a:cs typeface="Calibri"/>
            </a:endParaRPr>
          </a:p>
        </p:txBody>
      </p:sp>
      <p:sp>
        <p:nvSpPr>
          <p:cNvPr id="21" name="DP3 object 205">
            <a:extLst>
              <a:ext uri="{FF2B5EF4-FFF2-40B4-BE49-F238E27FC236}">
                <ns2:creationId id="{76A69E17-B673-41DB-8618-B09643AFF9EC}"/>
              </a:ext>
            </a:extLst>
          </p:cNvPr>
          <p:cNvSpPr>
            <a:spLocks noGrp="1"/>
          </p:cNvSpPr>
          <p:nvPr/>
        </p:nvSpPr>
        <p:spPr>
          <a:xfrm>
            <a:off x="619125" y="8848725"/>
            <a:ext cx="2381250" cy="4667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현재 판단</a:t>
            </a:r>
            <a:endParaRPr lang="ko-KR">
              <a:latin typeface="Calibri"/>
              <a:ea typeface="Calibri"/>
              <a:cs typeface="Calibri"/>
            </a:endParaRPr>
          </a:p>
        </p:txBody>
      </p:sp>
      <p:sp>
        <p:nvSpPr>
          <p:cNvPr id="22" name="DP3 object 206">
            <a:extLst>
              <a:ext uri="{FF2B5EF4-FFF2-40B4-BE49-F238E27FC236}">
                <ns2:creationId id="{D6AE47EE-8EAA-4F2E-AC23-DC1F47677420}"/>
              </a:ext>
            </a:extLst>
          </p:cNvPr>
          <p:cNvSpPr>
            <a:spLocks noGrp="1"/>
          </p:cNvSpPr>
          <p:nvPr/>
        </p:nvSpPr>
        <p:spPr>
          <a:xfrm>
            <a:off x="3048000" y="8848725"/>
            <a:ext cx="14287500" cy="4667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pixel A/B 모두 미완료. 첫 응답·완료의 누락을 포함해 전체 선택을 미확정으로 둔다.</a:t>
            </a:r>
            <a:endParaRPr lang="ko-KR">
              <a:latin typeface="Calibri"/>
              <a:ea typeface="Calibri"/>
              <a:cs typeface="Calibri"/>
            </a:endParaRPr>
          </a:p>
        </p:txBody>
      </p:sp>
      <p:sp>
        <p:nvSpPr>
          <p:cNvPr id="23" name="DP3 object 207">
            <a:extLst>
              <a:ext uri="{FF2B5EF4-FFF2-40B4-BE49-F238E27FC236}">
                <ns2:creationId id="{5E54B630-002C-4CD5-B350-2D5219A1DC1F}"/>
              </a:ext>
            </a:extLst>
          </p:cNvPr>
          <p:cNvSpPr>
            <a:spLocks noGrp="1"/>
          </p:cNvSpPr>
          <p:nvPr/>
        </p:nvSpPr>
        <p:spPr>
          <a:xfrm>
            <a:off x="619125" y="9601200"/>
            <a:ext cx="17049750" cy="342900"/>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기존 B4를 병렬 기본 B의 pixel 관측으로 활용한다. 원래 실행 ID와 실패는 유지하며, 정규화 A 수치와 혼합하지 않는다.</a:t>
            </a:r>
            <a:endParaRPr lang="ko-KR">
              <a:latin typeface="Calibri"/>
              <a:ea typeface="Calibri"/>
              <a:cs typeface="Calibri"/>
            </a:endParaRPr>
          </a:p>
        </p:txBody>
      </p:sp>
    </p:spTree>
    <p:extLst>
      <p:ext uri="{BB962C8B-B14F-4D97-AF65-F5344CB8AC3E}">
        <p14:creationId val="1537890082"/>
      </p:ext>
    </p:extLst>
  </p:cSld>
</p:sld>
</file>

<file path=ppt/slides/slide1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08">
            <a:extLst>
              <a:ext uri="{FF2B5EF4-FFF2-40B4-BE49-F238E27FC236}">
                <ns2:creationId id="{CAD04E6D-E5F1-4CA5-95BD-0D5DC1D78B2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(별도 복구 관측)</a:t>
            </a:r>
            <a:endParaRPr lang="ko-KR">
              <a:latin typeface="Calibri"/>
              <a:ea typeface="Calibri"/>
              <a:cs typeface="Calibri"/>
            </a:endParaRPr>
          </a:p>
        </p:txBody>
      </p:sp>
      <p:sp>
        <p:nvSpPr>
          <p:cNvPr id="2" name="DP3 object 209">
            <a:extLst>
              <a:ext uri="{FF2B5EF4-FFF2-40B4-BE49-F238E27FC236}">
                <ns2:creationId id="{97B9B85E-8574-4E8E-911D-FBA3ABF2FC7C}"/>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0">
            <a:extLst>
              <a:ext uri="{FF2B5EF4-FFF2-40B4-BE49-F238E27FC236}">
                <ns2:creationId id="{3E6E632A-7571-4A13-94AC-13996A76B59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1">
            <a:extLst>
              <a:ext uri="{FF2B5EF4-FFF2-40B4-BE49-F238E27FC236}">
                <ns2:creationId id="{C1515EC4-AE77-4E79-94D4-A28FD7D71E4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12">
            <a:extLst>
              <a:ext uri="{FF2B5EF4-FFF2-40B4-BE49-F238E27FC236}">
                <ns2:creationId id="{FD77D0EF-D231-44AB-A09D-0E32D9D2F2F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13">
            <a:extLst>
              <a:ext uri="{FF2B5EF4-FFF2-40B4-BE49-F238E27FC236}">
                <ns2:creationId id="{D25A1B33-4668-44F7-9423-5E59455B47C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14">
            <a:extLst>
              <a:ext uri="{FF2B5EF4-FFF2-40B4-BE49-F238E27FC236}">
                <ns2:creationId id="{A9307D3D-587B-4892-9FC0-FF78FF362CC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15">
            <a:extLst>
              <a:ext uri="{FF2B5EF4-FFF2-40B4-BE49-F238E27FC236}">
                <ns2:creationId id="{19A92B03-D4A6-4BA4-A9A7-50A37CCE3E0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16">
            <a:extLst>
              <a:ext uri="{FF2B5EF4-FFF2-40B4-BE49-F238E27FC236}">
                <ns2:creationId id="{BF9176DE-1B27-44E9-94A5-3D987EE444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17">
            <a:extLst>
              <a:ext uri="{FF2B5EF4-FFF2-40B4-BE49-F238E27FC236}">
                <ns2:creationId id="{94AF2D9C-9FBF-4CA9-ABDF-7795DFEA00E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18">
            <a:extLst>
              <a:ext uri="{FF2B5EF4-FFF2-40B4-BE49-F238E27FC236}">
                <ns2:creationId id="{8E051A9F-4961-4E00-B176-9D6165279F2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19">
            <a:extLst>
              <a:ext uri="{FF2B5EF4-FFF2-40B4-BE49-F238E27FC236}">
                <ns2:creationId id="{E8310E5C-4461-490B-B878-3C542ADC71D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20">
            <a:extLst>
              <a:ext uri="{FF2B5EF4-FFF2-40B4-BE49-F238E27FC236}">
                <ns2:creationId id="{EFEA2D44-9D67-48A8-BA2C-7AFD214D87C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13 / 21</a:t>
            </a:r>
            <a:endParaRPr lang="ko-KR">
              <a:latin typeface="Calibri"/>
              <a:ea typeface="Calibri"/>
              <a:cs typeface="Calibri"/>
            </a:endParaRPr>
          </a:p>
        </p:txBody>
      </p:sp>
      <p:sp>
        <p:nvSpPr>
          <p:cNvPr id="14" name="DP3 object 221">
            <a:extLst>
              <a:ext uri="{FF2B5EF4-FFF2-40B4-BE49-F238E27FC236}">
                <ns2:creationId id="{59086D14-B836-4DF3-9C20-3F434F56F493}"/>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2">
            <a:extLst>
              <a:ext uri="{FF2B5EF4-FFF2-40B4-BE49-F238E27FC236}">
                <ns2:creationId id="{23FE3B7B-7A46-439E-909B-49CB967C3A7B}"/>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pixel 실험의 A와 A2+A5 비교. 정규화 병렬 기본 B와의 재비교 결과는 아니다.</a:t>
            </a:r>
            <a:endParaRPr lang="ko-KR">
              <a:latin typeface="Calibri"/>
              <a:ea typeface="Calibri"/>
              <a:cs typeface="Calibri"/>
            </a:endParaRPr>
          </a:p>
        </p:txBody>
      </p:sp>
      <p:sp>
        <p:nvSpPr>
          <p:cNvPr id="16" name="DP3 object 223">
            <a:extLst>
              <a:ext uri="{FF2B5EF4-FFF2-40B4-BE49-F238E27FC236}">
                <ns2:creationId id="{A9B1238B-6676-4A22-B366-24FC2D4ACAB5}"/>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4">
            <a:extLst>
              <a:ext uri="{FF2B5EF4-FFF2-40B4-BE49-F238E27FC236}">
                <ns2:creationId id="{FAA9FBC4-33A6-47B8-B555-80C5389EFC8D}"/>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5">
            <a:extLst>
              <a:ext uri="{FF2B5EF4-FFF2-40B4-BE49-F238E27FC236}">
                <ns2:creationId id="{82F5315B-B3E6-458D-987F-4CE7D93FF8D4}"/>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8D7134C5-4EA6-4C91-BA5D-EF3AC4030266}"/>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6">
            <a:extLst>
              <a:ext uri="{FF2B5EF4-FFF2-40B4-BE49-F238E27FC236}">
                <ns2:creationId id="{E5490C50-6F9A-48E8-B299-431292BFE3B9}"/>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7">
            <a:extLst>
              <a:ext uri="{FF2B5EF4-FFF2-40B4-BE49-F238E27FC236}">
                <ns2:creationId id="{70B25D95-E5D8-48E3-A22E-01A4CC7E7CD2}"/>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8">
            <a:extLst>
              <a:ext uri="{FF2B5EF4-FFF2-40B4-BE49-F238E27FC236}">
                <ns2:creationId id="{37F195BA-FCEA-48E4-A48D-5065F52DEEAA}"/>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4FEFD671-9D7F-4068-AF7B-19C04B6B05D4}"/>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29">
            <a:extLst>
              <a:ext uri="{FF2B5EF4-FFF2-40B4-BE49-F238E27FC236}">
                <ns2:creationId id="{281141BB-1F01-44E3-BDD9-A66666D09301}"/>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0">
            <a:extLst>
              <a:ext uri="{FF2B5EF4-FFF2-40B4-BE49-F238E27FC236}">
                <ns2:creationId id="{63C25E6E-DEFB-4133-BD54-76D12AD1CF62}"/>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1">
            <a:extLst>
              <a:ext uri="{FF2B5EF4-FFF2-40B4-BE49-F238E27FC236}">
                <ns2:creationId id="{B2B29AC3-7DDE-4CC3-B01D-82395650D3E2}"/>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2">
            <a:extLst>
              <a:ext uri="{FF2B5EF4-FFF2-40B4-BE49-F238E27FC236}">
                <ns2:creationId id="{B23D3D1B-C716-4F23-8A18-BA5B17ABD034}"/>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DD8F9EAB-4791-4E6D-80A0-03EED4FC4322}"/>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3">
            <a:extLst>
              <a:ext uri="{FF2B5EF4-FFF2-40B4-BE49-F238E27FC236}">
                <ns2:creationId id="{0CBA3E9A-B1A4-4254-A54C-D14F7F125CAB}"/>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4">
            <a:extLst>
              <a:ext uri="{FF2B5EF4-FFF2-40B4-BE49-F238E27FC236}">
                <ns2:creationId id="{681B1BF4-8B7E-405A-99CF-B13DE263728D}"/>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5">
            <a:extLst>
              <a:ext uri="{FF2B5EF4-FFF2-40B4-BE49-F238E27FC236}">
                <ns2:creationId id="{12D4120F-D044-468F-8CF8-2D9417F9FD3C}"/>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D213B17A-F785-400B-8AC5-6FA686437A3E}"/>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6">
            <a:extLst>
              <a:ext uri="{FF2B5EF4-FFF2-40B4-BE49-F238E27FC236}">
                <ns2:creationId id="{284B032F-DAFE-4EDD-BC0B-15B1798DE2E6}"/>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7">
            <a:extLst>
              <a:ext uri="{FF2B5EF4-FFF2-40B4-BE49-F238E27FC236}">
                <ns2:creationId id="{D0332067-8695-44F3-87F1-BA9E56990F8F}"/>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8">
            <a:extLst>
              <a:ext uri="{FF2B5EF4-FFF2-40B4-BE49-F238E27FC236}">
                <ns2:creationId id="{5EE9859F-6669-4921-A705-BEA878611743}"/>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5FEC3F33-1295-43E3-A678-57043E469DB5}"/>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39">
            <a:extLst>
              <a:ext uri="{FF2B5EF4-FFF2-40B4-BE49-F238E27FC236}">
                <ns2:creationId id="{BDF498B3-EFA9-4104-903A-7A8885548272}"/>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0">
            <a:extLst>
              <a:ext uri="{FF2B5EF4-FFF2-40B4-BE49-F238E27FC236}">
                <ns2:creationId id="{04C7D60F-11C9-4EE6-BA5D-F843B0976C2C}"/>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1">
            <a:extLst>
              <a:ext uri="{FF2B5EF4-FFF2-40B4-BE49-F238E27FC236}">
                <ns2:creationId id="{08D5F60E-24C3-4766-A4B1-218A97888181}"/>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지칭 집합  19/24 → 24/24</a:t>
            </a:r>
            <a:endParaRPr lang="ko-KR">
              <a:latin typeface="Calibri"/>
              <a:ea typeface="Calibri"/>
              <a:cs typeface="Calibri"/>
            </a:endParaRPr>
          </a:p>
        </p:txBody>
      </p:sp>
      <p:graphicFrame>
        <p:nvGraphicFramePr>
          <p:cNvPr id="40" name="">
            <a:extLst>
              <a:ext uri="{FF2B5EF4-FFF2-40B4-BE49-F238E27FC236}">
                <ns2:creationId id="{9C2B5C5E-A0AF-4189-B873-7BE33C43BD82}"/>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2">
            <a:extLst>
              <a:ext uri="{FF2B5EF4-FFF2-40B4-BE49-F238E27FC236}">
                <ns2:creationId id="{64CA6977-7304-4D39-A089-BE2804F89EC9}"/>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3">
            <a:extLst>
              <a:ext uri="{FF2B5EF4-FFF2-40B4-BE49-F238E27FC236}">
                <ns2:creationId id="{DBA91EDD-9C91-46D1-993F-16E8F9B2A61B}"/>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4">
            <a:extLst>
              <a:ext uri="{FF2B5EF4-FFF2-40B4-BE49-F238E27FC236}">
                <ns2:creationId id="{8C1E91F3-2198-41A4-90B7-7DA2B85D0850}"/>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5">
            <a:extLst>
              <a:ext uri="{FF2B5EF4-FFF2-40B4-BE49-F238E27FC236}">
                <ns2:creationId id="{0F15266C-D692-4FA8-8B54-B566931E2949}"/>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6">
            <a:extLst>
              <a:ext uri="{FF2B5EF4-FFF2-40B4-BE49-F238E27FC236}">
                <ns2:creationId id="{E8174A21-1ACE-4A29-854E-05B61614D186}"/>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7">
            <a:extLst>
              <a:ext uri="{FF2B5EF4-FFF2-40B4-BE49-F238E27FC236}">
                <ns2:creationId id="{A69864DD-7D96-4F2F-823B-E9D8A0EF7B4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546004694"/>
      </p:ext>
    </p:extLst>
  </p:cSld>
</p:sld>
</file>

<file path=ppt/slides/slide21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DP5 object 1">
            <a:extLst>
              <a:ext uri="{FF2B5EF4-FFF2-40B4-BE49-F238E27FC236}">
                <ns2:creationId id="{4E3E62C8-A12A-4311-864A-F43622B4954B}"/>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(배경)</a:t>
            </a:r>
            <a:endParaRPr lang="ko-KR">
              <a:latin typeface="Calibri"/>
              <a:ea typeface="Calibri"/>
              <a:cs typeface="Calibri"/>
            </a:endParaRPr>
          </a:p>
        </p:txBody>
      </p:sp>
      <p:sp>
        <p:nvSpPr>
          <p:cNvPr id="2" name="DP5 object 2">
            <a:extLst>
              <a:ext uri="{FF2B5EF4-FFF2-40B4-BE49-F238E27FC236}">
                <ns2:creationId id="{3EE55E11-4603-4128-9341-A61AEF3AAC0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3">
            <a:extLst>
              <a:ext uri="{FF2B5EF4-FFF2-40B4-BE49-F238E27FC236}">
                <ns2:creationId id="{20A84A57-907E-48B6-B5E9-766FD3BDA14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
            <a:extLst>
              <a:ext uri="{FF2B5EF4-FFF2-40B4-BE49-F238E27FC236}">
                <ns2:creationId id="{9FE90591-919D-456F-BD27-C588990BA02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5">
            <a:extLst>
              <a:ext uri="{FF2B5EF4-FFF2-40B4-BE49-F238E27FC236}">
                <ns2:creationId id="{BA3EA40E-007F-4931-B76B-31B1F9C6F70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6">
            <a:extLst>
              <a:ext uri="{FF2B5EF4-FFF2-40B4-BE49-F238E27FC236}">
                <ns2:creationId id="{CECC7BB9-EC21-4456-930A-C2755D5B88A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7">
            <a:extLst>
              <a:ext uri="{FF2B5EF4-FFF2-40B4-BE49-F238E27FC236}">
                <ns2:creationId id="{2F27D48D-A3B4-443A-81BE-EB64DF51EBC8}"/>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8">
            <a:extLst>
              <a:ext uri="{FF2B5EF4-FFF2-40B4-BE49-F238E27FC236}">
                <ns2:creationId id="{CCF81C3E-39E2-4420-805D-A5FFD577EEC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9">
            <a:extLst>
              <a:ext uri="{FF2B5EF4-FFF2-40B4-BE49-F238E27FC236}">
                <ns2:creationId id="{35E4D29C-F6BF-4C8E-AE8A-6E10077181D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0">
            <a:extLst>
              <a:ext uri="{FF2B5EF4-FFF2-40B4-BE49-F238E27FC236}">
                <ns2:creationId id="{8885AAD2-7D06-4528-ACD2-D0A1A94CF9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1">
            <a:extLst>
              <a:ext uri="{FF2B5EF4-FFF2-40B4-BE49-F238E27FC236}">
                <ns2:creationId id="{DFDA9B18-E3E5-4F43-8B6D-3616D497432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DF7E5F65-C4CF-4889-975D-C30189FD0A4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190120-15D9-46E4-B7B8-F9234C67D766}"/>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18 / 21</a:t>
            </a:r>
            <a:endParaRPr lang="ko-KR">
              <a:latin typeface="Calibri"/>
              <a:ea typeface="Calibri"/>
              <a:cs typeface="Calibri"/>
            </a:endParaRPr>
          </a:p>
        </p:txBody>
      </p:sp>
      <p:sp>
        <p:nvSpPr>
          <p:cNvPr id="14" name="DP5 object 14">
            <a:extLst>
              <a:ext uri="{FF2B5EF4-FFF2-40B4-BE49-F238E27FC236}">
                <ns2:creationId id="{035EC443-7AB5-4C38-ABF1-D5D410489D31}"/>
              </a:ext>
            </a:extLst>
          </p:cNvPr>
          <p:cNvSpPr>
            <a:spLocks noGrp="1"/>
          </p:cNvSpPr>
          <p:nvPr/>
        </p:nvSpPr>
        <p:spPr>
          <a:xfrm>
            <a:off x="628650" y="1381125"/>
            <a:ext cx="1695450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사용자가 기억하는 자료와, 마지막 작업 Agent는 다를 수 있다</a:t>
            </a:r>
            <a:endParaRPr lang="ko-KR">
              <a:latin typeface="Calibri"/>
              <a:ea typeface="Calibri"/>
              <a:cs typeface="Calibri"/>
            </a:endParaRPr>
          </a:p>
        </p:txBody>
      </p:sp>
      <p:sp>
        <p:nvSpPr>
          <p:cNvPr id="15" name="DP5 object 15">
            <a:extLst>
              <a:ext uri="{FF2B5EF4-FFF2-40B4-BE49-F238E27FC236}">
                <ns2:creationId id="{B29E0ABE-8394-45D0-A8A4-1905BAE3ACDF}"/>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실제 본 자료, 좋다고 평가한 측면과 적용 상황을 연결해 다음 위임의 의미를 정해야 한다.</a:t>
            </a:r>
            <a:endParaRPr lang="ko-KR">
              <a:latin typeface="Calibri"/>
              <a:ea typeface="Calibri"/>
              <a:cs typeface="Calibri"/>
            </a:endParaRPr>
          </a:p>
        </p:txBody>
      </p:sp>
      <p:sp>
        <p:nvSpPr>
          <p:cNvPr id="16" name="DP5 object 16">
            <a:extLst>
              <a:ext uri="{FF2B5EF4-FFF2-40B4-BE49-F238E27FC236}">
                <ns2:creationId id="{338DB7A9-8037-4FE9-B7CA-DE069DEA74A7}"/>
              </a:ext>
            </a:extLst>
          </p:cNvPr>
          <p:cNvSpPr>
            <a:spLocks noGrp="1"/>
          </p:cNvSpPr>
          <p:nvPr/>
        </p:nvSpPr>
        <p:spPr>
          <a:xfrm>
            <a:off x="85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R이 조사 D1 작성</a:t>
            </a:r>
            <a:endParaRPr lang="ko-KR">
              <a:latin typeface="Calibri"/>
              <a:ea typeface="Calibri"/>
              <a:cs typeface="Calibri"/>
            </a:endParaRPr>
          </a:p>
        </p:txBody>
      </p:sp>
      <p:sp>
        <p:nvSpPr>
          <p:cNvPr id="17" name="조사 결과 D1">
            <a:extLst>
              <a:ext uri="{FF2B5EF4-FFF2-40B4-BE49-F238E27FC236}">
                <ns2:creationId id="{2353EF75-C796-4E85-A9ED-A69376957E55}"/>
              </a:ext>
            </a:extLst>
          </p:cNvPr>
          <p:cNvSpPr>
            <a:spLocks noGrp="1"/>
          </p:cNvSpPr>
          <p:nvPr/>
        </p:nvSpPr>
        <p:spPr>
          <a:xfrm>
            <a:off x="104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18" name="Editable path 17">
            <a:extLst>
              <a:ext uri="{FF2B5EF4-FFF2-40B4-BE49-F238E27FC236}">
                <ns2:creationId id="{615F0A20-835D-46A7-8A56-4AD0BF5A8973}"/>
              </a:ext>
            </a:extLst>
          </p:cNvPr>
          <p:cNvSpPr>
            <a:spLocks noGrp="1"/>
          </p:cNvSpPr>
          <p:nvPr/>
        </p:nvSpPr>
        <p:spPr>
          <a:xfrm>
            <a:off x="527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19" name="DP5 object 18">
            <a:extLst>
              <a:ext uri="{FF2B5EF4-FFF2-40B4-BE49-F238E27FC236}">
                <ns2:creationId id="{26BC0A4F-4FBA-4677-8684-9FC6D5102F70}"/>
              </a:ext>
            </a:extLst>
          </p:cNvPr>
          <p:cNvSpPr>
            <a:spLocks noGrp="1"/>
          </p:cNvSpPr>
          <p:nvPr/>
        </p:nvSpPr>
        <p:spPr>
          <a:xfrm>
            <a:off x="120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조사 결과 D1</a:t>
            </a:r>
            <a:endParaRPr lang="ko-KR">
              <a:latin typeface="Calibri"/>
              <a:ea typeface="Calibri"/>
              <a:cs typeface="Calibri"/>
            </a:endParaRPr>
          </a:p>
        </p:txBody>
      </p:sp>
      <p:sp>
        <p:nvSpPr>
          <p:cNvPr id="20" name="Editable path 19">
            <a:extLst>
              <a:ext uri="{FF2B5EF4-FFF2-40B4-BE49-F238E27FC236}">
                <ns2:creationId id="{6AC6D9DD-2875-4D6A-9E66-A92CF67E96DC}"/>
              </a:ext>
            </a:extLst>
          </p:cNvPr>
          <p:cNvSpPr>
            <a:spLocks noGrp="1"/>
          </p:cNvSpPr>
          <p:nvPr/>
        </p:nvSpPr>
        <p:spPr>
          <a:xfrm>
            <a:off x="1209675" y="3876675"/>
            <a:ext cx="4057650" cy="953"/>
          </a:xfrm>
          <a:custGeom>
            <a:pathLst>
              <a:path w="4057650" h="953">
                <a:moveTo>
                  <a:pt x="0" y="0"/>
                </a:moveTo>
                <a:lnTo>
                  <a:pt x="4057650" y="0"/>
                </a:lnTo>
              </a:path>
            </a:pathLst>
          </a:custGeom>
          <a:noFill/>
          <a:ln w="9525">
            <a:solidFill>
              <a:srgbClr val="B7B9B9"/>
            </a:solidFill>
            <a:prstDash val="solid"/>
          </a:ln>
        </p:spPr>
      </p:sp>
      <p:sp>
        <p:nvSpPr>
          <p:cNvPr id="21" name="DP5 object 20">
            <a:extLst>
              <a:ext uri="{FF2B5EF4-FFF2-40B4-BE49-F238E27FC236}">
                <ns2:creationId id="{CCE33352-044B-4905-A9CA-4F6A6B2BC551}"/>
              </a:ext>
            </a:extLst>
          </p:cNvPr>
          <p:cNvSpPr>
            <a:spLocks noGrp="1"/>
          </p:cNvSpPr>
          <p:nvPr/>
        </p:nvSpPr>
        <p:spPr>
          <a:xfrm>
            <a:off x="120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생산자 R</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조사 내용의 출처</a:t>
            </a:r>
            <a:endParaRPr lang="ko-KR">
              <a:latin typeface="Calibri"/>
              <a:ea typeface="Calibri"/>
              <a:cs typeface="Calibri"/>
            </a:endParaRPr>
          </a:p>
        </p:txBody>
      </p:sp>
      <p:sp>
        <p:nvSpPr>
          <p:cNvPr id="22" name="DP5 object 21">
            <a:extLst>
              <a:ext uri="{FF2B5EF4-FFF2-40B4-BE49-F238E27FC236}">
                <ns2:creationId id="{CBBB0F0A-C1F8-4626-8759-AF143F0718A1}"/>
              </a:ext>
            </a:extLst>
          </p:cNvPr>
          <p:cNvSpPr>
            <a:spLocks noGrp="1"/>
          </p:cNvSpPr>
          <p:nvPr/>
        </p:nvSpPr>
        <p:spPr>
          <a:xfrm>
            <a:off x="6572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P가 발표 D2 작성</a:t>
            </a:r>
            <a:endParaRPr lang="ko-KR">
              <a:latin typeface="Calibri"/>
              <a:ea typeface="Calibri"/>
              <a:cs typeface="Calibri"/>
            </a:endParaRPr>
          </a:p>
        </p:txBody>
      </p:sp>
      <p:sp>
        <p:nvSpPr>
          <p:cNvPr id="23" name="발표자료 D2">
            <a:extLst>
              <a:ext uri="{FF2B5EF4-FFF2-40B4-BE49-F238E27FC236}">
                <ns2:creationId id="{6D2F31A0-A1B9-4252-8FB9-58F35F21D0E2}"/>
              </a:ext>
            </a:extLst>
          </p:cNvPr>
          <p:cNvSpPr>
            <a:spLocks noGrp="1"/>
          </p:cNvSpPr>
          <p:nvPr/>
        </p:nvSpPr>
        <p:spPr>
          <a:xfrm>
            <a:off x="6762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24" name="Editable path 22">
            <a:extLst>
              <a:ext uri="{FF2B5EF4-FFF2-40B4-BE49-F238E27FC236}">
                <ns2:creationId id="{5CC89DC4-20E7-4E51-882B-D80A00861B29}"/>
              </a:ext>
            </a:extLst>
          </p:cNvPr>
          <p:cNvSpPr>
            <a:spLocks noGrp="1"/>
          </p:cNvSpPr>
          <p:nvPr/>
        </p:nvSpPr>
        <p:spPr>
          <a:xfrm>
            <a:off x="10991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5" name="DP5 object 23">
            <a:extLst>
              <a:ext uri="{FF2B5EF4-FFF2-40B4-BE49-F238E27FC236}">
                <ns2:creationId id="{C0901603-687E-454B-96BF-69421E35A52A}"/>
              </a:ext>
            </a:extLst>
          </p:cNvPr>
          <p:cNvSpPr>
            <a:spLocks noGrp="1"/>
          </p:cNvSpPr>
          <p:nvPr/>
        </p:nvSpPr>
        <p:spPr>
          <a:xfrm>
            <a:off x="6924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D2</a:t>
            </a:r>
            <a:endParaRPr lang="ko-KR">
              <a:latin typeface="Calibri"/>
              <a:ea typeface="Calibri"/>
              <a:cs typeface="Calibri"/>
            </a:endParaRPr>
          </a:p>
        </p:txBody>
      </p:sp>
      <p:sp>
        <p:nvSpPr>
          <p:cNvPr id="26" name="Editable path 24">
            <a:extLst>
              <a:ext uri="{FF2B5EF4-FFF2-40B4-BE49-F238E27FC236}">
                <ns2:creationId id="{4D672B51-F1E2-43BF-9CAF-66C838C00BB0}"/>
              </a:ext>
            </a:extLst>
          </p:cNvPr>
          <p:cNvSpPr>
            <a:spLocks noGrp="1"/>
          </p:cNvSpPr>
          <p:nvPr/>
        </p:nvSpPr>
        <p:spPr>
          <a:xfrm>
            <a:off x="6924675" y="3876675"/>
            <a:ext cx="4057650" cy="953"/>
          </a:xfrm>
          <a:custGeom>
            <a:pathLst>
              <a:path w="4057650" h="953">
                <a:moveTo>
                  <a:pt x="0" y="0"/>
                </a:moveTo>
                <a:lnTo>
                  <a:pt x="4057650" y="0"/>
                </a:lnTo>
              </a:path>
            </a:pathLst>
          </a:custGeom>
          <a:noFill/>
          <a:ln w="9525">
            <a:solidFill>
              <a:srgbClr val="B7B9B9"/>
            </a:solidFill>
            <a:prstDash val="solid"/>
          </a:ln>
        </p:spPr>
      </p:sp>
      <p:sp>
        <p:nvSpPr>
          <p:cNvPr id="27" name="DP5 object 25">
            <a:extLst>
              <a:ext uri="{FF2B5EF4-FFF2-40B4-BE49-F238E27FC236}">
                <ns2:creationId id="{241B11E8-2EF7-4250-9714-87C9F2DCE294}"/>
              </a:ext>
            </a:extLst>
          </p:cNvPr>
          <p:cNvSpPr>
            <a:spLocks noGrp="1"/>
          </p:cNvSpPr>
          <p:nvPr/>
        </p:nvSpPr>
        <p:spPr>
          <a:xfrm>
            <a:off x="6924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작성자 P</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외부 고객용 구성의 참조</a:t>
            </a:r>
            <a:endParaRPr lang="ko-KR">
              <a:latin typeface="Calibri"/>
              <a:ea typeface="Calibri"/>
              <a:cs typeface="Calibri"/>
            </a:endParaRPr>
          </a:p>
        </p:txBody>
      </p:sp>
      <p:sp>
        <p:nvSpPr>
          <p:cNvPr id="28" name="DP5 object 26">
            <a:extLst>
              <a:ext uri="{FF2B5EF4-FFF2-40B4-BE49-F238E27FC236}">
                <ns2:creationId id="{60BF77A3-0108-4432-B883-51AB7DB28883}"/>
              </a:ext>
            </a:extLst>
          </p:cNvPr>
          <p:cNvSpPr>
            <a:spLocks noGrp="1"/>
          </p:cNvSpPr>
          <p:nvPr/>
        </p:nvSpPr>
        <p:spPr>
          <a:xfrm>
            <a:off x="1228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Q가 내부회의용 D3 수정</a:t>
            </a:r>
            <a:endParaRPr lang="ko-KR">
              <a:latin typeface="Calibri"/>
              <a:ea typeface="Calibri"/>
              <a:cs typeface="Calibri"/>
            </a:endParaRPr>
          </a:p>
        </p:txBody>
      </p:sp>
      <p:sp>
        <p:nvSpPr>
          <p:cNvPr id="29" name="수정본 D3">
            <a:extLst>
              <a:ext uri="{FF2B5EF4-FFF2-40B4-BE49-F238E27FC236}">
                <ns2:creationId id="{3E995B30-57DD-4DD6-9860-6FA38DBF71A1}"/>
              </a:ext>
            </a:extLst>
          </p:cNvPr>
          <p:cNvSpPr>
            <a:spLocks noGrp="1"/>
          </p:cNvSpPr>
          <p:nvPr/>
        </p:nvSpPr>
        <p:spPr>
          <a:xfrm>
            <a:off x="1247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30" name="Editable path 27">
            <a:extLst>
              <a:ext uri="{FF2B5EF4-FFF2-40B4-BE49-F238E27FC236}">
                <ns2:creationId id="{B38377A9-D56B-428E-A0C6-89DABC99C979}"/>
              </a:ext>
            </a:extLst>
          </p:cNvPr>
          <p:cNvSpPr>
            <a:spLocks noGrp="1"/>
          </p:cNvSpPr>
          <p:nvPr/>
        </p:nvSpPr>
        <p:spPr>
          <a:xfrm>
            <a:off x="1670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5 object 28">
            <a:extLst>
              <a:ext uri="{FF2B5EF4-FFF2-40B4-BE49-F238E27FC236}">
                <ns2:creationId id="{AD5A9E6D-A9D2-42CA-AD6D-44060064A5F0}"/>
              </a:ext>
            </a:extLst>
          </p:cNvPr>
          <p:cNvSpPr>
            <a:spLocks noGrp="1"/>
          </p:cNvSpPr>
          <p:nvPr/>
        </p:nvSpPr>
        <p:spPr>
          <a:xfrm>
            <a:off x="1263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수정본 D3</a:t>
            </a:r>
            <a:endParaRPr lang="ko-KR">
              <a:latin typeface="Calibri"/>
              <a:ea typeface="Calibri"/>
              <a:cs typeface="Calibri"/>
            </a:endParaRPr>
          </a:p>
        </p:txBody>
      </p:sp>
      <p:sp>
        <p:nvSpPr>
          <p:cNvPr id="32" name="Editable path 29">
            <a:extLst>
              <a:ext uri="{FF2B5EF4-FFF2-40B4-BE49-F238E27FC236}">
                <ns2:creationId id="{6EDA4151-D898-496A-A726-D1E32A4B42F5}"/>
              </a:ext>
            </a:extLst>
          </p:cNvPr>
          <p:cNvSpPr>
            <a:spLocks noGrp="1"/>
          </p:cNvSpPr>
          <p:nvPr/>
        </p:nvSpPr>
        <p:spPr>
          <a:xfrm>
            <a:off x="12639675" y="3876675"/>
            <a:ext cx="4057650" cy="953"/>
          </a:xfrm>
          <a:custGeom>
            <a:pathLst>
              <a:path w="4057650" h="953">
                <a:moveTo>
                  <a:pt x="0" y="0"/>
                </a:moveTo>
                <a:lnTo>
                  <a:pt x="4057650" y="0"/>
                </a:lnTo>
              </a:path>
            </a:pathLst>
          </a:custGeom>
          <a:noFill/>
          <a:ln w="9525">
            <a:solidFill>
              <a:srgbClr val="B7B9B9"/>
            </a:solidFill>
            <a:prstDash val="solid"/>
          </a:ln>
        </p:spPr>
      </p:sp>
      <p:sp>
        <p:nvSpPr>
          <p:cNvPr id="33" name="DP5 object 30">
            <a:extLst>
              <a:ext uri="{FF2B5EF4-FFF2-40B4-BE49-F238E27FC236}">
                <ns2:creationId id="{4968A348-E4D1-439A-8348-FB80C9613D3D}"/>
              </a:ext>
            </a:extLst>
          </p:cNvPr>
          <p:cNvSpPr>
            <a:spLocks noGrp="1"/>
          </p:cNvSpPr>
          <p:nvPr/>
        </p:nvSpPr>
        <p:spPr>
          <a:xfrm>
            <a:off x="1263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수정자 Q</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가장 최근 결과와 Agent</a:t>
            </a:r>
            <a:endParaRPr lang="ko-KR">
              <a:latin typeface="Calibri"/>
              <a:ea typeface="Calibri"/>
              <a:cs typeface="Calibri"/>
            </a:endParaRPr>
          </a:p>
        </p:txBody>
      </p:sp>
      <p:sp>
        <p:nvSpPr>
          <p:cNvPr id="34" name="Editable path 31">
            <a:extLst>
              <a:ext uri="{FF2B5EF4-FFF2-40B4-BE49-F238E27FC236}">
                <ns2:creationId id="{A15BA298-E0AC-4027-A6F2-BE890DA9A85D}"/>
              </a:ext>
            </a:extLst>
          </p:cNvPr>
          <p:cNvSpPr>
            <a:spLocks noGrp="1"/>
          </p:cNvSpPr>
          <p:nvPr/>
        </p:nvSpPr>
        <p:spPr>
          <a:xfrm>
            <a:off x="5429250" y="4200525"/>
            <a:ext cx="1333500" cy="953"/>
          </a:xfrm>
          <a:custGeom>
            <a:pathLst>
              <a:path w="1333500" h="953">
                <a:moveTo>
                  <a:pt x="0" y="0"/>
                </a:moveTo>
                <a:lnTo>
                  <a:pt x="1333500" y="0"/>
                </a:lnTo>
              </a:path>
            </a:pathLst>
          </a:custGeom>
          <a:noFill/>
          <a:ln w="19050">
            <a:solidFill>
              <a:srgbClr val="111111"/>
            </a:solidFill>
            <a:prstDash val="solid"/>
          </a:ln>
        </p:spPr>
      </p:sp>
      <p:sp>
        <p:nvSpPr>
          <p:cNvPr id="35" name="Editable arrowhead 32">
            <a:extLst>
              <a:ext uri="{FF2B5EF4-FFF2-40B4-BE49-F238E27FC236}">
                <ns2:creationId id="{7E6B2AF3-6E90-4A2E-816A-1AD714410914}"/>
              </a:ext>
            </a:extLst>
          </p:cNvPr>
          <p:cNvSpPr>
            <a:spLocks noGrp="1"/>
          </p:cNvSpPr>
          <p:nvPr/>
        </p:nvSpPr>
        <p:spPr>
          <a:xfrm>
            <a:off x="6667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6" name="Editable path 33">
            <a:extLst>
              <a:ext uri="{FF2B5EF4-FFF2-40B4-BE49-F238E27FC236}">
                <ns2:creationId id="{735C35DA-7549-4ED3-B123-90F1211C1C26}"/>
              </a:ext>
            </a:extLst>
          </p:cNvPr>
          <p:cNvSpPr>
            <a:spLocks noGrp="1"/>
          </p:cNvSpPr>
          <p:nvPr/>
        </p:nvSpPr>
        <p:spPr>
          <a:xfrm>
            <a:off x="11144250" y="4200525"/>
            <a:ext cx="1333500" cy="953"/>
          </a:xfrm>
          <a:custGeom>
            <a:pathLst>
              <a:path w="1333500" h="953">
                <a:moveTo>
                  <a:pt x="0" y="0"/>
                </a:moveTo>
                <a:lnTo>
                  <a:pt x="1333500" y="0"/>
                </a:lnTo>
              </a:path>
            </a:pathLst>
          </a:custGeom>
          <a:noFill/>
          <a:ln w="19050">
            <a:solidFill>
              <a:srgbClr val="111111"/>
            </a:solidFill>
            <a:prstDash val="solid"/>
          </a:ln>
        </p:spPr>
      </p:sp>
      <p:sp>
        <p:nvSpPr>
          <p:cNvPr id="37" name="Editable arrowhead 34">
            <a:extLst>
              <a:ext uri="{FF2B5EF4-FFF2-40B4-BE49-F238E27FC236}">
                <ns2:creationId id="{8799764A-95A7-476F-957C-27B23723674F}"/>
              </a:ext>
            </a:extLst>
          </p:cNvPr>
          <p:cNvSpPr>
            <a:spLocks noGrp="1"/>
          </p:cNvSpPr>
          <p:nvPr/>
        </p:nvSpPr>
        <p:spPr>
          <a:xfrm>
            <a:off x="12382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사용자 피드백: “외부 고객에게는 처음 구성이 좋고, 이번 내부회의에는 수정본을 쓰자.”">
            <a:extLst>
              <a:ext uri="{FF2B5EF4-FFF2-40B4-BE49-F238E27FC236}">
                <ns2:creationId id="{AE0CB1F8-6E35-46FF-B4D9-84099679FE22}"/>
              </a:ext>
            </a:extLst>
          </p:cNvPr>
          <p:cNvSpPr>
            <a:spLocks noGrp="1"/>
          </p:cNvSpPr>
          <p:nvPr/>
        </p:nvSpPr>
        <p:spPr>
          <a:xfrm>
            <a:off x="1047750" y="5467350"/>
            <a:ext cx="15811500" cy="609600"/>
          </a:xfrm>
          <a:prstGeom prst="rect">
            <a:avLst/>
          </a:prstGeom>
          <a:solidFill>
            <a:srgbClr val="C9E1B3"/>
          </a:solidFill>
          <a:ln w="17145">
            <a:solidFill>
              <a:srgbClr val="111111"/>
            </a:solidFill>
            <a:prstDash val="solid"/>
          </a:ln>
        </p:spPr>
      </p:sp>
      <p:sp>
        <p:nvSpPr>
          <p:cNvPr id="39" name="DP5 object 35">
            <a:extLst>
              <a:ext uri="{FF2B5EF4-FFF2-40B4-BE49-F238E27FC236}">
                <ns2:creationId id="{0A073810-8020-4F74-9384-F41A9F71113C}"/>
              </a:ext>
            </a:extLst>
          </p:cNvPr>
          <p:cNvSpPr>
            <a:spLocks noGrp="1"/>
          </p:cNvSpPr>
          <p:nvPr/>
        </p:nvSpPr>
        <p:spPr>
          <a:xfrm>
            <a:off x="1114425" y="5505450"/>
            <a:ext cx="15678150" cy="5334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사용자 피드백: “외부 고객에게는 처음 구성이 좋고, 이번 내부회의에는 수정본을 쓰자.”</a:t>
            </a:r>
            <a:endParaRPr lang="ko-KR">
              <a:latin typeface="Calibri"/>
              <a:ea typeface="Calibri"/>
              <a:cs typeface="Calibri"/>
            </a:endParaRPr>
          </a:p>
        </p:txBody>
      </p:sp>
      <p:sp>
        <p:nvSpPr>
          <p:cNvPr id="40" name="새 요청: “고객용으로 좋다고 한 형식에 이번 조사 수치를 넣고, 그 자료 만든 쪽에 맡겨.”">
            <a:extLst>
              <a:ext uri="{FF2B5EF4-FFF2-40B4-BE49-F238E27FC236}">
                <ns2:creationId id="{7A29EEE9-C525-4971-AFC7-B495C9C8CCC5}"/>
              </a:ext>
            </a:extLst>
          </p:cNvPr>
          <p:cNvSpPr>
            <a:spLocks noGrp="1"/>
          </p:cNvSpPr>
          <p:nvPr/>
        </p:nvSpPr>
        <p:spPr>
          <a:xfrm>
            <a:off x="1047750" y="6381750"/>
            <a:ext cx="15811500" cy="723900"/>
          </a:xfrm>
          <a:prstGeom prst="rect">
            <a:avLst/>
          </a:prstGeom>
          <a:solidFill>
            <a:srgbClr val="F1F6FC"/>
          </a:solidFill>
          <a:ln w="28575">
            <a:solidFill>
              <a:srgbClr val="4676CB"/>
            </a:solidFill>
            <a:prstDash val="solid"/>
          </a:ln>
        </p:spPr>
      </p:sp>
      <p:sp>
        <p:nvSpPr>
          <p:cNvPr id="41" name="DP5 object 36">
            <a:extLst>
              <a:ext uri="{FF2B5EF4-FFF2-40B4-BE49-F238E27FC236}">
                <ns2:creationId id="{C51DA891-1519-46D3-ABBC-83D915E83055}"/>
              </a:ext>
            </a:extLst>
          </p:cNvPr>
          <p:cNvSpPr>
            <a:spLocks noGrp="1"/>
          </p:cNvSpPr>
          <p:nvPr/>
        </p:nvSpPr>
        <p:spPr>
          <a:xfrm>
            <a:off x="1114425" y="6419850"/>
            <a:ext cx="15678150" cy="6477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새 요청: “고객용으로 좋다고 한 형식에 이번 조사 수치를 넣고, 그 자료 만든 쪽에 맡겨.”</a:t>
            </a:r>
            <a:endParaRPr lang="ko-KR">
              <a:latin typeface="Calibri"/>
              <a:ea typeface="Calibri"/>
              <a:cs typeface="Calibri"/>
            </a:endParaRPr>
          </a:p>
        </p:txBody>
      </p:sp>
      <p:sp>
        <p:nvSpPr>
          <p:cNvPr id="42" name="DP5 object 37">
            <a:extLst>
              <a:ext uri="{FF2B5EF4-FFF2-40B4-BE49-F238E27FC236}">
                <ns2:creationId id="{15EE7C58-2453-4FD1-8DC7-24FB80A99DB5}"/>
              </a:ext>
            </a:extLst>
          </p:cNvPr>
          <p:cNvSpPr>
            <a:spLocks noGrp="1"/>
          </p:cNvSpPr>
          <p:nvPr/>
        </p:nvSpPr>
        <p:spPr>
          <a:xfrm>
            <a:off x="1047750" y="7334250"/>
            <a:ext cx="15811500" cy="4476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연결할 의미: 형식 D2 / 내용은 신규 조사 / 명시적으로 지칭한 작성자 P</a:t>
            </a:r>
            <a:endParaRPr lang="ko-KR">
              <a:latin typeface="Calibri"/>
              <a:ea typeface="Calibri"/>
              <a:cs typeface="Calibri"/>
            </a:endParaRPr>
          </a:p>
        </p:txBody>
      </p:sp>
      <p:sp>
        <p:nvSpPr>
          <p:cNvPr id="43" name="DP5 object 38">
            <a:extLst>
              <a:ext uri="{FF2B5EF4-FFF2-40B4-BE49-F238E27FC236}">
                <ns2:creationId id="{8929A3D9-1519-4EEF-87BD-C374D1C92AE9}"/>
              </a:ext>
            </a:extLst>
          </p:cNvPr>
          <p:cNvSpPr>
            <a:spLocks noGrp="1"/>
          </p:cNvSpPr>
          <p:nvPr/>
        </p:nvSpPr>
        <p:spPr>
          <a:xfrm>
            <a:off x="1047750" y="7924800"/>
            <a:ext cx="15811500" cy="381000"/>
          </a:xfrm>
          <a:prstGeom prst="rect">
            <a:avLst/>
          </a:prstGeom>
          <a:noFill/>
          <a:ln w="0">
            <a:noFill/>
            <a:prstDash val="solid"/>
          </a:ln>
        </p:spPr>
        <p:txBody>
          <a:bodyPr wrap="none" lIns="0" tIns="0" rIns="0" bIns="0" anchor="ctr">
            <a:noAutofit/>
          </a:bodyPr>
          <a:lstStyle>
            <a:defPPr algn="ctr">
              <a:defRPr sz="2100" b="0" lang="ko-KR">
                <a:solidFill>
                  <a:srgbClr val="C00000"/>
                </a:solidFill>
                <a:latin typeface="Calibri"/>
                <a:ea typeface="Calibri"/>
                <a:cs typeface="Calibri"/>
              </a:defRPr>
            </a:defPPr>
            <a:lvl1pPr algn="ctr">
              <a:defRPr sz="2100" b="0" lang="ko-KR">
                <a:solidFill>
                  <a:srgbClr val="C00000"/>
                </a:solidFill>
                <a:latin typeface="Calibri"/>
                <a:ea typeface="Calibri"/>
                <a:cs typeface="Calibri"/>
              </a:defRPr>
            </a:lvl1pPr>
            <a:lvl2pPr algn="ctr">
              <a:defRPr sz="2100" b="0" lang="ko-KR">
                <a:solidFill>
                  <a:srgbClr val="C00000"/>
                </a:solidFill>
                <a:latin typeface="Calibri"/>
                <a:ea typeface="Calibri"/>
                <a:cs typeface="Calibri"/>
              </a:defRPr>
            </a:lvl2pPr>
            <a:lvl3pPr algn="ctr">
              <a:defRPr sz="2100" b="0" lang="ko-KR">
                <a:solidFill>
                  <a:srgbClr val="C00000"/>
                </a:solidFill>
                <a:latin typeface="Calibri"/>
                <a:ea typeface="Calibri"/>
                <a:cs typeface="Calibri"/>
              </a:defRPr>
            </a:lvl3pPr>
            <a:lvl4pPr algn="ctr">
              <a:defRPr sz="2100" b="0" lang="ko-KR">
                <a:solidFill>
                  <a:srgbClr val="C00000"/>
                </a:solidFill>
                <a:latin typeface="Calibri"/>
                <a:ea typeface="Calibri"/>
                <a:cs typeface="Calibri"/>
              </a:defRPr>
            </a:lvl4pPr>
            <a:lvl5pPr algn="ctr">
              <a:defRPr sz="2100" b="0" lang="ko-KR">
                <a:solidFill>
                  <a:srgbClr val="C00000"/>
                </a:solidFill>
                <a:latin typeface="Calibri"/>
                <a:ea typeface="Calibri"/>
                <a:cs typeface="Calibri"/>
              </a:defRPr>
            </a:lvl5pPr>
            <a:lvl6pPr algn="ctr">
              <a:defRPr sz="2100" b="0" lang="ko-KR">
                <a:solidFill>
                  <a:srgbClr val="C00000"/>
                </a:solidFill>
                <a:latin typeface="Calibri"/>
                <a:ea typeface="Calibri"/>
                <a:cs typeface="Calibri"/>
              </a:defRPr>
            </a:lvl6pPr>
            <a:lvl7pPr algn="ctr">
              <a:defRPr sz="2100" b="0" lang="ko-KR">
                <a:solidFill>
                  <a:srgbClr val="C00000"/>
                </a:solidFill>
                <a:latin typeface="Calibri"/>
                <a:ea typeface="Calibri"/>
                <a:cs typeface="Calibri"/>
              </a:defRPr>
            </a:lvl7pPr>
            <a:lvl8pPr algn="ctr">
              <a:defRPr sz="2100" b="0" lang="ko-KR">
                <a:solidFill>
                  <a:srgbClr val="C00000"/>
                </a:solidFill>
                <a:latin typeface="Calibri"/>
                <a:ea typeface="Calibri"/>
                <a:cs typeface="Calibri"/>
              </a:defRPr>
            </a:lvl8pPr>
            <a:lvl9pPr algn="ctr">
              <a:defRPr sz="2100" b="0" lang="ko-KR">
                <a:solidFill>
                  <a:srgbClr val="C00000"/>
                </a:solidFill>
                <a:latin typeface="Calibri"/>
                <a:ea typeface="Calibri"/>
                <a:cs typeface="Calibri"/>
              </a:defRPr>
            </a:lvl9pPr>
          </a:lstStyle>
          <a:p>
            <a:pPr algn="ctr">
              <a:defRPr sz="2100" b="0" lang="ko-KR">
                <a:solidFill>
                  <a:srgbClr val="C00000"/>
                </a:solidFill>
                <a:latin typeface="Calibri"/>
                <a:ea typeface="Calibri"/>
                <a:cs typeface="Calibri"/>
              </a:defRPr>
            </a:pPr>
            <a:r>
              <a:rPr sz="2100" b="0" lang="ko-KR">
                <a:solidFill>
                  <a:srgbClr val="C00000"/>
                </a:solidFill>
                <a:latin typeface="Calibri"/>
                <a:ea typeface="Calibri"/>
                <a:cs typeface="Calibri"/>
              </a:rPr>
              <a:t>최신 수정자 Q로 바꾸거나, “모든 업무에서 P 선호”로 일반화하면 다른 요청이 된다.</a:t>
            </a:r>
            <a:endParaRPr lang="ko-KR">
              <a:latin typeface="Calibri"/>
              <a:ea typeface="Calibri"/>
              <a:cs typeface="Calibri"/>
            </a:endParaRPr>
          </a:p>
        </p:txBody>
      </p:sp>
      <p:sp>
        <p:nvSpPr>
          <p:cNvPr id="44" name="Editable path 39">
            <a:extLst>
              <a:ext uri="{FF2B5EF4-FFF2-40B4-BE49-F238E27FC236}">
                <ns2:creationId id="{CB5EF2F5-FB1F-4BF5-AB25-CF6F8C9E5E9D}"/>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45" name="DP5 object 40">
            <a:extLst>
              <a:ext uri="{FF2B5EF4-FFF2-40B4-BE49-F238E27FC236}">
                <ns2:creationId id="{3BBD9765-FC9F-48C1-9FC4-D5BC5D2645C0}"/>
              </a:ext>
            </a:extLst>
          </p:cNvPr>
          <p:cNvSpPr>
            <a:spLocks noGrp="1"/>
          </p:cNvSpPr>
          <p:nvPr/>
        </p:nvSpPr>
        <p:spPr>
          <a:xfrm>
            <a:off x="628650" y="8972550"/>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46" name="DP5 object 41">
            <a:extLst>
              <a:ext uri="{FF2B5EF4-FFF2-40B4-BE49-F238E27FC236}">
                <ns2:creationId id="{DB1975C1-9709-4F0A-BBE9-62FE47727346}"/>
              </a:ext>
            </a:extLst>
          </p:cNvPr>
          <p:cNvSpPr>
            <a:spLocks noGrp="1"/>
          </p:cNvSpPr>
          <p:nvPr/>
        </p:nvSpPr>
        <p:spPr>
          <a:xfrm>
            <a:off x="3381375" y="8953500"/>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위임 관계를 현재 요청에서 해석할까, 미리 정리해 둘까?</a:t>
            </a:r>
            <a:endParaRPr lang="ko-KR">
              <a:latin typeface="Calibri"/>
              <a:ea typeface="Calibri"/>
              <a:cs typeface="Calibri"/>
            </a:endParaRPr>
          </a:p>
        </p:txBody>
      </p:sp>
      <p:sp>
        <p:nvSpPr>
          <p:cNvPr id="47" name="DP5 object 42">
            <a:extLst>
              <a:ext uri="{FF2B5EF4-FFF2-40B4-BE49-F238E27FC236}">
                <ns2:creationId id="{7C6B7CDF-29B2-4FF9-8C5D-BA72DDE9F231}"/>
              </a:ext>
            </a:extLst>
          </p:cNvPr>
          <p:cNvSpPr>
            <a:spLocks noGrp="1"/>
          </p:cNvSpPr>
          <p:nvPr/>
        </p:nvSpPr>
        <p:spPr>
          <a:xfrm>
            <a:off x="3381375" y="9572625"/>
            <a:ext cx="139065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원본과 명시적 사실은 공통 보존. 미래 요청에 쓰일 관계의 해석 시점과 관리 책임을 선택한다.</a:t>
            </a:r>
            <a:endParaRPr lang="ko-KR">
              <a:latin typeface="Calibri"/>
              <a:ea typeface="Calibri"/>
              <a:cs typeface="Calibri"/>
            </a:endParaRPr>
          </a:p>
        </p:txBody>
      </p:sp>
    </p:spTree>
    <p:extLst>
      <p:ext uri="{BB962C8B-B14F-4D97-AF65-F5344CB8AC3E}">
        <p14:creationId val="1488308837"/>
      </p:ext>
    </p:extLst>
  </p:cSld>
</p:sld>
</file>

<file path=ppt/slides/slide21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5" name="DP5 object 43">
            <a:extLst>
              <a:ext uri="{FF2B5EF4-FFF2-40B4-BE49-F238E27FC236}">
                <ns2:creationId id="{F02B4EFB-5E8F-4B0A-A253-C0E3A6FDCB0C}"/>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(설계 구조 비교)</a:t>
            </a:r>
            <a:endParaRPr lang="ko-KR">
              <a:latin typeface="Calibri"/>
              <a:ea typeface="Calibri"/>
              <a:cs typeface="Calibri"/>
            </a:endParaRPr>
          </a:p>
        </p:txBody>
      </p:sp>
      <p:sp>
        <p:nvSpPr>
          <p:cNvPr id="2" name="DP5 object 44">
            <a:extLst>
              <a:ext uri="{FF2B5EF4-FFF2-40B4-BE49-F238E27FC236}">
                <ns2:creationId id="{0CEB19CF-1DF8-4EF8-9874-4FE89914A63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45">
            <a:extLst>
              <a:ext uri="{FF2B5EF4-FFF2-40B4-BE49-F238E27FC236}">
                <ns2:creationId id="{725ABF50-3D75-440E-A9B7-271F108C71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6">
            <a:extLst>
              <a:ext uri="{FF2B5EF4-FFF2-40B4-BE49-F238E27FC236}">
                <ns2:creationId id="{827B17A4-D950-4A3C-BF4F-E3BD6933826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47">
            <a:extLst>
              <a:ext uri="{FF2B5EF4-FFF2-40B4-BE49-F238E27FC236}">
                <ns2:creationId id="{E87C8AD9-2D52-4294-8308-8FF04A9509A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48">
            <a:extLst>
              <a:ext uri="{FF2B5EF4-FFF2-40B4-BE49-F238E27FC236}">
                <ns2:creationId id="{D77205CF-7B5A-4679-B47A-A2BC8837F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49">
            <a:extLst>
              <a:ext uri="{FF2B5EF4-FFF2-40B4-BE49-F238E27FC236}">
                <ns2:creationId id="{06B03687-9813-4A0A-917F-B2100FC46FBB}"/>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50">
            <a:extLst>
              <a:ext uri="{FF2B5EF4-FFF2-40B4-BE49-F238E27FC236}">
                <ns2:creationId id="{2911B5A9-CED5-4DC9-B179-087E34ED1E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51">
            <a:extLst>
              <a:ext uri="{FF2B5EF4-FFF2-40B4-BE49-F238E27FC236}">
                <ns2:creationId id="{67DE81E1-9D14-4AB8-B1C1-3FEDEFF93690}"/>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52">
            <a:extLst>
              <a:ext uri="{FF2B5EF4-FFF2-40B4-BE49-F238E27FC236}">
                <ns2:creationId id="{A6D1EF64-3B16-49DC-8332-4EED932B24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53">
            <a:extLst>
              <a:ext uri="{FF2B5EF4-FFF2-40B4-BE49-F238E27FC236}">
                <ns2:creationId id="{68E31145-B97C-4B71-BEB4-161F4C53177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4">
            <a:extLst>
              <a:ext uri="{FF2B5EF4-FFF2-40B4-BE49-F238E27FC236}">
                <ns2:creationId id="{6382DBA7-3BEC-4E87-9220-9BA145A5B33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3B044CB-F593-4441-8584-7A3A8441C0B1}"/>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19 / 21</a:t>
            </a:r>
            <a:endParaRPr lang="ko-KR">
              <a:latin typeface="Calibri"/>
              <a:ea typeface="Calibri"/>
              <a:cs typeface="Calibri"/>
            </a:endParaRPr>
          </a:p>
        </p:txBody>
      </p:sp>
      <p:sp>
        <p:nvSpPr>
          <p:cNvPr id="14" name="DP5 object 56">
            <a:extLst>
              <a:ext uri="{FF2B5EF4-FFF2-40B4-BE49-F238E27FC236}">
                <ns2:creationId id="{3091B2F1-2C9E-4137-8FF7-0F5F38D2273A}"/>
              </a:ext>
            </a:extLst>
          </p:cNvPr>
          <p:cNvSpPr>
            <a:spLocks noGrp="1"/>
          </p:cNvSpPr>
          <p:nvPr/>
        </p:nvSpPr>
        <p:spPr>
          <a:xfrm>
            <a:off x="266700" y="1200150"/>
            <a:ext cx="175260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차이의 중심: 요청이 관계 해석을 소유하는가, 독립 갱신 경로가 관계 상태를 유지하는가</a:t>
            </a:r>
            <a:endParaRPr lang="ko-KR">
              <a:latin typeface="Calibri"/>
              <a:ea typeface="Calibri"/>
              <a:cs typeface="Calibri"/>
            </a:endParaRPr>
          </a:p>
        </p:txBody>
      </p:sp>
      <p:sp>
        <p:nvSpPr>
          <p:cNvPr id="15" name="A  요청 경로에서 원본 관계 해석">
            <a:extLst>
              <a:ext uri="{FF2B5EF4-FFF2-40B4-BE49-F238E27FC236}">
                <ns2:creationId id="{B6A66979-085C-4759-9283-FAD0214BEDBB}"/>
              </a:ext>
            </a:extLst>
          </p:cNvPr>
          <p:cNvSpPr>
            <a:spLocks noGrp="1"/>
          </p:cNvSpPr>
          <p:nvPr/>
        </p:nvSpPr>
        <p:spPr>
          <a:xfrm>
            <a:off x="381000" y="1781175"/>
            <a:ext cx="8334375" cy="476250"/>
          </a:xfrm>
          <a:prstGeom prst="rect">
            <a:avLst/>
          </a:prstGeom>
          <a:solidFill>
            <a:srgbClr val="C9E1B3"/>
          </a:solidFill>
          <a:ln w="17145">
            <a:solidFill>
              <a:srgbClr val="111111"/>
            </a:solidFill>
            <a:prstDash val="solid"/>
          </a:ln>
        </p:spPr>
      </p:sp>
      <p:sp>
        <p:nvSpPr>
          <p:cNvPr id="16" name="DP5 object 57">
            <a:extLst>
              <a:ext uri="{FF2B5EF4-FFF2-40B4-BE49-F238E27FC236}">
                <ns2:creationId id="{44922AC8-2064-49FA-AEB0-DF3C663A42A2}"/>
              </a:ext>
            </a:extLst>
          </p:cNvPr>
          <p:cNvSpPr>
            <a:spLocks noGrp="1"/>
          </p:cNvSpPr>
          <p:nvPr/>
        </p:nvSpPr>
        <p:spPr>
          <a:xfrm>
            <a:off x="447675"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요청 경로에서 원본 관계 해석</a:t>
            </a:r>
            <a:endParaRPr lang="ko-KR">
              <a:latin typeface="Calibri"/>
              <a:ea typeface="Calibri"/>
              <a:cs typeface="Calibri"/>
            </a:endParaRPr>
          </a:p>
        </p:txBody>
      </p:sp>
      <p:sp>
        <p:nvSpPr>
          <p:cNvPr id="17" name="B  사건 갱신 경로 + 관계 조회 경로">
            <a:extLst>
              <a:ext uri="{FF2B5EF4-FFF2-40B4-BE49-F238E27FC236}">
                <ns2:creationId id="{5EB1C025-CFB7-4CBF-98A5-F80ABCFA11FB}"/>
              </a:ext>
            </a:extLst>
          </p:cNvPr>
          <p:cNvSpPr>
            <a:spLocks noGrp="1"/>
          </p:cNvSpPr>
          <p:nvPr/>
        </p:nvSpPr>
        <p:spPr>
          <a:xfrm>
            <a:off x="9572625" y="1781175"/>
            <a:ext cx="8334375" cy="476250"/>
          </a:xfrm>
          <a:prstGeom prst="rect">
            <a:avLst/>
          </a:prstGeom>
          <a:solidFill>
            <a:srgbClr val="C9E1B3"/>
          </a:solidFill>
          <a:ln w="17145">
            <a:solidFill>
              <a:srgbClr val="111111"/>
            </a:solidFill>
            <a:prstDash val="solid"/>
          </a:ln>
        </p:spPr>
      </p:sp>
      <p:sp>
        <p:nvSpPr>
          <p:cNvPr id="18" name="DP5 object 58">
            <a:extLst>
              <a:ext uri="{FF2B5EF4-FFF2-40B4-BE49-F238E27FC236}">
                <ns2:creationId id="{106A07E7-DE41-4D7A-9B45-3999566CACA2}"/>
              </a:ext>
            </a:extLst>
          </p:cNvPr>
          <p:cNvSpPr>
            <a:spLocks noGrp="1"/>
          </p:cNvSpPr>
          <p:nvPr/>
        </p:nvSpPr>
        <p:spPr>
          <a:xfrm>
            <a:off x="9639300"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사건 갱신 경로 + 관계 조회 경로</a:t>
            </a:r>
            <a:endParaRPr lang="ko-KR">
              <a:latin typeface="Calibri"/>
              <a:ea typeface="Calibri"/>
              <a:cs typeface="Calibri"/>
            </a:endParaRPr>
          </a:p>
        </p:txBody>
      </p:sp>
      <p:sp>
        <p:nvSpPr>
          <p:cNvPr id="19" name="공통 원본·확정 사실&#10;표시 판본·피드백&#10;Task / Agent 연결">
            <a:extLst>
              <a:ext uri="{FF2B5EF4-FFF2-40B4-BE49-F238E27FC236}">
                <ns2:creationId id="{5A9B45FB-409D-4DF3-AC1C-9241B8302079}"/>
              </a:ext>
            </a:extLst>
          </p:cNvPr>
          <p:cNvSpPr>
            <a:spLocks noGrp="1"/>
          </p:cNvSpPr>
          <p:nvPr/>
        </p:nvSpPr>
        <p:spPr>
          <a:xfrm>
            <a:off x="619125" y="2714625"/>
            <a:ext cx="2381250" cy="1257300"/>
          </a:xfrm>
          <a:prstGeom prst="can">
            <a:avLst>
              <a:gd name="adj" fmla="val 16000"/>
            </a:avLst>
          </a:prstGeom>
          <a:solidFill>
            <a:srgbClr val="FFF6DD"/>
          </a:solidFill>
          <a:ln w="17145">
            <a:solidFill>
              <a:srgbClr val="111111"/>
            </a:solidFill>
            <a:prstDash val="solid"/>
          </a:ln>
        </p:spPr>
      </p:sp>
      <p:sp>
        <p:nvSpPr>
          <p:cNvPr id="20" name="DP5 object 59">
            <a:extLst>
              <a:ext uri="{FF2B5EF4-FFF2-40B4-BE49-F238E27FC236}">
                <ns2:creationId id="{4FDB8C27-D90F-43FE-921B-5E274A177E37}"/>
              </a:ext>
            </a:extLst>
          </p:cNvPr>
          <p:cNvSpPr>
            <a:spLocks noGrp="1"/>
          </p:cNvSpPr>
          <p:nvPr/>
        </p:nvSpPr>
        <p:spPr>
          <a:xfrm>
            <a:off x="666750" y="2819400"/>
            <a:ext cx="2286000" cy="10953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공통 원본·확정 사실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표시 판본·피드백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Task / Agent 연결</a:t>
            </a:r>
            <a:endParaRPr lang="ko-KR">
              <a:latin typeface="Calibri"/>
              <a:ea typeface="Calibri"/>
              <a:cs typeface="Calibri"/>
            </a:endParaRPr>
          </a:p>
        </p:txBody>
      </p:sp>
      <p:sp>
        <p:nvSpPr>
          <p:cNvPr id="21" name="Context Manager Component">
            <a:extLst>
              <a:ext uri="{FF2B5EF4-FFF2-40B4-BE49-F238E27FC236}">
                <ns2:creationId id="{60CEF118-93A0-4AF2-B7CF-0729ABC09779}"/>
              </a:ext>
            </a:extLst>
          </p:cNvPr>
          <p:cNvSpPr>
            <a:spLocks noGrp="1"/>
          </p:cNvSpPr>
          <p:nvPr/>
        </p:nvSpPr>
        <p:spPr>
          <a:xfrm>
            <a:off x="3381375" y="2571750"/>
            <a:ext cx="5095875" cy="1400175"/>
          </a:xfrm>
          <a:prstGeom prst="rect">
            <a:avLst/>
          </a:prstGeom>
          <a:solidFill>
            <a:srgbClr val="FFF6DD"/>
          </a:solidFill>
          <a:ln w="25718">
            <a:solidFill>
              <a:srgbClr val="111111"/>
            </a:solidFill>
            <a:prstDash val="solid"/>
          </a:ln>
        </p:spPr>
      </p:sp>
      <p:sp>
        <p:nvSpPr>
          <p:cNvPr id="22" name="DP5 object 60">
            <a:extLst>
              <a:ext uri="{FF2B5EF4-FFF2-40B4-BE49-F238E27FC236}">
                <ns2:creationId id="{81B59948-C3AD-4334-BF88-5D65FA754323}"/>
              </a:ext>
            </a:extLst>
          </p:cNvPr>
          <p:cNvSpPr>
            <a:spLocks noGrp="1"/>
          </p:cNvSpPr>
          <p:nvPr/>
        </p:nvSpPr>
        <p:spPr>
          <a:xfrm>
            <a:off x="3457575" y="2590800"/>
            <a:ext cx="4943475"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3" name="Editable path 61">
            <a:extLst>
              <a:ext uri="{FF2B5EF4-FFF2-40B4-BE49-F238E27FC236}">
                <ns2:creationId id="{D707DFFD-4667-441B-8CBE-F5EC2CFCB1CA}"/>
              </a:ext>
            </a:extLst>
          </p:cNvPr>
          <p:cNvSpPr>
            <a:spLocks noGrp="1"/>
          </p:cNvSpPr>
          <p:nvPr/>
        </p:nvSpPr>
        <p:spPr>
          <a:xfrm>
            <a:off x="3381375" y="2914650"/>
            <a:ext cx="5095875" cy="953"/>
          </a:xfrm>
          <a:custGeom>
            <a:pathLst>
              <a:path w="5095875" h="953">
                <a:moveTo>
                  <a:pt x="0" y="0"/>
                </a:moveTo>
                <a:lnTo>
                  <a:pt x="5095875" y="0"/>
                </a:lnTo>
              </a:path>
            </a:pathLst>
          </a:custGeom>
          <a:noFill/>
          <a:ln w="13335">
            <a:solidFill>
              <a:srgbClr val="111111"/>
            </a:solidFill>
            <a:prstDash val="solid"/>
          </a:ln>
        </p:spPr>
      </p:sp>
      <p:sp>
        <p:nvSpPr>
          <p:cNvPr id="24" name="원본 조회 인터페이스&#10;ID·시각·연결 필터 / 텍스트 검색">
            <a:extLst>
              <a:ext uri="{FF2B5EF4-FFF2-40B4-BE49-F238E27FC236}">
                <ns2:creationId id="{5B1FD61E-BE90-4F33-BB5A-B7B76DB7C689}"/>
              </a:ext>
            </a:extLst>
          </p:cNvPr>
          <p:cNvSpPr>
            <a:spLocks noGrp="1"/>
          </p:cNvSpPr>
          <p:nvPr/>
        </p:nvSpPr>
        <p:spPr>
          <a:xfrm>
            <a:off x="3524250" y="3067050"/>
            <a:ext cx="4810125" cy="733425"/>
          </a:xfrm>
          <a:prstGeom prst="rect">
            <a:avLst/>
          </a:prstGeom>
          <a:solidFill>
            <a:srgbClr val="FFFFFF"/>
          </a:solidFill>
          <a:ln w="17145">
            <a:solidFill>
              <a:srgbClr val="111111"/>
            </a:solidFill>
            <a:prstDash val="solid"/>
          </a:ln>
        </p:spPr>
      </p:sp>
      <p:sp>
        <p:nvSpPr>
          <p:cNvPr id="25" name="DP5 object 62">
            <a:extLst>
              <a:ext uri="{FF2B5EF4-FFF2-40B4-BE49-F238E27FC236}">
                <ns2:creationId id="{AC0F50AF-A58C-4D5D-BC06-CDF7BB7FD712}"/>
              </a:ext>
            </a:extLst>
          </p:cNvPr>
          <p:cNvSpPr>
            <a:spLocks noGrp="1"/>
          </p:cNvSpPr>
          <p:nvPr/>
        </p:nvSpPr>
        <p:spPr>
          <a:xfrm>
            <a:off x="3590925" y="3105150"/>
            <a:ext cx="467677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조회 인터페이스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ID·시각·연결 필터 / 텍스트 검색</a:t>
            </a:r>
            <a:endParaRPr lang="ko-KR">
              <a:latin typeface="Calibri"/>
              <a:ea typeface="Calibri"/>
              <a:cs typeface="Calibri"/>
            </a:endParaRPr>
          </a:p>
        </p:txBody>
      </p:sp>
      <p:sp>
        <p:nvSpPr>
          <p:cNvPr id="26" name="Editable path 63">
            <a:extLst>
              <a:ext uri="{FF2B5EF4-FFF2-40B4-BE49-F238E27FC236}">
                <ns2:creationId id="{16253400-5DE4-49F8-801D-DEA5F2B3E3C9}"/>
              </a:ext>
            </a:extLst>
          </p:cNvPr>
          <p:cNvSpPr>
            <a:spLocks noGrp="1"/>
          </p:cNvSpPr>
          <p:nvPr/>
        </p:nvSpPr>
        <p:spPr>
          <a:xfrm>
            <a:off x="3000375" y="3352800"/>
            <a:ext cx="381000" cy="953"/>
          </a:xfrm>
          <a:custGeom>
            <a:pathLst>
              <a:path w="381000" h="953">
                <a:moveTo>
                  <a:pt x="0" y="0"/>
                </a:moveTo>
                <a:lnTo>
                  <a:pt x="381000" y="0"/>
                </a:lnTo>
              </a:path>
            </a:pathLst>
          </a:custGeom>
          <a:noFill/>
          <a:ln w="19050">
            <a:solidFill>
              <a:srgbClr val="111111"/>
            </a:solidFill>
            <a:prstDash val="solid"/>
          </a:ln>
        </p:spPr>
      </p:sp>
      <p:sp>
        <p:nvSpPr>
          <p:cNvPr id="27" name="Editable arrowhead 64">
            <a:extLst>
              <a:ext uri="{FF2B5EF4-FFF2-40B4-BE49-F238E27FC236}">
                <ns2:creationId id="{4645B7C2-9572-4475-AA2A-6F5A5B774308}"/>
              </a:ext>
            </a:extLst>
          </p:cNvPr>
          <p:cNvSpPr>
            <a:spLocks noGrp="1"/>
          </p:cNvSpPr>
          <p:nvPr/>
        </p:nvSpPr>
        <p:spPr>
          <a:xfrm>
            <a:off x="3286125" y="3305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8" name="DP5 object 65">
            <a:extLst>
              <a:ext uri="{FF2B5EF4-FFF2-40B4-BE49-F238E27FC236}">
                <ns2:creationId id="{3BDE2DE0-E4E4-428C-A554-F60671B2AFA1}"/>
              </a:ext>
            </a:extLst>
          </p:cNvPr>
          <p:cNvSpPr>
            <a:spLocks noGrp="1"/>
          </p:cNvSpPr>
          <p:nvPr/>
        </p:nvSpPr>
        <p:spPr>
          <a:xfrm>
            <a:off x="638175" y="4086225"/>
            <a:ext cx="2352675" cy="2952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요청과 무관하게 보존</a:t>
            </a:r>
            <a:endParaRPr lang="ko-KR">
              <a:latin typeface="Calibri"/>
              <a:ea typeface="Calibri"/>
              <a:cs typeface="Calibri"/>
            </a:endParaRPr>
          </a:p>
        </p:txBody>
      </p:sp>
      <p:sp>
        <p:nvSpPr>
          <p:cNvPr id="29" name="현재 요청">
            <a:extLst>
              <a:ext uri="{FF2B5EF4-FFF2-40B4-BE49-F238E27FC236}">
                <ns2:creationId id="{7B474A2D-8ADC-4862-8617-CE4F7955A971}"/>
              </a:ext>
            </a:extLst>
          </p:cNvPr>
          <p:cNvSpPr>
            <a:spLocks noGrp="1"/>
          </p:cNvSpPr>
          <p:nvPr/>
        </p:nvSpPr>
        <p:spPr>
          <a:xfrm>
            <a:off x="619125" y="5114925"/>
            <a:ext cx="2381250" cy="628650"/>
          </a:xfrm>
          <a:prstGeom prst="rect">
            <a:avLst/>
          </a:prstGeom>
          <a:solidFill>
            <a:srgbClr val="FFFFFF"/>
          </a:solidFill>
          <a:ln w="17145">
            <a:solidFill>
              <a:srgbClr val="111111"/>
            </a:solidFill>
            <a:prstDash val="solid"/>
          </a:ln>
        </p:spPr>
      </p:sp>
      <p:sp>
        <p:nvSpPr>
          <p:cNvPr id="30" name="DP5 object 66">
            <a:extLst>
              <a:ext uri="{FF2B5EF4-FFF2-40B4-BE49-F238E27FC236}">
                <ns2:creationId id="{53F5F560-0AA7-4716-A0B2-A494C10A46BA}"/>
              </a:ext>
            </a:extLst>
          </p:cNvPr>
          <p:cNvSpPr>
            <a:spLocks noGrp="1"/>
          </p:cNvSpPr>
          <p:nvPr/>
        </p:nvSpPr>
        <p:spPr>
          <a:xfrm>
            <a:off x="685800" y="5153025"/>
            <a:ext cx="2247900" cy="5524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현재 요청</a:t>
            </a:r>
            <a:endParaRPr lang="ko-KR">
              <a:latin typeface="Calibri"/>
              <a:ea typeface="Calibri"/>
              <a:cs typeface="Calibri"/>
            </a:endParaRPr>
          </a:p>
        </p:txBody>
      </p:sp>
      <p:sp>
        <p:nvSpPr>
          <p:cNvPr id="31" name="A request-scoped interpretation boundary">
            <a:extLst>
              <a:ext uri="{FF2B5EF4-FFF2-40B4-BE49-F238E27FC236}">
                <ns2:creationId id="{30BC058F-C138-4B7A-B6B8-DD27439F22EC}"/>
              </a:ext>
            </a:extLst>
          </p:cNvPr>
          <p:cNvSpPr>
            <a:spLocks noGrp="1"/>
          </p:cNvSpPr>
          <p:nvPr/>
        </p:nvSpPr>
        <p:spPr>
          <a:xfrm>
            <a:off x="3381375" y="4610100"/>
            <a:ext cx="5095875" cy="3400425"/>
          </a:xfrm>
          <a:prstGeom prst="rect">
            <a:avLst/>
          </a:prstGeom>
          <a:solidFill>
            <a:srgbClr val="F1F6FC"/>
          </a:solidFill>
          <a:ln w="28575">
            <a:solidFill>
              <a:srgbClr val="4676CB"/>
            </a:solidFill>
            <a:prstDash val="solid"/>
          </a:ln>
        </p:spPr>
      </p:sp>
      <p:sp>
        <p:nvSpPr>
          <p:cNvPr id="32" name="DP5 object 67">
            <a:extLst>
              <a:ext uri="{FF2B5EF4-FFF2-40B4-BE49-F238E27FC236}">
                <ns2:creationId id="{462F46BD-7823-4248-AA11-ADC51E262526}"/>
              </a:ext>
            </a:extLst>
          </p:cNvPr>
          <p:cNvSpPr>
            <a:spLocks noGrp="1"/>
          </p:cNvSpPr>
          <p:nvPr/>
        </p:nvSpPr>
        <p:spPr>
          <a:xfrm>
            <a:off x="3514725" y="4705350"/>
            <a:ext cx="4829175" cy="3619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3" name="DP5 object 68">
            <a:extLst>
              <a:ext uri="{FF2B5EF4-FFF2-40B4-BE49-F238E27FC236}">
                <ns2:creationId id="{43A863E5-2C57-4261-836A-C957FCE5E007}"/>
              </a:ext>
            </a:extLst>
          </p:cNvPr>
          <p:cNvSpPr>
            <a:spLocks noGrp="1"/>
          </p:cNvSpPr>
          <p:nvPr/>
        </p:nvSpPr>
        <p:spPr>
          <a:xfrm>
            <a:off x="3524250" y="5105400"/>
            <a:ext cx="4810125" cy="285750"/>
          </a:xfrm>
          <a:prstGeom prst="rect">
            <a:avLst/>
          </a:prstGeom>
          <a:noFill/>
          <a:ln w="0">
            <a:noFill/>
            <a:prstDash val="solid"/>
          </a:ln>
        </p:spPr>
        <p:txBody>
          <a:bodyPr wrap="none" lIns="0" tIns="0" rIns="0" bIns="0" anchor="ctr">
            <a:noAutofit/>
          </a:bodyPr>
          <a:lstStyle>
            <a:defPPr algn="ctr">
              <a:defRPr sz="1800" b="0" lang="ko-KR">
                <a:solidFill>
                  <a:srgbClr val="4676CB"/>
                </a:solidFill>
                <a:latin typeface="Calibri"/>
                <a:ea typeface="Calibri"/>
                <a:cs typeface="Calibri"/>
              </a:defRPr>
            </a:defPPr>
            <a:lvl1pPr algn="ctr">
              <a:defRPr sz="1800" b="0" lang="ko-KR">
                <a:solidFill>
                  <a:srgbClr val="4676CB"/>
                </a:solidFill>
                <a:latin typeface="Calibri"/>
                <a:ea typeface="Calibri"/>
                <a:cs typeface="Calibri"/>
              </a:defRPr>
            </a:lvl1pPr>
            <a:lvl2pPr algn="ctr">
              <a:defRPr sz="1800" b="0" lang="ko-KR">
                <a:solidFill>
                  <a:srgbClr val="4676CB"/>
                </a:solidFill>
                <a:latin typeface="Calibri"/>
                <a:ea typeface="Calibri"/>
                <a:cs typeface="Calibri"/>
              </a:defRPr>
            </a:lvl2pPr>
            <a:lvl3pPr algn="ctr">
              <a:defRPr sz="1800" b="0" lang="ko-KR">
                <a:solidFill>
                  <a:srgbClr val="4676CB"/>
                </a:solidFill>
                <a:latin typeface="Calibri"/>
                <a:ea typeface="Calibri"/>
                <a:cs typeface="Calibri"/>
              </a:defRPr>
            </a:lvl3pPr>
            <a:lvl4pPr algn="ctr">
              <a:defRPr sz="1800" b="0" lang="ko-KR">
                <a:solidFill>
                  <a:srgbClr val="4676CB"/>
                </a:solidFill>
                <a:latin typeface="Calibri"/>
                <a:ea typeface="Calibri"/>
                <a:cs typeface="Calibri"/>
              </a:defRPr>
            </a:lvl4pPr>
            <a:lvl5pPr algn="ctr">
              <a:defRPr sz="1800" b="0" lang="ko-KR">
                <a:solidFill>
                  <a:srgbClr val="4676CB"/>
                </a:solidFill>
                <a:latin typeface="Calibri"/>
                <a:ea typeface="Calibri"/>
                <a:cs typeface="Calibri"/>
              </a:defRPr>
            </a:lvl5pPr>
            <a:lvl6pPr algn="ctr">
              <a:defRPr sz="1800" b="0" lang="ko-KR">
                <a:solidFill>
                  <a:srgbClr val="4676CB"/>
                </a:solidFill>
                <a:latin typeface="Calibri"/>
                <a:ea typeface="Calibri"/>
                <a:cs typeface="Calibri"/>
              </a:defRPr>
            </a:lvl6pPr>
            <a:lvl7pPr algn="ctr">
              <a:defRPr sz="1800" b="0" lang="ko-KR">
                <a:solidFill>
                  <a:srgbClr val="4676CB"/>
                </a:solidFill>
                <a:latin typeface="Calibri"/>
                <a:ea typeface="Calibri"/>
                <a:cs typeface="Calibri"/>
              </a:defRPr>
            </a:lvl7pPr>
            <a:lvl8pPr algn="ctr">
              <a:defRPr sz="1800" b="0" lang="ko-KR">
                <a:solidFill>
                  <a:srgbClr val="4676CB"/>
                </a:solidFill>
                <a:latin typeface="Calibri"/>
                <a:ea typeface="Calibri"/>
                <a:cs typeface="Calibri"/>
              </a:defRPr>
            </a:lvl8pPr>
            <a:lvl9pPr algn="ctr">
              <a:defRPr sz="1800" b="0" lang="ko-KR">
                <a:solidFill>
                  <a:srgbClr val="4676CB"/>
                </a:solidFill>
                <a:latin typeface="Calibri"/>
                <a:ea typeface="Calibri"/>
                <a:cs typeface="Calibri"/>
              </a:defRPr>
            </a:lvl9pPr>
          </a:lstStyle>
          <a:p>
            <a:pPr algn="ctr">
              <a:defRPr sz="1800" b="0" lang="ko-KR">
                <a:solidFill>
                  <a:srgbClr val="4676CB"/>
                </a:solidFill>
                <a:latin typeface="Calibri"/>
                <a:ea typeface="Calibri"/>
                <a:cs typeface="Calibri"/>
              </a:defRPr>
            </a:pPr>
            <a:r>
              <a:rPr sz="1800" b="0" lang="ko-KR">
                <a:solidFill>
                  <a:srgbClr val="4676CB"/>
                </a:solidFill>
                <a:latin typeface="Calibri"/>
                <a:ea typeface="Calibri"/>
                <a:cs typeface="Calibri"/>
              </a:rPr>
              <a:t>요청 단위 실행·작업 상태</a:t>
            </a:r>
            <a:endParaRPr lang="ko-KR">
              <a:latin typeface="Calibri"/>
              <a:ea typeface="Calibri"/>
              <a:cs typeface="Calibri"/>
            </a:endParaRPr>
          </a:p>
        </p:txBody>
      </p:sp>
      <p:sp>
        <p:nvSpPr>
          <p:cNvPr id="34" name="원본 관계 해석&#10;필요한 범위 추가 읽기">
            <a:extLst>
              <a:ext uri="{FF2B5EF4-FFF2-40B4-BE49-F238E27FC236}">
                <ns2:creationId id="{54C4A412-97B6-4468-AAF5-A2F5E06CD86E}"/>
              </a:ext>
            </a:extLst>
          </p:cNvPr>
          <p:cNvSpPr>
            <a:spLocks noGrp="1"/>
          </p:cNvSpPr>
          <p:nvPr/>
        </p:nvSpPr>
        <p:spPr>
          <a:xfrm>
            <a:off x="3524250" y="5610225"/>
            <a:ext cx="2333625" cy="790575"/>
          </a:xfrm>
          <a:prstGeom prst="rect">
            <a:avLst/>
          </a:prstGeom>
          <a:solidFill>
            <a:srgbClr val="FFFFFF"/>
          </a:solidFill>
          <a:ln w="17145">
            <a:solidFill>
              <a:srgbClr val="111111"/>
            </a:solidFill>
            <a:prstDash val="solid"/>
          </a:ln>
        </p:spPr>
      </p:sp>
      <p:sp>
        <p:nvSpPr>
          <p:cNvPr id="35" name="DP5 object 69">
            <a:extLst>
              <a:ext uri="{FF2B5EF4-FFF2-40B4-BE49-F238E27FC236}">
                <ns2:creationId id="{74770980-745C-4EB7-9899-5103555F5C30}"/>
              </a:ext>
            </a:extLst>
          </p:cNvPr>
          <p:cNvSpPr>
            <a:spLocks noGrp="1"/>
          </p:cNvSpPr>
          <p:nvPr/>
        </p:nvSpPr>
        <p:spPr>
          <a:xfrm>
            <a:off x="3590925" y="5648325"/>
            <a:ext cx="2200275"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원본 관계 해석</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필요한 범위 추가 읽기</a:t>
            </a:r>
            <a:endParaRPr lang="ko-KR">
              <a:latin typeface="Calibri"/>
              <a:ea typeface="Calibri"/>
              <a:cs typeface="Calibri"/>
            </a:endParaRPr>
          </a:p>
        </p:txBody>
      </p:sp>
      <p:sp>
        <p:nvSpPr>
          <p:cNvPr id="36" name="임시 해석 상태&#10;후보·근거·불확실성">
            <a:extLst>
              <a:ext uri="{FF2B5EF4-FFF2-40B4-BE49-F238E27FC236}">
                <ns2:creationId id="{33A67CD3-A7CB-48E4-980D-0214400A5015}"/>
              </a:ext>
            </a:extLst>
          </p:cNvPr>
          <p:cNvSpPr>
            <a:spLocks noGrp="1"/>
          </p:cNvSpPr>
          <p:nvPr/>
        </p:nvSpPr>
        <p:spPr>
          <a:xfrm>
            <a:off x="6086475" y="5610225"/>
            <a:ext cx="2247900" cy="790575"/>
          </a:xfrm>
          <a:prstGeom prst="rect">
            <a:avLst/>
          </a:prstGeom>
          <a:solidFill>
            <a:srgbClr val="FFFFFF"/>
          </a:solidFill>
          <a:ln w="17145">
            <a:solidFill>
              <a:srgbClr val="4676CB"/>
            </a:solidFill>
            <a:prstDash val="dash"/>
          </a:ln>
        </p:spPr>
      </p:sp>
      <p:sp>
        <p:nvSpPr>
          <p:cNvPr id="37" name="DP5 object 70">
            <a:extLst>
              <a:ext uri="{FF2B5EF4-FFF2-40B4-BE49-F238E27FC236}">
                <ns2:creationId id="{2A528D40-7727-42F5-B0CB-6B677EA4D319}"/>
              </a:ext>
            </a:extLst>
          </p:cNvPr>
          <p:cNvSpPr>
            <a:spLocks noGrp="1"/>
          </p:cNvSpPr>
          <p:nvPr/>
        </p:nvSpPr>
        <p:spPr>
          <a:xfrm>
            <a:off x="6153150" y="5648325"/>
            <a:ext cx="2114550"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해석 상태</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후보·근거·불확실성</a:t>
            </a:r>
            <a:endParaRPr lang="ko-KR">
              <a:latin typeface="Calibri"/>
              <a:ea typeface="Calibri"/>
              <a:cs typeface="Calibri"/>
            </a:endParaRPr>
          </a:p>
        </p:txBody>
      </p:sp>
      <p:sp>
        <p:nvSpPr>
          <p:cNvPr id="38" name="Editable path 71">
            <a:extLst>
              <a:ext uri="{FF2B5EF4-FFF2-40B4-BE49-F238E27FC236}">
                <ns2:creationId id="{BFF81C8F-EFE8-4AE0-9147-5E2086B46FA4}"/>
              </a:ext>
            </a:extLst>
          </p:cNvPr>
          <p:cNvSpPr>
            <a:spLocks noGrp="1"/>
          </p:cNvSpPr>
          <p:nvPr/>
        </p:nvSpPr>
        <p:spPr>
          <a:xfrm>
            <a:off x="3000375" y="5429250"/>
            <a:ext cx="523875" cy="742950"/>
          </a:xfrm>
          <a:custGeom>
            <a:pathLst>
              <a:path w="523875" h="742950">
                <a:moveTo>
                  <a:pt x="0" y="0"/>
                </a:moveTo>
                <a:lnTo>
                  <a:pt x="238125" y="0"/>
                </a:lnTo>
                <a:lnTo>
                  <a:pt x="238125" y="742950"/>
                </a:lnTo>
                <a:lnTo>
                  <a:pt x="523875" y="742950"/>
                </a:lnTo>
              </a:path>
            </a:pathLst>
          </a:custGeom>
          <a:noFill/>
          <a:ln w="19050">
            <a:solidFill>
              <a:srgbClr val="111111"/>
            </a:solidFill>
            <a:prstDash val="solid"/>
          </a:ln>
        </p:spPr>
      </p:sp>
      <p:sp>
        <p:nvSpPr>
          <p:cNvPr id="39" name="Editable arrowhead 72">
            <a:extLst>
              <a:ext uri="{FF2B5EF4-FFF2-40B4-BE49-F238E27FC236}">
                <ns2:creationId id="{1C9A7062-7A4D-416A-8588-2537849B9DCD}"/>
              </a:ext>
            </a:extLst>
          </p:cNvPr>
          <p:cNvSpPr>
            <a:spLocks noGrp="1"/>
          </p:cNvSpPr>
          <p:nvPr/>
        </p:nvSpPr>
        <p:spPr>
          <a:xfrm>
            <a:off x="3429000" y="61245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73">
            <a:extLst>
              <a:ext uri="{FF2B5EF4-FFF2-40B4-BE49-F238E27FC236}">
                <ns2:creationId id="{920132ED-7A9A-4A02-BA79-37B9CB3EDF74}"/>
              </a:ext>
            </a:extLst>
          </p:cNvPr>
          <p:cNvSpPr>
            <a:spLocks noGrp="1"/>
          </p:cNvSpPr>
          <p:nvPr/>
        </p:nvSpPr>
        <p:spPr>
          <a:xfrm>
            <a:off x="3143250" y="3971925"/>
            <a:ext cx="1533525" cy="1838325"/>
          </a:xfrm>
          <a:custGeom>
            <a:pathLst>
              <a:path w="1533525" h="1838325">
                <a:moveTo>
                  <a:pt x="1533525" y="0"/>
                </a:moveTo>
                <a:lnTo>
                  <a:pt x="1533525" y="314325"/>
                </a:lnTo>
                <a:lnTo>
                  <a:pt x="0" y="314325"/>
                </a:lnTo>
                <a:lnTo>
                  <a:pt x="0" y="1838325"/>
                </a:lnTo>
                <a:lnTo>
                  <a:pt x="381000" y="1838325"/>
                </a:lnTo>
              </a:path>
            </a:pathLst>
          </a:custGeom>
          <a:noFill/>
          <a:ln w="19050">
            <a:solidFill>
              <a:srgbClr val="111111"/>
            </a:solidFill>
            <a:prstDash val="solid"/>
          </a:ln>
        </p:spPr>
      </p:sp>
      <p:sp>
        <p:nvSpPr>
          <p:cNvPr id="41" name="Editable arrowhead 74">
            <a:extLst>
              <a:ext uri="{FF2B5EF4-FFF2-40B4-BE49-F238E27FC236}">
                <ns2:creationId id="{D61E78C8-E5C5-44DE-BADC-6307CBAC1903}"/>
              </a:ext>
            </a:extLst>
          </p:cNvPr>
          <p:cNvSpPr>
            <a:spLocks noGrp="1"/>
          </p:cNvSpPr>
          <p:nvPr/>
        </p:nvSpPr>
        <p:spPr>
          <a:xfrm>
            <a:off x="3429000" y="57626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DP5 object 75">
            <a:extLst>
              <a:ext uri="{FF2B5EF4-FFF2-40B4-BE49-F238E27FC236}">
                <ns2:creationId id="{CE04D5E6-465C-4944-9243-F95008DFA889}"/>
              </a:ext>
            </a:extLst>
          </p:cNvPr>
          <p:cNvSpPr>
            <a:spLocks noGrp="1"/>
          </p:cNvSpPr>
          <p:nvPr/>
        </p:nvSpPr>
        <p:spPr>
          <a:xfrm>
            <a:off x="4762500" y="4238625"/>
            <a:ext cx="171450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원본·사실</a:t>
            </a:r>
            <a:endParaRPr lang="ko-KR">
              <a:latin typeface="Calibri"/>
              <a:ea typeface="Calibri"/>
              <a:cs typeface="Calibri"/>
            </a:endParaRPr>
          </a:p>
        </p:txBody>
      </p:sp>
      <p:sp>
        <p:nvSpPr>
          <p:cNvPr id="43" name="Editable path 76">
            <a:extLst>
              <a:ext uri="{FF2B5EF4-FFF2-40B4-BE49-F238E27FC236}">
                <ns2:creationId id="{F65FC358-437D-4A31-86C6-99E9F840A981}"/>
              </a:ext>
            </a:extLst>
          </p:cNvPr>
          <p:cNvSpPr>
            <a:spLocks noGrp="1"/>
          </p:cNvSpPr>
          <p:nvPr/>
        </p:nvSpPr>
        <p:spPr>
          <a:xfrm>
            <a:off x="5857875" y="6000750"/>
            <a:ext cx="228600" cy="953"/>
          </a:xfrm>
          <a:custGeom>
            <a:pathLst>
              <a:path w="228600" h="953">
                <a:moveTo>
                  <a:pt x="0" y="0"/>
                </a:moveTo>
                <a:lnTo>
                  <a:pt x="228600" y="0"/>
                </a:lnTo>
              </a:path>
            </a:pathLst>
          </a:custGeom>
          <a:noFill/>
          <a:ln w="19050">
            <a:solidFill>
              <a:srgbClr val="4676CB"/>
            </a:solidFill>
            <a:prstDash val="solid"/>
          </a:ln>
        </p:spPr>
      </p:sp>
      <p:sp>
        <p:nvSpPr>
          <p:cNvPr id="44" name="Editable arrowhead 77">
            <a:extLst>
              <a:ext uri="{FF2B5EF4-FFF2-40B4-BE49-F238E27FC236}">
                <ns2:creationId id="{552AE9CA-1E29-4C89-BF42-D1DE48275B52}"/>
              </a:ext>
            </a:extLst>
          </p:cNvPr>
          <p:cNvSpPr>
            <a:spLocks noGrp="1"/>
          </p:cNvSpPr>
          <p:nvPr/>
        </p:nvSpPr>
        <p:spPr>
          <a:xfrm>
            <a:off x="5991225" y="595312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45" name="현재 목적·조건과 함께 의미 제안">
            <a:extLst>
              <a:ext uri="{FF2B5EF4-FFF2-40B4-BE49-F238E27FC236}">
                <ns2:creationId id="{1962A9D0-1B2B-4F1B-8CE4-3A7B77F97494}"/>
              </a:ext>
            </a:extLst>
          </p:cNvPr>
          <p:cNvSpPr>
            <a:spLocks noGrp="1"/>
          </p:cNvSpPr>
          <p:nvPr/>
        </p:nvSpPr>
        <p:spPr>
          <a:xfrm>
            <a:off x="3524250" y="6915150"/>
            <a:ext cx="4810125" cy="590550"/>
          </a:xfrm>
          <a:prstGeom prst="rect">
            <a:avLst/>
          </a:prstGeom>
          <a:solidFill>
            <a:srgbClr val="FFFFFF"/>
          </a:solidFill>
          <a:ln w="17145">
            <a:solidFill>
              <a:srgbClr val="111111"/>
            </a:solidFill>
            <a:prstDash val="solid"/>
          </a:ln>
        </p:spPr>
      </p:sp>
      <p:sp>
        <p:nvSpPr>
          <p:cNvPr id="46" name="DP5 object 78">
            <a:extLst>
              <a:ext uri="{FF2B5EF4-FFF2-40B4-BE49-F238E27FC236}">
                <ns2:creationId id="{D4B04574-9E3F-44BD-91E5-3E87E38D9F54}"/>
              </a:ext>
            </a:extLst>
          </p:cNvPr>
          <p:cNvSpPr>
            <a:spLocks noGrp="1"/>
          </p:cNvSpPr>
          <p:nvPr/>
        </p:nvSpPr>
        <p:spPr>
          <a:xfrm>
            <a:off x="3590925" y="6953250"/>
            <a:ext cx="4676775" cy="5143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현재 목적·조건과 함께 의미 제안</a:t>
            </a:r>
            <a:endParaRPr lang="ko-KR">
              <a:latin typeface="Calibri"/>
              <a:ea typeface="Calibri"/>
              <a:cs typeface="Calibri"/>
            </a:endParaRPr>
          </a:p>
        </p:txBody>
      </p:sp>
      <p:sp>
        <p:nvSpPr>
          <p:cNvPr id="47" name="Editable path 79">
            <a:extLst>
              <a:ext uri="{FF2B5EF4-FFF2-40B4-BE49-F238E27FC236}">
                <ns2:creationId id="{C4915657-5422-4459-A39C-E8994497006E}"/>
              </a:ext>
            </a:extLst>
          </p:cNvPr>
          <p:cNvSpPr>
            <a:spLocks noGrp="1"/>
          </p:cNvSpPr>
          <p:nvPr/>
        </p:nvSpPr>
        <p:spPr>
          <a:xfrm>
            <a:off x="5905500" y="6400800"/>
            <a:ext cx="1304925" cy="514350"/>
          </a:xfrm>
          <a:custGeom>
            <a:pathLst>
              <a:path w="1304925" h="514350">
                <a:moveTo>
                  <a:pt x="1304925" y="0"/>
                </a:moveTo>
                <a:lnTo>
                  <a:pt x="1304925" y="304800"/>
                </a:lnTo>
                <a:lnTo>
                  <a:pt x="0" y="304800"/>
                </a:lnTo>
                <a:lnTo>
                  <a:pt x="0" y="514350"/>
                </a:lnTo>
              </a:path>
            </a:pathLst>
          </a:custGeom>
          <a:noFill/>
          <a:ln w="19050">
            <a:solidFill>
              <a:srgbClr val="4676CB"/>
            </a:solidFill>
            <a:prstDash val="solid"/>
          </a:ln>
        </p:spPr>
      </p:sp>
      <p:sp>
        <p:nvSpPr>
          <p:cNvPr id="48" name="Editable arrowhead 80">
            <a:extLst>
              <a:ext uri="{FF2B5EF4-FFF2-40B4-BE49-F238E27FC236}">
                <ns2:creationId id="{E350EEF2-3CE8-45B1-A9D7-FBA2F796F98C}"/>
              </a:ext>
            </a:extLst>
          </p:cNvPr>
          <p:cNvSpPr>
            <a:spLocks noGrp="1"/>
          </p:cNvSpPr>
          <p:nvPr/>
        </p:nvSpPr>
        <p:spPr>
          <a:xfrm>
            <a:off x="5857875" y="68199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DP5 object 81">
            <a:extLst>
              <a:ext uri="{FF2B5EF4-FFF2-40B4-BE49-F238E27FC236}">
                <ns2:creationId id="{BBC6B1E3-F333-4DAD-A0CC-875275259F4F}"/>
              </a:ext>
            </a:extLst>
          </p:cNvPr>
          <p:cNvSpPr>
            <a:spLocks noGrp="1"/>
          </p:cNvSpPr>
          <p:nvPr/>
        </p:nvSpPr>
        <p:spPr>
          <a:xfrm>
            <a:off x="3476625" y="7600950"/>
            <a:ext cx="4905375" cy="285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채택한 조건·확정 사실은 공통 상태로 보존</a:t>
            </a:r>
            <a:endParaRPr lang="ko-KR">
              <a:latin typeface="Calibri"/>
              <a:ea typeface="Calibri"/>
              <a:cs typeface="Calibri"/>
            </a:endParaRPr>
          </a:p>
        </p:txBody>
      </p:sp>
      <p:sp>
        <p:nvSpPr>
          <p:cNvPr id="50" name="DP5 object 82">
            <a:extLst>
              <a:ext uri="{FF2B5EF4-FFF2-40B4-BE49-F238E27FC236}">
                <ns2:creationId id="{A4142EB0-E17B-47B3-A83A-EA291C38F838}"/>
              </a:ext>
            </a:extLst>
          </p:cNvPr>
          <p:cNvSpPr>
            <a:spLocks noGrp="1"/>
          </p:cNvSpPr>
          <p:nvPr/>
        </p:nvSpPr>
        <p:spPr>
          <a:xfrm>
            <a:off x="619125" y="6677025"/>
            <a:ext cx="2476500" cy="952500"/>
          </a:xfrm>
          <a:prstGeom prst="rect">
            <a:avLst/>
          </a:prstGeom>
          <a:noFill/>
          <a:ln w="0">
            <a:noFill/>
            <a:prstDash val="solid"/>
          </a:ln>
        </p:spPr>
        <p:txBody>
          <a:bodyPr wrap="none" lIns="0" tIns="0" rIns="0" bIns="0" anchor="ctr">
            <a:noAutofit/>
          </a:bodyPr>
          <a:lstStyle>
            <a:defPPr algn="ctr">
              <a:defRPr sz="1800" b="0" lang="ko-KR">
                <a:solidFill>
                  <a:srgbClr val="50555B"/>
                </a:solidFill>
                <a:latin typeface="Calibri"/>
                <a:ea typeface="Calibri"/>
                <a:cs typeface="Calibri"/>
              </a:defRPr>
            </a:defPPr>
            <a:lvl1pPr algn="ctr">
              <a:defRPr sz="1800" b="0" lang="ko-KR">
                <a:solidFill>
                  <a:srgbClr val="50555B"/>
                </a:solidFill>
                <a:latin typeface="Calibri"/>
                <a:ea typeface="Calibri"/>
                <a:cs typeface="Calibri"/>
              </a:defRPr>
            </a:lvl1pPr>
            <a:lvl2pPr algn="ctr">
              <a:defRPr sz="1800" b="0" lang="ko-KR">
                <a:solidFill>
                  <a:srgbClr val="50555B"/>
                </a:solidFill>
                <a:latin typeface="Calibri"/>
                <a:ea typeface="Calibri"/>
                <a:cs typeface="Calibri"/>
              </a:defRPr>
            </a:lvl2pPr>
            <a:lvl3pPr algn="ctr">
              <a:defRPr sz="1800" b="0" lang="ko-KR">
                <a:solidFill>
                  <a:srgbClr val="50555B"/>
                </a:solidFill>
                <a:latin typeface="Calibri"/>
                <a:ea typeface="Calibri"/>
                <a:cs typeface="Calibri"/>
              </a:defRPr>
            </a:lvl3pPr>
            <a:lvl4pPr algn="ctr">
              <a:defRPr sz="1800" b="0" lang="ko-KR">
                <a:solidFill>
                  <a:srgbClr val="50555B"/>
                </a:solidFill>
                <a:latin typeface="Calibri"/>
                <a:ea typeface="Calibri"/>
                <a:cs typeface="Calibri"/>
              </a:defRPr>
            </a:lvl4pPr>
            <a:lvl5pPr algn="ctr">
              <a:defRPr sz="1800" b="0" lang="ko-KR">
                <a:solidFill>
                  <a:srgbClr val="50555B"/>
                </a:solidFill>
                <a:latin typeface="Calibri"/>
                <a:ea typeface="Calibri"/>
                <a:cs typeface="Calibri"/>
              </a:defRPr>
            </a:lvl5pPr>
            <a:lvl6pPr algn="ctr">
              <a:defRPr sz="1800" b="0" lang="ko-KR">
                <a:solidFill>
                  <a:srgbClr val="50555B"/>
                </a:solidFill>
                <a:latin typeface="Calibri"/>
                <a:ea typeface="Calibri"/>
                <a:cs typeface="Calibri"/>
              </a:defRPr>
            </a:lvl6pPr>
            <a:lvl7pPr algn="ctr">
              <a:defRPr sz="1800" b="0" lang="ko-KR">
                <a:solidFill>
                  <a:srgbClr val="50555B"/>
                </a:solidFill>
                <a:latin typeface="Calibri"/>
                <a:ea typeface="Calibri"/>
                <a:cs typeface="Calibri"/>
              </a:defRPr>
            </a:lvl7pPr>
            <a:lvl8pPr algn="ctr">
              <a:defRPr sz="1800" b="0" lang="ko-KR">
                <a:solidFill>
                  <a:srgbClr val="50555B"/>
                </a:solidFill>
                <a:latin typeface="Calibri"/>
                <a:ea typeface="Calibri"/>
                <a:cs typeface="Calibri"/>
              </a:defRPr>
            </a:lvl8pPr>
            <a:lvl9pPr algn="ctr">
              <a:defRPr sz="1800" b="0" lang="ko-KR">
                <a:solidFill>
                  <a:srgbClr val="50555B"/>
                </a:solidFill>
                <a:latin typeface="Calibri"/>
                <a:ea typeface="Calibri"/>
                <a:cs typeface="Calibri"/>
              </a:defRPr>
            </a:lvl9pPr>
          </a:lstStyle>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추가 영속 상태: 없음</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미확정 관계는</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요청에서 해석</a:t>
            </a:r>
            <a:endParaRPr lang="ko-KR">
              <a:latin typeface="Calibri"/>
              <a:ea typeface="Calibri"/>
              <a:cs typeface="Calibri"/>
            </a:endParaRPr>
          </a:p>
        </p:txBody>
      </p:sp>
      <p:sp>
        <p:nvSpPr>
          <p:cNvPr id="51" name="B Context Manager owned production and query state">
            <a:extLst>
              <a:ext uri="{FF2B5EF4-FFF2-40B4-BE49-F238E27FC236}">
                <ns2:creationId id="{B12E8B80-021A-418C-A484-BAC5BBFBC19D}"/>
              </a:ext>
            </a:extLst>
          </p:cNvPr>
          <p:cNvSpPr>
            <a:spLocks noGrp="1"/>
          </p:cNvSpPr>
          <p:nvPr/>
        </p:nvSpPr>
        <p:spPr>
          <a:xfrm>
            <a:off x="12001500" y="2543175"/>
            <a:ext cx="5762625" cy="4505325"/>
          </a:xfrm>
          <a:prstGeom prst="rect">
            <a:avLst/>
          </a:prstGeom>
          <a:solidFill>
            <a:srgbClr val="FFF6DD"/>
          </a:solidFill>
          <a:ln w="25718">
            <a:solidFill>
              <a:srgbClr val="111111"/>
            </a:solidFill>
            <a:prstDash val="solid"/>
          </a:ln>
        </p:spPr>
      </p:sp>
      <p:sp>
        <p:nvSpPr>
          <p:cNvPr id="52" name="DP5 object 83">
            <a:extLst>
              <a:ext uri="{FF2B5EF4-FFF2-40B4-BE49-F238E27FC236}">
                <ns2:creationId id="{3EA66FF5-D239-43DC-A985-50F349596E88}"/>
              </a:ext>
            </a:extLst>
          </p:cNvPr>
          <p:cNvSpPr>
            <a:spLocks noGrp="1"/>
          </p:cNvSpPr>
          <p:nvPr/>
        </p:nvSpPr>
        <p:spPr>
          <a:xfrm>
            <a:off x="12096750" y="2600325"/>
            <a:ext cx="5572125" cy="3429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Context Manager</a:t>
            </a:r>
            <a:endParaRPr lang="ko-KR">
              <a:latin typeface="Calibri"/>
              <a:ea typeface="Calibri"/>
              <a:cs typeface="Calibri"/>
            </a:endParaRPr>
          </a:p>
        </p:txBody>
      </p:sp>
      <p:sp>
        <p:nvSpPr>
          <p:cNvPr id="53" name="Editable path 84">
            <a:extLst>
              <a:ext uri="{FF2B5EF4-FFF2-40B4-BE49-F238E27FC236}">
                <ns2:creationId id="{5577B5E3-CF5F-46AF-A1C7-84785C42E8A5}"/>
              </a:ext>
            </a:extLst>
          </p:cNvPr>
          <p:cNvSpPr>
            <a:spLocks noGrp="1"/>
          </p:cNvSpPr>
          <p:nvPr/>
        </p:nvSpPr>
        <p:spPr>
          <a:xfrm>
            <a:off x="12001500" y="3000375"/>
            <a:ext cx="5762625" cy="953"/>
          </a:xfrm>
          <a:custGeom>
            <a:pathLst>
              <a:path w="5762625" h="953">
                <a:moveTo>
                  <a:pt x="0" y="0"/>
                </a:moveTo>
                <a:lnTo>
                  <a:pt x="5762625" y="0"/>
                </a:lnTo>
              </a:path>
            </a:pathLst>
          </a:custGeom>
          <a:noFill/>
          <a:ln w="13335">
            <a:solidFill>
              <a:srgbClr val="111111"/>
            </a:solidFill>
            <a:prstDash val="solid"/>
          </a:ln>
        </p:spPr>
      </p:sp>
      <p:sp>
        <p:nvSpPr>
          <p:cNvPr id="54" name="DP5 object 85">
            <a:extLst>
              <a:ext uri="{FF2B5EF4-FFF2-40B4-BE49-F238E27FC236}">
                <ns2:creationId id="{699B26F0-890F-4992-B671-46EE1757FFD4}"/>
              </a:ext>
            </a:extLst>
          </p:cNvPr>
          <p:cNvSpPr>
            <a:spLocks noGrp="1"/>
          </p:cNvSpPr>
          <p:nvPr/>
        </p:nvSpPr>
        <p:spPr>
          <a:xfrm>
            <a:off x="12144375" y="3095625"/>
            <a:ext cx="5429250" cy="2857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사건 갱신 경로 / 요청 조회 경로</a:t>
            </a:r>
            <a:endParaRPr lang="ko-KR">
              <a:latin typeface="Calibri"/>
              <a:ea typeface="Calibri"/>
              <a:cs typeface="Calibri"/>
            </a:endParaRPr>
          </a:p>
        </p:txBody>
      </p:sp>
      <p:sp>
        <p:nvSpPr>
          <p:cNvPr id="55" name="같은 원본·사실">
            <a:extLst>
              <a:ext uri="{FF2B5EF4-FFF2-40B4-BE49-F238E27FC236}">
                <ns2:creationId id="{3F71B2C6-15D6-4321-B6B5-CF32C36EE6A9}"/>
              </a:ext>
            </a:extLst>
          </p:cNvPr>
          <p:cNvSpPr>
            <a:spLocks noGrp="1"/>
          </p:cNvSpPr>
          <p:nvPr/>
        </p:nvSpPr>
        <p:spPr>
          <a:xfrm>
            <a:off x="9715500" y="3629025"/>
            <a:ext cx="1952625" cy="828675"/>
          </a:xfrm>
          <a:prstGeom prst="can">
            <a:avLst>
              <a:gd name="adj" fmla="val 16000"/>
            </a:avLst>
          </a:prstGeom>
          <a:solidFill>
            <a:srgbClr val="FFF6DD"/>
          </a:solidFill>
          <a:ln w="17145">
            <a:solidFill>
              <a:srgbClr val="111111"/>
            </a:solidFill>
            <a:prstDash val="solid"/>
          </a:ln>
        </p:spPr>
      </p:sp>
      <p:sp>
        <p:nvSpPr>
          <p:cNvPr id="56" name="DP5 object 86">
            <a:extLst>
              <a:ext uri="{FF2B5EF4-FFF2-40B4-BE49-F238E27FC236}">
                <ns2:creationId id="{6AD0340D-5A36-44B8-ABC3-44EBE13DD18E}"/>
              </a:ext>
            </a:extLst>
          </p:cNvPr>
          <p:cNvSpPr>
            <a:spLocks noGrp="1"/>
          </p:cNvSpPr>
          <p:nvPr/>
        </p:nvSpPr>
        <p:spPr>
          <a:xfrm>
            <a:off x="9763125" y="3733800"/>
            <a:ext cx="1857375" cy="6667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원본·사실</a:t>
            </a:r>
            <a:endParaRPr lang="ko-KR">
              <a:latin typeface="Calibri"/>
              <a:ea typeface="Calibri"/>
              <a:cs typeface="Calibri"/>
            </a:endParaRPr>
          </a:p>
        </p:txBody>
      </p:sp>
      <p:sp>
        <p:nvSpPr>
          <p:cNvPr id="57" name="변경 추적&#10;생산 대상 / 정정">
            <a:extLst>
              <a:ext uri="{FF2B5EF4-FFF2-40B4-BE49-F238E27FC236}">
                <ns2:creationId id="{5F64F3A2-607B-4EEF-995C-87DFF9D0E596}"/>
              </a:ext>
            </a:extLst>
          </p:cNvPr>
          <p:cNvSpPr>
            <a:spLocks noGrp="1"/>
          </p:cNvSpPr>
          <p:nvPr/>
        </p:nvSpPr>
        <p:spPr>
          <a:xfrm>
            <a:off x="12192000" y="3629025"/>
            <a:ext cx="2238375" cy="828675"/>
          </a:xfrm>
          <a:prstGeom prst="rect">
            <a:avLst/>
          </a:prstGeom>
          <a:solidFill>
            <a:srgbClr val="FFFFFF"/>
          </a:solidFill>
          <a:ln w="17145">
            <a:solidFill>
              <a:srgbClr val="111111"/>
            </a:solidFill>
            <a:prstDash val="solid"/>
          </a:ln>
        </p:spPr>
      </p:sp>
      <p:sp>
        <p:nvSpPr>
          <p:cNvPr id="58" name="DP5 object 87">
            <a:extLst>
              <a:ext uri="{FF2B5EF4-FFF2-40B4-BE49-F238E27FC236}">
                <ns2:creationId id="{76674EA7-F18E-4B9A-AB4A-DC5CE78F6366}"/>
              </a:ext>
            </a:extLst>
          </p:cNvPr>
          <p:cNvSpPr>
            <a:spLocks noGrp="1"/>
          </p:cNvSpPr>
          <p:nvPr/>
        </p:nvSpPr>
        <p:spPr>
          <a:xfrm>
            <a:off x="12258675" y="3667125"/>
            <a:ext cx="2105025" cy="7524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변경 추적</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생산 대상 / 정정</a:t>
            </a:r>
            <a:endParaRPr lang="ko-KR">
              <a:latin typeface="Calibri"/>
              <a:ea typeface="Calibri"/>
              <a:cs typeface="Calibri"/>
            </a:endParaRPr>
          </a:p>
        </p:txBody>
      </p:sp>
      <p:sp>
        <p:nvSpPr>
          <p:cNvPr id="59" name="관계 생산·게시&#10;해석 → 판본 재검사">
            <a:extLst>
              <a:ext uri="{FF2B5EF4-FFF2-40B4-BE49-F238E27FC236}">
                <ns2:creationId id="{E21D6E53-06A4-4257-B5B7-D636295D0ADA}"/>
              </a:ext>
            </a:extLst>
          </p:cNvPr>
          <p:cNvSpPr>
            <a:spLocks noGrp="1"/>
          </p:cNvSpPr>
          <p:nvPr/>
        </p:nvSpPr>
        <p:spPr>
          <a:xfrm>
            <a:off x="14811375" y="3629025"/>
            <a:ext cx="2762250" cy="828675"/>
          </a:xfrm>
          <a:prstGeom prst="rect">
            <a:avLst/>
          </a:prstGeom>
          <a:solidFill>
            <a:srgbClr val="F1F6FC"/>
          </a:solidFill>
          <a:ln w="28575">
            <a:solidFill>
              <a:srgbClr val="4676CB"/>
            </a:solidFill>
            <a:prstDash val="solid"/>
          </a:ln>
        </p:spPr>
      </p:sp>
      <p:sp>
        <p:nvSpPr>
          <p:cNvPr id="60" name="DP5 object 88">
            <a:extLst>
              <a:ext uri="{FF2B5EF4-FFF2-40B4-BE49-F238E27FC236}">
                <ns2:creationId id="{0C2CCE1D-618B-4EEE-A6C0-975B3432C256}"/>
              </a:ext>
            </a:extLst>
          </p:cNvPr>
          <p:cNvSpPr>
            <a:spLocks noGrp="1"/>
          </p:cNvSpPr>
          <p:nvPr/>
        </p:nvSpPr>
        <p:spPr>
          <a:xfrm>
            <a:off x="14878050" y="3667125"/>
            <a:ext cx="2628900" cy="7524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관계 생산·게시</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해석 → 판본 재검사</a:t>
            </a:r>
            <a:endParaRPr lang="ko-KR">
              <a:latin typeface="Calibri"/>
              <a:ea typeface="Calibri"/>
              <a:cs typeface="Calibri"/>
            </a:endParaRPr>
          </a:p>
        </p:txBody>
      </p:sp>
      <p:sp>
        <p:nvSpPr>
          <p:cNvPr id="61" name="Editable path 89">
            <a:extLst>
              <a:ext uri="{FF2B5EF4-FFF2-40B4-BE49-F238E27FC236}">
                <ns2:creationId id="{C92C95AF-8302-4300-BF90-0BB59514719B}"/>
              </a:ext>
            </a:extLst>
          </p:cNvPr>
          <p:cNvSpPr>
            <a:spLocks noGrp="1"/>
          </p:cNvSpPr>
          <p:nvPr/>
        </p:nvSpPr>
        <p:spPr>
          <a:xfrm>
            <a:off x="11668125" y="4029075"/>
            <a:ext cx="523875" cy="953"/>
          </a:xfrm>
          <a:custGeom>
            <a:pathLst>
              <a:path w="523875" h="953">
                <a:moveTo>
                  <a:pt x="0" y="0"/>
                </a:moveTo>
                <a:lnTo>
                  <a:pt x="523875" y="0"/>
                </a:lnTo>
              </a:path>
            </a:pathLst>
          </a:custGeom>
          <a:noFill/>
          <a:ln w="19050">
            <a:solidFill>
              <a:srgbClr val="111111"/>
            </a:solidFill>
            <a:prstDash val="solid"/>
          </a:ln>
        </p:spPr>
      </p:sp>
      <p:sp>
        <p:nvSpPr>
          <p:cNvPr id="62" name="Editable arrowhead 90">
            <a:extLst>
              <a:ext uri="{FF2B5EF4-FFF2-40B4-BE49-F238E27FC236}">
                <ns2:creationId id="{3BE511FD-078F-4B3E-AF0F-14FC32038286}"/>
              </a:ext>
            </a:extLst>
          </p:cNvPr>
          <p:cNvSpPr>
            <a:spLocks noGrp="1"/>
          </p:cNvSpPr>
          <p:nvPr/>
        </p:nvSpPr>
        <p:spPr>
          <a:xfrm>
            <a:off x="12096750" y="3981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3" name="Editable path 91">
            <a:extLst>
              <a:ext uri="{FF2B5EF4-FFF2-40B4-BE49-F238E27FC236}">
                <ns2:creationId id="{D97A4B09-0EB9-4105-AE02-28916B0103D3}"/>
              </a:ext>
            </a:extLst>
          </p:cNvPr>
          <p:cNvSpPr>
            <a:spLocks noGrp="1"/>
          </p:cNvSpPr>
          <p:nvPr/>
        </p:nvSpPr>
        <p:spPr>
          <a:xfrm>
            <a:off x="14430375" y="4029075"/>
            <a:ext cx="381000" cy="953"/>
          </a:xfrm>
          <a:custGeom>
            <a:pathLst>
              <a:path w="381000" h="953">
                <a:moveTo>
                  <a:pt x="0" y="0"/>
                </a:moveTo>
                <a:lnTo>
                  <a:pt x="381000" y="0"/>
                </a:lnTo>
              </a:path>
            </a:pathLst>
          </a:custGeom>
          <a:noFill/>
          <a:ln w="19050">
            <a:solidFill>
              <a:srgbClr val="4676CB"/>
            </a:solidFill>
            <a:prstDash val="solid"/>
          </a:ln>
        </p:spPr>
      </p:sp>
      <p:sp>
        <p:nvSpPr>
          <p:cNvPr id="64" name="Editable arrowhead 92">
            <a:extLst>
              <a:ext uri="{FF2B5EF4-FFF2-40B4-BE49-F238E27FC236}">
                <ns2:creationId id="{7C9AE0F1-41C1-4A8C-BEF1-18AC0D763DDE}"/>
              </a:ext>
            </a:extLst>
          </p:cNvPr>
          <p:cNvSpPr>
            <a:spLocks noGrp="1"/>
          </p:cNvSpPr>
          <p:nvPr/>
        </p:nvSpPr>
        <p:spPr>
          <a:xfrm>
            <a:off x="14716125" y="398145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5" name="의존 판본·처리 cursor&#10;dirty / revoked">
            <a:extLst>
              <a:ext uri="{FF2B5EF4-FFF2-40B4-BE49-F238E27FC236}">
                <ns2:creationId id="{4C0A6CA7-7F44-4DD9-BD03-B6145273B1FD}"/>
              </a:ext>
            </a:extLst>
          </p:cNvPr>
          <p:cNvSpPr>
            <a:spLocks noGrp="1"/>
          </p:cNvSpPr>
          <p:nvPr/>
        </p:nvSpPr>
        <p:spPr>
          <a:xfrm>
            <a:off x="12049125" y="4914900"/>
            <a:ext cx="2381250" cy="847725"/>
          </a:xfrm>
          <a:prstGeom prst="can">
            <a:avLst>
              <a:gd name="adj" fmla="val 16000"/>
            </a:avLst>
          </a:prstGeom>
          <a:solidFill>
            <a:srgbClr val="FFF6DD"/>
          </a:solidFill>
          <a:ln w="17145">
            <a:solidFill>
              <a:srgbClr val="111111"/>
            </a:solidFill>
            <a:prstDash val="solid"/>
          </a:ln>
        </p:spPr>
      </p:sp>
      <p:sp>
        <p:nvSpPr>
          <p:cNvPr id="66" name="DP5 object 93">
            <a:extLst>
              <a:ext uri="{FF2B5EF4-FFF2-40B4-BE49-F238E27FC236}">
                <ns2:creationId id="{D5C9C976-09B6-41E0-979F-9CE2969D95D9}"/>
              </a:ext>
            </a:extLst>
          </p:cNvPr>
          <p:cNvSpPr>
            <a:spLocks noGrp="1"/>
          </p:cNvSpPr>
          <p:nvPr/>
        </p:nvSpPr>
        <p:spPr>
          <a:xfrm>
            <a:off x="12096750" y="5019675"/>
            <a:ext cx="2286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의존 판본·처리 cursor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dirty / revoked</a:t>
            </a:r>
            <a:endParaRPr lang="ko-KR">
              <a:latin typeface="Calibri"/>
              <a:ea typeface="Calibri"/>
              <a:cs typeface="Calibri"/>
            </a:endParaRPr>
          </a:p>
        </p:txBody>
      </p:sp>
      <p:sp>
        <p:nvSpPr>
          <p:cNvPr id="67" name="영속 파생 관계&#10;대상·측면·상황·출처">
            <a:extLst>
              <a:ext uri="{FF2B5EF4-FFF2-40B4-BE49-F238E27FC236}">
                <ns2:creationId id="{688536D3-5751-4EA4-A712-7EB297A74041}"/>
              </a:ext>
            </a:extLst>
          </p:cNvPr>
          <p:cNvSpPr>
            <a:spLocks noGrp="1"/>
          </p:cNvSpPr>
          <p:nvPr/>
        </p:nvSpPr>
        <p:spPr>
          <a:xfrm>
            <a:off x="14811375" y="4914900"/>
            <a:ext cx="2762250" cy="847725"/>
          </a:xfrm>
          <a:prstGeom prst="can">
            <a:avLst>
              <a:gd name="adj" fmla="val 16000"/>
            </a:avLst>
          </a:prstGeom>
          <a:solidFill>
            <a:srgbClr val="F1F6FC"/>
          </a:solidFill>
          <a:ln w="17145">
            <a:solidFill>
              <a:srgbClr val="4676CB"/>
            </a:solidFill>
            <a:prstDash val="solid"/>
          </a:ln>
        </p:spPr>
      </p:sp>
      <p:sp>
        <p:nvSpPr>
          <p:cNvPr id="68" name="DP5 object 94">
            <a:extLst>
              <a:ext uri="{FF2B5EF4-FFF2-40B4-BE49-F238E27FC236}">
                <ns2:creationId id="{55C56AB2-0CFB-4018-88E3-2F05739F623D}"/>
              </a:ext>
            </a:extLst>
          </p:cNvPr>
          <p:cNvSpPr>
            <a:spLocks noGrp="1"/>
          </p:cNvSpPr>
          <p:nvPr/>
        </p:nvSpPr>
        <p:spPr>
          <a:xfrm>
            <a:off x="14859000" y="5019675"/>
            <a:ext cx="2667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영속 파생 관계</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대상·측면·상황·출처</a:t>
            </a:r>
            <a:endParaRPr lang="ko-KR">
              <a:latin typeface="Calibri"/>
              <a:ea typeface="Calibri"/>
              <a:cs typeface="Calibri"/>
            </a:endParaRPr>
          </a:p>
        </p:txBody>
      </p:sp>
      <p:sp>
        <p:nvSpPr>
          <p:cNvPr id="69" name="Editable path 95">
            <a:extLst>
              <a:ext uri="{FF2B5EF4-FFF2-40B4-BE49-F238E27FC236}">
                <ns2:creationId id="{E2CCEE4E-457E-4815-8359-E10D7E0ED097}"/>
              </a:ext>
            </a:extLst>
          </p:cNvPr>
          <p:cNvSpPr>
            <a:spLocks noGrp="1"/>
          </p:cNvSpPr>
          <p:nvPr/>
        </p:nvSpPr>
        <p:spPr>
          <a:xfrm>
            <a:off x="16192500" y="4457700"/>
            <a:ext cx="953" cy="457200"/>
          </a:xfrm>
          <a:custGeom>
            <a:pathLst>
              <a:path w="953" h="457200">
                <a:moveTo>
                  <a:pt x="0" y="0"/>
                </a:moveTo>
                <a:lnTo>
                  <a:pt x="0" y="457200"/>
                </a:lnTo>
              </a:path>
            </a:pathLst>
          </a:custGeom>
          <a:noFill/>
          <a:ln w="19050">
            <a:solidFill>
              <a:srgbClr val="4676CB"/>
            </a:solidFill>
            <a:prstDash val="solid"/>
          </a:ln>
        </p:spPr>
      </p:sp>
      <p:sp>
        <p:nvSpPr>
          <p:cNvPr id="70" name="Editable arrowhead 96">
            <a:extLst>
              <a:ext uri="{FF2B5EF4-FFF2-40B4-BE49-F238E27FC236}">
                <ns2:creationId id="{CA1FF694-46B1-4543-8CBB-51B25ED32835}"/>
              </a:ext>
            </a:extLst>
          </p:cNvPr>
          <p:cNvSpPr>
            <a:spLocks noGrp="1"/>
          </p:cNvSpPr>
          <p:nvPr/>
        </p:nvSpPr>
        <p:spPr>
          <a:xfrm>
            <a:off x="16144875" y="48196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71" name="Editable path 97">
            <a:extLst>
              <a:ext uri="{FF2B5EF4-FFF2-40B4-BE49-F238E27FC236}">
                <ns2:creationId id="{547753D1-5EFC-4791-A1FB-310F61CB6A67}"/>
              </a:ext>
            </a:extLst>
          </p:cNvPr>
          <p:cNvSpPr>
            <a:spLocks noGrp="1"/>
          </p:cNvSpPr>
          <p:nvPr/>
        </p:nvSpPr>
        <p:spPr>
          <a:xfrm>
            <a:off x="13287375" y="4457700"/>
            <a:ext cx="953" cy="457200"/>
          </a:xfrm>
          <a:custGeom>
            <a:pathLst>
              <a:path w="953" h="457200">
                <a:moveTo>
                  <a:pt x="0" y="0"/>
                </a:moveTo>
                <a:lnTo>
                  <a:pt x="0" y="457200"/>
                </a:lnTo>
              </a:path>
            </a:pathLst>
          </a:custGeom>
          <a:noFill/>
          <a:ln w="19050">
            <a:solidFill>
              <a:srgbClr val="111111"/>
            </a:solidFill>
            <a:prstDash val="solid"/>
          </a:ln>
        </p:spPr>
      </p:sp>
      <p:sp>
        <p:nvSpPr>
          <p:cNvPr id="72" name="Editable arrowhead 98">
            <a:extLst>
              <a:ext uri="{FF2B5EF4-FFF2-40B4-BE49-F238E27FC236}">
                <ns2:creationId id="{5141BEAD-DA32-4745-BF74-409EC192C615}"/>
              </a:ext>
            </a:extLst>
          </p:cNvPr>
          <p:cNvSpPr>
            <a:spLocks noGrp="1"/>
          </p:cNvSpPr>
          <p:nvPr/>
        </p:nvSpPr>
        <p:spPr>
          <a:xfrm>
            <a:off x="13239750"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3" name="Editable path 99">
            <a:extLst>
              <a:ext uri="{FF2B5EF4-FFF2-40B4-BE49-F238E27FC236}">
                <ns2:creationId id="{C855AC63-B8CC-4670-A60A-E538CC4A2FF8}"/>
              </a:ext>
            </a:extLst>
          </p:cNvPr>
          <p:cNvSpPr>
            <a:spLocks noGrp="1"/>
          </p:cNvSpPr>
          <p:nvPr/>
        </p:nvSpPr>
        <p:spPr>
          <a:xfrm>
            <a:off x="14430375" y="5324475"/>
            <a:ext cx="381000" cy="953"/>
          </a:xfrm>
          <a:custGeom>
            <a:pathLst>
              <a:path w="381000" h="953">
                <a:moveTo>
                  <a:pt x="0" y="0"/>
                </a:moveTo>
                <a:lnTo>
                  <a:pt x="381000" y="0"/>
                </a:lnTo>
              </a:path>
            </a:pathLst>
          </a:custGeom>
          <a:noFill/>
          <a:ln w="19050">
            <a:solidFill>
              <a:srgbClr val="C00000"/>
            </a:solidFill>
            <a:prstDash val="dash"/>
          </a:ln>
        </p:spPr>
      </p:sp>
      <p:sp>
        <p:nvSpPr>
          <p:cNvPr id="74" name="Editable arrowhead 100">
            <a:extLst>
              <a:ext uri="{FF2B5EF4-FFF2-40B4-BE49-F238E27FC236}">
                <ns2:creationId id="{18A6D718-898D-44CE-A013-FF2FC240656C}"/>
              </a:ext>
            </a:extLst>
          </p:cNvPr>
          <p:cNvSpPr>
            <a:spLocks noGrp="1"/>
          </p:cNvSpPr>
          <p:nvPr/>
        </p:nvSpPr>
        <p:spPr>
          <a:xfrm>
            <a:off x="14716125" y="5276850"/>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75" name="DP5 object 101">
            <a:extLst>
              <a:ext uri="{FF2B5EF4-FFF2-40B4-BE49-F238E27FC236}">
                <ns2:creationId id="{A08A48E8-7075-4905-8172-E356A9F1845A}"/>
              </a:ext>
            </a:extLst>
          </p:cNvPr>
          <p:cNvSpPr>
            <a:spLocks noGrp="1"/>
          </p:cNvSpPr>
          <p:nvPr/>
        </p:nvSpPr>
        <p:spPr>
          <a:xfrm>
            <a:off x="11887200" y="4572000"/>
            <a:ext cx="2857500" cy="276225"/>
          </a:xfrm>
          <a:prstGeom prst="rect">
            <a:avLst/>
          </a:prstGeom>
          <a:noFill/>
          <a:ln w="0">
            <a:noFill/>
            <a:prstDash val="solid"/>
          </a:ln>
        </p:spPr>
        <p:txBody>
          <a:bodyPr wrap="none" lIns="0" tIns="0" rIns="0" bIns="0" anchor="ctr">
            <a:noAutofit/>
          </a:bodyPr>
          <a:lstStyle>
            <a:defPPr algn="ctr">
              <a:defRPr sz="1600" b="0" lang="ko-KR">
                <a:solidFill>
                  <a:srgbClr val="C00000"/>
                </a:solidFill>
                <a:latin typeface="Calibri"/>
                <a:ea typeface="Calibri"/>
                <a:cs typeface="Calibri"/>
              </a:defRPr>
            </a:defPPr>
            <a:lvl1pPr algn="ctr">
              <a:defRPr sz="1600" b="0" lang="ko-KR">
                <a:solidFill>
                  <a:srgbClr val="C00000"/>
                </a:solidFill>
                <a:latin typeface="Calibri"/>
                <a:ea typeface="Calibri"/>
                <a:cs typeface="Calibri"/>
              </a:defRPr>
            </a:lvl1pPr>
            <a:lvl2pPr algn="ctr">
              <a:defRPr sz="1600" b="0" lang="ko-KR">
                <a:solidFill>
                  <a:srgbClr val="C00000"/>
                </a:solidFill>
                <a:latin typeface="Calibri"/>
                <a:ea typeface="Calibri"/>
                <a:cs typeface="Calibri"/>
              </a:defRPr>
            </a:lvl2pPr>
            <a:lvl3pPr algn="ctr">
              <a:defRPr sz="1600" b="0" lang="ko-KR">
                <a:solidFill>
                  <a:srgbClr val="C00000"/>
                </a:solidFill>
                <a:latin typeface="Calibri"/>
                <a:ea typeface="Calibri"/>
                <a:cs typeface="Calibri"/>
              </a:defRPr>
            </a:lvl3pPr>
            <a:lvl4pPr algn="ctr">
              <a:defRPr sz="1600" b="0" lang="ko-KR">
                <a:solidFill>
                  <a:srgbClr val="C00000"/>
                </a:solidFill>
                <a:latin typeface="Calibri"/>
                <a:ea typeface="Calibri"/>
                <a:cs typeface="Calibri"/>
              </a:defRPr>
            </a:lvl4pPr>
            <a:lvl5pPr algn="ctr">
              <a:defRPr sz="1600" b="0" lang="ko-KR">
                <a:solidFill>
                  <a:srgbClr val="C00000"/>
                </a:solidFill>
                <a:latin typeface="Calibri"/>
                <a:ea typeface="Calibri"/>
                <a:cs typeface="Calibri"/>
              </a:defRPr>
            </a:lvl5pPr>
            <a:lvl6pPr algn="ctr">
              <a:defRPr sz="1600" b="0" lang="ko-KR">
                <a:solidFill>
                  <a:srgbClr val="C00000"/>
                </a:solidFill>
                <a:latin typeface="Calibri"/>
                <a:ea typeface="Calibri"/>
                <a:cs typeface="Calibri"/>
              </a:defRPr>
            </a:lvl6pPr>
            <a:lvl7pPr algn="ctr">
              <a:defRPr sz="1600" b="0" lang="ko-KR">
                <a:solidFill>
                  <a:srgbClr val="C00000"/>
                </a:solidFill>
                <a:latin typeface="Calibri"/>
                <a:ea typeface="Calibri"/>
                <a:cs typeface="Calibri"/>
              </a:defRPr>
            </a:lvl7pPr>
            <a:lvl8pPr algn="ctr">
              <a:defRPr sz="1600" b="0" lang="ko-KR">
                <a:solidFill>
                  <a:srgbClr val="C00000"/>
                </a:solidFill>
                <a:latin typeface="Calibri"/>
                <a:ea typeface="Calibri"/>
                <a:cs typeface="Calibri"/>
              </a:defRPr>
            </a:lvl8pPr>
            <a:lvl9pPr algn="ctr">
              <a:defRPr sz="1600" b="0" lang="ko-KR">
                <a:solidFill>
                  <a:srgbClr val="C00000"/>
                </a:solidFill>
                <a:latin typeface="Calibri"/>
                <a:ea typeface="Calibri"/>
                <a:cs typeface="Calibri"/>
              </a:defRPr>
            </a:lvl9pPr>
          </a:lstStyle>
          <a:p>
            <a:pPr algn="ctr">
              <a:defRPr sz="1600" b="0" lang="ko-KR">
                <a:solidFill>
                  <a:srgbClr val="C00000"/>
                </a:solidFill>
                <a:latin typeface="Calibri"/>
                <a:ea typeface="Calibri"/>
                <a:cs typeface="Calibri"/>
              </a:defRPr>
            </a:pPr>
            <a:r>
              <a:rPr sz="1600" b="0" lang="ko-KR">
                <a:solidFill>
                  <a:srgbClr val="C00000"/>
                </a:solidFill>
                <a:latin typeface="Calibri"/>
                <a:ea typeface="Calibri"/>
                <a:cs typeface="Calibri"/>
              </a:rPr>
              <a:t>정정 시 무효화</a:t>
            </a:r>
            <a:endParaRPr lang="ko-KR">
              <a:latin typeface="Calibri"/>
              <a:ea typeface="Calibri"/>
              <a:cs typeface="Calibri"/>
            </a:endParaRPr>
          </a:p>
        </p:txBody>
      </p:sp>
      <p:sp>
        <p:nvSpPr>
          <p:cNvPr id="76" name="관계 조회 / 현재성·확인 범위 검사">
            <a:extLst>
              <a:ext uri="{FF2B5EF4-FFF2-40B4-BE49-F238E27FC236}">
                <ns2:creationId id="{C409B15B-A88E-4E4D-AF7B-DA5B1362DDDF}"/>
              </a:ext>
            </a:extLst>
          </p:cNvPr>
          <p:cNvSpPr>
            <a:spLocks noGrp="1"/>
          </p:cNvSpPr>
          <p:nvPr/>
        </p:nvSpPr>
        <p:spPr>
          <a:xfrm>
            <a:off x="12192000" y="6286500"/>
            <a:ext cx="5381625" cy="552450"/>
          </a:xfrm>
          <a:prstGeom prst="rect">
            <a:avLst/>
          </a:prstGeom>
          <a:solidFill>
            <a:srgbClr val="FFFFFF"/>
          </a:solidFill>
          <a:ln w="17145">
            <a:solidFill>
              <a:srgbClr val="111111"/>
            </a:solidFill>
            <a:prstDash val="solid"/>
          </a:ln>
        </p:spPr>
      </p:sp>
      <p:sp>
        <p:nvSpPr>
          <p:cNvPr id="77" name="DP5 object 102">
            <a:extLst>
              <a:ext uri="{FF2B5EF4-FFF2-40B4-BE49-F238E27FC236}">
                <ns2:creationId id="{10126391-9F37-4BF2-A2CE-112E28AD5683}"/>
              </a:ext>
            </a:extLst>
          </p:cNvPr>
          <p:cNvSpPr>
            <a:spLocks noGrp="1"/>
          </p:cNvSpPr>
          <p:nvPr/>
        </p:nvSpPr>
        <p:spPr>
          <a:xfrm>
            <a:off x="12258675" y="6324600"/>
            <a:ext cx="5248275" cy="4762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조회 / 현재성·확인 범위 검사</a:t>
            </a:r>
            <a:endParaRPr lang="ko-KR">
              <a:latin typeface="Calibri"/>
              <a:ea typeface="Calibri"/>
              <a:cs typeface="Calibri"/>
            </a:endParaRPr>
          </a:p>
        </p:txBody>
      </p:sp>
      <p:sp>
        <p:nvSpPr>
          <p:cNvPr id="78" name="Editable path 103">
            <a:extLst>
              <a:ext uri="{FF2B5EF4-FFF2-40B4-BE49-F238E27FC236}">
                <ns2:creationId id="{4057AA25-DF30-4432-8B59-2E06F83669B1}"/>
              </a:ext>
            </a:extLst>
          </p:cNvPr>
          <p:cNvSpPr>
            <a:spLocks noGrp="1"/>
          </p:cNvSpPr>
          <p:nvPr/>
        </p:nvSpPr>
        <p:spPr>
          <a:xfrm>
            <a:off x="16192500" y="5762625"/>
            <a:ext cx="953" cy="523875"/>
          </a:xfrm>
          <a:custGeom>
            <a:pathLst>
              <a:path w="953" h="523875">
                <a:moveTo>
                  <a:pt x="0" y="0"/>
                </a:moveTo>
                <a:lnTo>
                  <a:pt x="0" y="523875"/>
                </a:lnTo>
              </a:path>
            </a:pathLst>
          </a:custGeom>
          <a:noFill/>
          <a:ln w="19050">
            <a:solidFill>
              <a:srgbClr val="4676CB"/>
            </a:solidFill>
            <a:prstDash val="solid"/>
          </a:ln>
        </p:spPr>
      </p:sp>
      <p:sp>
        <p:nvSpPr>
          <p:cNvPr id="79" name="Editable arrowhead 104">
            <a:extLst>
              <a:ext uri="{FF2B5EF4-FFF2-40B4-BE49-F238E27FC236}">
                <ns2:creationId id="{8F8E576D-346C-49AE-8BC9-2DA91D2726CE}"/>
              </a:ext>
            </a:extLst>
          </p:cNvPr>
          <p:cNvSpPr>
            <a:spLocks noGrp="1"/>
          </p:cNvSpPr>
          <p:nvPr/>
        </p:nvSpPr>
        <p:spPr>
          <a:xfrm>
            <a:off x="16144875" y="61912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80" name="Editable path 105">
            <a:extLst>
              <a:ext uri="{FF2B5EF4-FFF2-40B4-BE49-F238E27FC236}">
                <ns2:creationId id="{E0ED7877-6E09-45E7-98BE-28E7CF06A57E}"/>
              </a:ext>
            </a:extLst>
          </p:cNvPr>
          <p:cNvSpPr>
            <a:spLocks noGrp="1"/>
          </p:cNvSpPr>
          <p:nvPr/>
        </p:nvSpPr>
        <p:spPr>
          <a:xfrm>
            <a:off x="13287375" y="5762625"/>
            <a:ext cx="953" cy="523875"/>
          </a:xfrm>
          <a:custGeom>
            <a:pathLst>
              <a:path w="953" h="523875">
                <a:moveTo>
                  <a:pt x="0" y="0"/>
                </a:moveTo>
                <a:lnTo>
                  <a:pt x="0" y="523875"/>
                </a:lnTo>
              </a:path>
            </a:pathLst>
          </a:custGeom>
          <a:noFill/>
          <a:ln w="19050">
            <a:solidFill>
              <a:srgbClr val="111111"/>
            </a:solidFill>
            <a:prstDash val="solid"/>
          </a:ln>
        </p:spPr>
      </p:sp>
      <p:sp>
        <p:nvSpPr>
          <p:cNvPr id="81" name="Editable arrowhead 106">
            <a:extLst>
              <a:ext uri="{FF2B5EF4-FFF2-40B4-BE49-F238E27FC236}">
                <ns2:creationId id="{0BF8FAFD-265A-4DAB-9DDF-7125AFA23CB5}"/>
              </a:ext>
            </a:extLst>
          </p:cNvPr>
          <p:cNvSpPr>
            <a:spLocks noGrp="1"/>
          </p:cNvSpPr>
          <p:nvPr/>
        </p:nvSpPr>
        <p:spPr>
          <a:xfrm>
            <a:off x="13239750" y="61912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07">
            <a:extLst>
              <a:ext uri="{FF2B5EF4-FFF2-40B4-BE49-F238E27FC236}">
                <ns2:creationId id="{6C965919-7265-4365-9C1F-B3E84CDA756A}"/>
              </a:ext>
            </a:extLst>
          </p:cNvPr>
          <p:cNvSpPr>
            <a:spLocks noGrp="1"/>
          </p:cNvSpPr>
          <p:nvPr/>
        </p:nvSpPr>
        <p:spPr>
          <a:xfrm>
            <a:off x="10668000" y="4457700"/>
            <a:ext cx="1714500" cy="1828800"/>
          </a:xfrm>
          <a:custGeom>
            <a:pathLst>
              <a:path w="1714500" h="1828800">
                <a:moveTo>
                  <a:pt x="1714500" y="1828800"/>
                </a:moveTo>
                <a:lnTo>
                  <a:pt x="1714500" y="1571625"/>
                </a:lnTo>
                <a:lnTo>
                  <a:pt x="0" y="1571625"/>
                </a:lnTo>
                <a:lnTo>
                  <a:pt x="0" y="0"/>
                </a:lnTo>
              </a:path>
            </a:pathLst>
          </a:custGeom>
          <a:noFill/>
          <a:ln w="19050">
            <a:solidFill>
              <a:srgbClr val="98999B"/>
            </a:solidFill>
            <a:prstDash val="dash"/>
          </a:ln>
        </p:spPr>
      </p:sp>
      <p:sp>
        <p:nvSpPr>
          <p:cNvPr id="83" name="Editable arrowhead 108">
            <a:extLst>
              <a:ext uri="{FF2B5EF4-FFF2-40B4-BE49-F238E27FC236}">
                <ns2:creationId id="{17AE3F05-B181-4A87-B6EE-E5B5CFAE166D}"/>
              </a:ext>
            </a:extLst>
          </p:cNvPr>
          <p:cNvSpPr>
            <a:spLocks noGrp="1"/>
          </p:cNvSpPr>
          <p:nvPr/>
        </p:nvSpPr>
        <p:spPr>
          <a:xfrm>
            <a:off x="10620375" y="4457700"/>
            <a:ext cx="95250" cy="95250"/>
          </a:xfrm>
          <a:custGeom>
            <a:pathLst>
              <a:path w="95250" h="95250">
                <a:moveTo>
                  <a:pt x="47625" y="0"/>
                </a:moveTo>
                <a:lnTo>
                  <a:pt x="0" y="95250"/>
                </a:lnTo>
                <a:lnTo>
                  <a:pt x="95250" y="95250"/>
                </a:lnTo>
                <a:close/>
              </a:path>
            </a:pathLst>
          </a:custGeom>
          <a:solidFill>
            <a:srgbClr val="98999B"/>
          </a:solidFill>
          <a:ln w="5715">
            <a:solidFill>
              <a:srgbClr val="98999B"/>
            </a:solidFill>
            <a:prstDash val="solid"/>
          </a:ln>
        </p:spPr>
      </p:sp>
      <p:sp>
        <p:nvSpPr>
          <p:cNvPr id="84" name="DP5 object 109">
            <a:extLst>
              <a:ext uri="{FF2B5EF4-FFF2-40B4-BE49-F238E27FC236}">
                <ns2:creationId id="{9F25FC3A-49D1-4F53-BCE2-0D9DF8BE26C6}"/>
              </a:ext>
            </a:extLst>
          </p:cNvPr>
          <p:cNvSpPr>
            <a:spLocks noGrp="1"/>
          </p:cNvSpPr>
          <p:nvPr/>
        </p:nvSpPr>
        <p:spPr>
          <a:xfrm>
            <a:off x="9858375" y="5048250"/>
            <a:ext cx="2095500" cy="666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미생산·무효·부족</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 원본 보완</a:t>
            </a:r>
            <a:endParaRPr lang="ko-KR">
              <a:latin typeface="Calibri"/>
              <a:ea typeface="Calibri"/>
              <a:cs typeface="Calibri"/>
            </a:endParaRPr>
          </a:p>
        </p:txBody>
      </p:sp>
      <p:sp>
        <p:nvSpPr>
          <p:cNvPr id="85" name="현재 요청">
            <a:extLst>
              <a:ext uri="{FF2B5EF4-FFF2-40B4-BE49-F238E27FC236}">
                <ns2:creationId id="{776C4D42-6C7C-4D25-A37D-A0ADF50B0A2B}"/>
              </a:ext>
            </a:extLst>
          </p:cNvPr>
          <p:cNvSpPr>
            <a:spLocks noGrp="1"/>
          </p:cNvSpPr>
          <p:nvPr/>
        </p:nvSpPr>
        <p:spPr>
          <a:xfrm>
            <a:off x="9715500" y="7515225"/>
            <a:ext cx="1952625" cy="609600"/>
          </a:xfrm>
          <a:prstGeom prst="rect">
            <a:avLst/>
          </a:prstGeom>
          <a:solidFill>
            <a:srgbClr val="FFFFFF"/>
          </a:solidFill>
          <a:ln w="17145">
            <a:solidFill>
              <a:srgbClr val="111111"/>
            </a:solidFill>
            <a:prstDash val="solid"/>
          </a:ln>
        </p:spPr>
      </p:sp>
      <p:sp>
        <p:nvSpPr>
          <p:cNvPr id="86" name="DP5 object 110">
            <a:extLst>
              <a:ext uri="{FF2B5EF4-FFF2-40B4-BE49-F238E27FC236}">
                <ns2:creationId id="{0DA6C66F-BE58-44DE-B416-8A75A1946A70}"/>
              </a:ext>
            </a:extLst>
          </p:cNvPr>
          <p:cNvSpPr>
            <a:spLocks noGrp="1"/>
          </p:cNvSpPr>
          <p:nvPr/>
        </p:nvSpPr>
        <p:spPr>
          <a:xfrm>
            <a:off x="9782175" y="7553325"/>
            <a:ext cx="1819275" cy="5334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현재 요청</a:t>
            </a:r>
            <a:endParaRPr lang="ko-KR">
              <a:latin typeface="Calibri"/>
              <a:ea typeface="Calibri"/>
              <a:cs typeface="Calibri"/>
            </a:endParaRPr>
          </a:p>
        </p:txBody>
      </p:sp>
      <p:sp>
        <p:nvSpPr>
          <p:cNvPr id="87" name="Request Interpreter&#10;관계 적용 판단 + 부족한 의미 해석">
            <a:extLst>
              <a:ext uri="{FF2B5EF4-FFF2-40B4-BE49-F238E27FC236}">
                <ns2:creationId id="{1A0DCDB7-4519-4630-973F-372FC5D59CBC}"/>
              </a:ext>
            </a:extLst>
          </p:cNvPr>
          <p:cNvSpPr>
            <a:spLocks noGrp="1"/>
          </p:cNvSpPr>
          <p:nvPr/>
        </p:nvSpPr>
        <p:spPr>
          <a:xfrm>
            <a:off x="12192000" y="7458075"/>
            <a:ext cx="5572125" cy="742950"/>
          </a:xfrm>
          <a:prstGeom prst="rect">
            <a:avLst/>
          </a:prstGeom>
          <a:solidFill>
            <a:srgbClr val="F1F6FC"/>
          </a:solidFill>
          <a:ln w="28575">
            <a:solidFill>
              <a:srgbClr val="4676CB"/>
            </a:solidFill>
            <a:prstDash val="solid"/>
          </a:ln>
        </p:spPr>
      </p:sp>
      <p:sp>
        <p:nvSpPr>
          <p:cNvPr id="88" name="DP5 object 111">
            <a:extLst>
              <a:ext uri="{FF2B5EF4-FFF2-40B4-BE49-F238E27FC236}">
                <ns2:creationId id="{BE955623-DB5C-49CA-80CF-8FFE61A7878A}"/>
              </a:ext>
            </a:extLst>
          </p:cNvPr>
          <p:cNvSpPr>
            <a:spLocks noGrp="1"/>
          </p:cNvSpPr>
          <p:nvPr/>
        </p:nvSpPr>
        <p:spPr>
          <a:xfrm>
            <a:off x="12258675" y="7496175"/>
            <a:ext cx="5438775" cy="6667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적용 판단 + 부족한 의미 해석</a:t>
            </a:r>
            <a:endParaRPr lang="ko-KR">
              <a:latin typeface="Calibri"/>
              <a:ea typeface="Calibri"/>
              <a:cs typeface="Calibri"/>
            </a:endParaRPr>
          </a:p>
        </p:txBody>
      </p:sp>
      <p:sp>
        <p:nvSpPr>
          <p:cNvPr id="89" name="Editable path 112">
            <a:extLst>
              <a:ext uri="{FF2B5EF4-FFF2-40B4-BE49-F238E27FC236}">
                <ns2:creationId id="{1FEE68CD-B536-4A48-9D63-5ED3A816796B}"/>
              </a:ext>
            </a:extLst>
          </p:cNvPr>
          <p:cNvSpPr>
            <a:spLocks noGrp="1"/>
          </p:cNvSpPr>
          <p:nvPr/>
        </p:nvSpPr>
        <p:spPr>
          <a:xfrm>
            <a:off x="11668125" y="7820025"/>
            <a:ext cx="523875" cy="953"/>
          </a:xfrm>
          <a:custGeom>
            <a:pathLst>
              <a:path w="523875" h="953">
                <a:moveTo>
                  <a:pt x="0" y="0"/>
                </a:moveTo>
                <a:lnTo>
                  <a:pt x="523875" y="0"/>
                </a:lnTo>
              </a:path>
            </a:pathLst>
          </a:custGeom>
          <a:noFill/>
          <a:ln w="19050">
            <a:solidFill>
              <a:srgbClr val="111111"/>
            </a:solidFill>
            <a:prstDash val="solid"/>
          </a:ln>
        </p:spPr>
      </p:sp>
      <p:sp>
        <p:nvSpPr>
          <p:cNvPr id="90" name="Editable arrowhead 113">
            <a:extLst>
              <a:ext uri="{FF2B5EF4-FFF2-40B4-BE49-F238E27FC236}">
                <ns2:creationId id="{569C8C11-447F-444C-AF61-5005639ED76C}"/>
              </a:ext>
            </a:extLst>
          </p:cNvPr>
          <p:cNvSpPr>
            <a:spLocks noGrp="1"/>
          </p:cNvSpPr>
          <p:nvPr/>
        </p:nvSpPr>
        <p:spPr>
          <a:xfrm>
            <a:off x="12096750" y="77724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91" name="Editable path 114">
            <a:extLst>
              <a:ext uri="{FF2B5EF4-FFF2-40B4-BE49-F238E27FC236}">
                <ns2:creationId id="{1B0EE4DA-1951-4F03-8DE1-F8CE48DBDCF2}"/>
              </a:ext>
            </a:extLst>
          </p:cNvPr>
          <p:cNvSpPr>
            <a:spLocks noGrp="1"/>
          </p:cNvSpPr>
          <p:nvPr/>
        </p:nvSpPr>
        <p:spPr>
          <a:xfrm>
            <a:off x="13144500" y="6838950"/>
            <a:ext cx="953" cy="619125"/>
          </a:xfrm>
          <a:custGeom>
            <a:pathLst>
              <a:path w="953" h="619125">
                <a:moveTo>
                  <a:pt x="0" y="619125"/>
                </a:moveTo>
                <a:lnTo>
                  <a:pt x="0" y="0"/>
                </a:lnTo>
              </a:path>
            </a:pathLst>
          </a:custGeom>
          <a:noFill/>
          <a:ln w="19050">
            <a:solidFill>
              <a:srgbClr val="111111"/>
            </a:solidFill>
            <a:prstDash val="solid"/>
          </a:ln>
        </p:spPr>
      </p:sp>
      <p:sp>
        <p:nvSpPr>
          <p:cNvPr id="92" name="Editable arrowhead 115">
            <a:extLst>
              <a:ext uri="{FF2B5EF4-FFF2-40B4-BE49-F238E27FC236}">
                <ns2:creationId id="{28F8DAAA-656F-41C3-B7D8-B62BA09C529A}"/>
              </a:ext>
            </a:extLst>
          </p:cNvPr>
          <p:cNvSpPr>
            <a:spLocks noGrp="1"/>
          </p:cNvSpPr>
          <p:nvPr/>
        </p:nvSpPr>
        <p:spPr>
          <a:xfrm>
            <a:off x="13096875" y="683895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93" name="Editable path 116">
            <a:extLst>
              <a:ext uri="{FF2B5EF4-FFF2-40B4-BE49-F238E27FC236}">
                <ns2:creationId id="{3BAF9711-D16E-4122-82AD-D84A616B0D1D}"/>
              </a:ext>
            </a:extLst>
          </p:cNvPr>
          <p:cNvSpPr>
            <a:spLocks noGrp="1"/>
          </p:cNvSpPr>
          <p:nvPr/>
        </p:nvSpPr>
        <p:spPr>
          <a:xfrm>
            <a:off x="16573500" y="6838950"/>
            <a:ext cx="953" cy="619125"/>
          </a:xfrm>
          <a:custGeom>
            <a:pathLst>
              <a:path w="953" h="619125">
                <a:moveTo>
                  <a:pt x="0" y="0"/>
                </a:moveTo>
                <a:lnTo>
                  <a:pt x="0" y="619125"/>
                </a:lnTo>
              </a:path>
            </a:pathLst>
          </a:custGeom>
          <a:noFill/>
          <a:ln w="19050">
            <a:solidFill>
              <a:srgbClr val="4676CB"/>
            </a:solidFill>
            <a:prstDash val="solid"/>
          </a:ln>
        </p:spPr>
      </p:sp>
      <p:sp>
        <p:nvSpPr>
          <p:cNvPr id="94" name="Editable arrowhead 117">
            <a:extLst>
              <a:ext uri="{FF2B5EF4-FFF2-40B4-BE49-F238E27FC236}">
                <ns2:creationId id="{A5C1DF7F-850D-4487-94B9-7FB23C47F9CF}"/>
              </a:ext>
            </a:extLst>
          </p:cNvPr>
          <p:cNvSpPr>
            <a:spLocks noGrp="1"/>
          </p:cNvSpPr>
          <p:nvPr/>
        </p:nvSpPr>
        <p:spPr>
          <a:xfrm>
            <a:off x="16525875" y="73628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95" name="DP5 object 118">
            <a:extLst>
              <a:ext uri="{FF2B5EF4-FFF2-40B4-BE49-F238E27FC236}">
                <ns2:creationId id="{ACC43F4F-A49D-4671-9760-463A43223D44}"/>
              </a:ext>
            </a:extLst>
          </p:cNvPr>
          <p:cNvSpPr>
            <a:spLocks noGrp="1"/>
          </p:cNvSpPr>
          <p:nvPr/>
        </p:nvSpPr>
        <p:spPr>
          <a:xfrm>
            <a:off x="12477750" y="7105650"/>
            <a:ext cx="619125" cy="266700"/>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조회</a:t>
            </a:r>
            <a:endParaRPr lang="ko-KR">
              <a:latin typeface="Calibri"/>
              <a:ea typeface="Calibri"/>
              <a:cs typeface="Calibri"/>
            </a:endParaRPr>
          </a:p>
        </p:txBody>
      </p:sp>
      <p:sp>
        <p:nvSpPr>
          <p:cNvPr id="96" name="DP5 object 119">
            <a:extLst>
              <a:ext uri="{FF2B5EF4-FFF2-40B4-BE49-F238E27FC236}">
                <ns2:creationId id="{6FA714B0-4212-4BD4-9509-2772AA079B3F}"/>
              </a:ext>
            </a:extLst>
          </p:cNvPr>
          <p:cNvSpPr>
            <a:spLocks noGrp="1"/>
          </p:cNvSpPr>
          <p:nvPr/>
        </p:nvSpPr>
        <p:spPr>
          <a:xfrm>
            <a:off x="16764000" y="7105650"/>
            <a:ext cx="666750" cy="266700"/>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근거</a:t>
            </a:r>
            <a:endParaRPr lang="ko-KR">
              <a:latin typeface="Calibri"/>
              <a:ea typeface="Calibri"/>
              <a:cs typeface="Calibri"/>
            </a:endParaRPr>
          </a:p>
        </p:txBody>
      </p:sp>
      <p:sp>
        <p:nvSpPr>
          <p:cNvPr id="97" name="공통  Request Controller: 현재 의미 채택·표시  →  동일한 Agent 선택·위임 계약">
            <a:extLst>
              <a:ext uri="{FF2B5EF4-FFF2-40B4-BE49-F238E27FC236}">
                <ns2:creationId id="{92E0D3F0-9FCE-432F-9B52-B52B31C5DC7C}"/>
              </a:ext>
            </a:extLst>
          </p:cNvPr>
          <p:cNvSpPr>
            <a:spLocks noGrp="1"/>
          </p:cNvSpPr>
          <p:nvPr/>
        </p:nvSpPr>
        <p:spPr>
          <a:xfrm>
            <a:off x="381000" y="8486775"/>
            <a:ext cx="17526000" cy="457200"/>
          </a:xfrm>
          <a:prstGeom prst="rect">
            <a:avLst/>
          </a:prstGeom>
          <a:solidFill>
            <a:srgbClr val="FFF6DD"/>
          </a:solidFill>
          <a:ln w="17145">
            <a:solidFill>
              <a:srgbClr val="111111"/>
            </a:solidFill>
            <a:prstDash val="solid"/>
          </a:ln>
        </p:spPr>
      </p:sp>
      <p:sp>
        <p:nvSpPr>
          <p:cNvPr id="98" name="DP5 object 120">
            <a:extLst>
              <a:ext uri="{FF2B5EF4-FFF2-40B4-BE49-F238E27FC236}">
                <ns2:creationId id="{54D20D37-BA06-4FA9-80C3-EE65970E2D28}"/>
              </a:ext>
            </a:extLst>
          </p:cNvPr>
          <p:cNvSpPr>
            <a:spLocks noGrp="1"/>
          </p:cNvSpPr>
          <p:nvPr/>
        </p:nvSpPr>
        <p:spPr>
          <a:xfrm>
            <a:off x="447675" y="8524875"/>
            <a:ext cx="17392650" cy="3810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공통  Request Controller: 현재 의미 채택·표시  →  동일한 Agent 선택·위임 계약</a:t>
            </a:r>
            <a:endParaRPr lang="ko-KR">
              <a:latin typeface="Calibri"/>
              <a:ea typeface="Calibri"/>
              <a:cs typeface="Calibri"/>
            </a:endParaRPr>
          </a:p>
        </p:txBody>
      </p:sp>
      <p:sp>
        <p:nvSpPr>
          <p:cNvPr id="99" name="Editable path 121">
            <a:extLst>
              <a:ext uri="{FF2B5EF4-FFF2-40B4-BE49-F238E27FC236}">
                <ns2:creationId id="{5C0F1E8E-CEDC-4077-9A67-D5C13A173B69}"/>
              </a:ext>
            </a:extLst>
          </p:cNvPr>
          <p:cNvSpPr>
            <a:spLocks noGrp="1"/>
          </p:cNvSpPr>
          <p:nvPr/>
        </p:nvSpPr>
        <p:spPr>
          <a:xfrm>
            <a:off x="5924550" y="8010525"/>
            <a:ext cx="953" cy="476250"/>
          </a:xfrm>
          <a:custGeom>
            <a:pathLst>
              <a:path w="953" h="476250">
                <a:moveTo>
                  <a:pt x="0" y="0"/>
                </a:moveTo>
                <a:lnTo>
                  <a:pt x="0" y="476250"/>
                </a:lnTo>
              </a:path>
            </a:pathLst>
          </a:custGeom>
          <a:noFill/>
          <a:ln w="19050">
            <a:solidFill>
              <a:srgbClr val="111111"/>
            </a:solidFill>
            <a:prstDash val="solid"/>
          </a:ln>
        </p:spPr>
      </p:sp>
      <p:sp>
        <p:nvSpPr>
          <p:cNvPr id="100" name="Editable arrowhead 122">
            <a:extLst>
              <a:ext uri="{FF2B5EF4-FFF2-40B4-BE49-F238E27FC236}">
                <ns2:creationId id="{02CE9FAF-0A3D-47A2-A512-83507C8B108A}"/>
              </a:ext>
            </a:extLst>
          </p:cNvPr>
          <p:cNvSpPr>
            <a:spLocks noGrp="1"/>
          </p:cNvSpPr>
          <p:nvPr/>
        </p:nvSpPr>
        <p:spPr>
          <a:xfrm>
            <a:off x="58769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1" name="Editable path 123">
            <a:extLst>
              <a:ext uri="{FF2B5EF4-FFF2-40B4-BE49-F238E27FC236}">
                <ns2:creationId id="{766B2087-E29A-4182-9133-59CCE57BDB1D}"/>
              </a:ext>
            </a:extLst>
          </p:cNvPr>
          <p:cNvSpPr>
            <a:spLocks noGrp="1"/>
          </p:cNvSpPr>
          <p:nvPr/>
        </p:nvSpPr>
        <p:spPr>
          <a:xfrm>
            <a:off x="14954250" y="8201025"/>
            <a:ext cx="953" cy="285750"/>
          </a:xfrm>
          <a:custGeom>
            <a:pathLst>
              <a:path w="953" h="285750">
                <a:moveTo>
                  <a:pt x="0" y="0"/>
                </a:moveTo>
                <a:lnTo>
                  <a:pt x="0" y="285750"/>
                </a:lnTo>
              </a:path>
            </a:pathLst>
          </a:custGeom>
          <a:noFill/>
          <a:ln w="19050">
            <a:solidFill>
              <a:srgbClr val="111111"/>
            </a:solidFill>
            <a:prstDash val="solid"/>
          </a:ln>
        </p:spPr>
      </p:sp>
      <p:sp>
        <p:nvSpPr>
          <p:cNvPr id="102" name="Editable arrowhead 124">
            <a:extLst>
              <a:ext uri="{FF2B5EF4-FFF2-40B4-BE49-F238E27FC236}">
                <ns2:creationId id="{2B6627B5-CDBF-4962-87A5-12DF4DEA98E7}"/>
              </a:ext>
            </a:extLst>
          </p:cNvPr>
          <p:cNvSpPr>
            <a:spLocks noGrp="1"/>
          </p:cNvSpPr>
          <p:nvPr/>
        </p:nvSpPr>
        <p:spPr>
          <a:xfrm>
            <a:off x="149066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graphicFrame>
        <p:nvGraphicFramePr>
          <p:cNvPr id="103" name="">
            <a:extLst>
              <a:ext uri="{FF2B5EF4-FFF2-40B4-BE49-F238E27FC236}">
                <ns2:creationId id="{BD3DD10D-0758-470C-BBEE-0E8F24FAB7F7}"/>
              </a:ext>
            </a:extLst>
          </p:cNvPr>
          <p:cNvGraphicFramePr/>
          <p:nvPr/>
        </p:nvGraphicFramePr>
        <p:xfrm>
          <a:off x="381000" y="9134475"/>
          <a:ext cx="17526000" cy="438150"/>
        </p:xfrm>
        <a:graphic>
          <a:graphicData uri="http://schemas.openxmlformats.org/drawingml/2006/table">
            <a:tbl>
              <a:tblPr firstRow="0" bandRow="0" bandCol="0"/>
              <a:tblGrid>
                <a:gridCol w="2143125"/>
                <a:gridCol w="7686675"/>
                <a:gridCol w="7696200"/>
              </a:tblGrid>
              <a:tr h="438150">
                <a:tc>
                  <a:txBody>
                    <a:bodyPr anchor="ctr"/>
                    <a:lstStyle/>
                    <a:p>
                      <a:pPr algn="ctr">
                        <a:lnSpc>
                          <a:spcPct val="100000"/>
                        </a:lnSpc>
                        <a:buNone/>
                        <a:defRPr lang="ko-KR">
                          <a:latin typeface="Calibri"/>
                          <a:ea typeface="Calibri"/>
                          <a:cs typeface="Calibri"/>
                        </a:defRPr>
                      </a:pPr>
                      <a:r>
                        <a:rPr sz="1800" b="1" lang="ko-KR">
                          <a:solidFill>
                            <a:srgbClr val="111111"/>
                          </a:solidFill>
                          <a:latin typeface="Calibri"/>
                          <a:ea typeface="Calibri"/>
                          <a:cs typeface="Calibri"/>
                        </a:rPr>
                        <a:t>구조적 대가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원본 조합이 요청 임계 경로에 남음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800" b="0" lang="ko-KR">
                          <a:solidFill>
                            <a:srgbClr val="C00000"/>
                          </a:solidFill>
                          <a:latin typeface="Calibri"/>
                          <a:ea typeface="Calibri"/>
                          <a:cs typeface="Calibri"/>
                        </a:rPr>
                        <a:t>B: 생산·게시·무효화·조회 계약을 추가 관리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r>
            </a:tbl>
          </a:graphicData>
        </a:graphic>
      </p:graphicFrame>
      <p:sp>
        <p:nvSpPr>
          <p:cNvPr id="104" name="DP5 object 125">
            <a:extLst>
              <a:ext uri="{FF2B5EF4-FFF2-40B4-BE49-F238E27FC236}">
                <ns2:creationId id="{C40E36D7-B495-44A1-B87A-52F6F8C12701}"/>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논리적 실행·상태 경계이며 별도 프로세스·모델 복제를 뜻하지 않는다. 필요한 의미 처리만 같은 Model Access 사용. 파생 관계는 원본 권위를 대체하지 않는다.</a:t>
            </a:r>
            <a:endParaRPr lang="ko-KR">
              <a:latin typeface="Calibri"/>
              <a:ea typeface="Calibri"/>
              <a:cs typeface="Calibri"/>
            </a:endParaRPr>
          </a:p>
        </p:txBody>
      </p:sp>
    </p:spTree>
    <p:extLst>
      <p:ext uri="{BB962C8B-B14F-4D97-AF65-F5344CB8AC3E}">
        <p14:creationId val="1991612603"/>
      </p:ext>
    </p:extLst>
  </p:cSld>
</p:sld>
</file>

<file path=ppt/slides/slide22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5" name="DP5 object 126">
            <a:extLst>
              <a:ext uri="{FF2B5EF4-FFF2-40B4-BE49-F238E27FC236}">
                <ns2:creationId id="{6C0DC9E4-6761-44FE-A39D-87ECCE1D28BF}"/>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(선택 기준 및 보완)</a:t>
            </a:r>
            <a:endParaRPr lang="ko-KR">
              <a:latin typeface="Calibri"/>
              <a:ea typeface="Calibri"/>
              <a:cs typeface="Calibri"/>
            </a:endParaRPr>
          </a:p>
        </p:txBody>
      </p:sp>
      <p:sp>
        <p:nvSpPr>
          <p:cNvPr id="2" name="DP5 object 127">
            <a:extLst>
              <a:ext uri="{FF2B5EF4-FFF2-40B4-BE49-F238E27FC236}">
                <ns2:creationId id="{F266C625-43C5-423D-B2FD-06FEF59150D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28">
            <a:extLst>
              <a:ext uri="{FF2B5EF4-FFF2-40B4-BE49-F238E27FC236}">
                <ns2:creationId id="{B9368799-7C10-4C51-A8A9-121BFC513DBB}"/>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29">
            <a:extLst>
              <a:ext uri="{FF2B5EF4-FFF2-40B4-BE49-F238E27FC236}">
                <ns2:creationId id="{DE560DCD-4FD1-4BB6-9BC0-5FA5BAF2367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30">
            <a:extLst>
              <a:ext uri="{FF2B5EF4-FFF2-40B4-BE49-F238E27FC236}">
                <ns2:creationId id="{78B61445-8B13-4C20-88A6-37478F49680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31">
            <a:extLst>
              <a:ext uri="{FF2B5EF4-FFF2-40B4-BE49-F238E27FC236}">
                <ns2:creationId id="{982F608F-3001-4B09-B91C-5C04547B249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32">
            <a:extLst>
              <a:ext uri="{FF2B5EF4-FFF2-40B4-BE49-F238E27FC236}">
                <ns2:creationId id="{20EF36FA-1C4E-4B75-805B-14EDEAE86F2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33">
            <a:extLst>
              <a:ext uri="{FF2B5EF4-FFF2-40B4-BE49-F238E27FC236}">
                <ns2:creationId id="{133CD0E5-4355-446A-A49E-7B8A2215898C}"/>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34">
            <a:extLst>
              <a:ext uri="{FF2B5EF4-FFF2-40B4-BE49-F238E27FC236}">
                <ns2:creationId id="{FC40C204-9B35-445E-B2FE-44CE0BD22F83}"/>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35">
            <a:extLst>
              <a:ext uri="{FF2B5EF4-FFF2-40B4-BE49-F238E27FC236}">
                <ns2:creationId id="{058E446A-E321-4E06-ADE9-5859A42EC91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36">
            <a:extLst>
              <a:ext uri="{FF2B5EF4-FFF2-40B4-BE49-F238E27FC236}">
                <ns2:creationId id="{CD48F0DA-C64A-469C-B33E-6D58EEABD0D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37">
            <a:extLst>
              <a:ext uri="{FF2B5EF4-FFF2-40B4-BE49-F238E27FC236}">
                <ns2:creationId id="{E8D411B9-7C15-4B4B-BBAD-19D68AF3CC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5D7467B-88A0-4E63-A328-406DA323A4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20 / 21</a:t>
            </a:r>
            <a:endParaRPr lang="ko-KR">
              <a:latin typeface="Calibri"/>
              <a:ea typeface="Calibri"/>
              <a:cs typeface="Calibri"/>
            </a:endParaRPr>
          </a:p>
        </p:txBody>
      </p:sp>
      <p:sp>
        <p:nvSpPr>
          <p:cNvPr id="14" name="DP5 object 139">
            <a:extLst>
              <a:ext uri="{FF2B5EF4-FFF2-40B4-BE49-F238E27FC236}">
                <ns2:creationId id="{3996D07F-1FDA-4E74-8E12-C985BF9581CA}"/>
              </a:ext>
            </a:extLst>
          </p:cNvPr>
          <p:cNvSpPr>
            <a:spLocks noGrp="1"/>
          </p:cNvSpPr>
          <p:nvPr/>
        </p:nvSpPr>
        <p:spPr>
          <a:xfrm>
            <a:off x="266700" y="1200150"/>
            <a:ext cx="17478375"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기본안 미선택 / 과거 관계의 재참조 빈도와 첫 응답의 실제 대기로 판단</a:t>
            </a:r>
            <a:endParaRPr lang="ko-KR">
              <a:latin typeface="Calibri"/>
              <a:ea typeface="Calibri"/>
              <a:cs typeface="Calibri"/>
            </a:endParaRPr>
          </a:p>
        </p:txBody>
      </p:sp>
      <p:graphicFrame>
        <p:nvGraphicFramePr>
          <p:cNvPr id="15" name="">
            <a:extLst>
              <a:ext uri="{FF2B5EF4-FFF2-40B4-BE49-F238E27FC236}">
                <ns2:creationId id="{3BA2FD7A-BB93-45B2-9637-5BF4095D9726}"/>
              </a:ext>
            </a:extLst>
          </p:cNvPr>
          <p:cNvGraphicFramePr/>
          <p:nvPr/>
        </p:nvGraphicFramePr>
        <p:xfrm>
          <a:off x="228600" y="1857375"/>
          <a:ext cx="17830800" cy="2562225"/>
        </p:xfrm>
        <a:graphic>
          <a:graphicData uri="http://schemas.openxmlformats.org/drawingml/2006/table">
            <a:tbl>
              <a:tblPr firstRow="0" bandRow="0" bandCol="0"/>
              <a:tblGrid>
                <a:gridCol w="2381250"/>
                <a:gridCol w="7724775"/>
                <a:gridCol w="77247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판단 기준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A가 유리한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B를 검토할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사용 형태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명시적 사실 조회가 많고 과거 관계 재참조가 적음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처음 다시 부르는 과거 관계가 응답을 자주 막음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품질 교환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필요한 요청에만 비용 사용 / 요청 때 조합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경로의 조합 절약 / 미소비 생산·갱신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선택을 바꿀 조건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응답 지연과 관계 누락을 반복 유발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보완이 잦거나 잘못된 관계·범위를 반복 적용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A1  요청에서 확인한 관계의 재조회 색인">
            <a:extLst>
              <a:ext uri="{FF2B5EF4-FFF2-40B4-BE49-F238E27FC236}">
                <ns2:creationId id="{952F1B1B-94CE-45C2-9A2B-0ACAAD53045C}"/>
              </a:ext>
            </a:extLst>
          </p:cNvPr>
          <p:cNvSpPr>
            <a:spLocks noGrp="1"/>
          </p:cNvSpPr>
          <p:nvPr/>
        </p:nvSpPr>
        <p:spPr>
          <a:xfrm>
            <a:off x="523875" y="4905375"/>
            <a:ext cx="8096250" cy="552450"/>
          </a:xfrm>
          <a:prstGeom prst="rect">
            <a:avLst/>
          </a:prstGeom>
          <a:solidFill>
            <a:srgbClr val="C9E1B3"/>
          </a:solidFill>
          <a:ln w="28575">
            <a:solidFill>
              <a:srgbClr val="4676CB"/>
            </a:solidFill>
            <a:prstDash val="solid"/>
          </a:ln>
        </p:spPr>
      </p:sp>
      <p:sp>
        <p:nvSpPr>
          <p:cNvPr id="17" name="DP5 object 140">
            <a:extLst>
              <a:ext uri="{FF2B5EF4-FFF2-40B4-BE49-F238E27FC236}">
                <ns2:creationId id="{F7601070-9285-4C4A-A5F5-8459BF14A455}"/>
              </a:ext>
            </a:extLst>
          </p:cNvPr>
          <p:cNvSpPr>
            <a:spLocks noGrp="1"/>
          </p:cNvSpPr>
          <p:nvPr/>
        </p:nvSpPr>
        <p:spPr>
          <a:xfrm>
            <a:off x="59055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A1  요청에서 확인한 관계의 재조회 색인</a:t>
            </a:r>
            <a:endParaRPr lang="ko-KR">
              <a:latin typeface="Calibri"/>
              <a:ea typeface="Calibri"/>
              <a:cs typeface="Calibri"/>
            </a:endParaRPr>
          </a:p>
        </p:txBody>
      </p:sp>
      <p:sp>
        <p:nvSpPr>
          <p:cNvPr id="18" name="B1  같은 업무의 연속 사건을 묶어 생산">
            <a:extLst>
              <a:ext uri="{FF2B5EF4-FFF2-40B4-BE49-F238E27FC236}">
                <ns2:creationId id="{A1749D21-E518-4E5E-87AB-887DA3BB6D1C}"/>
              </a:ext>
            </a:extLst>
          </p:cNvPr>
          <p:cNvSpPr>
            <a:spLocks noGrp="1"/>
          </p:cNvSpPr>
          <p:nvPr/>
        </p:nvSpPr>
        <p:spPr>
          <a:xfrm>
            <a:off x="9572625" y="4905375"/>
            <a:ext cx="8096250" cy="552450"/>
          </a:xfrm>
          <a:prstGeom prst="rect">
            <a:avLst/>
          </a:prstGeom>
          <a:solidFill>
            <a:srgbClr val="C9E1B3"/>
          </a:solidFill>
          <a:ln w="28575">
            <a:solidFill>
              <a:srgbClr val="4676CB"/>
            </a:solidFill>
            <a:prstDash val="solid"/>
          </a:ln>
        </p:spPr>
      </p:sp>
      <p:sp>
        <p:nvSpPr>
          <p:cNvPr id="19" name="DP5 object 141">
            <a:extLst>
              <a:ext uri="{FF2B5EF4-FFF2-40B4-BE49-F238E27FC236}">
                <ns2:creationId id="{E2C3AFC2-BB20-4025-AA17-930C0535E072}"/>
              </a:ext>
            </a:extLst>
          </p:cNvPr>
          <p:cNvSpPr>
            <a:spLocks noGrp="1"/>
          </p:cNvSpPr>
          <p:nvPr/>
        </p:nvSpPr>
        <p:spPr>
          <a:xfrm>
            <a:off x="963930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B1  같은 업무의 연속 사건을 묶어 생산</a:t>
            </a:r>
            <a:endParaRPr lang="ko-KR">
              <a:latin typeface="Calibri"/>
              <a:ea typeface="Calibri"/>
              <a:cs typeface="Calibri"/>
            </a:endParaRPr>
          </a:p>
        </p:txBody>
      </p:sp>
      <p:sp>
        <p:nvSpPr>
          <p:cNvPr id="20" name="Context Manager Component">
            <a:extLst>
              <a:ext uri="{FF2B5EF4-FFF2-40B4-BE49-F238E27FC236}">
                <ns2:creationId id="{A4A05C93-5899-49D0-A9CE-BBE915E571B5}"/>
              </a:ext>
            </a:extLst>
          </p:cNvPr>
          <p:cNvSpPr>
            <a:spLocks noGrp="1"/>
          </p:cNvSpPr>
          <p:nvPr/>
        </p:nvSpPr>
        <p:spPr>
          <a:xfrm>
            <a:off x="714375" y="5772150"/>
            <a:ext cx="7715250" cy="1600200"/>
          </a:xfrm>
          <a:prstGeom prst="rect">
            <a:avLst/>
          </a:prstGeom>
          <a:solidFill>
            <a:srgbClr val="FFF6DD"/>
          </a:solidFill>
          <a:ln w="25718">
            <a:solidFill>
              <a:srgbClr val="111111"/>
            </a:solidFill>
            <a:prstDash val="solid"/>
          </a:ln>
        </p:spPr>
      </p:sp>
      <p:sp>
        <p:nvSpPr>
          <p:cNvPr id="21" name="DP5 object 142">
            <a:extLst>
              <a:ext uri="{FF2B5EF4-FFF2-40B4-BE49-F238E27FC236}">
                <ns2:creationId id="{E19948C4-346E-4D92-9825-9021F9DFEE0C}"/>
              </a:ext>
            </a:extLst>
          </p:cNvPr>
          <p:cNvSpPr>
            <a:spLocks noGrp="1"/>
          </p:cNvSpPr>
          <p:nvPr/>
        </p:nvSpPr>
        <p:spPr>
          <a:xfrm>
            <a:off x="79057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2" name="Editable path 143">
            <a:extLst>
              <a:ext uri="{FF2B5EF4-FFF2-40B4-BE49-F238E27FC236}">
                <ns2:creationId id="{4D53B49D-00A2-4D3B-A7DD-230D0EBF5BC9}"/>
              </a:ext>
            </a:extLst>
          </p:cNvPr>
          <p:cNvSpPr>
            <a:spLocks noGrp="1"/>
          </p:cNvSpPr>
          <p:nvPr/>
        </p:nvSpPr>
        <p:spPr>
          <a:xfrm>
            <a:off x="714375" y="6115050"/>
            <a:ext cx="7715250" cy="953"/>
          </a:xfrm>
          <a:custGeom>
            <a:pathLst>
              <a:path w="7715250" h="953">
                <a:moveTo>
                  <a:pt x="0" y="0"/>
                </a:moveTo>
                <a:lnTo>
                  <a:pt x="7715250" y="0"/>
                </a:lnTo>
              </a:path>
            </a:pathLst>
          </a:custGeom>
          <a:noFill/>
          <a:ln w="13335">
            <a:solidFill>
              <a:srgbClr val="111111"/>
            </a:solidFill>
            <a:prstDash val="solid"/>
          </a:ln>
        </p:spPr>
      </p:sp>
      <p:sp>
        <p:nvSpPr>
          <p:cNvPr id="23" name="요청에서 확정한 관계를 후속 검색용 색인에 반영">
            <a:extLst>
              <a:ext uri="{FF2B5EF4-FFF2-40B4-BE49-F238E27FC236}">
                <ns2:creationId id="{FBEFDB62-064A-4022-8C4A-5DB58820107D}"/>
              </a:ext>
            </a:extLst>
          </p:cNvPr>
          <p:cNvSpPr>
            <a:spLocks noGrp="1"/>
          </p:cNvSpPr>
          <p:nvPr/>
        </p:nvSpPr>
        <p:spPr>
          <a:xfrm>
            <a:off x="876300" y="6191250"/>
            <a:ext cx="7391400" cy="476250"/>
          </a:xfrm>
          <a:prstGeom prst="rect">
            <a:avLst/>
          </a:prstGeom>
          <a:solidFill>
            <a:srgbClr val="F1F6FC"/>
          </a:solidFill>
          <a:ln w="28575">
            <a:solidFill>
              <a:srgbClr val="4676CB"/>
            </a:solidFill>
            <a:prstDash val="solid"/>
          </a:ln>
        </p:spPr>
      </p:sp>
      <p:sp>
        <p:nvSpPr>
          <p:cNvPr id="24" name="DP5 object 144">
            <a:extLst>
              <a:ext uri="{FF2B5EF4-FFF2-40B4-BE49-F238E27FC236}">
                <ns2:creationId id="{FC9FBA93-9523-4509-B601-A2ECA3E9C7D9}"/>
              </a:ext>
            </a:extLst>
          </p:cNvPr>
          <p:cNvSpPr>
            <a:spLocks noGrp="1"/>
          </p:cNvSpPr>
          <p:nvPr/>
        </p:nvSpPr>
        <p:spPr>
          <a:xfrm>
            <a:off x="94297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요청에서 확정한 관계를 후속 검색용 색인에 반영</a:t>
            </a:r>
            <a:endParaRPr lang="ko-KR">
              <a:latin typeface="Calibri"/>
              <a:ea typeface="Calibri"/>
              <a:cs typeface="Calibri"/>
            </a:endParaRPr>
          </a:p>
        </p:txBody>
      </p:sp>
      <p:sp>
        <p:nvSpPr>
          <p:cNvPr id="25" name="의존 원본 변경 때 갱신 / 기존 권한·현재성 검사 유지">
            <a:extLst>
              <a:ext uri="{FF2B5EF4-FFF2-40B4-BE49-F238E27FC236}">
                <ns2:creationId id="{5B6A72C4-FDC0-424D-B9A3-DE890975EEC0}"/>
              </a:ext>
            </a:extLst>
          </p:cNvPr>
          <p:cNvSpPr>
            <a:spLocks noGrp="1"/>
          </p:cNvSpPr>
          <p:nvPr/>
        </p:nvSpPr>
        <p:spPr>
          <a:xfrm>
            <a:off x="876300" y="6810375"/>
            <a:ext cx="7391400" cy="409575"/>
          </a:xfrm>
          <a:prstGeom prst="rect">
            <a:avLst/>
          </a:prstGeom>
          <a:solidFill>
            <a:srgbClr val="F1F6FC"/>
          </a:solidFill>
          <a:ln w="28575">
            <a:solidFill>
              <a:srgbClr val="4676CB"/>
            </a:solidFill>
            <a:prstDash val="solid"/>
          </a:ln>
        </p:spPr>
      </p:sp>
      <p:sp>
        <p:nvSpPr>
          <p:cNvPr id="26" name="DP5 object 145">
            <a:extLst>
              <a:ext uri="{FF2B5EF4-FFF2-40B4-BE49-F238E27FC236}">
                <ns2:creationId id="{EA3AF7D3-86F5-4BBD-90E7-0C1BAEE60675}"/>
              </a:ext>
            </a:extLst>
          </p:cNvPr>
          <p:cNvSpPr>
            <a:spLocks noGrp="1"/>
          </p:cNvSpPr>
          <p:nvPr/>
        </p:nvSpPr>
        <p:spPr>
          <a:xfrm>
            <a:off x="94297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의존 원본 변경 때 갱신 / 기존 권한·현재성 검사 유지</a:t>
            </a:r>
            <a:endParaRPr lang="ko-KR">
              <a:latin typeface="Calibri"/>
              <a:ea typeface="Calibri"/>
              <a:cs typeface="Calibri"/>
            </a:endParaRPr>
          </a:p>
        </p:txBody>
      </p:sp>
      <p:sp>
        <p:nvSpPr>
          <p:cNvPr id="27" name="Editable path 146">
            <a:extLst>
              <a:ext uri="{FF2B5EF4-FFF2-40B4-BE49-F238E27FC236}">
                <ns2:creationId id="{4D1200DB-5C00-4F27-ABE1-01417445E941}"/>
              </a:ext>
            </a:extLst>
          </p:cNvPr>
          <p:cNvSpPr>
            <a:spLocks noGrp="1"/>
          </p:cNvSpPr>
          <p:nvPr/>
        </p:nvSpPr>
        <p:spPr>
          <a:xfrm>
            <a:off x="4572000" y="6667500"/>
            <a:ext cx="953" cy="142875"/>
          </a:xfrm>
          <a:custGeom>
            <a:pathLst>
              <a:path w="953" h="142875">
                <a:moveTo>
                  <a:pt x="0" y="0"/>
                </a:moveTo>
                <a:lnTo>
                  <a:pt x="0" y="142875"/>
                </a:lnTo>
              </a:path>
            </a:pathLst>
          </a:custGeom>
          <a:noFill/>
          <a:ln w="19050">
            <a:solidFill>
              <a:srgbClr val="4676CB"/>
            </a:solidFill>
            <a:prstDash val="solid"/>
          </a:ln>
        </p:spPr>
      </p:sp>
      <p:sp>
        <p:nvSpPr>
          <p:cNvPr id="28" name="Editable arrowhead 147">
            <a:extLst>
              <a:ext uri="{FF2B5EF4-FFF2-40B4-BE49-F238E27FC236}">
                <ns2:creationId id="{24CBDE90-A699-4A9F-B3C0-5ABE14EEC02E}"/>
              </a:ext>
            </a:extLst>
          </p:cNvPr>
          <p:cNvSpPr>
            <a:spLocks noGrp="1"/>
          </p:cNvSpPr>
          <p:nvPr/>
        </p:nvSpPr>
        <p:spPr>
          <a:xfrm>
            <a:off x="452437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9" name="Context Manager Component">
            <a:extLst>
              <a:ext uri="{FF2B5EF4-FFF2-40B4-BE49-F238E27FC236}">
                <ns2:creationId id="{888BBA71-87AB-4F4D-9785-0350FF9C2063}"/>
              </a:ext>
            </a:extLst>
          </p:cNvPr>
          <p:cNvSpPr>
            <a:spLocks noGrp="1"/>
          </p:cNvSpPr>
          <p:nvPr/>
        </p:nvSpPr>
        <p:spPr>
          <a:xfrm>
            <a:off x="9763125" y="5772150"/>
            <a:ext cx="7715250" cy="1600200"/>
          </a:xfrm>
          <a:prstGeom prst="rect">
            <a:avLst/>
          </a:prstGeom>
          <a:solidFill>
            <a:srgbClr val="FFF6DD"/>
          </a:solidFill>
          <a:ln w="25718">
            <a:solidFill>
              <a:srgbClr val="111111"/>
            </a:solidFill>
            <a:prstDash val="solid"/>
          </a:ln>
        </p:spPr>
      </p:sp>
      <p:sp>
        <p:nvSpPr>
          <p:cNvPr id="30" name="DP5 object 148">
            <a:extLst>
              <a:ext uri="{FF2B5EF4-FFF2-40B4-BE49-F238E27FC236}">
                <ns2:creationId id="{E94668AE-6789-4E60-83E3-A677FB1D6056}"/>
              </a:ext>
            </a:extLst>
          </p:cNvPr>
          <p:cNvSpPr>
            <a:spLocks noGrp="1"/>
          </p:cNvSpPr>
          <p:nvPr/>
        </p:nvSpPr>
        <p:spPr>
          <a:xfrm>
            <a:off x="983932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1" name="Editable path 149">
            <a:extLst>
              <a:ext uri="{FF2B5EF4-FFF2-40B4-BE49-F238E27FC236}">
                <ns2:creationId id="{7EAED734-AE7D-4B43-825D-A7AFD53FCFA6}"/>
              </a:ext>
            </a:extLst>
          </p:cNvPr>
          <p:cNvSpPr>
            <a:spLocks noGrp="1"/>
          </p:cNvSpPr>
          <p:nvPr/>
        </p:nvSpPr>
        <p:spPr>
          <a:xfrm>
            <a:off x="9763125" y="6115050"/>
            <a:ext cx="7715250" cy="953"/>
          </a:xfrm>
          <a:custGeom>
            <a:pathLst>
              <a:path w="7715250" h="953">
                <a:moveTo>
                  <a:pt x="0" y="0"/>
                </a:moveTo>
                <a:lnTo>
                  <a:pt x="7715250" y="0"/>
                </a:lnTo>
              </a:path>
            </a:pathLst>
          </a:custGeom>
          <a:noFill/>
          <a:ln w="13335">
            <a:solidFill>
              <a:srgbClr val="111111"/>
            </a:solidFill>
            <a:prstDash val="solid"/>
          </a:ln>
        </p:spPr>
      </p:sp>
      <p:sp>
        <p:nvSpPr>
          <p:cNvPr id="32" name="호환 사건을 모아 겹치는 관계를 한 번 생산">
            <a:extLst>
              <a:ext uri="{FF2B5EF4-FFF2-40B4-BE49-F238E27FC236}">
                <ns2:creationId id="{B6A10CB3-B048-43D2-BC93-306A1D738119}"/>
              </a:ext>
            </a:extLst>
          </p:cNvPr>
          <p:cNvSpPr>
            <a:spLocks noGrp="1"/>
          </p:cNvSpPr>
          <p:nvPr/>
        </p:nvSpPr>
        <p:spPr>
          <a:xfrm>
            <a:off x="9925050" y="6191250"/>
            <a:ext cx="7391400" cy="476250"/>
          </a:xfrm>
          <a:prstGeom prst="rect">
            <a:avLst/>
          </a:prstGeom>
          <a:solidFill>
            <a:srgbClr val="F1F6FC"/>
          </a:solidFill>
          <a:ln w="28575">
            <a:solidFill>
              <a:srgbClr val="4676CB"/>
            </a:solidFill>
            <a:prstDash val="solid"/>
          </a:ln>
        </p:spPr>
      </p:sp>
      <p:sp>
        <p:nvSpPr>
          <p:cNvPr id="33" name="DP5 object 150">
            <a:extLst>
              <a:ext uri="{FF2B5EF4-FFF2-40B4-BE49-F238E27FC236}">
                <ns2:creationId id="{6025914C-F572-475D-A1A7-D89109D1D5F7}"/>
              </a:ext>
            </a:extLst>
          </p:cNvPr>
          <p:cNvSpPr>
            <a:spLocks noGrp="1"/>
          </p:cNvSpPr>
          <p:nvPr/>
        </p:nvSpPr>
        <p:spPr>
          <a:xfrm>
            <a:off x="999172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호환 사건을 모아 겹치는 관계를 한 번 생산</a:t>
            </a:r>
            <a:endParaRPr lang="ko-KR">
              <a:latin typeface="Calibri"/>
              <a:ea typeface="Calibri"/>
              <a:cs typeface="Calibri"/>
            </a:endParaRPr>
          </a:p>
        </p:txBody>
      </p:sp>
      <p:sp>
        <p:nvSpPr>
          <p:cNvPr id="34" name="게시 전 요청이 오면 미처리 범위를 원본으로 보완">
            <a:extLst>
              <a:ext uri="{FF2B5EF4-FFF2-40B4-BE49-F238E27FC236}">
                <ns2:creationId id="{3DA3C00B-6316-4D86-A422-397813B82465}"/>
              </a:ext>
            </a:extLst>
          </p:cNvPr>
          <p:cNvSpPr>
            <a:spLocks noGrp="1"/>
          </p:cNvSpPr>
          <p:nvPr/>
        </p:nvSpPr>
        <p:spPr>
          <a:xfrm>
            <a:off x="9925050" y="6810375"/>
            <a:ext cx="7391400" cy="409575"/>
          </a:xfrm>
          <a:prstGeom prst="rect">
            <a:avLst/>
          </a:prstGeom>
          <a:solidFill>
            <a:srgbClr val="F1F6FC"/>
          </a:solidFill>
          <a:ln w="28575">
            <a:solidFill>
              <a:srgbClr val="4676CB"/>
            </a:solidFill>
            <a:prstDash val="solid"/>
          </a:ln>
        </p:spPr>
      </p:sp>
      <p:sp>
        <p:nvSpPr>
          <p:cNvPr id="35" name="DP5 object 151">
            <a:extLst>
              <a:ext uri="{FF2B5EF4-FFF2-40B4-BE49-F238E27FC236}">
                <ns2:creationId id="{855919B8-4B8D-46B4-A313-B77F9BFCC7C1}"/>
              </a:ext>
            </a:extLst>
          </p:cNvPr>
          <p:cNvSpPr>
            <a:spLocks noGrp="1"/>
          </p:cNvSpPr>
          <p:nvPr/>
        </p:nvSpPr>
        <p:spPr>
          <a:xfrm>
            <a:off x="999172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게시 전 요청이 오면 미처리 범위를 원본으로 보완</a:t>
            </a:r>
            <a:endParaRPr lang="ko-KR">
              <a:latin typeface="Calibri"/>
              <a:ea typeface="Calibri"/>
              <a:cs typeface="Calibri"/>
            </a:endParaRPr>
          </a:p>
        </p:txBody>
      </p:sp>
      <p:sp>
        <p:nvSpPr>
          <p:cNvPr id="36" name="Editable path 152">
            <a:extLst>
              <a:ext uri="{FF2B5EF4-FFF2-40B4-BE49-F238E27FC236}">
                <ns2:creationId id="{8ED12E00-3640-48B4-8BEA-B4B0A82794A1}"/>
              </a:ext>
            </a:extLst>
          </p:cNvPr>
          <p:cNvSpPr>
            <a:spLocks noGrp="1"/>
          </p:cNvSpPr>
          <p:nvPr/>
        </p:nvSpPr>
        <p:spPr>
          <a:xfrm>
            <a:off x="13620750" y="6667500"/>
            <a:ext cx="953" cy="142875"/>
          </a:xfrm>
          <a:custGeom>
            <a:pathLst>
              <a:path w="953" h="142875">
                <a:moveTo>
                  <a:pt x="0" y="0"/>
                </a:moveTo>
                <a:lnTo>
                  <a:pt x="0" y="142875"/>
                </a:lnTo>
              </a:path>
            </a:pathLst>
          </a:custGeom>
          <a:noFill/>
          <a:ln w="19050">
            <a:solidFill>
              <a:srgbClr val="4676CB"/>
            </a:solidFill>
            <a:prstDash val="solid"/>
          </a:ln>
        </p:spPr>
      </p:sp>
      <p:sp>
        <p:nvSpPr>
          <p:cNvPr id="37" name="Editable arrowhead 153">
            <a:extLst>
              <a:ext uri="{FF2B5EF4-FFF2-40B4-BE49-F238E27FC236}">
                <ns2:creationId id="{EC1D2126-5CD8-4984-AEBD-D62017A215D2}"/>
              </a:ext>
            </a:extLst>
          </p:cNvPr>
          <p:cNvSpPr>
            <a:spLocks noGrp="1"/>
          </p:cNvSpPr>
          <p:nvPr/>
        </p:nvSpPr>
        <p:spPr>
          <a:xfrm>
            <a:off x="1357312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8" name="DP5 object 154">
            <a:extLst>
              <a:ext uri="{FF2B5EF4-FFF2-40B4-BE49-F238E27FC236}">
                <ns2:creationId id="{40E0CFD7-0A42-4899-AE4D-4C13DC5F4B62}"/>
              </a:ext>
            </a:extLst>
          </p:cNvPr>
          <p:cNvSpPr>
            <a:spLocks noGrp="1"/>
          </p:cNvSpPr>
          <p:nvPr/>
        </p:nvSpPr>
        <p:spPr>
          <a:xfrm>
            <a:off x="71437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두 번째 유사 요청의 검색·조합 감소</a:t>
            </a:r>
            <a:endParaRPr lang="ko-KR">
              <a:latin typeface="Calibri"/>
              <a:ea typeface="Calibri"/>
              <a:cs typeface="Calibri"/>
            </a:endParaRPr>
          </a:p>
        </p:txBody>
      </p:sp>
      <p:sp>
        <p:nvSpPr>
          <p:cNvPr id="39" name="DP5 object 155">
            <a:extLst>
              <a:ext uri="{FF2B5EF4-FFF2-40B4-BE49-F238E27FC236}">
                <ns2:creationId id="{04D996B8-7A83-4E22-9DEE-F57FE24B9537}"/>
              </a:ext>
            </a:extLst>
          </p:cNvPr>
          <p:cNvSpPr>
            <a:spLocks noGrp="1"/>
          </p:cNvSpPr>
          <p:nvPr/>
        </p:nvSpPr>
        <p:spPr>
          <a:xfrm>
            <a:off x="71437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색인 갱신·메모리 / 첫 재참조 이익은 없음</a:t>
            </a:r>
            <a:endParaRPr lang="ko-KR">
              <a:latin typeface="Calibri"/>
              <a:ea typeface="Calibri"/>
              <a:cs typeface="Calibri"/>
            </a:endParaRPr>
          </a:p>
        </p:txBody>
      </p:sp>
      <p:sp>
        <p:nvSpPr>
          <p:cNvPr id="40" name="DP5 object 156">
            <a:extLst>
              <a:ext uri="{FF2B5EF4-FFF2-40B4-BE49-F238E27FC236}">
                <ns2:creationId id="{27F3969F-2016-4759-BDDC-DCEFFD29DDC5}"/>
              </a:ext>
            </a:extLst>
          </p:cNvPr>
          <p:cNvSpPr>
            <a:spLocks noGrp="1"/>
          </p:cNvSpPr>
          <p:nvPr/>
        </p:nvSpPr>
        <p:spPr>
          <a:xfrm>
            <a:off x="976312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같은 관계의 중복 생산·갱신 감소</a:t>
            </a:r>
            <a:endParaRPr lang="ko-KR">
              <a:latin typeface="Calibri"/>
              <a:ea typeface="Calibri"/>
              <a:cs typeface="Calibri"/>
            </a:endParaRPr>
          </a:p>
        </p:txBody>
      </p:sp>
      <p:sp>
        <p:nvSpPr>
          <p:cNvPr id="41" name="DP5 object 157">
            <a:extLst>
              <a:ext uri="{FF2B5EF4-FFF2-40B4-BE49-F238E27FC236}">
                <ns2:creationId id="{E2D97B83-70D6-44E9-9C8A-FFB6339573E4}"/>
              </a:ext>
            </a:extLst>
          </p:cNvPr>
          <p:cNvSpPr>
            <a:spLocks noGrp="1"/>
          </p:cNvSpPr>
          <p:nvPr/>
        </p:nvSpPr>
        <p:spPr>
          <a:xfrm>
            <a:off x="976312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게시 공백 증가 / 원본 보완 시 요청 지연</a:t>
            </a:r>
            <a:endParaRPr lang="ko-KR">
              <a:latin typeface="Calibri"/>
              <a:ea typeface="Calibri"/>
              <a:cs typeface="Calibri"/>
            </a:endParaRPr>
          </a:p>
        </p:txBody>
      </p:sp>
      <p:sp>
        <p:nvSpPr>
          <p:cNvPr id="42" name="Editable path 158">
            <a:extLst>
              <a:ext uri="{FF2B5EF4-FFF2-40B4-BE49-F238E27FC236}">
                <ns2:creationId id="{77F82B6A-9230-4798-BD4C-FB58C8E79CCF}"/>
              </a:ext>
            </a:extLst>
          </p:cNvPr>
          <p:cNvSpPr>
            <a:spLocks noGrp="1"/>
          </p:cNvSpPr>
          <p:nvPr/>
        </p:nvSpPr>
        <p:spPr>
          <a:xfrm>
            <a:off x="266700" y="8943975"/>
            <a:ext cx="17773650" cy="953"/>
          </a:xfrm>
          <a:custGeom>
            <a:pathLst>
              <a:path w="17773650" h="953">
                <a:moveTo>
                  <a:pt x="0" y="0"/>
                </a:moveTo>
                <a:lnTo>
                  <a:pt x="17773650" y="0"/>
                </a:lnTo>
              </a:path>
            </a:pathLst>
          </a:custGeom>
          <a:noFill/>
          <a:ln w="14288">
            <a:solidFill>
              <a:srgbClr val="4676CB"/>
            </a:solidFill>
            <a:prstDash val="solid"/>
          </a:ln>
        </p:spPr>
      </p:sp>
      <p:sp>
        <p:nvSpPr>
          <p:cNvPr id="43" name="DP5 object 159">
            <a:extLst>
              <a:ext uri="{FF2B5EF4-FFF2-40B4-BE49-F238E27FC236}">
                <ns2:creationId id="{1122BB26-272A-4767-897F-22F4EB1F4074}"/>
              </a:ext>
            </a:extLst>
          </p:cNvPr>
          <p:cNvSpPr>
            <a:spLocks noGrp="1"/>
          </p:cNvSpPr>
          <p:nvPr/>
        </p:nvSpPr>
        <p:spPr>
          <a:xfrm>
            <a:off x="266700" y="9077325"/>
            <a:ext cx="17240250"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확정 사실 재사용과 B의 필수 원본 보완은 기본 기능이다. 위 보완은 기본안 선택 후 별도 비교한다.</a:t>
            </a:r>
            <a:endParaRPr lang="ko-KR">
              <a:latin typeface="Calibri"/>
              <a:ea typeface="Calibri"/>
              <a:cs typeface="Calibri"/>
            </a:endParaRPr>
          </a:p>
        </p:txBody>
      </p:sp>
      <p:sp>
        <p:nvSpPr>
          <p:cNvPr id="44" name="DP5 object 160">
            <a:extLst>
              <a:ext uri="{FF2B5EF4-FFF2-40B4-BE49-F238E27FC236}">
                <ns2:creationId id="{56A6A45F-57EB-4B88-B4BE-63889706083E}"/>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보완 효과 미측정. A1/B1을 미리 넣어 기본안 차이를 없애거나, 어느 보완이 반드시 유리하다고 가정하지 않는다.</a:t>
            </a:r>
            <a:endParaRPr lang="ko-KR">
              <a:latin typeface="Calibri"/>
              <a:ea typeface="Calibri"/>
              <a:cs typeface="Calibri"/>
            </a:endParaRPr>
          </a:p>
        </p:txBody>
      </p:sp>
    </p:spTree>
    <p:extLst>
      <p:ext uri="{BB962C8B-B14F-4D97-AF65-F5344CB8AC3E}">
        <p14:creationId val="1937057210"/>
      </p:ext>
    </p:extLst>
  </p:cSld>
</p:sld>
</file>

<file path=ppt/slides/slide22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5 object 161">
            <a:extLst>
              <a:ext uri="{FF2B5EF4-FFF2-40B4-BE49-F238E27FC236}">
                <ns2:creationId id="{2C371E2A-C3B8-4858-BB17-EE9BB32673A4}"/>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(QA Tradeoff 상세)</a:t>
            </a:r>
            <a:endParaRPr lang="ko-KR">
              <a:latin typeface="Calibri"/>
              <a:ea typeface="Calibri"/>
              <a:cs typeface="Calibri"/>
            </a:endParaRPr>
          </a:p>
        </p:txBody>
      </p:sp>
      <p:sp>
        <p:nvSpPr>
          <p:cNvPr id="2" name="DP5 object 162">
            <a:extLst>
              <a:ext uri="{FF2B5EF4-FFF2-40B4-BE49-F238E27FC236}">
                <ns2:creationId id="{DC870866-D3EE-4FAC-92ED-8223D14FCB4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63">
            <a:extLst>
              <a:ext uri="{FF2B5EF4-FFF2-40B4-BE49-F238E27FC236}">
                <ns2:creationId id="{D0E3B1F3-A81E-4EB1-B398-F5B6F6ABD60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64">
            <a:extLst>
              <a:ext uri="{FF2B5EF4-FFF2-40B4-BE49-F238E27FC236}">
                <ns2:creationId id="{74569AA5-1CE6-40EB-B081-EE8E868BF56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65">
            <a:extLst>
              <a:ext uri="{FF2B5EF4-FFF2-40B4-BE49-F238E27FC236}">
                <ns2:creationId id="{53187C27-DA80-4993-9337-186491CD907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66">
            <a:extLst>
              <a:ext uri="{FF2B5EF4-FFF2-40B4-BE49-F238E27FC236}">
                <ns2:creationId id="{FA8D159C-A51A-4A8F-BF79-EA0C758A9A7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67">
            <a:extLst>
              <a:ext uri="{FF2B5EF4-FFF2-40B4-BE49-F238E27FC236}">
                <ns2:creationId id="{C208C079-5298-45AB-B7E0-3893C883EAE5}"/>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68">
            <a:extLst>
              <a:ext uri="{FF2B5EF4-FFF2-40B4-BE49-F238E27FC236}">
                <ns2:creationId id="{237F5640-80A4-4D0D-AD2C-9C12CDF07DE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69">
            <a:extLst>
              <a:ext uri="{FF2B5EF4-FFF2-40B4-BE49-F238E27FC236}">
                <ns2:creationId id="{3DA9D818-F9BB-482C-B138-3A16F9524C9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70">
            <a:extLst>
              <a:ext uri="{FF2B5EF4-FFF2-40B4-BE49-F238E27FC236}">
                <ns2:creationId id="{48D17ABE-E52A-4141-8519-36AD344F6DF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71">
            <a:extLst>
              <a:ext uri="{FF2B5EF4-FFF2-40B4-BE49-F238E27FC236}">
                <ns2:creationId id="{97864985-E7A0-4FF8-90B9-864078C80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72">
            <a:extLst>
              <a:ext uri="{FF2B5EF4-FFF2-40B4-BE49-F238E27FC236}">
                <ns2:creationId id="{0527C697-0BB8-4B13-ACB1-F69116C9ED1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B9F7358-ABE7-44DE-85AF-04E4F78F652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21 / 21</a:t>
            </a:r>
            <a:endParaRPr lang="ko-KR">
              <a:latin typeface="Calibri"/>
              <a:ea typeface="Calibri"/>
              <a:cs typeface="Calibri"/>
            </a:endParaRPr>
          </a:p>
        </p:txBody>
      </p:sp>
      <p:sp>
        <p:nvSpPr>
          <p:cNvPr id="14" name="DP5 object 174">
            <a:extLst>
              <a:ext uri="{FF2B5EF4-FFF2-40B4-BE49-F238E27FC236}">
                <ns2:creationId id="{9B5BB876-3884-42ED-9FAE-42B82BC481FB}"/>
              </a:ext>
            </a:extLst>
          </p:cNvPr>
          <p:cNvSpPr>
            <a:spLocks noGrp="1"/>
          </p:cNvSpPr>
          <p:nvPr/>
        </p:nvSpPr>
        <p:spPr>
          <a:xfrm>
            <a:off x="266700" y="1228725"/>
            <a:ext cx="17526000" cy="4762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요청 경로의 관계 조합 대기  ↔  요청 전에 발생하는 생산·갱신 비용</a:t>
            </a:r>
            <a:endParaRPr lang="ko-KR">
              <a:latin typeface="Calibri"/>
              <a:ea typeface="Calibri"/>
              <a:cs typeface="Calibri"/>
            </a:endParaRPr>
          </a:p>
        </p:txBody>
      </p:sp>
      <p:graphicFrame>
        <p:nvGraphicFramePr>
          <p:cNvPr id="15" name="">
            <a:extLst>
              <a:ext uri="{FF2B5EF4-FFF2-40B4-BE49-F238E27FC236}">
                <ns2:creationId id="{30BFF647-9361-406F-8AC1-FD5B29476B54}"/>
              </a:ext>
            </a:extLst>
          </p:cNvPr>
          <p:cNvGraphicFramePr/>
          <p:nvPr/>
        </p:nvGraphicFramePr>
        <p:xfrm>
          <a:off x="266700" y="1971675"/>
          <a:ext cx="17764125" cy="5353050"/>
        </p:xfrm>
        <a:graphic>
          <a:graphicData uri="http://schemas.openxmlformats.org/drawingml/2006/table">
            <a:tbl>
              <a:tblPr firstRow="0" bandRow="0" bandCol="0"/>
              <a:tblGrid>
                <a:gridCol w="3190875"/>
                <a:gridCol w="7286625"/>
                <a:gridCol w="7286625"/>
              </a:tblGrid>
              <a:tr h="4857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차별화</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요청 소유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영속 관계 생산·조회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QA01 첫 응답</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첫 올바른 내용에 필수면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유효 관계가 그 조합을 대체할 때 대기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QA02 지칭 정확도</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흩어진 원본의 연결 누락 위험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잘못 묶인 대상 재사용 위험 /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QA03 VIA 처리</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안에서 원본 탐색·조합 수행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조회·적용으로 단축 가능 / 보완·경합 비용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QA04 변경 모듈</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미확정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조회와 요청 해석 경로 변경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생산·무효화·조회 계약 변경 / 재사용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QA05 전체 모델 비용</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반대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실제 요청된 관계에 해석비용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900" b="0" lang="ko-KR">
                          <a:solidFill>
                            <a:srgbClr val="C00000"/>
                          </a:solidFill>
                          <a:latin typeface="Calibri"/>
                          <a:ea typeface="Calibri"/>
                          <a:cs typeface="Calibri"/>
                        </a:rPr>
                        <a:t>미소비 생산·정정·재시도 포함 / 재사용 상쇄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QA06 로컬 peak RAM</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요청의 원본 문맥·임시 상태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파생 상태·생산 작업 추가 / 요청 문맥 축소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새 QA07 요청 의미</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현재 목적에서 해석 / 조건 연결 누락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측면·상황 재사용 / 과도한 일반화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B가 유리해지는 장면">
            <a:extLst>
              <a:ext uri="{FF2B5EF4-FFF2-40B4-BE49-F238E27FC236}">
                <ns2:creationId id="{11C51B2E-732B-4F30-BBED-4AA0D878814B}"/>
              </a:ext>
            </a:extLst>
          </p:cNvPr>
          <p:cNvSpPr>
            <a:spLocks noGrp="1"/>
          </p:cNvSpPr>
          <p:nvPr/>
        </p:nvSpPr>
        <p:spPr>
          <a:xfrm>
            <a:off x="266700" y="7781925"/>
            <a:ext cx="8572500" cy="428625"/>
          </a:xfrm>
          <a:prstGeom prst="rect">
            <a:avLst/>
          </a:prstGeom>
          <a:solidFill>
            <a:srgbClr val="C9E1B3"/>
          </a:solidFill>
          <a:ln w="17145">
            <a:solidFill>
              <a:srgbClr val="111111"/>
            </a:solidFill>
            <a:prstDash val="solid"/>
          </a:ln>
        </p:spPr>
      </p:sp>
      <p:sp>
        <p:nvSpPr>
          <p:cNvPr id="17" name="DP5 object 175">
            <a:extLst>
              <a:ext uri="{FF2B5EF4-FFF2-40B4-BE49-F238E27FC236}">
                <ns2:creationId id="{C943C52E-3512-4757-87BA-699470F68601}"/>
              </a:ext>
            </a:extLst>
          </p:cNvPr>
          <p:cNvSpPr>
            <a:spLocks noGrp="1"/>
          </p:cNvSpPr>
          <p:nvPr/>
        </p:nvSpPr>
        <p:spPr>
          <a:xfrm>
            <a:off x="333375"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B가 유리해지는 장면</a:t>
            </a:r>
            <a:endParaRPr lang="ko-KR">
              <a:latin typeface="Calibri"/>
              <a:ea typeface="Calibri"/>
              <a:cs typeface="Calibri"/>
            </a:endParaRPr>
          </a:p>
        </p:txBody>
      </p:sp>
      <p:sp>
        <p:nvSpPr>
          <p:cNvPr id="18" name="A가 유리해지는 장면">
            <a:extLst>
              <a:ext uri="{FF2B5EF4-FFF2-40B4-BE49-F238E27FC236}">
                <ns2:creationId id="{8DBB6F87-4C9A-4415-BADC-6223E282BCAB}"/>
              </a:ext>
            </a:extLst>
          </p:cNvPr>
          <p:cNvSpPr>
            <a:spLocks noGrp="1"/>
          </p:cNvSpPr>
          <p:nvPr/>
        </p:nvSpPr>
        <p:spPr>
          <a:xfrm>
            <a:off x="9458325" y="7781925"/>
            <a:ext cx="8572500" cy="428625"/>
          </a:xfrm>
          <a:prstGeom prst="rect">
            <a:avLst/>
          </a:prstGeom>
          <a:solidFill>
            <a:srgbClr val="C9E1B3"/>
          </a:solidFill>
          <a:ln w="17145">
            <a:solidFill>
              <a:srgbClr val="111111"/>
            </a:solidFill>
            <a:prstDash val="solid"/>
          </a:ln>
        </p:spPr>
      </p:sp>
      <p:sp>
        <p:nvSpPr>
          <p:cNvPr id="19" name="DP5 object 176">
            <a:extLst>
              <a:ext uri="{FF2B5EF4-FFF2-40B4-BE49-F238E27FC236}">
                <ns2:creationId id="{0FC11FA0-E0A6-482F-88BE-F7D4D9B0E1DB}"/>
              </a:ext>
            </a:extLst>
          </p:cNvPr>
          <p:cNvSpPr>
            <a:spLocks noGrp="1"/>
          </p:cNvSpPr>
          <p:nvPr/>
        </p:nvSpPr>
        <p:spPr>
          <a:xfrm>
            <a:off x="9525000"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A가 유리해지는 장면</a:t>
            </a:r>
            <a:endParaRPr lang="ko-KR">
              <a:latin typeface="Calibri"/>
              <a:ea typeface="Calibri"/>
              <a:cs typeface="Calibri"/>
            </a:endParaRPr>
          </a:p>
        </p:txBody>
      </p:sp>
      <p:sp>
        <p:nvSpPr>
          <p:cNvPr id="20" name="DP5 object 177">
            <a:extLst>
              <a:ext uri="{FF2B5EF4-FFF2-40B4-BE49-F238E27FC236}">
                <ns2:creationId id="{907C6AFD-DB52-41B4-935C-4AB8002E21EA}"/>
              </a:ext>
            </a:extLst>
          </p:cNvPr>
          <p:cNvSpPr>
            <a:spLocks noGrp="1"/>
          </p:cNvSpPr>
          <p:nvPr/>
        </p:nvSpPr>
        <p:spPr>
          <a:xfrm>
            <a:off x="419100"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처음 다시 부르는 과거 관계가 자주 첫 응답을 막고,</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미리 만든 유효 관계가 원본 조합을 실제로 줄일 때</a:t>
            </a:r>
            <a:endParaRPr lang="ko-KR">
              <a:latin typeface="Calibri"/>
              <a:ea typeface="Calibri"/>
              <a:cs typeface="Calibri"/>
            </a:endParaRPr>
          </a:p>
        </p:txBody>
      </p:sp>
      <p:sp>
        <p:nvSpPr>
          <p:cNvPr id="21" name="DP5 object 178">
            <a:extLst>
              <a:ext uri="{FF2B5EF4-FFF2-40B4-BE49-F238E27FC236}">
                <ns2:creationId id="{379DDA01-0050-44D8-9899-28A7A5C9650C}"/>
              </a:ext>
            </a:extLst>
          </p:cNvPr>
          <p:cNvSpPr>
            <a:spLocks noGrp="1"/>
          </p:cNvSpPr>
          <p:nvPr/>
        </p:nvSpPr>
        <p:spPr>
          <a:xfrm>
            <a:off x="9610725"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공개 결과·피드백은 많지만 재참조는 적거나,</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새 조건·정정 때문에 B도 원본을 다시 해석해야 할 때</a:t>
            </a:r>
            <a:endParaRPr lang="ko-KR">
              <a:latin typeface="Calibri"/>
              <a:ea typeface="Calibri"/>
              <a:cs typeface="Calibri"/>
            </a:endParaRPr>
          </a:p>
        </p:txBody>
      </p:sp>
      <p:sp>
        <p:nvSpPr>
          <p:cNvPr id="22" name="DP5 object 179">
            <a:extLst>
              <a:ext uri="{FF2B5EF4-FFF2-40B4-BE49-F238E27FC236}">
                <ns2:creationId id="{84B2CFAD-7F57-4F02-83FD-D9FFB5C5B338}"/>
              </a:ext>
            </a:extLst>
          </p:cNvPr>
          <p:cNvSpPr>
            <a:spLocks noGrp="1"/>
          </p:cNvSpPr>
          <p:nvPr/>
        </p:nvSpPr>
        <p:spPr>
          <a:xfrm>
            <a:off x="266700" y="9305925"/>
            <a:ext cx="17526000" cy="342900"/>
          </a:xfrm>
          <a:prstGeom prst="rect">
            <a:avLst/>
          </a:prstGeom>
          <a:noFill/>
          <a:ln w="0">
            <a:noFill/>
            <a:prstDash val="solid"/>
          </a:ln>
        </p:spPr>
        <p:txBody>
          <a:bodyPr wrap="none" lIns="0" tIns="0" rIns="0" bIns="0" anchor="ctr">
            <a:noAutofit/>
          </a:bodyPr>
          <a:lstStyle>
            <a:defPPr algn="l">
              <a:defRPr sz="1900" b="1" lang="ko-KR">
                <a:solidFill>
                  <a:srgbClr val="50555B"/>
                </a:solidFill>
                <a:latin typeface="Calibri"/>
                <a:ea typeface="Calibri"/>
                <a:cs typeface="Calibri"/>
              </a:defRPr>
            </a:defPPr>
            <a:lvl1pPr algn="l">
              <a:defRPr sz="1900" b="1" lang="ko-KR">
                <a:solidFill>
                  <a:srgbClr val="50555B"/>
                </a:solidFill>
                <a:latin typeface="Calibri"/>
                <a:ea typeface="Calibri"/>
                <a:cs typeface="Calibri"/>
              </a:defRPr>
            </a:lvl1pPr>
            <a:lvl2pPr algn="l">
              <a:defRPr sz="1900" b="1" lang="ko-KR">
                <a:solidFill>
                  <a:srgbClr val="50555B"/>
                </a:solidFill>
                <a:latin typeface="Calibri"/>
                <a:ea typeface="Calibri"/>
                <a:cs typeface="Calibri"/>
              </a:defRPr>
            </a:lvl2pPr>
            <a:lvl3pPr algn="l">
              <a:defRPr sz="1900" b="1" lang="ko-KR">
                <a:solidFill>
                  <a:srgbClr val="50555B"/>
                </a:solidFill>
                <a:latin typeface="Calibri"/>
                <a:ea typeface="Calibri"/>
                <a:cs typeface="Calibri"/>
              </a:defRPr>
            </a:lvl3pPr>
            <a:lvl4pPr algn="l">
              <a:defRPr sz="1900" b="1" lang="ko-KR">
                <a:solidFill>
                  <a:srgbClr val="50555B"/>
                </a:solidFill>
                <a:latin typeface="Calibri"/>
                <a:ea typeface="Calibri"/>
                <a:cs typeface="Calibri"/>
              </a:defRPr>
            </a:lvl4pPr>
            <a:lvl5pPr algn="l">
              <a:defRPr sz="1900" b="1" lang="ko-KR">
                <a:solidFill>
                  <a:srgbClr val="50555B"/>
                </a:solidFill>
                <a:latin typeface="Calibri"/>
                <a:ea typeface="Calibri"/>
                <a:cs typeface="Calibri"/>
              </a:defRPr>
            </a:lvl5pPr>
            <a:lvl6pPr algn="l">
              <a:defRPr sz="1900" b="1" lang="ko-KR">
                <a:solidFill>
                  <a:srgbClr val="50555B"/>
                </a:solidFill>
                <a:latin typeface="Calibri"/>
                <a:ea typeface="Calibri"/>
                <a:cs typeface="Calibri"/>
              </a:defRPr>
            </a:lvl6pPr>
            <a:lvl7pPr algn="l">
              <a:defRPr sz="1900" b="1" lang="ko-KR">
                <a:solidFill>
                  <a:srgbClr val="50555B"/>
                </a:solidFill>
                <a:latin typeface="Calibri"/>
                <a:ea typeface="Calibri"/>
                <a:cs typeface="Calibri"/>
              </a:defRPr>
            </a:lvl7pPr>
            <a:lvl8pPr algn="l">
              <a:defRPr sz="1900" b="1" lang="ko-KR">
                <a:solidFill>
                  <a:srgbClr val="50555B"/>
                </a:solidFill>
                <a:latin typeface="Calibri"/>
                <a:ea typeface="Calibri"/>
                <a:cs typeface="Calibri"/>
              </a:defRPr>
            </a:lvl8pPr>
            <a:lvl9pPr algn="l">
              <a:defRPr sz="1900" b="1" lang="ko-KR">
                <a:solidFill>
                  <a:srgbClr val="50555B"/>
                </a:solidFill>
                <a:latin typeface="Calibri"/>
                <a:ea typeface="Calibri"/>
                <a:cs typeface="Calibri"/>
              </a:defRPr>
            </a:lvl9pPr>
          </a:lstStyle>
          <a:p>
            <a:pPr algn="l">
              <a:defRPr sz="1900" b="1" lang="ko-KR">
                <a:solidFill>
                  <a:srgbClr val="50555B"/>
                </a:solidFill>
                <a:latin typeface="Calibri"/>
                <a:ea typeface="Calibri"/>
                <a:cs typeface="Calibri"/>
              </a:defRPr>
            </a:pPr>
            <a:r>
              <a:rPr sz="1900" b="1" lang="ko-KR">
                <a:solidFill>
                  <a:srgbClr val="50555B"/>
                </a:solidFill>
                <a:latin typeface="Calibri"/>
                <a:ea typeface="Calibri"/>
                <a:cs typeface="Calibri"/>
              </a:rPr>
              <a:t>독립 DP의 한계: 공통 사실·A 재사용으로 충분하거나 DP1 C가 같은 관계를 이미 생산하면 차별화가 약해진다.</a:t>
            </a:r>
            <a:endParaRPr lang="ko-KR">
              <a:latin typeface="Calibri"/>
              <a:ea typeface="Calibri"/>
              <a:cs typeface="Calibri"/>
            </a:endParaRPr>
          </a:p>
        </p:txBody>
      </p:sp>
      <p:sp>
        <p:nvSpPr>
          <p:cNvPr id="23" name="DP5 object 180">
            <a:extLst>
              <a:ext uri="{FF2B5EF4-FFF2-40B4-BE49-F238E27FC236}">
                <ns2:creationId id="{097D6C52-A273-409A-98F1-E294D46CC247}"/>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설계 가설·미측정·미선택. QA01/03 같은 대기의 중복 효과 주의. QA02/07 같은 대상 오류를 독립 이익으로 합산하지 않음. QA04는 실제 변경 모듈로 검증.</a:t>
            </a:r>
            <a:endParaRPr lang="ko-KR">
              <a:latin typeface="Calibri"/>
              <a:ea typeface="Calibri"/>
              <a:cs typeface="Calibri"/>
            </a:endParaRPr>
          </a:p>
        </p:txBody>
      </p:sp>
    </p:spTree>
    <p:extLst>
      <p:ext uri="{BB962C8B-B14F-4D97-AF65-F5344CB8AC3E}">
        <p14:creationId val="1126484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21</ns0:Slides>
  <ns0:Notes>21</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