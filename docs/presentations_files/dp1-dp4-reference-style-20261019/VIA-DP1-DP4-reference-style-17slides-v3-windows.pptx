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notesMasters/dp3parallelv3_notesMaster1.xml" ContentType="application/vnd.openxmlformats-officedocument.presentationml.notesMaster+xml"/>
  <Override PartName="/ppt/notesMasters/theme/dp3parallelv3_theme3.xml" ContentType="application/vnd.openxmlformats-officedocument.them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slideLayouts/dp3parallelv3_slideLayout1.xml" ContentType="application/vnd.openxmlformats-officedocument.presentationml.slideLayout+xml"/>
  <Override PartName="/ppt/slideLayouts/dp3parallelv3_slideLayout2.xml" ContentType="application/vnd.openxmlformats-officedocument.presentationml.slideLayout+xml"/>
  <Override PartName="/ppt/slideLayouts/dp3parallelv3_slideLayout3.xml" ContentType="application/vnd.openxmlformats-officedocument.presentationml.slideLayout+xml"/>
  <Override PartName="/ppt/slideLayouts/dp3parallelv3_slideLayout4.xml" ContentType="application/vnd.openxmlformats-officedocument.presentationml.slideLayout+xml"/>
  <Override PartName="/ppt/slideLayouts/dp3parallelv3_slideLayout5.xml" ContentType="application/vnd.openxmlformats-officedocument.presentationml.slideLayout+xml"/>
  <Override PartName="/ppt/slideLayouts/dp3parallelv3_slideLayout6.xml" ContentType="application/vnd.openxmlformats-officedocument.presentationml.slideLayout+xml"/>
  <Override PartName="/ppt/slideMasters/dp3parallelv3_slideMaster1.xml" ContentType="application/vnd.openxmlformats-officedocument.presentationml.slideMaster+xml"/>
  <Override PartName="/ppt/slideMasters/theme/dp3parallelv3_theme2.xml" ContentType="application/vnd.openxmlformats-officedocument.them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4c2d3044122a4212" /><Relationship Type="http://schemas.openxmlformats.org/officeDocument/2006/relationships/extended-properties" Target="/docProps/app.xml" Id="R17f02e86c62a435e" /><Relationship Type="http://schemas.openxmlformats.org/officeDocument/2006/relationships/officeDocument" Target="/ppt/presentation.xml" Id="R54599d7fdb6849b9"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f1ad71371b8245be"/>
    <p:slideMasterId r:id="Via_ppt_slideMasters_dp3parallelv3_slideMaster1_xml" id="2147483649"/>
  </p:sldMasterIdLst>
  <p:notesMasterIdLst>
    <p:notesMasterId r:id="Rfb29300d6ed74006"/>
    <p:notesMasterId r:id="Via_ppt_notesMasters_dp3parallelv3_notesMaster1_xml"/>
  </p:notesMasterIdLst>
  <p:sldIdLst>
    <p:sldId id="256" r:id="Dp3ParallelV3Slide1"/>
    <p:sldId id="257" r:id="Dp3ParallelV3Slide2"/>
    <p:sldId id="258" r:id="Dp3ParallelV3Slide3"/>
    <p:sldId id="259" r:id="Dp3ParallelV3Slide4"/>
    <p:sldId id="260" r:id="Dp3ParallelV3Slide5"/>
    <p:sldId id="261" r:id="Dp3ParallelV3Slide6"/>
    <p:sldId id="262" r:id="Dp3ParallelV3Slide7"/>
    <p:sldId id="263" r:id="Dp3ParallelV3Slide8"/>
    <p:sldId id="264" r:id="Dp3ParallelV3Slide9"/>
    <p:sldId id="265" r:id="Dp3ParallelV3Slide10"/>
    <p:sldId id="266" r:id="Dp3ParallelV3Slide11"/>
    <p:sldId id="267" r:id="Dp3ParallelV3Slide12"/>
    <p:sldId id="268" r:id="Dp3ParallelV3Slide13"/>
    <p:sldId id="269" r:id="Dp3ParallelV3Slide14"/>
    <p:sldId id="270" r:id="Dp3ParallelV3Slide15"/>
    <p:sldId id="271" r:id="Dp3ParallelV3Slide16"/>
    <p:sldId id="272" r:id="Dp3ParallelV3Slide17"/>
  </p:sldIdLst>
  <p:sldSz cx="18288000" cy="10287000"/>
  <p:notesSz cx="6858000" cy="9144000"/>
  <p:defaultTextStyle>
    <a:defPPr>
      <a:defRPr lang="ko-KR">
        <a:latin typeface="Calibri"/>
        <a:ea typeface="Calibri"/>
        <a:cs typeface="Calibri"/>
      </a:defRPr>
    </a:defPPr>
    <a:lvl1pPr>
      <a:defRPr lang="ko-KR">
        <a:latin typeface="Calibri"/>
        <a:ea typeface="Calibri"/>
        <a:cs typeface="Calibri"/>
      </a:defRPr>
    </a:lvl1pPr>
    <a:lvl2pPr>
      <a:defRPr lang="ko-KR">
        <a:latin typeface="Calibri"/>
        <a:ea typeface="Calibri"/>
        <a:cs typeface="Calibri"/>
      </a:defRPr>
    </a:lvl2pPr>
    <a:lvl3pPr>
      <a:defRPr lang="ko-KR">
        <a:latin typeface="Calibri"/>
        <a:ea typeface="Calibri"/>
        <a:cs typeface="Calibri"/>
      </a:defRPr>
    </a:lvl3pPr>
    <a:lvl4pPr>
      <a:defRPr lang="ko-KR">
        <a:latin typeface="Calibri"/>
        <a:ea typeface="Calibri"/>
        <a:cs typeface="Calibri"/>
      </a:defRPr>
    </a:lvl4pPr>
    <a:lvl5pPr>
      <a:defRPr lang="ko-KR">
        <a:latin typeface="Calibri"/>
        <a:ea typeface="Calibri"/>
        <a:cs typeface="Calibri"/>
      </a:defRPr>
    </a:lvl5pPr>
    <a:lvl6pPr>
      <a:defRPr lang="ko-KR">
        <a:latin typeface="Calibri"/>
        <a:ea typeface="Calibri"/>
        <a:cs typeface="Calibri"/>
      </a:defRPr>
    </a:lvl6pPr>
    <a:lvl7pPr>
      <a:defRPr lang="ko-KR">
        <a:latin typeface="Calibri"/>
        <a:ea typeface="Calibri"/>
        <a:cs typeface="Calibri"/>
      </a:defRPr>
    </a:lvl7pPr>
    <a:lvl8pPr>
      <a:defRPr lang="ko-KR">
        <a:latin typeface="Calibri"/>
        <a:ea typeface="Calibri"/>
        <a:cs typeface="Calibri"/>
      </a:defRPr>
    </a:lvl8pPr>
    <a:lvl9pPr>
      <a:defRPr lang="ko-KR">
        <a:latin typeface="Calibri"/>
        <a:ea typeface="Calibri"/>
        <a:cs typeface="Calibri"/>
      </a:defRPr>
    </a:lvl9pPr>
  </p:defaultTextStyle>
</p:presentation>
</file>

<file path=ppt/presProps.xml><?xml version="1.0" encoding="utf-8"?>
<p:presentationPr xmlns:ns2="http://schemas.microsoft.com/office/powerpoint/2012/main" xmlns:p="http://schemas.openxmlformats.org/presentationml/2006/main" xmlns:p14="http://schemas.microsoft.com/office/powerpoint/2010/main">
  <p:extLst>
    <p:ext uri="{E76CE94A-603C-4142-B9EB-6D1370010A27}">
      <p14:discardImageEditData val="0"/>
    </p:ext>
    <p:ext uri="{D31A062A-798A-4329-ABDD-BBA856620510}">
      <p14:defaultImageDpi val="32767"/>
    </p:ext>
    <p:ext uri="{FD5EFAAD-0ECE-453E-9831-46B23BE46B34}">
      <ns2: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a325b29fd034a5d" /><Relationship Type="http://schemas.openxmlformats.org/officeDocument/2006/relationships/slideMaster" Target="/ppt/slideMasters/slideMaster1.xml" Id="Rf1ad71371b8245be" /><Relationship Type="http://schemas.openxmlformats.org/officeDocument/2006/relationships/notesMaster" Target="/ppt/notesMasters/notesMaster1.xml" Id="Rfb29300d6ed74006" /><Relationship Type="http://schemas.openxmlformats.org/officeDocument/2006/relationships/presProps" Target="/ppt/presProps.xml" Id="Rc080b43a7f0949d2" /><Relationship Type="http://schemas.openxmlformats.org/officeDocument/2006/relationships/tableStyles" Target="/ppt/tableStyles.xml" Id="R81cb20b8ff6a40f3" /><Relationship Id="Via_ppt_slideMasters_dp3parallelv3_slideMaster1_xml" Type="http://schemas.openxmlformats.org/officeDocument/2006/relationships/slideMaster" Target="/ppt/slideMasters/dp3parallelv3_slideMaster1.xml" /><Relationship Id="Via_ppt_notesMasters_dp3parallelv3_notesMaster1_xml" Type="http://schemas.openxmlformats.org/officeDocument/2006/relationships/notesMaster" Target="/ppt/notesMasters/dp3parallelv3_notesMaster1.xml" /><Relationship Id="Dp3ParallelV3Slide1" Type="http://schemas.openxmlformats.org/officeDocument/2006/relationships/slide" Target="/ppt/slides/slide1.xml" /><Relationship Id="Dp3ParallelV3Slide2" Type="http://schemas.openxmlformats.org/officeDocument/2006/relationships/slide" Target="/ppt/slides/slide2.xml" /><Relationship Id="Dp3ParallelV3Slide3" Type="http://schemas.openxmlformats.org/officeDocument/2006/relationships/slide" Target="/ppt/slides/slide3.xml" /><Relationship Id="Dp3ParallelV3Slide4" Type="http://schemas.openxmlformats.org/officeDocument/2006/relationships/slide" Target="/ppt/slides/slide4.xml" /><Relationship Id="Dp3ParallelV3Slide5" Type="http://schemas.openxmlformats.org/officeDocument/2006/relationships/slide" Target="/ppt/slides/slide5.xml" /><Relationship Id="Dp3ParallelV3Slide6" Type="http://schemas.openxmlformats.org/officeDocument/2006/relationships/slide" Target="/ppt/slides/slide6.xml" /><Relationship Id="Dp3ParallelV3Slide7" Type="http://schemas.openxmlformats.org/officeDocument/2006/relationships/slide" Target="/ppt/slides/slide7.xml" /><Relationship Id="Dp3ParallelV3Slide8" Type="http://schemas.openxmlformats.org/officeDocument/2006/relationships/slide" Target="/ppt/slides/slide8.xml" /><Relationship Id="Dp3ParallelV3Slide9" Type="http://schemas.openxmlformats.org/officeDocument/2006/relationships/slide" Target="/ppt/slides/slide109.xml" /><Relationship Id="Dp3ParallelV3Slide10" Type="http://schemas.openxmlformats.org/officeDocument/2006/relationships/slide" Target="/ppt/slides/slide110.xml" /><Relationship Id="Dp3ParallelV3Slide11" Type="http://schemas.openxmlformats.org/officeDocument/2006/relationships/slide" Target="/ppt/slides/slide111.xml" /><Relationship Id="Dp3ParallelV3Slide12" Type="http://schemas.openxmlformats.org/officeDocument/2006/relationships/slide" Target="/ppt/slides/slide112.xml" /><Relationship Id="Dp3ParallelV3Slide13" Type="http://schemas.openxmlformats.org/officeDocument/2006/relationships/slide" Target="/ppt/slides/slide113.xml" /><Relationship Id="Dp3ParallelV3Slide14" Type="http://schemas.openxmlformats.org/officeDocument/2006/relationships/slide" Target="/ppt/slides/slide13.xml" /><Relationship Id="Dp3ParallelV3Slide15" Type="http://schemas.openxmlformats.org/officeDocument/2006/relationships/slide" Target="/ppt/slides/slide14.xml" /><Relationship Id="Dp3ParallelV3Slide16" Type="http://schemas.openxmlformats.org/officeDocument/2006/relationships/slide" Target="/ppt/slides/slide15.xml" /><Relationship Id="Dp3ParallelV3Slide17" Type="http://schemas.openxmlformats.org/officeDocument/2006/relationships/slide" Target="/ppt/slides/slide16.xml" /></Relationships>
</file>

<file path=ppt/notesMasters/_rels/dp3parallelv3_notesMaster1.xml.rels><?xml version='1.0' encoding='utf-8'?>
<Relationships xmlns="http://schemas.openxmlformats.org/package/2006/relationships"><Relationship Type="http://schemas.openxmlformats.org/officeDocument/2006/relationships/theme" Target="/ppt/notesMasters/theme/dp3parallelv3_theme3.xml" Id="Rf5e6fe22e9024a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5d43cfdb0e4cd5" /></Relationships>
</file>

<file path=ppt/notesMasters/dp3parallelv3_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3" name="Date Placeholder"/>
          <p:cNvSpPr/>
          <p:nvPr>
            <p:ph type="dt" sz="quarter" idx="1"/>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4" name="Slide Image Placeholder"/>
          <p:cNvSpPr/>
          <p:nvPr>
            <p:ph type="sldImg" idx="2"/>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5" name="Notes Placeholder"/>
          <p:cNvSpPr/>
          <p:nvPr>
            <p:ph type="body" sz="quarter" idx="3"/>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6" name="Footer Placeholder"/>
          <p:cNvSpPr/>
          <p:nvPr>
            <p:ph type="ftr" sz="quarter" idx="4"/>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
        <p:nvSpPr>
          <p:cNvPr id="7" name="Slide Number Placeholder"/>
          <p:cNvSpPr/>
          <p:nvPr>
            <p:ph type="sldNum" sz="quarter" idx="5"/>
          </p:nvPr>
        </p:nvSpPr>
        <p:spPr>
          <a:prstGeom prst="rect">
            <a:avLst/>
          </a:prstGeom>
        </p:spPr>
        <p:txBody>
          <a:bodyPr/>
          <a:lstStyle/>
          <a:p>
            <a:pPr>
              <a:defRPr lang="ko-KR">
                <a:latin typeface="Calibri"/>
                <a:ea typeface="Calibri"/>
                <a:cs typeface="Calibri"/>
              </a:defRPr>
            </a:pPr>
            <a:endParaRPr lang="ko-KR">
              <a:latin typeface="Calibri"/>
              <a:ea typeface="Calibri"/>
              <a:cs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lang="ko-KR">
        <a:latin typeface="Calibri"/>
        <a:ea typeface="Calibri"/>
        <a:cs typeface="Calibri"/>
      </a:defRPr>
    </a:lvl1pPr>
  </p:notesStyle>
</p:notesMaster>
</file>

<file path=ppt/notesMasters/theme/dp3parallelv3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6f9f24abfc4f14" /><Relationship Type="http://schemas.openxmlformats.org/officeDocument/2006/relationships/notesMaster" Target="/ppt/notesMasters/notesMaster1.xml" Id="Refb0989b618245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1aa841d5f34655" /><Relationship Type="http://schemas.openxmlformats.org/officeDocument/2006/relationships/notesMaster" Target="/ppt/notesMasters/notesMaster1.xml" Id="R45200d1456ad43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ce025784034756" /><Relationship Type="http://schemas.openxmlformats.org/officeDocument/2006/relationships/notesMaster" Target="/ppt/notesMasters/notesMaster1.xml" Id="R1084708f268d4c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740c31ddf64b7e" /><Relationship Type="http://schemas.openxmlformats.org/officeDocument/2006/relationships/notesMaster" Target="/ppt/notesMasters/notesMaster1.xml" Id="R2784b2fa88bc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8b723306d4e53" /><Relationship Type="http://schemas.openxmlformats.org/officeDocument/2006/relationships/notesMaster" Target="/ppt/notesMasters/notesMaster1.xml" Id="R52250ae85348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6766fadc0e4010" /><Relationship Type="http://schemas.openxmlformats.org/officeDocument/2006/relationships/notesMaster" Target="/ppt/notesMasters/notesMaster1.xml" Id="R010d343c2e1349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9d1eeff2941f2" /><Relationship Type="http://schemas.openxmlformats.org/officeDocument/2006/relationships/notesMaster" Target="/ppt/notesMasters/notesMaster1.xml" Id="Rb6b29d59389142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6c150385744477" /><Relationship Type="http://schemas.openxmlformats.org/officeDocument/2006/relationships/notesMaster" Target="/ppt/notesMasters/notesMaster1.xml" Id="R7bdd5015667e48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8063962f44c55" /><Relationship Type="http://schemas.openxmlformats.org/officeDocument/2006/relationships/notesMaster" Target="/ppt/notesMasters/notesMaster1.xml" Id="R94ca7b3ea666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c981ffd7af491d" /><Relationship Type="http://schemas.openxmlformats.org/officeDocument/2006/relationships/notesMaster" Target="/ppt/notesMasters/notesMaster1.xml" Id="Rebefa658f4aa4f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52573963ff4546" /><Relationship Type="http://schemas.openxmlformats.org/officeDocument/2006/relationships/notesMaster" Target="/ppt/notesMasters/notesMaster1.xml" Id="Ra9f91cdbb07e4a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64ee858ac4dcb" /><Relationship Type="http://schemas.openxmlformats.org/officeDocument/2006/relationships/notesMaster" Target="/ppt/notesMasters/notesMaster1.xml" Id="R743704f8ef4b48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42ce33505f4269" /><Relationship Type="http://schemas.openxmlformats.org/officeDocument/2006/relationships/notesMaster" Target="/ppt/notesMasters/notesMaster1.xml" Id="R85f552786fae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1e521459c54515" /><Relationship Type="http://schemas.openxmlformats.org/officeDocument/2006/relationships/notesMaster" Target="/ppt/notesMasters/notesMaster1.xml" Id="R53d9d0e83c244a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6c178e8e204ffc" /><Relationship Type="http://schemas.openxmlformats.org/officeDocument/2006/relationships/notesMaster" Target="/ppt/notesMasters/notesMaster1.xml" Id="R4a69a9fa9cfd45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d56c467d5b4e43" /><Relationship Type="http://schemas.openxmlformats.org/officeDocument/2006/relationships/notesMaster" Target="/ppt/notesMasters/notesMaster1.xml" Id="R3366736aa76b461b" /></Relationships>
</file>

<file path=ppt/notesSlides/_rels/notesSlide109.xml.rels><?xml version='1.0' encoding='utf-8'?>
<Relationships xmlns="http://schemas.openxmlformats.org/package/2006/relationships"><Relationship Type="http://schemas.openxmlformats.org/officeDocument/2006/relationships/slide" Target="/ppt/slides/slide109.xml" Id="R68c1604c472d46dd" /><Relationship Type="http://schemas.openxmlformats.org/officeDocument/2006/relationships/notesMaster" Target="/ppt/notesMasters/dp3parallelv3_notesMaster1.xml" Id="R19da1e01065442fd" /></Relationships>
</file>

<file path=ppt/notesSlides/_rels/notesSlide110.xml.rels><?xml version='1.0' encoding='utf-8'?>
<Relationships xmlns="http://schemas.openxmlformats.org/package/2006/relationships"><Relationship Type="http://schemas.openxmlformats.org/officeDocument/2006/relationships/slide" Target="/ppt/slides/slide110.xml" Id="R7162c349a73340e3" /><Relationship Type="http://schemas.openxmlformats.org/officeDocument/2006/relationships/notesMaster" Target="/ppt/notesMasters/dp3parallelv3_notesMaster1.xml" Id="R38b333795af7440c" /></Relationships>
</file>

<file path=ppt/notesSlides/_rels/notesSlide111.xml.rels><?xml version='1.0' encoding='utf-8'?>
<Relationships xmlns="http://schemas.openxmlformats.org/package/2006/relationships"><Relationship Type="http://schemas.openxmlformats.org/officeDocument/2006/relationships/slide" Target="/ppt/slides/slide111.xml" Id="R3945b942d33a4844" /><Relationship Type="http://schemas.openxmlformats.org/officeDocument/2006/relationships/notesMaster" Target="/ppt/notesMasters/dp3parallelv3_notesMaster1.xml" Id="Rfb5b3edcb89d478e" /></Relationships>
</file>

<file path=ppt/notesSlides/_rels/notesSlide112.xml.rels><?xml version='1.0' encoding='utf-8'?>
<Relationships xmlns="http://schemas.openxmlformats.org/package/2006/relationships"><Relationship Type="http://schemas.openxmlformats.org/officeDocument/2006/relationships/slide" Target="/ppt/slides/slide112.xml" Id="R79cce599c124424d" /><Relationship Type="http://schemas.openxmlformats.org/officeDocument/2006/relationships/notesMaster" Target="/ppt/notesMasters/dp3parallelv3_notesMaster1.xml" Id="R3b2c04979a164ca1" /></Relationships>
</file>

<file path=ppt/notesSlides/_rels/notesSlide113.xml.rels><?xml version='1.0' encoding='utf-8'?>
<Relationships xmlns="http://schemas.openxmlformats.org/package/2006/relationships"><Relationship Type="http://schemas.openxmlformats.org/officeDocument/2006/relationships/slide" Target="/ppt/slides/slide113.xml" Id="R245266eda05744b5" /><Relationship Type="http://schemas.openxmlformats.org/officeDocument/2006/relationships/notesMaster" Target="/ppt/notesMasters/dp3parallelv3_notesMaster1.xml" Id="R84cfe53039cc45c8"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큰 장면은 설계 문제를 설명하는 예시이며 측정 사례의 재현이나 수치 결과가 아니다. 가격/납기 예시는 읽기와 정정 문제를 명확히 하기 위한 시각화다. 원본과 실제 전달 기록은 세 안 모두 보존한다. 과거에 설명하도록 준비했으나 전달하지 않은 내용은 실제 설명 근거가 아니다. 현재 판본과 권한 확인은 공통 필수 조건이다. 이 DP는 지칭의 화면/음성 정렬이나 Downstream Agent 내부 업무 계획을 선택하지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 /Users/changbae/Workspace/via-sw-architecture/docs/architecture/12-decisions/decision-packages/seven-problem-review/01-evidence-supply.md §1~6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사용자 제공 DP3/DP4 배경 이미지. 모든 설명 도형과 문서는 편집 가능한 native shape다.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구조도는 소프트웨어 Component 경계와 내부 처리 책임을 구분한다. 정식 Module명이 정의되지 않은 처리에는 새 Module 이름을 만들지 않았다. 굵은 외곽선과 제목은 Component, 내부 흰 상자는 처리 책임, 원통은 데이터다. 같은 Component가 처리 순서에 따라 반복 표시되어도 별도 인스턴스/프로세스/모델 복제를 뜻하지 않는다. C의 독립 생산과 요청별 조회는 Context Manager 소속이며 problem01-C-detail.drawio에 명시된 책임을 따른다. 허용 원본은 원래 소유자의 기록이고 Context Manager 소유 DB로 바뀌지 않는다. 선은 논리적인 처리와 근거 전달이며 실제 읽기/채택 제어는 Request Controller가 중재한다.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장은 비교 장의 같은 표와 B/C 내용을 유지한다. 기본 A 선택은 동일 자료의 후속 재사용 조건의 권고다. A2는 정정3회 별도 비교21.822→21.433초, 원본읽기12→9, 모델호출12→12이며 큰 성능 개선으로 채택하지 않았다. 13.617→21.433으로 연결하지 않는다. QA01공통 첫안내는4쪽에두며A2와결합하지않았다.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추가 설계 근거: /Users/changbae/Workspace/via-sw-architecture/docs/architecture/12-decisions/decision-packages/seven-problem-review/diagrams/problem01-C-detail.drawio</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구조와 소유권은 01-evidence-supply.md를 따른다. 작업 문맥과 게시 근거는 데이터이며 새 최상위 Component를 뜻하지 않는다. Context Manager는 허용 근거 구성과 파생 자료 사용, Request Interpreter는 현재 의미 제안, Request Controller는 현재 revision에서의 채택을 맡는다. 그림은 근거 공급 구간의 확대도이며 공통 원본 owner와 Model Access, Policy Manager, State Store, Response Manager 등은 생략했다. 요청 채택은 실제 상세 응답 완료와 다르다. 모든 대안에 원본 보존, 현재 판본/권한 검사, 부족분 원문 보완이 필요하다. C 생산자는 확정 원본 변경에서 관계를 생산하며 자유문 해석 때 조건부 모델을 호출한다. 게시 근거는 파생값이고 미래 요청의 정답을 미리 알지 못한다.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A/B는 작업 문맥 수명 축, B/C는 별도 생산 책임 축이다. A+C도 조합 가능하나 미실험이다.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기본안은 각 4개 작성 사례×3회=12episode, 36입력/목표다. 시간은 실제 관측된 endpoint 평균이며 B QA03은 35/36이다. A/B 둘 다 종료된 같은 35목표에서는 QA03 A13.730/B14.242초다. A/B QA01 차이 0.342초는 우열 미확정이며 구조적 동점으로 취급하지 않는다. 첫 호출의 입력과 완료/조회 분기가 다르다. 본문 조건 충족은 A30/36, B30/36, C34/36의 별도 저자 진단으로 QA02와 다르다. C 사전 생산 33호출 비용 $0.0729348이 전체 비용에 포함된다. QA04는 별도 네 Rust 변경 과제의 평균이다. QA06은 Python harness와 Rust의 동시 로컬 RSS이며 원격 모델 weights/KV나 제품 UI를 포함하지 않는다. 원격 qwen3.7-plus-2026-05-26을 사용한 작성 사례의 제한된 PoC이고 실제 제품/on-device Omni 성능으로 일반화하지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/Users/changbae/Workspace/via-sw-architecture/docs/architecture/12-decisions/decision-packages/seven-problem-review/01-evidence-supply.md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참조: 첨부 23-DP04방안.png, 24-DP04채택.png, 18-DP02채택.png. 대안 3개를 보존하기 위해 두 열을 세 열로 확장했다.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선택은 후속 근거 재사용 조건의 발표상 권고이며 accepted ADR을 변경하지 않는다. QA01의 A/B 구조 우열은 미확정이다. A2는 정정 사례에서 재조회 감소만 확인했으며 주요 성능 보완으로 채택하지 않았다.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A2 비교는 정정 E3×3회이며 기본A 대비 A2의 QA03은21.822→21.433초, 원문읽기12→9, 모델호출12→12, 비용0.0148424→0.0145860USD, 본문3/6동일이다. 전체 A대C 비교를 다시 수행하지 않았으므로 C와의 격차 해소로 확대하지 않는다. 필수14KB hard-cap 수정은 선택적 tactic의 효과가 아니다. A3 작은 보존 예산은 기본 적용 보류다.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공통 첫 채택 안내는 E3 ABC×2정책×3회=18episode의 별도 실험이다. 여기서는 A만 확대해 표시한다. A QA01은7.092→1.905초, QA03은21.508→23.118초, 호출12→18, 비용0.0146552→0.0157364USD. B QA01은6.724→1.829, C는17.730→2.322초다. 이 정책은 A 독점의 장점이 아니며 A/B 순위 역전을 입증하지 않는다. 각 안/정책의 첫 응답·host종료·QA02는6/6, 본문은A/B3/6,C6/6이다. 유지 view가 없거나 정정으로 무효화되어 A재사용을 시험하지 않는다. A/B의 첫 입력은12개 짝비교에서 같다. C사전생산은정책별독립실행이라 순수정책효과와구분한다. 첫안내는실제source와처리의도채택이며완료선언이아니다. 실제내부intent라벨이노출된callback proxy이며다듬은제품UI문구의실측이아니다. A2와공통첫안내는별도실험이고결합효과는미측정이다.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수치 출처: /Users/changbae/Workspace/via-sw-architecture/docs/architecture/12-decisions/decision-packages/seven-problem-review/17-presentation-results.md §3</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/Users/changbae/Workspace/via-sw-architecture/results/architecture-evaluation/current/four-dp-presentation-20261019/dp01/presentation-report.md</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정량 시간축이 아닌 사건 순서의 개념도다. 긴 막대는 VIA 모델/읽기 step이며 외부 Agent 업무 대기가 아니다. 새 독립 질문이 현재 step 중 도착하는 S2/E2 상황을 단순화했다. 입력이 도착한다고 즉시 의미 관계가 확정되는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 기본 도식의 입력 복사는 측정 후보의 실제 불변 input/source/wire 복제 경로를 나타낸다. B 구조 자체가 전체 대화를 무조건 복제해야 한다는 주장은 아니다. 그림은 의미 실행 구간의 확대도이며 공통 Context Manager와 Model Access, 응답 전달 Components는 생략한다. A는 하나의 대화 실행과 유지 문맥을 순환 구조로 표현했다. B는 입력/실행 대응과 개별 반환 검증을 Request Controller에, 공통 대화와 R1/R2의 논리 실행/잠정 문맥을 Request Interpreter에 배치했다. 각 실행의 반환은 개별 경로이며 모든 실행 완료를 기다리는 join 장벽이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DP2는 후속 입력의 의미 판단 실행 구조다. A는 현재 모델/읽기 step 경계에서 새 입력을 같은 대화 실행에 반영한다. 앞선 요청 전체나 외부 Agent 업무 완료까지 기다리는 구조가 아니다. B는 Request Interpreter의 공통 대화 해석과 요청별 논리 실행을 분리한다. 짧은 답은 공통 경로에서 직접 가능하며 모든 입력에 router+worker 두 호출을 강제하지 않는다. 논리 실행은 Component, OS process, 모델 복제를 뜻하지 않는다. 두 안은 동일 Context Manager 근거 정책과 Model Access 호출 한도를 쓴다. Request Controller가 input/revision/실행 대응, 현재성 검증과 채택을 맡는다. Response Manager가 응답 준비와 게시 원장, Interaction Manager가 실제 표시, Task Manager가 외부 Task 사실을 소유한다.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기본값은 2026-10-19 발표 캠페인의 기존 실제 원격 모델 PoC다. 안별 4개 작성 사례×3회=12episode, QA01 30개 예정 입력/통지와 QA03 24개 예정 목표는 다르다. 시간 괄호는 관측/예정이며 A QA03 23/24의 누락을 삭제하거나 벌점으로 대체하지 않는다. QA02는 지칭 집합으로 이 비교에서 N/A이며 N-R 요청 관계 진단은 별도다. QA04는 별도 네 Rust 변경 과제 평균. QA05는 12episode의 전체 usage에 입력$0.40/M·출력$1.60/M 고정 단가를 적용한 비용 합. QA06은 같은 시각 Python harness+Rust RSS 최고이며 제품 UI·원격 모델 weights/KV를 제외한다. N-R은 A27/27, B26/27이고 B는 불필요한 메일 Task 메타데이터를 추가했다. 실제 잘못된 메일 발송은 없었다. 전체 제품/on-device Omni 결과나 승인된 ADR로 확대하지 않는다. 새로운 공통9 평가 준비와 부분 조건 진단을 이 결과에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B1은 별도 순서 제어 응답 재생이다. N=1/2/4마다 안별12회, 전체72회. 새 API 0회, 기존 응답686개 재생. source 약7.5KB, padding 없음. 불변 input/source와 wire payload 공유/빌린 직렬화만 바꾸고 요청별 mutable 상태, revision, 대화 snapshot과 복구를 유지한다. 결과와 callback72/72, 실제 model 입력/instruction/max_tokens168/168 session 동일. 재생 순서를 보정한 strict-control-v2 정본을 사용한다. QA06 최고와 trial peak 평균, 요청 할당 byte를 구분한다. B1의 새 QA01/03나 모델 비용 개선은 미측정이며 N-R 오류도 그대로 보존했다. 실제 기본46.170MB와 별도 재생31.867MB를 전후로 연결하지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내용 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/Users/changbae/Workspace/via-sw-architecture/docs/architecture/12-decisions/decision-packages/seven-problem-review/02-interpretation-execution.md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/Users/changbae/Workspace/via-sw-architecture/docs/architecture/12-decisions/decision-packages/seven-problem-review/15-corrected-poc-results.md §DP02</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§2~4</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/Users/changbae/Workspace/via-sw-architecture/results/architecture-evaluation/current/four-dp-presentation-20261019/dp02/strict-control-v2/report.md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출처: DP1 v3 및 사용자 첨부 23-DP04방안, 24-DP04채택, 18-DP02채택.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K=2/K=1 조건표는 각 같은 사례의 3회 평균이며 K=2는 첫 응답, K=1은 후속 목표 완료로 지표가 다르므로 행 간 직접 속도 비교를 하지 않는다. 각 N별 최고 RSS는 해당 안12회 중 최고 동시 Python+Rust 값이다. N=4 실제값32.325632→31.866880MB, N=1 30.097408→30.294016MB. 감소/증가는 반올림 전 값으로 계산해0.459/0.197MB로 표시한다. N=2 감소0.294912MB. 요청 할당 peak 평균은573372.3→365412.7byte이며 RSS와 같은 지표가 아니다. 전송 payload snapshot동등성을 확인했지만 새로운 모델 정확도나 원격 latency를 측정한 것은 아니다.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현재 권고는 정규화 기본 A이며 추가 tactic 없음. 선택장과12쪽의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/Users/changbae/Workspace/via-sw-architecture/docs/architecture/12-decisions/decision-packages/seven-problem-review/04-screen-speech-grounding.md §4~6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§2,5</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/Users/changbae/Workspace/via-sw-architecture/results/architecture-evaluation/current/four-dp-presentation-20261019/dp04/normalized-comparison.md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/Users/changbae/Workspace/via-sw-architecture/results/architecture-evaluation/current/four-dp-presentation-20261019/dp04/comparison.md</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12쪽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도식으로 실제 외부 상용 Agent 수행 화면이 아니다. 조건 예시는 C1 근거의 가격 동률 전제를 설명하며 빨간 전달 예는 의미 손실을 보여주는 설명 문구다. 실제 모든 출력이 이 문구와 동일했다고 주장하지 않는다. Agent의 비공개 상태가 아닌 공개 자료와 채택 조건을 인계한다.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선택 전후는 같은 표와 같은 A/B구조다. C의 보완은 상세선택을 VIA로 되돌리지 않고 조건 원문만 인계에 붙인다. C1 상자는 논리적 추가 기능을 표시한다. 실제 사전읽기는 다음 위임 목적을 알기 전에 일어나며 현재 명세구성 뒤에 새 동기읽기를 강제한다는 뜻이 아니다. 정확한 시점은17쪽에 표시했다. Request Controller의 admission은 Task Manager/Agent Gateway 전송 시 재검증하며 topbox가 자료검증 전에 최종전송을 허가한다는 뜻이 아니다. B 공개사건은 원본owner에서 오는 갱신 신호이며 위임요청과 별개의 트리거다.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발표 DP4는 저장소05 Agent 간 업무 인계다. 17-presentation-results.md §2·6의 완료된 발표 캠페인을 사용한다. 05 설계 본문의 초기 A 권고보다 최신 조건부 C 권고를 따른다. 새 common9의 준비·부분 측정/QA04를 이 완료 캠페인에 섞지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구조: A는 실제 위임 목적별 자료 구성, B는 공개 사건에서 source-backed 업무 설명/관계를 생산하여 지속 record로 재사용, C는 필수 목표/조건/제외/수행 범위는 VIA가 명시하고 상세 범위 선택을 실제 READ 지원 수신자에게 맡긴다. A/B에도 유효 artifact 참조와 기확보 원문 재사용을 허용한다. B+C는 별도 구조 조합으로 가능하다. Agent 비공개 추론/memory 이동을 가정하지 않는다. Context Manager는 자료 후보·파생 기록·자료 제공을 담당한다. Request Controller는 현재 목표/조건과 전송 admission, Task Manager는 Agent Command, Agent Gateway는 실제 전송/capability/수신 사실을 소유한다. 원본 권위는 입력/정정 Request Controller, 실제 전달 Response Manager, 현재 업무/공개 결과 Task Manager에 유지한다. 내부 작은 상자는 한국어 기능 책임이며 새 정식 Component/프로세스/모델이 아니다. 필요한 의미 가공만 Model Access를 사용한다.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A/B/C는 각4작성사례×3회=12episode, 전체36회. QA01 actual callback proxy의 관측/예정, QA03 host 종료의 관측/예정을 표시한다. QA02 지칭 집합 N/A. QA03은 수신자 Qwen HTTP 구간 합집합을 제외한 VIA 귀속 시간이며 전체경과를 따로 기록한다. QA04는 당시 네 Rust 변경 과제 평균이다. QA05는12episode 모델 고정단가 합계로 수신자 비용과 B 준비51호출을 포함한다. QA06은 동시 Python+Rust 최고 RSS이며 cloud weights/KV/제품 전체RAM은 제외한다. QA01 공통20callback A4.307/B4.409/C4.327초, 입력 경로가 달라 구조적 동점도 아니고 작은 차이의 우열도 미확정이다. 같은16완료목표 QA03 A10.565/B12.299/C4.213초, 전체경과31.372/31.406/23.532초. 원래21분모의 완료20/19/19를 대체하지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C1은 C의 상대적 QA 열세가 입증돼서 추가한 것이 아니라 필수 조건 본문 누락 위험의 보완이다. 양쪽 같은 condition_source_refs가 있고 C1만 다음 위임 목적을 알기 전에 기채택 조건의 provenance 원문1~2행을 읽어 최초 인계에 붙인다. 조건 출처를 새로 만드는 upstream 비용은 미측정이다. 첫 해석 호출에는 C1 원문을 넣지 않는다. 별도 E3×3회 각9인계의 전후이며 기본전체 C값과 연결하지 않는다. 본문 저자대조4/9→9/9와 자동literal4/9→7/9, N-H9/9→9/9, QA02 N/A는 서로 다른 관측이다. 독립 검토는 실제 메일6개에 한정됐다. C의 미표시1건은 fact15개가 프롬프트에 안내되지 않은 host상한14를 넘긴 수량계약 불일치다. 원문 부족이나 의미오답으로 재분류하지 않는다. 첫callback9/9는 올바른내용9/9를 뜻하지 않으며 C 첫안내 조건오류1건을 보존한다.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C1 비용 감소는 C복구1호출을 포함한 관측이다. 그것을 제외하면 .0365256→.0376028로 증가하며, 같은8완료목표 전체경과30.532→31.519초로 늘었다. RSS감소를 인과적으로 C1 메모리최적화라 주장하지 않는다. 원문읽기20→21회, 수신자조건읽기2→0과 사전읽기3, 첨부상태323byte. C2cache는 전체serving이7.602→8.784ms로 늘어 기본보류이고 C1+C2미실행이다.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/Users/changbae/Workspace/via-sw-architecture/docs/architecture/12-decisions/decision-packages/seven-problem-review/05-agent-handoff.md §3~6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/Users/changbae/Workspace/via-sw-architecture/docs/architecture/12-decisions/decision-packages/seven-problem-review/17-presentation-results.md §2,6</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/Users/changbae/Workspace/via-sw-architecture/results/architecture-evaluation/current/four-dp-presentation-20261019/dp05/fresh-summary.json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/Users/changbae/Workspace/via-sw-architecture/results/architecture-evaluation/current/four-dp-presentation-20261019/dp05/mechanism-breakdown.json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/Users/changbae/Workspace/via-sw-architecture/results/architecture-evaluation/current/four-dp-presentation-20261019/dp05/content-review.json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/Users/changbae/Workspace/via-sw-architecture/results/architecture-evaluation/current/four-dp-presentation-20261019/dp05/prefix-review.json</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스타일: DP2 v2·DP3 네 장, 사용자 레퍼런스18-DP02채택,23-DP04방안,24-DP04채택.</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17쪽의 before/after는 PREFETCH_TACTIC E3 각3episode만 사용한다. QA03 모든관측 평균은8/9와9/9이며 공통8의 VIA시간4.302→4.284초를 별도로 보존한다. 공통8전체경과30.532→31.519초와 전체모델비용을 함께 보고한다. C1 whole9전체경과31.614초를공통8값으로 혼용하지 않는다. 수신자조건읽기2→0이나 전체읽기20→21로 증가한다. source-read 요청1848byte, 로컬구간합계.201ms, 첨부상태최대직렬화323byte. C의 미표시1은fact상한계약문제이며 C1의원문만으로실패가원인적으로해결됐다고하지않는다.</a:t>
            </a:r>
            <a:endParaRPr lang="ko-KR">
              <a:latin typeface="Calibri"/>
              <a:ea typeface="Calibri"/>
              <a:cs typeface="Calibri"/>
            </a:endParaRPr>
          </a:p>
          <a:p>
            <a:pPr>
              <a:defRPr lang="ko-KR">
                <a:latin typeface="Calibri"/>
                <a:ea typeface="Calibri"/>
                <a:cs typeface="Calibri"/>
              </a:defRPr>
            </a:pPr>
            <a:br>
              <a:rPr lang="ko-KR">
                <a:latin typeface="Calibri"/>
                <a:ea typeface="Calibri"/>
                <a:cs typeface="Calibri"/>
              </a:rPr>
            </a:br>
            <a:r>
              <a:rPr lang="ko-KR">
                <a:latin typeface="Calibri"/>
                <a:ea typeface="Calibri"/>
                <a:cs typeface="Calibri"/>
              </a:rPr>
              <a:t>통합 발표 용어: QA01 첫 응답 지연시간(관측 callback 평균), QA02 지칭 집합 정확도(정답/예정), QA03 VIA 처리시간, QA04 변경 Rust 모듈 수(별도 변경 과제 평균), QA05 해당 실험 전체 모델 비용(고정 단가 USD 합계), QA06 로컬 Python+Rust 최고 동시 RSS(MB). 시간의 괄호는 관측/예정이다. QA05의 미확정 사용량은 해당 장에서 별도 공개한다. N/A, 미측정, 미실행, 미관측, 보류와 우열 미확정은 서로 다른 상태다.</a:t>
            </a:r>
            <a:br>
              <a:rPr lang="ko-KR">
                <a:latin typeface="Calibri"/>
                <a:ea typeface="Calibri"/>
                <a:cs typeface="Calibri"/>
              </a:rPr>
            </a:br>
            <a:r>
              <a:rPr lang="ko-KR">
                <a:latin typeface="Calibri"/>
                <a:ea typeface="Calibri"/>
                <a:cs typeface="Calibri"/>
              </a:rPr>
              <a:t>발표 DP1/2/3/4는 저장소01/02/04/05에 대응한다. DP별 실험 모집단이 달라 DP 간 초 단위 순위나 절감량 합계를 만들지 않는다. DP1-A2, DP2-B1, DP3-A2+A5, DP4-C1은 각각 별개 보완이다. 네 선택과 모든 보완을 합친 실행 구성은 미실행이며 이번 통합은 자료 편집이다.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0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이 장면은 VIA에만 존재하는 문제라는 주장이 아니다. 연속 음성·화면 상호작용과 Agent 위임을 제품 책임으로 가진 VIA에서 결합되어 중요한 문제라는 설명이다. 입력 기록과 시간 대응만으로 지칭 의도를 확정하지 않는다. 근거 부족과 실제 모호함은 보존하고 필요한 확인을 수행한다.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사용자 정정으로 독립 병렬 생산을 기본 설계에 포함했다. 과거 결과의 수치, 분모, 실패와 당시 조건부 A 판단은 역사로 보존한다. 새 병렬 기본 B와의 우열은 미확정이다. B4 pixel 수치는 공통 정규화 조건과 다르므로 합치지 않는다. K=1은 병렬 이익 제한 조건이며 K&gt;=2에서의 기본 독립 실행을 대체하는 설계 선택 이유가 아니다. 기존 48회 A/B/A2+A5/B4 중 여기서는 B/B4 각각12episode의 값만 표시했다. 정규화 각12episode와 분모를 혼합하지 않는다.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notesSlides/notesSlide1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pPr>
              <a:defRPr lang="ko-KR">
                <a:latin typeface="Calibri"/>
                <a:ea typeface="Calibri"/>
                <a:cs typeface="Calibri"/>
              </a:defRPr>
            </a:pPr>
            <a:r>
              <a:rPr lang="ko-KR">
                <a:latin typeface="Calibri"/>
                <a:ea typeface="Calibri"/>
                <a:cs typeface="Calibri"/>
              </a:rPr>
              <a:t>2026-10-19 사용자 정정 반영. 화면 생산과 발화 생산은 서로의 최초 결과를 소비하지 않는다. 현재 설계 기본 B는 공통 Model Access 호출 한도 K가 허용하면 독립 생산을 병렬 실행하며 둘 다 준비된 뒤 결합한다. K=1 또는 실제 자원 경쟁은 공통 제약으로 공개하며 A/B에 같은 한도를 적용한다. 이전 B4 표기는 과거 pixel 캠페인의 병렬 구성 식별자로 보존한다. 기존 정규화 B는 순차 실행 이력으로만 사용한다. 정규화 병렬 기본 B의 새 실행은 하지 않았으며 최종 A/B 선택을 이 판본에서 확정하지 않는다. 모듈 분리는 별도 모델 가중치나 프로세스 배치를 의미하지 않는다. 현재 input/source/후보 revision 검증, unknown/경쟁 후보와 원본 보존, 원 생산자의 범위 확장 및 공통 최종 채택은 양쪽 기능 계약을 유지한다. 기본 A의 전체 집합 재판단과 영향 표현 patch 보완, 기본 B의 판단 안 후보 재사용과 revision 사이 cache 보완을 구별한다. 기존 수치와 실패는 재채점하거나 병렬 실행값으로 전환하지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출처: 원래 16장 v2-windows PPTX, seven-problem-review/04-screen-speech-grounding.md 및 17-presentation-results.md의 기존 발표 캠페인, dp04/normalized-comparison.md와 comparison.md, normalized_candidate/src/dp04.rs와 dp04/producers.rs. 새 common9 등 다른 캠페인의 수치와 결론은 합치지 않는다.</a:t>
            </a:r>
            <a:endParaRPr lang="ko-KR">
              <a:latin typeface="Calibri"/>
              <a:ea typeface="Calibri"/>
              <a:cs typeface="Calibri"/>
            </a:endParaRPr>
          </a:p>
          <a:p>
            <a:pPr>
              <a:defRPr lang="ko-KR">
                <a:latin typeface="Calibri"/>
                <a:ea typeface="Calibri"/>
                <a:cs typeface="Calibri"/>
              </a:defRPr>
            </a:pPr>
            <a:r>
              <a:rPr lang="ko-KR">
                <a:latin typeface="Calibri"/>
                <a:ea typeface="Calibri"/>
                <a:cs typeface="Calibri"/>
              </a:rPr>
              <a:t>13쪽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endParaRPr lang="ko-KR">
              <a:latin typeface="Calibri"/>
              <a:ea typeface="Calibri"/>
              <a:cs typeface="Calibri"/>
            </a:endParaRPr>
          </a:p>
        </p:txBody>
      </p:sp>
      <p:sp>
        <p:nvSpPr>
          <p:cNvPr id="4" name="Slide Number Placeholder 3"/>
          <p:cNvSpPr>
            <a:spLocks noGrp="1"/>
          </p:cNvSpPr>
          <p:nvPr>
            <p:ph type="sldNum" idx="5"/>
          </p:nvPr>
        </p:nvSpPr>
        <p:spPr/>
        <p:txBody>
          <a:bodyPr/>
          <a:lstStyle/>
          <a:p>
            <a:pPr>
              <a:defRPr lang="ko-KR">
                <a:latin typeface="Calibri"/>
                <a:ea typeface="Calibri"/>
                <a:cs typeface="Calibri"/>
              </a:defRPr>
            </a:pPr>
            <a:endParaRPr lang="ko-KR">
              <a:latin typeface="Calibri"/>
              <a:ea typeface="Calibri"/>
              <a:cs typeface="Calibri"/>
            </a:endParaRPr>
          </a:p>
        </p:txBody>
      </p:sp>
    </p:spTree>
  </p:cSld>
  <p:clrMapOvr>
    <a:masterClrMapping/>
  </p:clrMapOvr>
</p:notes>
</file>

<file path=ppt/slideLayouts/_rels/dp3parallelv3_slideLayout1.xml.rels><?xml version='1.0' encoding='utf-8'?>
<Relationships xmlns="http://schemas.openxmlformats.org/package/2006/relationships"><Relationship Type="http://schemas.openxmlformats.org/officeDocument/2006/relationships/slideMaster" Target="/ppt/slideMasters/dp3parallelv3_slideMaster1.xml" Id="R2f0b557cb697400d" /></Relationships>
</file>

<file path=ppt/slideLayouts/_rels/dp3parallelv3_slideLayout2.xml.rels><?xml version='1.0' encoding='utf-8'?>
<Relationships xmlns="http://schemas.openxmlformats.org/package/2006/relationships"><Relationship Type="http://schemas.openxmlformats.org/officeDocument/2006/relationships/slideMaster" Target="/ppt/slideMasters/dp3parallelv3_slideMaster1.xml" Id="Re20c3d13cd594e87" /></Relationships>
</file>

<file path=ppt/slideLayouts/_rels/dp3parallelv3_slideLayout3.xml.rels><?xml version='1.0' encoding='utf-8'?>
<Relationships xmlns="http://schemas.openxmlformats.org/package/2006/relationships"><Relationship Type="http://schemas.openxmlformats.org/officeDocument/2006/relationships/slideMaster" Target="/ppt/slideMasters/dp3parallelv3_slideMaster1.xml" Id="Rd0b03f105dfb40ec" /></Relationships>
</file>

<file path=ppt/slideLayouts/_rels/dp3parallelv3_slideLayout4.xml.rels><?xml version='1.0' encoding='utf-8'?>
<Relationships xmlns="http://schemas.openxmlformats.org/package/2006/relationships"><Relationship Type="http://schemas.openxmlformats.org/officeDocument/2006/relationships/slideMaster" Target="/ppt/slideMasters/dp3parallelv3_slideMaster1.xml" Id="R5dd5db9c35e54337" /></Relationships>
</file>

<file path=ppt/slideLayouts/_rels/dp3parallelv3_slideLayout5.xml.rels><?xml version='1.0' encoding='utf-8'?>
<Relationships xmlns="http://schemas.openxmlformats.org/package/2006/relationships"><Relationship Type="http://schemas.openxmlformats.org/officeDocument/2006/relationships/slideMaster" Target="/ppt/slideMasters/dp3parallelv3_slideMaster1.xml" Id="Rc9baa0ba198c440e" /></Relationships>
</file>

<file path=ppt/slideLayouts/_rels/dp3parallelv3_slideLayout6.xml.rels><?xml version='1.0' encoding='utf-8'?>
<Relationships xmlns="http://schemas.openxmlformats.org/package/2006/relationships"><Relationship Type="http://schemas.openxmlformats.org/officeDocument/2006/relationships/slideMaster" Target="/ppt/slideMasters/dp3parallelv3_slideMaster1.xml" Id="R861a0756ec4f45e3"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4acf7f85e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cf360c7f24b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f272674e8745a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551c1ebafb41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77a09111c45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5242b919db402f" /></Relationships>
</file>

<file path=ppt/slideLayouts/dp3parallelv3_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A377936-C0B5-4E2D-AD9C-F2160AA65042}"/>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6241B910-CBBF-4240-8059-54B53C283E62}"/>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DC684C3C-B67C-4C34-89FB-4620B42250AF}"/>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59F3F5E9-F787-4980-963B-995D0B4EA041}"/>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9085CA5E-1C97-4A51-BCB1-2D877482A27A}"/>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D477E929-7417-4624-8AAD-490AFB08FA3D}"/>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5680DF5B-9BCD-4D87-8631-882BE4D367BE}"/>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714968A1-4271-4304-BDB5-6716A115250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45712330-6FB5-4005-9A0E-3D791B76CBBC}"/>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41C199FB-77DD-44FD-B303-DFB829B4D4DF}"/>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dp3parallelv3_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Layouts/slideLayout1.xml><?xml version="1.0" encoding="utf-8"?>
<p:sldLayout xmlns:a="http://schemas.openxmlformats.org/drawingml/2006/main" xmlns:ns2="http://schemas.microsoft.com/office/drawing/2014/main" xmlns:p="http://schemas.openxmlformats.org/presentationml/2006/main" type="title">
  <p:cSld name="Title Slide">
    <p:spTree>
      <p:nvGrpSpPr>
        <p:cNvPr id="1" name=""/>
        <p:cNvGrpSpPr/>
        <p:nvPr/>
      </p:nvGrpSpPr>
      <p:grpSpPr>
        <a:xfrm/>
      </p:grpSpPr>
      <p:sp>
        <p:nvSpPr>
          <p:cNvPr id="3" name="Title">
            <a:extLst>
              <a:ext uri="{FF2B5EF4-FFF2-40B4-BE49-F238E27FC236}">
                <ns2:creationId id="{D8B088F5-1F1C-4F38-A9D3-269F347CD2FC}"/>
              </a:ext>
            </a:extLst>
          </p:cNvPr>
          <p:cNvSpPr>
            <a:spLocks noGrp="1"/>
          </p:cNvSpPr>
          <p:nvPr>
            <p:ph type="title" idx="0"/>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lang="ko-KR">
                <a:solidFill>
                  <a:schemeClr val="tx1"/>
                </a:solidFill>
                <a:latin typeface="Calibri"/>
                <a:ea typeface="Calibri"/>
                <a:cs typeface="Calibri"/>
              </a:defRPr>
            </a:defPPr>
            <a:lvl1pPr marL="0" indent="0" algn="ctr">
              <a:lnSpc>
                <a:spcPct val="110000"/>
              </a:lnSpc>
              <a:spcBef>
                <a:spcPts val="0"/>
              </a:spcBef>
              <a:spcAft>
                <a:spcPts val="0"/>
              </a:spcAft>
              <a:buNone/>
              <a:defRPr sz="7200" b="1" lang="ko-KR">
                <a:solidFill>
                  <a:schemeClr val="tx1"/>
                </a:solidFill>
                <a:latin typeface="Calibri"/>
                <a:ea typeface="Calibri"/>
                <a:cs typeface="Calibri"/>
              </a:defRPr>
            </a:lvl1pPr>
            <a:lvl2pPr marL="0" indent="0" algn="ctr">
              <a:lnSpc>
                <a:spcPct val="110000"/>
              </a:lnSpc>
              <a:spcBef>
                <a:spcPts val="0"/>
              </a:spcBef>
              <a:spcAft>
                <a:spcPts val="0"/>
              </a:spcAft>
              <a:buNone/>
              <a:defRPr sz="7200" b="1" lang="ko-KR">
                <a:solidFill>
                  <a:schemeClr val="tx1"/>
                </a:solidFill>
                <a:latin typeface="Calibri"/>
                <a:ea typeface="Calibri"/>
                <a:cs typeface="Calibri"/>
              </a:defRPr>
            </a:lvl2pPr>
            <a:lvl3pPr marL="0" indent="0" algn="ctr">
              <a:lnSpc>
                <a:spcPct val="110000"/>
              </a:lnSpc>
              <a:spcBef>
                <a:spcPts val="0"/>
              </a:spcBef>
              <a:spcAft>
                <a:spcPts val="0"/>
              </a:spcAft>
              <a:buNone/>
              <a:defRPr sz="7200" b="1" lang="ko-KR">
                <a:solidFill>
                  <a:schemeClr val="tx1"/>
                </a:solidFill>
                <a:latin typeface="Calibri"/>
                <a:ea typeface="Calibri"/>
                <a:cs typeface="Calibri"/>
              </a:defRPr>
            </a:lvl3pPr>
            <a:lvl4pPr marL="0" indent="0" algn="ctr">
              <a:lnSpc>
                <a:spcPct val="110000"/>
              </a:lnSpc>
              <a:spcBef>
                <a:spcPts val="0"/>
              </a:spcBef>
              <a:spcAft>
                <a:spcPts val="0"/>
              </a:spcAft>
              <a:buNone/>
              <a:defRPr sz="7200" b="1" lang="ko-KR">
                <a:solidFill>
                  <a:schemeClr val="tx1"/>
                </a:solidFill>
                <a:latin typeface="Calibri"/>
                <a:ea typeface="Calibri"/>
                <a:cs typeface="Calibri"/>
              </a:defRPr>
            </a:lvl4pPr>
            <a:lvl5pPr marL="0" indent="0" algn="ctr">
              <a:lnSpc>
                <a:spcPct val="110000"/>
              </a:lnSpc>
              <a:spcBef>
                <a:spcPts val="0"/>
              </a:spcBef>
              <a:spcAft>
                <a:spcPts val="0"/>
              </a:spcAft>
              <a:buNone/>
              <a:defRPr sz="7200" b="1" lang="ko-KR">
                <a:solidFill>
                  <a:schemeClr val="tx1"/>
                </a:solidFill>
                <a:latin typeface="Calibri"/>
                <a:ea typeface="Calibri"/>
                <a:cs typeface="Calibri"/>
              </a:defRPr>
            </a:lvl5pPr>
            <a:lvl6pPr marL="0" indent="0" algn="ctr">
              <a:lnSpc>
                <a:spcPct val="110000"/>
              </a:lnSpc>
              <a:spcBef>
                <a:spcPts val="0"/>
              </a:spcBef>
              <a:spcAft>
                <a:spcPts val="0"/>
              </a:spcAft>
              <a:buNone/>
              <a:defRPr sz="7200" b="1" lang="ko-KR">
                <a:solidFill>
                  <a:schemeClr val="tx1"/>
                </a:solidFill>
                <a:latin typeface="Calibri"/>
                <a:ea typeface="Calibri"/>
                <a:cs typeface="Calibri"/>
              </a:defRPr>
            </a:lvl6pPr>
            <a:lvl7pPr marL="0" indent="0" algn="ctr">
              <a:lnSpc>
                <a:spcPct val="110000"/>
              </a:lnSpc>
              <a:spcBef>
                <a:spcPts val="0"/>
              </a:spcBef>
              <a:spcAft>
                <a:spcPts val="0"/>
              </a:spcAft>
              <a:buNone/>
              <a:defRPr sz="7200" b="1" lang="ko-KR">
                <a:solidFill>
                  <a:schemeClr val="tx1"/>
                </a:solidFill>
                <a:latin typeface="Calibri"/>
                <a:ea typeface="Calibri"/>
                <a:cs typeface="Calibri"/>
              </a:defRPr>
            </a:lvl7pPr>
            <a:lvl8pPr marL="0" indent="0" algn="ctr">
              <a:lnSpc>
                <a:spcPct val="110000"/>
              </a:lnSpc>
              <a:spcBef>
                <a:spcPts val="0"/>
              </a:spcBef>
              <a:spcAft>
                <a:spcPts val="0"/>
              </a:spcAft>
              <a:buNone/>
              <a:defRPr sz="7200" b="1" lang="ko-KR">
                <a:solidFill>
                  <a:schemeClr val="tx1"/>
                </a:solidFill>
                <a:latin typeface="Calibri"/>
                <a:ea typeface="Calibri"/>
                <a:cs typeface="Calibri"/>
              </a:defRPr>
            </a:lvl8pPr>
            <a:lvl9pPr marL="0" indent="0" algn="ctr">
              <a:lnSpc>
                <a:spcPct val="110000"/>
              </a:lnSpc>
              <a:spcBef>
                <a:spcPts val="0"/>
              </a:spcBef>
              <a:spcAft>
                <a:spcPts val="0"/>
              </a:spcAft>
              <a:buNone/>
              <a:defRPr sz="72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Subtitle">
            <a:extLst>
              <a:ext uri="{FF2B5EF4-FFF2-40B4-BE49-F238E27FC236}">
                <ns2:creationId id="{BEAE74DA-51E5-43C6-8296-13AE3C0D9483}"/>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200" b="0" lang="ko-KR">
                <a:solidFill>
                  <a:schemeClr val="tx1"/>
                </a:solidFill>
                <a:latin typeface="Calibri"/>
                <a:ea typeface="Calibri"/>
                <a:cs typeface="Calibri"/>
              </a:defRPr>
            </a:defPPr>
            <a:lvl1pPr marL="0" indent="0" algn="ctr">
              <a:lnSpc>
                <a:spcPct val="110000"/>
              </a:lnSpc>
              <a:spcBef>
                <a:spcPts val="0"/>
              </a:spcBef>
              <a:spcAft>
                <a:spcPts val="0"/>
              </a:spcAft>
              <a:buNone/>
              <a:defRPr sz="3200" b="0" lang="ko-KR">
                <a:solidFill>
                  <a:schemeClr val="tx1"/>
                </a:solidFill>
                <a:latin typeface="Calibri"/>
                <a:ea typeface="Calibri"/>
                <a:cs typeface="Calibri"/>
              </a:defRPr>
            </a:lvl1pPr>
            <a:lvl2pPr marL="0" indent="0" algn="ctr">
              <a:lnSpc>
                <a:spcPct val="110000"/>
              </a:lnSpc>
              <a:spcBef>
                <a:spcPts val="0"/>
              </a:spcBef>
              <a:spcAft>
                <a:spcPts val="0"/>
              </a:spcAft>
              <a:buNone/>
              <a:defRPr sz="3200" b="0" lang="ko-KR">
                <a:solidFill>
                  <a:schemeClr val="tx1"/>
                </a:solidFill>
                <a:latin typeface="Calibri"/>
                <a:ea typeface="Calibri"/>
                <a:cs typeface="Calibri"/>
              </a:defRPr>
            </a:lvl2pPr>
            <a:lvl3pPr marL="0" indent="0" algn="ctr">
              <a:lnSpc>
                <a:spcPct val="110000"/>
              </a:lnSpc>
              <a:spcBef>
                <a:spcPts val="0"/>
              </a:spcBef>
              <a:spcAft>
                <a:spcPts val="0"/>
              </a:spcAft>
              <a:buNone/>
              <a:defRPr sz="3200" b="0" lang="ko-KR">
                <a:solidFill>
                  <a:schemeClr val="tx1"/>
                </a:solidFill>
                <a:latin typeface="Calibri"/>
                <a:ea typeface="Calibri"/>
                <a:cs typeface="Calibri"/>
              </a:defRPr>
            </a:lvl3pPr>
            <a:lvl4pPr marL="0" indent="0" algn="ctr">
              <a:lnSpc>
                <a:spcPct val="110000"/>
              </a:lnSpc>
              <a:spcBef>
                <a:spcPts val="0"/>
              </a:spcBef>
              <a:spcAft>
                <a:spcPts val="0"/>
              </a:spcAft>
              <a:buNone/>
              <a:defRPr sz="3200" b="0" lang="ko-KR">
                <a:solidFill>
                  <a:schemeClr val="tx1"/>
                </a:solidFill>
                <a:latin typeface="Calibri"/>
                <a:ea typeface="Calibri"/>
                <a:cs typeface="Calibri"/>
              </a:defRPr>
            </a:lvl4pPr>
            <a:lvl5pPr marL="0" indent="0" algn="ctr">
              <a:lnSpc>
                <a:spcPct val="110000"/>
              </a:lnSpc>
              <a:spcBef>
                <a:spcPts val="0"/>
              </a:spcBef>
              <a:spcAft>
                <a:spcPts val="0"/>
              </a:spcAft>
              <a:buNone/>
              <a:defRPr sz="3200" b="0" lang="ko-KR">
                <a:solidFill>
                  <a:schemeClr val="tx1"/>
                </a:solidFill>
                <a:latin typeface="Calibri"/>
                <a:ea typeface="Calibri"/>
                <a:cs typeface="Calibri"/>
              </a:defRPr>
            </a:lvl5pPr>
            <a:lvl6pPr marL="0" indent="0" algn="ctr">
              <a:lnSpc>
                <a:spcPct val="110000"/>
              </a:lnSpc>
              <a:spcBef>
                <a:spcPts val="0"/>
              </a:spcBef>
              <a:spcAft>
                <a:spcPts val="0"/>
              </a:spcAft>
              <a:buNone/>
              <a:defRPr sz="3200" b="0" lang="ko-KR">
                <a:solidFill>
                  <a:schemeClr val="tx1"/>
                </a:solidFill>
                <a:latin typeface="Calibri"/>
                <a:ea typeface="Calibri"/>
                <a:cs typeface="Calibri"/>
              </a:defRPr>
            </a:lvl6pPr>
            <a:lvl7pPr marL="0" indent="0" algn="ctr">
              <a:lnSpc>
                <a:spcPct val="110000"/>
              </a:lnSpc>
              <a:spcBef>
                <a:spcPts val="0"/>
              </a:spcBef>
              <a:spcAft>
                <a:spcPts val="0"/>
              </a:spcAft>
              <a:buNone/>
              <a:defRPr sz="3200" b="0" lang="ko-KR">
                <a:solidFill>
                  <a:schemeClr val="tx1"/>
                </a:solidFill>
                <a:latin typeface="Calibri"/>
                <a:ea typeface="Calibri"/>
                <a:cs typeface="Calibri"/>
              </a:defRPr>
            </a:lvl7pPr>
            <a:lvl8pPr marL="0" indent="0" algn="ctr">
              <a:lnSpc>
                <a:spcPct val="110000"/>
              </a:lnSpc>
              <a:spcBef>
                <a:spcPts val="0"/>
              </a:spcBef>
              <a:spcAft>
                <a:spcPts val="0"/>
              </a:spcAft>
              <a:buNone/>
              <a:defRPr sz="3200" b="0" lang="ko-KR">
                <a:solidFill>
                  <a:schemeClr val="tx1"/>
                </a:solidFill>
                <a:latin typeface="Calibri"/>
                <a:ea typeface="Calibri"/>
                <a:cs typeface="Calibri"/>
              </a:defRPr>
            </a:lvl8pPr>
            <a:lvl9pPr marL="0" indent="0" algn="ctr">
              <a:lnSpc>
                <a:spcPct val="110000"/>
              </a:lnSpc>
              <a:spcBef>
                <a:spcPts val="0"/>
              </a:spcBef>
              <a:spcAft>
                <a:spcPts val="0"/>
              </a:spcAft>
              <a:buNone/>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2.xml><?xml version="1.0" encoding="utf-8"?>
<p:sldLayout xmlns:a="http://schemas.openxmlformats.org/drawingml/2006/main" xmlns:ns2="http://schemas.microsoft.com/office/drawing/2014/main" xmlns:p="http://schemas.openxmlformats.org/presentationml/2006/main">
  <p:cSld name="Section Header">
    <p:spTree>
      <p:nvGrpSpPr>
        <p:cNvPr id="1" name=""/>
        <p:cNvGrpSpPr/>
        <p:nvPr/>
      </p:nvGrpSpPr>
      <p:grpSpPr>
        <a:xfrm/>
      </p:grpSpPr>
      <p:sp>
        <p:nvSpPr>
          <p:cNvPr id="2" name="Section title">
            <a:extLst>
              <a:ext uri="{FF2B5EF4-FFF2-40B4-BE49-F238E27FC236}">
                <ns2:creationId id="{2A37774C-3CBD-41A6-A4DB-F7202C9DE6B0}"/>
              </a:ext>
            </a:extLst>
          </p:cNvPr>
          <p:cNvSpPr>
            <a:spLocks noGrp="1"/>
          </p:cNvSpPr>
          <p:nvPr>
            <p:ph type="title" idx="0"/>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lang="ko-KR">
                <a:solidFill>
                  <a:schemeClr val="tx1"/>
                </a:solidFill>
                <a:latin typeface="Calibri"/>
                <a:ea typeface="Calibri"/>
                <a:cs typeface="Calibri"/>
              </a:defRPr>
            </a:defPPr>
            <a:lvl1pPr marL="0" indent="0" algn="ctr">
              <a:lnSpc>
                <a:spcPct val="110000"/>
              </a:lnSpc>
              <a:spcBef>
                <a:spcPts val="0"/>
              </a:spcBef>
              <a:spcAft>
                <a:spcPts val="0"/>
              </a:spcAft>
              <a:buNone/>
              <a:defRPr sz="6300" b="1" lang="ko-KR">
                <a:solidFill>
                  <a:schemeClr val="tx1"/>
                </a:solidFill>
                <a:latin typeface="Calibri"/>
                <a:ea typeface="Calibri"/>
                <a:cs typeface="Calibri"/>
              </a:defRPr>
            </a:lvl1pPr>
            <a:lvl2pPr marL="0" indent="0" algn="ctr">
              <a:lnSpc>
                <a:spcPct val="110000"/>
              </a:lnSpc>
              <a:spcBef>
                <a:spcPts val="0"/>
              </a:spcBef>
              <a:spcAft>
                <a:spcPts val="0"/>
              </a:spcAft>
              <a:buNone/>
              <a:defRPr sz="6300" b="1" lang="ko-KR">
                <a:solidFill>
                  <a:schemeClr val="tx1"/>
                </a:solidFill>
                <a:latin typeface="Calibri"/>
                <a:ea typeface="Calibri"/>
                <a:cs typeface="Calibri"/>
              </a:defRPr>
            </a:lvl2pPr>
            <a:lvl3pPr marL="0" indent="0" algn="ctr">
              <a:lnSpc>
                <a:spcPct val="110000"/>
              </a:lnSpc>
              <a:spcBef>
                <a:spcPts val="0"/>
              </a:spcBef>
              <a:spcAft>
                <a:spcPts val="0"/>
              </a:spcAft>
              <a:buNone/>
              <a:defRPr sz="6300" b="1" lang="ko-KR">
                <a:solidFill>
                  <a:schemeClr val="tx1"/>
                </a:solidFill>
                <a:latin typeface="Calibri"/>
                <a:ea typeface="Calibri"/>
                <a:cs typeface="Calibri"/>
              </a:defRPr>
            </a:lvl3pPr>
            <a:lvl4pPr marL="0" indent="0" algn="ctr">
              <a:lnSpc>
                <a:spcPct val="110000"/>
              </a:lnSpc>
              <a:spcBef>
                <a:spcPts val="0"/>
              </a:spcBef>
              <a:spcAft>
                <a:spcPts val="0"/>
              </a:spcAft>
              <a:buNone/>
              <a:defRPr sz="6300" b="1" lang="ko-KR">
                <a:solidFill>
                  <a:schemeClr val="tx1"/>
                </a:solidFill>
                <a:latin typeface="Calibri"/>
                <a:ea typeface="Calibri"/>
                <a:cs typeface="Calibri"/>
              </a:defRPr>
            </a:lvl4pPr>
            <a:lvl5pPr marL="0" indent="0" algn="ctr">
              <a:lnSpc>
                <a:spcPct val="110000"/>
              </a:lnSpc>
              <a:spcBef>
                <a:spcPts val="0"/>
              </a:spcBef>
              <a:spcAft>
                <a:spcPts val="0"/>
              </a:spcAft>
              <a:buNone/>
              <a:defRPr sz="6300" b="1" lang="ko-KR">
                <a:solidFill>
                  <a:schemeClr val="tx1"/>
                </a:solidFill>
                <a:latin typeface="Calibri"/>
                <a:ea typeface="Calibri"/>
                <a:cs typeface="Calibri"/>
              </a:defRPr>
            </a:lvl5pPr>
            <a:lvl6pPr marL="0" indent="0" algn="ctr">
              <a:lnSpc>
                <a:spcPct val="110000"/>
              </a:lnSpc>
              <a:spcBef>
                <a:spcPts val="0"/>
              </a:spcBef>
              <a:spcAft>
                <a:spcPts val="0"/>
              </a:spcAft>
              <a:buNone/>
              <a:defRPr sz="6300" b="1" lang="ko-KR">
                <a:solidFill>
                  <a:schemeClr val="tx1"/>
                </a:solidFill>
                <a:latin typeface="Calibri"/>
                <a:ea typeface="Calibri"/>
                <a:cs typeface="Calibri"/>
              </a:defRPr>
            </a:lvl6pPr>
            <a:lvl7pPr marL="0" indent="0" algn="ctr">
              <a:lnSpc>
                <a:spcPct val="110000"/>
              </a:lnSpc>
              <a:spcBef>
                <a:spcPts val="0"/>
              </a:spcBef>
              <a:spcAft>
                <a:spcPts val="0"/>
              </a:spcAft>
              <a:buNone/>
              <a:defRPr sz="6300" b="1" lang="ko-KR">
                <a:solidFill>
                  <a:schemeClr val="tx1"/>
                </a:solidFill>
                <a:latin typeface="Calibri"/>
                <a:ea typeface="Calibri"/>
                <a:cs typeface="Calibri"/>
              </a:defRPr>
            </a:lvl7pPr>
            <a:lvl8pPr marL="0" indent="0" algn="ctr">
              <a:lnSpc>
                <a:spcPct val="110000"/>
              </a:lnSpc>
              <a:spcBef>
                <a:spcPts val="0"/>
              </a:spcBef>
              <a:spcAft>
                <a:spcPts val="0"/>
              </a:spcAft>
              <a:buNone/>
              <a:defRPr sz="6300" b="1" lang="ko-KR">
                <a:solidFill>
                  <a:schemeClr val="tx1"/>
                </a:solidFill>
                <a:latin typeface="Calibri"/>
                <a:ea typeface="Calibri"/>
                <a:cs typeface="Calibri"/>
              </a:defRPr>
            </a:lvl8pPr>
            <a:lvl9pPr marL="0" indent="0" algn="ctr">
              <a:lnSpc>
                <a:spcPct val="110000"/>
              </a:lnSpc>
              <a:spcBef>
                <a:spcPts val="0"/>
              </a:spcBef>
              <a:spcAft>
                <a:spcPts val="0"/>
              </a:spcAft>
              <a:buNone/>
              <a:defRPr sz="63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3.xml><?xml version="1.0" encoding="utf-8"?>
<p:sldLayout xmlns:a="http://schemas.openxmlformats.org/drawingml/2006/main" xmlns:ns2="http://schemas.microsoft.com/office/drawing/2014/main" xmlns:p="http://schemas.openxmlformats.org/presentationml/2006/main">
  <p:cSld name="Title and Body">
    <p:spTree>
      <p:nvGrpSpPr>
        <p:cNvPr id="1" name=""/>
        <p:cNvGrpSpPr/>
        <p:nvPr/>
      </p:nvGrpSpPr>
      <p:grpSpPr>
        <a:xfrm/>
      </p:grpSpPr>
      <p:sp>
        <p:nvSpPr>
          <p:cNvPr id="3" name="Title">
            <a:extLst>
              <a:ext uri="{FF2B5EF4-FFF2-40B4-BE49-F238E27FC236}">
                <ns2:creationId id="{E508394B-3ACE-4255-B9A8-3CE4675C3ACF}"/>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Body">
            <a:extLst>
              <a:ext uri="{FF2B5EF4-FFF2-40B4-BE49-F238E27FC236}">
                <ns2:creationId id="{D69BC807-A517-4E79-935A-627B6F813889}"/>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4.xml><?xml version="1.0" encoding="utf-8"?>
<p:sldLayout xmlns:a="http://schemas.openxmlformats.org/drawingml/2006/main" xmlns:ns2="http://schemas.microsoft.com/office/drawing/2014/main" xmlns:p="http://schemas.openxmlformats.org/presentationml/2006/main">
  <p:cSld name="Title and Two Column">
    <p:spTree>
      <p:nvGrpSpPr>
        <p:cNvPr id="1" name=""/>
        <p:cNvGrpSpPr/>
        <p:nvPr/>
      </p:nvGrpSpPr>
      <p:grpSpPr>
        <a:xfrm/>
      </p:grpSpPr>
      <p:sp>
        <p:nvSpPr>
          <p:cNvPr id="4" name="Title">
            <a:extLst>
              <a:ext uri="{FF2B5EF4-FFF2-40B4-BE49-F238E27FC236}">
                <ns2:creationId id="{1D0D33FF-E697-45F1-8369-97F807F03F94}"/>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1C89B73D-E12F-4BB8-B57B-305B6C21DD86}"/>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3" name="Right column">
            <a:extLst>
              <a:ext uri="{FF2B5EF4-FFF2-40B4-BE49-F238E27FC236}">
                <ns2:creationId id="{2EA0A893-92FA-4558-BB9C-6348866CD717}"/>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2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2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2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2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2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2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2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2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2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2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5.xml><?xml version="1.0" encoding="utf-8"?>
<p:sldLayout xmlns:a="http://schemas.openxmlformats.org/drawingml/2006/main" xmlns:ns2="http://schemas.microsoft.com/office/drawing/2014/main" xmlns:p="http://schemas.openxmlformats.org/presentationml/2006/main">
  <p:cSld name="Title and One Column">
    <p:spTree>
      <p:nvGrpSpPr>
        <p:cNvPr id="1" name=""/>
        <p:cNvGrpSpPr/>
        <p:nvPr/>
      </p:nvGrpSpPr>
      <p:grpSpPr>
        <a:xfrm/>
      </p:grpSpPr>
      <p:sp>
        <p:nvSpPr>
          <p:cNvPr id="3" name="Title">
            <a:extLst>
              <a:ext uri="{FF2B5EF4-FFF2-40B4-BE49-F238E27FC236}">
                <ns2:creationId id="{524DC3FE-91E5-476C-AE50-D4870C27E919}"/>
              </a:ext>
            </a:extLst>
          </p:cNvPr>
          <p:cNvSpPr>
            <a:spLocks noGrp="1"/>
          </p:cNvSpPr>
          <p:nvPr>
            <p:ph type="title" idx="0"/>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5000" b="1" lang="ko-KR">
                <a:solidFill>
                  <a:schemeClr val="tx1"/>
                </a:solidFill>
                <a:latin typeface="Calibri"/>
                <a:ea typeface="Calibri"/>
                <a:cs typeface="Calibri"/>
              </a:defRPr>
            </a:defPPr>
            <a:lvl1pPr marL="0" indent="0" algn="l">
              <a:lnSpc>
                <a:spcPct val="110000"/>
              </a:lnSpc>
              <a:spcBef>
                <a:spcPts val="0"/>
              </a:spcBef>
              <a:spcAft>
                <a:spcPts val="0"/>
              </a:spcAft>
              <a:buNone/>
              <a:defRPr sz="5000" b="1" lang="ko-KR">
                <a:solidFill>
                  <a:schemeClr val="tx1"/>
                </a:solidFill>
                <a:latin typeface="Calibri"/>
                <a:ea typeface="Calibri"/>
                <a:cs typeface="Calibri"/>
              </a:defRPr>
            </a:lvl1pPr>
            <a:lvl2pPr marL="0" indent="0" algn="l">
              <a:lnSpc>
                <a:spcPct val="110000"/>
              </a:lnSpc>
              <a:spcBef>
                <a:spcPts val="0"/>
              </a:spcBef>
              <a:spcAft>
                <a:spcPts val="0"/>
              </a:spcAft>
              <a:buNone/>
              <a:defRPr sz="5000" b="1" lang="ko-KR">
                <a:solidFill>
                  <a:schemeClr val="tx1"/>
                </a:solidFill>
                <a:latin typeface="Calibri"/>
                <a:ea typeface="Calibri"/>
                <a:cs typeface="Calibri"/>
              </a:defRPr>
            </a:lvl2pPr>
            <a:lvl3pPr marL="0" indent="0" algn="l">
              <a:lnSpc>
                <a:spcPct val="110000"/>
              </a:lnSpc>
              <a:spcBef>
                <a:spcPts val="0"/>
              </a:spcBef>
              <a:spcAft>
                <a:spcPts val="0"/>
              </a:spcAft>
              <a:buNone/>
              <a:defRPr sz="5000" b="1" lang="ko-KR">
                <a:solidFill>
                  <a:schemeClr val="tx1"/>
                </a:solidFill>
                <a:latin typeface="Calibri"/>
                <a:ea typeface="Calibri"/>
                <a:cs typeface="Calibri"/>
              </a:defRPr>
            </a:lvl3pPr>
            <a:lvl4pPr marL="0" indent="0" algn="l">
              <a:lnSpc>
                <a:spcPct val="110000"/>
              </a:lnSpc>
              <a:spcBef>
                <a:spcPts val="0"/>
              </a:spcBef>
              <a:spcAft>
                <a:spcPts val="0"/>
              </a:spcAft>
              <a:buNone/>
              <a:defRPr sz="5000" b="1" lang="ko-KR">
                <a:solidFill>
                  <a:schemeClr val="tx1"/>
                </a:solidFill>
                <a:latin typeface="Calibri"/>
                <a:ea typeface="Calibri"/>
                <a:cs typeface="Calibri"/>
              </a:defRPr>
            </a:lvl4pPr>
            <a:lvl5pPr marL="0" indent="0" algn="l">
              <a:lnSpc>
                <a:spcPct val="110000"/>
              </a:lnSpc>
              <a:spcBef>
                <a:spcPts val="0"/>
              </a:spcBef>
              <a:spcAft>
                <a:spcPts val="0"/>
              </a:spcAft>
              <a:buNone/>
              <a:defRPr sz="5000" b="1" lang="ko-KR">
                <a:solidFill>
                  <a:schemeClr val="tx1"/>
                </a:solidFill>
                <a:latin typeface="Calibri"/>
                <a:ea typeface="Calibri"/>
                <a:cs typeface="Calibri"/>
              </a:defRPr>
            </a:lvl5pPr>
            <a:lvl6pPr marL="0" indent="0" algn="l">
              <a:lnSpc>
                <a:spcPct val="110000"/>
              </a:lnSpc>
              <a:spcBef>
                <a:spcPts val="0"/>
              </a:spcBef>
              <a:spcAft>
                <a:spcPts val="0"/>
              </a:spcAft>
              <a:buNone/>
              <a:defRPr sz="5000" b="1" lang="ko-KR">
                <a:solidFill>
                  <a:schemeClr val="tx1"/>
                </a:solidFill>
                <a:latin typeface="Calibri"/>
                <a:ea typeface="Calibri"/>
                <a:cs typeface="Calibri"/>
              </a:defRPr>
            </a:lvl6pPr>
            <a:lvl7pPr marL="0" indent="0" algn="l">
              <a:lnSpc>
                <a:spcPct val="110000"/>
              </a:lnSpc>
              <a:spcBef>
                <a:spcPts val="0"/>
              </a:spcBef>
              <a:spcAft>
                <a:spcPts val="0"/>
              </a:spcAft>
              <a:buNone/>
              <a:defRPr sz="5000" b="1" lang="ko-KR">
                <a:solidFill>
                  <a:schemeClr val="tx1"/>
                </a:solidFill>
                <a:latin typeface="Calibri"/>
                <a:ea typeface="Calibri"/>
                <a:cs typeface="Calibri"/>
              </a:defRPr>
            </a:lvl7pPr>
            <a:lvl8pPr marL="0" indent="0" algn="l">
              <a:lnSpc>
                <a:spcPct val="110000"/>
              </a:lnSpc>
              <a:spcBef>
                <a:spcPts val="0"/>
              </a:spcBef>
              <a:spcAft>
                <a:spcPts val="0"/>
              </a:spcAft>
              <a:buNone/>
              <a:defRPr sz="5000" b="1" lang="ko-KR">
                <a:solidFill>
                  <a:schemeClr val="tx1"/>
                </a:solidFill>
                <a:latin typeface="Calibri"/>
                <a:ea typeface="Calibri"/>
                <a:cs typeface="Calibri"/>
              </a:defRPr>
            </a:lvl8pPr>
            <a:lvl9pPr marL="0" indent="0" algn="l">
              <a:lnSpc>
                <a:spcPct val="110000"/>
              </a:lnSpc>
              <a:spcBef>
                <a:spcPts val="0"/>
              </a:spcBef>
              <a:spcAft>
                <a:spcPts val="0"/>
              </a:spcAft>
              <a:buNone/>
              <a:defRPr sz="5000" b="1"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
        <p:nvSpPr>
          <p:cNvPr id="2" name="Left column">
            <a:extLst>
              <a:ext uri="{FF2B5EF4-FFF2-40B4-BE49-F238E27FC236}">
                <ns2:creationId id="{C8739E2D-24BA-432A-A3B4-2FA70DC5757D}"/>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400" b="0" lang="ko-KR">
                <a:solidFill>
                  <a:schemeClr val="tx1"/>
                </a:solidFill>
                <a:latin typeface="Calibri"/>
                <a:ea typeface="Calibri"/>
                <a:cs typeface="Calibri"/>
              </a:defRPr>
            </a:defPPr>
            <a:lvl1pPr marL="342900" indent="-342900" algn="l">
              <a:lnSpc>
                <a:spcPct val="110000"/>
              </a:lnSpc>
              <a:spcBef>
                <a:spcPts val="0"/>
              </a:spcBef>
              <a:spcAft>
                <a:spcPts val="1800"/>
              </a:spcAft>
              <a:buChar char="•"/>
              <a:defRPr sz="3400" b="0" lang="ko-KR">
                <a:solidFill>
                  <a:schemeClr val="tx1"/>
                </a:solidFill>
                <a:latin typeface="Calibri"/>
                <a:ea typeface="Calibri"/>
                <a:cs typeface="Calibri"/>
              </a:defRPr>
            </a:lvl1pPr>
            <a:lvl2pPr marL="800100" indent="-342900" algn="l">
              <a:lnSpc>
                <a:spcPct val="110000"/>
              </a:lnSpc>
              <a:spcBef>
                <a:spcPts val="0"/>
              </a:spcBef>
              <a:spcAft>
                <a:spcPts val="1800"/>
              </a:spcAft>
              <a:buChar char="•"/>
              <a:defRPr sz="3400" b="0" lang="ko-KR">
                <a:solidFill>
                  <a:schemeClr val="tx1"/>
                </a:solidFill>
                <a:latin typeface="Calibri"/>
                <a:ea typeface="Calibri"/>
                <a:cs typeface="Calibri"/>
              </a:defRPr>
            </a:lvl2pPr>
            <a:lvl3pPr marL="1257300" indent="-342900" algn="l">
              <a:lnSpc>
                <a:spcPct val="110000"/>
              </a:lnSpc>
              <a:spcBef>
                <a:spcPts val="0"/>
              </a:spcBef>
              <a:spcAft>
                <a:spcPts val="1800"/>
              </a:spcAft>
              <a:buChar char="•"/>
              <a:defRPr sz="3400" b="0" lang="ko-KR">
                <a:solidFill>
                  <a:schemeClr val="tx1"/>
                </a:solidFill>
                <a:latin typeface="Calibri"/>
                <a:ea typeface="Calibri"/>
                <a:cs typeface="Calibri"/>
              </a:defRPr>
            </a:lvl3pPr>
            <a:lvl4pPr marL="1714500" indent="-342900" algn="l">
              <a:lnSpc>
                <a:spcPct val="110000"/>
              </a:lnSpc>
              <a:spcBef>
                <a:spcPts val="0"/>
              </a:spcBef>
              <a:spcAft>
                <a:spcPts val="1800"/>
              </a:spcAft>
              <a:buChar char="•"/>
              <a:defRPr sz="3400" b="0" lang="ko-KR">
                <a:solidFill>
                  <a:schemeClr val="tx1"/>
                </a:solidFill>
                <a:latin typeface="Calibri"/>
                <a:ea typeface="Calibri"/>
                <a:cs typeface="Calibri"/>
              </a:defRPr>
            </a:lvl4pPr>
            <a:lvl5pPr marL="2171700" indent="-342900" algn="l">
              <a:lnSpc>
                <a:spcPct val="110000"/>
              </a:lnSpc>
              <a:spcBef>
                <a:spcPts val="0"/>
              </a:spcBef>
              <a:spcAft>
                <a:spcPts val="1800"/>
              </a:spcAft>
              <a:buChar char="•"/>
              <a:defRPr sz="3400" b="0" lang="ko-KR">
                <a:solidFill>
                  <a:schemeClr val="tx1"/>
                </a:solidFill>
                <a:latin typeface="Calibri"/>
                <a:ea typeface="Calibri"/>
                <a:cs typeface="Calibri"/>
              </a:defRPr>
            </a:lvl5pPr>
            <a:lvl6pPr marL="2628900" indent="-342900" algn="l">
              <a:lnSpc>
                <a:spcPct val="110000"/>
              </a:lnSpc>
              <a:spcBef>
                <a:spcPts val="0"/>
              </a:spcBef>
              <a:spcAft>
                <a:spcPts val="1800"/>
              </a:spcAft>
              <a:buChar char="•"/>
              <a:defRPr sz="3400" b="0" lang="ko-KR">
                <a:solidFill>
                  <a:schemeClr val="tx1"/>
                </a:solidFill>
                <a:latin typeface="Calibri"/>
                <a:ea typeface="Calibri"/>
                <a:cs typeface="Calibri"/>
              </a:defRPr>
            </a:lvl6pPr>
            <a:lvl7pPr marL="3086100" indent="-342900" algn="l">
              <a:lnSpc>
                <a:spcPct val="110000"/>
              </a:lnSpc>
              <a:spcBef>
                <a:spcPts val="0"/>
              </a:spcBef>
              <a:spcAft>
                <a:spcPts val="1800"/>
              </a:spcAft>
              <a:buChar char="•"/>
              <a:defRPr sz="3400" b="0" lang="ko-KR">
                <a:solidFill>
                  <a:schemeClr val="tx1"/>
                </a:solidFill>
                <a:latin typeface="Calibri"/>
                <a:ea typeface="Calibri"/>
                <a:cs typeface="Calibri"/>
              </a:defRPr>
            </a:lvl7pPr>
            <a:lvl8pPr marL="3543300" indent="-342900" algn="l">
              <a:lnSpc>
                <a:spcPct val="110000"/>
              </a:lnSpc>
              <a:spcBef>
                <a:spcPts val="0"/>
              </a:spcBef>
              <a:spcAft>
                <a:spcPts val="1800"/>
              </a:spcAft>
              <a:buChar char="•"/>
              <a:defRPr sz="3400" b="0" lang="ko-KR">
                <a:solidFill>
                  <a:schemeClr val="tx1"/>
                </a:solidFill>
                <a:latin typeface="Calibri"/>
                <a:ea typeface="Calibri"/>
                <a:cs typeface="Calibri"/>
              </a:defRPr>
            </a:lvl8pPr>
            <a:lvl9pPr marL="4000500" indent="-342900" algn="l">
              <a:lnSpc>
                <a:spcPct val="110000"/>
              </a:lnSpc>
              <a:spcBef>
                <a:spcPts val="0"/>
              </a:spcBef>
              <a:spcAft>
                <a:spcPts val="1800"/>
              </a:spcAft>
              <a:buChar char="•"/>
              <a:defRPr sz="3400" b="0" lang="ko-KR">
                <a:solidFill>
                  <a:schemeClr val="tx1"/>
                </a:solidFill>
                <a:latin typeface="Calibri"/>
                <a:ea typeface="Calibri"/>
                <a:cs typeface="Calibri"/>
              </a:defRPr>
            </a:lvl9pPr>
          </a:lstStyle>
          <a:p>
            <a:pPr>
              <a:defRPr lang="ko-KR">
                <a:latin typeface="Calibri"/>
                <a:ea typeface="Calibri"/>
                <a:cs typeface="Calibri"/>
              </a:defRPr>
            </a:pPr>
            <a:endParaRPr lang="ko-KR">
              <a:latin typeface="Calibri"/>
              <a:ea typeface="Calibri"/>
              <a:cs typeface="Calibri"/>
            </a:endParaRPr>
          </a:p>
        </p:txBody>
      </p:sp>
    </p:spTree>
  </p:cSld>
</p:sldLayout>
</file>

<file path=ppt/slideLayouts/slideLayout6.xml><?xml version="1.0" encoding="utf-8"?>
<p:sldLayout xmlns:a="http://schemas.openxmlformats.org/drawingml/2006/main" xmlns:p="http://schemas.openxmlformats.org/presentationml/2006/main" type="blank">
  <p:cSld name="Blank">
    <p:spTree>
      <p:nvGrpSpPr>
        <p:cNvPr id="1" name=""/>
        <p:cNvGrpSpPr/>
        <p:nvPr/>
      </p:nvGrpSpPr>
      <p:grpSpPr>
        <a:xfrm/>
      </p:grpSpPr>
    </p:spTree>
  </p:cSld>
</p:sldLayout>
</file>

<file path=ppt/slideMasters/_rels/dp3parallelv3_slideMaster1.xml.rels><?xml version='1.0' encoding='utf-8'?>
<Relationships xmlns="http://schemas.openxmlformats.org/package/2006/relationships"><Relationship Type="http://schemas.openxmlformats.org/officeDocument/2006/relationships/theme" Target="/ppt/slideMasters/theme/dp3parallelv3_theme2.xml" Id="R1f04b1ed611243c0" /><Relationship Type="http://schemas.openxmlformats.org/officeDocument/2006/relationships/slideLayout" Target="/ppt/slideLayouts/dp3parallelv3_slideLayout1.xml" Id="R81598228a6144e4d" /><Relationship Type="http://schemas.openxmlformats.org/officeDocument/2006/relationships/slideLayout" Target="/ppt/slideLayouts/dp3parallelv3_slideLayout2.xml" Id="R74ea23299ec84189" /><Relationship Type="http://schemas.openxmlformats.org/officeDocument/2006/relationships/slideLayout" Target="/ppt/slideLayouts/dp3parallelv3_slideLayout3.xml" Id="Re0ae5a75d7834fc1" /><Relationship Type="http://schemas.openxmlformats.org/officeDocument/2006/relationships/slideLayout" Target="/ppt/slideLayouts/dp3parallelv3_slideLayout4.xml" Id="Rcd0e82e34e834465" /><Relationship Type="http://schemas.openxmlformats.org/officeDocument/2006/relationships/slideLayout" Target="/ppt/slideLayouts/dp3parallelv3_slideLayout5.xml" Id="R443de60c7eb34ea5" /><Relationship Type="http://schemas.openxmlformats.org/officeDocument/2006/relationships/slideLayout" Target="/ppt/slideLayouts/dp3parallelv3_slideLayout6.xml" Id="R4ccf209a38854f4e" /></Relationships>
</file>

<file path=ppt/slideMasters/_rels/slideMaster1.xml.rels>&#65279;<?xml version="1.0" encoding="utf-8"?><Relationships xmlns="http://schemas.openxmlformats.org/package/2006/relationships"><Relationship Type="http://schemas.openxmlformats.org/officeDocument/2006/relationships/theme" Target="/ppt/slideMasters/theme/theme2.xml" Id="R7008111a130f4ef9" /><Relationship Type="http://schemas.openxmlformats.org/officeDocument/2006/relationships/slideLayout" Target="/ppt/slideLayouts/slideLayout1.xml" Id="Re7ca02eff6f64bb0" /><Relationship Type="http://schemas.openxmlformats.org/officeDocument/2006/relationships/slideLayout" Target="/ppt/slideLayouts/slideLayout2.xml" Id="R831aab4b7b214043" /><Relationship Type="http://schemas.openxmlformats.org/officeDocument/2006/relationships/slideLayout" Target="/ppt/slideLayouts/slideLayout3.xml" Id="R54c3747964a94f5a" /><Relationship Type="http://schemas.openxmlformats.org/officeDocument/2006/relationships/slideLayout" Target="/ppt/slideLayouts/slideLayout4.xml" Id="R4be48aa2e2274c67" /><Relationship Type="http://schemas.openxmlformats.org/officeDocument/2006/relationships/slideLayout" Target="/ppt/slideLayouts/slideLayout5.xml" Id="Rbedb2986b0ca47ea" /><Relationship Type="http://schemas.openxmlformats.org/officeDocument/2006/relationships/slideLayout" Target="/ppt/slideLayouts/slideLayout6.xml" Id="R51b7079438344c26" /></Relationships>
</file>

<file path=ppt/slideMasters/dp3parallelv3_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81598228a6144e4d"/>
    <p:sldLayoutId id="2147483650" r:id="R74ea23299ec84189"/>
    <p:sldLayoutId id="2147483651" r:id="Re0ae5a75d7834fc1"/>
    <p:sldLayoutId id="2147483652" r:id="Rcd0e82e34e834465"/>
    <p:sldLayoutId id="2147483653" r:id="R443de60c7eb34ea5"/>
    <p:sldLayoutId id="2147483654" r:id="R4ccf209a38854f4e"/>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slideMaster1.xml><?xml version="1.0" encoding="utf-8"?>
<p:sldMaster xmlns:a="http://schemas.openxmlformats.org/drawingml/2006/main" xmlns:p="http://schemas.openxmlformats.org/presentationml/2006/main" xmlns:r="http://schemas.openxmlformats.org/officeDocument/2006/relationships">
  <p:cSld name="Master">
    <p:bg>
      <p:bgRef idx="1001">
        <a:schemeClr val="bg1"/>
      </p:bgRef>
    </p:bg>
    <p:spTree>
      <p:nvGrpSpPr>
        <p:cNvPr id="1" name=""/>
        <p:cNvGrpSpPr/>
        <p:nvPr/>
      </p:nvGrpSpPr>
      <p:grpSpPr>
        <a:xfrm/>
      </p:grpSpPr>
    </p:spTree>
  </p:cSld>
  <p:clrMap bg1="lt1" tx1="dk1" bg2="lt2" tx2="dk2" accent1="accent1" accent2="accent2" accent3="accent3" accent4="accent4" accent5="accent5" accent6="accent6" hlink="hlink" folHlink="folHlink"/>
  <p:sldLayoutIdLst>
    <p:sldLayoutId id="2147483649" r:id="Re7ca02eff6f64bb0"/>
    <p:sldLayoutId id="2147483650" r:id="R831aab4b7b214043"/>
    <p:sldLayoutId id="2147483651" r:id="R54c3747964a94f5a"/>
    <p:sldLayoutId id="2147483652" r:id="R4be48aa2e2274c67"/>
    <p:sldLayoutId id="2147483653" r:id="Rbedb2986b0ca47ea"/>
    <p:sldLayoutId id="2147483654" r:id="R51b7079438344c26"/>
  </p:sldLayoutIdLst>
  <p:txStyles>
    <p:titleStyle>
      <a:lvl1pPr algn="l">
        <a:lnSpc>
          <a:spcPct val="90000"/>
        </a:lnSpc>
        <a:spcBef>
          <a:spcPts val="0"/>
        </a:spcBef>
        <a:buNone/>
        <a:defRPr sz="4400" lang="ko-KR">
          <a:solidFill>
            <a:schemeClr val="tx1"/>
          </a:solidFill>
          <a:latin typeface="Calibri"/>
          <a:ea typeface="Calibri"/>
          <a:cs typeface="Calibri"/>
        </a:defRPr>
      </a:lvl1pPr>
    </p:titleStyle>
    <p:bodyStyle>
      <a:lvl1pPr marL="228600" indent="-228600" algn="l">
        <a:lnSpc>
          <a:spcPct val="90000"/>
        </a:lnSpc>
        <a:spcBef>
          <a:spcPts val="1000"/>
        </a:spcBef>
        <a:buChar char="•"/>
        <a:defRPr sz="2800" lang="ko-KR">
          <a:solidFill>
            <a:schemeClr val="tx1"/>
          </a:solidFill>
          <a:latin typeface="Calibri"/>
          <a:ea typeface="Calibri"/>
          <a:cs typeface="Calibri"/>
        </a:defRPr>
      </a:lvl1pPr>
      <a:lvl2pPr marL="685800" indent="-228600" algn="l">
        <a:lnSpc>
          <a:spcPct val="90000"/>
        </a:lnSpc>
        <a:spcBef>
          <a:spcPts val="500"/>
        </a:spcBef>
        <a:buChar char="•"/>
        <a:defRPr sz="2400" lang="ko-KR">
          <a:solidFill>
            <a:schemeClr val="tx1"/>
          </a:solidFill>
          <a:latin typeface="Calibri"/>
          <a:ea typeface="Calibri"/>
          <a:cs typeface="Calibri"/>
        </a:defRPr>
      </a:lvl2pPr>
      <a:lvl3pPr marL="1143000" indent="-228600" algn="l">
        <a:lnSpc>
          <a:spcPct val="90000"/>
        </a:lnSpc>
        <a:spcBef>
          <a:spcPts val="500"/>
        </a:spcBef>
        <a:buChar char="•"/>
        <a:defRPr sz="2000" lang="ko-KR">
          <a:solidFill>
            <a:schemeClr val="tx1"/>
          </a:solidFill>
          <a:latin typeface="Calibri"/>
          <a:ea typeface="Calibri"/>
          <a:cs typeface="Calibri"/>
        </a:defRPr>
      </a:lvl3pPr>
      <a:lvl4pPr marL="1600200" indent="-228600" algn="l">
        <a:lnSpc>
          <a:spcPct val="90000"/>
        </a:lnSpc>
        <a:spcBef>
          <a:spcPts val="500"/>
        </a:spcBef>
        <a:buChar char="•"/>
        <a:defRPr sz="1800" lang="ko-KR">
          <a:solidFill>
            <a:schemeClr val="tx1"/>
          </a:solidFill>
          <a:latin typeface="Calibri"/>
          <a:ea typeface="Calibri"/>
          <a:cs typeface="Calibri"/>
        </a:defRPr>
      </a:lvl4pPr>
      <a:lvl5pPr marL="2057400" indent="-228600" algn="l">
        <a:lnSpc>
          <a:spcPct val="90000"/>
        </a:lnSpc>
        <a:spcBef>
          <a:spcPts val="500"/>
        </a:spcBef>
        <a:buChar char="•"/>
        <a:defRPr sz="1800" lang="ko-KR">
          <a:solidFill>
            <a:schemeClr val="tx1"/>
          </a:solidFill>
          <a:latin typeface="Calibri"/>
          <a:ea typeface="Calibri"/>
          <a:cs typeface="Calibri"/>
        </a:defRPr>
      </a:lvl5pPr>
      <a:lvl6pPr marL="2514600" indent="-228600" algn="l">
        <a:lnSpc>
          <a:spcPct val="90000"/>
        </a:lnSpc>
        <a:spcBef>
          <a:spcPts val="500"/>
        </a:spcBef>
        <a:buChar char="•"/>
        <a:defRPr sz="1800" lang="ko-KR">
          <a:solidFill>
            <a:schemeClr val="tx1"/>
          </a:solidFill>
          <a:latin typeface="Calibri"/>
          <a:ea typeface="Calibri"/>
          <a:cs typeface="Calibri"/>
        </a:defRPr>
      </a:lvl6pPr>
      <a:lvl7pPr marL="2971800" indent="-228600" algn="l">
        <a:lnSpc>
          <a:spcPct val="90000"/>
        </a:lnSpc>
        <a:spcBef>
          <a:spcPts val="500"/>
        </a:spcBef>
        <a:buChar char="•"/>
        <a:defRPr sz="1800" lang="ko-KR">
          <a:solidFill>
            <a:schemeClr val="tx1"/>
          </a:solidFill>
          <a:latin typeface="Calibri"/>
          <a:ea typeface="Calibri"/>
          <a:cs typeface="Calibri"/>
        </a:defRPr>
      </a:lvl7pPr>
      <a:lvl8pPr marL="3429000" indent="-228600" algn="l">
        <a:lnSpc>
          <a:spcPct val="90000"/>
        </a:lnSpc>
        <a:spcBef>
          <a:spcPts val="500"/>
        </a:spcBef>
        <a:buChar char="•"/>
        <a:defRPr sz="1800" lang="ko-KR">
          <a:solidFill>
            <a:schemeClr val="tx1"/>
          </a:solidFill>
          <a:latin typeface="Calibri"/>
          <a:ea typeface="Calibri"/>
          <a:cs typeface="Calibri"/>
        </a:defRPr>
      </a:lvl8pPr>
      <a:lvl9pPr marL="3886200" indent="-228600" algn="l">
        <a:lnSpc>
          <a:spcPct val="90000"/>
        </a:lnSpc>
        <a:spcBef>
          <a:spcPts val="500"/>
        </a:spcBef>
        <a:buChar char="•"/>
        <a:defRPr sz="1800" lang="ko-KR">
          <a:solidFill>
            <a:schemeClr val="tx1"/>
          </a:solidFill>
          <a:latin typeface="Calibri"/>
          <a:ea typeface="Calibri"/>
          <a:cs typeface="Calibri"/>
        </a:defRPr>
      </a:lvl9pPr>
    </p:bodyStyle>
    <p:otherStyle>
      <a:lvl1pPr marL="0" algn="l">
        <a:buNone/>
        <a:defRPr sz="1800" lang="ko-KR">
          <a:solidFill>
            <a:schemeClr val="tx1"/>
          </a:solidFill>
          <a:latin typeface="Calibri"/>
          <a:ea typeface="Calibri"/>
          <a:cs typeface="Calibri"/>
        </a:defRPr>
      </a:lvl1pPr>
      <a:lvl2pPr marL="457200" algn="l">
        <a:buNone/>
        <a:defRPr sz="1800" lang="ko-KR">
          <a:solidFill>
            <a:schemeClr val="tx1"/>
          </a:solidFill>
          <a:latin typeface="Calibri"/>
          <a:ea typeface="Calibri"/>
          <a:cs typeface="Calibri"/>
        </a:defRPr>
      </a:lvl2pPr>
      <a:lvl3pPr marL="914400" algn="l">
        <a:buNone/>
        <a:defRPr sz="1800" lang="ko-KR">
          <a:solidFill>
            <a:schemeClr val="tx1"/>
          </a:solidFill>
          <a:latin typeface="Calibri"/>
          <a:ea typeface="Calibri"/>
          <a:cs typeface="Calibri"/>
        </a:defRPr>
      </a:lvl3pPr>
      <a:lvl4pPr marL="1371600" algn="l">
        <a:buNone/>
        <a:defRPr sz="1800" lang="ko-KR">
          <a:solidFill>
            <a:schemeClr val="tx1"/>
          </a:solidFill>
          <a:latin typeface="Calibri"/>
          <a:ea typeface="Calibri"/>
          <a:cs typeface="Calibri"/>
        </a:defRPr>
      </a:lvl4pPr>
      <a:lvl5pPr marL="1828800" algn="l">
        <a:buNone/>
        <a:defRPr sz="1800" lang="ko-KR">
          <a:solidFill>
            <a:schemeClr val="tx1"/>
          </a:solidFill>
          <a:latin typeface="Calibri"/>
          <a:ea typeface="Calibri"/>
          <a:cs typeface="Calibri"/>
        </a:defRPr>
      </a:lvl5pPr>
      <a:lvl6pPr marL="2286000" algn="l">
        <a:buNone/>
        <a:defRPr sz="1800" lang="ko-KR">
          <a:solidFill>
            <a:schemeClr val="tx1"/>
          </a:solidFill>
          <a:latin typeface="Calibri"/>
          <a:ea typeface="Calibri"/>
          <a:cs typeface="Calibri"/>
        </a:defRPr>
      </a:lvl6pPr>
      <a:lvl7pPr marL="2743200" algn="l">
        <a:buNone/>
        <a:defRPr sz="1800" lang="ko-KR">
          <a:solidFill>
            <a:schemeClr val="tx1"/>
          </a:solidFill>
          <a:latin typeface="Calibri"/>
          <a:ea typeface="Calibri"/>
          <a:cs typeface="Calibri"/>
        </a:defRPr>
      </a:lvl7pPr>
      <a:lvl8pPr marL="3200400" algn="l">
        <a:buNone/>
        <a:defRPr sz="1800" lang="ko-KR">
          <a:solidFill>
            <a:schemeClr val="tx1"/>
          </a:solidFill>
          <a:latin typeface="Calibri"/>
          <a:ea typeface="Calibri"/>
          <a:cs typeface="Calibri"/>
        </a:defRPr>
      </a:lvl8pPr>
      <a:lvl9pPr marL="3657600" algn="l">
        <a:buNone/>
        <a:defRPr sz="1800" lang="ko-KR">
          <a:solidFill>
            <a:schemeClr val="tx1"/>
          </a:solidFill>
          <a:latin typeface="Calibri"/>
          <a:ea typeface="Calibri"/>
          <a:cs typeface="Calibri"/>
        </a:defRPr>
      </a:lvl9pPr>
    </p:otherStyle>
  </p:txStyles>
</p:sldMaster>
</file>

<file path=ppt/slideMasters/theme/dp3parallelv3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3dbac57b6e49ac" /><Relationship Type="http://schemas.openxmlformats.org/officeDocument/2006/relationships/notesSlide" Target="/ppt/notesSlides/notesSlide1.xml" Id="R9dd099a2e2d547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3ca4d4065f4db1" /><Relationship Type="http://schemas.openxmlformats.org/officeDocument/2006/relationships/notesSlide" Target="/ppt/notesSlides/notesSlide2.xml" Id="R9d82736907004f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01dab747fa4fce" /><Relationship Type="http://schemas.openxmlformats.org/officeDocument/2006/relationships/notesSlide" Target="/ppt/notesSlides/notesSlide3.xml" Id="R3239f997899749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b5b5cd5a5c494c" /><Relationship Type="http://schemas.openxmlformats.org/officeDocument/2006/relationships/notesSlide" Target="/ppt/notesSlides/notesSlide4.xml" Id="R4b404fd1f87d45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e02b519184ebc" /><Relationship Type="http://schemas.openxmlformats.org/officeDocument/2006/relationships/notesSlide" Target="/ppt/notesSlides/notesSlide5.xml" Id="Rc22f4e203d6247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f1b252975042a2" /><Relationship Type="http://schemas.openxmlformats.org/officeDocument/2006/relationships/notesSlide" Target="/ppt/notesSlides/notesSlide6.xml" Id="R306c56c2f0784c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08f56cdd934fd8" /><Relationship Type="http://schemas.openxmlformats.org/officeDocument/2006/relationships/notesSlide" Target="/ppt/notesSlides/notesSlide7.xml" Id="R7e82de5f8d984c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4ccd82614d4493" /><Relationship Type="http://schemas.openxmlformats.org/officeDocument/2006/relationships/notesSlide" Target="/ppt/notesSlides/notesSlide8.xml" Id="Ra258fd6d8273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26c3e7cd2fa4c3f" /><Relationship Type="http://schemas.openxmlformats.org/officeDocument/2006/relationships/notesSlide" Target="/ppt/notesSlides/notesSlide9.xml" Id="Rff7e25aba8e04f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427840046d4a2b" /><Relationship Type="http://schemas.openxmlformats.org/officeDocument/2006/relationships/notesSlide" Target="/ppt/notesSlides/notesSlide10.xml" Id="Rc7c9a95c38314c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ce91f1a3e04885" /><Relationship Type="http://schemas.openxmlformats.org/officeDocument/2006/relationships/notesSlide" Target="/ppt/notesSlides/notesSlide11.xml" Id="Rf558771425ad4e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04f7de223344f17" /><Relationship Type="http://schemas.openxmlformats.org/officeDocument/2006/relationships/notesSlide" Target="/ppt/notesSlides/notesSlide12.xml" Id="Rabe56650171a44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b4728ba3534951" /><Relationship Type="http://schemas.openxmlformats.org/officeDocument/2006/relationships/notesSlide" Target="/ppt/notesSlides/notesSlide13.xml" Id="Rac6774525c584b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28e84e963c4094" /><Relationship Type="http://schemas.openxmlformats.org/officeDocument/2006/relationships/notesSlide" Target="/ppt/notesSlides/notesSlide14.xml" Id="R025e67c04ee44c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819bd58aa4b89" /><Relationship Type="http://schemas.openxmlformats.org/officeDocument/2006/relationships/notesSlide" Target="/ppt/notesSlides/notesSlide15.xml" Id="R428716dfa68947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03bbd21f8c54fb1" /><Relationship Type="http://schemas.openxmlformats.org/officeDocument/2006/relationships/notesSlide" Target="/ppt/notesSlides/notesSlide16.xml" Id="R83639b8ab6524f49" /></Relationships>
</file>

<file path=ppt/slides/_rels/slide109.xml.rels><?xml version='1.0' encoding='utf-8'?>
<Relationships xmlns="http://schemas.openxmlformats.org/package/2006/relationships"><Relationship Type="http://schemas.openxmlformats.org/officeDocument/2006/relationships/slideLayout" Target="/ppt/slideLayouts/dp3parallelv3_slideLayout6.xml" Id="Rc09c659c95db4fe4" /><Relationship Type="http://schemas.openxmlformats.org/officeDocument/2006/relationships/notesSlide" Target="/ppt/notesSlides/notesSlide109.xml" Id="R470516703b1a4250" /></Relationships>
</file>

<file path=ppt/slides/_rels/slide110.xml.rels><?xml version='1.0' encoding='utf-8'?>
<Relationships xmlns="http://schemas.openxmlformats.org/package/2006/relationships"><Relationship Type="http://schemas.openxmlformats.org/officeDocument/2006/relationships/slideLayout" Target="/ppt/slideLayouts/dp3parallelv3_slideLayout6.xml" Id="Rb290ac8301e745dc" /><Relationship Type="http://schemas.openxmlformats.org/officeDocument/2006/relationships/notesSlide" Target="/ppt/notesSlides/notesSlide110.xml" Id="R17a9fcbc30554134" /></Relationships>
</file>

<file path=ppt/slides/_rels/slide111.xml.rels><?xml version='1.0' encoding='utf-8'?>
<Relationships xmlns="http://schemas.openxmlformats.org/package/2006/relationships"><Relationship Type="http://schemas.openxmlformats.org/officeDocument/2006/relationships/slideLayout" Target="/ppt/slideLayouts/dp3parallelv3_slideLayout6.xml" Id="Ra602c06b8c1944d2" /><Relationship Type="http://schemas.openxmlformats.org/officeDocument/2006/relationships/notesSlide" Target="/ppt/notesSlides/notesSlide111.xml" Id="R20d256f877e74925" /></Relationships>
</file>

<file path=ppt/slides/_rels/slide112.xml.rels><?xml version='1.0' encoding='utf-8'?>
<Relationships xmlns="http://schemas.openxmlformats.org/package/2006/relationships"><Relationship Type="http://schemas.openxmlformats.org/officeDocument/2006/relationships/slideLayout" Target="/ppt/slideLayouts/dp3parallelv3_slideLayout6.xml" Id="R41bb31f1b61040c7" /><Relationship Type="http://schemas.openxmlformats.org/officeDocument/2006/relationships/notesSlide" Target="/ppt/notesSlides/notesSlide112.xml" Id="Rf3ffbcb637374937" /></Relationships>
</file>

<file path=ppt/slides/_rels/slide113.xml.rels><?xml version='1.0' encoding='utf-8'?>
<Relationships xmlns="http://schemas.openxmlformats.org/package/2006/relationships"><Relationship Type="http://schemas.openxmlformats.org/officeDocument/2006/relationships/slideLayout" Target="/ppt/slideLayouts/dp3parallelv3_slideLayout6.xml" Id="Rb85fc37763394495" /><Relationship Type="http://schemas.openxmlformats.org/officeDocument/2006/relationships/notesSlide" Target="/ppt/notesSlides/notesSlide113.xml" Id="Reace7c7ca58c48aa"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3" name="Unified slide title">
            <a:extLst>
              <a:ext uri="{FF2B5EF4-FFF2-40B4-BE49-F238E27FC236}">
                <ns2:creationId id="{F7964089-5980-4560-89D3-C839747824D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(배경)</a:t>
            </a:r>
            <a:endParaRPr lang="ko-KR">
              <a:latin typeface="Calibri"/>
              <a:ea typeface="Calibri"/>
              <a:cs typeface="Calibri"/>
            </a:endParaRPr>
          </a:p>
        </p:txBody>
      </p:sp>
      <p:sp>
        <p:nvSpPr>
          <p:cNvPr id="2" name="Workflow 과제 소개">
            <a:extLst>
              <a:ext uri="{FF2B5EF4-FFF2-40B4-BE49-F238E27FC236}">
                <ns2:creationId id="{644F1FE8-D1E2-4813-83FD-0B882DE9A2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3E9936-A125-47D3-A54F-FE5851C0DBC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12DD1D9C-4B0B-450A-9AC4-EEF8B190C397}"/>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219E7FC-85E8-41C4-9135-34E2D91CF67B}"/>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B3DE92E0-20D8-46E9-AFA1-9ACAB11ACE6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FDAD6A2A-4FF9-4319-87E0-47E7AB08016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7487650-07A6-46DB-976D-ADD704A609A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6CA5113B-7B42-4647-8F14-7D12A732553C}"/>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48545D5A-E95A-485A-9F32-A97FDCD75C4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DA293E17-CFE9-482F-92FF-4506AAB3D04E}"/>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A206E033-7BD1-4F40-8B7E-93AAB43886E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641D2F7F-2321-4603-98C6-DB8CF96F504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 / 17</a:t>
            </a:r>
            <a:endParaRPr lang="ko-KR">
              <a:latin typeface="Calibri"/>
              <a:ea typeface="Calibri"/>
              <a:cs typeface="Calibri"/>
            </a:endParaRPr>
          </a:p>
        </p:txBody>
      </p:sp>
      <p:sp>
        <p:nvSpPr>
          <p:cNvPr id="14" name="DP1 object 1">
            <a:extLst>
              <a:ext uri="{FF2B5EF4-FFF2-40B4-BE49-F238E27FC236}">
                <ns2:creationId id="{D717C613-53DD-4084-A686-613375DF63C8}"/>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같은 자료를 다시 묻는데, 원문은 바뀐다</a:t>
            </a:r>
            <a:endParaRPr lang="ko-KR">
              <a:latin typeface="Calibri"/>
              <a:ea typeface="Calibri"/>
              <a:cs typeface="Calibri"/>
            </a:endParaRPr>
          </a:p>
        </p:txBody>
      </p:sp>
      <p:sp>
        <p:nvSpPr>
          <p:cNvPr id="15" name="DP1 object 2">
            <a:extLst>
              <a:ext uri="{FF2B5EF4-FFF2-40B4-BE49-F238E27FC236}">
                <ns2:creationId id="{73897EE6-9747-4C54-AEC8-A3BA89D0CC30}"/>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연속된 대화에서 이전 설명과 업무 결과를 현재 조건에 맞게 다시 사용해야 한다.</a:t>
            </a:r>
            <a:endParaRPr lang="ko-KR">
              <a:latin typeface="Calibri"/>
              <a:ea typeface="Calibri"/>
              <a:cs typeface="Calibri"/>
            </a:endParaRPr>
          </a:p>
        </p:txBody>
      </p:sp>
      <p:sp>
        <p:nvSpPr>
          <p:cNvPr id="16" name="DP1 object 3">
            <a:extLst>
              <a:ext uri="{FF2B5EF4-FFF2-40B4-BE49-F238E27FC236}">
                <ns2:creationId id="{F96F791C-3E47-4131-B380-71854D66D30E}"/>
              </a:ext>
            </a:extLst>
          </p:cNvPr>
          <p:cNvSpPr>
            <a:spLocks noGrp="1"/>
          </p:cNvSpPr>
          <p:nvPr/>
        </p:nvSpPr>
        <p:spPr>
          <a:xfrm>
            <a:off x="1000125" y="2876550"/>
            <a:ext cx="11315700" cy="1266825"/>
          </a:xfrm>
          <a:prstGeom prst="roundRect">
            <a:avLst>
              <a:gd name="adj" fmla="val 6015"/>
            </a:avLst>
          </a:prstGeom>
          <a:solidFill>
            <a:srgbClr val="F1F6FC"/>
          </a:solidFill>
          <a:ln w="23813">
            <a:solidFill>
              <a:srgbClr val="4676CB"/>
            </a:solidFill>
            <a:prstDash val="solid"/>
          </a:ln>
        </p:spPr>
      </p:sp>
      <p:sp>
        <p:nvSpPr>
          <p:cNvPr id="17" name="DP1 object 4">
            <a:extLst>
              <a:ext uri="{FF2B5EF4-FFF2-40B4-BE49-F238E27FC236}">
                <ns2:creationId id="{02F7028B-DE4E-4376-B1CE-68BF42CF3CED}"/>
              </a:ext>
            </a:extLst>
          </p:cNvPr>
          <p:cNvSpPr>
            <a:spLocks noGrp="1"/>
          </p:cNvSpPr>
          <p:nvPr/>
        </p:nvSpPr>
        <p:spPr>
          <a:xfrm>
            <a:off x="1219200" y="3009900"/>
            <a:ext cx="1571625" cy="323850"/>
          </a:xfrm>
          <a:prstGeom prst="rect">
            <a:avLst/>
          </a:prstGeom>
          <a:noFill/>
          <a:ln w="0">
            <a:noFill/>
            <a:prstDash val="solid"/>
          </a:ln>
        </p:spPr>
        <p:txBody>
          <a:bodyPr wrap="none" lIns="0" tIns="0" rIns="0" bIns="0" anchor="ctr">
            <a:noAutofit/>
          </a:bodyPr>
          <a:lstStyle>
            <a:defPPr algn="l">
              <a:defRPr sz="1800" b="1" lang="ko-KR">
                <a:solidFill>
                  <a:srgbClr val="4676CB"/>
                </a:solidFill>
                <a:latin typeface="Calibri"/>
                <a:ea typeface="Calibri"/>
                <a:cs typeface="Calibri"/>
              </a:defRPr>
            </a:defPPr>
            <a:lvl1pPr algn="l">
              <a:defRPr sz="1800" b="1" lang="ko-KR">
                <a:solidFill>
                  <a:srgbClr val="4676CB"/>
                </a:solidFill>
                <a:latin typeface="Calibri"/>
                <a:ea typeface="Calibri"/>
                <a:cs typeface="Calibri"/>
              </a:defRPr>
            </a:lvl1pPr>
            <a:lvl2pPr algn="l">
              <a:defRPr sz="1800" b="1" lang="ko-KR">
                <a:solidFill>
                  <a:srgbClr val="4676CB"/>
                </a:solidFill>
                <a:latin typeface="Calibri"/>
                <a:ea typeface="Calibri"/>
                <a:cs typeface="Calibri"/>
              </a:defRPr>
            </a:lvl2pPr>
            <a:lvl3pPr algn="l">
              <a:defRPr sz="1800" b="1" lang="ko-KR">
                <a:solidFill>
                  <a:srgbClr val="4676CB"/>
                </a:solidFill>
                <a:latin typeface="Calibri"/>
                <a:ea typeface="Calibri"/>
                <a:cs typeface="Calibri"/>
              </a:defRPr>
            </a:lvl3pPr>
            <a:lvl4pPr algn="l">
              <a:defRPr sz="1800" b="1" lang="ko-KR">
                <a:solidFill>
                  <a:srgbClr val="4676CB"/>
                </a:solidFill>
                <a:latin typeface="Calibri"/>
                <a:ea typeface="Calibri"/>
                <a:cs typeface="Calibri"/>
              </a:defRPr>
            </a:lvl4pPr>
            <a:lvl5pPr algn="l">
              <a:defRPr sz="1800" b="1" lang="ko-KR">
                <a:solidFill>
                  <a:srgbClr val="4676CB"/>
                </a:solidFill>
                <a:latin typeface="Calibri"/>
                <a:ea typeface="Calibri"/>
                <a:cs typeface="Calibri"/>
              </a:defRPr>
            </a:lvl5pPr>
            <a:lvl6pPr algn="l">
              <a:defRPr sz="1800" b="1" lang="ko-KR">
                <a:solidFill>
                  <a:srgbClr val="4676CB"/>
                </a:solidFill>
                <a:latin typeface="Calibri"/>
                <a:ea typeface="Calibri"/>
                <a:cs typeface="Calibri"/>
              </a:defRPr>
            </a:lvl6pPr>
            <a:lvl7pPr algn="l">
              <a:defRPr sz="1800" b="1" lang="ko-KR">
                <a:solidFill>
                  <a:srgbClr val="4676CB"/>
                </a:solidFill>
                <a:latin typeface="Calibri"/>
                <a:ea typeface="Calibri"/>
                <a:cs typeface="Calibri"/>
              </a:defRPr>
            </a:lvl7pPr>
            <a:lvl8pPr algn="l">
              <a:defRPr sz="1800" b="1" lang="ko-KR">
                <a:solidFill>
                  <a:srgbClr val="4676CB"/>
                </a:solidFill>
                <a:latin typeface="Calibri"/>
                <a:ea typeface="Calibri"/>
                <a:cs typeface="Calibri"/>
              </a:defRPr>
            </a:lvl8pPr>
            <a:lvl9pPr algn="l">
              <a:defRPr sz="1800" b="1" lang="ko-KR">
                <a:solidFill>
                  <a:srgbClr val="4676CB"/>
                </a:solidFill>
                <a:latin typeface="Calibri"/>
                <a:ea typeface="Calibri"/>
                <a:cs typeface="Calibri"/>
              </a:defRPr>
            </a:lvl9pPr>
          </a:lstStyle>
          <a:p>
            <a:pPr algn="l">
              <a:defRPr sz="1800" b="1" lang="ko-KR">
                <a:solidFill>
                  <a:srgbClr val="4676CB"/>
                </a:solidFill>
                <a:latin typeface="Calibri"/>
                <a:ea typeface="Calibri"/>
                <a:cs typeface="Calibri"/>
              </a:defRPr>
            </a:pPr>
            <a:r>
              <a:rPr sz="1800" b="1" lang="ko-KR">
                <a:solidFill>
                  <a:srgbClr val="4676CB"/>
                </a:solidFill>
                <a:latin typeface="Calibri"/>
                <a:ea typeface="Calibri"/>
                <a:cs typeface="Calibri"/>
              </a:rPr>
              <a:t>현재 요청</a:t>
            </a:r>
            <a:endParaRPr lang="ko-KR">
              <a:latin typeface="Calibri"/>
              <a:ea typeface="Calibri"/>
              <a:cs typeface="Calibri"/>
            </a:endParaRPr>
          </a:p>
        </p:txBody>
      </p:sp>
      <p:sp>
        <p:nvSpPr>
          <p:cNvPr id="18" name="DP1 object 5">
            <a:extLst>
              <a:ext uri="{FF2B5EF4-FFF2-40B4-BE49-F238E27FC236}">
                <ns2:creationId id="{8D05BF20-238D-4878-A37E-1CA002AC23A8}"/>
              </a:ext>
            </a:extLst>
          </p:cNvPr>
          <p:cNvSpPr>
            <a:spLocks noGrp="1"/>
          </p:cNvSpPr>
          <p:nvPr/>
        </p:nvSpPr>
        <p:spPr>
          <a:xfrm>
            <a:off x="1219200" y="3400425"/>
            <a:ext cx="10668000" cy="609600"/>
          </a:xfrm>
          <a:prstGeom prst="rect">
            <a:avLst/>
          </a:prstGeom>
          <a:noFill/>
          <a:ln w="0">
            <a:noFill/>
            <a:prstDash val="solid"/>
          </a:ln>
        </p:spPr>
        <p:txBody>
          <a:bodyPr wrap="none" lIns="0" tIns="0" rIns="0" bIns="0" anchor="ctr">
            <a:noAutofit/>
          </a:bodyPr>
          <a:lstStyle>
            <a:defPPr algn="ctr">
              <a:defRPr sz="2600" b="1" lang="ko-KR">
                <a:solidFill>
                  <a:srgbClr val="111111"/>
                </a:solidFill>
                <a:latin typeface="Calibri"/>
                <a:ea typeface="Calibri"/>
                <a:cs typeface="Calibri"/>
              </a:defRPr>
            </a:defPPr>
            <a:lvl1pPr algn="ctr">
              <a:defRPr sz="2600" b="1" lang="ko-KR">
                <a:solidFill>
                  <a:srgbClr val="111111"/>
                </a:solidFill>
                <a:latin typeface="Calibri"/>
                <a:ea typeface="Calibri"/>
                <a:cs typeface="Calibri"/>
              </a:defRPr>
            </a:lvl1pPr>
            <a:lvl2pPr algn="ctr">
              <a:defRPr sz="2600" b="1" lang="ko-KR">
                <a:solidFill>
                  <a:srgbClr val="111111"/>
                </a:solidFill>
                <a:latin typeface="Calibri"/>
                <a:ea typeface="Calibri"/>
                <a:cs typeface="Calibri"/>
              </a:defRPr>
            </a:lvl2pPr>
            <a:lvl3pPr algn="ctr">
              <a:defRPr sz="2600" b="1" lang="ko-KR">
                <a:solidFill>
                  <a:srgbClr val="111111"/>
                </a:solidFill>
                <a:latin typeface="Calibri"/>
                <a:ea typeface="Calibri"/>
                <a:cs typeface="Calibri"/>
              </a:defRPr>
            </a:lvl3pPr>
            <a:lvl4pPr algn="ctr">
              <a:defRPr sz="2600" b="1" lang="ko-KR">
                <a:solidFill>
                  <a:srgbClr val="111111"/>
                </a:solidFill>
                <a:latin typeface="Calibri"/>
                <a:ea typeface="Calibri"/>
                <a:cs typeface="Calibri"/>
              </a:defRPr>
            </a:lvl4pPr>
            <a:lvl5pPr algn="ctr">
              <a:defRPr sz="2600" b="1" lang="ko-KR">
                <a:solidFill>
                  <a:srgbClr val="111111"/>
                </a:solidFill>
                <a:latin typeface="Calibri"/>
                <a:ea typeface="Calibri"/>
                <a:cs typeface="Calibri"/>
              </a:defRPr>
            </a:lvl5pPr>
            <a:lvl6pPr algn="ctr">
              <a:defRPr sz="2600" b="1" lang="ko-KR">
                <a:solidFill>
                  <a:srgbClr val="111111"/>
                </a:solidFill>
                <a:latin typeface="Calibri"/>
                <a:ea typeface="Calibri"/>
                <a:cs typeface="Calibri"/>
              </a:defRPr>
            </a:lvl6pPr>
            <a:lvl7pPr algn="ctr">
              <a:defRPr sz="2600" b="1" lang="ko-KR">
                <a:solidFill>
                  <a:srgbClr val="111111"/>
                </a:solidFill>
                <a:latin typeface="Calibri"/>
                <a:ea typeface="Calibri"/>
                <a:cs typeface="Calibri"/>
              </a:defRPr>
            </a:lvl7pPr>
            <a:lvl8pPr algn="ctr">
              <a:defRPr sz="2600" b="1" lang="ko-KR">
                <a:solidFill>
                  <a:srgbClr val="111111"/>
                </a:solidFill>
                <a:latin typeface="Calibri"/>
                <a:ea typeface="Calibri"/>
                <a:cs typeface="Calibri"/>
              </a:defRPr>
            </a:lvl8pPr>
            <a:lvl9pPr algn="ctr">
              <a:defRPr sz="2600" b="1" lang="ko-KR">
                <a:solidFill>
                  <a:srgbClr val="111111"/>
                </a:solidFill>
                <a:latin typeface="Calibri"/>
                <a:ea typeface="Calibri"/>
                <a:cs typeface="Calibri"/>
              </a:defRPr>
            </a:lvl9pPr>
          </a:lstStyle>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“지난번 설명한 기준과 제품 비교 결과에</a:t>
            </a:r>
            <a:endParaRPr lang="ko-KR">
              <a:latin typeface="Calibri"/>
              <a:ea typeface="Calibri"/>
              <a:cs typeface="Calibri"/>
            </a:endParaRPr>
          </a:p>
          <a:p>
            <a:pPr algn="ctr">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수정된 견적을 반영해줘.”</a:t>
            </a:r>
            <a:endParaRPr lang="ko-KR">
              <a:latin typeface="Calibri"/>
              <a:ea typeface="Calibri"/>
              <a:cs typeface="Calibri"/>
            </a:endParaRPr>
          </a:p>
        </p:txBody>
      </p:sp>
      <p:sp>
        <p:nvSpPr>
          <p:cNvPr id="19" name="Editable path 6">
            <a:extLst>
              <a:ext uri="{FF2B5EF4-FFF2-40B4-BE49-F238E27FC236}">
                <ns2:creationId id="{E9224903-98D1-4FFB-AC4E-225CF6C073F8}"/>
              </a:ext>
            </a:extLst>
          </p:cNvPr>
          <p:cNvSpPr>
            <a:spLocks noGrp="1"/>
          </p:cNvSpPr>
          <p:nvPr/>
        </p:nvSpPr>
        <p:spPr>
          <a:xfrm>
            <a:off x="11601450" y="4143375"/>
            <a:ext cx="447675" cy="304800"/>
          </a:xfrm>
          <a:custGeom>
            <a:pathLst>
              <a:path w="447675" h="304800">
                <a:moveTo>
                  <a:pt x="0" y="0"/>
                </a:moveTo>
                <a:lnTo>
                  <a:pt x="447675" y="304800"/>
                </a:lnTo>
                <a:lnTo>
                  <a:pt x="285750" y="0"/>
                </a:lnTo>
              </a:path>
            </a:pathLst>
          </a:custGeom>
          <a:noFill/>
          <a:ln w="19050">
            <a:solidFill>
              <a:srgbClr val="4676CB"/>
            </a:solidFill>
            <a:prstDash val="solid"/>
          </a:ln>
        </p:spPr>
      </p:sp>
      <p:sp>
        <p:nvSpPr>
          <p:cNvPr id="20" name="이전에 전달한 설명">
            <a:extLst>
              <a:ext uri="{FF2B5EF4-FFF2-40B4-BE49-F238E27FC236}">
                <ns2:creationId id="{8D5E12DB-677E-460B-9796-68D7C6917BA7}"/>
              </a:ext>
            </a:extLst>
          </p:cNvPr>
          <p:cNvSpPr>
            <a:spLocks noGrp="1"/>
          </p:cNvSpPr>
          <p:nvPr/>
        </p:nvSpPr>
        <p:spPr>
          <a:xfrm>
            <a:off x="981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21" name="Editable path 7">
            <a:extLst>
              <a:ext uri="{FF2B5EF4-FFF2-40B4-BE49-F238E27FC236}">
                <ns2:creationId id="{2D58DA19-F03A-43F2-AFC3-A04AD8A7A99C}"/>
              </a:ext>
            </a:extLst>
          </p:cNvPr>
          <p:cNvSpPr>
            <a:spLocks noGrp="1"/>
          </p:cNvSpPr>
          <p:nvPr/>
        </p:nvSpPr>
        <p:spPr>
          <a:xfrm>
            <a:off x="4162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2" name="DP1 object 8">
            <a:extLst>
              <a:ext uri="{FF2B5EF4-FFF2-40B4-BE49-F238E27FC236}">
                <ns2:creationId id="{DCB2F770-3B65-4246-B603-678205E4F996}"/>
              </a:ext>
            </a:extLst>
          </p:cNvPr>
          <p:cNvSpPr>
            <a:spLocks noGrp="1"/>
          </p:cNvSpPr>
          <p:nvPr/>
        </p:nvSpPr>
        <p:spPr>
          <a:xfrm>
            <a:off x="1143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이전에 전달한 설명</a:t>
            </a:r>
            <a:endParaRPr lang="ko-KR">
              <a:latin typeface="Calibri"/>
              <a:ea typeface="Calibri"/>
              <a:cs typeface="Calibri"/>
            </a:endParaRPr>
          </a:p>
        </p:txBody>
      </p:sp>
      <p:sp>
        <p:nvSpPr>
          <p:cNvPr id="23" name="Editable path 9">
            <a:extLst>
              <a:ext uri="{FF2B5EF4-FFF2-40B4-BE49-F238E27FC236}">
                <ns2:creationId id="{CBA6BDD7-32CA-4438-A4FD-F18E5B647A82}"/>
              </a:ext>
            </a:extLst>
          </p:cNvPr>
          <p:cNvSpPr>
            <a:spLocks noGrp="1"/>
          </p:cNvSpPr>
          <p:nvPr/>
        </p:nvSpPr>
        <p:spPr>
          <a:xfrm>
            <a:off x="1143000" y="6096000"/>
            <a:ext cx="3009900" cy="953"/>
          </a:xfrm>
          <a:custGeom>
            <a:pathLst>
              <a:path w="3009900" h="953">
                <a:moveTo>
                  <a:pt x="0" y="0"/>
                </a:moveTo>
                <a:lnTo>
                  <a:pt x="3009900" y="0"/>
                </a:lnTo>
              </a:path>
            </a:pathLst>
          </a:custGeom>
          <a:noFill/>
          <a:ln w="9525">
            <a:solidFill>
              <a:srgbClr val="B7B9B9"/>
            </a:solidFill>
            <a:prstDash val="solid"/>
          </a:ln>
        </p:spPr>
      </p:sp>
      <p:sp>
        <p:nvSpPr>
          <p:cNvPr id="24" name="DP1 object 10">
            <a:extLst>
              <a:ext uri="{FF2B5EF4-FFF2-40B4-BE49-F238E27FC236}">
                <ns2:creationId id="{6465EE6C-6013-42EF-B38C-D29B65A13731}"/>
              </a:ext>
            </a:extLst>
          </p:cNvPr>
          <p:cNvSpPr>
            <a:spLocks noGrp="1"/>
          </p:cNvSpPr>
          <p:nvPr/>
        </p:nvSpPr>
        <p:spPr>
          <a:xfrm>
            <a:off x="1143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25" name="DP1 object 11">
            <a:extLst>
              <a:ext uri="{FF2B5EF4-FFF2-40B4-BE49-F238E27FC236}">
                <ns2:creationId id="{5A59704E-FDBB-4253-A7AC-C8D69BE22B52}"/>
              </a:ext>
            </a:extLst>
          </p:cNvPr>
          <p:cNvSpPr>
            <a:spLocks noGrp="1"/>
          </p:cNvSpPr>
          <p:nvPr/>
        </p:nvSpPr>
        <p:spPr>
          <a:xfrm>
            <a:off x="1143000" y="6191250"/>
            <a:ext cx="2971800" cy="352425"/>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a:t>
            </a:r>
            <a:endParaRPr lang="ko-KR">
              <a:latin typeface="Calibri"/>
              <a:ea typeface="Calibri"/>
              <a:cs typeface="Calibri"/>
            </a:endParaRPr>
          </a:p>
        </p:txBody>
      </p:sp>
      <p:sp>
        <p:nvSpPr>
          <p:cNvPr id="26" name="DP1 object 12">
            <a:extLst>
              <a:ext uri="{FF2B5EF4-FFF2-40B4-BE49-F238E27FC236}">
                <ns2:creationId id="{AB90507E-D992-4A3B-A03E-95E267CA52F7}"/>
              </a:ext>
            </a:extLst>
          </p:cNvPr>
          <p:cNvSpPr>
            <a:spLocks noGrp="1"/>
          </p:cNvSpPr>
          <p:nvPr/>
        </p:nvSpPr>
        <p:spPr>
          <a:xfrm>
            <a:off x="1123950" y="6762750"/>
            <a:ext cx="3019425" cy="333375"/>
          </a:xfrm>
          <a:prstGeom prst="rect">
            <a:avLst/>
          </a:prstGeom>
          <a:solidFill>
            <a:srgbClr val="C9E1B3"/>
          </a:solidFill>
          <a:ln w="0">
            <a:noFill/>
            <a:prstDash val="solid"/>
          </a:ln>
        </p:spPr>
      </p:sp>
      <p:sp>
        <p:nvSpPr>
          <p:cNvPr id="27" name="DP1 object 13">
            <a:extLst>
              <a:ext uri="{FF2B5EF4-FFF2-40B4-BE49-F238E27FC236}">
                <ns2:creationId id="{F6C18399-37AF-4CEC-8977-50DA296FF5F7}"/>
              </a:ext>
            </a:extLst>
          </p:cNvPr>
          <p:cNvSpPr>
            <a:spLocks noGrp="1"/>
          </p:cNvSpPr>
          <p:nvPr/>
        </p:nvSpPr>
        <p:spPr>
          <a:xfrm>
            <a:off x="1143000" y="6743700"/>
            <a:ext cx="297180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유지보수 기간 우선</a:t>
            </a:r>
            <a:endParaRPr lang="ko-KR">
              <a:latin typeface="Calibri"/>
              <a:ea typeface="Calibri"/>
              <a:cs typeface="Calibri"/>
            </a:endParaRPr>
          </a:p>
        </p:txBody>
      </p:sp>
      <p:sp>
        <p:nvSpPr>
          <p:cNvPr id="28" name="DP1 object 14">
            <a:extLst>
              <a:ext uri="{FF2B5EF4-FFF2-40B4-BE49-F238E27FC236}">
                <ns2:creationId id="{514EB985-2FCE-426F-A0DC-76477312C5F6}"/>
              </a:ext>
            </a:extLst>
          </p:cNvPr>
          <p:cNvSpPr>
            <a:spLocks noGrp="1"/>
          </p:cNvSpPr>
          <p:nvPr/>
        </p:nvSpPr>
        <p:spPr>
          <a:xfrm>
            <a:off x="981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실제로 전달한 범위만</a:t>
            </a:r>
            <a:endParaRPr lang="ko-KR">
              <a:latin typeface="Calibri"/>
              <a:ea typeface="Calibri"/>
              <a:cs typeface="Calibri"/>
            </a:endParaRPr>
          </a:p>
        </p:txBody>
      </p:sp>
      <p:sp>
        <p:nvSpPr>
          <p:cNvPr id="29" name="앞선 제품 비교 결과">
            <a:extLst>
              <a:ext uri="{FF2B5EF4-FFF2-40B4-BE49-F238E27FC236}">
                <ns2:creationId id="{50FF5E7E-ECE8-4F8A-98D5-D55550933606}"/>
              </a:ext>
            </a:extLst>
          </p:cNvPr>
          <p:cNvSpPr>
            <a:spLocks noGrp="1"/>
          </p:cNvSpPr>
          <p:nvPr/>
        </p:nvSpPr>
        <p:spPr>
          <a:xfrm>
            <a:off x="49815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0" name="Editable path 15">
            <a:extLst>
              <a:ext uri="{FF2B5EF4-FFF2-40B4-BE49-F238E27FC236}">
                <ns2:creationId id="{7F0EECDE-B8FF-4C13-9271-293B7104E284}"/>
              </a:ext>
            </a:extLst>
          </p:cNvPr>
          <p:cNvSpPr>
            <a:spLocks noGrp="1"/>
          </p:cNvSpPr>
          <p:nvPr/>
        </p:nvSpPr>
        <p:spPr>
          <a:xfrm>
            <a:off x="81629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1" name="DP1 object 16">
            <a:extLst>
              <a:ext uri="{FF2B5EF4-FFF2-40B4-BE49-F238E27FC236}">
                <ns2:creationId id="{0E23A3AF-C03F-40B3-A83F-74CAC96EFD3B}"/>
              </a:ext>
            </a:extLst>
          </p:cNvPr>
          <p:cNvSpPr>
            <a:spLocks noGrp="1"/>
          </p:cNvSpPr>
          <p:nvPr/>
        </p:nvSpPr>
        <p:spPr>
          <a:xfrm>
            <a:off x="51435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앞선 제품 비교 결과</a:t>
            </a:r>
            <a:endParaRPr lang="ko-KR">
              <a:latin typeface="Calibri"/>
              <a:ea typeface="Calibri"/>
              <a:cs typeface="Calibri"/>
            </a:endParaRPr>
          </a:p>
        </p:txBody>
      </p:sp>
      <p:sp>
        <p:nvSpPr>
          <p:cNvPr id="32" name="Editable path 17">
            <a:extLst>
              <a:ext uri="{FF2B5EF4-FFF2-40B4-BE49-F238E27FC236}">
                <ns2:creationId id="{7D8FE154-BACA-46DC-BA4A-A9E227825DB7}"/>
              </a:ext>
            </a:extLst>
          </p:cNvPr>
          <p:cNvSpPr>
            <a:spLocks noGrp="1"/>
          </p:cNvSpPr>
          <p:nvPr/>
        </p:nvSpPr>
        <p:spPr>
          <a:xfrm>
            <a:off x="5143500" y="6096000"/>
            <a:ext cx="3009900" cy="953"/>
          </a:xfrm>
          <a:custGeom>
            <a:pathLst>
              <a:path w="3009900" h="953">
                <a:moveTo>
                  <a:pt x="0" y="0"/>
                </a:moveTo>
                <a:lnTo>
                  <a:pt x="3009900" y="0"/>
                </a:lnTo>
              </a:path>
            </a:pathLst>
          </a:custGeom>
          <a:noFill/>
          <a:ln w="9525">
            <a:solidFill>
              <a:srgbClr val="B7B9B9"/>
            </a:solidFill>
            <a:prstDash val="solid"/>
          </a:ln>
        </p:spPr>
      </p:sp>
      <p:sp>
        <p:nvSpPr>
          <p:cNvPr id="33" name="DP1 object 18">
            <a:extLst>
              <a:ext uri="{FF2B5EF4-FFF2-40B4-BE49-F238E27FC236}">
                <ns2:creationId id="{2A249B2D-F973-4D7A-9D06-99457CC82A4C}"/>
              </a:ext>
            </a:extLst>
          </p:cNvPr>
          <p:cNvSpPr>
            <a:spLocks noGrp="1"/>
          </p:cNvSpPr>
          <p:nvPr/>
        </p:nvSpPr>
        <p:spPr>
          <a:xfrm>
            <a:off x="51435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제품 A  /  제품 B</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 · 보증 · 설치 조건</a:t>
            </a:r>
            <a:endParaRPr lang="ko-KR">
              <a:latin typeface="Calibri"/>
              <a:ea typeface="Calibri"/>
              <a:cs typeface="Calibri"/>
            </a:endParaRPr>
          </a:p>
        </p:txBody>
      </p:sp>
      <p:sp>
        <p:nvSpPr>
          <p:cNvPr id="34" name="DP1 object 19">
            <a:extLst>
              <a:ext uri="{FF2B5EF4-FFF2-40B4-BE49-F238E27FC236}">
                <ns2:creationId id="{84E5F357-C69D-4952-9288-863471304334}"/>
              </a:ext>
            </a:extLst>
          </p:cNvPr>
          <p:cNvSpPr>
            <a:spLocks noGrp="1"/>
          </p:cNvSpPr>
          <p:nvPr/>
        </p:nvSpPr>
        <p:spPr>
          <a:xfrm>
            <a:off x="49815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다른 업무의 결과도 필요</a:t>
            </a:r>
            <a:endParaRPr lang="ko-KR">
              <a:latin typeface="Calibri"/>
              <a:ea typeface="Calibri"/>
              <a:cs typeface="Calibri"/>
            </a:endParaRPr>
          </a:p>
        </p:txBody>
      </p:sp>
      <p:sp>
        <p:nvSpPr>
          <p:cNvPr id="35" name="현재 견적  v2">
            <a:extLst>
              <a:ext uri="{FF2B5EF4-FFF2-40B4-BE49-F238E27FC236}">
                <ns2:creationId id="{31B6826C-D717-4D6E-8AA0-DAC3A9A9E47B}"/>
              </a:ext>
            </a:extLst>
          </p:cNvPr>
          <p:cNvSpPr>
            <a:spLocks noGrp="1"/>
          </p:cNvSpPr>
          <p:nvPr/>
        </p:nvSpPr>
        <p:spPr>
          <a:xfrm>
            <a:off x="8982075" y="5553075"/>
            <a:ext cx="3333750" cy="1885950"/>
          </a:xfrm>
          <a:custGeom>
            <a:pathLst>
              <a:path w="3333750" h="1885950">
                <a:moveTo>
                  <a:pt x="0" y="0"/>
                </a:moveTo>
                <a:lnTo>
                  <a:pt x="3181350" y="0"/>
                </a:lnTo>
                <a:lnTo>
                  <a:pt x="3333750" y="152400"/>
                </a:lnTo>
                <a:lnTo>
                  <a:pt x="3333750" y="1885950"/>
                </a:lnTo>
                <a:lnTo>
                  <a:pt x="0" y="1885950"/>
                </a:lnTo>
                <a:close/>
              </a:path>
            </a:pathLst>
          </a:custGeom>
          <a:solidFill>
            <a:srgbClr val="FFFFFF"/>
          </a:solidFill>
          <a:ln w="16193">
            <a:solidFill>
              <a:srgbClr val="111111"/>
            </a:solidFill>
            <a:prstDash val="solid"/>
          </a:ln>
        </p:spPr>
      </p:sp>
      <p:sp>
        <p:nvSpPr>
          <p:cNvPr id="36" name="Editable path 20">
            <a:extLst>
              <a:ext uri="{FF2B5EF4-FFF2-40B4-BE49-F238E27FC236}">
                <ns2:creationId id="{A8EF6E28-D877-483B-B0D9-F0333D66C1BC}"/>
              </a:ext>
            </a:extLst>
          </p:cNvPr>
          <p:cNvSpPr>
            <a:spLocks noGrp="1"/>
          </p:cNvSpPr>
          <p:nvPr/>
        </p:nvSpPr>
        <p:spPr>
          <a:xfrm>
            <a:off x="12163425" y="5553075"/>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1 object 21">
            <a:extLst>
              <a:ext uri="{FF2B5EF4-FFF2-40B4-BE49-F238E27FC236}">
                <ns2:creationId id="{6EF60346-9511-49B4-9DCC-CFEAF56BDD8D}"/>
              </a:ext>
            </a:extLst>
          </p:cNvPr>
          <p:cNvSpPr>
            <a:spLocks noGrp="1"/>
          </p:cNvSpPr>
          <p:nvPr/>
        </p:nvSpPr>
        <p:spPr>
          <a:xfrm>
            <a:off x="9144000" y="5695950"/>
            <a:ext cx="297180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견적  v2</a:t>
            </a:r>
            <a:endParaRPr lang="ko-KR">
              <a:latin typeface="Calibri"/>
              <a:ea typeface="Calibri"/>
              <a:cs typeface="Calibri"/>
            </a:endParaRPr>
          </a:p>
        </p:txBody>
      </p:sp>
      <p:sp>
        <p:nvSpPr>
          <p:cNvPr id="38" name="Editable path 22">
            <a:extLst>
              <a:ext uri="{FF2B5EF4-FFF2-40B4-BE49-F238E27FC236}">
                <ns2:creationId id="{ABFF80B2-118A-44BD-837B-291AEECE4E42}"/>
              </a:ext>
            </a:extLst>
          </p:cNvPr>
          <p:cNvSpPr>
            <a:spLocks noGrp="1"/>
          </p:cNvSpPr>
          <p:nvPr/>
        </p:nvSpPr>
        <p:spPr>
          <a:xfrm>
            <a:off x="9144000" y="6096000"/>
            <a:ext cx="3009900" cy="953"/>
          </a:xfrm>
          <a:custGeom>
            <a:pathLst>
              <a:path w="3009900" h="953">
                <a:moveTo>
                  <a:pt x="0" y="0"/>
                </a:moveTo>
                <a:lnTo>
                  <a:pt x="3009900" y="0"/>
                </a:lnTo>
              </a:path>
            </a:pathLst>
          </a:custGeom>
          <a:noFill/>
          <a:ln w="9525">
            <a:solidFill>
              <a:srgbClr val="B7B9B9"/>
            </a:solidFill>
            <a:prstDash val="solid"/>
          </a:ln>
        </p:spPr>
      </p:sp>
      <p:sp>
        <p:nvSpPr>
          <p:cNvPr id="39" name="DP1 object 23">
            <a:extLst>
              <a:ext uri="{FF2B5EF4-FFF2-40B4-BE49-F238E27FC236}">
                <ns2:creationId id="{6AAE5D70-A8DC-4C40-B589-BC0AC445E028}"/>
              </a:ext>
            </a:extLst>
          </p:cNvPr>
          <p:cNvSpPr>
            <a:spLocks noGrp="1"/>
          </p:cNvSpPr>
          <p:nvPr/>
        </p:nvSpPr>
        <p:spPr>
          <a:xfrm>
            <a:off x="9144000" y="6200775"/>
            <a:ext cx="3009900" cy="11239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defRPr lang="ko-KR">
                <a:latin typeface="Calibri"/>
                <a:ea typeface="Calibri"/>
                <a:cs typeface="Calibri"/>
              </a:defRPr>
            </a:pPr>
            <a:r>
              <a:rPr lang="ko-KR">
                <a:latin typeface="Calibri"/>
                <a:ea typeface="Calibri"/>
                <a:cs typeface="Calibri"/>
              </a:rPr>
              <a:t/>
            </a:r>
            <a:endParaRPr lang="ko-KR">
              <a:latin typeface="Calibri"/>
              <a:ea typeface="Calibri"/>
              <a:cs typeface="Calibri"/>
            </a:endParaRPr>
          </a:p>
        </p:txBody>
      </p:sp>
      <p:sp>
        <p:nvSpPr>
          <p:cNvPr id="40" name="DP1 object 24">
            <a:extLst>
              <a:ext uri="{FF2B5EF4-FFF2-40B4-BE49-F238E27FC236}">
                <ns2:creationId id="{FE03E710-AACC-4E30-9203-BE788E08147A}"/>
              </a:ext>
            </a:extLst>
          </p:cNvPr>
          <p:cNvSpPr>
            <a:spLocks noGrp="1"/>
          </p:cNvSpPr>
          <p:nvPr/>
        </p:nvSpPr>
        <p:spPr>
          <a:xfrm>
            <a:off x="9153525" y="6191250"/>
            <a:ext cx="2962275" cy="381000"/>
          </a:xfrm>
          <a:prstGeom prst="rect">
            <a:avLst/>
          </a:prstGeom>
          <a:noFill/>
          <a:ln w="0">
            <a:noFill/>
            <a:prstDash val="solid"/>
          </a:ln>
        </p:spPr>
        <p:txBody>
          <a:bodyPr wrap="none" lIns="0" tIns="0" rIns="0" bIns="0" anchor="ctr">
            <a:noAutofit/>
          </a:bodyPr>
          <a:lstStyle>
            <a:defPPr algn="l">
              <a:defRPr sz="1900" b="0" lang="ko-KR">
                <a:solidFill>
                  <a:srgbClr val="111111"/>
                </a:solidFill>
                <a:latin typeface="Calibri"/>
                <a:ea typeface="Calibri"/>
                <a:cs typeface="Calibri"/>
              </a:defRPr>
            </a:defPPr>
            <a:lvl1pPr algn="l">
              <a:defRPr sz="1900" b="0" lang="ko-KR">
                <a:solidFill>
                  <a:srgbClr val="111111"/>
                </a:solidFill>
                <a:latin typeface="Calibri"/>
                <a:ea typeface="Calibri"/>
                <a:cs typeface="Calibri"/>
              </a:defRPr>
            </a:lvl1pPr>
            <a:lvl2pPr algn="l">
              <a:defRPr sz="1900" b="0" lang="ko-KR">
                <a:solidFill>
                  <a:srgbClr val="111111"/>
                </a:solidFill>
                <a:latin typeface="Calibri"/>
                <a:ea typeface="Calibri"/>
                <a:cs typeface="Calibri"/>
              </a:defRPr>
            </a:lvl2pPr>
            <a:lvl3pPr algn="l">
              <a:defRPr sz="1900" b="0" lang="ko-KR">
                <a:solidFill>
                  <a:srgbClr val="111111"/>
                </a:solidFill>
                <a:latin typeface="Calibri"/>
                <a:ea typeface="Calibri"/>
                <a:cs typeface="Calibri"/>
              </a:defRPr>
            </a:lvl3pPr>
            <a:lvl4pPr algn="l">
              <a:defRPr sz="1900" b="0" lang="ko-KR">
                <a:solidFill>
                  <a:srgbClr val="111111"/>
                </a:solidFill>
                <a:latin typeface="Calibri"/>
                <a:ea typeface="Calibri"/>
                <a:cs typeface="Calibri"/>
              </a:defRPr>
            </a:lvl4pPr>
            <a:lvl5pPr algn="l">
              <a:defRPr sz="1900" b="0" lang="ko-KR">
                <a:solidFill>
                  <a:srgbClr val="111111"/>
                </a:solidFill>
                <a:latin typeface="Calibri"/>
                <a:ea typeface="Calibri"/>
                <a:cs typeface="Calibri"/>
              </a:defRPr>
            </a:lvl5pPr>
            <a:lvl6pPr algn="l">
              <a:defRPr sz="1900" b="0" lang="ko-KR">
                <a:solidFill>
                  <a:srgbClr val="111111"/>
                </a:solidFill>
                <a:latin typeface="Calibri"/>
                <a:ea typeface="Calibri"/>
                <a:cs typeface="Calibri"/>
              </a:defRPr>
            </a:lvl6pPr>
            <a:lvl7pPr algn="l">
              <a:defRPr sz="1900" b="0" lang="ko-KR">
                <a:solidFill>
                  <a:srgbClr val="111111"/>
                </a:solidFill>
                <a:latin typeface="Calibri"/>
                <a:ea typeface="Calibri"/>
                <a:cs typeface="Calibri"/>
              </a:defRPr>
            </a:lvl7pPr>
            <a:lvl8pPr algn="l">
              <a:defRPr sz="1900" b="0" lang="ko-KR">
                <a:solidFill>
                  <a:srgbClr val="111111"/>
                </a:solidFill>
                <a:latin typeface="Calibri"/>
                <a:ea typeface="Calibri"/>
                <a:cs typeface="Calibri"/>
              </a:defRPr>
            </a:lvl8pPr>
            <a:lvl9pPr algn="l">
              <a:defRPr sz="1900" b="0" lang="ko-KR">
                <a:solidFill>
                  <a:srgbClr val="111111"/>
                </a:solidFill>
                <a:latin typeface="Calibri"/>
                <a:ea typeface="Calibri"/>
                <a:cs typeface="Calibri"/>
              </a:defRPr>
            </a:lvl9pPr>
          </a:lstStyle>
          <a:p>
            <a:pPr algn="l">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기존: 납기 4주</a:t>
            </a:r>
            <a:endParaRPr lang="ko-KR">
              <a:latin typeface="Calibri"/>
              <a:ea typeface="Calibri"/>
              <a:cs typeface="Calibri"/>
            </a:endParaRPr>
          </a:p>
        </p:txBody>
      </p:sp>
      <p:sp>
        <p:nvSpPr>
          <p:cNvPr id="41" name="Editable path 25">
            <a:extLst>
              <a:ext uri="{FF2B5EF4-FFF2-40B4-BE49-F238E27FC236}">
                <ns2:creationId id="{38DD0C38-1CB4-4665-B0FE-81E00CC35400}"/>
              </a:ext>
            </a:extLst>
          </p:cNvPr>
          <p:cNvSpPr>
            <a:spLocks noGrp="1"/>
          </p:cNvSpPr>
          <p:nvPr/>
        </p:nvSpPr>
        <p:spPr>
          <a:xfrm>
            <a:off x="9163050" y="6400800"/>
            <a:ext cx="1752600" cy="953"/>
          </a:xfrm>
          <a:custGeom>
            <a:pathLst>
              <a:path w="1752600" h="953">
                <a:moveTo>
                  <a:pt x="0" y="0"/>
                </a:moveTo>
                <a:lnTo>
                  <a:pt x="1752600" y="0"/>
                </a:lnTo>
              </a:path>
            </a:pathLst>
          </a:custGeom>
          <a:noFill/>
          <a:ln w="25718">
            <a:solidFill>
              <a:srgbClr val="C00000"/>
            </a:solidFill>
            <a:prstDash val="solid"/>
          </a:ln>
        </p:spPr>
      </p:sp>
      <p:sp>
        <p:nvSpPr>
          <p:cNvPr id="42" name="DP1 object 26">
            <a:extLst>
              <a:ext uri="{FF2B5EF4-FFF2-40B4-BE49-F238E27FC236}">
                <ns2:creationId id="{4A256136-4AFE-49CF-9573-B0C1B6DCB481}"/>
              </a:ext>
            </a:extLst>
          </p:cNvPr>
          <p:cNvSpPr>
            <a:spLocks noGrp="1"/>
          </p:cNvSpPr>
          <p:nvPr/>
        </p:nvSpPr>
        <p:spPr>
          <a:xfrm>
            <a:off x="9153525" y="6781800"/>
            <a:ext cx="2962275" cy="381000"/>
          </a:xfrm>
          <a:prstGeom prst="rect">
            <a:avLst/>
          </a:prstGeom>
          <a:noFill/>
          <a:ln w="0">
            <a:noFill/>
            <a:prstDash val="solid"/>
          </a:ln>
        </p:spPr>
        <p:txBody>
          <a:bodyPr wrap="none" lIns="0" tIns="0" rIns="0" bIns="0" anchor="ctr">
            <a:noAutofit/>
          </a:bodyPr>
          <a:lstStyle>
            <a:defPPr algn="l">
              <a:defRPr sz="2000" b="1" lang="ko-KR">
                <a:solidFill>
                  <a:srgbClr val="C00000"/>
                </a:solidFill>
                <a:latin typeface="Calibri"/>
                <a:ea typeface="Calibri"/>
                <a:cs typeface="Calibri"/>
              </a:defRPr>
            </a:defPPr>
            <a:lvl1pPr algn="l">
              <a:defRPr sz="2000" b="1" lang="ko-KR">
                <a:solidFill>
                  <a:srgbClr val="C00000"/>
                </a:solidFill>
                <a:latin typeface="Calibri"/>
                <a:ea typeface="Calibri"/>
                <a:cs typeface="Calibri"/>
              </a:defRPr>
            </a:lvl1pPr>
            <a:lvl2pPr algn="l">
              <a:defRPr sz="2000" b="1" lang="ko-KR">
                <a:solidFill>
                  <a:srgbClr val="C00000"/>
                </a:solidFill>
                <a:latin typeface="Calibri"/>
                <a:ea typeface="Calibri"/>
                <a:cs typeface="Calibri"/>
              </a:defRPr>
            </a:lvl2pPr>
            <a:lvl3pPr algn="l">
              <a:defRPr sz="2000" b="1" lang="ko-KR">
                <a:solidFill>
                  <a:srgbClr val="C00000"/>
                </a:solidFill>
                <a:latin typeface="Calibri"/>
                <a:ea typeface="Calibri"/>
                <a:cs typeface="Calibri"/>
              </a:defRPr>
            </a:lvl3pPr>
            <a:lvl4pPr algn="l">
              <a:defRPr sz="2000" b="1" lang="ko-KR">
                <a:solidFill>
                  <a:srgbClr val="C00000"/>
                </a:solidFill>
                <a:latin typeface="Calibri"/>
                <a:ea typeface="Calibri"/>
                <a:cs typeface="Calibri"/>
              </a:defRPr>
            </a:lvl4pPr>
            <a:lvl5pPr algn="l">
              <a:defRPr sz="2000" b="1" lang="ko-KR">
                <a:solidFill>
                  <a:srgbClr val="C00000"/>
                </a:solidFill>
                <a:latin typeface="Calibri"/>
                <a:ea typeface="Calibri"/>
                <a:cs typeface="Calibri"/>
              </a:defRPr>
            </a:lvl5pPr>
            <a:lvl6pPr algn="l">
              <a:defRPr sz="2000" b="1" lang="ko-KR">
                <a:solidFill>
                  <a:srgbClr val="C00000"/>
                </a:solidFill>
                <a:latin typeface="Calibri"/>
                <a:ea typeface="Calibri"/>
                <a:cs typeface="Calibri"/>
              </a:defRPr>
            </a:lvl6pPr>
            <a:lvl7pPr algn="l">
              <a:defRPr sz="2000" b="1" lang="ko-KR">
                <a:solidFill>
                  <a:srgbClr val="C00000"/>
                </a:solidFill>
                <a:latin typeface="Calibri"/>
                <a:ea typeface="Calibri"/>
                <a:cs typeface="Calibri"/>
              </a:defRPr>
            </a:lvl7pPr>
            <a:lvl8pPr algn="l">
              <a:defRPr sz="2000" b="1" lang="ko-KR">
                <a:solidFill>
                  <a:srgbClr val="C00000"/>
                </a:solidFill>
                <a:latin typeface="Calibri"/>
                <a:ea typeface="Calibri"/>
                <a:cs typeface="Calibri"/>
              </a:defRPr>
            </a:lvl8pPr>
            <a:lvl9pPr algn="l">
              <a:defRPr sz="2000" b="1" lang="ko-KR">
                <a:solidFill>
                  <a:srgbClr val="C00000"/>
                </a:solidFill>
                <a:latin typeface="Calibri"/>
                <a:ea typeface="Calibri"/>
                <a:cs typeface="Calibri"/>
              </a:defRPr>
            </a:lvl9pPr>
          </a:lstStyle>
          <a:p>
            <a:pPr algn="l">
              <a:defRPr sz="2000" b="1" lang="ko-KR">
                <a:solidFill>
                  <a:srgbClr val="C00000"/>
                </a:solidFill>
                <a:latin typeface="Calibri"/>
                <a:ea typeface="Calibri"/>
                <a:cs typeface="Calibri"/>
              </a:defRPr>
            </a:pPr>
            <a:r>
              <a:rPr sz="2000" b="1" lang="ko-KR">
                <a:solidFill>
                  <a:srgbClr val="C00000"/>
                </a:solidFill>
                <a:latin typeface="Calibri"/>
                <a:ea typeface="Calibri"/>
                <a:cs typeface="Calibri"/>
              </a:rPr>
              <a:t>변경: 납기 6주</a:t>
            </a:r>
            <a:endParaRPr lang="ko-KR">
              <a:latin typeface="Calibri"/>
              <a:ea typeface="Calibri"/>
              <a:cs typeface="Calibri"/>
            </a:endParaRPr>
          </a:p>
        </p:txBody>
      </p:sp>
      <p:sp>
        <p:nvSpPr>
          <p:cNvPr id="43" name="DP1 object 27">
            <a:extLst>
              <a:ext uri="{FF2B5EF4-FFF2-40B4-BE49-F238E27FC236}">
                <ns2:creationId id="{E9023B30-F9F1-439C-8E1E-9309E99A99CF}"/>
              </a:ext>
            </a:extLst>
          </p:cNvPr>
          <p:cNvSpPr>
            <a:spLocks noGrp="1"/>
          </p:cNvSpPr>
          <p:nvPr/>
        </p:nvSpPr>
        <p:spPr>
          <a:xfrm>
            <a:off x="10782300" y="5210175"/>
            <a:ext cx="1524000" cy="323850"/>
          </a:xfrm>
          <a:prstGeom prst="rect">
            <a:avLst/>
          </a:prstGeom>
          <a:solidFill>
            <a:srgbClr val="C9E1B3"/>
          </a:solidFill>
          <a:ln w="0">
            <a:noFill/>
            <a:prstDash val="solid"/>
          </a:ln>
        </p:spPr>
      </p:sp>
      <p:sp>
        <p:nvSpPr>
          <p:cNvPr id="44" name="DP1 object 28">
            <a:extLst>
              <a:ext uri="{FF2B5EF4-FFF2-40B4-BE49-F238E27FC236}">
                <ns2:creationId id="{F70408E3-F6FC-4FBF-85C8-FB3C20DAADAB}"/>
              </a:ext>
            </a:extLst>
          </p:cNvPr>
          <p:cNvSpPr>
            <a:spLocks noGrp="1"/>
          </p:cNvSpPr>
          <p:nvPr/>
        </p:nvSpPr>
        <p:spPr>
          <a:xfrm>
            <a:off x="10858500" y="5210175"/>
            <a:ext cx="1371600" cy="3238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v1 → v2</a:t>
            </a:r>
            <a:endParaRPr lang="ko-KR">
              <a:latin typeface="Calibri"/>
              <a:ea typeface="Calibri"/>
              <a:cs typeface="Calibri"/>
            </a:endParaRPr>
          </a:p>
        </p:txBody>
      </p:sp>
      <p:sp>
        <p:nvSpPr>
          <p:cNvPr id="45" name="DP1 object 29">
            <a:extLst>
              <a:ext uri="{FF2B5EF4-FFF2-40B4-BE49-F238E27FC236}">
                <ns2:creationId id="{5A79B0A5-0088-4588-8E0F-976B7A693561}"/>
              </a:ext>
            </a:extLst>
          </p:cNvPr>
          <p:cNvSpPr>
            <a:spLocks noGrp="1"/>
          </p:cNvSpPr>
          <p:nvPr/>
        </p:nvSpPr>
        <p:spPr>
          <a:xfrm>
            <a:off x="8982075" y="7620000"/>
            <a:ext cx="3333750" cy="304800"/>
          </a:xfrm>
          <a:prstGeom prst="rect">
            <a:avLst/>
          </a:prstGeom>
          <a:noFill/>
          <a:ln w="0">
            <a:noFill/>
            <a:prstDash val="solid"/>
          </a:ln>
        </p:spPr>
        <p:txBody>
          <a:bodyPr wrap="none" lIns="0" tIns="0" rIns="0" bIns="0" anchor="ctr">
            <a:noAutofit/>
          </a:bodyPr>
          <a:lstStyle>
            <a:defPPr algn="ctr">
              <a:defRPr sz="1800" b="1" lang="ko-KR">
                <a:solidFill>
                  <a:srgbClr val="C00000"/>
                </a:solidFill>
                <a:latin typeface="Calibri"/>
                <a:ea typeface="Calibri"/>
                <a:cs typeface="Calibri"/>
              </a:defRPr>
            </a:defPPr>
            <a:lvl1pPr algn="ctr">
              <a:defRPr sz="1800" b="1" lang="ko-KR">
                <a:solidFill>
                  <a:srgbClr val="C00000"/>
                </a:solidFill>
                <a:latin typeface="Calibri"/>
                <a:ea typeface="Calibri"/>
                <a:cs typeface="Calibri"/>
              </a:defRPr>
            </a:lvl1pPr>
            <a:lvl2pPr algn="ctr">
              <a:defRPr sz="1800" b="1" lang="ko-KR">
                <a:solidFill>
                  <a:srgbClr val="C00000"/>
                </a:solidFill>
                <a:latin typeface="Calibri"/>
                <a:ea typeface="Calibri"/>
                <a:cs typeface="Calibri"/>
              </a:defRPr>
            </a:lvl2pPr>
            <a:lvl3pPr algn="ctr">
              <a:defRPr sz="1800" b="1" lang="ko-KR">
                <a:solidFill>
                  <a:srgbClr val="C00000"/>
                </a:solidFill>
                <a:latin typeface="Calibri"/>
                <a:ea typeface="Calibri"/>
                <a:cs typeface="Calibri"/>
              </a:defRPr>
            </a:lvl3pPr>
            <a:lvl4pPr algn="ctr">
              <a:defRPr sz="1800" b="1" lang="ko-KR">
                <a:solidFill>
                  <a:srgbClr val="C00000"/>
                </a:solidFill>
                <a:latin typeface="Calibri"/>
                <a:ea typeface="Calibri"/>
                <a:cs typeface="Calibri"/>
              </a:defRPr>
            </a:lvl4pPr>
            <a:lvl5pPr algn="ctr">
              <a:defRPr sz="1800" b="1" lang="ko-KR">
                <a:solidFill>
                  <a:srgbClr val="C00000"/>
                </a:solidFill>
                <a:latin typeface="Calibri"/>
                <a:ea typeface="Calibri"/>
                <a:cs typeface="Calibri"/>
              </a:defRPr>
            </a:lvl5pPr>
            <a:lvl6pPr algn="ctr">
              <a:defRPr sz="1800" b="1" lang="ko-KR">
                <a:solidFill>
                  <a:srgbClr val="C00000"/>
                </a:solidFill>
                <a:latin typeface="Calibri"/>
                <a:ea typeface="Calibri"/>
                <a:cs typeface="Calibri"/>
              </a:defRPr>
            </a:lvl6pPr>
            <a:lvl7pPr algn="ctr">
              <a:defRPr sz="1800" b="1" lang="ko-KR">
                <a:solidFill>
                  <a:srgbClr val="C00000"/>
                </a:solidFill>
                <a:latin typeface="Calibri"/>
                <a:ea typeface="Calibri"/>
                <a:cs typeface="Calibri"/>
              </a:defRPr>
            </a:lvl7pPr>
            <a:lvl8pPr algn="ctr">
              <a:defRPr sz="1800" b="1" lang="ko-KR">
                <a:solidFill>
                  <a:srgbClr val="C00000"/>
                </a:solidFill>
                <a:latin typeface="Calibri"/>
                <a:ea typeface="Calibri"/>
                <a:cs typeface="Calibri"/>
              </a:defRPr>
            </a:lvl8pPr>
            <a:lvl9pPr algn="ctr">
              <a:defRPr sz="1800" b="1" lang="ko-KR">
                <a:solidFill>
                  <a:srgbClr val="C00000"/>
                </a:solidFill>
                <a:latin typeface="Calibri"/>
                <a:ea typeface="Calibri"/>
                <a:cs typeface="Calibri"/>
              </a:defRPr>
            </a:lvl9pPr>
          </a:lstStyle>
          <a:p>
            <a:pPr algn="ctr">
              <a:defRPr sz="1800" b="1" lang="ko-KR">
                <a:solidFill>
                  <a:srgbClr val="C00000"/>
                </a:solidFill>
                <a:latin typeface="Calibri"/>
                <a:ea typeface="Calibri"/>
                <a:cs typeface="Calibri"/>
              </a:defRPr>
            </a:pPr>
            <a:r>
              <a:rPr sz="1800" b="1" lang="ko-KR">
                <a:solidFill>
                  <a:srgbClr val="C00000"/>
                </a:solidFill>
                <a:latin typeface="Calibri"/>
                <a:ea typeface="Calibri"/>
                <a:cs typeface="Calibri"/>
              </a:rPr>
              <a:t>정정 전 조건을 쓰면 안 됨</a:t>
            </a:r>
            <a:endParaRPr lang="ko-KR">
              <a:latin typeface="Calibri"/>
              <a:ea typeface="Calibri"/>
              <a:cs typeface="Calibri"/>
            </a:endParaRPr>
          </a:p>
        </p:txBody>
      </p:sp>
      <p:sp>
        <p:nvSpPr>
          <p:cNvPr id="46" name="Editable path 30">
            <a:extLst>
              <a:ext uri="{FF2B5EF4-FFF2-40B4-BE49-F238E27FC236}">
                <ns2:creationId id="{AEDA2DA1-6EE9-4500-84A2-E41CCD3380BA}"/>
              </a:ext>
            </a:extLst>
          </p:cNvPr>
          <p:cNvSpPr>
            <a:spLocks noGrp="1"/>
          </p:cNvSpPr>
          <p:nvPr/>
        </p:nvSpPr>
        <p:spPr>
          <a:xfrm>
            <a:off x="2647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47" name="Editable arrowhead 31">
            <a:extLst>
              <a:ext uri="{FF2B5EF4-FFF2-40B4-BE49-F238E27FC236}">
                <ns2:creationId id="{0285C166-0CF5-4B1B-864A-E7C79D3575E6}"/>
              </a:ext>
            </a:extLst>
          </p:cNvPr>
          <p:cNvSpPr>
            <a:spLocks noGrp="1"/>
          </p:cNvSpPr>
          <p:nvPr/>
        </p:nvSpPr>
        <p:spPr>
          <a:xfrm>
            <a:off x="2600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8" name="DP1 object 32">
            <a:extLst>
              <a:ext uri="{FF2B5EF4-FFF2-40B4-BE49-F238E27FC236}">
                <ns2:creationId id="{FE5E005F-5F88-4176-87A4-DDD62D4164A3}"/>
              </a:ext>
            </a:extLst>
          </p:cNvPr>
          <p:cNvSpPr>
            <a:spLocks noGrp="1"/>
          </p:cNvSpPr>
          <p:nvPr/>
        </p:nvSpPr>
        <p:spPr>
          <a:xfrm>
            <a:off x="2505075" y="4886325"/>
            <a:ext cx="266700" cy="276225"/>
          </a:xfrm>
          <a:prstGeom prst="roundRect">
            <a:avLst>
              <a:gd name="adj" fmla="val 28571"/>
            </a:avLst>
          </a:prstGeom>
          <a:solidFill>
            <a:srgbClr val="C9E1B3"/>
          </a:solidFill>
          <a:ln w="17145">
            <a:solidFill>
              <a:srgbClr val="70A843"/>
            </a:solidFill>
            <a:prstDash val="solid"/>
          </a:ln>
        </p:spPr>
      </p:sp>
      <p:sp>
        <p:nvSpPr>
          <p:cNvPr id="49" name="DP1 object 33">
            <a:extLst>
              <a:ext uri="{FF2B5EF4-FFF2-40B4-BE49-F238E27FC236}">
                <ns2:creationId id="{D0BE44AA-6D5C-4872-8724-2D0D2CEE673D}"/>
              </a:ext>
            </a:extLst>
          </p:cNvPr>
          <p:cNvSpPr>
            <a:spLocks noGrp="1"/>
          </p:cNvSpPr>
          <p:nvPr/>
        </p:nvSpPr>
        <p:spPr>
          <a:xfrm>
            <a:off x="2505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50" name="Editable path 34">
            <a:extLst>
              <a:ext uri="{FF2B5EF4-FFF2-40B4-BE49-F238E27FC236}">
                <ns2:creationId id="{1CD72883-C293-4BD0-967C-E75455050914}"/>
              </a:ext>
            </a:extLst>
          </p:cNvPr>
          <p:cNvSpPr>
            <a:spLocks noGrp="1"/>
          </p:cNvSpPr>
          <p:nvPr/>
        </p:nvSpPr>
        <p:spPr>
          <a:xfrm>
            <a:off x="66484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1" name="Editable arrowhead 35">
            <a:extLst>
              <a:ext uri="{FF2B5EF4-FFF2-40B4-BE49-F238E27FC236}">
                <ns2:creationId id="{B511E05D-5059-47F9-9FBE-42FB7EA0D532}"/>
              </a:ext>
            </a:extLst>
          </p:cNvPr>
          <p:cNvSpPr>
            <a:spLocks noGrp="1"/>
          </p:cNvSpPr>
          <p:nvPr/>
        </p:nvSpPr>
        <p:spPr>
          <a:xfrm>
            <a:off x="66008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2" name="DP1 object 36">
            <a:extLst>
              <a:ext uri="{FF2B5EF4-FFF2-40B4-BE49-F238E27FC236}">
                <ns2:creationId id="{E93917C4-E7F4-4E73-9D4D-207E8BDBBD0C}"/>
              </a:ext>
            </a:extLst>
          </p:cNvPr>
          <p:cNvSpPr>
            <a:spLocks noGrp="1"/>
          </p:cNvSpPr>
          <p:nvPr/>
        </p:nvSpPr>
        <p:spPr>
          <a:xfrm>
            <a:off x="6505575" y="4886325"/>
            <a:ext cx="266700" cy="276225"/>
          </a:xfrm>
          <a:prstGeom prst="roundRect">
            <a:avLst>
              <a:gd name="adj" fmla="val 28571"/>
            </a:avLst>
          </a:prstGeom>
          <a:solidFill>
            <a:srgbClr val="C9E1B3"/>
          </a:solidFill>
          <a:ln w="17145">
            <a:solidFill>
              <a:srgbClr val="70A843"/>
            </a:solidFill>
            <a:prstDash val="solid"/>
          </a:ln>
        </p:spPr>
      </p:sp>
      <p:sp>
        <p:nvSpPr>
          <p:cNvPr id="53" name="DP1 object 37">
            <a:extLst>
              <a:ext uri="{FF2B5EF4-FFF2-40B4-BE49-F238E27FC236}">
                <ns2:creationId id="{B05A27BE-9867-43F7-AE13-DF45BCCC4D84}"/>
              </a:ext>
            </a:extLst>
          </p:cNvPr>
          <p:cNvSpPr>
            <a:spLocks noGrp="1"/>
          </p:cNvSpPr>
          <p:nvPr/>
        </p:nvSpPr>
        <p:spPr>
          <a:xfrm>
            <a:off x="65055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4" name="Editable path 38">
            <a:extLst>
              <a:ext uri="{FF2B5EF4-FFF2-40B4-BE49-F238E27FC236}">
                <ns2:creationId id="{F269D6A6-84AC-4381-852D-4C6B394D3BA7}"/>
              </a:ext>
            </a:extLst>
          </p:cNvPr>
          <p:cNvSpPr>
            <a:spLocks noGrp="1"/>
          </p:cNvSpPr>
          <p:nvPr/>
        </p:nvSpPr>
        <p:spPr>
          <a:xfrm>
            <a:off x="10648950" y="4143375"/>
            <a:ext cx="953" cy="1409700"/>
          </a:xfrm>
          <a:custGeom>
            <a:pathLst>
              <a:path w="953" h="1409700">
                <a:moveTo>
                  <a:pt x="0" y="1409700"/>
                </a:moveTo>
                <a:lnTo>
                  <a:pt x="0" y="609600"/>
                </a:lnTo>
                <a:lnTo>
                  <a:pt x="0" y="0"/>
                </a:lnTo>
              </a:path>
            </a:pathLst>
          </a:custGeom>
          <a:noFill/>
          <a:ln w="21908">
            <a:solidFill>
              <a:srgbClr val="111111"/>
            </a:solidFill>
            <a:prstDash val="solid"/>
          </a:ln>
        </p:spPr>
      </p:sp>
      <p:sp>
        <p:nvSpPr>
          <p:cNvPr id="55" name="Editable arrowhead 39">
            <a:extLst>
              <a:ext uri="{FF2B5EF4-FFF2-40B4-BE49-F238E27FC236}">
                <ns2:creationId id="{D69F1D7D-CF8A-41CA-9465-32F968D416F6}"/>
              </a:ext>
            </a:extLst>
          </p:cNvPr>
          <p:cNvSpPr>
            <a:spLocks noGrp="1"/>
          </p:cNvSpPr>
          <p:nvPr/>
        </p:nvSpPr>
        <p:spPr>
          <a:xfrm>
            <a:off x="10601325" y="4143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6" name="DP1 object 40">
            <a:extLst>
              <a:ext uri="{FF2B5EF4-FFF2-40B4-BE49-F238E27FC236}">
                <ns2:creationId id="{0BBD5F58-8928-4D5D-BA99-0EEF94612A85}"/>
              </a:ext>
            </a:extLst>
          </p:cNvPr>
          <p:cNvSpPr>
            <a:spLocks noGrp="1"/>
          </p:cNvSpPr>
          <p:nvPr/>
        </p:nvSpPr>
        <p:spPr>
          <a:xfrm>
            <a:off x="10506075" y="4886325"/>
            <a:ext cx="266700" cy="276225"/>
          </a:xfrm>
          <a:prstGeom prst="roundRect">
            <a:avLst>
              <a:gd name="adj" fmla="val 28571"/>
            </a:avLst>
          </a:prstGeom>
          <a:solidFill>
            <a:srgbClr val="C9E1B3"/>
          </a:solidFill>
          <a:ln w="17145">
            <a:solidFill>
              <a:srgbClr val="70A843"/>
            </a:solidFill>
            <a:prstDash val="solid"/>
          </a:ln>
        </p:spPr>
      </p:sp>
      <p:sp>
        <p:nvSpPr>
          <p:cNvPr id="57" name="DP1 object 41">
            <a:extLst>
              <a:ext uri="{FF2B5EF4-FFF2-40B4-BE49-F238E27FC236}">
                <ns2:creationId id="{4AC1B14E-A7C7-44FD-ACB3-2828D616DD33}"/>
              </a:ext>
            </a:extLst>
          </p:cNvPr>
          <p:cNvSpPr>
            <a:spLocks noGrp="1"/>
          </p:cNvSpPr>
          <p:nvPr/>
        </p:nvSpPr>
        <p:spPr>
          <a:xfrm>
            <a:off x="10506075" y="48863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8" name="Editable path 42">
            <a:extLst>
              <a:ext uri="{FF2B5EF4-FFF2-40B4-BE49-F238E27FC236}">
                <ns2:creationId id="{7D055806-4379-4F73-AD8F-BEACE860F8E4}"/>
              </a:ext>
            </a:extLst>
          </p:cNvPr>
          <p:cNvSpPr>
            <a:spLocks noGrp="1"/>
          </p:cNvSpPr>
          <p:nvPr/>
        </p:nvSpPr>
        <p:spPr>
          <a:xfrm>
            <a:off x="12858750" y="2790825"/>
            <a:ext cx="953" cy="5295900"/>
          </a:xfrm>
          <a:custGeom>
            <a:pathLst>
              <a:path w="953" h="5295900">
                <a:moveTo>
                  <a:pt x="0" y="0"/>
                </a:moveTo>
                <a:lnTo>
                  <a:pt x="0" y="5295900"/>
                </a:lnTo>
              </a:path>
            </a:pathLst>
          </a:custGeom>
          <a:noFill/>
          <a:ln w="12383">
            <a:solidFill>
              <a:srgbClr val="4676CB"/>
            </a:solidFill>
            <a:prstDash val="solid"/>
          </a:ln>
        </p:spPr>
      </p:sp>
      <p:sp>
        <p:nvSpPr>
          <p:cNvPr id="59" name="DP1 object 43">
            <a:extLst>
              <a:ext uri="{FF2B5EF4-FFF2-40B4-BE49-F238E27FC236}">
                <ns2:creationId id="{244A02BA-1236-4AF6-BEFA-3B66F7E629A5}"/>
              </a:ext>
            </a:extLst>
          </p:cNvPr>
          <p:cNvSpPr>
            <a:spLocks noGrp="1"/>
          </p:cNvSpPr>
          <p:nvPr/>
        </p:nvSpPr>
        <p:spPr>
          <a:xfrm>
            <a:off x="13335000" y="2914650"/>
            <a:ext cx="4191000" cy="45720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60" name="DP1 object 44">
            <a:extLst>
              <a:ext uri="{FF2B5EF4-FFF2-40B4-BE49-F238E27FC236}">
                <ns2:creationId id="{AE3167CC-C0F2-4125-9ED1-11543238FE01}"/>
              </a:ext>
            </a:extLst>
          </p:cNvPr>
          <p:cNvSpPr>
            <a:spLocks noGrp="1"/>
          </p:cNvSpPr>
          <p:nvPr/>
        </p:nvSpPr>
        <p:spPr>
          <a:xfrm>
            <a:off x="13363575" y="3705225"/>
            <a:ext cx="457200" cy="457200"/>
          </a:xfrm>
          <a:prstGeom prst="ellipse">
            <a:avLst/>
          </a:prstGeom>
          <a:solidFill>
            <a:srgbClr val="C9E1B3"/>
          </a:solidFill>
          <a:ln w="0">
            <a:noFill/>
            <a:prstDash val="solid"/>
          </a:ln>
        </p:spPr>
      </p:sp>
      <p:sp>
        <p:nvSpPr>
          <p:cNvPr id="61" name="DP1 object 45">
            <a:extLst>
              <a:ext uri="{FF2B5EF4-FFF2-40B4-BE49-F238E27FC236}">
                <ns2:creationId id="{9CF90BE0-5323-4B3A-A726-AE5068435981}"/>
              </a:ext>
            </a:extLst>
          </p:cNvPr>
          <p:cNvSpPr>
            <a:spLocks noGrp="1"/>
          </p:cNvSpPr>
          <p:nvPr/>
        </p:nvSpPr>
        <p:spPr>
          <a:xfrm>
            <a:off x="13363575" y="370522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1</a:t>
            </a:r>
            <a:endParaRPr lang="ko-KR">
              <a:latin typeface="Calibri"/>
              <a:ea typeface="Calibri"/>
              <a:cs typeface="Calibri"/>
            </a:endParaRPr>
          </a:p>
        </p:txBody>
      </p:sp>
      <p:sp>
        <p:nvSpPr>
          <p:cNvPr id="62" name="DP1 object 46">
            <a:extLst>
              <a:ext uri="{FF2B5EF4-FFF2-40B4-BE49-F238E27FC236}">
                <ns2:creationId id="{72744644-2906-4F4B-9A3F-CF2A89DFFB6F}"/>
              </a:ext>
            </a:extLst>
          </p:cNvPr>
          <p:cNvSpPr>
            <a:spLocks noGrp="1"/>
          </p:cNvSpPr>
          <p:nvPr/>
        </p:nvSpPr>
        <p:spPr>
          <a:xfrm>
            <a:off x="14030325" y="370522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매번 다시 찾으면</a:t>
            </a:r>
            <a:endParaRPr lang="ko-KR">
              <a:latin typeface="Calibri"/>
              <a:ea typeface="Calibri"/>
              <a:cs typeface="Calibri"/>
            </a:endParaRPr>
          </a:p>
        </p:txBody>
      </p:sp>
      <p:sp>
        <p:nvSpPr>
          <p:cNvPr id="63" name="DP1 object 47">
            <a:extLst>
              <a:ext uri="{FF2B5EF4-FFF2-40B4-BE49-F238E27FC236}">
                <ns2:creationId id="{1738BB74-9DF4-4B0D-8E55-06683A3B9336}"/>
              </a:ext>
            </a:extLst>
          </p:cNvPr>
          <p:cNvSpPr>
            <a:spLocks noGrp="1"/>
          </p:cNvSpPr>
          <p:nvPr/>
        </p:nvSpPr>
        <p:spPr>
          <a:xfrm>
            <a:off x="13382625" y="4343400"/>
            <a:ext cx="416242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반복 탐색·구성의</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대기가 쌓임</a:t>
            </a:r>
            <a:endParaRPr lang="ko-KR">
              <a:latin typeface="Calibri"/>
              <a:ea typeface="Calibri"/>
              <a:cs typeface="Calibri"/>
            </a:endParaRPr>
          </a:p>
        </p:txBody>
      </p:sp>
      <p:sp>
        <p:nvSpPr>
          <p:cNvPr id="64" name="Editable path 48">
            <a:extLst>
              <a:ext uri="{FF2B5EF4-FFF2-40B4-BE49-F238E27FC236}">
                <ns2:creationId id="{63AE7E32-3C58-4B26-9F52-F62F6091457E}"/>
              </a:ext>
            </a:extLst>
          </p:cNvPr>
          <p:cNvSpPr>
            <a:spLocks noGrp="1"/>
          </p:cNvSpPr>
          <p:nvPr/>
        </p:nvSpPr>
        <p:spPr>
          <a:xfrm>
            <a:off x="13392150" y="5467350"/>
            <a:ext cx="4076700" cy="953"/>
          </a:xfrm>
          <a:custGeom>
            <a:pathLst>
              <a:path w="4076700" h="953">
                <a:moveTo>
                  <a:pt x="0" y="0"/>
                </a:moveTo>
                <a:lnTo>
                  <a:pt x="4076700" y="0"/>
                </a:lnTo>
              </a:path>
            </a:pathLst>
          </a:custGeom>
          <a:noFill/>
          <a:ln w="13335">
            <a:solidFill>
              <a:srgbClr val="B7B9B9"/>
            </a:solidFill>
            <a:prstDash val="solid"/>
          </a:ln>
        </p:spPr>
      </p:sp>
      <p:sp>
        <p:nvSpPr>
          <p:cNvPr id="65" name="DP1 object 49">
            <a:extLst>
              <a:ext uri="{FF2B5EF4-FFF2-40B4-BE49-F238E27FC236}">
                <ns2:creationId id="{838FFAE7-7FDC-49E7-9E1A-0653EA646F3E}"/>
              </a:ext>
            </a:extLst>
          </p:cNvPr>
          <p:cNvSpPr>
            <a:spLocks noGrp="1"/>
          </p:cNvSpPr>
          <p:nvPr/>
        </p:nvSpPr>
        <p:spPr>
          <a:xfrm>
            <a:off x="13363575" y="5857875"/>
            <a:ext cx="457200" cy="457200"/>
          </a:xfrm>
          <a:prstGeom prst="ellipse">
            <a:avLst/>
          </a:prstGeom>
          <a:solidFill>
            <a:srgbClr val="C9E1B3"/>
          </a:solidFill>
          <a:ln w="0">
            <a:noFill/>
            <a:prstDash val="solid"/>
          </a:ln>
        </p:spPr>
      </p:sp>
      <p:sp>
        <p:nvSpPr>
          <p:cNvPr id="66" name="DP1 object 50">
            <a:extLst>
              <a:ext uri="{FF2B5EF4-FFF2-40B4-BE49-F238E27FC236}">
                <ns2:creationId id="{D8B6BD10-57E0-4CF6-8151-9CB117768F83}"/>
              </a:ext>
            </a:extLst>
          </p:cNvPr>
          <p:cNvSpPr>
            <a:spLocks noGrp="1"/>
          </p:cNvSpPr>
          <p:nvPr/>
        </p:nvSpPr>
        <p:spPr>
          <a:xfrm>
            <a:off x="13363575" y="5857875"/>
            <a:ext cx="45720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2</a:t>
            </a:r>
            <a:endParaRPr lang="ko-KR">
              <a:latin typeface="Calibri"/>
              <a:ea typeface="Calibri"/>
              <a:cs typeface="Calibri"/>
            </a:endParaRPr>
          </a:p>
        </p:txBody>
      </p:sp>
      <p:sp>
        <p:nvSpPr>
          <p:cNvPr id="67" name="DP1 object 51">
            <a:extLst>
              <a:ext uri="{FF2B5EF4-FFF2-40B4-BE49-F238E27FC236}">
                <ns2:creationId id="{AE8B1A4C-7733-422D-B5D6-D68FBCE58B55}"/>
              </a:ext>
            </a:extLst>
          </p:cNvPr>
          <p:cNvSpPr>
            <a:spLocks noGrp="1"/>
          </p:cNvSpPr>
          <p:nvPr/>
        </p:nvSpPr>
        <p:spPr>
          <a:xfrm>
            <a:off x="14030325" y="5857875"/>
            <a:ext cx="3524250" cy="457200"/>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이전 근거를 남기면</a:t>
            </a:r>
            <a:endParaRPr lang="ko-KR">
              <a:latin typeface="Calibri"/>
              <a:ea typeface="Calibri"/>
              <a:cs typeface="Calibri"/>
            </a:endParaRPr>
          </a:p>
        </p:txBody>
      </p:sp>
      <p:sp>
        <p:nvSpPr>
          <p:cNvPr id="68" name="DP1 object 52">
            <a:extLst>
              <a:ext uri="{FF2B5EF4-FFF2-40B4-BE49-F238E27FC236}">
                <ns2:creationId id="{FCEC9922-E076-4200-B151-6B1211439507}"/>
              </a:ext>
            </a:extLst>
          </p:cNvPr>
          <p:cNvSpPr>
            <a:spLocks noGrp="1"/>
          </p:cNvSpPr>
          <p:nvPr/>
        </p:nvSpPr>
        <p:spPr>
          <a:xfrm>
            <a:off x="13382625" y="6515100"/>
            <a:ext cx="4162425" cy="866775"/>
          </a:xfrm>
          <a:prstGeom prst="rect">
            <a:avLst/>
          </a:prstGeom>
          <a:noFill/>
          <a:ln w="0">
            <a:noFill/>
            <a:prstDash val="solid"/>
          </a:ln>
        </p:spPr>
        <p:txBody>
          <a:bodyPr wrap="none" lIns="0" tIns="0" rIns="0" bIns="0" anchor="ctr">
            <a:noAutofit/>
          </a:bodyPr>
          <a:lstStyle>
            <a:defPPr algn="l">
              <a:defRPr sz="2300" b="1" lang="ko-KR">
                <a:solidFill>
                  <a:srgbClr val="C00000"/>
                </a:solidFill>
                <a:latin typeface="Calibri"/>
                <a:ea typeface="Calibri"/>
                <a:cs typeface="Calibri"/>
              </a:defRPr>
            </a:defPPr>
            <a:lvl1pPr algn="l">
              <a:defRPr sz="2300" b="1" lang="ko-KR">
                <a:solidFill>
                  <a:srgbClr val="C00000"/>
                </a:solidFill>
                <a:latin typeface="Calibri"/>
                <a:ea typeface="Calibri"/>
                <a:cs typeface="Calibri"/>
              </a:defRPr>
            </a:lvl1pPr>
            <a:lvl2pPr algn="l">
              <a:defRPr sz="2300" b="1" lang="ko-KR">
                <a:solidFill>
                  <a:srgbClr val="C00000"/>
                </a:solidFill>
                <a:latin typeface="Calibri"/>
                <a:ea typeface="Calibri"/>
                <a:cs typeface="Calibri"/>
              </a:defRPr>
            </a:lvl2pPr>
            <a:lvl3pPr algn="l">
              <a:defRPr sz="2300" b="1" lang="ko-KR">
                <a:solidFill>
                  <a:srgbClr val="C00000"/>
                </a:solidFill>
                <a:latin typeface="Calibri"/>
                <a:ea typeface="Calibri"/>
                <a:cs typeface="Calibri"/>
              </a:defRPr>
            </a:lvl3pPr>
            <a:lvl4pPr algn="l">
              <a:defRPr sz="2300" b="1" lang="ko-KR">
                <a:solidFill>
                  <a:srgbClr val="C00000"/>
                </a:solidFill>
                <a:latin typeface="Calibri"/>
                <a:ea typeface="Calibri"/>
                <a:cs typeface="Calibri"/>
              </a:defRPr>
            </a:lvl4pPr>
            <a:lvl5pPr algn="l">
              <a:defRPr sz="2300" b="1" lang="ko-KR">
                <a:solidFill>
                  <a:srgbClr val="C00000"/>
                </a:solidFill>
                <a:latin typeface="Calibri"/>
                <a:ea typeface="Calibri"/>
                <a:cs typeface="Calibri"/>
              </a:defRPr>
            </a:lvl5pPr>
            <a:lvl6pPr algn="l">
              <a:defRPr sz="2300" b="1" lang="ko-KR">
                <a:solidFill>
                  <a:srgbClr val="C00000"/>
                </a:solidFill>
                <a:latin typeface="Calibri"/>
                <a:ea typeface="Calibri"/>
                <a:cs typeface="Calibri"/>
              </a:defRPr>
            </a:lvl6pPr>
            <a:lvl7pPr algn="l">
              <a:defRPr sz="2300" b="1" lang="ko-KR">
                <a:solidFill>
                  <a:srgbClr val="C00000"/>
                </a:solidFill>
                <a:latin typeface="Calibri"/>
                <a:ea typeface="Calibri"/>
                <a:cs typeface="Calibri"/>
              </a:defRPr>
            </a:lvl7pPr>
            <a:lvl8pPr algn="l">
              <a:defRPr sz="2300" b="1" lang="ko-KR">
                <a:solidFill>
                  <a:srgbClr val="C00000"/>
                </a:solidFill>
                <a:latin typeface="Calibri"/>
                <a:ea typeface="Calibri"/>
                <a:cs typeface="Calibri"/>
              </a:defRPr>
            </a:lvl8pPr>
            <a:lvl9pPr algn="l">
              <a:defRPr sz="2300" b="1" lang="ko-KR">
                <a:solidFill>
                  <a:srgbClr val="C00000"/>
                </a:solidFill>
                <a:latin typeface="Calibri"/>
                <a:ea typeface="Calibri"/>
                <a:cs typeface="Calibri"/>
              </a:defRPr>
            </a:lvl9pPr>
          </a:lstStyle>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불필요한 유지·입력과</a:t>
            </a:r>
            <a:endParaRPr lang="ko-KR">
              <a:latin typeface="Calibri"/>
              <a:ea typeface="Calibri"/>
              <a:cs typeface="Calibri"/>
            </a:endParaRPr>
          </a:p>
          <a:p>
            <a:pPr algn="l">
              <a:defRPr sz="2300" b="1" lang="ko-KR">
                <a:solidFill>
                  <a:srgbClr val="C00000"/>
                </a:solidFill>
                <a:latin typeface="Calibri"/>
                <a:ea typeface="Calibri"/>
                <a:cs typeface="Calibri"/>
              </a:defRPr>
            </a:pPr>
            <a:r>
              <a:rPr sz="2300" b="1" lang="ko-KR">
                <a:solidFill>
                  <a:srgbClr val="C00000"/>
                </a:solidFill>
                <a:latin typeface="Calibri"/>
                <a:ea typeface="Calibri"/>
                <a:cs typeface="Calibri"/>
              </a:rPr>
              <a:t>정정 갱신 비용이 생김</a:t>
            </a:r>
            <a:endParaRPr lang="ko-KR">
              <a:latin typeface="Calibri"/>
              <a:ea typeface="Calibri"/>
              <a:cs typeface="Calibri"/>
            </a:endParaRPr>
          </a:p>
        </p:txBody>
      </p:sp>
      <p:sp>
        <p:nvSpPr>
          <p:cNvPr id="69" name="Editable path 53">
            <a:extLst>
              <a:ext uri="{FF2B5EF4-FFF2-40B4-BE49-F238E27FC236}">
                <ns2:creationId id="{17B66D47-13A7-4575-B311-80B4BDFB0F3D}"/>
              </a:ext>
            </a:extLst>
          </p:cNvPr>
          <p:cNvSpPr>
            <a:spLocks noGrp="1"/>
          </p:cNvSpPr>
          <p:nvPr/>
        </p:nvSpPr>
        <p:spPr>
          <a:xfrm>
            <a:off x="590550" y="8524875"/>
            <a:ext cx="17116425" cy="953"/>
          </a:xfrm>
          <a:custGeom>
            <a:pathLst>
              <a:path w="17116425" h="953">
                <a:moveTo>
                  <a:pt x="0" y="0"/>
                </a:moveTo>
                <a:lnTo>
                  <a:pt x="17116425" y="0"/>
                </a:lnTo>
              </a:path>
            </a:pathLst>
          </a:custGeom>
          <a:noFill/>
          <a:ln w="14288">
            <a:solidFill>
              <a:srgbClr val="4676CB"/>
            </a:solidFill>
            <a:prstDash val="solid"/>
          </a:ln>
        </p:spPr>
      </p:sp>
      <p:sp>
        <p:nvSpPr>
          <p:cNvPr id="70" name="DP1 object 54">
            <a:extLst>
              <a:ext uri="{FF2B5EF4-FFF2-40B4-BE49-F238E27FC236}">
                <ns2:creationId id="{DA8EA5EA-FBAB-4C55-A5C3-4FEDFD499AAA}"/>
              </a:ext>
            </a:extLst>
          </p:cNvPr>
          <p:cNvSpPr>
            <a:spLocks noGrp="1"/>
          </p:cNvSpPr>
          <p:nvPr/>
        </p:nvSpPr>
        <p:spPr>
          <a:xfrm>
            <a:off x="628650" y="8829675"/>
            <a:ext cx="2952750" cy="51435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71" name="DP1 object 55">
            <a:extLst>
              <a:ext uri="{FF2B5EF4-FFF2-40B4-BE49-F238E27FC236}">
                <ns2:creationId id="{B1DAFD08-E7FA-4463-8D23-4CADDEA4F810}"/>
              </a:ext>
            </a:extLst>
          </p:cNvPr>
          <p:cNvSpPr>
            <a:spLocks noGrp="1"/>
          </p:cNvSpPr>
          <p:nvPr/>
        </p:nvSpPr>
        <p:spPr>
          <a:xfrm>
            <a:off x="3571875" y="8724900"/>
            <a:ext cx="14097000" cy="6096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앞서 읽은 근거를, 다음 요청에 어떻게 공급할 것인가?</a:t>
            </a:r>
            <a:endParaRPr lang="ko-KR">
              <a:latin typeface="Calibri"/>
              <a:ea typeface="Calibri"/>
              <a:cs typeface="Calibri"/>
            </a:endParaRPr>
          </a:p>
        </p:txBody>
      </p:sp>
      <p:sp>
        <p:nvSpPr>
          <p:cNvPr id="72" name="DP1 object 56">
            <a:extLst>
              <a:ext uri="{FF2B5EF4-FFF2-40B4-BE49-F238E27FC236}">
                <ns2:creationId id="{7026A7B6-AB4D-4278-A768-E9805855DFDF}"/>
              </a:ext>
            </a:extLst>
          </p:cNvPr>
          <p:cNvSpPr>
            <a:spLocks noGrp="1"/>
          </p:cNvSpPr>
          <p:nvPr/>
        </p:nvSpPr>
        <p:spPr>
          <a:xfrm>
            <a:off x="3571875" y="9391650"/>
            <a:ext cx="14097000" cy="428625"/>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요청 사이의 근거 보존 방식과 구성 시점을 선택한다.</a:t>
            </a:r>
            <a:endParaRPr lang="ko-KR">
              <a:latin typeface="Calibri"/>
              <a:ea typeface="Calibri"/>
              <a:cs typeface="Calibri"/>
            </a:endParaRPr>
          </a:p>
        </p:txBody>
      </p:sp>
    </p:spTree>
    <p:extLst>
      <p:ext uri="{BB962C8B-B14F-4D97-AF65-F5344CB8AC3E}">
        <p14:creationId val="1461001252"/>
      </p:ext>
    </p:extLst>
  </p:cSld>
</p:sld>
</file>

<file path=ppt/slides/slide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6" name="Unified slide title">
            <a:extLst>
              <a:ext uri="{FF2B5EF4-FFF2-40B4-BE49-F238E27FC236}">
                <ns2:creationId id="{BD0D5016-4B0A-4D3A-B41C-883985370C8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(설계 방안 비교)</a:t>
            </a:r>
            <a:endParaRPr lang="ko-KR">
              <a:latin typeface="Calibri"/>
              <a:ea typeface="Calibri"/>
              <a:cs typeface="Calibri"/>
            </a:endParaRPr>
          </a:p>
        </p:txBody>
      </p:sp>
      <p:sp>
        <p:nvSpPr>
          <p:cNvPr id="2" name="Workflow 과제 소개">
            <a:extLst>
              <a:ext uri="{FF2B5EF4-FFF2-40B4-BE49-F238E27FC236}">
                <ns2:creationId id="{5E69D412-28A8-44AA-AAA1-1DD9B9A1A51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F2B3EF4-6991-4AFB-A150-F99D6369A7C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66400DC-A1A2-4208-B2ED-6CC76E59D6F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07563F2-E849-4478-ACD9-69921CDB172A}"/>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19BD72D4-BEF9-49AE-A24B-D475E650634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E0D99B5F-9CA7-497C-978B-CF564E60D6F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B128A3C2-E5E5-4019-B102-3BF35842264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586EA2A-6FCF-42D6-B746-64E980CCCD9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94F68AC-467A-4DFC-8C25-3AF4334773A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E387452-6CCF-4136-9684-50462D3F47AF}"/>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88E491B-CA81-4CF2-8524-F498B85ED7B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81A4FE3-0CAC-4861-9626-A7DFDA4C238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2 / 17</a:t>
            </a:r>
            <a:endParaRPr lang="ko-KR">
              <a:latin typeface="Calibri"/>
              <a:ea typeface="Calibri"/>
              <a:cs typeface="Calibri"/>
            </a:endParaRPr>
          </a:p>
        </p:txBody>
      </p:sp>
      <p:sp>
        <p:nvSpPr>
          <p:cNvPr id="14" name="DP1 object 57">
            <a:extLst>
              <a:ext uri="{FF2B5EF4-FFF2-40B4-BE49-F238E27FC236}">
                <ns2:creationId id="{9020E726-F281-4658-A167-3E75CD416D0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 대화 문맥 재사용   /   B: 요청별 원본 구성   /   C: 독립 생산과 게시 근거 조회</a:t>
            </a:r>
            <a:endParaRPr lang="ko-KR">
              <a:latin typeface="Calibri"/>
              <a:ea typeface="Calibri"/>
              <a:cs typeface="Calibri"/>
            </a:endParaRPr>
          </a:p>
        </p:txBody>
      </p:sp>
      <p:graphicFrame>
        <p:nvGraphicFramePr>
          <p:cNvPr id="15" name="">
            <a:extLst>
              <a:ext uri="{FF2B5EF4-FFF2-40B4-BE49-F238E27FC236}">
                <ns2:creationId id="{830F6815-43EB-434E-AE81-01A79CA726C7}"/>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원문 정정에 따른 문맥 갱신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13.617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58">
            <a:extLst>
              <a:ext uri="{FF2B5EF4-FFF2-40B4-BE49-F238E27FC236}">
                <ns2:creationId id="{77AFF749-C31A-4F34-992B-ADA710D25021}"/>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59">
            <a:extLst>
              <a:ext uri="{FF2B5EF4-FFF2-40B4-BE49-F238E27FC236}">
                <ns2:creationId id="{D48344E9-0DE7-48B8-8B76-641EE21A64BA}"/>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60">
            <a:extLst>
              <a:ext uri="{FF2B5EF4-FFF2-40B4-BE49-F238E27FC236}">
                <ns2:creationId id="{322E125C-59EA-4822-8715-F3803E814F9A}"/>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61">
            <a:extLst>
              <a:ext uri="{FF2B5EF4-FFF2-40B4-BE49-F238E27FC236}">
                <ns2:creationId id="{3A8ECC5C-2201-478F-84E8-57AF8C881E5E}"/>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31E7D383-8DF3-4AEB-A0CB-88648F1B5CF8}"/>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62">
            <a:extLst>
              <a:ext uri="{FF2B5EF4-FFF2-40B4-BE49-F238E27FC236}">
                <ns2:creationId id="{B96CF045-3EE4-446C-96A7-07E606455C5B}"/>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63">
            <a:extLst>
              <a:ext uri="{FF2B5EF4-FFF2-40B4-BE49-F238E27FC236}">
                <ns2:creationId id="{D45F4647-8CE7-4014-AF13-06553F243BED}"/>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64">
            <a:extLst>
              <a:ext uri="{FF2B5EF4-FFF2-40B4-BE49-F238E27FC236}">
                <ns2:creationId id="{D0E7CFD6-C559-4094-B8DA-448162D7A5A1}"/>
              </a:ext>
            </a:extLst>
          </p:cNvPr>
          <p:cNvSpPr>
            <a:spLocks noGrp="1"/>
          </p:cNvSpPr>
          <p:nvPr/>
        </p:nvSpPr>
        <p:spPr>
          <a:xfrm>
            <a:off x="333375" y="5172075"/>
            <a:ext cx="1476375" cy="2762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선: 처리·근거 흐름</a:t>
            </a:r>
            <a:endParaRPr lang="ko-KR">
              <a:latin typeface="Calibri"/>
              <a:ea typeface="Calibri"/>
              <a:cs typeface="Calibri"/>
            </a:endParaRPr>
          </a:p>
        </p:txBody>
      </p:sp>
      <p:sp>
        <p:nvSpPr>
          <p:cNvPr id="24" name="DP1 object 65">
            <a:extLst>
              <a:ext uri="{FF2B5EF4-FFF2-40B4-BE49-F238E27FC236}">
                <ns2:creationId id="{CBE00997-82BB-4581-9B3A-161DE56AEDA0}"/>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5" name="유효 작업 문맥&#10;이전 근거 · 대화 수명">
            <a:extLst>
              <a:ext uri="{FF2B5EF4-FFF2-40B4-BE49-F238E27FC236}">
                <ns2:creationId id="{71E31203-D034-4E15-A35D-BBD892F5D7B4}"/>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6" name="DP1 object 66">
            <a:extLst>
              <a:ext uri="{FF2B5EF4-FFF2-40B4-BE49-F238E27FC236}">
                <ns2:creationId id="{E369D4E6-5BCE-4805-9E2E-27AE3B7928A3}"/>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7" name="Request Interpreter Component">
            <a:extLst>
              <a:ext uri="{FF2B5EF4-FFF2-40B4-BE49-F238E27FC236}">
                <ns2:creationId id="{C4A516F7-5730-4160-9312-71B3FD633B4C}"/>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8" name="DP1 object 67">
            <a:extLst>
              <a:ext uri="{FF2B5EF4-FFF2-40B4-BE49-F238E27FC236}">
                <ns2:creationId id="{386BAC60-E329-43E2-9096-20159E7D87B9}"/>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29" name="Editable path 68">
            <a:extLst>
              <a:ext uri="{FF2B5EF4-FFF2-40B4-BE49-F238E27FC236}">
                <ns2:creationId id="{7B5989FE-7F30-4D78-A337-24EB25B65E50}"/>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0" name="Request Interpreter internal operation">
            <a:extLst>
              <a:ext uri="{FF2B5EF4-FFF2-40B4-BE49-F238E27FC236}">
                <ns2:creationId id="{03588CEE-3639-4EF1-AA5F-A8E9500552BC}"/>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1" name="DP1 object 69">
            <a:extLst>
              <a:ext uri="{FF2B5EF4-FFF2-40B4-BE49-F238E27FC236}">
                <ns2:creationId id="{15F64DA2-2860-4EDA-9DDC-7D4D69FE2442}"/>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2" name="DP1 object 70">
            <a:extLst>
              <a:ext uri="{FF2B5EF4-FFF2-40B4-BE49-F238E27FC236}">
                <ns2:creationId id="{F3785730-29A9-4BBA-9E09-B3E42129EE06}"/>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3" name="Editable path 71">
            <a:extLst>
              <a:ext uri="{FF2B5EF4-FFF2-40B4-BE49-F238E27FC236}">
                <ns2:creationId id="{4343999F-D7D0-4DD1-A7F7-8D6999B6909A}"/>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4" name="Editable arrowhead 72">
            <a:extLst>
              <a:ext uri="{FF2B5EF4-FFF2-40B4-BE49-F238E27FC236}">
                <ns2:creationId id="{DCFB3CEF-4F41-4D9E-BCD1-BA6B6ED3B92C}"/>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Editable path 73">
            <a:extLst>
              <a:ext uri="{FF2B5EF4-FFF2-40B4-BE49-F238E27FC236}">
                <ns2:creationId id="{E41FBA11-DC71-43FF-8A62-AABA2631CE58}"/>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6" name="Editable arrowhead 74">
            <a:extLst>
              <a:ext uri="{FF2B5EF4-FFF2-40B4-BE49-F238E27FC236}">
                <ns2:creationId id="{80630898-04AA-451F-B6FA-93C9A2EAE9A1}"/>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7" name="Context Manager Component">
            <a:extLst>
              <a:ext uri="{FF2B5EF4-FFF2-40B4-BE49-F238E27FC236}">
                <ns2:creationId id="{F534514F-2538-430C-BA57-175195982CC4}"/>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8" name="DP1 object 75">
            <a:extLst>
              <a:ext uri="{FF2B5EF4-FFF2-40B4-BE49-F238E27FC236}">
                <ns2:creationId id="{0075B73F-1974-484B-9D1B-63BFD90EE36D}"/>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39" name="Editable path 76">
            <a:extLst>
              <a:ext uri="{FF2B5EF4-FFF2-40B4-BE49-F238E27FC236}">
                <ns2:creationId id="{4E274837-11A8-4E5E-8821-07A60B3200A9}"/>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0" name="Context Manager internal operation">
            <a:extLst>
              <a:ext uri="{FF2B5EF4-FFF2-40B4-BE49-F238E27FC236}">
                <ns2:creationId id="{1BCDDF75-FAFB-43F9-887D-F57137AD47AF}"/>
              </a:ext>
            </a:extLst>
          </p:cNvPr>
          <p:cNvSpPr>
            <a:spLocks noGrp="1"/>
          </p:cNvSpPr>
          <p:nvPr/>
        </p:nvSpPr>
        <p:spPr>
          <a:xfrm>
            <a:off x="4648200" y="4476750"/>
            <a:ext cx="2209800" cy="542925"/>
          </a:xfrm>
          <a:prstGeom prst="rect">
            <a:avLst/>
          </a:prstGeom>
          <a:solidFill>
            <a:srgbClr val="FFFFFF"/>
          </a:solidFill>
          <a:ln w="14288">
            <a:solidFill>
              <a:srgbClr val="111111"/>
            </a:solidFill>
            <a:prstDash val="solid"/>
          </a:ln>
        </p:spPr>
      </p:sp>
      <p:sp>
        <p:nvSpPr>
          <p:cNvPr id="41" name="DP1 object 77">
            <a:extLst>
              <a:ext uri="{FF2B5EF4-FFF2-40B4-BE49-F238E27FC236}">
                <ns2:creationId id="{E7A8B9D5-DA26-4612-B4D2-DF36D956AEC4}"/>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원본 보완·현재성 확인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채택 후 문맥 갱신</a:t>
            </a:r>
            <a:endParaRPr lang="ko-KR">
              <a:latin typeface="Calibri"/>
              <a:ea typeface="Calibri"/>
              <a:cs typeface="Calibri"/>
            </a:endParaRPr>
          </a:p>
        </p:txBody>
      </p:sp>
      <p:sp>
        <p:nvSpPr>
          <p:cNvPr id="42" name="Editable path 78">
            <a:extLst>
              <a:ext uri="{FF2B5EF4-FFF2-40B4-BE49-F238E27FC236}">
                <ns2:creationId id="{7A40ED6D-D0A7-400E-B5BC-EBD7F0A1C6FC}"/>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3" name="Editable arrowhead 79">
            <a:extLst>
              <a:ext uri="{FF2B5EF4-FFF2-40B4-BE49-F238E27FC236}">
                <ns2:creationId id="{7E2820C1-3B11-48A6-A052-52C7B6B00CC4}"/>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80">
            <a:extLst>
              <a:ext uri="{FF2B5EF4-FFF2-40B4-BE49-F238E27FC236}">
                <ns2:creationId id="{551CD5F7-4882-462C-A672-AE193A7C9C81}"/>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111111"/>
            </a:solidFill>
            <a:prstDash val="solid"/>
          </a:ln>
        </p:spPr>
      </p:sp>
      <p:sp>
        <p:nvSpPr>
          <p:cNvPr id="45" name="Editable arrowhead 81">
            <a:extLst>
              <a:ext uri="{FF2B5EF4-FFF2-40B4-BE49-F238E27FC236}">
                <ns2:creationId id="{F7DD013D-016F-40E4-BAA7-AB7FC4C0859A}"/>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6" name="DP1 object 82">
            <a:extLst>
              <a:ext uri="{FF2B5EF4-FFF2-40B4-BE49-F238E27FC236}">
                <ns2:creationId id="{C3F0281E-4E40-48CF-B0A6-ED676450B95A}"/>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7" name="DP1 object 83">
            <a:extLst>
              <a:ext uri="{FF2B5EF4-FFF2-40B4-BE49-F238E27FC236}">
                <ns2:creationId id="{04AD8445-8E08-4C86-9479-E622EAE9633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근거</a:t>
            </a:r>
            <a:endParaRPr lang="ko-KR">
              <a:latin typeface="Calibri"/>
              <a:ea typeface="Calibri"/>
              <a:cs typeface="Calibri"/>
            </a:endParaRPr>
          </a:p>
        </p:txBody>
      </p:sp>
      <p:sp>
        <p:nvSpPr>
          <p:cNvPr id="48" name="Editable path 84">
            <a:extLst>
              <a:ext uri="{FF2B5EF4-FFF2-40B4-BE49-F238E27FC236}">
                <ns2:creationId id="{8BE5C114-8CDE-40ED-B454-DBA4D7A0A6A6}"/>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49" name="Editable arrowhead 85">
            <a:extLst>
              <a:ext uri="{FF2B5EF4-FFF2-40B4-BE49-F238E27FC236}">
                <ns2:creationId id="{B67B6EFC-5E1A-4DD2-AE52-E051427C94DD}"/>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0" name="DP1 object 86">
            <a:extLst>
              <a:ext uri="{FF2B5EF4-FFF2-40B4-BE49-F238E27FC236}">
                <ns2:creationId id="{B2A95481-8178-4286-8C59-B8B7B817A0C8}"/>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1" name="허용 원본">
            <a:extLst>
              <a:ext uri="{FF2B5EF4-FFF2-40B4-BE49-F238E27FC236}">
                <ns2:creationId id="{784EE147-82E8-4A26-8418-FAAE99CE3993}"/>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2" name="DP1 object 87">
            <a:extLst>
              <a:ext uri="{FF2B5EF4-FFF2-40B4-BE49-F238E27FC236}">
                <ns2:creationId id="{C2C158E2-C1C5-4D8E-B7AA-D3BBDD204B36}"/>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3" name="Editable path 88">
            <a:extLst>
              <a:ext uri="{FF2B5EF4-FFF2-40B4-BE49-F238E27FC236}">
                <ns2:creationId id="{92E6D878-32B0-4FD7-9B52-FE924B7F30A0}"/>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111111"/>
            </a:solidFill>
            <a:prstDash val="dash"/>
          </a:ln>
        </p:spPr>
      </p:sp>
      <p:sp>
        <p:nvSpPr>
          <p:cNvPr id="54" name="Editable arrowhead 89">
            <a:extLst>
              <a:ext uri="{FF2B5EF4-FFF2-40B4-BE49-F238E27FC236}">
                <ns2:creationId id="{891106B3-53A4-4EC9-B61C-413B52A0D8E6}"/>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5" name="DP1 object 90">
            <a:extLst>
              <a:ext uri="{FF2B5EF4-FFF2-40B4-BE49-F238E27FC236}">
                <ns2:creationId id="{702C3009-7C45-45C2-B87C-D84D7F6FF780}"/>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부족·변경 시 읽기</a:t>
            </a:r>
            <a:endParaRPr lang="ko-KR">
              <a:latin typeface="Calibri"/>
              <a:ea typeface="Calibri"/>
              <a:cs typeface="Calibri"/>
            </a:endParaRPr>
          </a:p>
        </p:txBody>
      </p:sp>
      <p:sp>
        <p:nvSpPr>
          <p:cNvPr id="56" name="DP1 object 91">
            <a:extLst>
              <a:ext uri="{FF2B5EF4-FFF2-40B4-BE49-F238E27FC236}">
                <ns2:creationId id="{F81BAA92-80E5-47DE-B5BF-F80576E535E3}"/>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7" name="DP1 object 92">
            <a:extLst>
              <a:ext uri="{FF2B5EF4-FFF2-40B4-BE49-F238E27FC236}">
                <ns2:creationId id="{BBBB18E7-ABF5-4EE8-8FDA-70471BD622FE}"/>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8" name="Request Interpreter Component">
            <a:extLst>
              <a:ext uri="{FF2B5EF4-FFF2-40B4-BE49-F238E27FC236}">
                <ns2:creationId id="{0833298D-6F4B-42D2-8AD2-924036043769}"/>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59" name="DP1 object 93">
            <a:extLst>
              <a:ext uri="{FF2B5EF4-FFF2-40B4-BE49-F238E27FC236}">
                <ns2:creationId id="{9778468F-6D1C-459F-BB2D-7AE513E85F6E}"/>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0" name="Editable path 94">
            <a:extLst>
              <a:ext uri="{FF2B5EF4-FFF2-40B4-BE49-F238E27FC236}">
                <ns2:creationId id="{29B6DE4F-76EB-4058-9D04-5F67FBC2CB8E}"/>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1" name="Request Interpreter internal operation">
            <a:extLst>
              <a:ext uri="{FF2B5EF4-FFF2-40B4-BE49-F238E27FC236}">
                <ns2:creationId id="{ABBAA1FB-330A-493A-810F-D894FEE01D8E}"/>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2" name="DP1 object 95">
            <a:extLst>
              <a:ext uri="{FF2B5EF4-FFF2-40B4-BE49-F238E27FC236}">
                <ns2:creationId id="{D408FEE1-A02C-4E26-BC20-2E157CA1664E}"/>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3" name="Editable path 96">
            <a:extLst>
              <a:ext uri="{FF2B5EF4-FFF2-40B4-BE49-F238E27FC236}">
                <ns2:creationId id="{F99C6BFE-7805-42C0-BE40-FCF9B682A759}"/>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4" name="Editable arrowhead 97">
            <a:extLst>
              <a:ext uri="{FF2B5EF4-FFF2-40B4-BE49-F238E27FC236}">
                <ns2:creationId id="{9A32EE4D-6EBF-403F-BD12-828672CD6997}"/>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5" name="Context Manager Component">
            <a:extLst>
              <a:ext uri="{FF2B5EF4-FFF2-40B4-BE49-F238E27FC236}">
                <ns2:creationId id="{62D0DCB9-B71D-4EE8-9857-14659B9CC90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6" name="DP1 object 98">
            <a:extLst>
              <a:ext uri="{FF2B5EF4-FFF2-40B4-BE49-F238E27FC236}">
                <ns2:creationId id="{636A260F-D6E0-436B-BF88-918CCBBF161F}"/>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7" name="Editable path 99">
            <a:extLst>
              <a:ext uri="{FF2B5EF4-FFF2-40B4-BE49-F238E27FC236}">
                <ns2:creationId id="{D7FEB8FD-04AF-4B36-8972-9159A6C8287E}"/>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8" name="Context Manager internal operation">
            <a:extLst>
              <a:ext uri="{FF2B5EF4-FFF2-40B4-BE49-F238E27FC236}">
                <ns2:creationId id="{5098722F-9B49-448F-AA81-7D544F12ABEB}"/>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69" name="DP1 object 100">
            <a:extLst>
              <a:ext uri="{FF2B5EF4-FFF2-40B4-BE49-F238E27FC236}">
                <ns2:creationId id="{35278D5F-919E-4984-82C2-C4EEB64BEEB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0" name="허용 원본&#10;공통 기록">
            <a:extLst>
              <a:ext uri="{FF2B5EF4-FFF2-40B4-BE49-F238E27FC236}">
                <ns2:creationId id="{BAF6908F-9CDB-4B5D-A3A6-EC9943A9271F}"/>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1" name="DP1 object 101">
            <a:extLst>
              <a:ext uri="{FF2B5EF4-FFF2-40B4-BE49-F238E27FC236}">
                <ns2:creationId id="{142D77CA-63C9-4955-A37A-F5B26E81A695}"/>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2" name="Editable path 102">
            <a:extLst>
              <a:ext uri="{FF2B5EF4-FFF2-40B4-BE49-F238E27FC236}">
                <ns2:creationId id="{CC4CE28B-CFAA-4496-9BCF-B712A6037856}"/>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3" name="Editable arrowhead 103">
            <a:extLst>
              <a:ext uri="{FF2B5EF4-FFF2-40B4-BE49-F238E27FC236}">
                <ns2:creationId id="{D7BECED1-FE61-4F95-B535-85B005BD4FF7}"/>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4" name="Editable path 104">
            <a:extLst>
              <a:ext uri="{FF2B5EF4-FFF2-40B4-BE49-F238E27FC236}">
                <ns2:creationId id="{8620CF6D-40FB-4F79-BE4A-6D24CD3B692A}"/>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5" name="Editable arrowhead 105">
            <a:extLst>
              <a:ext uri="{FF2B5EF4-FFF2-40B4-BE49-F238E27FC236}">
                <ns2:creationId id="{FBD4DF44-25A3-4E42-9DCF-8B910C045CA5}"/>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임시 근거 묶음 (요청 수명)">
            <a:extLst>
              <a:ext uri="{FF2B5EF4-FFF2-40B4-BE49-F238E27FC236}">
                <ns2:creationId id="{1BC45EA9-52D6-4979-8EDA-C4B1C56B34D1}"/>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7" name="DP1 object 106">
            <a:extLst>
              <a:ext uri="{FF2B5EF4-FFF2-40B4-BE49-F238E27FC236}">
                <ns2:creationId id="{B315DC7C-62F8-4CE2-A3CB-8E80E75B6A45}"/>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8" name="Editable path 107">
            <a:extLst>
              <a:ext uri="{FF2B5EF4-FFF2-40B4-BE49-F238E27FC236}">
                <ns2:creationId id="{E2C428D4-019F-453C-8661-CEF9DCD8833E}"/>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79" name="Editable arrowhead 108">
            <a:extLst>
              <a:ext uri="{FF2B5EF4-FFF2-40B4-BE49-F238E27FC236}">
                <ns2:creationId id="{83AEBD95-817F-4441-AAF1-8B6277DCB41F}"/>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Request Interpreter Component">
            <a:extLst>
              <a:ext uri="{FF2B5EF4-FFF2-40B4-BE49-F238E27FC236}">
                <ns2:creationId id="{AC4C6E51-ECCC-45ED-99F7-A759502CBF33}"/>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1" name="DP1 object 109">
            <a:extLst>
              <a:ext uri="{FF2B5EF4-FFF2-40B4-BE49-F238E27FC236}">
                <ns2:creationId id="{2E27653D-A8B5-43CF-A453-BD12C239A831}"/>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2" name="Editable path 110">
            <a:extLst>
              <a:ext uri="{FF2B5EF4-FFF2-40B4-BE49-F238E27FC236}">
                <ns2:creationId id="{B17667FB-C119-4EFC-997B-03D37C759FB1}"/>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3" name="Request Interpreter internal operation">
            <a:extLst>
              <a:ext uri="{FF2B5EF4-FFF2-40B4-BE49-F238E27FC236}">
                <ns2:creationId id="{4F6C25C0-3F4C-4977-8131-5927976949C3}"/>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4" name="DP1 object 111">
            <a:extLst>
              <a:ext uri="{FF2B5EF4-FFF2-40B4-BE49-F238E27FC236}">
                <ns2:creationId id="{7F0F171B-23BB-4DC7-B9A8-D49640C1F3BC}"/>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5" name="Editable path 112">
            <a:extLst>
              <a:ext uri="{FF2B5EF4-FFF2-40B4-BE49-F238E27FC236}">
                <ns2:creationId id="{DE111174-EB94-4048-9F39-F2CA63BF1932}"/>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6" name="Editable arrowhead 113">
            <a:extLst>
              <a:ext uri="{FF2B5EF4-FFF2-40B4-BE49-F238E27FC236}">
                <ns2:creationId id="{44A41F69-473F-476C-98F3-BC4C73A8E006}"/>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7" name="DP1 object 114">
            <a:extLst>
              <a:ext uri="{FF2B5EF4-FFF2-40B4-BE49-F238E27FC236}">
                <ns2:creationId id="{2D830263-E92F-487D-8C25-4DAE0B75D97F}"/>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8" name="DP1 object 115">
            <a:extLst>
              <a:ext uri="{FF2B5EF4-FFF2-40B4-BE49-F238E27FC236}">
                <ns2:creationId id="{64638BFA-B529-480D-B3A5-E37654AED139}"/>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89" name="DP1 object 116">
            <a:extLst>
              <a:ext uri="{FF2B5EF4-FFF2-40B4-BE49-F238E27FC236}">
                <ns2:creationId id="{DF27F480-DAC2-4FC2-ABE4-D7E59062FF6C}"/>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0" name="허용 원본&#10;확정 변경">
            <a:extLst>
              <a:ext uri="{FF2B5EF4-FFF2-40B4-BE49-F238E27FC236}">
                <ns2:creationId id="{ED3AD7F8-A36E-4D72-B457-80013CB0B9E4}"/>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1" name="DP1 object 117">
            <a:extLst>
              <a:ext uri="{FF2B5EF4-FFF2-40B4-BE49-F238E27FC236}">
                <ns2:creationId id="{1AAA9777-F9D1-4587-8F35-C65B28D3E248}"/>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2" name="Context Manager production Component">
            <a:extLst>
              <a:ext uri="{FF2B5EF4-FFF2-40B4-BE49-F238E27FC236}">
                <ns2:creationId id="{E8758133-6F99-4EB7-90C9-1BBB9BCFEAFB}"/>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3" name="DP1 object 118">
            <a:extLst>
              <a:ext uri="{FF2B5EF4-FFF2-40B4-BE49-F238E27FC236}">
                <ns2:creationId id="{D23648B4-08CC-4A45-AA8B-A06BBCF0792D}"/>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4" name="Editable path 119">
            <a:extLst>
              <a:ext uri="{FF2B5EF4-FFF2-40B4-BE49-F238E27FC236}">
                <ns2:creationId id="{12CC2BB5-9EBB-4FF6-B85A-19DE8AF72750}"/>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5" name="DP1 object 120">
            <a:extLst>
              <a:ext uri="{FF2B5EF4-FFF2-40B4-BE49-F238E27FC236}">
                <ns2:creationId id="{9289B29B-8135-4E8E-A6F5-0563540038FC}"/>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6" name="Independent evidence production internal operation">
            <a:extLst>
              <a:ext uri="{FF2B5EF4-FFF2-40B4-BE49-F238E27FC236}">
                <ns2:creationId id="{5D5D5FDC-CDC7-4D2A-9365-14C8D81B4694}"/>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7" name="DP1 object 121">
            <a:extLst>
              <a:ext uri="{FF2B5EF4-FFF2-40B4-BE49-F238E27FC236}">
                <ns2:creationId id="{49F0F1FF-BDD9-4D88-A8F9-4D7D7797071B}"/>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8" name="게시 근거">
            <a:extLst>
              <a:ext uri="{FF2B5EF4-FFF2-40B4-BE49-F238E27FC236}">
                <ns2:creationId id="{40591583-C89A-4319-95A8-F4FC3F3E66FC}"/>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99" name="DP1 object 122">
            <a:extLst>
              <a:ext uri="{FF2B5EF4-FFF2-40B4-BE49-F238E27FC236}">
                <ns2:creationId id="{EA04001A-34D2-4DAD-AF63-493FFBC54FC6}"/>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0" name="Editable path 123">
            <a:extLst>
              <a:ext uri="{FF2B5EF4-FFF2-40B4-BE49-F238E27FC236}">
                <ns2:creationId id="{A451E588-0232-4460-BF5E-F4881E5B6B7C}"/>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1" name="Editable arrowhead 124">
            <a:extLst>
              <a:ext uri="{FF2B5EF4-FFF2-40B4-BE49-F238E27FC236}">
                <ns2:creationId id="{4D56DCD4-ADD4-4E03-A298-A9ECD8B05302}"/>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2" name="Editable path 125">
            <a:extLst>
              <a:ext uri="{FF2B5EF4-FFF2-40B4-BE49-F238E27FC236}">
                <ns2:creationId id="{3246651E-F0CC-498F-8EC7-52CB410CF35E}"/>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3" name="Editable arrowhead 126">
            <a:extLst>
              <a:ext uri="{FF2B5EF4-FFF2-40B4-BE49-F238E27FC236}">
                <ns2:creationId id="{1E7ECD21-D775-4F8E-AB18-5994EBE8A0B9}"/>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4" name="Context Manager Component">
            <a:extLst>
              <a:ext uri="{FF2B5EF4-FFF2-40B4-BE49-F238E27FC236}">
                <ns2:creationId id="{E37F0572-8B11-4BF7-8CA8-392DFD6C1BF8}"/>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5" name="DP1 object 127">
            <a:extLst>
              <a:ext uri="{FF2B5EF4-FFF2-40B4-BE49-F238E27FC236}">
                <ns2:creationId id="{915F5C5F-FF46-4C1C-9888-8D9C92F56F52}"/>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6" name="Editable path 128">
            <a:extLst>
              <a:ext uri="{FF2B5EF4-FFF2-40B4-BE49-F238E27FC236}">
                <ns2:creationId id="{0B4A3B0B-D346-48FC-B5D3-6FC841FA7A89}"/>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7" name="Context Manager internal operation">
            <a:extLst>
              <a:ext uri="{FF2B5EF4-FFF2-40B4-BE49-F238E27FC236}">
                <ns2:creationId id="{85AEF624-D210-48A6-95F4-319139C69883}"/>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8" name="DP1 object 129">
            <a:extLst>
              <a:ext uri="{FF2B5EF4-FFF2-40B4-BE49-F238E27FC236}">
                <ns2:creationId id="{441BC9EF-3041-4BA3-B51C-D74384FA48C6}"/>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09" name="Request Interpreter Component">
            <a:extLst>
              <a:ext uri="{FF2B5EF4-FFF2-40B4-BE49-F238E27FC236}">
                <ns2:creationId id="{826DE4EC-0483-4A94-912C-3F9D49E5A949}"/>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0" name="DP1 object 130">
            <a:extLst>
              <a:ext uri="{FF2B5EF4-FFF2-40B4-BE49-F238E27FC236}">
                <ns2:creationId id="{927208EE-38F8-4CAB-9E14-C1FEEB032AE7}"/>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1" name="Editable path 131">
            <a:extLst>
              <a:ext uri="{FF2B5EF4-FFF2-40B4-BE49-F238E27FC236}">
                <ns2:creationId id="{1FF82F46-D578-412B-82FE-3935D16F1121}"/>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2" name="Request Interpreter internal operation">
            <a:extLst>
              <a:ext uri="{FF2B5EF4-FFF2-40B4-BE49-F238E27FC236}">
                <ns2:creationId id="{A0770515-C8CB-4395-8B31-B329F15A661B}"/>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3" name="DP1 object 132">
            <a:extLst>
              <a:ext uri="{FF2B5EF4-FFF2-40B4-BE49-F238E27FC236}">
                <ns2:creationId id="{4854AC4E-66D2-4509-B6DD-7D6DB454DDBD}"/>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4" name="Editable path 133">
            <a:extLst>
              <a:ext uri="{FF2B5EF4-FFF2-40B4-BE49-F238E27FC236}">
                <ns2:creationId id="{3D97E2F2-AFC7-48FF-98B4-D227DC0AF431}"/>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5" name="Editable arrowhead 134">
            <a:extLst>
              <a:ext uri="{FF2B5EF4-FFF2-40B4-BE49-F238E27FC236}">
                <ns2:creationId id="{96144C5D-1367-464B-AFC5-9B96F7A788DF}"/>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6" name="Editable path 135">
            <a:extLst>
              <a:ext uri="{FF2B5EF4-FFF2-40B4-BE49-F238E27FC236}">
                <ns2:creationId id="{AE1663EF-85E4-4FB1-86EA-31B837CA6667}"/>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7" name="Editable arrowhead 136">
            <a:extLst>
              <a:ext uri="{FF2B5EF4-FFF2-40B4-BE49-F238E27FC236}">
                <ns2:creationId id="{F498ED6B-85F8-45D2-A4DB-4BA46C604870}"/>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8" name="DP1 object 137">
            <a:extLst>
              <a:ext uri="{FF2B5EF4-FFF2-40B4-BE49-F238E27FC236}">
                <ns2:creationId id="{1EA389FF-3478-4443-9988-7A8EEA2F0E7F}"/>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19" name="Editable path 138">
            <a:extLst>
              <a:ext uri="{FF2B5EF4-FFF2-40B4-BE49-F238E27FC236}">
                <ns2:creationId id="{F842E98C-0B10-46CF-95A8-5C5BC8139E0D}"/>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0" name="Editable arrowhead 139">
            <a:extLst>
              <a:ext uri="{FF2B5EF4-FFF2-40B4-BE49-F238E27FC236}">
                <ns2:creationId id="{9DBC59DE-0B2B-44E0-8043-6F1C7019690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Editable path 140">
            <a:extLst>
              <a:ext uri="{FF2B5EF4-FFF2-40B4-BE49-F238E27FC236}">
                <ns2:creationId id="{2DAA73D9-7205-438E-B0F6-DB136D4604D7}"/>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2" name="Editable arrowhead 141">
            <a:extLst>
              <a:ext uri="{FF2B5EF4-FFF2-40B4-BE49-F238E27FC236}">
                <ns2:creationId id="{41990CEA-0116-44D0-B32D-C028EE100B65}"/>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3" name="DP1 object 142">
            <a:extLst>
              <a:ext uri="{FF2B5EF4-FFF2-40B4-BE49-F238E27FC236}">
                <ns2:creationId id="{7F38996A-A847-4D9D-B18B-A2885A13FFC8}"/>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4" name="DP1 object 143">
            <a:extLst>
              <a:ext uri="{FF2B5EF4-FFF2-40B4-BE49-F238E27FC236}">
                <ns2:creationId id="{AC1BF6B0-F1E8-432A-AB29-88141017BE84}"/>
              </a:ext>
            </a:extLst>
          </p:cNvPr>
          <p:cNvSpPr>
            <a:spLocks noGrp="1"/>
          </p:cNvSpPr>
          <p:nvPr/>
        </p:nvSpPr>
        <p:spPr>
          <a:xfrm>
            <a:off x="266700" y="9496425"/>
            <a:ext cx="17430750" cy="2571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근거 공급 구간 확대도. 읽기 제어와 의미 채택은 Request Controller가 담당. 동일 이름은 같은 Component의 단계별 표시.</a:t>
            </a:r>
            <a:endParaRPr lang="ko-KR">
              <a:latin typeface="Calibri"/>
              <a:ea typeface="Calibri"/>
              <a:cs typeface="Calibri"/>
            </a:endParaRPr>
          </a:p>
        </p:txBody>
      </p:sp>
      <p:sp>
        <p:nvSpPr>
          <p:cNvPr id="125" name="DP1 object 144">
            <a:extLst>
              <a:ext uri="{FF2B5EF4-FFF2-40B4-BE49-F238E27FC236}">
                <ns2:creationId id="{94F2344E-0A1B-44DA-8CD4-F662A8DC42E2}"/>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시간 괄호: 관측/예정 건수 / 기본안별 12episode / QA04 별도 4과제 / 비용은 사전 생산 포함 / RSS는 로컬 실행기 / QA01 A/B 우열 미확정</a:t>
            </a:r>
            <a:endParaRPr lang="ko-KR">
              <a:latin typeface="Calibri"/>
              <a:ea typeface="Calibri"/>
              <a:cs typeface="Calibri"/>
            </a:endParaRPr>
          </a:p>
        </p:txBody>
      </p:sp>
    </p:spTree>
    <p:extLst>
      <p:ext uri="{BB962C8B-B14F-4D97-AF65-F5344CB8AC3E}">
        <p14:creationId val="1467687415"/>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9" name="Unified slide title">
            <a:extLst>
              <a:ext uri="{FF2B5EF4-FFF2-40B4-BE49-F238E27FC236}">
                <ns2:creationId id="{95382197-D40B-4127-83CB-52B8AB3B6860}"/>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(선택 및 보완)</a:t>
            </a:r>
            <a:endParaRPr lang="ko-KR">
              <a:latin typeface="Calibri"/>
              <a:ea typeface="Calibri"/>
              <a:cs typeface="Calibri"/>
            </a:endParaRPr>
          </a:p>
        </p:txBody>
      </p:sp>
      <p:sp>
        <p:nvSpPr>
          <p:cNvPr id="2" name="Workflow 과제 소개">
            <a:extLst>
              <a:ext uri="{FF2B5EF4-FFF2-40B4-BE49-F238E27FC236}">
                <ns2:creationId id="{EB8B204B-DD78-4370-A0CE-D3D20F80FDC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2A0AABE-AE21-408F-A359-86380EC79D78}"/>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2629828A-8C23-43D5-A202-396BD0142C1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A26A63A-67C3-4862-8057-64285BAB7C5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ED7F195-90F4-4D4C-8F19-3AD6109997B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4050BEB-76FB-48E6-AAA3-B0E481C99516}"/>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5BACE27-265B-4CBB-A065-A0612623F2C0}"/>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A2EE934-E225-4947-8783-1973BDCE9EF0}"/>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9515834-5D0F-420B-B4D3-4173B8C40F5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41E29BEB-94D7-45E4-B5F8-DDDDEE714C15}"/>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AF4EF0F-B0BD-4B4D-BF2D-84BEE84450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52551D45-C9DA-45C5-B623-AB4C0E93D6CB}"/>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3 / 17</a:t>
            </a:r>
            <a:endParaRPr lang="ko-KR">
              <a:latin typeface="Calibri"/>
              <a:ea typeface="Calibri"/>
              <a:cs typeface="Calibri"/>
            </a:endParaRPr>
          </a:p>
        </p:txBody>
      </p:sp>
      <p:sp>
        <p:nvSpPr>
          <p:cNvPr id="14" name="DP1 object 145">
            <a:extLst>
              <a:ext uri="{FF2B5EF4-FFF2-40B4-BE49-F238E27FC236}">
                <ns2:creationId id="{AB877CB3-1D48-4E98-A467-233AD0C1DA4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같은 자료를 이어 묻는 조건에서 기본 A 선택 / A2는 재조회 감소를 확인한 보완 후보</a:t>
            </a:r>
            <a:endParaRPr lang="ko-KR">
              <a:latin typeface="Calibri"/>
              <a:ea typeface="Calibri"/>
              <a:cs typeface="Calibri"/>
            </a:endParaRPr>
          </a:p>
        </p:txBody>
      </p:sp>
      <p:graphicFrame>
        <p:nvGraphicFramePr>
          <p:cNvPr id="15" name="">
            <a:extLst>
              <a:ext uri="{FF2B5EF4-FFF2-40B4-BE49-F238E27FC236}">
                <ns2:creationId id="{68ECEE70-8115-4288-ABEB-856D3E2FC7AF}"/>
              </a:ext>
            </a:extLst>
          </p:cNvPr>
          <p:cNvGraphicFramePr/>
          <p:nvPr/>
        </p:nvGraphicFramePr>
        <p:xfrm>
          <a:off x="228600" y="1657350"/>
          <a:ext cx="17830800" cy="7620000"/>
        </p:xfrm>
        <a:graphic>
          <a:graphicData uri="http://schemas.openxmlformats.org/drawingml/2006/table">
            <a:tbl>
              <a:tblPr firstRow="0" bandRow="0" bandCol="0"/>
              <a:tblGrid>
                <a:gridCol w="1638300"/>
                <a:gridCol w="5391150"/>
                <a:gridCol w="5391150"/>
                <a:gridCol w="541020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유효 작업 문맥 유지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요청마다 원본 구성</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별도 근거 생산·게시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34861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후속 질문에서 이미 읽은</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근거의 발견·조합을 줄임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목적에 필요한 범위만 구성</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이전 해석 문맥의 유지 부담 감소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대화가 바뀌어도 게시한</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근거와 관계를 반복 활용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382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주제 전환 후에도 남는 입력</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원문 정정에 따른 문맥 갱신</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[QA03 보완] A2 변경 조각 갱신 (영향 불명 시 전체 재구성)</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같은 자료를 이어 물으면</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원본 재조회와 재조합 반복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사전 생산·갱신·미사용 비용</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부족한 게시 근거는 원본 보완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6.609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6.267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11.995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34/36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715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13.617 (36/36)</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[별도 정정 3회] 21.822 → 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14.242 (35/36)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12.364 (36/36)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0.0674956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0.0699160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0.1630788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429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44.253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45.318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50.364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1 object 146">
            <a:extLst>
              <a:ext uri="{FF2B5EF4-FFF2-40B4-BE49-F238E27FC236}">
                <ns2:creationId id="{EF344D39-D579-4DB0-A521-F13CFFD0B3ED}"/>
              </a:ext>
            </a:extLst>
          </p:cNvPr>
          <p:cNvSpPr>
            <a:spLocks noGrp="1"/>
          </p:cNvSpPr>
          <p:nvPr/>
        </p:nvSpPr>
        <p:spPr>
          <a:xfrm>
            <a:off x="381000" y="2886075"/>
            <a:ext cx="1323975" cy="647700"/>
          </a:xfrm>
          <a:prstGeom prst="rect">
            <a:avLst/>
          </a:prstGeom>
          <a:solidFill>
            <a:srgbClr val="FFF6DD"/>
          </a:solidFill>
          <a:ln w="25718">
            <a:solidFill>
              <a:srgbClr val="111111"/>
            </a:solidFill>
            <a:prstDash val="solid"/>
          </a:ln>
        </p:spPr>
      </p:sp>
      <p:sp>
        <p:nvSpPr>
          <p:cNvPr id="17" name="DP1 object 147">
            <a:extLst>
              <a:ext uri="{FF2B5EF4-FFF2-40B4-BE49-F238E27FC236}">
                <ns2:creationId id="{A122C4A7-8103-45D7-9AB9-677D004F770D}"/>
              </a:ext>
            </a:extLst>
          </p:cNvPr>
          <p:cNvSpPr>
            <a:spLocks noGrp="1"/>
          </p:cNvSpPr>
          <p:nvPr/>
        </p:nvSpPr>
        <p:spPr>
          <a:xfrm>
            <a:off x="419100" y="29051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1 object 148">
            <a:extLst>
              <a:ext uri="{FF2B5EF4-FFF2-40B4-BE49-F238E27FC236}">
                <ns2:creationId id="{24B6082D-3828-42E4-B83C-97FF647D4C2F}"/>
              </a:ext>
            </a:extLst>
          </p:cNvPr>
          <p:cNvSpPr>
            <a:spLocks noGrp="1"/>
          </p:cNvSpPr>
          <p:nvPr/>
        </p:nvSpPr>
        <p:spPr>
          <a:xfrm>
            <a:off x="466725" y="3209925"/>
            <a:ext cx="1152525" cy="238125"/>
          </a:xfrm>
          <a:prstGeom prst="rect">
            <a:avLst/>
          </a:prstGeom>
          <a:solidFill>
            <a:srgbClr val="FFFFFF"/>
          </a:solidFill>
          <a:ln w="12383">
            <a:solidFill>
              <a:srgbClr val="111111"/>
            </a:solidFill>
            <a:prstDash val="solid"/>
          </a:ln>
        </p:spPr>
      </p:sp>
      <p:sp>
        <p:nvSpPr>
          <p:cNvPr id="19" name="DP1 object 149">
            <a:extLst>
              <a:ext uri="{FF2B5EF4-FFF2-40B4-BE49-F238E27FC236}">
                <ns2:creationId id="{CAB4EAB8-D6A3-4285-A4B8-C2D5328D3081}"/>
              </a:ext>
            </a:extLst>
          </p:cNvPr>
          <p:cNvSpPr>
            <a:spLocks noGrp="1"/>
          </p:cNvSpPr>
          <p:nvPr/>
        </p:nvSpPr>
        <p:spPr>
          <a:xfrm>
            <a:off x="485775" y="32099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유지 데이터">
            <a:extLst>
              <a:ext uri="{FF2B5EF4-FFF2-40B4-BE49-F238E27FC236}">
                <ns2:creationId id="{DCD1DE16-50CE-40D2-BCB7-81E18ABE9DBF}"/>
              </a:ext>
            </a:extLst>
          </p:cNvPr>
          <p:cNvSpPr>
            <a:spLocks noGrp="1"/>
          </p:cNvSpPr>
          <p:nvPr/>
        </p:nvSpPr>
        <p:spPr>
          <a:xfrm>
            <a:off x="400050" y="3781425"/>
            <a:ext cx="1285875" cy="523875"/>
          </a:xfrm>
          <a:prstGeom prst="can">
            <a:avLst>
              <a:gd name="adj" fmla="val 16000"/>
            </a:avLst>
          </a:prstGeom>
          <a:solidFill>
            <a:srgbClr val="FFF6DD"/>
          </a:solidFill>
          <a:ln w="17145">
            <a:solidFill>
              <a:srgbClr val="111111"/>
            </a:solidFill>
            <a:prstDash val="solid"/>
          </a:ln>
        </p:spPr>
      </p:sp>
      <p:sp>
        <p:nvSpPr>
          <p:cNvPr id="21" name="DP1 object 150">
            <a:extLst>
              <a:ext uri="{FF2B5EF4-FFF2-40B4-BE49-F238E27FC236}">
                <ns2:creationId id="{82B05EC5-17C7-426D-97C5-B8B2FBAAFADE}"/>
              </a:ext>
            </a:extLst>
          </p:cNvPr>
          <p:cNvSpPr>
            <a:spLocks noGrp="1"/>
          </p:cNvSpPr>
          <p:nvPr/>
        </p:nvSpPr>
        <p:spPr>
          <a:xfrm>
            <a:off x="447675" y="38862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1 object 151">
            <a:extLst>
              <a:ext uri="{FF2B5EF4-FFF2-40B4-BE49-F238E27FC236}">
                <ns2:creationId id="{DE0E6FA2-F8F8-403F-956E-2E4791E780BA}"/>
              </a:ext>
            </a:extLst>
          </p:cNvPr>
          <p:cNvSpPr>
            <a:spLocks noGrp="1"/>
          </p:cNvSpPr>
          <p:nvPr/>
        </p:nvSpPr>
        <p:spPr>
          <a:xfrm>
            <a:off x="371475" y="4429125"/>
            <a:ext cx="1371600" cy="6191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같은 이름은</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동일 Component의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단계별 표시</a:t>
            </a:r>
            <a:endParaRPr lang="ko-KR">
              <a:latin typeface="Calibri"/>
              <a:ea typeface="Calibri"/>
              <a:cs typeface="Calibri"/>
            </a:endParaRPr>
          </a:p>
        </p:txBody>
      </p:sp>
      <p:sp>
        <p:nvSpPr>
          <p:cNvPr id="23" name="DP1 object 152">
            <a:extLst>
              <a:ext uri="{FF2B5EF4-FFF2-40B4-BE49-F238E27FC236}">
                <ns2:creationId id="{0C383399-CE28-4F5C-8908-8DE7C556BC3A}"/>
              </a:ext>
            </a:extLst>
          </p:cNvPr>
          <p:cNvSpPr>
            <a:spLocks noGrp="1"/>
          </p:cNvSpPr>
          <p:nvPr/>
        </p:nvSpPr>
        <p:spPr>
          <a:xfrm>
            <a:off x="400050" y="5200650"/>
            <a:ext cx="228600" cy="209550"/>
          </a:xfrm>
          <a:prstGeom prst="rect">
            <a:avLst/>
          </a:prstGeom>
          <a:solidFill>
            <a:srgbClr val="FFFFFF"/>
          </a:solidFill>
          <a:ln w="28575">
            <a:solidFill>
              <a:srgbClr val="4676CB"/>
            </a:solidFill>
            <a:prstDash val="solid"/>
          </a:ln>
        </p:spPr>
      </p:sp>
      <p:sp>
        <p:nvSpPr>
          <p:cNvPr id="24" name="DP1 object 153">
            <a:extLst>
              <a:ext uri="{FF2B5EF4-FFF2-40B4-BE49-F238E27FC236}">
                <ns2:creationId id="{CF949C9C-AC2D-413C-A9B7-653D37D95065}"/>
              </a:ext>
            </a:extLst>
          </p:cNvPr>
          <p:cNvSpPr>
            <a:spLocks noGrp="1"/>
          </p:cNvSpPr>
          <p:nvPr/>
        </p:nvSpPr>
        <p:spPr>
          <a:xfrm>
            <a:off x="714375" y="5153025"/>
            <a:ext cx="1076325" cy="304800"/>
          </a:xfrm>
          <a:prstGeom prst="rect">
            <a:avLst/>
          </a:prstGeom>
          <a:noFill/>
          <a:ln w="0">
            <a:noFill/>
            <a:prstDash val="solid"/>
          </a:ln>
        </p:spPr>
        <p:txBody>
          <a:bodyPr wrap="none" lIns="0" tIns="0" rIns="0" bIns="0" anchor="ctr">
            <a:noAutofit/>
          </a:bodyPr>
          <a:lstStyle>
            <a:defPPr algn="l">
              <a:defRPr sz="1500" b="1" lang="ko-KR">
                <a:solidFill>
                  <a:srgbClr val="4676CB"/>
                </a:solidFill>
                <a:latin typeface="Calibri"/>
                <a:ea typeface="Calibri"/>
                <a:cs typeface="Calibri"/>
              </a:defRPr>
            </a:defPPr>
            <a:lvl1pPr algn="l">
              <a:defRPr sz="1500" b="1" lang="ko-KR">
                <a:solidFill>
                  <a:srgbClr val="4676CB"/>
                </a:solidFill>
                <a:latin typeface="Calibri"/>
                <a:ea typeface="Calibri"/>
                <a:cs typeface="Calibri"/>
              </a:defRPr>
            </a:lvl1pPr>
            <a:lvl2pPr algn="l">
              <a:defRPr sz="1500" b="1" lang="ko-KR">
                <a:solidFill>
                  <a:srgbClr val="4676CB"/>
                </a:solidFill>
                <a:latin typeface="Calibri"/>
                <a:ea typeface="Calibri"/>
                <a:cs typeface="Calibri"/>
              </a:defRPr>
            </a:lvl2pPr>
            <a:lvl3pPr algn="l">
              <a:defRPr sz="1500" b="1" lang="ko-KR">
                <a:solidFill>
                  <a:srgbClr val="4676CB"/>
                </a:solidFill>
                <a:latin typeface="Calibri"/>
                <a:ea typeface="Calibri"/>
                <a:cs typeface="Calibri"/>
              </a:defRPr>
            </a:lvl3pPr>
            <a:lvl4pPr algn="l">
              <a:defRPr sz="1500" b="1" lang="ko-KR">
                <a:solidFill>
                  <a:srgbClr val="4676CB"/>
                </a:solidFill>
                <a:latin typeface="Calibri"/>
                <a:ea typeface="Calibri"/>
                <a:cs typeface="Calibri"/>
              </a:defRPr>
            </a:lvl4pPr>
            <a:lvl5pPr algn="l">
              <a:defRPr sz="1500" b="1" lang="ko-KR">
                <a:solidFill>
                  <a:srgbClr val="4676CB"/>
                </a:solidFill>
                <a:latin typeface="Calibri"/>
                <a:ea typeface="Calibri"/>
                <a:cs typeface="Calibri"/>
              </a:defRPr>
            </a:lvl5pPr>
            <a:lvl6pPr algn="l">
              <a:defRPr sz="1500" b="1" lang="ko-KR">
                <a:solidFill>
                  <a:srgbClr val="4676CB"/>
                </a:solidFill>
                <a:latin typeface="Calibri"/>
                <a:ea typeface="Calibri"/>
                <a:cs typeface="Calibri"/>
              </a:defRPr>
            </a:lvl6pPr>
            <a:lvl7pPr algn="l">
              <a:defRPr sz="1500" b="1" lang="ko-KR">
                <a:solidFill>
                  <a:srgbClr val="4676CB"/>
                </a:solidFill>
                <a:latin typeface="Calibri"/>
                <a:ea typeface="Calibri"/>
                <a:cs typeface="Calibri"/>
              </a:defRPr>
            </a:lvl7pPr>
            <a:lvl8pPr algn="l">
              <a:defRPr sz="1500" b="1" lang="ko-KR">
                <a:solidFill>
                  <a:srgbClr val="4676CB"/>
                </a:solidFill>
                <a:latin typeface="Calibri"/>
                <a:ea typeface="Calibri"/>
                <a:cs typeface="Calibri"/>
              </a:defRPr>
            </a:lvl8pPr>
            <a:lvl9pPr algn="l">
              <a:defRPr sz="1500" b="1" lang="ko-KR">
                <a:solidFill>
                  <a:srgbClr val="4676CB"/>
                </a:solidFill>
                <a:latin typeface="Calibri"/>
                <a:ea typeface="Calibri"/>
                <a:cs typeface="Calibri"/>
              </a:defRPr>
            </a:lvl9pPr>
          </a:lstStyle>
          <a:p>
            <a:pPr algn="l">
              <a:defRPr sz="1500" b="1" lang="ko-KR">
                <a:solidFill>
                  <a:srgbClr val="4676CB"/>
                </a:solidFill>
                <a:latin typeface="Calibri"/>
                <a:ea typeface="Calibri"/>
                <a:cs typeface="Calibri"/>
              </a:defRPr>
            </a:pPr>
            <a:r>
              <a:rPr sz="1500" b="1" lang="ko-KR">
                <a:solidFill>
                  <a:srgbClr val="4676CB"/>
                </a:solidFill>
                <a:latin typeface="Calibri"/>
                <a:ea typeface="Calibri"/>
                <a:cs typeface="Calibri"/>
              </a:rPr>
              <a:t>보완 A2</a:t>
            </a:r>
            <a:endParaRPr lang="ko-KR">
              <a:latin typeface="Calibri"/>
              <a:ea typeface="Calibri"/>
              <a:cs typeface="Calibri"/>
            </a:endParaRPr>
          </a:p>
        </p:txBody>
      </p:sp>
      <p:sp>
        <p:nvSpPr>
          <p:cNvPr id="25" name="DP1 object 154">
            <a:extLst>
              <a:ext uri="{FF2B5EF4-FFF2-40B4-BE49-F238E27FC236}">
                <ns2:creationId id="{530E3A5B-5FD4-4DCC-AB4D-E189AB23529B}"/>
              </a:ext>
            </a:extLst>
          </p:cNvPr>
          <p:cNvSpPr>
            <a:spLocks noGrp="1"/>
          </p:cNvSpPr>
          <p:nvPr/>
        </p:nvSpPr>
        <p:spPr>
          <a:xfrm>
            <a:off x="19621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같은 대화의 근거를 다음 요청에 재사용</a:t>
            </a:r>
            <a:endParaRPr lang="ko-KR">
              <a:latin typeface="Calibri"/>
              <a:ea typeface="Calibri"/>
              <a:cs typeface="Calibri"/>
            </a:endParaRPr>
          </a:p>
        </p:txBody>
      </p:sp>
      <p:sp>
        <p:nvSpPr>
          <p:cNvPr id="26" name="유효 작업 문맥&#10;이전 근거 · 대화 수명">
            <a:extLst>
              <a:ext uri="{FF2B5EF4-FFF2-40B4-BE49-F238E27FC236}">
                <ns2:creationId id="{00459F0C-0686-4A3F-9103-DA05428564D0}"/>
              </a:ext>
            </a:extLst>
          </p:cNvPr>
          <p:cNvSpPr>
            <a:spLocks noGrp="1"/>
          </p:cNvSpPr>
          <p:nvPr/>
        </p:nvSpPr>
        <p:spPr>
          <a:xfrm>
            <a:off x="2133600" y="3114675"/>
            <a:ext cx="2143125" cy="914400"/>
          </a:xfrm>
          <a:prstGeom prst="can">
            <a:avLst>
              <a:gd name="adj" fmla="val 16000"/>
            </a:avLst>
          </a:prstGeom>
          <a:solidFill>
            <a:srgbClr val="FFF6DD"/>
          </a:solidFill>
          <a:ln w="17145">
            <a:solidFill>
              <a:srgbClr val="111111"/>
            </a:solidFill>
            <a:prstDash val="solid"/>
          </a:ln>
        </p:spPr>
      </p:sp>
      <p:sp>
        <p:nvSpPr>
          <p:cNvPr id="27" name="DP1 object 155">
            <a:extLst>
              <a:ext uri="{FF2B5EF4-FFF2-40B4-BE49-F238E27FC236}">
                <ns2:creationId id="{10F6F74D-C9ED-4FD9-98A6-53BAF60CE345}"/>
              </a:ext>
            </a:extLst>
          </p:cNvPr>
          <p:cNvSpPr>
            <a:spLocks noGrp="1"/>
          </p:cNvSpPr>
          <p:nvPr/>
        </p:nvSpPr>
        <p:spPr>
          <a:xfrm>
            <a:off x="2181225" y="3219450"/>
            <a:ext cx="2047875" cy="7524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유효 작업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이전 근거 · 대화 수명</a:t>
            </a:r>
            <a:endParaRPr lang="ko-KR">
              <a:latin typeface="Calibri"/>
              <a:ea typeface="Calibri"/>
              <a:cs typeface="Calibri"/>
            </a:endParaRPr>
          </a:p>
        </p:txBody>
      </p:sp>
      <p:sp>
        <p:nvSpPr>
          <p:cNvPr id="28" name="Request Interpreter Component">
            <a:extLst>
              <a:ext uri="{FF2B5EF4-FFF2-40B4-BE49-F238E27FC236}">
                <ns2:creationId id="{AFB1A6C2-B48D-41FD-8F9C-0AC318848225}"/>
              </a:ext>
            </a:extLst>
          </p:cNvPr>
          <p:cNvSpPr>
            <a:spLocks noGrp="1"/>
          </p:cNvSpPr>
          <p:nvPr/>
        </p:nvSpPr>
        <p:spPr>
          <a:xfrm>
            <a:off x="4552950" y="2752725"/>
            <a:ext cx="2400300" cy="971550"/>
          </a:xfrm>
          <a:prstGeom prst="rect">
            <a:avLst/>
          </a:prstGeom>
          <a:solidFill>
            <a:srgbClr val="FFF6DD"/>
          </a:solidFill>
          <a:ln w="25718">
            <a:solidFill>
              <a:srgbClr val="111111"/>
            </a:solidFill>
            <a:prstDash val="solid"/>
          </a:ln>
        </p:spPr>
      </p:sp>
      <p:sp>
        <p:nvSpPr>
          <p:cNvPr id="29" name="DP1 object 156">
            <a:extLst>
              <a:ext uri="{FF2B5EF4-FFF2-40B4-BE49-F238E27FC236}">
                <ns2:creationId id="{CBD130EE-A936-4FA7-A096-882CF47D35EC}"/>
              </a:ext>
            </a:extLst>
          </p:cNvPr>
          <p:cNvSpPr>
            <a:spLocks noGrp="1"/>
          </p:cNvSpPr>
          <p:nvPr/>
        </p:nvSpPr>
        <p:spPr>
          <a:xfrm>
            <a:off x="4610100" y="27717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0" name="Editable path 157">
            <a:extLst>
              <a:ext uri="{FF2B5EF4-FFF2-40B4-BE49-F238E27FC236}">
                <ns2:creationId id="{C1EC7251-5E78-45FF-BB38-36DA3D103E36}"/>
              </a:ext>
            </a:extLst>
          </p:cNvPr>
          <p:cNvSpPr>
            <a:spLocks noGrp="1"/>
          </p:cNvSpPr>
          <p:nvPr/>
        </p:nvSpPr>
        <p:spPr>
          <a:xfrm>
            <a:off x="4552950" y="3076575"/>
            <a:ext cx="2400300" cy="953"/>
          </a:xfrm>
          <a:custGeom>
            <a:pathLst>
              <a:path w="2400300" h="953">
                <a:moveTo>
                  <a:pt x="0" y="0"/>
                </a:moveTo>
                <a:lnTo>
                  <a:pt x="2400300" y="0"/>
                </a:lnTo>
              </a:path>
            </a:pathLst>
          </a:custGeom>
          <a:noFill/>
          <a:ln w="14288">
            <a:solidFill>
              <a:srgbClr val="111111"/>
            </a:solidFill>
            <a:prstDash val="solid"/>
          </a:ln>
        </p:spPr>
      </p:sp>
      <p:sp>
        <p:nvSpPr>
          <p:cNvPr id="31" name="Request Interpreter internal operation">
            <a:extLst>
              <a:ext uri="{FF2B5EF4-FFF2-40B4-BE49-F238E27FC236}">
                <ns2:creationId id="{CB357E7C-461B-460D-B0DD-1E9E906E8267}"/>
              </a:ext>
            </a:extLst>
          </p:cNvPr>
          <p:cNvSpPr>
            <a:spLocks noGrp="1"/>
          </p:cNvSpPr>
          <p:nvPr/>
        </p:nvSpPr>
        <p:spPr>
          <a:xfrm>
            <a:off x="4648200" y="3143250"/>
            <a:ext cx="2209800" cy="504825"/>
          </a:xfrm>
          <a:prstGeom prst="rect">
            <a:avLst/>
          </a:prstGeom>
          <a:solidFill>
            <a:srgbClr val="FFFFFF"/>
          </a:solidFill>
          <a:ln w="14288">
            <a:solidFill>
              <a:srgbClr val="111111"/>
            </a:solidFill>
            <a:prstDash val="solid"/>
          </a:ln>
        </p:spPr>
      </p:sp>
      <p:sp>
        <p:nvSpPr>
          <p:cNvPr id="32" name="DP1 object 158">
            <a:extLst>
              <a:ext uri="{FF2B5EF4-FFF2-40B4-BE49-F238E27FC236}">
                <ns2:creationId id="{EC127746-2391-436F-83DE-67A7354489A9}"/>
              </a:ext>
            </a:extLst>
          </p:cNvPr>
          <p:cNvSpPr>
            <a:spLocks noGrp="1"/>
          </p:cNvSpPr>
          <p:nvPr/>
        </p:nvSpPr>
        <p:spPr>
          <a:xfrm>
            <a:off x="4695825" y="3162300"/>
            <a:ext cx="2114550" cy="4667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근거 해석</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33" name="DP1 object 159">
            <a:extLst>
              <a:ext uri="{FF2B5EF4-FFF2-40B4-BE49-F238E27FC236}">
                <ns2:creationId id="{7AEB788F-C4CF-451D-A1F2-3B76F33DC55C}"/>
              </a:ext>
            </a:extLst>
          </p:cNvPr>
          <p:cNvSpPr>
            <a:spLocks noGrp="1"/>
          </p:cNvSpPr>
          <p:nvPr/>
        </p:nvSpPr>
        <p:spPr>
          <a:xfrm>
            <a:off x="4772025" y="2486025"/>
            <a:ext cx="2000250" cy="23812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34" name="Editable path 160">
            <a:extLst>
              <a:ext uri="{FF2B5EF4-FFF2-40B4-BE49-F238E27FC236}">
                <ns2:creationId id="{27FF688E-5817-48C4-94FC-DC3AB484E495}"/>
              </a:ext>
            </a:extLst>
          </p:cNvPr>
          <p:cNvSpPr>
            <a:spLocks noGrp="1"/>
          </p:cNvSpPr>
          <p:nvPr/>
        </p:nvSpPr>
        <p:spPr>
          <a:xfrm>
            <a:off x="5753100" y="2724150"/>
            <a:ext cx="953" cy="28575"/>
          </a:xfrm>
          <a:custGeom>
            <a:pathLst>
              <a:path w="953" h="28575">
                <a:moveTo>
                  <a:pt x="0" y="0"/>
                </a:moveTo>
                <a:lnTo>
                  <a:pt x="0" y="28575"/>
                </a:lnTo>
              </a:path>
            </a:pathLst>
          </a:custGeom>
          <a:noFill/>
          <a:ln w="19050">
            <a:solidFill>
              <a:srgbClr val="111111"/>
            </a:solidFill>
            <a:prstDash val="solid"/>
          </a:ln>
        </p:spPr>
      </p:sp>
      <p:sp>
        <p:nvSpPr>
          <p:cNvPr id="35" name="Editable arrowhead 161">
            <a:extLst>
              <a:ext uri="{FF2B5EF4-FFF2-40B4-BE49-F238E27FC236}">
                <ns2:creationId id="{B7B64D58-F614-4428-AD1F-2E553778B05D}"/>
              </a:ext>
            </a:extLst>
          </p:cNvPr>
          <p:cNvSpPr>
            <a:spLocks noGrp="1"/>
          </p:cNvSpPr>
          <p:nvPr/>
        </p:nvSpPr>
        <p:spPr>
          <a:xfrm>
            <a:off x="5705475" y="26574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6" name="Editable path 162">
            <a:extLst>
              <a:ext uri="{FF2B5EF4-FFF2-40B4-BE49-F238E27FC236}">
                <ns2:creationId id="{01E22E9E-DA24-4C05-85A0-9C055BC4CA62}"/>
              </a:ext>
            </a:extLst>
          </p:cNvPr>
          <p:cNvSpPr>
            <a:spLocks noGrp="1"/>
          </p:cNvSpPr>
          <p:nvPr/>
        </p:nvSpPr>
        <p:spPr>
          <a:xfrm>
            <a:off x="4276725" y="3381375"/>
            <a:ext cx="276225" cy="953"/>
          </a:xfrm>
          <a:custGeom>
            <a:pathLst>
              <a:path w="276225" h="953">
                <a:moveTo>
                  <a:pt x="0" y="0"/>
                </a:moveTo>
                <a:lnTo>
                  <a:pt x="276225" y="0"/>
                </a:lnTo>
              </a:path>
            </a:pathLst>
          </a:custGeom>
          <a:noFill/>
          <a:ln w="23813">
            <a:solidFill>
              <a:srgbClr val="111111"/>
            </a:solidFill>
            <a:prstDash val="solid"/>
          </a:ln>
        </p:spPr>
      </p:sp>
      <p:sp>
        <p:nvSpPr>
          <p:cNvPr id="37" name="Editable arrowhead 163">
            <a:extLst>
              <a:ext uri="{FF2B5EF4-FFF2-40B4-BE49-F238E27FC236}">
                <ns2:creationId id="{FD207337-01BB-4FB6-AED3-73E53733FF7C}"/>
              </a:ext>
            </a:extLst>
          </p:cNvPr>
          <p:cNvSpPr>
            <a:spLocks noGrp="1"/>
          </p:cNvSpPr>
          <p:nvPr/>
        </p:nvSpPr>
        <p:spPr>
          <a:xfrm>
            <a:off x="4457700" y="3333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8" name="Context Manager Component">
            <a:extLst>
              <a:ext uri="{FF2B5EF4-FFF2-40B4-BE49-F238E27FC236}">
                <ns2:creationId id="{CCF0DE70-5B8A-4C98-94D5-024A268D693E}"/>
              </a:ext>
            </a:extLst>
          </p:cNvPr>
          <p:cNvSpPr>
            <a:spLocks noGrp="1"/>
          </p:cNvSpPr>
          <p:nvPr/>
        </p:nvSpPr>
        <p:spPr>
          <a:xfrm>
            <a:off x="4552950" y="4086225"/>
            <a:ext cx="2400300" cy="1009650"/>
          </a:xfrm>
          <a:prstGeom prst="rect">
            <a:avLst/>
          </a:prstGeom>
          <a:solidFill>
            <a:srgbClr val="FFF6DD"/>
          </a:solidFill>
          <a:ln w="25718">
            <a:solidFill>
              <a:srgbClr val="111111"/>
            </a:solidFill>
            <a:prstDash val="solid"/>
          </a:ln>
        </p:spPr>
      </p:sp>
      <p:sp>
        <p:nvSpPr>
          <p:cNvPr id="39" name="DP1 object 164">
            <a:extLst>
              <a:ext uri="{FF2B5EF4-FFF2-40B4-BE49-F238E27FC236}">
                <ns2:creationId id="{910EB7CE-CFD7-4D75-AE50-6CEB69A0DC35}"/>
              </a:ext>
            </a:extLst>
          </p:cNvPr>
          <p:cNvSpPr>
            <a:spLocks noGrp="1"/>
          </p:cNvSpPr>
          <p:nvPr/>
        </p:nvSpPr>
        <p:spPr>
          <a:xfrm>
            <a:off x="4610100" y="4105275"/>
            <a:ext cx="22860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40" name="Editable path 165">
            <a:extLst>
              <a:ext uri="{FF2B5EF4-FFF2-40B4-BE49-F238E27FC236}">
                <ns2:creationId id="{D6D052AC-45EA-419D-88F7-A3042B926F3E}"/>
              </a:ext>
            </a:extLst>
          </p:cNvPr>
          <p:cNvSpPr>
            <a:spLocks noGrp="1"/>
          </p:cNvSpPr>
          <p:nvPr/>
        </p:nvSpPr>
        <p:spPr>
          <a:xfrm>
            <a:off x="4552950" y="4410075"/>
            <a:ext cx="2400300" cy="953"/>
          </a:xfrm>
          <a:custGeom>
            <a:pathLst>
              <a:path w="2400300" h="953">
                <a:moveTo>
                  <a:pt x="0" y="0"/>
                </a:moveTo>
                <a:lnTo>
                  <a:pt x="2400300" y="0"/>
                </a:lnTo>
              </a:path>
            </a:pathLst>
          </a:custGeom>
          <a:noFill/>
          <a:ln w="14288">
            <a:solidFill>
              <a:srgbClr val="111111"/>
            </a:solidFill>
            <a:prstDash val="solid"/>
          </a:ln>
        </p:spPr>
      </p:sp>
      <p:sp>
        <p:nvSpPr>
          <p:cNvPr id="41" name="Context Manager internal operation">
            <a:extLst>
              <a:ext uri="{FF2B5EF4-FFF2-40B4-BE49-F238E27FC236}">
                <ns2:creationId id="{66B0EED6-5DCD-4ECB-93B6-B7FBD9D6C2CE}"/>
              </a:ext>
            </a:extLst>
          </p:cNvPr>
          <p:cNvSpPr>
            <a:spLocks noGrp="1"/>
          </p:cNvSpPr>
          <p:nvPr/>
        </p:nvSpPr>
        <p:spPr>
          <a:xfrm>
            <a:off x="4648200" y="4476750"/>
            <a:ext cx="2209800" cy="542925"/>
          </a:xfrm>
          <a:prstGeom prst="rect">
            <a:avLst/>
          </a:prstGeom>
          <a:solidFill>
            <a:srgbClr val="FFFFFF"/>
          </a:solidFill>
          <a:ln w="28575">
            <a:solidFill>
              <a:srgbClr val="4676CB"/>
            </a:solidFill>
            <a:prstDash val="solid"/>
          </a:ln>
        </p:spPr>
      </p:sp>
      <p:sp>
        <p:nvSpPr>
          <p:cNvPr id="42" name="DP1 object 166">
            <a:extLst>
              <a:ext uri="{FF2B5EF4-FFF2-40B4-BE49-F238E27FC236}">
                <ns2:creationId id="{D04424BE-09C3-4956-A6E7-CA47BC9BDF63}"/>
              </a:ext>
            </a:extLst>
          </p:cNvPr>
          <p:cNvSpPr>
            <a:spLocks noGrp="1"/>
          </p:cNvSpPr>
          <p:nvPr/>
        </p:nvSpPr>
        <p:spPr>
          <a:xfrm>
            <a:off x="4695825" y="4495800"/>
            <a:ext cx="2114550" cy="5048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A2 변경 조각 조회·갱신</a:t>
            </a:r>
            <a:endParaRPr lang="ko-KR">
              <a:latin typeface="Calibri"/>
              <a:ea typeface="Calibri"/>
              <a:cs typeface="Calibri"/>
            </a:endParaRPr>
          </a:p>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3" name="Editable path 167">
            <a:extLst>
              <a:ext uri="{FF2B5EF4-FFF2-40B4-BE49-F238E27FC236}">
                <ns2:creationId id="{8AD757D6-A3EB-43CD-84F2-C159C7AB5B89}"/>
              </a:ext>
            </a:extLst>
          </p:cNvPr>
          <p:cNvSpPr>
            <a:spLocks noGrp="1"/>
          </p:cNvSpPr>
          <p:nvPr/>
        </p:nvSpPr>
        <p:spPr>
          <a:xfrm>
            <a:off x="5753100" y="3724275"/>
            <a:ext cx="953" cy="361950"/>
          </a:xfrm>
          <a:custGeom>
            <a:pathLst>
              <a:path w="953" h="361950">
                <a:moveTo>
                  <a:pt x="0" y="0"/>
                </a:moveTo>
                <a:lnTo>
                  <a:pt x="0" y="361950"/>
                </a:lnTo>
              </a:path>
            </a:pathLst>
          </a:custGeom>
          <a:noFill/>
          <a:ln w="23813">
            <a:solidFill>
              <a:srgbClr val="111111"/>
            </a:solidFill>
            <a:prstDash val="solid"/>
          </a:ln>
        </p:spPr>
      </p:sp>
      <p:sp>
        <p:nvSpPr>
          <p:cNvPr id="44" name="Editable arrowhead 168">
            <a:extLst>
              <a:ext uri="{FF2B5EF4-FFF2-40B4-BE49-F238E27FC236}">
                <ns2:creationId id="{2CE7C9C6-61D8-4A92-B456-E5E6B0DE26D9}"/>
              </a:ext>
            </a:extLst>
          </p:cNvPr>
          <p:cNvSpPr>
            <a:spLocks noGrp="1"/>
          </p:cNvSpPr>
          <p:nvPr/>
        </p:nvSpPr>
        <p:spPr>
          <a:xfrm>
            <a:off x="5705475" y="39909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69">
            <a:extLst>
              <a:ext uri="{FF2B5EF4-FFF2-40B4-BE49-F238E27FC236}">
                <ns2:creationId id="{59E065D6-523C-4461-9E3A-0EAC5CF74AF3}"/>
              </a:ext>
            </a:extLst>
          </p:cNvPr>
          <p:cNvSpPr>
            <a:spLocks noGrp="1"/>
          </p:cNvSpPr>
          <p:nvPr/>
        </p:nvSpPr>
        <p:spPr>
          <a:xfrm>
            <a:off x="6810375" y="3724275"/>
            <a:ext cx="953" cy="361950"/>
          </a:xfrm>
          <a:custGeom>
            <a:pathLst>
              <a:path w="953" h="361950">
                <a:moveTo>
                  <a:pt x="0" y="361950"/>
                </a:moveTo>
                <a:lnTo>
                  <a:pt x="0" y="0"/>
                </a:lnTo>
              </a:path>
            </a:pathLst>
          </a:custGeom>
          <a:noFill/>
          <a:ln w="23813">
            <a:solidFill>
              <a:srgbClr val="4676CB"/>
            </a:solidFill>
            <a:prstDash val="solid"/>
          </a:ln>
        </p:spPr>
      </p:sp>
      <p:sp>
        <p:nvSpPr>
          <p:cNvPr id="46" name="Editable arrowhead 170">
            <a:extLst>
              <a:ext uri="{FF2B5EF4-FFF2-40B4-BE49-F238E27FC236}">
                <ns2:creationId id="{D616820C-D650-4732-BB84-89F1340AB8CF}"/>
              </a:ext>
            </a:extLst>
          </p:cNvPr>
          <p:cNvSpPr>
            <a:spLocks noGrp="1"/>
          </p:cNvSpPr>
          <p:nvPr/>
        </p:nvSpPr>
        <p:spPr>
          <a:xfrm>
            <a:off x="6762750" y="37242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47" name="DP1 object 171">
            <a:extLst>
              <a:ext uri="{FF2B5EF4-FFF2-40B4-BE49-F238E27FC236}">
                <ns2:creationId id="{568CE753-E08A-4D9E-BD8E-D430590464E7}"/>
              </a:ext>
            </a:extLst>
          </p:cNvPr>
          <p:cNvSpPr>
            <a:spLocks noGrp="1"/>
          </p:cNvSpPr>
          <p:nvPr/>
        </p:nvSpPr>
        <p:spPr>
          <a:xfrm>
            <a:off x="4629150" y="3771900"/>
            <a:ext cx="1028700" cy="2667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보완 요청</a:t>
            </a:r>
            <a:endParaRPr lang="ko-KR">
              <a:latin typeface="Calibri"/>
              <a:ea typeface="Calibri"/>
              <a:cs typeface="Calibri"/>
            </a:endParaRPr>
          </a:p>
        </p:txBody>
      </p:sp>
      <p:sp>
        <p:nvSpPr>
          <p:cNvPr id="48" name="DP1 object 172">
            <a:extLst>
              <a:ext uri="{FF2B5EF4-FFF2-40B4-BE49-F238E27FC236}">
                <ns2:creationId id="{F11AB3D0-6DC4-428C-A487-51A1CDACA840}"/>
              </a:ext>
            </a:extLst>
          </p:cNvPr>
          <p:cNvSpPr>
            <a:spLocks noGrp="1"/>
          </p:cNvSpPr>
          <p:nvPr/>
        </p:nvSpPr>
        <p:spPr>
          <a:xfrm>
            <a:off x="5810250" y="3771900"/>
            <a:ext cx="923925" cy="26670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보완 근거</a:t>
            </a:r>
            <a:endParaRPr lang="ko-KR">
              <a:latin typeface="Calibri"/>
              <a:ea typeface="Calibri"/>
              <a:cs typeface="Calibri"/>
            </a:endParaRPr>
          </a:p>
        </p:txBody>
      </p:sp>
      <p:sp>
        <p:nvSpPr>
          <p:cNvPr id="49" name="Editable path 173">
            <a:extLst>
              <a:ext uri="{FF2B5EF4-FFF2-40B4-BE49-F238E27FC236}">
                <ns2:creationId id="{F30FBD7B-0A23-47FD-B0E1-96E8B3C6C615}"/>
              </a:ext>
            </a:extLst>
          </p:cNvPr>
          <p:cNvSpPr>
            <a:spLocks noGrp="1"/>
          </p:cNvSpPr>
          <p:nvPr/>
        </p:nvSpPr>
        <p:spPr>
          <a:xfrm>
            <a:off x="3200400" y="4029075"/>
            <a:ext cx="1352550" cy="571500"/>
          </a:xfrm>
          <a:custGeom>
            <a:pathLst>
              <a:path w="1352550" h="571500">
                <a:moveTo>
                  <a:pt x="1352550" y="571500"/>
                </a:moveTo>
                <a:lnTo>
                  <a:pt x="0" y="571500"/>
                </a:lnTo>
                <a:lnTo>
                  <a:pt x="0" y="0"/>
                </a:lnTo>
              </a:path>
            </a:pathLst>
          </a:custGeom>
          <a:noFill/>
          <a:ln w="23813">
            <a:solidFill>
              <a:srgbClr val="111111"/>
            </a:solidFill>
            <a:prstDash val="solid"/>
          </a:ln>
        </p:spPr>
      </p:sp>
      <p:sp>
        <p:nvSpPr>
          <p:cNvPr id="50" name="Editable arrowhead 174">
            <a:extLst>
              <a:ext uri="{FF2B5EF4-FFF2-40B4-BE49-F238E27FC236}">
                <ns2:creationId id="{53DFEAF8-B77F-4B74-88D5-0A06EFD27869}"/>
              </a:ext>
            </a:extLst>
          </p:cNvPr>
          <p:cNvSpPr>
            <a:spLocks noGrp="1"/>
          </p:cNvSpPr>
          <p:nvPr/>
        </p:nvSpPr>
        <p:spPr>
          <a:xfrm>
            <a:off x="3152775" y="40290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51" name="DP1 object 175">
            <a:extLst>
              <a:ext uri="{FF2B5EF4-FFF2-40B4-BE49-F238E27FC236}">
                <ns2:creationId id="{FEBF75A2-7949-403E-9D6B-81166BBCE3E5}"/>
              </a:ext>
            </a:extLst>
          </p:cNvPr>
          <p:cNvSpPr>
            <a:spLocks noGrp="1"/>
          </p:cNvSpPr>
          <p:nvPr/>
        </p:nvSpPr>
        <p:spPr>
          <a:xfrm>
            <a:off x="2085975" y="4686300"/>
            <a:ext cx="225742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채택 후 갱신 → 재사용</a:t>
            </a:r>
            <a:endParaRPr lang="ko-KR">
              <a:latin typeface="Calibri"/>
              <a:ea typeface="Calibri"/>
              <a:cs typeface="Calibri"/>
            </a:endParaRPr>
          </a:p>
        </p:txBody>
      </p:sp>
      <p:sp>
        <p:nvSpPr>
          <p:cNvPr id="52" name="허용 원본">
            <a:extLst>
              <a:ext uri="{FF2B5EF4-FFF2-40B4-BE49-F238E27FC236}">
                <ns2:creationId id="{9E0C435F-7B43-4802-9318-BE3D2342D53A}"/>
              </a:ext>
            </a:extLst>
          </p:cNvPr>
          <p:cNvSpPr>
            <a:spLocks noGrp="1"/>
          </p:cNvSpPr>
          <p:nvPr/>
        </p:nvSpPr>
        <p:spPr>
          <a:xfrm>
            <a:off x="2133600" y="5124450"/>
            <a:ext cx="1638300" cy="400050"/>
          </a:xfrm>
          <a:prstGeom prst="can">
            <a:avLst>
              <a:gd name="adj" fmla="val 16000"/>
            </a:avLst>
          </a:prstGeom>
          <a:solidFill>
            <a:srgbClr val="FFFFFF"/>
          </a:solidFill>
          <a:ln w="17145">
            <a:solidFill>
              <a:srgbClr val="111111"/>
            </a:solidFill>
            <a:prstDash val="solid"/>
          </a:ln>
        </p:spPr>
      </p:sp>
      <p:sp>
        <p:nvSpPr>
          <p:cNvPr id="53" name="DP1 object 176">
            <a:extLst>
              <a:ext uri="{FF2B5EF4-FFF2-40B4-BE49-F238E27FC236}">
                <ns2:creationId id="{744374D5-44AA-41BF-B3BA-3116DB5A53C2}"/>
              </a:ext>
            </a:extLst>
          </p:cNvPr>
          <p:cNvSpPr>
            <a:spLocks noGrp="1"/>
          </p:cNvSpPr>
          <p:nvPr/>
        </p:nvSpPr>
        <p:spPr>
          <a:xfrm>
            <a:off x="2181225" y="5229225"/>
            <a:ext cx="1543050" cy="2381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허용 원본</a:t>
            </a:r>
            <a:endParaRPr lang="ko-KR">
              <a:latin typeface="Calibri"/>
              <a:ea typeface="Calibri"/>
              <a:cs typeface="Calibri"/>
            </a:endParaRPr>
          </a:p>
        </p:txBody>
      </p:sp>
      <p:sp>
        <p:nvSpPr>
          <p:cNvPr id="54" name="Editable path 177">
            <a:extLst>
              <a:ext uri="{FF2B5EF4-FFF2-40B4-BE49-F238E27FC236}">
                <ns2:creationId id="{B931D97A-31C1-41CF-90AB-048E227FE5C4}"/>
              </a:ext>
            </a:extLst>
          </p:cNvPr>
          <p:cNvSpPr>
            <a:spLocks noGrp="1"/>
          </p:cNvSpPr>
          <p:nvPr/>
        </p:nvSpPr>
        <p:spPr>
          <a:xfrm>
            <a:off x="3771900" y="5095875"/>
            <a:ext cx="1981200" cy="238125"/>
          </a:xfrm>
          <a:custGeom>
            <a:pathLst>
              <a:path w="1981200" h="238125">
                <a:moveTo>
                  <a:pt x="0" y="238125"/>
                </a:moveTo>
                <a:lnTo>
                  <a:pt x="1981200" y="238125"/>
                </a:lnTo>
                <a:lnTo>
                  <a:pt x="1981200" y="0"/>
                </a:lnTo>
              </a:path>
            </a:pathLst>
          </a:custGeom>
          <a:noFill/>
          <a:ln w="19050">
            <a:solidFill>
              <a:srgbClr val="4676CB"/>
            </a:solidFill>
            <a:prstDash val="dash"/>
          </a:ln>
        </p:spPr>
      </p:sp>
      <p:sp>
        <p:nvSpPr>
          <p:cNvPr id="55" name="Editable arrowhead 178">
            <a:extLst>
              <a:ext uri="{FF2B5EF4-FFF2-40B4-BE49-F238E27FC236}">
                <ns2:creationId id="{522E3D9F-91E9-4BE1-AC68-805E145794CF}"/>
              </a:ext>
            </a:extLst>
          </p:cNvPr>
          <p:cNvSpPr>
            <a:spLocks noGrp="1"/>
          </p:cNvSpPr>
          <p:nvPr/>
        </p:nvSpPr>
        <p:spPr>
          <a:xfrm>
            <a:off x="5705475" y="5095875"/>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56" name="DP1 object 179">
            <a:extLst>
              <a:ext uri="{FF2B5EF4-FFF2-40B4-BE49-F238E27FC236}">
                <ns2:creationId id="{5223D38F-030C-4272-BB4B-CEE32D6B2AC1}"/>
              </a:ext>
            </a:extLst>
          </p:cNvPr>
          <p:cNvSpPr>
            <a:spLocks noGrp="1"/>
          </p:cNvSpPr>
          <p:nvPr/>
        </p:nvSpPr>
        <p:spPr>
          <a:xfrm>
            <a:off x="3838575" y="5076825"/>
            <a:ext cx="1857375" cy="257175"/>
          </a:xfrm>
          <a:prstGeom prst="rect">
            <a:avLst/>
          </a:prstGeom>
          <a:noFill/>
          <a:ln w="0">
            <a:noFill/>
            <a:prstDash val="solid"/>
          </a:ln>
        </p:spPr>
        <p:txBody>
          <a:bodyPr wrap="none" lIns="0" tIns="0" rIns="0" bIns="0" anchor="ctr">
            <a:noAutofit/>
          </a:bodyPr>
          <a:lstStyle>
            <a:defPPr algn="ctr">
              <a:defRPr sz="1500" b="0" lang="ko-KR">
                <a:solidFill>
                  <a:srgbClr val="4676CB"/>
                </a:solidFill>
                <a:latin typeface="Calibri"/>
                <a:ea typeface="Calibri"/>
                <a:cs typeface="Calibri"/>
              </a:defRPr>
            </a:defPPr>
            <a:lvl1pPr algn="ctr">
              <a:defRPr sz="1500" b="0" lang="ko-KR">
                <a:solidFill>
                  <a:srgbClr val="4676CB"/>
                </a:solidFill>
                <a:latin typeface="Calibri"/>
                <a:ea typeface="Calibri"/>
                <a:cs typeface="Calibri"/>
              </a:defRPr>
            </a:lvl1pPr>
            <a:lvl2pPr algn="ctr">
              <a:defRPr sz="1500" b="0" lang="ko-KR">
                <a:solidFill>
                  <a:srgbClr val="4676CB"/>
                </a:solidFill>
                <a:latin typeface="Calibri"/>
                <a:ea typeface="Calibri"/>
                <a:cs typeface="Calibri"/>
              </a:defRPr>
            </a:lvl2pPr>
            <a:lvl3pPr algn="ctr">
              <a:defRPr sz="1500" b="0" lang="ko-KR">
                <a:solidFill>
                  <a:srgbClr val="4676CB"/>
                </a:solidFill>
                <a:latin typeface="Calibri"/>
                <a:ea typeface="Calibri"/>
                <a:cs typeface="Calibri"/>
              </a:defRPr>
            </a:lvl3pPr>
            <a:lvl4pPr algn="ctr">
              <a:defRPr sz="1500" b="0" lang="ko-KR">
                <a:solidFill>
                  <a:srgbClr val="4676CB"/>
                </a:solidFill>
                <a:latin typeface="Calibri"/>
                <a:ea typeface="Calibri"/>
                <a:cs typeface="Calibri"/>
              </a:defRPr>
            </a:lvl4pPr>
            <a:lvl5pPr algn="ctr">
              <a:defRPr sz="1500" b="0" lang="ko-KR">
                <a:solidFill>
                  <a:srgbClr val="4676CB"/>
                </a:solidFill>
                <a:latin typeface="Calibri"/>
                <a:ea typeface="Calibri"/>
                <a:cs typeface="Calibri"/>
              </a:defRPr>
            </a:lvl5pPr>
            <a:lvl6pPr algn="ctr">
              <a:defRPr sz="1500" b="0" lang="ko-KR">
                <a:solidFill>
                  <a:srgbClr val="4676CB"/>
                </a:solidFill>
                <a:latin typeface="Calibri"/>
                <a:ea typeface="Calibri"/>
                <a:cs typeface="Calibri"/>
              </a:defRPr>
            </a:lvl6pPr>
            <a:lvl7pPr algn="ctr">
              <a:defRPr sz="1500" b="0" lang="ko-KR">
                <a:solidFill>
                  <a:srgbClr val="4676CB"/>
                </a:solidFill>
                <a:latin typeface="Calibri"/>
                <a:ea typeface="Calibri"/>
                <a:cs typeface="Calibri"/>
              </a:defRPr>
            </a:lvl7pPr>
            <a:lvl8pPr algn="ctr">
              <a:defRPr sz="1500" b="0" lang="ko-KR">
                <a:solidFill>
                  <a:srgbClr val="4676CB"/>
                </a:solidFill>
                <a:latin typeface="Calibri"/>
                <a:ea typeface="Calibri"/>
                <a:cs typeface="Calibri"/>
              </a:defRPr>
            </a:lvl8pPr>
            <a:lvl9pPr algn="ctr">
              <a:defRPr sz="1500" b="0" lang="ko-KR">
                <a:solidFill>
                  <a:srgbClr val="4676CB"/>
                </a:solidFill>
                <a:latin typeface="Calibri"/>
                <a:ea typeface="Calibri"/>
                <a:cs typeface="Calibri"/>
              </a:defRPr>
            </a:lvl9pPr>
          </a:lstStyle>
          <a:p>
            <a:pPr algn="ctr">
              <a:defRPr sz="1500" b="0" lang="ko-KR">
                <a:solidFill>
                  <a:srgbClr val="4676CB"/>
                </a:solidFill>
                <a:latin typeface="Calibri"/>
                <a:ea typeface="Calibri"/>
                <a:cs typeface="Calibri"/>
              </a:defRPr>
            </a:pPr>
            <a:r>
              <a:rPr sz="1500" b="0" lang="ko-KR">
                <a:solidFill>
                  <a:srgbClr val="4676CB"/>
                </a:solidFill>
                <a:latin typeface="Calibri"/>
                <a:ea typeface="Calibri"/>
                <a:cs typeface="Calibri"/>
              </a:rPr>
              <a:t>A2 변경 부분 읽기</a:t>
            </a:r>
            <a:endParaRPr lang="ko-KR">
              <a:latin typeface="Calibri"/>
              <a:ea typeface="Calibri"/>
              <a:cs typeface="Calibri"/>
            </a:endParaRPr>
          </a:p>
        </p:txBody>
      </p:sp>
      <p:sp>
        <p:nvSpPr>
          <p:cNvPr id="57" name="DP1 object 180">
            <a:extLst>
              <a:ext uri="{FF2B5EF4-FFF2-40B4-BE49-F238E27FC236}">
                <ns2:creationId id="{5A604685-4940-4B0D-97DD-D9528E14F67E}"/>
              </a:ext>
            </a:extLst>
          </p:cNvPr>
          <p:cNvSpPr>
            <a:spLocks noGrp="1"/>
          </p:cNvSpPr>
          <p:nvPr/>
        </p:nvSpPr>
        <p:spPr>
          <a:xfrm>
            <a:off x="735330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이번 요청에서 읽고 묶음을 해제</a:t>
            </a:r>
            <a:endParaRPr lang="ko-KR">
              <a:latin typeface="Calibri"/>
              <a:ea typeface="Calibri"/>
              <a:cs typeface="Calibri"/>
            </a:endParaRPr>
          </a:p>
        </p:txBody>
      </p:sp>
      <p:sp>
        <p:nvSpPr>
          <p:cNvPr id="58" name="DP1 object 181">
            <a:extLst>
              <a:ext uri="{FF2B5EF4-FFF2-40B4-BE49-F238E27FC236}">
                <ns2:creationId id="{C67F4123-4CA2-4A25-966C-EB087A4B5070}"/>
              </a:ext>
            </a:extLst>
          </p:cNvPr>
          <p:cNvSpPr>
            <a:spLocks noGrp="1"/>
          </p:cNvSpPr>
          <p:nvPr/>
        </p:nvSpPr>
        <p:spPr>
          <a:xfrm>
            <a:off x="9401175" y="2505075"/>
            <a:ext cx="3105150" cy="3048000"/>
          </a:xfrm>
          <a:prstGeom prst="rect">
            <a:avLst/>
          </a:prstGeom>
          <a:noFill/>
          <a:ln w="12383">
            <a:solidFill>
              <a:srgbClr val="98999B"/>
            </a:solidFill>
            <a:prstDash val="dash"/>
          </a:ln>
        </p:spPr>
      </p:sp>
      <p:sp>
        <p:nvSpPr>
          <p:cNvPr id="59" name="Request Interpreter Component">
            <a:extLst>
              <a:ext uri="{FF2B5EF4-FFF2-40B4-BE49-F238E27FC236}">
                <ns2:creationId id="{788D14F1-0663-424A-9F28-D97386A0D70C}"/>
              </a:ext>
            </a:extLst>
          </p:cNvPr>
          <p:cNvSpPr>
            <a:spLocks noGrp="1"/>
          </p:cNvSpPr>
          <p:nvPr/>
        </p:nvSpPr>
        <p:spPr>
          <a:xfrm>
            <a:off x="9582150" y="2552700"/>
            <a:ext cx="2771775" cy="742950"/>
          </a:xfrm>
          <a:prstGeom prst="rect">
            <a:avLst/>
          </a:prstGeom>
          <a:solidFill>
            <a:srgbClr val="FFF6DD"/>
          </a:solidFill>
          <a:ln w="25718">
            <a:solidFill>
              <a:srgbClr val="111111"/>
            </a:solidFill>
            <a:prstDash val="solid"/>
          </a:ln>
        </p:spPr>
      </p:sp>
      <p:sp>
        <p:nvSpPr>
          <p:cNvPr id="60" name="DP1 object 182">
            <a:extLst>
              <a:ext uri="{FF2B5EF4-FFF2-40B4-BE49-F238E27FC236}">
                <ns2:creationId id="{B0FC368A-9DDE-49E9-B299-2D2435210F18}"/>
              </a:ext>
            </a:extLst>
          </p:cNvPr>
          <p:cNvSpPr>
            <a:spLocks noGrp="1"/>
          </p:cNvSpPr>
          <p:nvPr/>
        </p:nvSpPr>
        <p:spPr>
          <a:xfrm>
            <a:off x="9639300" y="25717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1" name="Editable path 183">
            <a:extLst>
              <a:ext uri="{FF2B5EF4-FFF2-40B4-BE49-F238E27FC236}">
                <ns2:creationId id="{CBAAABF5-30CA-4F85-A444-4142399AD67F}"/>
              </a:ext>
            </a:extLst>
          </p:cNvPr>
          <p:cNvSpPr>
            <a:spLocks noGrp="1"/>
          </p:cNvSpPr>
          <p:nvPr/>
        </p:nvSpPr>
        <p:spPr>
          <a:xfrm>
            <a:off x="9582150" y="2809875"/>
            <a:ext cx="2771775" cy="953"/>
          </a:xfrm>
          <a:custGeom>
            <a:pathLst>
              <a:path w="2771775" h="953">
                <a:moveTo>
                  <a:pt x="0" y="0"/>
                </a:moveTo>
                <a:lnTo>
                  <a:pt x="2771775" y="0"/>
                </a:lnTo>
              </a:path>
            </a:pathLst>
          </a:custGeom>
          <a:noFill/>
          <a:ln w="14288">
            <a:solidFill>
              <a:srgbClr val="111111"/>
            </a:solidFill>
            <a:prstDash val="solid"/>
          </a:ln>
        </p:spPr>
      </p:sp>
      <p:sp>
        <p:nvSpPr>
          <p:cNvPr id="62" name="Request Interpreter internal operation">
            <a:extLst>
              <a:ext uri="{FF2B5EF4-FFF2-40B4-BE49-F238E27FC236}">
                <ns2:creationId id="{709CF467-060C-4726-8908-520C3146DCE5}"/>
              </a:ext>
            </a:extLst>
          </p:cNvPr>
          <p:cNvSpPr>
            <a:spLocks noGrp="1"/>
          </p:cNvSpPr>
          <p:nvPr/>
        </p:nvSpPr>
        <p:spPr>
          <a:xfrm>
            <a:off x="9677400" y="2876550"/>
            <a:ext cx="2581275" cy="342900"/>
          </a:xfrm>
          <a:prstGeom prst="rect">
            <a:avLst/>
          </a:prstGeom>
          <a:solidFill>
            <a:srgbClr val="FFFFFF"/>
          </a:solidFill>
          <a:ln w="14288">
            <a:solidFill>
              <a:srgbClr val="111111"/>
            </a:solidFill>
            <a:prstDash val="solid"/>
          </a:ln>
        </p:spPr>
      </p:sp>
      <p:sp>
        <p:nvSpPr>
          <p:cNvPr id="63" name="DP1 object 184">
            <a:extLst>
              <a:ext uri="{FF2B5EF4-FFF2-40B4-BE49-F238E27FC236}">
                <ns2:creationId id="{319E8517-4022-41C9-943E-92D2250BF3E0}"/>
              </a:ext>
            </a:extLst>
          </p:cNvPr>
          <p:cNvSpPr>
            <a:spLocks noGrp="1"/>
          </p:cNvSpPr>
          <p:nvPr/>
        </p:nvSpPr>
        <p:spPr>
          <a:xfrm>
            <a:off x="9725025" y="28956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입력의 읽기 범위 제안</a:t>
            </a:r>
            <a:endParaRPr lang="ko-KR">
              <a:latin typeface="Calibri"/>
              <a:ea typeface="Calibri"/>
              <a:cs typeface="Calibri"/>
            </a:endParaRPr>
          </a:p>
        </p:txBody>
      </p:sp>
      <p:sp>
        <p:nvSpPr>
          <p:cNvPr id="64" name="Editable path 185">
            <a:extLst>
              <a:ext uri="{FF2B5EF4-FFF2-40B4-BE49-F238E27FC236}">
                <ns2:creationId id="{7E8F70E6-88D6-47FC-AD12-EAA65D77CC34}"/>
              </a:ext>
            </a:extLst>
          </p:cNvPr>
          <p:cNvSpPr>
            <a:spLocks noGrp="1"/>
          </p:cNvSpPr>
          <p:nvPr/>
        </p:nvSpPr>
        <p:spPr>
          <a:xfrm>
            <a:off x="10972800" y="3295650"/>
            <a:ext cx="953" cy="171450"/>
          </a:xfrm>
          <a:custGeom>
            <a:pathLst>
              <a:path w="953" h="171450">
                <a:moveTo>
                  <a:pt x="0" y="0"/>
                </a:moveTo>
                <a:lnTo>
                  <a:pt x="0" y="171450"/>
                </a:lnTo>
              </a:path>
            </a:pathLst>
          </a:custGeom>
          <a:noFill/>
          <a:ln w="21908">
            <a:solidFill>
              <a:srgbClr val="111111"/>
            </a:solidFill>
            <a:prstDash val="solid"/>
          </a:ln>
        </p:spPr>
      </p:sp>
      <p:sp>
        <p:nvSpPr>
          <p:cNvPr id="65" name="Editable arrowhead 186">
            <a:extLst>
              <a:ext uri="{FF2B5EF4-FFF2-40B4-BE49-F238E27FC236}">
                <ns2:creationId id="{FA9055B5-AECB-44B5-AC1E-B606447F95D5}"/>
              </a:ext>
            </a:extLst>
          </p:cNvPr>
          <p:cNvSpPr>
            <a:spLocks noGrp="1"/>
          </p:cNvSpPr>
          <p:nvPr/>
        </p:nvSpPr>
        <p:spPr>
          <a:xfrm>
            <a:off x="10925175" y="3371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6" name="Context Manager Component">
            <a:extLst>
              <a:ext uri="{FF2B5EF4-FFF2-40B4-BE49-F238E27FC236}">
                <ns2:creationId id="{FA98E1E0-7F2C-4A7D-97F4-2D34A325BD8A}"/>
              </a:ext>
            </a:extLst>
          </p:cNvPr>
          <p:cNvSpPr>
            <a:spLocks noGrp="1"/>
          </p:cNvSpPr>
          <p:nvPr/>
        </p:nvSpPr>
        <p:spPr>
          <a:xfrm>
            <a:off x="9582150" y="3467100"/>
            <a:ext cx="2771775" cy="742950"/>
          </a:xfrm>
          <a:prstGeom prst="rect">
            <a:avLst/>
          </a:prstGeom>
          <a:solidFill>
            <a:srgbClr val="FFF6DD"/>
          </a:solidFill>
          <a:ln w="25718">
            <a:solidFill>
              <a:srgbClr val="111111"/>
            </a:solidFill>
            <a:prstDash val="solid"/>
          </a:ln>
        </p:spPr>
      </p:sp>
      <p:sp>
        <p:nvSpPr>
          <p:cNvPr id="67" name="DP1 object 187">
            <a:extLst>
              <a:ext uri="{FF2B5EF4-FFF2-40B4-BE49-F238E27FC236}">
                <ns2:creationId id="{CFC37E58-811B-403D-BFBC-281A85E94FE1}"/>
              </a:ext>
            </a:extLst>
          </p:cNvPr>
          <p:cNvSpPr>
            <a:spLocks noGrp="1"/>
          </p:cNvSpPr>
          <p:nvPr/>
        </p:nvSpPr>
        <p:spPr>
          <a:xfrm>
            <a:off x="9639300" y="348615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8" name="Editable path 188">
            <a:extLst>
              <a:ext uri="{FF2B5EF4-FFF2-40B4-BE49-F238E27FC236}">
                <ns2:creationId id="{5EB485F0-6C62-40BC-946B-A5D8D49FA45C}"/>
              </a:ext>
            </a:extLst>
          </p:cNvPr>
          <p:cNvSpPr>
            <a:spLocks noGrp="1"/>
          </p:cNvSpPr>
          <p:nvPr/>
        </p:nvSpPr>
        <p:spPr>
          <a:xfrm>
            <a:off x="9582150" y="3724275"/>
            <a:ext cx="2771775" cy="953"/>
          </a:xfrm>
          <a:custGeom>
            <a:pathLst>
              <a:path w="2771775" h="953">
                <a:moveTo>
                  <a:pt x="0" y="0"/>
                </a:moveTo>
                <a:lnTo>
                  <a:pt x="2771775" y="0"/>
                </a:lnTo>
              </a:path>
            </a:pathLst>
          </a:custGeom>
          <a:noFill/>
          <a:ln w="14288">
            <a:solidFill>
              <a:srgbClr val="111111"/>
            </a:solidFill>
            <a:prstDash val="solid"/>
          </a:ln>
        </p:spPr>
      </p:sp>
      <p:sp>
        <p:nvSpPr>
          <p:cNvPr id="69" name="Context Manager internal operation">
            <a:extLst>
              <a:ext uri="{FF2B5EF4-FFF2-40B4-BE49-F238E27FC236}">
                <ns2:creationId id="{C9727222-95C5-4D47-A3CA-96DB9280953A}"/>
              </a:ext>
            </a:extLst>
          </p:cNvPr>
          <p:cNvSpPr>
            <a:spLocks noGrp="1"/>
          </p:cNvSpPr>
          <p:nvPr/>
        </p:nvSpPr>
        <p:spPr>
          <a:xfrm>
            <a:off x="9677400" y="3790950"/>
            <a:ext cx="2581275" cy="342900"/>
          </a:xfrm>
          <a:prstGeom prst="rect">
            <a:avLst/>
          </a:prstGeom>
          <a:solidFill>
            <a:srgbClr val="FFFFFF"/>
          </a:solidFill>
          <a:ln w="14288">
            <a:solidFill>
              <a:srgbClr val="111111"/>
            </a:solidFill>
            <a:prstDash val="solid"/>
          </a:ln>
        </p:spPr>
      </p:sp>
      <p:sp>
        <p:nvSpPr>
          <p:cNvPr id="70" name="DP1 object 189">
            <a:extLst>
              <a:ext uri="{FF2B5EF4-FFF2-40B4-BE49-F238E27FC236}">
                <ns2:creationId id="{9780EE6D-B89C-4D3F-AAF3-4C19E41D227E}"/>
              </a:ext>
            </a:extLst>
          </p:cNvPr>
          <p:cNvSpPr>
            <a:spLocks noGrp="1"/>
          </p:cNvSpPr>
          <p:nvPr/>
        </p:nvSpPr>
        <p:spPr>
          <a:xfrm>
            <a:off x="9725025" y="3810000"/>
            <a:ext cx="2486025" cy="3048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허용 원본 조회·구성</a:t>
            </a:r>
            <a:endParaRPr lang="ko-KR">
              <a:latin typeface="Calibri"/>
              <a:ea typeface="Calibri"/>
              <a:cs typeface="Calibri"/>
            </a:endParaRPr>
          </a:p>
        </p:txBody>
      </p:sp>
      <p:sp>
        <p:nvSpPr>
          <p:cNvPr id="71" name="허용 원본&#10;공통 기록">
            <a:extLst>
              <a:ext uri="{FF2B5EF4-FFF2-40B4-BE49-F238E27FC236}">
                <ns2:creationId id="{FCC94165-4C0F-4383-8B7D-270B7B08CC41}"/>
              </a:ext>
            </a:extLst>
          </p:cNvPr>
          <p:cNvSpPr>
            <a:spLocks noGrp="1"/>
          </p:cNvSpPr>
          <p:nvPr/>
        </p:nvSpPr>
        <p:spPr>
          <a:xfrm>
            <a:off x="7467600" y="3476625"/>
            <a:ext cx="1647825" cy="685800"/>
          </a:xfrm>
          <a:prstGeom prst="can">
            <a:avLst>
              <a:gd name="adj" fmla="val 16000"/>
            </a:avLst>
          </a:prstGeom>
          <a:solidFill>
            <a:srgbClr val="FFFFFF"/>
          </a:solidFill>
          <a:ln w="17145">
            <a:solidFill>
              <a:srgbClr val="111111"/>
            </a:solidFill>
            <a:prstDash val="solid"/>
          </a:ln>
        </p:spPr>
      </p:sp>
      <p:sp>
        <p:nvSpPr>
          <p:cNvPr id="72" name="DP1 object 190">
            <a:extLst>
              <a:ext uri="{FF2B5EF4-FFF2-40B4-BE49-F238E27FC236}">
                <ns2:creationId id="{26F39752-ADC5-4262-8DF2-AD431DD0A209}"/>
              </a:ext>
            </a:extLst>
          </p:cNvPr>
          <p:cNvSpPr>
            <a:spLocks noGrp="1"/>
          </p:cNvSpPr>
          <p:nvPr/>
        </p:nvSpPr>
        <p:spPr>
          <a:xfrm>
            <a:off x="7515225" y="3581400"/>
            <a:ext cx="1552575" cy="5238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기록</a:t>
            </a:r>
            <a:endParaRPr lang="ko-KR">
              <a:latin typeface="Calibri"/>
              <a:ea typeface="Calibri"/>
              <a:cs typeface="Calibri"/>
            </a:endParaRPr>
          </a:p>
        </p:txBody>
      </p:sp>
      <p:sp>
        <p:nvSpPr>
          <p:cNvPr id="73" name="Editable path 191">
            <a:extLst>
              <a:ext uri="{FF2B5EF4-FFF2-40B4-BE49-F238E27FC236}">
                <ns2:creationId id="{5604DB0E-E41C-4ECA-A7B5-D97F1B634841}"/>
              </a:ext>
            </a:extLst>
          </p:cNvPr>
          <p:cNvSpPr>
            <a:spLocks noGrp="1"/>
          </p:cNvSpPr>
          <p:nvPr/>
        </p:nvSpPr>
        <p:spPr>
          <a:xfrm>
            <a:off x="9115425" y="3810000"/>
            <a:ext cx="466725" cy="953"/>
          </a:xfrm>
          <a:custGeom>
            <a:pathLst>
              <a:path w="466725" h="953">
                <a:moveTo>
                  <a:pt x="0" y="0"/>
                </a:moveTo>
                <a:lnTo>
                  <a:pt x="466725" y="0"/>
                </a:lnTo>
              </a:path>
            </a:pathLst>
          </a:custGeom>
          <a:noFill/>
          <a:ln w="22860">
            <a:solidFill>
              <a:srgbClr val="111111"/>
            </a:solidFill>
            <a:prstDash val="solid"/>
          </a:ln>
        </p:spPr>
      </p:sp>
      <p:sp>
        <p:nvSpPr>
          <p:cNvPr id="74" name="Editable arrowhead 192">
            <a:extLst>
              <a:ext uri="{FF2B5EF4-FFF2-40B4-BE49-F238E27FC236}">
                <ns2:creationId id="{C96EC96E-DE6E-4898-B946-CE560BF5EAB6}"/>
              </a:ext>
            </a:extLst>
          </p:cNvPr>
          <p:cNvSpPr>
            <a:spLocks noGrp="1"/>
          </p:cNvSpPr>
          <p:nvPr/>
        </p:nvSpPr>
        <p:spPr>
          <a:xfrm>
            <a:off x="9486900" y="37623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5" name="Editable path 193">
            <a:extLst>
              <a:ext uri="{FF2B5EF4-FFF2-40B4-BE49-F238E27FC236}">
                <ns2:creationId id="{1D06C567-7626-4231-8AFD-0BC0BB9C2383}"/>
              </a:ext>
            </a:extLst>
          </p:cNvPr>
          <p:cNvSpPr>
            <a:spLocks noGrp="1"/>
          </p:cNvSpPr>
          <p:nvPr/>
        </p:nvSpPr>
        <p:spPr>
          <a:xfrm>
            <a:off x="10972800" y="4210050"/>
            <a:ext cx="953" cy="133350"/>
          </a:xfrm>
          <a:custGeom>
            <a:pathLst>
              <a:path w="953" h="133350">
                <a:moveTo>
                  <a:pt x="0" y="0"/>
                </a:moveTo>
                <a:lnTo>
                  <a:pt x="0" y="133350"/>
                </a:lnTo>
              </a:path>
            </a:pathLst>
          </a:custGeom>
          <a:noFill/>
          <a:ln w="21908">
            <a:solidFill>
              <a:srgbClr val="111111"/>
            </a:solidFill>
            <a:prstDash val="solid"/>
          </a:ln>
        </p:spPr>
      </p:sp>
      <p:sp>
        <p:nvSpPr>
          <p:cNvPr id="76" name="Editable arrowhead 194">
            <a:extLst>
              <a:ext uri="{FF2B5EF4-FFF2-40B4-BE49-F238E27FC236}">
                <ns2:creationId id="{0DDF47B8-2C0F-46C8-BFD4-2B9464A184FA}"/>
              </a:ext>
            </a:extLst>
          </p:cNvPr>
          <p:cNvSpPr>
            <a:spLocks noGrp="1"/>
          </p:cNvSpPr>
          <p:nvPr/>
        </p:nvSpPr>
        <p:spPr>
          <a:xfrm>
            <a:off x="10925175" y="4248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임시 근거 묶음 (요청 수명)">
            <a:extLst>
              <a:ext uri="{FF2B5EF4-FFF2-40B4-BE49-F238E27FC236}">
                <ns2:creationId id="{1D75ACE7-A4F7-4110-86EC-06179EB46ECA}"/>
              </a:ext>
            </a:extLst>
          </p:cNvPr>
          <p:cNvSpPr>
            <a:spLocks noGrp="1"/>
          </p:cNvSpPr>
          <p:nvPr/>
        </p:nvSpPr>
        <p:spPr>
          <a:xfrm>
            <a:off x="9582150" y="4343400"/>
            <a:ext cx="2771775" cy="457200"/>
          </a:xfrm>
          <a:prstGeom prst="can">
            <a:avLst>
              <a:gd name="adj" fmla="val 16000"/>
            </a:avLst>
          </a:prstGeom>
          <a:solidFill>
            <a:srgbClr val="FFF6DD"/>
          </a:solidFill>
          <a:ln w="17145">
            <a:solidFill>
              <a:srgbClr val="111111"/>
            </a:solidFill>
            <a:prstDash val="solid"/>
          </a:ln>
        </p:spPr>
      </p:sp>
      <p:sp>
        <p:nvSpPr>
          <p:cNvPr id="78" name="DP1 object 195">
            <a:extLst>
              <a:ext uri="{FF2B5EF4-FFF2-40B4-BE49-F238E27FC236}">
                <ns2:creationId id="{B86244D5-7534-429A-8C21-BBF1A1DB53EC}"/>
              </a:ext>
            </a:extLst>
          </p:cNvPr>
          <p:cNvSpPr>
            <a:spLocks noGrp="1"/>
          </p:cNvSpPr>
          <p:nvPr/>
        </p:nvSpPr>
        <p:spPr>
          <a:xfrm>
            <a:off x="9629775" y="4448175"/>
            <a:ext cx="2676525" cy="2952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임시 근거 묶음 (요청 수명)</a:t>
            </a:r>
            <a:endParaRPr lang="ko-KR">
              <a:latin typeface="Calibri"/>
              <a:ea typeface="Calibri"/>
              <a:cs typeface="Calibri"/>
            </a:endParaRPr>
          </a:p>
        </p:txBody>
      </p:sp>
      <p:sp>
        <p:nvSpPr>
          <p:cNvPr id="79" name="Editable path 196">
            <a:extLst>
              <a:ext uri="{FF2B5EF4-FFF2-40B4-BE49-F238E27FC236}">
                <ns2:creationId id="{392FCE0D-34CB-4657-ACB7-F152BEAA0563}"/>
              </a:ext>
            </a:extLst>
          </p:cNvPr>
          <p:cNvSpPr>
            <a:spLocks noGrp="1"/>
          </p:cNvSpPr>
          <p:nvPr/>
        </p:nvSpPr>
        <p:spPr>
          <a:xfrm>
            <a:off x="10972800" y="4800600"/>
            <a:ext cx="953" cy="133350"/>
          </a:xfrm>
          <a:custGeom>
            <a:pathLst>
              <a:path w="953" h="133350">
                <a:moveTo>
                  <a:pt x="0" y="0"/>
                </a:moveTo>
                <a:lnTo>
                  <a:pt x="0" y="133350"/>
                </a:lnTo>
              </a:path>
            </a:pathLst>
          </a:custGeom>
          <a:noFill/>
          <a:ln w="21908">
            <a:solidFill>
              <a:srgbClr val="111111"/>
            </a:solidFill>
            <a:prstDash val="solid"/>
          </a:ln>
        </p:spPr>
      </p:sp>
      <p:sp>
        <p:nvSpPr>
          <p:cNvPr id="80" name="Editable arrowhead 197">
            <a:extLst>
              <a:ext uri="{FF2B5EF4-FFF2-40B4-BE49-F238E27FC236}">
                <ns2:creationId id="{257E6301-AA3B-40B2-97C7-15586FD1638D}"/>
              </a:ext>
            </a:extLst>
          </p:cNvPr>
          <p:cNvSpPr>
            <a:spLocks noGrp="1"/>
          </p:cNvSpPr>
          <p:nvPr/>
        </p:nvSpPr>
        <p:spPr>
          <a:xfrm>
            <a:off x="10925175"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1" name="Request Interpreter Component">
            <a:extLst>
              <a:ext uri="{FF2B5EF4-FFF2-40B4-BE49-F238E27FC236}">
                <ns2:creationId id="{16402DDB-2E1D-4914-B9EB-A86EE63AE8D8}"/>
              </a:ext>
            </a:extLst>
          </p:cNvPr>
          <p:cNvSpPr>
            <a:spLocks noGrp="1"/>
          </p:cNvSpPr>
          <p:nvPr/>
        </p:nvSpPr>
        <p:spPr>
          <a:xfrm>
            <a:off x="9582150" y="4933950"/>
            <a:ext cx="2771775" cy="609600"/>
          </a:xfrm>
          <a:prstGeom prst="rect">
            <a:avLst/>
          </a:prstGeom>
          <a:solidFill>
            <a:srgbClr val="FFF6DD"/>
          </a:solidFill>
          <a:ln w="25718">
            <a:solidFill>
              <a:srgbClr val="111111"/>
            </a:solidFill>
            <a:prstDash val="solid"/>
          </a:ln>
        </p:spPr>
      </p:sp>
      <p:sp>
        <p:nvSpPr>
          <p:cNvPr id="82" name="DP1 object 198">
            <a:extLst>
              <a:ext uri="{FF2B5EF4-FFF2-40B4-BE49-F238E27FC236}">
                <ns2:creationId id="{70FA212D-6022-436B-A295-2628808DC9CA}"/>
              </a:ext>
            </a:extLst>
          </p:cNvPr>
          <p:cNvSpPr>
            <a:spLocks noGrp="1"/>
          </p:cNvSpPr>
          <p:nvPr/>
        </p:nvSpPr>
        <p:spPr>
          <a:xfrm>
            <a:off x="9639300" y="4953000"/>
            <a:ext cx="2657475" cy="2381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83" name="Editable path 199">
            <a:extLst>
              <a:ext uri="{FF2B5EF4-FFF2-40B4-BE49-F238E27FC236}">
                <ns2:creationId id="{D7A7F6EC-8BD5-408D-9367-C587387C780D}"/>
              </a:ext>
            </a:extLst>
          </p:cNvPr>
          <p:cNvSpPr>
            <a:spLocks noGrp="1"/>
          </p:cNvSpPr>
          <p:nvPr/>
        </p:nvSpPr>
        <p:spPr>
          <a:xfrm>
            <a:off x="9582150" y="5191125"/>
            <a:ext cx="2771775" cy="953"/>
          </a:xfrm>
          <a:custGeom>
            <a:pathLst>
              <a:path w="2771775" h="953">
                <a:moveTo>
                  <a:pt x="0" y="0"/>
                </a:moveTo>
                <a:lnTo>
                  <a:pt x="2771775" y="0"/>
                </a:lnTo>
              </a:path>
            </a:pathLst>
          </a:custGeom>
          <a:noFill/>
          <a:ln w="14288">
            <a:solidFill>
              <a:srgbClr val="111111"/>
            </a:solidFill>
            <a:prstDash val="solid"/>
          </a:ln>
        </p:spPr>
      </p:sp>
      <p:sp>
        <p:nvSpPr>
          <p:cNvPr id="84" name="Request Interpreter internal operation">
            <a:extLst>
              <a:ext uri="{FF2B5EF4-FFF2-40B4-BE49-F238E27FC236}">
                <ns2:creationId id="{0BC93CB4-A33F-40E7-BB23-266D3BFC7306}"/>
              </a:ext>
            </a:extLst>
          </p:cNvPr>
          <p:cNvSpPr>
            <a:spLocks noGrp="1"/>
          </p:cNvSpPr>
          <p:nvPr/>
        </p:nvSpPr>
        <p:spPr>
          <a:xfrm>
            <a:off x="9677400" y="5257800"/>
            <a:ext cx="2581275" cy="209550"/>
          </a:xfrm>
          <a:prstGeom prst="rect">
            <a:avLst/>
          </a:prstGeom>
          <a:solidFill>
            <a:srgbClr val="FFFFFF"/>
          </a:solidFill>
          <a:ln w="14288">
            <a:solidFill>
              <a:srgbClr val="111111"/>
            </a:solidFill>
            <a:prstDash val="solid"/>
          </a:ln>
        </p:spPr>
      </p:sp>
      <p:sp>
        <p:nvSpPr>
          <p:cNvPr id="85" name="DP1 object 200">
            <a:extLst>
              <a:ext uri="{FF2B5EF4-FFF2-40B4-BE49-F238E27FC236}">
                <ns2:creationId id="{102EA4B7-EA70-4BC8-B2D3-9DB25C7A028D}"/>
              </a:ext>
            </a:extLst>
          </p:cNvPr>
          <p:cNvSpPr>
            <a:spLocks noGrp="1"/>
          </p:cNvSpPr>
          <p:nvPr/>
        </p:nvSpPr>
        <p:spPr>
          <a:xfrm>
            <a:off x="9725025" y="5276850"/>
            <a:ext cx="2486025" cy="1714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86" name="Editable path 201">
            <a:extLst>
              <a:ext uri="{FF2B5EF4-FFF2-40B4-BE49-F238E27FC236}">
                <ns2:creationId id="{7C59EDC6-DDFB-4484-97CB-9A170712522C}"/>
              </a:ext>
            </a:extLst>
          </p:cNvPr>
          <p:cNvSpPr>
            <a:spLocks noGrp="1"/>
          </p:cNvSpPr>
          <p:nvPr/>
        </p:nvSpPr>
        <p:spPr>
          <a:xfrm>
            <a:off x="9248775" y="2924175"/>
            <a:ext cx="333375" cy="2476500"/>
          </a:xfrm>
          <a:custGeom>
            <a:pathLst>
              <a:path w="333375" h="2476500">
                <a:moveTo>
                  <a:pt x="152400" y="2476500"/>
                </a:moveTo>
                <a:lnTo>
                  <a:pt x="0" y="2476500"/>
                </a:lnTo>
                <a:lnTo>
                  <a:pt x="0" y="0"/>
                </a:lnTo>
                <a:lnTo>
                  <a:pt x="333375" y="0"/>
                </a:lnTo>
              </a:path>
            </a:pathLst>
          </a:custGeom>
          <a:noFill/>
          <a:ln w="17145">
            <a:solidFill>
              <a:srgbClr val="98999B"/>
            </a:solidFill>
            <a:prstDash val="dash"/>
          </a:ln>
        </p:spPr>
      </p:sp>
      <p:sp>
        <p:nvSpPr>
          <p:cNvPr id="87" name="Editable arrowhead 202">
            <a:extLst>
              <a:ext uri="{FF2B5EF4-FFF2-40B4-BE49-F238E27FC236}">
                <ns2:creationId id="{7304DA44-266A-4CE4-A9B2-31A61A64E5B7}"/>
              </a:ext>
            </a:extLst>
          </p:cNvPr>
          <p:cNvSpPr>
            <a:spLocks noGrp="1"/>
          </p:cNvSpPr>
          <p:nvPr/>
        </p:nvSpPr>
        <p:spPr>
          <a:xfrm>
            <a:off x="9486900" y="2876550"/>
            <a:ext cx="95250" cy="95250"/>
          </a:xfrm>
          <a:custGeom>
            <a:pathLst>
              <a:path w="95250" h="95250">
                <a:moveTo>
                  <a:pt x="95250" y="47625"/>
                </a:moveTo>
                <a:lnTo>
                  <a:pt x="0" y="0"/>
                </a:lnTo>
                <a:lnTo>
                  <a:pt x="0" y="95250"/>
                </a:lnTo>
                <a:close/>
              </a:path>
            </a:pathLst>
          </a:custGeom>
          <a:solidFill>
            <a:srgbClr val="98999B"/>
          </a:solidFill>
          <a:ln w="5715">
            <a:solidFill>
              <a:srgbClr val="98999B"/>
            </a:solidFill>
            <a:prstDash val="solid"/>
          </a:ln>
        </p:spPr>
      </p:sp>
      <p:sp>
        <p:nvSpPr>
          <p:cNvPr id="88" name="DP1 object 203">
            <a:extLst>
              <a:ext uri="{FF2B5EF4-FFF2-40B4-BE49-F238E27FC236}">
                <ns2:creationId id="{EE2E4454-5FE2-4EF5-9783-6D4C2FCDF172}"/>
              </a:ext>
            </a:extLst>
          </p:cNvPr>
          <p:cNvSpPr>
            <a:spLocks noGrp="1"/>
          </p:cNvSpPr>
          <p:nvPr/>
        </p:nvSpPr>
        <p:spPr>
          <a:xfrm>
            <a:off x="7477125" y="4333875"/>
            <a:ext cx="1638300" cy="5810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다음 요청도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새로 구성</a:t>
            </a:r>
            <a:endParaRPr lang="ko-KR">
              <a:latin typeface="Calibri"/>
              <a:ea typeface="Calibri"/>
              <a:cs typeface="Calibri"/>
            </a:endParaRPr>
          </a:p>
        </p:txBody>
      </p:sp>
      <p:sp>
        <p:nvSpPr>
          <p:cNvPr id="89" name="DP1 object 204">
            <a:extLst>
              <a:ext uri="{FF2B5EF4-FFF2-40B4-BE49-F238E27FC236}">
                <ns2:creationId id="{37207A91-7782-43E4-B17A-2EB420661806}"/>
              </a:ext>
            </a:extLst>
          </p:cNvPr>
          <p:cNvSpPr>
            <a:spLocks noGrp="1"/>
          </p:cNvSpPr>
          <p:nvPr/>
        </p:nvSpPr>
        <p:spPr>
          <a:xfrm>
            <a:off x="7477125" y="5067300"/>
            <a:ext cx="1666875" cy="457200"/>
          </a:xfrm>
          <a:prstGeom prst="rect">
            <a:avLst/>
          </a:prstGeom>
          <a:noFill/>
          <a:ln w="0">
            <a:noFill/>
            <a:prstDash val="solid"/>
          </a:ln>
        </p:spPr>
        <p:txBody>
          <a:bodyPr wrap="none" lIns="0" tIns="0" rIns="0" bIns="0" anchor="ctr">
            <a:noAutofit/>
          </a:bodyPr>
          <a:lstStyle>
            <a:defPPr algn="ctr">
              <a:defRPr sz="1600" b="1" lang="ko-KR">
                <a:solidFill>
                  <a:srgbClr val="C00000"/>
                </a:solidFill>
                <a:latin typeface="Calibri"/>
                <a:ea typeface="Calibri"/>
                <a:cs typeface="Calibri"/>
              </a:defRPr>
            </a:defPPr>
            <a:lvl1pPr algn="ctr">
              <a:defRPr sz="1600" b="1" lang="ko-KR">
                <a:solidFill>
                  <a:srgbClr val="C00000"/>
                </a:solidFill>
                <a:latin typeface="Calibri"/>
                <a:ea typeface="Calibri"/>
                <a:cs typeface="Calibri"/>
              </a:defRPr>
            </a:lvl1pPr>
            <a:lvl2pPr algn="ctr">
              <a:defRPr sz="1600" b="1" lang="ko-KR">
                <a:solidFill>
                  <a:srgbClr val="C00000"/>
                </a:solidFill>
                <a:latin typeface="Calibri"/>
                <a:ea typeface="Calibri"/>
                <a:cs typeface="Calibri"/>
              </a:defRPr>
            </a:lvl2pPr>
            <a:lvl3pPr algn="ctr">
              <a:defRPr sz="1600" b="1" lang="ko-KR">
                <a:solidFill>
                  <a:srgbClr val="C00000"/>
                </a:solidFill>
                <a:latin typeface="Calibri"/>
                <a:ea typeface="Calibri"/>
                <a:cs typeface="Calibri"/>
              </a:defRPr>
            </a:lvl3pPr>
            <a:lvl4pPr algn="ctr">
              <a:defRPr sz="1600" b="1" lang="ko-KR">
                <a:solidFill>
                  <a:srgbClr val="C00000"/>
                </a:solidFill>
                <a:latin typeface="Calibri"/>
                <a:ea typeface="Calibri"/>
                <a:cs typeface="Calibri"/>
              </a:defRPr>
            </a:lvl4pPr>
            <a:lvl5pPr algn="ctr">
              <a:defRPr sz="1600" b="1" lang="ko-KR">
                <a:solidFill>
                  <a:srgbClr val="C00000"/>
                </a:solidFill>
                <a:latin typeface="Calibri"/>
                <a:ea typeface="Calibri"/>
                <a:cs typeface="Calibri"/>
              </a:defRPr>
            </a:lvl5pPr>
            <a:lvl6pPr algn="ctr">
              <a:defRPr sz="1600" b="1" lang="ko-KR">
                <a:solidFill>
                  <a:srgbClr val="C00000"/>
                </a:solidFill>
                <a:latin typeface="Calibri"/>
                <a:ea typeface="Calibri"/>
                <a:cs typeface="Calibri"/>
              </a:defRPr>
            </a:lvl6pPr>
            <a:lvl7pPr algn="ctr">
              <a:defRPr sz="1600" b="1" lang="ko-KR">
                <a:solidFill>
                  <a:srgbClr val="C00000"/>
                </a:solidFill>
                <a:latin typeface="Calibri"/>
                <a:ea typeface="Calibri"/>
                <a:cs typeface="Calibri"/>
              </a:defRPr>
            </a:lvl7pPr>
            <a:lvl8pPr algn="ctr">
              <a:defRPr sz="1600" b="1" lang="ko-KR">
                <a:solidFill>
                  <a:srgbClr val="C00000"/>
                </a:solidFill>
                <a:latin typeface="Calibri"/>
                <a:ea typeface="Calibri"/>
                <a:cs typeface="Calibri"/>
              </a:defRPr>
            </a:lvl8pPr>
            <a:lvl9pPr algn="ctr">
              <a:defRPr sz="1600" b="1" lang="ko-KR">
                <a:solidFill>
                  <a:srgbClr val="C00000"/>
                </a:solidFill>
                <a:latin typeface="Calibri"/>
                <a:ea typeface="Calibri"/>
                <a:cs typeface="Calibri"/>
              </a:defRPr>
            </a:lvl9pPr>
          </a:lstStyle>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종료 시</a:t>
            </a:r>
            <a:endParaRPr lang="ko-KR">
              <a:latin typeface="Calibri"/>
              <a:ea typeface="Calibri"/>
              <a:cs typeface="Calibri"/>
            </a:endParaRPr>
          </a:p>
          <a:p>
            <a:pPr algn="ctr">
              <a:defRPr sz="1600" b="1" lang="ko-KR">
                <a:solidFill>
                  <a:srgbClr val="C00000"/>
                </a:solidFill>
                <a:latin typeface="Calibri"/>
                <a:ea typeface="Calibri"/>
                <a:cs typeface="Calibri"/>
              </a:defRPr>
            </a:pPr>
            <a:r>
              <a:rPr sz="1600" b="1" lang="ko-KR">
                <a:solidFill>
                  <a:srgbClr val="C00000"/>
                </a:solidFill>
                <a:latin typeface="Calibri"/>
                <a:ea typeface="Calibri"/>
                <a:cs typeface="Calibri"/>
              </a:rPr>
              <a:t>추가 묶음 해제</a:t>
            </a:r>
            <a:endParaRPr lang="ko-KR">
              <a:latin typeface="Calibri"/>
              <a:ea typeface="Calibri"/>
              <a:cs typeface="Calibri"/>
            </a:endParaRPr>
          </a:p>
        </p:txBody>
      </p:sp>
      <p:sp>
        <p:nvSpPr>
          <p:cNvPr id="90" name="DP1 object 205">
            <a:extLst>
              <a:ext uri="{FF2B5EF4-FFF2-40B4-BE49-F238E27FC236}">
                <ns2:creationId id="{861E7E7F-73B6-437E-85A6-75226CFA1A36}"/>
              </a:ext>
            </a:extLst>
          </p:cNvPr>
          <p:cNvSpPr>
            <a:spLocks noGrp="1"/>
          </p:cNvSpPr>
          <p:nvPr/>
        </p:nvSpPr>
        <p:spPr>
          <a:xfrm>
            <a:off x="12744450" y="2200275"/>
            <a:ext cx="520065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요청 밖에서 생산하고 요청 시 조회</a:t>
            </a:r>
            <a:endParaRPr lang="ko-KR">
              <a:latin typeface="Calibri"/>
              <a:ea typeface="Calibri"/>
              <a:cs typeface="Calibri"/>
            </a:endParaRPr>
          </a:p>
        </p:txBody>
      </p:sp>
      <p:sp>
        <p:nvSpPr>
          <p:cNvPr id="91" name="허용 원본&#10;확정 변경">
            <a:extLst>
              <a:ext uri="{FF2B5EF4-FFF2-40B4-BE49-F238E27FC236}">
                <ns2:creationId id="{FDDCFF62-787F-49A7-AD4D-95BADDD0DB12}"/>
              </a:ext>
            </a:extLst>
          </p:cNvPr>
          <p:cNvSpPr>
            <a:spLocks noGrp="1"/>
          </p:cNvSpPr>
          <p:nvPr/>
        </p:nvSpPr>
        <p:spPr>
          <a:xfrm>
            <a:off x="12839700" y="2990850"/>
            <a:ext cx="1543050" cy="657225"/>
          </a:xfrm>
          <a:prstGeom prst="can">
            <a:avLst>
              <a:gd name="adj" fmla="val 16000"/>
            </a:avLst>
          </a:prstGeom>
          <a:solidFill>
            <a:srgbClr val="FFFFFF"/>
          </a:solidFill>
          <a:ln w="17145">
            <a:solidFill>
              <a:srgbClr val="111111"/>
            </a:solidFill>
            <a:prstDash val="solid"/>
          </a:ln>
        </p:spPr>
      </p:sp>
      <p:sp>
        <p:nvSpPr>
          <p:cNvPr id="92" name="DP1 object 206">
            <a:extLst>
              <a:ext uri="{FF2B5EF4-FFF2-40B4-BE49-F238E27FC236}">
                <ns2:creationId id="{5E1A262D-5DD6-4603-A1E1-D15D9C132801}"/>
              </a:ext>
            </a:extLst>
          </p:cNvPr>
          <p:cNvSpPr>
            <a:spLocks noGrp="1"/>
          </p:cNvSpPr>
          <p:nvPr/>
        </p:nvSpPr>
        <p:spPr>
          <a:xfrm>
            <a:off x="12887325" y="3095625"/>
            <a:ext cx="1447800" cy="4953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허용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확정 변경</a:t>
            </a:r>
            <a:endParaRPr lang="ko-KR">
              <a:latin typeface="Calibri"/>
              <a:ea typeface="Calibri"/>
              <a:cs typeface="Calibri"/>
            </a:endParaRPr>
          </a:p>
        </p:txBody>
      </p:sp>
      <p:sp>
        <p:nvSpPr>
          <p:cNvPr id="93" name="Context Manager production Component">
            <a:extLst>
              <a:ext uri="{FF2B5EF4-FFF2-40B4-BE49-F238E27FC236}">
                <ns2:creationId id="{D494CDFC-1F8B-4A47-A486-214A51AC75BF}"/>
              </a:ext>
            </a:extLst>
          </p:cNvPr>
          <p:cNvSpPr>
            <a:spLocks noGrp="1"/>
          </p:cNvSpPr>
          <p:nvPr/>
        </p:nvSpPr>
        <p:spPr>
          <a:xfrm>
            <a:off x="14658975" y="2552700"/>
            <a:ext cx="3190875" cy="1657350"/>
          </a:xfrm>
          <a:prstGeom prst="rect">
            <a:avLst/>
          </a:prstGeom>
          <a:solidFill>
            <a:srgbClr val="FFF6DD"/>
          </a:solidFill>
          <a:ln w="25718">
            <a:solidFill>
              <a:srgbClr val="111111"/>
            </a:solidFill>
            <a:prstDash val="solid"/>
          </a:ln>
        </p:spPr>
      </p:sp>
      <p:sp>
        <p:nvSpPr>
          <p:cNvPr id="94" name="DP1 object 207">
            <a:extLst>
              <a:ext uri="{FF2B5EF4-FFF2-40B4-BE49-F238E27FC236}">
                <ns2:creationId id="{9197CE2A-17BC-4119-9CB3-9B78CE9EDE12}"/>
              </a:ext>
            </a:extLst>
          </p:cNvPr>
          <p:cNvSpPr>
            <a:spLocks noGrp="1"/>
          </p:cNvSpPr>
          <p:nvPr/>
        </p:nvSpPr>
        <p:spPr>
          <a:xfrm>
            <a:off x="14735175" y="2590800"/>
            <a:ext cx="3038475" cy="295275"/>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Context Manager</a:t>
            </a:r>
            <a:endParaRPr lang="ko-KR">
              <a:latin typeface="Calibri"/>
              <a:ea typeface="Calibri"/>
              <a:cs typeface="Calibri"/>
            </a:endParaRPr>
          </a:p>
        </p:txBody>
      </p:sp>
      <p:sp>
        <p:nvSpPr>
          <p:cNvPr id="95" name="Editable path 208">
            <a:extLst>
              <a:ext uri="{FF2B5EF4-FFF2-40B4-BE49-F238E27FC236}">
                <ns2:creationId id="{C4A37A7C-113B-4FAA-8EC3-FAF01B1DD2E6}"/>
              </a:ext>
            </a:extLst>
          </p:cNvPr>
          <p:cNvSpPr>
            <a:spLocks noGrp="1"/>
          </p:cNvSpPr>
          <p:nvPr/>
        </p:nvSpPr>
        <p:spPr>
          <a:xfrm>
            <a:off x="14658975" y="2914650"/>
            <a:ext cx="3190875" cy="953"/>
          </a:xfrm>
          <a:custGeom>
            <a:pathLst>
              <a:path w="3190875" h="953">
                <a:moveTo>
                  <a:pt x="0" y="0"/>
                </a:moveTo>
                <a:lnTo>
                  <a:pt x="3190875" y="0"/>
                </a:lnTo>
              </a:path>
            </a:pathLst>
          </a:custGeom>
          <a:noFill/>
          <a:ln w="14288">
            <a:solidFill>
              <a:srgbClr val="111111"/>
            </a:solidFill>
            <a:prstDash val="solid"/>
          </a:ln>
        </p:spPr>
      </p:sp>
      <p:sp>
        <p:nvSpPr>
          <p:cNvPr id="96" name="DP1 object 209">
            <a:extLst>
              <a:ext uri="{FF2B5EF4-FFF2-40B4-BE49-F238E27FC236}">
                <ns2:creationId id="{EE2179CE-4670-4D8A-8956-089A0E5EFADB}"/>
              </a:ext>
            </a:extLst>
          </p:cNvPr>
          <p:cNvSpPr>
            <a:spLocks noGrp="1"/>
          </p:cNvSpPr>
          <p:nvPr/>
        </p:nvSpPr>
        <p:spPr>
          <a:xfrm>
            <a:off x="14744700" y="2952750"/>
            <a:ext cx="3019425"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독립 생산 (요청과 별개)</a:t>
            </a:r>
            <a:endParaRPr lang="ko-KR">
              <a:latin typeface="Calibri"/>
              <a:ea typeface="Calibri"/>
              <a:cs typeface="Calibri"/>
            </a:endParaRPr>
          </a:p>
        </p:txBody>
      </p:sp>
      <p:sp>
        <p:nvSpPr>
          <p:cNvPr id="97" name="Independent evidence production internal operation">
            <a:extLst>
              <a:ext uri="{FF2B5EF4-FFF2-40B4-BE49-F238E27FC236}">
                <ns2:creationId id="{E5EB2196-9F8F-4840-996C-560F76ECEAB8}"/>
              </a:ext>
            </a:extLst>
          </p:cNvPr>
          <p:cNvSpPr>
            <a:spLocks noGrp="1"/>
          </p:cNvSpPr>
          <p:nvPr/>
        </p:nvSpPr>
        <p:spPr>
          <a:xfrm>
            <a:off x="14773275" y="3276600"/>
            <a:ext cx="1628775" cy="752475"/>
          </a:xfrm>
          <a:prstGeom prst="rect">
            <a:avLst/>
          </a:prstGeom>
          <a:solidFill>
            <a:srgbClr val="FFFFFF"/>
          </a:solidFill>
          <a:ln w="14288">
            <a:solidFill>
              <a:srgbClr val="111111"/>
            </a:solidFill>
            <a:prstDash val="solid"/>
          </a:ln>
        </p:spPr>
      </p:sp>
      <p:sp>
        <p:nvSpPr>
          <p:cNvPr id="98" name="DP1 object 210">
            <a:extLst>
              <a:ext uri="{FF2B5EF4-FFF2-40B4-BE49-F238E27FC236}">
                <ns2:creationId id="{562D53E8-5114-4917-9112-253268650DE4}"/>
              </a:ext>
            </a:extLst>
          </p:cNvPr>
          <p:cNvSpPr>
            <a:spLocks noGrp="1"/>
          </p:cNvSpPr>
          <p:nvPr/>
        </p:nvSpPr>
        <p:spPr>
          <a:xfrm>
            <a:off x="14830425" y="3343275"/>
            <a:ext cx="1514475"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관계 생산</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검증·게시</a:t>
            </a:r>
            <a:endParaRPr lang="ko-KR">
              <a:latin typeface="Calibri"/>
              <a:ea typeface="Calibri"/>
              <a:cs typeface="Calibri"/>
            </a:endParaRPr>
          </a:p>
        </p:txBody>
      </p:sp>
      <p:sp>
        <p:nvSpPr>
          <p:cNvPr id="99" name="게시 근거">
            <a:extLst>
              <a:ext uri="{FF2B5EF4-FFF2-40B4-BE49-F238E27FC236}">
                <ns2:creationId id="{4434AF70-FBB1-4B88-AF4F-E7D948580F11}"/>
              </a:ext>
            </a:extLst>
          </p:cNvPr>
          <p:cNvSpPr>
            <a:spLocks noGrp="1"/>
          </p:cNvSpPr>
          <p:nvPr/>
        </p:nvSpPr>
        <p:spPr>
          <a:xfrm>
            <a:off x="16602075" y="3333750"/>
            <a:ext cx="1133475" cy="619125"/>
          </a:xfrm>
          <a:prstGeom prst="can">
            <a:avLst>
              <a:gd name="adj" fmla="val 16000"/>
            </a:avLst>
          </a:prstGeom>
          <a:solidFill>
            <a:srgbClr val="FFFFFF"/>
          </a:solidFill>
          <a:ln w="17145">
            <a:solidFill>
              <a:srgbClr val="111111"/>
            </a:solidFill>
            <a:prstDash val="solid"/>
          </a:ln>
        </p:spPr>
      </p:sp>
      <p:sp>
        <p:nvSpPr>
          <p:cNvPr id="100" name="DP1 object 211">
            <a:extLst>
              <a:ext uri="{FF2B5EF4-FFF2-40B4-BE49-F238E27FC236}">
                <ns2:creationId id="{D9E7117D-2135-4754-8700-81BA4AB7156B}"/>
              </a:ext>
            </a:extLst>
          </p:cNvPr>
          <p:cNvSpPr>
            <a:spLocks noGrp="1"/>
          </p:cNvSpPr>
          <p:nvPr/>
        </p:nvSpPr>
        <p:spPr>
          <a:xfrm>
            <a:off x="16649700" y="3438525"/>
            <a:ext cx="1038225" cy="4572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게시 근거</a:t>
            </a:r>
            <a:endParaRPr lang="ko-KR">
              <a:latin typeface="Calibri"/>
              <a:ea typeface="Calibri"/>
              <a:cs typeface="Calibri"/>
            </a:endParaRPr>
          </a:p>
        </p:txBody>
      </p:sp>
      <p:sp>
        <p:nvSpPr>
          <p:cNvPr id="101" name="Editable path 212">
            <a:extLst>
              <a:ext uri="{FF2B5EF4-FFF2-40B4-BE49-F238E27FC236}">
                <ns2:creationId id="{C97EC60E-0B9F-495C-9957-245978F1D3A8}"/>
              </a:ext>
            </a:extLst>
          </p:cNvPr>
          <p:cNvSpPr>
            <a:spLocks noGrp="1"/>
          </p:cNvSpPr>
          <p:nvPr/>
        </p:nvSpPr>
        <p:spPr>
          <a:xfrm>
            <a:off x="14382750" y="3324225"/>
            <a:ext cx="276225" cy="953"/>
          </a:xfrm>
          <a:custGeom>
            <a:pathLst>
              <a:path w="276225" h="953">
                <a:moveTo>
                  <a:pt x="0" y="0"/>
                </a:moveTo>
                <a:lnTo>
                  <a:pt x="276225" y="0"/>
                </a:lnTo>
              </a:path>
            </a:pathLst>
          </a:custGeom>
          <a:noFill/>
          <a:ln w="21908">
            <a:solidFill>
              <a:srgbClr val="111111"/>
            </a:solidFill>
            <a:prstDash val="solid"/>
          </a:ln>
        </p:spPr>
      </p:sp>
      <p:sp>
        <p:nvSpPr>
          <p:cNvPr id="102" name="Editable arrowhead 213">
            <a:extLst>
              <a:ext uri="{FF2B5EF4-FFF2-40B4-BE49-F238E27FC236}">
                <ns2:creationId id="{C6460C2D-65AC-458C-AEF6-A4C7E1A54770}"/>
              </a:ext>
            </a:extLst>
          </p:cNvPr>
          <p:cNvSpPr>
            <a:spLocks noGrp="1"/>
          </p:cNvSpPr>
          <p:nvPr/>
        </p:nvSpPr>
        <p:spPr>
          <a:xfrm>
            <a:off x="14563725"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3" name="Editable path 214">
            <a:extLst>
              <a:ext uri="{FF2B5EF4-FFF2-40B4-BE49-F238E27FC236}">
                <ns2:creationId id="{CCD4DE09-D9CA-4183-9DB5-F2B5F16C0F8D}"/>
              </a:ext>
            </a:extLst>
          </p:cNvPr>
          <p:cNvSpPr>
            <a:spLocks noGrp="1"/>
          </p:cNvSpPr>
          <p:nvPr/>
        </p:nvSpPr>
        <p:spPr>
          <a:xfrm>
            <a:off x="16402050" y="3648075"/>
            <a:ext cx="200025" cy="953"/>
          </a:xfrm>
          <a:custGeom>
            <a:pathLst>
              <a:path w="200025" h="953">
                <a:moveTo>
                  <a:pt x="0" y="0"/>
                </a:moveTo>
                <a:lnTo>
                  <a:pt x="200025" y="0"/>
                </a:lnTo>
              </a:path>
            </a:pathLst>
          </a:custGeom>
          <a:noFill/>
          <a:ln w="21908">
            <a:solidFill>
              <a:srgbClr val="111111"/>
            </a:solidFill>
            <a:prstDash val="solid"/>
          </a:ln>
        </p:spPr>
      </p:sp>
      <p:sp>
        <p:nvSpPr>
          <p:cNvPr id="104" name="Editable arrowhead 215">
            <a:extLst>
              <a:ext uri="{FF2B5EF4-FFF2-40B4-BE49-F238E27FC236}">
                <ns2:creationId id="{06AE2E5C-C81B-4324-AEC4-C1C1C5661162}"/>
              </a:ext>
            </a:extLst>
          </p:cNvPr>
          <p:cNvSpPr>
            <a:spLocks noGrp="1"/>
          </p:cNvSpPr>
          <p:nvPr/>
        </p:nvSpPr>
        <p:spPr>
          <a:xfrm>
            <a:off x="16506825" y="36004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05" name="Context Manager Component">
            <a:extLst>
              <a:ext uri="{FF2B5EF4-FFF2-40B4-BE49-F238E27FC236}">
                <ns2:creationId id="{B7DDE63F-346F-41BD-BF81-49B43847209F}"/>
              </a:ext>
            </a:extLst>
          </p:cNvPr>
          <p:cNvSpPr>
            <a:spLocks noGrp="1"/>
          </p:cNvSpPr>
          <p:nvPr/>
        </p:nvSpPr>
        <p:spPr>
          <a:xfrm>
            <a:off x="12839700" y="4591050"/>
            <a:ext cx="2333625" cy="933450"/>
          </a:xfrm>
          <a:prstGeom prst="rect">
            <a:avLst/>
          </a:prstGeom>
          <a:solidFill>
            <a:srgbClr val="FFF6DD"/>
          </a:solidFill>
          <a:ln w="25718">
            <a:solidFill>
              <a:srgbClr val="111111"/>
            </a:solidFill>
            <a:prstDash val="solid"/>
          </a:ln>
        </p:spPr>
      </p:sp>
      <p:sp>
        <p:nvSpPr>
          <p:cNvPr id="106" name="DP1 object 216">
            <a:extLst>
              <a:ext uri="{FF2B5EF4-FFF2-40B4-BE49-F238E27FC236}">
                <ns2:creationId id="{FBFA8ACF-7D18-4A4D-9125-73FAE586195F}"/>
              </a:ext>
            </a:extLst>
          </p:cNvPr>
          <p:cNvSpPr>
            <a:spLocks noGrp="1"/>
          </p:cNvSpPr>
          <p:nvPr/>
        </p:nvSpPr>
        <p:spPr>
          <a:xfrm>
            <a:off x="12896850" y="4610100"/>
            <a:ext cx="22193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7" name="Editable path 217">
            <a:extLst>
              <a:ext uri="{FF2B5EF4-FFF2-40B4-BE49-F238E27FC236}">
                <ns2:creationId id="{7234EDFA-904A-431E-8CE6-9B497472760B}"/>
              </a:ext>
            </a:extLst>
          </p:cNvPr>
          <p:cNvSpPr>
            <a:spLocks noGrp="1"/>
          </p:cNvSpPr>
          <p:nvPr/>
        </p:nvSpPr>
        <p:spPr>
          <a:xfrm>
            <a:off x="12839700" y="4914900"/>
            <a:ext cx="2333625" cy="953"/>
          </a:xfrm>
          <a:custGeom>
            <a:pathLst>
              <a:path w="2333625" h="953">
                <a:moveTo>
                  <a:pt x="0" y="0"/>
                </a:moveTo>
                <a:lnTo>
                  <a:pt x="2333625" y="0"/>
                </a:lnTo>
              </a:path>
            </a:pathLst>
          </a:custGeom>
          <a:noFill/>
          <a:ln w="14288">
            <a:solidFill>
              <a:srgbClr val="111111"/>
            </a:solidFill>
            <a:prstDash val="solid"/>
          </a:ln>
        </p:spPr>
      </p:sp>
      <p:sp>
        <p:nvSpPr>
          <p:cNvPr id="108" name="Context Manager internal operation">
            <a:extLst>
              <a:ext uri="{FF2B5EF4-FFF2-40B4-BE49-F238E27FC236}">
                <ns2:creationId id="{7293F887-488A-434C-BE1B-FFB598E8B1D0}"/>
              </a:ext>
            </a:extLst>
          </p:cNvPr>
          <p:cNvSpPr>
            <a:spLocks noGrp="1"/>
          </p:cNvSpPr>
          <p:nvPr/>
        </p:nvSpPr>
        <p:spPr>
          <a:xfrm>
            <a:off x="12934950" y="4981575"/>
            <a:ext cx="2143125" cy="466725"/>
          </a:xfrm>
          <a:prstGeom prst="rect">
            <a:avLst/>
          </a:prstGeom>
          <a:solidFill>
            <a:srgbClr val="FFFFFF"/>
          </a:solidFill>
          <a:ln w="14288">
            <a:solidFill>
              <a:srgbClr val="111111"/>
            </a:solidFill>
            <a:prstDash val="solid"/>
          </a:ln>
        </p:spPr>
      </p:sp>
      <p:sp>
        <p:nvSpPr>
          <p:cNvPr id="109" name="DP1 object 218">
            <a:extLst>
              <a:ext uri="{FF2B5EF4-FFF2-40B4-BE49-F238E27FC236}">
                <ns2:creationId id="{2B50C2DE-D720-4D51-BEC7-2A63D0252E80}"/>
              </a:ext>
            </a:extLst>
          </p:cNvPr>
          <p:cNvSpPr>
            <a:spLocks noGrp="1"/>
          </p:cNvSpPr>
          <p:nvPr/>
        </p:nvSpPr>
        <p:spPr>
          <a:xfrm>
            <a:off x="12982575" y="5000625"/>
            <a:ext cx="2047875"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게시 조회·원본 보완</a:t>
            </a:r>
            <a:endParaRPr lang="ko-KR">
              <a:latin typeface="Calibri"/>
              <a:ea typeface="Calibri"/>
              <a:cs typeface="Calibri"/>
            </a:endParaRPr>
          </a:p>
        </p:txBody>
      </p:sp>
      <p:sp>
        <p:nvSpPr>
          <p:cNvPr id="110" name="Request Interpreter Component">
            <a:extLst>
              <a:ext uri="{FF2B5EF4-FFF2-40B4-BE49-F238E27FC236}">
                <ns2:creationId id="{E00CD296-07AE-4B06-9A3F-220E806FD0B6}"/>
              </a:ext>
            </a:extLst>
          </p:cNvPr>
          <p:cNvSpPr>
            <a:spLocks noGrp="1"/>
          </p:cNvSpPr>
          <p:nvPr/>
        </p:nvSpPr>
        <p:spPr>
          <a:xfrm>
            <a:off x="15563850" y="4591050"/>
            <a:ext cx="2286000" cy="933450"/>
          </a:xfrm>
          <a:prstGeom prst="rect">
            <a:avLst/>
          </a:prstGeom>
          <a:solidFill>
            <a:srgbClr val="FFF6DD"/>
          </a:solidFill>
          <a:ln w="25718">
            <a:solidFill>
              <a:srgbClr val="111111"/>
            </a:solidFill>
            <a:prstDash val="solid"/>
          </a:ln>
        </p:spPr>
      </p:sp>
      <p:sp>
        <p:nvSpPr>
          <p:cNvPr id="111" name="DP1 object 219">
            <a:extLst>
              <a:ext uri="{FF2B5EF4-FFF2-40B4-BE49-F238E27FC236}">
                <ns2:creationId id="{D06B04AD-A752-408A-8DAB-43EA06CF2310}"/>
              </a:ext>
            </a:extLst>
          </p:cNvPr>
          <p:cNvSpPr>
            <a:spLocks noGrp="1"/>
          </p:cNvSpPr>
          <p:nvPr/>
        </p:nvSpPr>
        <p:spPr>
          <a:xfrm>
            <a:off x="15621000" y="4610100"/>
            <a:ext cx="2171700"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112" name="Editable path 220">
            <a:extLst>
              <a:ext uri="{FF2B5EF4-FFF2-40B4-BE49-F238E27FC236}">
                <ns2:creationId id="{E520E45E-2742-42AA-A898-388078172CDC}"/>
              </a:ext>
            </a:extLst>
          </p:cNvPr>
          <p:cNvSpPr>
            <a:spLocks noGrp="1"/>
          </p:cNvSpPr>
          <p:nvPr/>
        </p:nvSpPr>
        <p:spPr>
          <a:xfrm>
            <a:off x="15563850" y="4914900"/>
            <a:ext cx="2286000" cy="953"/>
          </a:xfrm>
          <a:custGeom>
            <a:pathLst>
              <a:path w="2286000" h="953">
                <a:moveTo>
                  <a:pt x="0" y="0"/>
                </a:moveTo>
                <a:lnTo>
                  <a:pt x="2286000" y="0"/>
                </a:lnTo>
              </a:path>
            </a:pathLst>
          </a:custGeom>
          <a:noFill/>
          <a:ln w="14288">
            <a:solidFill>
              <a:srgbClr val="111111"/>
            </a:solidFill>
            <a:prstDash val="solid"/>
          </a:ln>
        </p:spPr>
      </p:sp>
      <p:sp>
        <p:nvSpPr>
          <p:cNvPr id="113" name="Request Interpreter internal operation">
            <a:extLst>
              <a:ext uri="{FF2B5EF4-FFF2-40B4-BE49-F238E27FC236}">
                <ns2:creationId id="{7027A24A-CC12-48B0-8E11-B8773A597859}"/>
              </a:ext>
            </a:extLst>
          </p:cNvPr>
          <p:cNvSpPr>
            <a:spLocks noGrp="1"/>
          </p:cNvSpPr>
          <p:nvPr/>
        </p:nvSpPr>
        <p:spPr>
          <a:xfrm>
            <a:off x="15659100" y="4981575"/>
            <a:ext cx="2095500" cy="466725"/>
          </a:xfrm>
          <a:prstGeom prst="rect">
            <a:avLst/>
          </a:prstGeom>
          <a:solidFill>
            <a:srgbClr val="FFFFFF"/>
          </a:solidFill>
          <a:ln w="14288">
            <a:solidFill>
              <a:srgbClr val="111111"/>
            </a:solidFill>
            <a:prstDash val="solid"/>
          </a:ln>
        </p:spPr>
      </p:sp>
      <p:sp>
        <p:nvSpPr>
          <p:cNvPr id="114" name="DP1 object 221">
            <a:extLst>
              <a:ext uri="{FF2B5EF4-FFF2-40B4-BE49-F238E27FC236}">
                <ns2:creationId id="{AB479874-EAAF-4C0C-9EA9-3B187C2E5920}"/>
              </a:ext>
            </a:extLst>
          </p:cNvPr>
          <p:cNvSpPr>
            <a:spLocks noGrp="1"/>
          </p:cNvSpPr>
          <p:nvPr/>
        </p:nvSpPr>
        <p:spPr>
          <a:xfrm>
            <a:off x="15706725" y="5000625"/>
            <a:ext cx="2000250" cy="4286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의미 제안</a:t>
            </a:r>
            <a:endParaRPr lang="ko-KR">
              <a:latin typeface="Calibri"/>
              <a:ea typeface="Calibri"/>
              <a:cs typeface="Calibri"/>
            </a:endParaRPr>
          </a:p>
        </p:txBody>
      </p:sp>
      <p:sp>
        <p:nvSpPr>
          <p:cNvPr id="115" name="Editable path 222">
            <a:extLst>
              <a:ext uri="{FF2B5EF4-FFF2-40B4-BE49-F238E27FC236}">
                <ns2:creationId id="{7DBA3366-5605-4838-9B11-072D610C5BC6}"/>
              </a:ext>
            </a:extLst>
          </p:cNvPr>
          <p:cNvSpPr>
            <a:spLocks noGrp="1"/>
          </p:cNvSpPr>
          <p:nvPr/>
        </p:nvSpPr>
        <p:spPr>
          <a:xfrm>
            <a:off x="14011275" y="3952875"/>
            <a:ext cx="3162300" cy="638175"/>
          </a:xfrm>
          <a:custGeom>
            <a:pathLst>
              <a:path w="3162300" h="638175">
                <a:moveTo>
                  <a:pt x="3162300" y="0"/>
                </a:moveTo>
                <a:lnTo>
                  <a:pt x="3162300" y="314325"/>
                </a:lnTo>
                <a:lnTo>
                  <a:pt x="0" y="314325"/>
                </a:lnTo>
                <a:lnTo>
                  <a:pt x="0" y="638175"/>
                </a:lnTo>
              </a:path>
            </a:pathLst>
          </a:custGeom>
          <a:noFill/>
          <a:ln w="21908">
            <a:solidFill>
              <a:srgbClr val="111111"/>
            </a:solidFill>
            <a:prstDash val="solid"/>
          </a:ln>
        </p:spPr>
      </p:sp>
      <p:sp>
        <p:nvSpPr>
          <p:cNvPr id="116" name="Editable arrowhead 223">
            <a:extLst>
              <a:ext uri="{FF2B5EF4-FFF2-40B4-BE49-F238E27FC236}">
                <ns2:creationId id="{C6574B90-0B88-4767-887F-DECD3E8802EA}"/>
              </a:ext>
            </a:extLst>
          </p:cNvPr>
          <p:cNvSpPr>
            <a:spLocks noGrp="1"/>
          </p:cNvSpPr>
          <p:nvPr/>
        </p:nvSpPr>
        <p:spPr>
          <a:xfrm>
            <a:off x="139636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7" name="Editable path 224">
            <a:extLst>
              <a:ext uri="{FF2B5EF4-FFF2-40B4-BE49-F238E27FC236}">
                <ns2:creationId id="{1EC4E347-8E3A-47EA-B220-4EA877D501FF}"/>
              </a:ext>
            </a:extLst>
          </p:cNvPr>
          <p:cNvSpPr>
            <a:spLocks noGrp="1"/>
          </p:cNvSpPr>
          <p:nvPr/>
        </p:nvSpPr>
        <p:spPr>
          <a:xfrm>
            <a:off x="15173325" y="5143500"/>
            <a:ext cx="390525" cy="953"/>
          </a:xfrm>
          <a:custGeom>
            <a:pathLst>
              <a:path w="390525" h="953">
                <a:moveTo>
                  <a:pt x="0" y="0"/>
                </a:moveTo>
                <a:lnTo>
                  <a:pt x="390525" y="0"/>
                </a:lnTo>
              </a:path>
            </a:pathLst>
          </a:custGeom>
          <a:noFill/>
          <a:ln w="21908">
            <a:solidFill>
              <a:srgbClr val="111111"/>
            </a:solidFill>
            <a:prstDash val="solid"/>
          </a:ln>
        </p:spPr>
      </p:sp>
      <p:sp>
        <p:nvSpPr>
          <p:cNvPr id="118" name="Editable arrowhead 225">
            <a:extLst>
              <a:ext uri="{FF2B5EF4-FFF2-40B4-BE49-F238E27FC236}">
                <ns2:creationId id="{03A5BD42-A1D4-4EF3-80FA-ED9A2EC6CC12}"/>
              </a:ext>
            </a:extLst>
          </p:cNvPr>
          <p:cNvSpPr>
            <a:spLocks noGrp="1"/>
          </p:cNvSpPr>
          <p:nvPr/>
        </p:nvSpPr>
        <p:spPr>
          <a:xfrm>
            <a:off x="15468600" y="50958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19" name="DP1 object 226">
            <a:extLst>
              <a:ext uri="{FF2B5EF4-FFF2-40B4-BE49-F238E27FC236}">
                <ns2:creationId id="{B0F6DA3E-0F15-4688-B9DF-0A82CAA24B51}"/>
              </a:ext>
            </a:extLst>
          </p:cNvPr>
          <p:cNvSpPr>
            <a:spLocks noGrp="1"/>
          </p:cNvSpPr>
          <p:nvPr/>
        </p:nvSpPr>
        <p:spPr>
          <a:xfrm>
            <a:off x="15744825" y="4324350"/>
            <a:ext cx="1905000" cy="2190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현재 요청</a:t>
            </a:r>
            <a:endParaRPr lang="ko-KR">
              <a:latin typeface="Calibri"/>
              <a:ea typeface="Calibri"/>
              <a:cs typeface="Calibri"/>
            </a:endParaRPr>
          </a:p>
        </p:txBody>
      </p:sp>
      <p:sp>
        <p:nvSpPr>
          <p:cNvPr id="120" name="Editable path 227">
            <a:extLst>
              <a:ext uri="{FF2B5EF4-FFF2-40B4-BE49-F238E27FC236}">
                <ns2:creationId id="{F0D4C1A5-85FA-47D1-B001-A2BA39FD82EA}"/>
              </a:ext>
            </a:extLst>
          </p:cNvPr>
          <p:cNvSpPr>
            <a:spLocks noGrp="1"/>
          </p:cNvSpPr>
          <p:nvPr/>
        </p:nvSpPr>
        <p:spPr>
          <a:xfrm>
            <a:off x="16716375" y="4533900"/>
            <a:ext cx="953" cy="57150"/>
          </a:xfrm>
          <a:custGeom>
            <a:pathLst>
              <a:path w="953" h="57150">
                <a:moveTo>
                  <a:pt x="0" y="0"/>
                </a:moveTo>
                <a:lnTo>
                  <a:pt x="0" y="57150"/>
                </a:lnTo>
              </a:path>
            </a:pathLst>
          </a:custGeom>
          <a:noFill/>
          <a:ln w="17145">
            <a:solidFill>
              <a:srgbClr val="111111"/>
            </a:solidFill>
            <a:prstDash val="solid"/>
          </a:ln>
        </p:spPr>
      </p:sp>
      <p:sp>
        <p:nvSpPr>
          <p:cNvPr id="121" name="Editable arrowhead 228">
            <a:extLst>
              <a:ext uri="{FF2B5EF4-FFF2-40B4-BE49-F238E27FC236}">
                <ns2:creationId id="{1302912E-72D4-43C9-AD98-6962B52A9BAB}"/>
              </a:ext>
            </a:extLst>
          </p:cNvPr>
          <p:cNvSpPr>
            <a:spLocks noGrp="1"/>
          </p:cNvSpPr>
          <p:nvPr/>
        </p:nvSpPr>
        <p:spPr>
          <a:xfrm>
            <a:off x="16668750" y="44958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2" name="Editable path 229">
            <a:extLst>
              <a:ext uri="{FF2B5EF4-FFF2-40B4-BE49-F238E27FC236}">
                <ns2:creationId id="{2F86044B-CD41-464F-82F7-BD3ADB5CF1BF}"/>
              </a:ext>
            </a:extLst>
          </p:cNvPr>
          <p:cNvSpPr>
            <a:spLocks noGrp="1"/>
          </p:cNvSpPr>
          <p:nvPr/>
        </p:nvSpPr>
        <p:spPr>
          <a:xfrm>
            <a:off x="12715875" y="3324225"/>
            <a:ext cx="123825" cy="1819275"/>
          </a:xfrm>
          <a:custGeom>
            <a:pathLst>
              <a:path w="123825" h="1819275">
                <a:moveTo>
                  <a:pt x="123825" y="1819275"/>
                </a:moveTo>
                <a:lnTo>
                  <a:pt x="0" y="1819275"/>
                </a:lnTo>
                <a:lnTo>
                  <a:pt x="0" y="0"/>
                </a:lnTo>
                <a:lnTo>
                  <a:pt x="123825" y="0"/>
                </a:lnTo>
              </a:path>
            </a:pathLst>
          </a:custGeom>
          <a:noFill/>
          <a:ln w="15240">
            <a:solidFill>
              <a:srgbClr val="111111"/>
            </a:solidFill>
            <a:prstDash val="dash"/>
          </a:ln>
        </p:spPr>
      </p:sp>
      <p:sp>
        <p:nvSpPr>
          <p:cNvPr id="123" name="Editable arrowhead 230">
            <a:extLst>
              <a:ext uri="{FF2B5EF4-FFF2-40B4-BE49-F238E27FC236}">
                <ns2:creationId id="{AB7666E4-C208-4A0A-967A-042545BD7C02}"/>
              </a:ext>
            </a:extLst>
          </p:cNvPr>
          <p:cNvSpPr>
            <a:spLocks noGrp="1"/>
          </p:cNvSpPr>
          <p:nvPr/>
        </p:nvSpPr>
        <p:spPr>
          <a:xfrm>
            <a:off x="12744450" y="3276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4" name="DP1 object 231">
            <a:extLst>
              <a:ext uri="{FF2B5EF4-FFF2-40B4-BE49-F238E27FC236}">
                <ns2:creationId id="{77E9A5D3-B786-48A6-B254-3CB5DDAB6453}"/>
              </a:ext>
            </a:extLst>
          </p:cNvPr>
          <p:cNvSpPr>
            <a:spLocks noGrp="1"/>
          </p:cNvSpPr>
          <p:nvPr/>
        </p:nvSpPr>
        <p:spPr>
          <a:xfrm>
            <a:off x="12849225" y="3714750"/>
            <a:ext cx="1619250" cy="485775"/>
          </a:xfrm>
          <a:prstGeom prst="rect">
            <a:avLst/>
          </a:prstGeom>
          <a:noFill/>
          <a:ln w="0">
            <a:noFill/>
            <a:prstDash val="solid"/>
          </a:ln>
        </p:spPr>
        <p:txBody>
          <a:bodyPr wrap="none" lIns="0" tIns="0" rIns="0" bIns="0" anchor="ctr">
            <a:noAutofit/>
          </a:bodyPr>
          <a:lstStyle>
            <a:defPPr algn="ctr">
              <a:defRPr sz="1500" b="0" lang="ko-KR">
                <a:solidFill>
                  <a:srgbClr val="50555B"/>
                </a:solidFill>
                <a:latin typeface="Calibri"/>
                <a:ea typeface="Calibri"/>
                <a:cs typeface="Calibri"/>
              </a:defRPr>
            </a:defPPr>
            <a:lvl1pPr algn="ctr">
              <a:defRPr sz="1500" b="0" lang="ko-KR">
                <a:solidFill>
                  <a:srgbClr val="50555B"/>
                </a:solidFill>
                <a:latin typeface="Calibri"/>
                <a:ea typeface="Calibri"/>
                <a:cs typeface="Calibri"/>
              </a:defRPr>
            </a:lvl1pPr>
            <a:lvl2pPr algn="ctr">
              <a:defRPr sz="1500" b="0" lang="ko-KR">
                <a:solidFill>
                  <a:srgbClr val="50555B"/>
                </a:solidFill>
                <a:latin typeface="Calibri"/>
                <a:ea typeface="Calibri"/>
                <a:cs typeface="Calibri"/>
              </a:defRPr>
            </a:lvl2pPr>
            <a:lvl3pPr algn="ctr">
              <a:defRPr sz="1500" b="0" lang="ko-KR">
                <a:solidFill>
                  <a:srgbClr val="50555B"/>
                </a:solidFill>
                <a:latin typeface="Calibri"/>
                <a:ea typeface="Calibri"/>
                <a:cs typeface="Calibri"/>
              </a:defRPr>
            </a:lvl3pPr>
            <a:lvl4pPr algn="ctr">
              <a:defRPr sz="1500" b="0" lang="ko-KR">
                <a:solidFill>
                  <a:srgbClr val="50555B"/>
                </a:solidFill>
                <a:latin typeface="Calibri"/>
                <a:ea typeface="Calibri"/>
                <a:cs typeface="Calibri"/>
              </a:defRPr>
            </a:lvl4pPr>
            <a:lvl5pPr algn="ctr">
              <a:defRPr sz="1500" b="0" lang="ko-KR">
                <a:solidFill>
                  <a:srgbClr val="50555B"/>
                </a:solidFill>
                <a:latin typeface="Calibri"/>
                <a:ea typeface="Calibri"/>
                <a:cs typeface="Calibri"/>
              </a:defRPr>
            </a:lvl5pPr>
            <a:lvl6pPr algn="ctr">
              <a:defRPr sz="1500" b="0" lang="ko-KR">
                <a:solidFill>
                  <a:srgbClr val="50555B"/>
                </a:solidFill>
                <a:latin typeface="Calibri"/>
                <a:ea typeface="Calibri"/>
                <a:cs typeface="Calibri"/>
              </a:defRPr>
            </a:lvl6pPr>
            <a:lvl7pPr algn="ctr">
              <a:defRPr sz="1500" b="0" lang="ko-KR">
                <a:solidFill>
                  <a:srgbClr val="50555B"/>
                </a:solidFill>
                <a:latin typeface="Calibri"/>
                <a:ea typeface="Calibri"/>
                <a:cs typeface="Calibri"/>
              </a:defRPr>
            </a:lvl7pPr>
            <a:lvl8pPr algn="ctr">
              <a:defRPr sz="1500" b="0" lang="ko-KR">
                <a:solidFill>
                  <a:srgbClr val="50555B"/>
                </a:solidFill>
                <a:latin typeface="Calibri"/>
                <a:ea typeface="Calibri"/>
                <a:cs typeface="Calibri"/>
              </a:defRPr>
            </a:lvl8pPr>
            <a:lvl9pPr algn="ctr">
              <a:defRPr sz="1500" b="0" lang="ko-KR">
                <a:solidFill>
                  <a:srgbClr val="50555B"/>
                </a:solidFill>
                <a:latin typeface="Calibri"/>
                <a:ea typeface="Calibri"/>
                <a:cs typeface="Calibri"/>
              </a:defRPr>
            </a:lvl9pPr>
          </a:lstStyle>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미생산·오류는</a:t>
            </a:r>
            <a:endParaRPr lang="ko-KR">
              <a:latin typeface="Calibri"/>
              <a:ea typeface="Calibri"/>
              <a:cs typeface="Calibri"/>
            </a:endParaRPr>
          </a:p>
          <a:p>
            <a:pPr algn="ctr">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원본으로 보완</a:t>
            </a:r>
            <a:endParaRPr lang="ko-KR">
              <a:latin typeface="Calibri"/>
              <a:ea typeface="Calibri"/>
              <a:cs typeface="Calibri"/>
            </a:endParaRPr>
          </a:p>
        </p:txBody>
      </p:sp>
      <p:sp>
        <p:nvSpPr>
          <p:cNvPr id="125" name="Selected A column">
            <a:extLst>
              <a:ext uri="{FF2B5EF4-FFF2-40B4-BE49-F238E27FC236}">
                <ns2:creationId id="{97FFC917-FEA7-43CC-BA45-E0D4D2951AA2}"/>
              </a:ext>
            </a:extLst>
          </p:cNvPr>
          <p:cNvSpPr>
            <a:spLocks noGrp="1"/>
          </p:cNvSpPr>
          <p:nvPr/>
        </p:nvSpPr>
        <p:spPr>
          <a:xfrm>
            <a:off x="1866900" y="1657350"/>
            <a:ext cx="5391150" cy="7620000"/>
          </a:xfrm>
          <a:prstGeom prst="rect">
            <a:avLst/>
          </a:prstGeom>
          <a:noFill/>
          <a:ln w="40005">
            <a:solidFill>
              <a:srgbClr val="4676CB"/>
            </a:solidFill>
            <a:prstDash val="solid"/>
          </a:ln>
        </p:spPr>
      </p:sp>
      <p:sp>
        <p:nvSpPr>
          <p:cNvPr id="126" name="DP1 object 232">
            <a:extLst>
              <a:ext uri="{FF2B5EF4-FFF2-40B4-BE49-F238E27FC236}">
                <ns2:creationId id="{84F3B5B9-86EF-4E53-A390-253F597195A8}"/>
              </a:ext>
            </a:extLst>
          </p:cNvPr>
          <p:cNvSpPr>
            <a:spLocks noGrp="1"/>
          </p:cNvSpPr>
          <p:nvPr/>
        </p:nvSpPr>
        <p:spPr>
          <a:xfrm>
            <a:off x="19240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7" name="DP1 object 233">
            <a:extLst>
              <a:ext uri="{FF2B5EF4-FFF2-40B4-BE49-F238E27FC236}">
                <ns2:creationId id="{381746CD-2BC0-46EF-A9B0-BA9BB1324C5A}"/>
              </a:ext>
            </a:extLst>
          </p:cNvPr>
          <p:cNvSpPr>
            <a:spLocks noGrp="1"/>
          </p:cNvSpPr>
          <p:nvPr/>
        </p:nvSpPr>
        <p:spPr>
          <a:xfrm>
            <a:off x="266700" y="9496425"/>
            <a:ext cx="17240250" cy="257175"/>
          </a:xfrm>
          <a:prstGeom prst="rect">
            <a:avLst/>
          </a:prstGeom>
          <a:noFill/>
          <a:ln w="0">
            <a:noFill/>
            <a:prstDash val="solid"/>
          </a:ln>
        </p:spPr>
        <p:txBody>
          <a:bodyPr wrap="none" lIns="0" tIns="0" rIns="0" bIns="0" anchor="ctr">
            <a:noAutofit/>
          </a:bodyPr>
          <a:lstStyle>
            <a:defPPr algn="l">
              <a:defRPr sz="1600" b="0" lang="ko-KR">
                <a:solidFill>
                  <a:srgbClr val="4676CB"/>
                </a:solidFill>
                <a:latin typeface="Calibri"/>
                <a:ea typeface="Calibri"/>
                <a:cs typeface="Calibri"/>
              </a:defRPr>
            </a:defPPr>
            <a:lvl1pPr algn="l">
              <a:defRPr sz="1600" b="0" lang="ko-KR">
                <a:solidFill>
                  <a:srgbClr val="4676CB"/>
                </a:solidFill>
                <a:latin typeface="Calibri"/>
                <a:ea typeface="Calibri"/>
                <a:cs typeface="Calibri"/>
              </a:defRPr>
            </a:lvl1pPr>
            <a:lvl2pPr algn="l">
              <a:defRPr sz="1600" b="0" lang="ko-KR">
                <a:solidFill>
                  <a:srgbClr val="4676CB"/>
                </a:solidFill>
                <a:latin typeface="Calibri"/>
                <a:ea typeface="Calibri"/>
                <a:cs typeface="Calibri"/>
              </a:defRPr>
            </a:lvl2pPr>
            <a:lvl3pPr algn="l">
              <a:defRPr sz="1600" b="0" lang="ko-KR">
                <a:solidFill>
                  <a:srgbClr val="4676CB"/>
                </a:solidFill>
                <a:latin typeface="Calibri"/>
                <a:ea typeface="Calibri"/>
                <a:cs typeface="Calibri"/>
              </a:defRPr>
            </a:lvl3pPr>
            <a:lvl4pPr algn="l">
              <a:defRPr sz="1600" b="0" lang="ko-KR">
                <a:solidFill>
                  <a:srgbClr val="4676CB"/>
                </a:solidFill>
                <a:latin typeface="Calibri"/>
                <a:ea typeface="Calibri"/>
                <a:cs typeface="Calibri"/>
              </a:defRPr>
            </a:lvl4pPr>
            <a:lvl5pPr algn="l">
              <a:defRPr sz="1600" b="0" lang="ko-KR">
                <a:solidFill>
                  <a:srgbClr val="4676CB"/>
                </a:solidFill>
                <a:latin typeface="Calibri"/>
                <a:ea typeface="Calibri"/>
                <a:cs typeface="Calibri"/>
              </a:defRPr>
            </a:lvl5pPr>
            <a:lvl6pPr algn="l">
              <a:defRPr sz="1600" b="0" lang="ko-KR">
                <a:solidFill>
                  <a:srgbClr val="4676CB"/>
                </a:solidFill>
                <a:latin typeface="Calibri"/>
                <a:ea typeface="Calibri"/>
                <a:cs typeface="Calibri"/>
              </a:defRPr>
            </a:lvl6pPr>
            <a:lvl7pPr algn="l">
              <a:defRPr sz="1600" b="0" lang="ko-KR">
                <a:solidFill>
                  <a:srgbClr val="4676CB"/>
                </a:solidFill>
                <a:latin typeface="Calibri"/>
                <a:ea typeface="Calibri"/>
                <a:cs typeface="Calibri"/>
              </a:defRPr>
            </a:lvl7pPr>
            <a:lvl8pPr algn="l">
              <a:defRPr sz="1600" b="0" lang="ko-KR">
                <a:solidFill>
                  <a:srgbClr val="4676CB"/>
                </a:solidFill>
                <a:latin typeface="Calibri"/>
                <a:ea typeface="Calibri"/>
                <a:cs typeface="Calibri"/>
              </a:defRPr>
            </a:lvl8pPr>
            <a:lvl9pPr algn="l">
              <a:defRPr sz="1600" b="0" lang="ko-KR">
                <a:solidFill>
                  <a:srgbClr val="4676CB"/>
                </a:solidFill>
                <a:latin typeface="Calibri"/>
                <a:ea typeface="Calibri"/>
                <a:cs typeface="Calibri"/>
              </a:defRPr>
            </a:lvl9pPr>
          </a:lstStyle>
          <a:p>
            <a:pPr algn="l">
              <a:defRPr sz="1600" b="0" lang="ko-KR">
                <a:solidFill>
                  <a:srgbClr val="4676CB"/>
                </a:solidFill>
                <a:latin typeface="Calibri"/>
                <a:ea typeface="Calibri"/>
                <a:cs typeface="Calibri"/>
              </a:defRPr>
            </a:pPr>
            <a:r>
              <a:rPr sz="1600" b="0" lang="ko-KR">
                <a:solidFill>
                  <a:srgbClr val="4676CB"/>
                </a:solidFill>
                <a:latin typeface="Calibri"/>
                <a:ea typeface="Calibri"/>
                <a:cs typeface="Calibri"/>
              </a:rPr>
              <a:t>파란색: 보완 반영 부분과 별도 관측값. A2는 읽기 12→9회, 호출 12→12회이며 전체 A/C 재비교는 미실시.</a:t>
            </a:r>
            <a:endParaRPr lang="ko-KR">
              <a:latin typeface="Calibri"/>
              <a:ea typeface="Calibri"/>
              <a:cs typeface="Calibri"/>
            </a:endParaRPr>
          </a:p>
        </p:txBody>
      </p:sp>
      <p:sp>
        <p:nvSpPr>
          <p:cNvPr id="128" name="DP1 object 234">
            <a:extLst>
              <a:ext uri="{FF2B5EF4-FFF2-40B4-BE49-F238E27FC236}">
                <ns2:creationId id="{0A50AC58-2688-43CE-8F7B-D3C495DAE951}"/>
              </a:ext>
            </a:extLst>
          </p:cNvPr>
          <p:cNvSpPr>
            <a:spLocks noGrp="1"/>
          </p:cNvSpPr>
          <p:nvPr/>
        </p:nvSpPr>
        <p:spPr>
          <a:xfrm>
            <a:off x="266700" y="9848850"/>
            <a:ext cx="17192625" cy="257175"/>
          </a:xfrm>
          <a:prstGeom prst="rect">
            <a:avLst/>
          </a:prstGeom>
          <a:noFill/>
          <a:ln w="0">
            <a:noFill/>
            <a:prstDash val="solid"/>
          </a:ln>
        </p:spPr>
        <p:txBody>
          <a:bodyPr wrap="none" lIns="0" tIns="0" rIns="0" bIns="0" anchor="ctr">
            <a:noAutofit/>
          </a:bodyPr>
          <a:lstStyle>
            <a:defPPr algn="l">
              <a:defRPr sz="1600" b="0" lang="ko-KR">
                <a:solidFill>
                  <a:srgbClr val="50555B"/>
                </a:solidFill>
                <a:latin typeface="Calibri"/>
                <a:ea typeface="Calibri"/>
                <a:cs typeface="Calibri"/>
              </a:defRPr>
            </a:defPPr>
            <a:lvl1pPr algn="l">
              <a:defRPr sz="1600" b="0" lang="ko-KR">
                <a:solidFill>
                  <a:srgbClr val="50555B"/>
                </a:solidFill>
                <a:latin typeface="Calibri"/>
                <a:ea typeface="Calibri"/>
                <a:cs typeface="Calibri"/>
              </a:defRPr>
            </a:lvl1pPr>
            <a:lvl2pPr algn="l">
              <a:defRPr sz="1600" b="0" lang="ko-KR">
                <a:solidFill>
                  <a:srgbClr val="50555B"/>
                </a:solidFill>
                <a:latin typeface="Calibri"/>
                <a:ea typeface="Calibri"/>
                <a:cs typeface="Calibri"/>
              </a:defRPr>
            </a:lvl2pPr>
            <a:lvl3pPr algn="l">
              <a:defRPr sz="1600" b="0" lang="ko-KR">
                <a:solidFill>
                  <a:srgbClr val="50555B"/>
                </a:solidFill>
                <a:latin typeface="Calibri"/>
                <a:ea typeface="Calibri"/>
                <a:cs typeface="Calibri"/>
              </a:defRPr>
            </a:lvl3pPr>
            <a:lvl4pPr algn="l">
              <a:defRPr sz="1600" b="0" lang="ko-KR">
                <a:solidFill>
                  <a:srgbClr val="50555B"/>
                </a:solidFill>
                <a:latin typeface="Calibri"/>
                <a:ea typeface="Calibri"/>
                <a:cs typeface="Calibri"/>
              </a:defRPr>
            </a:lvl4pPr>
            <a:lvl5pPr algn="l">
              <a:defRPr sz="1600" b="0" lang="ko-KR">
                <a:solidFill>
                  <a:srgbClr val="50555B"/>
                </a:solidFill>
                <a:latin typeface="Calibri"/>
                <a:ea typeface="Calibri"/>
                <a:cs typeface="Calibri"/>
              </a:defRPr>
            </a:lvl5pPr>
            <a:lvl6pPr algn="l">
              <a:defRPr sz="1600" b="0" lang="ko-KR">
                <a:solidFill>
                  <a:srgbClr val="50555B"/>
                </a:solidFill>
                <a:latin typeface="Calibri"/>
                <a:ea typeface="Calibri"/>
                <a:cs typeface="Calibri"/>
              </a:defRPr>
            </a:lvl6pPr>
            <a:lvl7pPr algn="l">
              <a:defRPr sz="1600" b="0" lang="ko-KR">
                <a:solidFill>
                  <a:srgbClr val="50555B"/>
                </a:solidFill>
                <a:latin typeface="Calibri"/>
                <a:ea typeface="Calibri"/>
                <a:cs typeface="Calibri"/>
              </a:defRPr>
            </a:lvl7pPr>
            <a:lvl8pPr algn="l">
              <a:defRPr sz="1600" b="0" lang="ko-KR">
                <a:solidFill>
                  <a:srgbClr val="50555B"/>
                </a:solidFill>
                <a:latin typeface="Calibri"/>
                <a:ea typeface="Calibri"/>
                <a:cs typeface="Calibri"/>
              </a:defRPr>
            </a:lvl8pPr>
            <a:lvl9pPr algn="l">
              <a:defRPr sz="1600" b="0" lang="ko-KR">
                <a:solidFill>
                  <a:srgbClr val="50555B"/>
                </a:solidFill>
                <a:latin typeface="Calibri"/>
                <a:ea typeface="Calibri"/>
                <a:cs typeface="Calibri"/>
              </a:defRPr>
            </a:lvl9pPr>
          </a:lstStyle>
          <a:p>
            <a:pPr algn="l">
              <a:defRPr sz="1600" b="0" lang="ko-KR">
                <a:solidFill>
                  <a:srgbClr val="50555B"/>
                </a:solidFill>
                <a:latin typeface="Calibri"/>
                <a:ea typeface="Calibri"/>
                <a:cs typeface="Calibri"/>
              </a:defRPr>
            </a:pPr>
            <a:r>
              <a:rPr sz="1600" b="0" lang="ko-KR">
                <a:solidFill>
                  <a:srgbClr val="50555B"/>
                </a:solidFill>
                <a:latin typeface="Calibri"/>
                <a:ea typeface="Calibri"/>
                <a:cs typeface="Calibri"/>
              </a:rPr>
              <a:t>시간 괄호: 관측/예정 건수. 기본 PoC 수치 유지. QA01 우열 미확정. 보완 효과와 비용은 4쪽에 상세 표시.</a:t>
            </a:r>
            <a:endParaRPr lang="ko-KR">
              <a:latin typeface="Calibri"/>
              <a:ea typeface="Calibri"/>
              <a:cs typeface="Calibri"/>
            </a:endParaRPr>
          </a:p>
        </p:txBody>
      </p:sp>
    </p:spTree>
    <p:extLst>
      <p:ext uri="{BB962C8B-B14F-4D97-AF65-F5344CB8AC3E}">
        <p14:creationId val="155975800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70" name="Unified slide title">
            <a:extLst>
              <a:ext uri="{FF2B5EF4-FFF2-40B4-BE49-F238E27FC236}">
                <ns2:creationId id="{E96E6465-CD50-40A1-9C41-56BF725202E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DP1. 현재 요청의 근거 공급 방안 (보완 효과 상세)</a:t>
            </a:r>
            <a:endParaRPr lang="ko-KR">
              <a:latin typeface="Calibri"/>
              <a:ea typeface="Calibri"/>
              <a:cs typeface="Calibri"/>
            </a:endParaRPr>
          </a:p>
        </p:txBody>
      </p:sp>
      <p:sp>
        <p:nvSpPr>
          <p:cNvPr id="2" name="Workflow 과제 소개">
            <a:extLst>
              <a:ext uri="{FF2B5EF4-FFF2-40B4-BE49-F238E27FC236}">
                <ns2:creationId id="{F9FCEB12-EE62-4F8C-920D-E1D149AF9A3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09F7144-2CEE-4D20-9D3F-121CA66765D3}"/>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B6B51D2-C2AA-43EB-A436-57EDFDA30FB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1229EAE-7928-426D-9740-6F0F30452DF4}"/>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600A012-86C3-4629-B978-A008CD66BAFC}"/>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3293B3D2-E388-465C-9225-3363163508B4}"/>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23855F6-CE3D-4925-B8F8-C9DC12B9042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9961546-C291-48E5-9FBB-D889979757AB}"/>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391A6AFE-46FE-4EF2-8269-AE9521FE3F00}"/>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B15EDB7-769A-483C-8D0D-E17259BFC2D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6ECAAE61-B2AE-4187-A4EC-1B75391B3F2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25FC515-0672-4FF0-B259-319BD8B10CC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4 / 17</a:t>
            </a:r>
            <a:endParaRPr lang="ko-KR">
              <a:latin typeface="Calibri"/>
              <a:ea typeface="Calibri"/>
              <a:cs typeface="Calibri"/>
            </a:endParaRPr>
          </a:p>
        </p:txBody>
      </p:sp>
      <p:sp>
        <p:nvSpPr>
          <p:cNvPr id="14" name="DP1 object 235">
            <a:extLst>
              <a:ext uri="{FF2B5EF4-FFF2-40B4-BE49-F238E27FC236}">
                <ns2:creationId id="{DB498790-ACD8-4DD5-9007-F227349AB648}"/>
              </a:ext>
            </a:extLst>
          </p:cNvPr>
          <p:cNvSpPr>
            <a:spLocks noGrp="1"/>
          </p:cNvSpPr>
          <p:nvPr/>
        </p:nvSpPr>
        <p:spPr>
          <a:xfrm>
            <a:off x="266700" y="1181100"/>
            <a:ext cx="12477750" cy="40957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같은 자료를 이어 묻는 사용에서 A 선택</a:t>
            </a:r>
            <a:endParaRPr lang="ko-KR">
              <a:latin typeface="Calibri"/>
              <a:ea typeface="Calibri"/>
              <a:cs typeface="Calibri"/>
            </a:endParaRPr>
          </a:p>
        </p:txBody>
      </p:sp>
      <p:sp>
        <p:nvSpPr>
          <p:cNvPr id="15" name="DP1 object 236">
            <a:extLst>
              <a:ext uri="{FF2B5EF4-FFF2-40B4-BE49-F238E27FC236}">
                <ns2:creationId id="{F8C108B1-8930-4D31-9636-12FF6FAD0F2D}"/>
              </a:ext>
            </a:extLst>
          </p:cNvPr>
          <p:cNvSpPr>
            <a:spLocks noGrp="1"/>
          </p:cNvSpPr>
          <p:nvPr/>
        </p:nvSpPr>
        <p:spPr>
          <a:xfrm>
            <a:off x="266700" y="1619250"/>
            <a:ext cx="17526000" cy="295275"/>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B 대비 동일 자료 답변 호출 6회 감소  /  C의 사전 생산 포함 총 모델 비용은 A의 2.42배</a:t>
            </a:r>
            <a:endParaRPr lang="ko-KR">
              <a:latin typeface="Calibri"/>
              <a:ea typeface="Calibri"/>
              <a:cs typeface="Calibri"/>
            </a:endParaRPr>
          </a:p>
        </p:txBody>
      </p:sp>
      <p:sp>
        <p:nvSpPr>
          <p:cNvPr id="16" name="DP1 object 237">
            <a:extLst>
              <a:ext uri="{FF2B5EF4-FFF2-40B4-BE49-F238E27FC236}">
                <ns2:creationId id="{7CD6334A-E5F9-4D03-AD91-63301516B209}"/>
              </a:ext>
            </a:extLst>
          </p:cNvPr>
          <p:cNvSpPr>
            <a:spLocks noGrp="1"/>
          </p:cNvSpPr>
          <p:nvPr/>
        </p:nvSpPr>
        <p:spPr>
          <a:xfrm>
            <a:off x="228600" y="2085975"/>
            <a:ext cx="5810250" cy="7229475"/>
          </a:xfrm>
          <a:prstGeom prst="rect">
            <a:avLst/>
          </a:prstGeom>
          <a:noFill/>
          <a:ln w="36195">
            <a:solidFill>
              <a:srgbClr val="4676CB"/>
            </a:solidFill>
            <a:prstDash val="solid"/>
          </a:ln>
        </p:spPr>
      </p:sp>
      <p:sp>
        <p:nvSpPr>
          <p:cNvPr id="17" name="DP1 object 238">
            <a:extLst>
              <a:ext uri="{FF2B5EF4-FFF2-40B4-BE49-F238E27FC236}">
                <ns2:creationId id="{50C210F1-9328-45B1-AE53-9ADFBE997384}"/>
              </a:ext>
            </a:extLst>
          </p:cNvPr>
          <p:cNvSpPr>
            <a:spLocks noGrp="1"/>
          </p:cNvSpPr>
          <p:nvPr/>
        </p:nvSpPr>
        <p:spPr>
          <a:xfrm>
            <a:off x="228600" y="2085975"/>
            <a:ext cx="5810250" cy="495300"/>
          </a:xfrm>
          <a:prstGeom prst="rect">
            <a:avLst/>
          </a:prstGeom>
          <a:solidFill>
            <a:srgbClr val="C9E1B3"/>
          </a:solidFill>
          <a:ln w="0">
            <a:noFill/>
            <a:prstDash val="solid"/>
          </a:ln>
        </p:spPr>
      </p:sp>
      <p:sp>
        <p:nvSpPr>
          <p:cNvPr id="18" name="DP1 object 239">
            <a:extLst>
              <a:ext uri="{FF2B5EF4-FFF2-40B4-BE49-F238E27FC236}">
                <ns2:creationId id="{77FCF62A-7717-438E-9205-1E57B9AFFFFB}"/>
              </a:ext>
            </a:extLst>
          </p:cNvPr>
          <p:cNvSpPr>
            <a:spLocks noGrp="1"/>
          </p:cNvSpPr>
          <p:nvPr/>
        </p:nvSpPr>
        <p:spPr>
          <a:xfrm>
            <a:off x="342900" y="1971675"/>
            <a:ext cx="571500" cy="628650"/>
          </a:xfrm>
          <a:prstGeom prst="rect">
            <a:avLst/>
          </a:prstGeom>
          <a:noFill/>
          <a:ln w="0">
            <a:noFill/>
            <a:prstDash val="solid"/>
          </a:ln>
        </p:spPr>
        <p:txBody>
          <a:bodyPr wrap="none" lIns="0" tIns="0" rIns="0" bIns="0" anchor="ctr">
            <a:noAutofit/>
          </a:bodyPr>
          <a:lstStyle>
            <a:defPPr algn="l">
              <a:defRPr sz="4100" b="1" lang="ko-KR">
                <a:solidFill>
                  <a:srgbClr val="C00000"/>
                </a:solidFill>
                <a:latin typeface="Calibri"/>
                <a:ea typeface="Calibri"/>
                <a:cs typeface="Calibri"/>
              </a:defRPr>
            </a:defPPr>
            <a:lvl1pPr algn="l">
              <a:defRPr sz="4100" b="1" lang="ko-KR">
                <a:solidFill>
                  <a:srgbClr val="C00000"/>
                </a:solidFill>
                <a:latin typeface="Calibri"/>
                <a:ea typeface="Calibri"/>
                <a:cs typeface="Calibri"/>
              </a:defRPr>
            </a:lvl1pPr>
            <a:lvl2pPr algn="l">
              <a:defRPr sz="4100" b="1" lang="ko-KR">
                <a:solidFill>
                  <a:srgbClr val="C00000"/>
                </a:solidFill>
                <a:latin typeface="Calibri"/>
                <a:ea typeface="Calibri"/>
                <a:cs typeface="Calibri"/>
              </a:defRPr>
            </a:lvl2pPr>
            <a:lvl3pPr algn="l">
              <a:defRPr sz="4100" b="1" lang="ko-KR">
                <a:solidFill>
                  <a:srgbClr val="C00000"/>
                </a:solidFill>
                <a:latin typeface="Calibri"/>
                <a:ea typeface="Calibri"/>
                <a:cs typeface="Calibri"/>
              </a:defRPr>
            </a:lvl3pPr>
            <a:lvl4pPr algn="l">
              <a:defRPr sz="4100" b="1" lang="ko-KR">
                <a:solidFill>
                  <a:srgbClr val="C00000"/>
                </a:solidFill>
                <a:latin typeface="Calibri"/>
                <a:ea typeface="Calibri"/>
                <a:cs typeface="Calibri"/>
              </a:defRPr>
            </a:lvl4pPr>
            <a:lvl5pPr algn="l">
              <a:defRPr sz="4100" b="1" lang="ko-KR">
                <a:solidFill>
                  <a:srgbClr val="C00000"/>
                </a:solidFill>
                <a:latin typeface="Calibri"/>
                <a:ea typeface="Calibri"/>
                <a:cs typeface="Calibri"/>
              </a:defRPr>
            </a:lvl5pPr>
            <a:lvl6pPr algn="l">
              <a:defRPr sz="4100" b="1" lang="ko-KR">
                <a:solidFill>
                  <a:srgbClr val="C00000"/>
                </a:solidFill>
                <a:latin typeface="Calibri"/>
                <a:ea typeface="Calibri"/>
                <a:cs typeface="Calibri"/>
              </a:defRPr>
            </a:lvl6pPr>
            <a:lvl7pPr algn="l">
              <a:defRPr sz="4100" b="1" lang="ko-KR">
                <a:solidFill>
                  <a:srgbClr val="C00000"/>
                </a:solidFill>
                <a:latin typeface="Calibri"/>
                <a:ea typeface="Calibri"/>
                <a:cs typeface="Calibri"/>
              </a:defRPr>
            </a:lvl7pPr>
            <a:lvl8pPr algn="l">
              <a:defRPr sz="4100" b="1" lang="ko-KR">
                <a:solidFill>
                  <a:srgbClr val="C00000"/>
                </a:solidFill>
                <a:latin typeface="Calibri"/>
                <a:ea typeface="Calibri"/>
                <a:cs typeface="Calibri"/>
              </a:defRPr>
            </a:lvl8pPr>
            <a:lvl9pPr algn="l">
              <a:defRPr sz="4100" b="1" lang="ko-KR">
                <a:solidFill>
                  <a:srgbClr val="C00000"/>
                </a:solidFill>
                <a:latin typeface="Calibri"/>
                <a:ea typeface="Calibri"/>
                <a:cs typeface="Calibri"/>
              </a:defRPr>
            </a:lvl9pPr>
          </a:lstStyle>
          <a:p>
            <a:pPr algn="l">
              <a:defRPr sz="4100" b="1" lang="ko-KR">
                <a:solidFill>
                  <a:srgbClr val="C00000"/>
                </a:solidFill>
                <a:latin typeface="Calibri"/>
                <a:ea typeface="Calibri"/>
                <a:cs typeface="Calibri"/>
              </a:defRPr>
            </a:pPr>
            <a:r>
              <a:rPr sz="4100" b="1" lang="ko-KR">
                <a:solidFill>
                  <a:srgbClr val="C00000"/>
                </a:solidFill>
                <a:latin typeface="Calibri"/>
                <a:ea typeface="Calibri"/>
                <a:cs typeface="Calibri"/>
              </a:rPr>
              <a:t>✓</a:t>
            </a:r>
            <a:endParaRPr lang="ko-KR">
              <a:latin typeface="Calibri"/>
              <a:ea typeface="Calibri"/>
              <a:cs typeface="Calibri"/>
            </a:endParaRPr>
          </a:p>
        </p:txBody>
      </p:sp>
      <p:sp>
        <p:nvSpPr>
          <p:cNvPr id="19" name="DP1 object 240">
            <a:extLst>
              <a:ext uri="{FF2B5EF4-FFF2-40B4-BE49-F238E27FC236}">
                <ns2:creationId id="{114EACDF-7E85-4AEC-AD58-3FEBB30D2610}"/>
              </a:ext>
            </a:extLst>
          </p:cNvPr>
          <p:cNvSpPr>
            <a:spLocks noGrp="1"/>
          </p:cNvSpPr>
          <p:nvPr/>
        </p:nvSpPr>
        <p:spPr>
          <a:xfrm>
            <a:off x="1019175" y="2114550"/>
            <a:ext cx="4762500" cy="40957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 유효 작업 문맥 유지</a:t>
            </a:r>
            <a:endParaRPr lang="ko-KR">
              <a:latin typeface="Calibri"/>
              <a:ea typeface="Calibri"/>
              <a:cs typeface="Calibri"/>
            </a:endParaRPr>
          </a:p>
        </p:txBody>
      </p:sp>
      <p:sp>
        <p:nvSpPr>
          <p:cNvPr id="20" name="DP1 object 241">
            <a:extLst>
              <a:ext uri="{FF2B5EF4-FFF2-40B4-BE49-F238E27FC236}">
                <ns2:creationId id="{C7ABD01B-96F4-4496-A69B-FF2804D53503}"/>
              </a:ext>
            </a:extLst>
          </p:cNvPr>
          <p:cNvSpPr>
            <a:spLocks noGrp="1"/>
          </p:cNvSpPr>
          <p:nvPr/>
        </p:nvSpPr>
        <p:spPr>
          <a:xfrm>
            <a:off x="419100" y="2705100"/>
            <a:ext cx="54292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기본 구조: 읽은 근거를 다음 요청에 유지</a:t>
            </a:r>
            <a:endParaRPr lang="ko-KR">
              <a:latin typeface="Calibri"/>
              <a:ea typeface="Calibri"/>
              <a:cs typeface="Calibri"/>
            </a:endParaRPr>
          </a:p>
        </p:txBody>
      </p:sp>
      <p:sp>
        <p:nvSpPr>
          <p:cNvPr id="21" name="유효 작업 문맥&#10;출처와 의존 판본">
            <a:extLst>
              <a:ext uri="{FF2B5EF4-FFF2-40B4-BE49-F238E27FC236}">
                <ns2:creationId id="{996572F7-C528-4A65-AA56-A733E0E3CE21}"/>
              </a:ext>
            </a:extLst>
          </p:cNvPr>
          <p:cNvSpPr>
            <a:spLocks noGrp="1"/>
          </p:cNvSpPr>
          <p:nvPr/>
        </p:nvSpPr>
        <p:spPr>
          <a:xfrm>
            <a:off x="542925" y="3409950"/>
            <a:ext cx="2266950" cy="962025"/>
          </a:xfrm>
          <a:prstGeom prst="can">
            <a:avLst>
              <a:gd name="adj" fmla="val 16000"/>
            </a:avLst>
          </a:prstGeom>
          <a:solidFill>
            <a:srgbClr val="FFF6DD"/>
          </a:solidFill>
          <a:ln w="17145">
            <a:solidFill>
              <a:srgbClr val="111111"/>
            </a:solidFill>
            <a:prstDash val="solid"/>
          </a:ln>
        </p:spPr>
      </p:sp>
      <p:sp>
        <p:nvSpPr>
          <p:cNvPr id="22" name="DP1 object 242">
            <a:extLst>
              <a:ext uri="{FF2B5EF4-FFF2-40B4-BE49-F238E27FC236}">
                <ns2:creationId id="{F1BEF6CD-A2DE-4A64-AFC4-EE4215B9DD20}"/>
              </a:ext>
            </a:extLst>
          </p:cNvPr>
          <p:cNvSpPr>
            <a:spLocks noGrp="1"/>
          </p:cNvSpPr>
          <p:nvPr/>
        </p:nvSpPr>
        <p:spPr>
          <a:xfrm>
            <a:off x="590550" y="3514725"/>
            <a:ext cx="2171700" cy="800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유효 작업 문맥</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출처와 의존 판본</a:t>
            </a:r>
            <a:endParaRPr lang="ko-KR">
              <a:latin typeface="Calibri"/>
              <a:ea typeface="Calibri"/>
              <a:cs typeface="Calibri"/>
            </a:endParaRPr>
          </a:p>
        </p:txBody>
      </p:sp>
      <p:sp>
        <p:nvSpPr>
          <p:cNvPr id="23" name="Request Interpreter&#10;현재 의미 판단">
            <a:extLst>
              <a:ext uri="{FF2B5EF4-FFF2-40B4-BE49-F238E27FC236}">
                <ns2:creationId id="{5BC7358A-23F5-43E5-A54F-614F9D0E2BB1}"/>
              </a:ext>
            </a:extLst>
          </p:cNvPr>
          <p:cNvSpPr>
            <a:spLocks noGrp="1"/>
          </p:cNvSpPr>
          <p:nvPr/>
        </p:nvSpPr>
        <p:spPr>
          <a:xfrm>
            <a:off x="3209925" y="3219450"/>
            <a:ext cx="2447925" cy="809625"/>
          </a:xfrm>
          <a:prstGeom prst="rect">
            <a:avLst/>
          </a:prstGeom>
          <a:solidFill>
            <a:srgbClr val="FFF6DD"/>
          </a:solidFill>
          <a:ln w="17145">
            <a:solidFill>
              <a:srgbClr val="111111"/>
            </a:solidFill>
            <a:prstDash val="solid"/>
          </a:ln>
        </p:spPr>
      </p:sp>
      <p:sp>
        <p:nvSpPr>
          <p:cNvPr id="24" name="DP1 object 243">
            <a:extLst>
              <a:ext uri="{FF2B5EF4-FFF2-40B4-BE49-F238E27FC236}">
                <ns2:creationId id="{9D299ED2-3CA5-4D3E-9291-019CE0413ABD}"/>
              </a:ext>
            </a:extLst>
          </p:cNvPr>
          <p:cNvSpPr>
            <a:spLocks noGrp="1"/>
          </p:cNvSpPr>
          <p:nvPr/>
        </p:nvSpPr>
        <p:spPr>
          <a:xfrm>
            <a:off x="3276600" y="3257550"/>
            <a:ext cx="2314575" cy="73342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Request Interpreter</a:t>
            </a:r>
            <a:endParaRPr lang="ko-KR">
              <a:latin typeface="Calibri"/>
              <a:ea typeface="Calibri"/>
              <a:cs typeface="Calibri"/>
            </a:endParaRPr>
          </a:p>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현재 의미 판단</a:t>
            </a:r>
            <a:endParaRPr lang="ko-KR">
              <a:latin typeface="Calibri"/>
              <a:ea typeface="Calibri"/>
              <a:cs typeface="Calibri"/>
            </a:endParaRPr>
          </a:p>
        </p:txBody>
      </p:sp>
      <p:sp>
        <p:nvSpPr>
          <p:cNvPr id="25" name="DP1 object 244">
            <a:extLst>
              <a:ext uri="{FF2B5EF4-FFF2-40B4-BE49-F238E27FC236}">
                <ns2:creationId id="{DAC88C09-DAB7-4EE7-A378-2A97930FDC2A}"/>
              </a:ext>
            </a:extLst>
          </p:cNvPr>
          <p:cNvSpPr>
            <a:spLocks noGrp="1"/>
          </p:cNvSpPr>
          <p:nvPr/>
        </p:nvSpPr>
        <p:spPr>
          <a:xfrm>
            <a:off x="3400425" y="2943225"/>
            <a:ext cx="2000250" cy="2571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요청</a:t>
            </a:r>
            <a:endParaRPr lang="ko-KR">
              <a:latin typeface="Calibri"/>
              <a:ea typeface="Calibri"/>
              <a:cs typeface="Calibri"/>
            </a:endParaRPr>
          </a:p>
        </p:txBody>
      </p:sp>
      <p:sp>
        <p:nvSpPr>
          <p:cNvPr id="26" name="Editable path 245">
            <a:extLst>
              <a:ext uri="{FF2B5EF4-FFF2-40B4-BE49-F238E27FC236}">
                <ns2:creationId id="{C94B69AE-8448-4A39-B210-18225F15FCBC}"/>
              </a:ext>
            </a:extLst>
          </p:cNvPr>
          <p:cNvSpPr>
            <a:spLocks noGrp="1"/>
          </p:cNvSpPr>
          <p:nvPr/>
        </p:nvSpPr>
        <p:spPr>
          <a:xfrm>
            <a:off x="4429125" y="3200400"/>
            <a:ext cx="953" cy="19050"/>
          </a:xfrm>
          <a:custGeom>
            <a:pathLst>
              <a:path w="953" h="19050">
                <a:moveTo>
                  <a:pt x="0" y="0"/>
                </a:moveTo>
                <a:lnTo>
                  <a:pt x="0" y="19050"/>
                </a:lnTo>
              </a:path>
            </a:pathLst>
          </a:custGeom>
          <a:noFill/>
          <a:ln w="19050">
            <a:solidFill>
              <a:srgbClr val="111111"/>
            </a:solidFill>
            <a:prstDash val="solid"/>
          </a:ln>
        </p:spPr>
      </p:sp>
      <p:sp>
        <p:nvSpPr>
          <p:cNvPr id="27" name="Editable arrowhead 246">
            <a:extLst>
              <a:ext uri="{FF2B5EF4-FFF2-40B4-BE49-F238E27FC236}">
                <ns2:creationId id="{B97D6DCA-32AA-4D09-92F2-7AD1730227F1}"/>
              </a:ext>
            </a:extLst>
          </p:cNvPr>
          <p:cNvSpPr>
            <a:spLocks noGrp="1"/>
          </p:cNvSpPr>
          <p:nvPr/>
        </p:nvSpPr>
        <p:spPr>
          <a:xfrm>
            <a:off x="4381500" y="31242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8" name="Editable path 247">
            <a:extLst>
              <a:ext uri="{FF2B5EF4-FFF2-40B4-BE49-F238E27FC236}">
                <ns2:creationId id="{6351D9A4-24D8-4B7D-9169-46818745744E}"/>
              </a:ext>
            </a:extLst>
          </p:cNvPr>
          <p:cNvSpPr>
            <a:spLocks noGrp="1"/>
          </p:cNvSpPr>
          <p:nvPr/>
        </p:nvSpPr>
        <p:spPr>
          <a:xfrm>
            <a:off x="2809875" y="3705225"/>
            <a:ext cx="400050" cy="953"/>
          </a:xfrm>
          <a:custGeom>
            <a:pathLst>
              <a:path w="400050" h="953">
                <a:moveTo>
                  <a:pt x="0" y="0"/>
                </a:moveTo>
                <a:lnTo>
                  <a:pt x="400050" y="0"/>
                </a:lnTo>
              </a:path>
            </a:pathLst>
          </a:custGeom>
          <a:noFill/>
          <a:ln w="23813">
            <a:solidFill>
              <a:srgbClr val="111111"/>
            </a:solidFill>
            <a:prstDash val="solid"/>
          </a:ln>
        </p:spPr>
      </p:sp>
      <p:sp>
        <p:nvSpPr>
          <p:cNvPr id="29" name="Editable arrowhead 248">
            <a:extLst>
              <a:ext uri="{FF2B5EF4-FFF2-40B4-BE49-F238E27FC236}">
                <ns2:creationId id="{7DECCAFB-A01B-49FB-90A1-8B5DCE4BDC49}"/>
              </a:ext>
            </a:extLst>
          </p:cNvPr>
          <p:cNvSpPr>
            <a:spLocks noGrp="1"/>
          </p:cNvSpPr>
          <p:nvPr/>
        </p:nvSpPr>
        <p:spPr>
          <a:xfrm>
            <a:off x="3114675" y="36576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30" name="Context Manager&#10;유효 문맥 갱신">
            <a:extLst>
              <a:ext uri="{FF2B5EF4-FFF2-40B4-BE49-F238E27FC236}">
                <ns2:creationId id="{53A4543D-BEB5-452C-A983-5D04A15677EA}"/>
              </a:ext>
            </a:extLst>
          </p:cNvPr>
          <p:cNvSpPr>
            <a:spLocks noGrp="1"/>
          </p:cNvSpPr>
          <p:nvPr/>
        </p:nvSpPr>
        <p:spPr>
          <a:xfrm>
            <a:off x="3209925" y="4486275"/>
            <a:ext cx="2447925" cy="647700"/>
          </a:xfrm>
          <a:prstGeom prst="rect">
            <a:avLst/>
          </a:prstGeom>
          <a:solidFill>
            <a:srgbClr val="FFF6DD"/>
          </a:solidFill>
          <a:ln w="17145">
            <a:solidFill>
              <a:srgbClr val="111111"/>
            </a:solidFill>
            <a:prstDash val="solid"/>
          </a:ln>
        </p:spPr>
      </p:sp>
      <p:sp>
        <p:nvSpPr>
          <p:cNvPr id="31" name="DP1 object 249">
            <a:extLst>
              <a:ext uri="{FF2B5EF4-FFF2-40B4-BE49-F238E27FC236}">
                <ns2:creationId id="{0499A427-F254-4761-AF7A-CA1136E82881}"/>
              </a:ext>
            </a:extLst>
          </p:cNvPr>
          <p:cNvSpPr>
            <a:spLocks noGrp="1"/>
          </p:cNvSpPr>
          <p:nvPr/>
        </p:nvSpPr>
        <p:spPr>
          <a:xfrm>
            <a:off x="3276600" y="4524375"/>
            <a:ext cx="2314575" cy="5715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Context Manager</a:t>
            </a:r>
            <a:endParaRPr lang="ko-KR">
              <a:latin typeface="Calibri"/>
              <a:ea typeface="Calibri"/>
              <a:cs typeface="Calibri"/>
            </a:endParaRPr>
          </a:p>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유효 문맥 갱신</a:t>
            </a:r>
            <a:endParaRPr lang="ko-KR">
              <a:latin typeface="Calibri"/>
              <a:ea typeface="Calibri"/>
              <a:cs typeface="Calibri"/>
            </a:endParaRPr>
          </a:p>
        </p:txBody>
      </p:sp>
      <p:sp>
        <p:nvSpPr>
          <p:cNvPr id="32" name="Editable path 250">
            <a:extLst>
              <a:ext uri="{FF2B5EF4-FFF2-40B4-BE49-F238E27FC236}">
                <ns2:creationId id="{08DFDF5B-DE70-4EBA-8572-614B59DC6273}"/>
              </a:ext>
            </a:extLst>
          </p:cNvPr>
          <p:cNvSpPr>
            <a:spLocks noGrp="1"/>
          </p:cNvSpPr>
          <p:nvPr/>
        </p:nvSpPr>
        <p:spPr>
          <a:xfrm>
            <a:off x="4429125" y="4029075"/>
            <a:ext cx="953" cy="457200"/>
          </a:xfrm>
          <a:custGeom>
            <a:pathLst>
              <a:path w="953" h="457200">
                <a:moveTo>
                  <a:pt x="0" y="0"/>
                </a:moveTo>
                <a:lnTo>
                  <a:pt x="0" y="457200"/>
                </a:lnTo>
              </a:path>
            </a:pathLst>
          </a:custGeom>
          <a:noFill/>
          <a:ln w="23813">
            <a:solidFill>
              <a:srgbClr val="111111"/>
            </a:solidFill>
            <a:prstDash val="solid"/>
          </a:ln>
        </p:spPr>
      </p:sp>
      <p:sp>
        <p:nvSpPr>
          <p:cNvPr id="33" name="Editable arrowhead 251">
            <a:extLst>
              <a:ext uri="{FF2B5EF4-FFF2-40B4-BE49-F238E27FC236}">
                <ns2:creationId id="{AA6B2A00-A4D8-49F9-B2D9-8FC1EE9B6D03}"/>
              </a:ext>
            </a:extLst>
          </p:cNvPr>
          <p:cNvSpPr>
            <a:spLocks noGrp="1"/>
          </p:cNvSpPr>
          <p:nvPr/>
        </p:nvSpPr>
        <p:spPr>
          <a:xfrm>
            <a:off x="4381500" y="4391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4" name="Editable path 252">
            <a:extLst>
              <a:ext uri="{FF2B5EF4-FFF2-40B4-BE49-F238E27FC236}">
                <ns2:creationId id="{3E0F999D-2651-4897-A389-39B72CE48335}"/>
              </a:ext>
            </a:extLst>
          </p:cNvPr>
          <p:cNvSpPr>
            <a:spLocks noGrp="1"/>
          </p:cNvSpPr>
          <p:nvPr/>
        </p:nvSpPr>
        <p:spPr>
          <a:xfrm>
            <a:off x="1666875" y="4371975"/>
            <a:ext cx="1543050" cy="438150"/>
          </a:xfrm>
          <a:custGeom>
            <a:pathLst>
              <a:path w="1543050" h="438150">
                <a:moveTo>
                  <a:pt x="1543050" y="438150"/>
                </a:moveTo>
                <a:lnTo>
                  <a:pt x="0" y="438150"/>
                </a:lnTo>
                <a:lnTo>
                  <a:pt x="0" y="0"/>
                </a:lnTo>
              </a:path>
            </a:pathLst>
          </a:custGeom>
          <a:noFill/>
          <a:ln w="23813">
            <a:solidFill>
              <a:srgbClr val="111111"/>
            </a:solidFill>
            <a:prstDash val="solid"/>
          </a:ln>
        </p:spPr>
      </p:sp>
      <p:sp>
        <p:nvSpPr>
          <p:cNvPr id="35" name="Editable arrowhead 253">
            <a:extLst>
              <a:ext uri="{FF2B5EF4-FFF2-40B4-BE49-F238E27FC236}">
                <ns2:creationId id="{76EDABA7-C2C8-474D-BC3F-63163E30CACF}"/>
              </a:ext>
            </a:extLst>
          </p:cNvPr>
          <p:cNvSpPr>
            <a:spLocks noGrp="1"/>
          </p:cNvSpPr>
          <p:nvPr/>
        </p:nvSpPr>
        <p:spPr>
          <a:xfrm>
            <a:off x="1619250" y="43719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36" name="DP1 object 254">
            <a:extLst>
              <a:ext uri="{FF2B5EF4-FFF2-40B4-BE49-F238E27FC236}">
                <ns2:creationId id="{320B835F-B3E2-460B-93CD-97CBC46F1B6E}"/>
              </a:ext>
            </a:extLst>
          </p:cNvPr>
          <p:cNvSpPr>
            <a:spLocks noGrp="1"/>
          </p:cNvSpPr>
          <p:nvPr/>
        </p:nvSpPr>
        <p:spPr>
          <a:xfrm>
            <a:off x="647700" y="5172075"/>
            <a:ext cx="5010150" cy="333375"/>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채택 후 갱신 → 다음 요청</a:t>
            </a:r>
            <a:endParaRPr lang="ko-KR">
              <a:latin typeface="Calibri"/>
              <a:ea typeface="Calibri"/>
              <a:cs typeface="Calibri"/>
            </a:endParaRPr>
          </a:p>
        </p:txBody>
      </p:sp>
      <p:sp>
        <p:nvSpPr>
          <p:cNvPr id="37" name="Editable path 255">
            <a:extLst>
              <a:ext uri="{FF2B5EF4-FFF2-40B4-BE49-F238E27FC236}">
                <ns2:creationId id="{18E0D48D-FE33-4DC5-A14D-DEBE477A541C}"/>
              </a:ext>
            </a:extLst>
          </p:cNvPr>
          <p:cNvSpPr>
            <a:spLocks noGrp="1"/>
          </p:cNvSpPr>
          <p:nvPr/>
        </p:nvSpPr>
        <p:spPr>
          <a:xfrm>
            <a:off x="447675" y="5667375"/>
            <a:ext cx="5381625" cy="953"/>
          </a:xfrm>
          <a:custGeom>
            <a:pathLst>
              <a:path w="5381625" h="953">
                <a:moveTo>
                  <a:pt x="0" y="0"/>
                </a:moveTo>
                <a:lnTo>
                  <a:pt x="5381625" y="0"/>
                </a:lnTo>
              </a:path>
            </a:pathLst>
          </a:custGeom>
          <a:noFill/>
          <a:ln w="16193">
            <a:solidFill>
              <a:srgbClr val="4676CB"/>
            </a:solidFill>
            <a:prstDash val="solid"/>
          </a:ln>
        </p:spPr>
      </p:sp>
      <p:sp>
        <p:nvSpPr>
          <p:cNvPr id="38" name="DP1 object 256">
            <a:extLst>
              <a:ext uri="{FF2B5EF4-FFF2-40B4-BE49-F238E27FC236}">
                <ns2:creationId id="{8C97EC66-EBD8-475F-B53C-1D0EA8A55D33}"/>
              </a:ext>
            </a:extLst>
          </p:cNvPr>
          <p:cNvSpPr>
            <a:spLocks noGrp="1"/>
          </p:cNvSpPr>
          <p:nvPr/>
        </p:nvSpPr>
        <p:spPr>
          <a:xfrm>
            <a:off x="504825" y="5819775"/>
            <a:ext cx="5238750" cy="40957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A2  정정 시 변경 조각 갱신</a:t>
            </a:r>
            <a:endParaRPr lang="ko-KR">
              <a:latin typeface="Calibri"/>
              <a:ea typeface="Calibri"/>
              <a:cs typeface="Calibri"/>
            </a:endParaRPr>
          </a:p>
        </p:txBody>
      </p:sp>
      <p:sp>
        <p:nvSpPr>
          <p:cNvPr id="39" name="원문 변경&#10;v1 → v2">
            <a:extLst>
              <a:ext uri="{FF2B5EF4-FFF2-40B4-BE49-F238E27FC236}">
                <ns2:creationId id="{D788741B-2520-4C54-B484-BEB9C9E710EF}"/>
              </a:ext>
            </a:extLst>
          </p:cNvPr>
          <p:cNvSpPr>
            <a:spLocks noGrp="1"/>
          </p:cNvSpPr>
          <p:nvPr/>
        </p:nvSpPr>
        <p:spPr>
          <a:xfrm>
            <a:off x="552450" y="6638925"/>
            <a:ext cx="1628775" cy="819150"/>
          </a:xfrm>
          <a:prstGeom prst="can">
            <a:avLst>
              <a:gd name="adj" fmla="val 16000"/>
            </a:avLst>
          </a:prstGeom>
          <a:solidFill>
            <a:srgbClr val="FFFFFF"/>
          </a:solidFill>
          <a:ln w="17145">
            <a:solidFill>
              <a:srgbClr val="111111"/>
            </a:solidFill>
            <a:prstDash val="solid"/>
          </a:ln>
        </p:spPr>
      </p:sp>
      <p:sp>
        <p:nvSpPr>
          <p:cNvPr id="40" name="DP1 object 257">
            <a:extLst>
              <a:ext uri="{FF2B5EF4-FFF2-40B4-BE49-F238E27FC236}">
                <ns2:creationId id="{D515D64D-FF41-4EEA-9BA3-18BEE97CDA6E}"/>
              </a:ext>
            </a:extLst>
          </p:cNvPr>
          <p:cNvSpPr>
            <a:spLocks noGrp="1"/>
          </p:cNvSpPr>
          <p:nvPr/>
        </p:nvSpPr>
        <p:spPr>
          <a:xfrm>
            <a:off x="600075" y="6743700"/>
            <a:ext cx="1533525" cy="65722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원문 변경</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v1 → v2</a:t>
            </a:r>
            <a:endParaRPr lang="ko-KR">
              <a:latin typeface="Calibri"/>
              <a:ea typeface="Calibri"/>
              <a:cs typeface="Calibri"/>
            </a:endParaRPr>
          </a:p>
        </p:txBody>
      </p:sp>
      <p:sp>
        <p:nvSpPr>
          <p:cNvPr id="41" name="영향 근거 식별&#10;변경 부분만 읽기">
            <a:extLst>
              <a:ext uri="{FF2B5EF4-FFF2-40B4-BE49-F238E27FC236}">
                <ns2:creationId id="{CB0B0149-8466-4ED6-A405-9685F704572C}"/>
              </a:ext>
            </a:extLst>
          </p:cNvPr>
          <p:cNvSpPr>
            <a:spLocks noGrp="1"/>
          </p:cNvSpPr>
          <p:nvPr/>
        </p:nvSpPr>
        <p:spPr>
          <a:xfrm>
            <a:off x="2800350" y="6467475"/>
            <a:ext cx="2857500" cy="723900"/>
          </a:xfrm>
          <a:prstGeom prst="rect">
            <a:avLst/>
          </a:prstGeom>
          <a:solidFill>
            <a:srgbClr val="FFF6DD"/>
          </a:solidFill>
          <a:ln w="28575">
            <a:solidFill>
              <a:srgbClr val="4676CB"/>
            </a:solidFill>
            <a:prstDash val="solid"/>
          </a:ln>
        </p:spPr>
      </p:sp>
      <p:sp>
        <p:nvSpPr>
          <p:cNvPr id="42" name="DP1 object 258">
            <a:extLst>
              <a:ext uri="{FF2B5EF4-FFF2-40B4-BE49-F238E27FC236}">
                <ns2:creationId id="{1A521004-E623-4C55-B2AB-651342708B95}"/>
              </a:ext>
            </a:extLst>
          </p:cNvPr>
          <p:cNvSpPr>
            <a:spLocks noGrp="1"/>
          </p:cNvSpPr>
          <p:nvPr/>
        </p:nvSpPr>
        <p:spPr>
          <a:xfrm>
            <a:off x="2867025" y="6505575"/>
            <a:ext cx="2724150" cy="647700"/>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영향 근거 식별</a:t>
            </a:r>
            <a:endParaRPr lang="ko-KR">
              <a:latin typeface="Calibri"/>
              <a:ea typeface="Calibri"/>
              <a:cs typeface="Calibri"/>
            </a:endParaRPr>
          </a:p>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변경 부분만 읽기</a:t>
            </a:r>
            <a:endParaRPr lang="ko-KR">
              <a:latin typeface="Calibri"/>
              <a:ea typeface="Calibri"/>
              <a:cs typeface="Calibri"/>
            </a:endParaRPr>
          </a:p>
        </p:txBody>
      </p:sp>
      <p:sp>
        <p:nvSpPr>
          <p:cNvPr id="43" name="전체 현재성 재검증">
            <a:extLst>
              <a:ext uri="{FF2B5EF4-FFF2-40B4-BE49-F238E27FC236}">
                <ns2:creationId id="{E0406EB7-5D15-4916-A739-98FA1E27074E}"/>
              </a:ext>
            </a:extLst>
          </p:cNvPr>
          <p:cNvSpPr>
            <a:spLocks noGrp="1"/>
          </p:cNvSpPr>
          <p:nvPr/>
        </p:nvSpPr>
        <p:spPr>
          <a:xfrm>
            <a:off x="2800350" y="7610475"/>
            <a:ext cx="2857500" cy="542925"/>
          </a:xfrm>
          <a:prstGeom prst="rect">
            <a:avLst/>
          </a:prstGeom>
          <a:solidFill>
            <a:srgbClr val="FFF6DD"/>
          </a:solidFill>
          <a:ln w="28575">
            <a:solidFill>
              <a:srgbClr val="4676CB"/>
            </a:solidFill>
            <a:prstDash val="solid"/>
          </a:ln>
        </p:spPr>
      </p:sp>
      <p:sp>
        <p:nvSpPr>
          <p:cNvPr id="44" name="DP1 object 259">
            <a:extLst>
              <a:ext uri="{FF2B5EF4-FFF2-40B4-BE49-F238E27FC236}">
                <ns2:creationId id="{6F1C904A-56DD-4FD1-83E3-D8D0A7AEB57E}"/>
              </a:ext>
            </a:extLst>
          </p:cNvPr>
          <p:cNvSpPr>
            <a:spLocks noGrp="1"/>
          </p:cNvSpPr>
          <p:nvPr/>
        </p:nvSpPr>
        <p:spPr>
          <a:xfrm>
            <a:off x="2867025" y="7648575"/>
            <a:ext cx="2724150" cy="466725"/>
          </a:xfrm>
          <a:prstGeom prst="rect">
            <a:avLst/>
          </a:prstGeom>
          <a:noFill/>
          <a:ln w="0">
            <a:noFill/>
            <a:prstDash val="solid"/>
          </a:ln>
        </p:spPr>
        <p:txBody>
          <a:bodyPr wrap="none" lIns="0" tIns="0" rIns="0" bIns="0" anchor="ctr">
            <a:noAutofit/>
          </a:bodyPr>
          <a:lstStyle>
            <a:defPPr algn="ctr">
              <a:defRPr sz="1900" b="0" lang="ko-KR">
                <a:solidFill>
                  <a:srgbClr val="4676CB"/>
                </a:solidFill>
                <a:latin typeface="Calibri"/>
                <a:ea typeface="Calibri"/>
                <a:cs typeface="Calibri"/>
              </a:defRPr>
            </a:defPPr>
            <a:lvl1pPr algn="ctr">
              <a:defRPr sz="1900" b="0" lang="ko-KR">
                <a:solidFill>
                  <a:srgbClr val="4676CB"/>
                </a:solidFill>
                <a:latin typeface="Calibri"/>
                <a:ea typeface="Calibri"/>
                <a:cs typeface="Calibri"/>
              </a:defRPr>
            </a:lvl1pPr>
            <a:lvl2pPr algn="ctr">
              <a:defRPr sz="1900" b="0" lang="ko-KR">
                <a:solidFill>
                  <a:srgbClr val="4676CB"/>
                </a:solidFill>
                <a:latin typeface="Calibri"/>
                <a:ea typeface="Calibri"/>
                <a:cs typeface="Calibri"/>
              </a:defRPr>
            </a:lvl2pPr>
            <a:lvl3pPr algn="ctr">
              <a:defRPr sz="1900" b="0" lang="ko-KR">
                <a:solidFill>
                  <a:srgbClr val="4676CB"/>
                </a:solidFill>
                <a:latin typeface="Calibri"/>
                <a:ea typeface="Calibri"/>
                <a:cs typeface="Calibri"/>
              </a:defRPr>
            </a:lvl3pPr>
            <a:lvl4pPr algn="ctr">
              <a:defRPr sz="1900" b="0" lang="ko-KR">
                <a:solidFill>
                  <a:srgbClr val="4676CB"/>
                </a:solidFill>
                <a:latin typeface="Calibri"/>
                <a:ea typeface="Calibri"/>
                <a:cs typeface="Calibri"/>
              </a:defRPr>
            </a:lvl4pPr>
            <a:lvl5pPr algn="ctr">
              <a:defRPr sz="1900" b="0" lang="ko-KR">
                <a:solidFill>
                  <a:srgbClr val="4676CB"/>
                </a:solidFill>
                <a:latin typeface="Calibri"/>
                <a:ea typeface="Calibri"/>
                <a:cs typeface="Calibri"/>
              </a:defRPr>
            </a:lvl5pPr>
            <a:lvl6pPr algn="ctr">
              <a:defRPr sz="1900" b="0" lang="ko-KR">
                <a:solidFill>
                  <a:srgbClr val="4676CB"/>
                </a:solidFill>
                <a:latin typeface="Calibri"/>
                <a:ea typeface="Calibri"/>
                <a:cs typeface="Calibri"/>
              </a:defRPr>
            </a:lvl6pPr>
            <a:lvl7pPr algn="ctr">
              <a:defRPr sz="1900" b="0" lang="ko-KR">
                <a:solidFill>
                  <a:srgbClr val="4676CB"/>
                </a:solidFill>
                <a:latin typeface="Calibri"/>
                <a:ea typeface="Calibri"/>
                <a:cs typeface="Calibri"/>
              </a:defRPr>
            </a:lvl7pPr>
            <a:lvl8pPr algn="ctr">
              <a:defRPr sz="1900" b="0" lang="ko-KR">
                <a:solidFill>
                  <a:srgbClr val="4676CB"/>
                </a:solidFill>
                <a:latin typeface="Calibri"/>
                <a:ea typeface="Calibri"/>
                <a:cs typeface="Calibri"/>
              </a:defRPr>
            </a:lvl8pPr>
            <a:lvl9pPr algn="ctr">
              <a:defRPr sz="1900" b="0" lang="ko-KR">
                <a:solidFill>
                  <a:srgbClr val="4676CB"/>
                </a:solidFill>
                <a:latin typeface="Calibri"/>
                <a:ea typeface="Calibri"/>
                <a:cs typeface="Calibri"/>
              </a:defRPr>
            </a:lvl9pPr>
          </a:lstStyle>
          <a:p>
            <a:pPr algn="ctr">
              <a:defRPr sz="1900" b="0" lang="ko-KR">
                <a:solidFill>
                  <a:srgbClr val="4676CB"/>
                </a:solidFill>
                <a:latin typeface="Calibri"/>
                <a:ea typeface="Calibri"/>
                <a:cs typeface="Calibri"/>
              </a:defRPr>
            </a:pPr>
            <a:r>
              <a:rPr sz="1900" b="0" lang="ko-KR">
                <a:solidFill>
                  <a:srgbClr val="4676CB"/>
                </a:solidFill>
                <a:latin typeface="Calibri"/>
                <a:ea typeface="Calibri"/>
                <a:cs typeface="Calibri"/>
              </a:rPr>
              <a:t>전체 현재성 재검증</a:t>
            </a:r>
            <a:endParaRPr lang="ko-KR">
              <a:latin typeface="Calibri"/>
              <a:ea typeface="Calibri"/>
              <a:cs typeface="Calibri"/>
            </a:endParaRPr>
          </a:p>
        </p:txBody>
      </p:sp>
      <p:sp>
        <p:nvSpPr>
          <p:cNvPr id="45" name="Editable path 260">
            <a:extLst>
              <a:ext uri="{FF2B5EF4-FFF2-40B4-BE49-F238E27FC236}">
                <ns2:creationId id="{8136F521-C80D-4A7B-A968-3491FB011A80}"/>
              </a:ext>
            </a:extLst>
          </p:cNvPr>
          <p:cNvSpPr>
            <a:spLocks noGrp="1"/>
          </p:cNvSpPr>
          <p:nvPr/>
        </p:nvSpPr>
        <p:spPr>
          <a:xfrm>
            <a:off x="2181225" y="6829425"/>
            <a:ext cx="619125" cy="190500"/>
          </a:xfrm>
          <a:custGeom>
            <a:pathLst>
              <a:path w="619125" h="190500">
                <a:moveTo>
                  <a:pt x="0" y="190500"/>
                </a:moveTo>
                <a:lnTo>
                  <a:pt x="619125" y="0"/>
                </a:lnTo>
              </a:path>
            </a:pathLst>
          </a:custGeom>
          <a:noFill/>
          <a:ln w="23813">
            <a:solidFill>
              <a:srgbClr val="4676CB"/>
            </a:solidFill>
            <a:prstDash val="solid"/>
          </a:ln>
        </p:spPr>
      </p:sp>
      <p:sp>
        <p:nvSpPr>
          <p:cNvPr id="46" name="Editable arrowhead 261">
            <a:extLst>
              <a:ext uri="{FF2B5EF4-FFF2-40B4-BE49-F238E27FC236}">
                <ns2:creationId id="{72683D96-FE31-4581-BBD0-1A6B1AA7127B}"/>
              </a:ext>
            </a:extLst>
          </p:cNvPr>
          <p:cNvSpPr>
            <a:spLocks noGrp="1"/>
          </p:cNvSpPr>
          <p:nvPr/>
        </p:nvSpPr>
        <p:spPr>
          <a:xfrm>
            <a:off x="2695306" y="6811918"/>
            <a:ext cx="105044" cy="91038"/>
          </a:xfrm>
          <a:custGeom>
            <a:pathLst>
              <a:path w="105044" h="91038">
                <a:moveTo>
                  <a:pt x="105044" y="17507"/>
                </a:moveTo>
                <a:lnTo>
                  <a:pt x="0" y="0"/>
                </a:lnTo>
                <a:lnTo>
                  <a:pt x="28012" y="91038"/>
                </a:lnTo>
                <a:close/>
              </a:path>
            </a:pathLst>
          </a:custGeom>
          <a:solidFill>
            <a:srgbClr val="4676CB"/>
          </a:solidFill>
          <a:ln w="5715">
            <a:solidFill>
              <a:srgbClr val="4676CB"/>
            </a:solidFill>
            <a:prstDash val="solid"/>
          </a:ln>
        </p:spPr>
      </p:sp>
      <p:sp>
        <p:nvSpPr>
          <p:cNvPr id="47" name="Editable path 262">
            <a:extLst>
              <a:ext uri="{FF2B5EF4-FFF2-40B4-BE49-F238E27FC236}">
                <ns2:creationId id="{9F245EE7-F11D-48BA-B08F-351991730FFF}"/>
              </a:ext>
            </a:extLst>
          </p:cNvPr>
          <p:cNvSpPr>
            <a:spLocks noGrp="1"/>
          </p:cNvSpPr>
          <p:nvPr/>
        </p:nvSpPr>
        <p:spPr>
          <a:xfrm>
            <a:off x="4229100" y="7191375"/>
            <a:ext cx="953" cy="419100"/>
          </a:xfrm>
          <a:custGeom>
            <a:pathLst>
              <a:path w="953" h="419100">
                <a:moveTo>
                  <a:pt x="0" y="0"/>
                </a:moveTo>
                <a:lnTo>
                  <a:pt x="0" y="419100"/>
                </a:lnTo>
              </a:path>
            </a:pathLst>
          </a:custGeom>
          <a:noFill/>
          <a:ln w="23813">
            <a:solidFill>
              <a:srgbClr val="4676CB"/>
            </a:solidFill>
            <a:prstDash val="solid"/>
          </a:ln>
        </p:spPr>
      </p:sp>
      <p:sp>
        <p:nvSpPr>
          <p:cNvPr id="48" name="Editable arrowhead 263">
            <a:extLst>
              <a:ext uri="{FF2B5EF4-FFF2-40B4-BE49-F238E27FC236}">
                <ns2:creationId id="{6336F43C-CF38-4E57-85B4-0192FBE9CD20}"/>
              </a:ext>
            </a:extLst>
          </p:cNvPr>
          <p:cNvSpPr>
            <a:spLocks noGrp="1"/>
          </p:cNvSpPr>
          <p:nvPr/>
        </p:nvSpPr>
        <p:spPr>
          <a:xfrm>
            <a:off x="4181475" y="751522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49" name="Editable path 264">
            <a:extLst>
              <a:ext uri="{FF2B5EF4-FFF2-40B4-BE49-F238E27FC236}">
                <ns2:creationId id="{C6A1A9C9-58FF-4A16-B282-7870A131D9A5}"/>
              </a:ext>
            </a:extLst>
          </p:cNvPr>
          <p:cNvSpPr>
            <a:spLocks noGrp="1"/>
          </p:cNvSpPr>
          <p:nvPr/>
        </p:nvSpPr>
        <p:spPr>
          <a:xfrm>
            <a:off x="5657850" y="4810125"/>
            <a:ext cx="200025" cy="3067050"/>
          </a:xfrm>
          <a:custGeom>
            <a:pathLst>
              <a:path w="200025" h="3067050">
                <a:moveTo>
                  <a:pt x="0" y="3067050"/>
                </a:moveTo>
                <a:lnTo>
                  <a:pt x="200025" y="3067050"/>
                </a:lnTo>
                <a:lnTo>
                  <a:pt x="200025" y="0"/>
                </a:lnTo>
                <a:lnTo>
                  <a:pt x="0" y="0"/>
                </a:lnTo>
              </a:path>
            </a:pathLst>
          </a:custGeom>
          <a:noFill/>
          <a:ln w="20955">
            <a:solidFill>
              <a:srgbClr val="4676CB"/>
            </a:solidFill>
            <a:prstDash val="solid"/>
          </a:ln>
        </p:spPr>
      </p:sp>
      <p:sp>
        <p:nvSpPr>
          <p:cNvPr id="50" name="Editable arrowhead 265">
            <a:extLst>
              <a:ext uri="{FF2B5EF4-FFF2-40B4-BE49-F238E27FC236}">
                <ns2:creationId id="{08A184DB-7B06-463E-A375-71EAFEBB3438}"/>
              </a:ext>
            </a:extLst>
          </p:cNvPr>
          <p:cNvSpPr>
            <a:spLocks noGrp="1"/>
          </p:cNvSpPr>
          <p:nvPr/>
        </p:nvSpPr>
        <p:spPr>
          <a:xfrm>
            <a:off x="5657850" y="4762500"/>
            <a:ext cx="95250" cy="95250"/>
          </a:xfrm>
          <a:custGeom>
            <a:pathLst>
              <a:path w="95250" h="95250">
                <a:moveTo>
                  <a:pt x="0" y="47625"/>
                </a:moveTo>
                <a:lnTo>
                  <a:pt x="95250" y="95250"/>
                </a:lnTo>
                <a:lnTo>
                  <a:pt x="95250" y="0"/>
                </a:lnTo>
                <a:close/>
              </a:path>
            </a:pathLst>
          </a:custGeom>
          <a:solidFill>
            <a:srgbClr val="4676CB"/>
          </a:solidFill>
          <a:ln w="5715">
            <a:solidFill>
              <a:srgbClr val="4676CB"/>
            </a:solidFill>
            <a:prstDash val="solid"/>
          </a:ln>
        </p:spPr>
      </p:sp>
      <p:sp>
        <p:nvSpPr>
          <p:cNvPr id="51" name="DP1 object 266">
            <a:extLst>
              <a:ext uri="{FF2B5EF4-FFF2-40B4-BE49-F238E27FC236}">
                <ns2:creationId id="{899D190D-B901-4C45-B63E-471B2C7D8A33}"/>
              </a:ext>
            </a:extLst>
          </p:cNvPr>
          <p:cNvSpPr>
            <a:spLocks noGrp="1"/>
          </p:cNvSpPr>
          <p:nvPr/>
        </p:nvSpPr>
        <p:spPr>
          <a:xfrm>
            <a:off x="514350" y="8362950"/>
            <a:ext cx="5191125" cy="323850"/>
          </a:xfrm>
          <a:prstGeom prst="rect">
            <a:avLst/>
          </a:prstGeom>
          <a:noFill/>
          <a:ln w="0">
            <a:noFill/>
            <a:prstDash val="solid"/>
          </a:ln>
        </p:spPr>
        <p:txBody>
          <a:bodyPr wrap="none" lIns="0" tIns="0" rIns="0" bIns="0" anchor="ctr">
            <a:noAutofit/>
          </a:bodyPr>
          <a:lstStyle>
            <a:defPPr algn="ctr">
              <a:defRPr sz="1700" b="1" lang="ko-KR">
                <a:solidFill>
                  <a:srgbClr val="4676CB"/>
                </a:solidFill>
                <a:latin typeface="Calibri"/>
                <a:ea typeface="Calibri"/>
                <a:cs typeface="Calibri"/>
              </a:defRPr>
            </a:defPPr>
            <a:lvl1pPr algn="ctr">
              <a:defRPr sz="1700" b="1" lang="ko-KR">
                <a:solidFill>
                  <a:srgbClr val="4676CB"/>
                </a:solidFill>
                <a:latin typeface="Calibri"/>
                <a:ea typeface="Calibri"/>
                <a:cs typeface="Calibri"/>
              </a:defRPr>
            </a:lvl1pPr>
            <a:lvl2pPr algn="ctr">
              <a:defRPr sz="1700" b="1" lang="ko-KR">
                <a:solidFill>
                  <a:srgbClr val="4676CB"/>
                </a:solidFill>
                <a:latin typeface="Calibri"/>
                <a:ea typeface="Calibri"/>
                <a:cs typeface="Calibri"/>
              </a:defRPr>
            </a:lvl2pPr>
            <a:lvl3pPr algn="ctr">
              <a:defRPr sz="1700" b="1" lang="ko-KR">
                <a:solidFill>
                  <a:srgbClr val="4676CB"/>
                </a:solidFill>
                <a:latin typeface="Calibri"/>
                <a:ea typeface="Calibri"/>
                <a:cs typeface="Calibri"/>
              </a:defRPr>
            </a:lvl3pPr>
            <a:lvl4pPr algn="ctr">
              <a:defRPr sz="1700" b="1" lang="ko-KR">
                <a:solidFill>
                  <a:srgbClr val="4676CB"/>
                </a:solidFill>
                <a:latin typeface="Calibri"/>
                <a:ea typeface="Calibri"/>
                <a:cs typeface="Calibri"/>
              </a:defRPr>
            </a:lvl4pPr>
            <a:lvl5pPr algn="ctr">
              <a:defRPr sz="1700" b="1" lang="ko-KR">
                <a:solidFill>
                  <a:srgbClr val="4676CB"/>
                </a:solidFill>
                <a:latin typeface="Calibri"/>
                <a:ea typeface="Calibri"/>
                <a:cs typeface="Calibri"/>
              </a:defRPr>
            </a:lvl5pPr>
            <a:lvl6pPr algn="ctr">
              <a:defRPr sz="1700" b="1" lang="ko-KR">
                <a:solidFill>
                  <a:srgbClr val="4676CB"/>
                </a:solidFill>
                <a:latin typeface="Calibri"/>
                <a:ea typeface="Calibri"/>
                <a:cs typeface="Calibri"/>
              </a:defRPr>
            </a:lvl6pPr>
            <a:lvl7pPr algn="ctr">
              <a:defRPr sz="1700" b="1" lang="ko-KR">
                <a:solidFill>
                  <a:srgbClr val="4676CB"/>
                </a:solidFill>
                <a:latin typeface="Calibri"/>
                <a:ea typeface="Calibri"/>
                <a:cs typeface="Calibri"/>
              </a:defRPr>
            </a:lvl7pPr>
            <a:lvl8pPr algn="ctr">
              <a:defRPr sz="1700" b="1" lang="ko-KR">
                <a:solidFill>
                  <a:srgbClr val="4676CB"/>
                </a:solidFill>
                <a:latin typeface="Calibri"/>
                <a:ea typeface="Calibri"/>
                <a:cs typeface="Calibri"/>
              </a:defRPr>
            </a:lvl8pPr>
            <a:lvl9pPr algn="ctr">
              <a:defRPr sz="1700" b="1" lang="ko-KR">
                <a:solidFill>
                  <a:srgbClr val="4676CB"/>
                </a:solidFill>
                <a:latin typeface="Calibri"/>
                <a:ea typeface="Calibri"/>
                <a:cs typeface="Calibri"/>
              </a:defRPr>
            </a:lvl9pPr>
          </a:lstStyle>
          <a:p>
            <a:pPr algn="ctr">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영향 범위가 불명확하면 전체 재구성</a:t>
            </a:r>
            <a:endParaRPr lang="ko-KR">
              <a:latin typeface="Calibri"/>
              <a:ea typeface="Calibri"/>
              <a:cs typeface="Calibri"/>
            </a:endParaRPr>
          </a:p>
        </p:txBody>
      </p:sp>
      <p:sp>
        <p:nvSpPr>
          <p:cNvPr id="52" name="DP1 object 267">
            <a:extLst>
              <a:ext uri="{FF2B5EF4-FFF2-40B4-BE49-F238E27FC236}">
                <ns2:creationId id="{696F1557-4B4F-458F-BD7F-52C73CE70999}"/>
              </a:ext>
            </a:extLst>
          </p:cNvPr>
          <p:cNvSpPr>
            <a:spLocks noGrp="1"/>
          </p:cNvSpPr>
          <p:nvPr/>
        </p:nvSpPr>
        <p:spPr>
          <a:xfrm>
            <a:off x="533400" y="8791575"/>
            <a:ext cx="5153025" cy="419100"/>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파란 경로: 보완안 A2</a:t>
            </a:r>
            <a:endParaRPr lang="ko-KR">
              <a:latin typeface="Calibri"/>
              <a:ea typeface="Calibri"/>
              <a:cs typeface="Calibri"/>
            </a:endParaRPr>
          </a:p>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대규모 성능 개선으로는 채택하지 않음</a:t>
            </a:r>
            <a:endParaRPr lang="ko-KR">
              <a:latin typeface="Calibri"/>
              <a:ea typeface="Calibri"/>
              <a:cs typeface="Calibri"/>
            </a:endParaRPr>
          </a:p>
        </p:txBody>
      </p:sp>
      <p:sp>
        <p:nvSpPr>
          <p:cNvPr id="53" name="DP1 object 268">
            <a:extLst>
              <a:ext uri="{FF2B5EF4-FFF2-40B4-BE49-F238E27FC236}">
                <ns2:creationId id="{1D129381-0F73-431B-8D3D-FF614326B3EB}"/>
              </a:ext>
            </a:extLst>
          </p:cNvPr>
          <p:cNvSpPr>
            <a:spLocks noGrp="1"/>
          </p:cNvSpPr>
          <p:nvPr/>
        </p:nvSpPr>
        <p:spPr>
          <a:xfrm>
            <a:off x="6410325" y="2066925"/>
            <a:ext cx="11430000" cy="390525"/>
          </a:xfrm>
          <a:prstGeom prst="rect">
            <a:avLst/>
          </a:prstGeom>
          <a:noFill/>
          <a:ln w="0">
            <a:noFill/>
            <a:prstDash val="solid"/>
          </a:ln>
        </p:spPr>
        <p:txBody>
          <a:bodyPr wrap="none" lIns="0" tIns="0" rIns="0" bIns="0" anchor="ctr">
            <a:noAutofit/>
          </a:bodyPr>
          <a:lstStyle>
            <a:defPPr algn="l">
              <a:defRPr sz="2200" b="1" lang="ko-KR">
                <a:solidFill>
                  <a:srgbClr val="111111"/>
                </a:solidFill>
                <a:latin typeface="Calibri"/>
                <a:ea typeface="Calibri"/>
                <a:cs typeface="Calibri"/>
              </a:defRPr>
            </a:defPPr>
            <a:lvl1pPr algn="l">
              <a:defRPr sz="2200" b="1" lang="ko-KR">
                <a:solidFill>
                  <a:srgbClr val="111111"/>
                </a:solidFill>
                <a:latin typeface="Calibri"/>
                <a:ea typeface="Calibri"/>
                <a:cs typeface="Calibri"/>
              </a:defRPr>
            </a:lvl1pPr>
            <a:lvl2pPr algn="l">
              <a:defRPr sz="2200" b="1" lang="ko-KR">
                <a:solidFill>
                  <a:srgbClr val="111111"/>
                </a:solidFill>
                <a:latin typeface="Calibri"/>
                <a:ea typeface="Calibri"/>
                <a:cs typeface="Calibri"/>
              </a:defRPr>
            </a:lvl2pPr>
            <a:lvl3pPr algn="l">
              <a:defRPr sz="2200" b="1" lang="ko-KR">
                <a:solidFill>
                  <a:srgbClr val="111111"/>
                </a:solidFill>
                <a:latin typeface="Calibri"/>
                <a:ea typeface="Calibri"/>
                <a:cs typeface="Calibri"/>
              </a:defRPr>
            </a:lvl3pPr>
            <a:lvl4pPr algn="l">
              <a:defRPr sz="2200" b="1" lang="ko-KR">
                <a:solidFill>
                  <a:srgbClr val="111111"/>
                </a:solidFill>
                <a:latin typeface="Calibri"/>
                <a:ea typeface="Calibri"/>
                <a:cs typeface="Calibri"/>
              </a:defRPr>
            </a:lvl4pPr>
            <a:lvl5pPr algn="l">
              <a:defRPr sz="2200" b="1" lang="ko-KR">
                <a:solidFill>
                  <a:srgbClr val="111111"/>
                </a:solidFill>
                <a:latin typeface="Calibri"/>
                <a:ea typeface="Calibri"/>
                <a:cs typeface="Calibri"/>
              </a:defRPr>
            </a:lvl5pPr>
            <a:lvl6pPr algn="l">
              <a:defRPr sz="2200" b="1" lang="ko-KR">
                <a:solidFill>
                  <a:srgbClr val="111111"/>
                </a:solidFill>
                <a:latin typeface="Calibri"/>
                <a:ea typeface="Calibri"/>
                <a:cs typeface="Calibri"/>
              </a:defRPr>
            </a:lvl6pPr>
            <a:lvl7pPr algn="l">
              <a:defRPr sz="2200" b="1" lang="ko-KR">
                <a:solidFill>
                  <a:srgbClr val="111111"/>
                </a:solidFill>
                <a:latin typeface="Calibri"/>
                <a:ea typeface="Calibri"/>
                <a:cs typeface="Calibri"/>
              </a:defRPr>
            </a:lvl7pPr>
            <a:lvl8pPr algn="l">
              <a:defRPr sz="2200" b="1" lang="ko-KR">
                <a:solidFill>
                  <a:srgbClr val="111111"/>
                </a:solidFill>
                <a:latin typeface="Calibri"/>
                <a:ea typeface="Calibri"/>
                <a:cs typeface="Calibri"/>
              </a:defRPr>
            </a:lvl8pPr>
            <a:lvl9pPr algn="l">
              <a:defRPr sz="2200" b="1" lang="ko-KR">
                <a:solidFill>
                  <a:srgbClr val="111111"/>
                </a:solidFill>
                <a:latin typeface="Calibri"/>
                <a:ea typeface="Calibri"/>
                <a:cs typeface="Calibri"/>
              </a:defRPr>
            </a:lvl9pPr>
          </a:lstStyle>
          <a:p>
            <a:pPr algn="l">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기본 PoC에서 관측한 A의 QA 약점</a:t>
            </a:r>
            <a:endParaRPr lang="ko-KR">
              <a:latin typeface="Calibri"/>
              <a:ea typeface="Calibri"/>
              <a:cs typeface="Calibri"/>
            </a:endParaRPr>
          </a:p>
        </p:txBody>
      </p:sp>
      <p:graphicFrame>
        <p:nvGraphicFramePr>
          <p:cNvPr id="54" name="">
            <a:extLst>
              <a:ext uri="{FF2B5EF4-FFF2-40B4-BE49-F238E27FC236}">
                <ns2:creationId id="{F30775F3-D414-4AFD-8287-086C33A6F6BC}"/>
              </a:ext>
            </a:extLst>
          </p:cNvPr>
          <p:cNvGraphicFramePr/>
          <p:nvPr/>
        </p:nvGraphicFramePr>
        <p:xfrm>
          <a:off x="6391275" y="2543175"/>
          <a:ext cx="11677650" cy="1381125"/>
        </p:xfrm>
        <a:graphic>
          <a:graphicData uri="http://schemas.openxmlformats.org/drawingml/2006/table">
            <a:tbl>
              <a:tblPr firstRow="0" bandRow="0" bandCol="0"/>
              <a:tblGrid>
                <a:gridCol w="2505075"/>
                <a:gridCol w="2047875"/>
                <a:gridCol w="2476500"/>
                <a:gridCol w="46482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QA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비교안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13.617초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111111"/>
                          </a:solidFill>
                          <a:latin typeface="Calibri"/>
                          <a:ea typeface="Calibri"/>
                          <a:cs typeface="Calibri"/>
                        </a:rPr>
                        <a:t>C 12.364초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관측: A가 1.253초 더 걸림</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QA01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6.609초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B 6.267초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0" lang="ko-KR">
                          <a:solidFill>
                            <a:srgbClr val="50555B"/>
                          </a:solidFill>
                          <a:latin typeface="Calibri"/>
                          <a:ea typeface="Calibri"/>
                          <a:cs typeface="Calibri"/>
                        </a:rPr>
                        <a:t>관측 차이 0.342초 / 우열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DP1 object 269">
            <a:extLst>
              <a:ext uri="{FF2B5EF4-FFF2-40B4-BE49-F238E27FC236}">
                <ns2:creationId id="{89792665-47D6-4BCF-A887-44BC8822318E}"/>
              </a:ext>
            </a:extLst>
          </p:cNvPr>
          <p:cNvSpPr>
            <a:spLocks noGrp="1"/>
          </p:cNvSpPr>
          <p:nvPr/>
        </p:nvSpPr>
        <p:spPr>
          <a:xfrm>
            <a:off x="6419850" y="4162425"/>
            <a:ext cx="11525250" cy="3905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보완 ①  QA03 — 변경 조각만 읽고 갱신</a:t>
            </a:r>
            <a:endParaRPr lang="ko-KR">
              <a:latin typeface="Calibri"/>
              <a:ea typeface="Calibri"/>
              <a:cs typeface="Calibri"/>
            </a:endParaRPr>
          </a:p>
        </p:txBody>
      </p:sp>
      <p:sp>
        <p:nvSpPr>
          <p:cNvPr id="56" name="DP1 object 270">
            <a:extLst>
              <a:ext uri="{FF2B5EF4-FFF2-40B4-BE49-F238E27FC236}">
                <ns2:creationId id="{9043296E-E4C2-4E9A-AFBF-7ACA881F00BF}"/>
              </a:ext>
            </a:extLst>
          </p:cNvPr>
          <p:cNvSpPr>
            <a:spLocks noGrp="1"/>
          </p:cNvSpPr>
          <p:nvPr/>
        </p:nvSpPr>
        <p:spPr>
          <a:xfrm>
            <a:off x="6419850" y="45815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3회에서 기본 A와 A+A2를 비교</a:t>
            </a:r>
            <a:endParaRPr lang="ko-KR">
              <a:latin typeface="Calibri"/>
              <a:ea typeface="Calibri"/>
              <a:cs typeface="Calibri"/>
            </a:endParaRPr>
          </a:p>
        </p:txBody>
      </p:sp>
      <p:graphicFrame>
        <p:nvGraphicFramePr>
          <p:cNvPr id="57" name="">
            <a:extLst>
              <a:ext uri="{FF2B5EF4-FFF2-40B4-BE49-F238E27FC236}">
                <ns2:creationId id="{F883DA80-E03E-473D-BB48-51A8CA096908}"/>
              </a:ext>
            </a:extLst>
          </p:cNvPr>
          <p:cNvGraphicFramePr/>
          <p:nvPr/>
        </p:nvGraphicFramePr>
        <p:xfrm>
          <a:off x="6391275" y="4953000"/>
          <a:ext cx="11677650" cy="1333500"/>
        </p:xfrm>
        <a:graphic>
          <a:graphicData uri="http://schemas.openxmlformats.org/drawingml/2006/table">
            <a:tbl>
              <a:tblPr firstRow="0" bandRow="0" bandCol="0"/>
              <a:tblGrid>
                <a:gridCol w="4229100"/>
                <a:gridCol w="3724275"/>
                <a:gridCol w="3724275"/>
              </a:tblGrid>
              <a:tr h="3810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항목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 A2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F1F6FC"/>
                    </a:solidFill>
                  </a:tcPr>
                </a:tc>
              </a:tr>
              <a:tr h="54292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QA03 VIA 처리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111111"/>
                          </a:solidFill>
                          <a:latin typeface="Calibri"/>
                          <a:ea typeface="Calibri"/>
                          <a:cs typeface="Calibri"/>
                        </a:rPr>
                        <a:t>21.822초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600" b="1" lang="ko-KR">
                          <a:solidFill>
                            <a:srgbClr val="4676CB"/>
                          </a:solidFill>
                          <a:latin typeface="Calibri"/>
                          <a:ea typeface="Calibri"/>
                          <a:cs typeface="Calibri"/>
                        </a:rPr>
                        <a:t>21.433초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09575">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원본 읽기 / 모델 호출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12회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900" lang="ko-KR">
                          <a:solidFill>
                            <a:srgbClr val="111111"/>
                          </a:solidFill>
                          <a:latin typeface="Calibri"/>
                          <a:ea typeface="Calibri"/>
                          <a:cs typeface="Calibri"/>
                        </a:rPr>
                        <a:t>9회 / 12회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8" name="DP1 object 271">
            <a:extLst>
              <a:ext uri="{FF2B5EF4-FFF2-40B4-BE49-F238E27FC236}">
                <ns2:creationId id="{EA99DF57-A234-42DC-A90F-639D8432A629}"/>
              </a:ext>
            </a:extLst>
          </p:cNvPr>
          <p:cNvSpPr>
            <a:spLocks noGrp="1"/>
          </p:cNvSpPr>
          <p:nvPr/>
        </p:nvSpPr>
        <p:spPr>
          <a:xfrm>
            <a:off x="6419850" y="6353175"/>
            <a:ext cx="11525250" cy="295275"/>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정정 사례 관측: 0.389초 감소. 재조회 감소만 확인했으며 전체 A/C 재비교는 미실시.</a:t>
            </a:r>
            <a:endParaRPr lang="ko-KR">
              <a:latin typeface="Calibri"/>
              <a:ea typeface="Calibri"/>
              <a:cs typeface="Calibri"/>
            </a:endParaRPr>
          </a:p>
        </p:txBody>
      </p:sp>
      <p:sp>
        <p:nvSpPr>
          <p:cNvPr id="59" name="DP1 object 272">
            <a:extLst>
              <a:ext uri="{FF2B5EF4-FFF2-40B4-BE49-F238E27FC236}">
                <ns2:creationId id="{FBAF25BF-4D6E-4BD8-854F-D4F8CDC9547D}"/>
              </a:ext>
            </a:extLst>
          </p:cNvPr>
          <p:cNvSpPr>
            <a:spLocks noGrp="1"/>
          </p:cNvSpPr>
          <p:nvPr/>
        </p:nvSpPr>
        <p:spPr>
          <a:xfrm>
            <a:off x="6419850" y="6886575"/>
            <a:ext cx="11525250" cy="3905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보완 ②  QA01 — 채택한 근거·처리 의도를 먼저 안내</a:t>
            </a:r>
            <a:endParaRPr lang="ko-KR">
              <a:latin typeface="Calibri"/>
              <a:ea typeface="Calibri"/>
              <a:cs typeface="Calibri"/>
            </a:endParaRPr>
          </a:p>
        </p:txBody>
      </p:sp>
      <p:sp>
        <p:nvSpPr>
          <p:cNvPr id="60" name="DP1 object 273">
            <a:extLst>
              <a:ext uri="{FF2B5EF4-FFF2-40B4-BE49-F238E27FC236}">
                <ns2:creationId id="{3FD267C0-9837-451B-A6EB-B5D28C56382A}"/>
              </a:ext>
            </a:extLst>
          </p:cNvPr>
          <p:cNvSpPr>
            <a:spLocks noGrp="1"/>
          </p:cNvSpPr>
          <p:nvPr/>
        </p:nvSpPr>
        <p:spPr>
          <a:xfrm>
            <a:off x="6419850" y="7286625"/>
            <a:ext cx="11525250" cy="2857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A/B/C 공통 보완을 A에 적용한 별도 E3 비교</a:t>
            </a:r>
            <a:endParaRPr lang="ko-KR">
              <a:latin typeface="Calibri"/>
              <a:ea typeface="Calibri"/>
              <a:cs typeface="Calibri"/>
            </a:endParaRPr>
          </a:p>
        </p:txBody>
      </p:sp>
      <p:sp>
        <p:nvSpPr>
          <p:cNvPr id="61" name="DP1 object 274">
            <a:extLst>
              <a:ext uri="{FF2B5EF4-FFF2-40B4-BE49-F238E27FC236}">
                <ns2:creationId id="{B116428A-B07C-436B-87A8-5F4A8CE75C1A}"/>
              </a:ext>
            </a:extLst>
          </p:cNvPr>
          <p:cNvSpPr>
            <a:spLocks noGrp="1"/>
          </p:cNvSpPr>
          <p:nvPr/>
        </p:nvSpPr>
        <p:spPr>
          <a:xfrm>
            <a:off x="6419850" y="7734300"/>
            <a:ext cx="2333625" cy="50482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첫 응답</a:t>
            </a:r>
            <a:endParaRPr lang="ko-KR">
              <a:latin typeface="Calibri"/>
              <a:ea typeface="Calibri"/>
              <a:cs typeface="Calibri"/>
            </a:endParaRPr>
          </a:p>
        </p:txBody>
      </p:sp>
      <p:sp>
        <p:nvSpPr>
          <p:cNvPr id="62" name="DP1 object 275">
            <a:extLst>
              <a:ext uri="{FF2B5EF4-FFF2-40B4-BE49-F238E27FC236}">
                <ns2:creationId id="{65E940E9-F75C-45B3-AF62-CC4AEED1C12B}"/>
              </a:ext>
            </a:extLst>
          </p:cNvPr>
          <p:cNvSpPr>
            <a:spLocks noGrp="1"/>
          </p:cNvSpPr>
          <p:nvPr/>
        </p:nvSpPr>
        <p:spPr>
          <a:xfrm>
            <a:off x="8801100" y="7629525"/>
            <a:ext cx="2800350" cy="628650"/>
          </a:xfrm>
          <a:prstGeom prst="rect">
            <a:avLst/>
          </a:prstGeom>
          <a:noFill/>
          <a:ln w="0">
            <a:noFill/>
            <a:prstDash val="solid"/>
          </a:ln>
        </p:spPr>
        <p:txBody>
          <a:bodyPr wrap="none" lIns="0" tIns="0" rIns="0" bIns="0" anchor="ctr">
            <a:noAutofit/>
          </a:bodyPr>
          <a:lstStyle>
            <a:defPPr algn="l">
              <a:defRPr sz="3400" b="1" lang="ko-KR">
                <a:solidFill>
                  <a:srgbClr val="111111"/>
                </a:solidFill>
                <a:latin typeface="Calibri"/>
                <a:ea typeface="Calibri"/>
                <a:cs typeface="Calibri"/>
              </a:defRPr>
            </a:defPPr>
            <a:lvl1pPr algn="l">
              <a:defRPr sz="3400" b="1" lang="ko-KR">
                <a:solidFill>
                  <a:srgbClr val="111111"/>
                </a:solidFill>
                <a:latin typeface="Calibri"/>
                <a:ea typeface="Calibri"/>
                <a:cs typeface="Calibri"/>
              </a:defRPr>
            </a:lvl1pPr>
            <a:lvl2pPr algn="l">
              <a:defRPr sz="3400" b="1" lang="ko-KR">
                <a:solidFill>
                  <a:srgbClr val="111111"/>
                </a:solidFill>
                <a:latin typeface="Calibri"/>
                <a:ea typeface="Calibri"/>
                <a:cs typeface="Calibri"/>
              </a:defRPr>
            </a:lvl2pPr>
            <a:lvl3pPr algn="l">
              <a:defRPr sz="3400" b="1" lang="ko-KR">
                <a:solidFill>
                  <a:srgbClr val="111111"/>
                </a:solidFill>
                <a:latin typeface="Calibri"/>
                <a:ea typeface="Calibri"/>
                <a:cs typeface="Calibri"/>
              </a:defRPr>
            </a:lvl3pPr>
            <a:lvl4pPr algn="l">
              <a:defRPr sz="3400" b="1" lang="ko-KR">
                <a:solidFill>
                  <a:srgbClr val="111111"/>
                </a:solidFill>
                <a:latin typeface="Calibri"/>
                <a:ea typeface="Calibri"/>
                <a:cs typeface="Calibri"/>
              </a:defRPr>
            </a:lvl4pPr>
            <a:lvl5pPr algn="l">
              <a:defRPr sz="3400" b="1" lang="ko-KR">
                <a:solidFill>
                  <a:srgbClr val="111111"/>
                </a:solidFill>
                <a:latin typeface="Calibri"/>
                <a:ea typeface="Calibri"/>
                <a:cs typeface="Calibri"/>
              </a:defRPr>
            </a:lvl5pPr>
            <a:lvl6pPr algn="l">
              <a:defRPr sz="3400" b="1" lang="ko-KR">
                <a:solidFill>
                  <a:srgbClr val="111111"/>
                </a:solidFill>
                <a:latin typeface="Calibri"/>
                <a:ea typeface="Calibri"/>
                <a:cs typeface="Calibri"/>
              </a:defRPr>
            </a:lvl6pPr>
            <a:lvl7pPr algn="l">
              <a:defRPr sz="3400" b="1" lang="ko-KR">
                <a:solidFill>
                  <a:srgbClr val="111111"/>
                </a:solidFill>
                <a:latin typeface="Calibri"/>
                <a:ea typeface="Calibri"/>
                <a:cs typeface="Calibri"/>
              </a:defRPr>
            </a:lvl7pPr>
            <a:lvl8pPr algn="l">
              <a:defRPr sz="3400" b="1" lang="ko-KR">
                <a:solidFill>
                  <a:srgbClr val="111111"/>
                </a:solidFill>
                <a:latin typeface="Calibri"/>
                <a:ea typeface="Calibri"/>
                <a:cs typeface="Calibri"/>
              </a:defRPr>
            </a:lvl8pPr>
            <a:lvl9pPr algn="l">
              <a:defRPr sz="3400" b="1" lang="ko-KR">
                <a:solidFill>
                  <a:srgbClr val="111111"/>
                </a:solidFill>
                <a:latin typeface="Calibri"/>
                <a:ea typeface="Calibri"/>
                <a:cs typeface="Calibri"/>
              </a:defRPr>
            </a:lvl9pPr>
          </a:lstStyle>
          <a:p>
            <a:pPr algn="l">
              <a:defRPr sz="3400" b="1" lang="ko-KR">
                <a:solidFill>
                  <a:srgbClr val="111111"/>
                </a:solidFill>
                <a:latin typeface="Calibri"/>
                <a:ea typeface="Calibri"/>
                <a:cs typeface="Calibri"/>
              </a:defRPr>
            </a:pPr>
            <a:r>
              <a:rPr sz="3400" b="1" lang="ko-KR">
                <a:solidFill>
                  <a:srgbClr val="111111"/>
                </a:solidFill>
                <a:latin typeface="Calibri"/>
                <a:ea typeface="Calibri"/>
                <a:cs typeface="Calibri"/>
              </a:rPr>
              <a:t>7.092초</a:t>
            </a:r>
            <a:endParaRPr lang="ko-KR">
              <a:latin typeface="Calibri"/>
              <a:ea typeface="Calibri"/>
              <a:cs typeface="Calibri"/>
            </a:endParaRPr>
          </a:p>
        </p:txBody>
      </p:sp>
      <p:sp>
        <p:nvSpPr>
          <p:cNvPr id="63" name="DP1 object 276">
            <a:extLst>
              <a:ext uri="{FF2B5EF4-FFF2-40B4-BE49-F238E27FC236}">
                <ns2:creationId id="{19E81297-74BF-446D-94F1-7CB744F330B5}"/>
              </a:ext>
            </a:extLst>
          </p:cNvPr>
          <p:cNvSpPr>
            <a:spLocks noGrp="1"/>
          </p:cNvSpPr>
          <p:nvPr/>
        </p:nvSpPr>
        <p:spPr>
          <a:xfrm>
            <a:off x="11725275" y="7629525"/>
            <a:ext cx="904875" cy="628650"/>
          </a:xfrm>
          <a:prstGeom prst="rect">
            <a:avLst/>
          </a:prstGeom>
          <a:noFill/>
          <a:ln w="0">
            <a:noFill/>
            <a:prstDash val="solid"/>
          </a:ln>
        </p:spPr>
        <p:txBody>
          <a:bodyPr wrap="none" lIns="0" tIns="0" rIns="0" bIns="0" anchor="ctr">
            <a:noAutofit/>
          </a:bodyPr>
          <a:lstStyle>
            <a:defPPr algn="ctr">
              <a:defRPr sz="3500" b="0" lang="ko-KR">
                <a:solidFill>
                  <a:srgbClr val="4676CB"/>
                </a:solidFill>
                <a:latin typeface="Calibri"/>
                <a:ea typeface="Calibri"/>
                <a:cs typeface="Calibri"/>
              </a:defRPr>
            </a:defPPr>
            <a:lvl1pPr algn="ctr">
              <a:defRPr sz="3500" b="0" lang="ko-KR">
                <a:solidFill>
                  <a:srgbClr val="4676CB"/>
                </a:solidFill>
                <a:latin typeface="Calibri"/>
                <a:ea typeface="Calibri"/>
                <a:cs typeface="Calibri"/>
              </a:defRPr>
            </a:lvl1pPr>
            <a:lvl2pPr algn="ctr">
              <a:defRPr sz="3500" b="0" lang="ko-KR">
                <a:solidFill>
                  <a:srgbClr val="4676CB"/>
                </a:solidFill>
                <a:latin typeface="Calibri"/>
                <a:ea typeface="Calibri"/>
                <a:cs typeface="Calibri"/>
              </a:defRPr>
            </a:lvl2pPr>
            <a:lvl3pPr algn="ctr">
              <a:defRPr sz="3500" b="0" lang="ko-KR">
                <a:solidFill>
                  <a:srgbClr val="4676CB"/>
                </a:solidFill>
                <a:latin typeface="Calibri"/>
                <a:ea typeface="Calibri"/>
                <a:cs typeface="Calibri"/>
              </a:defRPr>
            </a:lvl3pPr>
            <a:lvl4pPr algn="ctr">
              <a:defRPr sz="3500" b="0" lang="ko-KR">
                <a:solidFill>
                  <a:srgbClr val="4676CB"/>
                </a:solidFill>
                <a:latin typeface="Calibri"/>
                <a:ea typeface="Calibri"/>
                <a:cs typeface="Calibri"/>
              </a:defRPr>
            </a:lvl4pPr>
            <a:lvl5pPr algn="ctr">
              <a:defRPr sz="3500" b="0" lang="ko-KR">
                <a:solidFill>
                  <a:srgbClr val="4676CB"/>
                </a:solidFill>
                <a:latin typeface="Calibri"/>
                <a:ea typeface="Calibri"/>
                <a:cs typeface="Calibri"/>
              </a:defRPr>
            </a:lvl5pPr>
            <a:lvl6pPr algn="ctr">
              <a:defRPr sz="3500" b="0" lang="ko-KR">
                <a:solidFill>
                  <a:srgbClr val="4676CB"/>
                </a:solidFill>
                <a:latin typeface="Calibri"/>
                <a:ea typeface="Calibri"/>
                <a:cs typeface="Calibri"/>
              </a:defRPr>
            </a:lvl6pPr>
            <a:lvl7pPr algn="ctr">
              <a:defRPr sz="3500" b="0" lang="ko-KR">
                <a:solidFill>
                  <a:srgbClr val="4676CB"/>
                </a:solidFill>
                <a:latin typeface="Calibri"/>
                <a:ea typeface="Calibri"/>
                <a:cs typeface="Calibri"/>
              </a:defRPr>
            </a:lvl7pPr>
            <a:lvl8pPr algn="ctr">
              <a:defRPr sz="3500" b="0" lang="ko-KR">
                <a:solidFill>
                  <a:srgbClr val="4676CB"/>
                </a:solidFill>
                <a:latin typeface="Calibri"/>
                <a:ea typeface="Calibri"/>
                <a:cs typeface="Calibri"/>
              </a:defRPr>
            </a:lvl8pPr>
            <a:lvl9pPr algn="ctr">
              <a:defRPr sz="3500" b="0" lang="ko-KR">
                <a:solidFill>
                  <a:srgbClr val="4676CB"/>
                </a:solidFill>
                <a:latin typeface="Calibri"/>
                <a:ea typeface="Calibri"/>
                <a:cs typeface="Calibri"/>
              </a:defRPr>
            </a:lvl9pPr>
          </a:lstStyle>
          <a:p>
            <a:pPr algn="ctr">
              <a:defRPr sz="3500" b="0" lang="ko-KR">
                <a:solidFill>
                  <a:srgbClr val="4676CB"/>
                </a:solidFill>
                <a:latin typeface="Calibri"/>
                <a:ea typeface="Calibri"/>
                <a:cs typeface="Calibri"/>
              </a:defRPr>
            </a:pPr>
            <a:r>
              <a:rPr sz="3500" b="0" lang="ko-KR">
                <a:solidFill>
                  <a:srgbClr val="4676CB"/>
                </a:solidFill>
                <a:latin typeface="Calibri"/>
                <a:ea typeface="Calibri"/>
                <a:cs typeface="Calibri"/>
              </a:rPr>
              <a:t>→</a:t>
            </a:r>
            <a:endParaRPr lang="ko-KR">
              <a:latin typeface="Calibri"/>
              <a:ea typeface="Calibri"/>
              <a:cs typeface="Calibri"/>
            </a:endParaRPr>
          </a:p>
        </p:txBody>
      </p:sp>
      <p:sp>
        <p:nvSpPr>
          <p:cNvPr id="64" name="DP1 object 277">
            <a:extLst>
              <a:ext uri="{FF2B5EF4-FFF2-40B4-BE49-F238E27FC236}">
                <ns2:creationId id="{76924648-2E38-4AD0-90A5-B6918F1CC1AC}"/>
              </a:ext>
            </a:extLst>
          </p:cNvPr>
          <p:cNvSpPr>
            <a:spLocks noGrp="1"/>
          </p:cNvSpPr>
          <p:nvPr/>
        </p:nvSpPr>
        <p:spPr>
          <a:xfrm>
            <a:off x="12858750" y="7629525"/>
            <a:ext cx="4162425" cy="628650"/>
          </a:xfrm>
          <a:prstGeom prst="rect">
            <a:avLst/>
          </a:prstGeom>
          <a:noFill/>
          <a:ln w="0">
            <a:noFill/>
            <a:prstDash val="solid"/>
          </a:ln>
        </p:spPr>
        <p:txBody>
          <a:bodyPr wrap="none" lIns="0" tIns="0" rIns="0" bIns="0" anchor="ctr">
            <a:noAutofit/>
          </a:bodyPr>
          <a:lstStyle>
            <a:defPPr algn="l">
              <a:defRPr sz="3600" b="1" lang="ko-KR">
                <a:solidFill>
                  <a:srgbClr val="4676CB"/>
                </a:solidFill>
                <a:latin typeface="Calibri"/>
                <a:ea typeface="Calibri"/>
                <a:cs typeface="Calibri"/>
              </a:defRPr>
            </a:defPPr>
            <a:lvl1pPr algn="l">
              <a:defRPr sz="3600" b="1" lang="ko-KR">
                <a:solidFill>
                  <a:srgbClr val="4676CB"/>
                </a:solidFill>
                <a:latin typeface="Calibri"/>
                <a:ea typeface="Calibri"/>
                <a:cs typeface="Calibri"/>
              </a:defRPr>
            </a:lvl1pPr>
            <a:lvl2pPr algn="l">
              <a:defRPr sz="3600" b="1" lang="ko-KR">
                <a:solidFill>
                  <a:srgbClr val="4676CB"/>
                </a:solidFill>
                <a:latin typeface="Calibri"/>
                <a:ea typeface="Calibri"/>
                <a:cs typeface="Calibri"/>
              </a:defRPr>
            </a:lvl2pPr>
            <a:lvl3pPr algn="l">
              <a:defRPr sz="3600" b="1" lang="ko-KR">
                <a:solidFill>
                  <a:srgbClr val="4676CB"/>
                </a:solidFill>
                <a:latin typeface="Calibri"/>
                <a:ea typeface="Calibri"/>
                <a:cs typeface="Calibri"/>
              </a:defRPr>
            </a:lvl3pPr>
            <a:lvl4pPr algn="l">
              <a:defRPr sz="3600" b="1" lang="ko-KR">
                <a:solidFill>
                  <a:srgbClr val="4676CB"/>
                </a:solidFill>
                <a:latin typeface="Calibri"/>
                <a:ea typeface="Calibri"/>
                <a:cs typeface="Calibri"/>
              </a:defRPr>
            </a:lvl4pPr>
            <a:lvl5pPr algn="l">
              <a:defRPr sz="3600" b="1" lang="ko-KR">
                <a:solidFill>
                  <a:srgbClr val="4676CB"/>
                </a:solidFill>
                <a:latin typeface="Calibri"/>
                <a:ea typeface="Calibri"/>
                <a:cs typeface="Calibri"/>
              </a:defRPr>
            </a:lvl5pPr>
            <a:lvl6pPr algn="l">
              <a:defRPr sz="3600" b="1" lang="ko-KR">
                <a:solidFill>
                  <a:srgbClr val="4676CB"/>
                </a:solidFill>
                <a:latin typeface="Calibri"/>
                <a:ea typeface="Calibri"/>
                <a:cs typeface="Calibri"/>
              </a:defRPr>
            </a:lvl6pPr>
            <a:lvl7pPr algn="l">
              <a:defRPr sz="3600" b="1" lang="ko-KR">
                <a:solidFill>
                  <a:srgbClr val="4676CB"/>
                </a:solidFill>
                <a:latin typeface="Calibri"/>
                <a:ea typeface="Calibri"/>
                <a:cs typeface="Calibri"/>
              </a:defRPr>
            </a:lvl7pPr>
            <a:lvl8pPr algn="l">
              <a:defRPr sz="3600" b="1" lang="ko-KR">
                <a:solidFill>
                  <a:srgbClr val="4676CB"/>
                </a:solidFill>
                <a:latin typeface="Calibri"/>
                <a:ea typeface="Calibri"/>
                <a:cs typeface="Calibri"/>
              </a:defRPr>
            </a:lvl8pPr>
            <a:lvl9pPr algn="l">
              <a:defRPr sz="3600" b="1" lang="ko-KR">
                <a:solidFill>
                  <a:srgbClr val="4676CB"/>
                </a:solidFill>
                <a:latin typeface="Calibri"/>
                <a:ea typeface="Calibri"/>
                <a:cs typeface="Calibri"/>
              </a:defRPr>
            </a:lvl9pPr>
          </a:lstStyle>
          <a:p>
            <a:pPr algn="l">
              <a:defRPr sz="3600" b="1" lang="ko-KR">
                <a:solidFill>
                  <a:srgbClr val="4676CB"/>
                </a:solidFill>
                <a:latin typeface="Calibri"/>
                <a:ea typeface="Calibri"/>
                <a:cs typeface="Calibri"/>
              </a:defRPr>
            </a:pPr>
            <a:r>
              <a:rPr sz="3600" b="1" lang="ko-KR">
                <a:solidFill>
                  <a:srgbClr val="4676CB"/>
                </a:solidFill>
                <a:latin typeface="Calibri"/>
                <a:ea typeface="Calibri"/>
                <a:cs typeface="Calibri"/>
              </a:rPr>
              <a:t>1.905초</a:t>
            </a:r>
            <a:endParaRPr lang="ko-KR">
              <a:latin typeface="Calibri"/>
              <a:ea typeface="Calibri"/>
              <a:cs typeface="Calibri"/>
            </a:endParaRPr>
          </a:p>
        </p:txBody>
      </p:sp>
      <p:sp>
        <p:nvSpPr>
          <p:cNvPr id="65" name="DP1 object 278">
            <a:extLst>
              <a:ext uri="{FF2B5EF4-FFF2-40B4-BE49-F238E27FC236}">
                <ns2:creationId id="{C1E2E2AB-D181-40BC-8B3F-5A3FD1E20FFD}"/>
              </a:ext>
            </a:extLst>
          </p:cNvPr>
          <p:cNvSpPr>
            <a:spLocks noGrp="1"/>
          </p:cNvSpPr>
          <p:nvPr/>
        </p:nvSpPr>
        <p:spPr>
          <a:xfrm>
            <a:off x="6419850" y="8391525"/>
            <a:ext cx="11525250" cy="33337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대가  QA03 21.508 → 23.118초   /   모델 호출 12 → 18회</a:t>
            </a:r>
            <a:endParaRPr lang="ko-KR">
              <a:latin typeface="Calibri"/>
              <a:ea typeface="Calibri"/>
              <a:cs typeface="Calibri"/>
            </a:endParaRPr>
          </a:p>
        </p:txBody>
      </p:sp>
      <p:sp>
        <p:nvSpPr>
          <p:cNvPr id="66" name="DP1 object 279">
            <a:extLst>
              <a:ext uri="{FF2B5EF4-FFF2-40B4-BE49-F238E27FC236}">
                <ns2:creationId id="{D96CA970-CFBD-4D1C-A57B-92B73B25464B}"/>
              </a:ext>
            </a:extLst>
          </p:cNvPr>
          <p:cNvSpPr>
            <a:spLocks noGrp="1"/>
          </p:cNvSpPr>
          <p:nvPr/>
        </p:nvSpPr>
        <p:spPr>
          <a:xfrm>
            <a:off x="6419850" y="8791575"/>
            <a:ext cx="1152525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모델 비용 $0.0146552 → $0.0157364. 본문 조건 충족 3/6은 그대로.</a:t>
            </a:r>
            <a:endParaRPr lang="ko-KR">
              <a:latin typeface="Calibri"/>
              <a:ea typeface="Calibri"/>
              <a:cs typeface="Calibri"/>
            </a:endParaRPr>
          </a:p>
        </p:txBody>
      </p:sp>
      <p:sp>
        <p:nvSpPr>
          <p:cNvPr id="67" name="Editable path 280">
            <a:extLst>
              <a:ext uri="{FF2B5EF4-FFF2-40B4-BE49-F238E27FC236}">
                <ns2:creationId id="{6FC41CC5-2A5D-4DCE-8CD5-14C503DAAD3D}"/>
              </a:ext>
            </a:extLst>
          </p:cNvPr>
          <p:cNvSpPr>
            <a:spLocks noGrp="1"/>
          </p:cNvSpPr>
          <p:nvPr/>
        </p:nvSpPr>
        <p:spPr>
          <a:xfrm>
            <a:off x="257175" y="9496425"/>
            <a:ext cx="17783175" cy="953"/>
          </a:xfrm>
          <a:custGeom>
            <a:pathLst>
              <a:path w="17783175" h="953">
                <a:moveTo>
                  <a:pt x="0" y="0"/>
                </a:moveTo>
                <a:lnTo>
                  <a:pt x="17783175" y="0"/>
                </a:lnTo>
              </a:path>
            </a:pathLst>
          </a:custGeom>
          <a:noFill/>
          <a:ln w="14288">
            <a:solidFill>
              <a:srgbClr val="4676CB"/>
            </a:solidFill>
            <a:prstDash val="solid"/>
          </a:ln>
        </p:spPr>
      </p:sp>
      <p:sp>
        <p:nvSpPr>
          <p:cNvPr id="68" name="DP1 object 281">
            <a:extLst>
              <a:ext uri="{FF2B5EF4-FFF2-40B4-BE49-F238E27FC236}">
                <ns2:creationId id="{4A44111D-5772-4D18-837A-79C12A8E5F6D}"/>
              </a:ext>
            </a:extLst>
          </p:cNvPr>
          <p:cNvSpPr>
            <a:spLocks noGrp="1"/>
          </p:cNvSpPr>
          <p:nvPr/>
        </p:nvSpPr>
        <p:spPr>
          <a:xfrm>
            <a:off x="266700" y="9620250"/>
            <a:ext cx="17287875" cy="2952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보완 전후는 각각 동일 조건의 별도 비교값이며 기본 비교표의 A 수치를 교체하지 않는다. 두 보완의 결합 효과는 미측정.</a:t>
            </a:r>
            <a:endParaRPr lang="ko-KR">
              <a:latin typeface="Calibri"/>
              <a:ea typeface="Calibri"/>
              <a:cs typeface="Calibri"/>
            </a:endParaRPr>
          </a:p>
        </p:txBody>
      </p:sp>
      <p:sp>
        <p:nvSpPr>
          <p:cNvPr id="69" name="DP1 object 282">
            <a:extLst>
              <a:ext uri="{FF2B5EF4-FFF2-40B4-BE49-F238E27FC236}">
                <ns2:creationId id="{33CE796A-6C63-41D2-8F18-D06D0A0F3E7F}"/>
              </a:ext>
            </a:extLst>
          </p:cNvPr>
          <p:cNvSpPr>
            <a:spLocks noGrp="1"/>
          </p:cNvSpPr>
          <p:nvPr/>
        </p:nvSpPr>
        <p:spPr>
          <a:xfrm>
            <a:off x="266700" y="9963150"/>
            <a:ext cx="16954500" cy="23812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원격 모델 PoC의 제한된 관측값. 첫 안내는 callback proxy 기준이며 제품 UI 끝단 성능을 뜻하지 않는다.</a:t>
            </a:r>
            <a:endParaRPr lang="ko-KR">
              <a:latin typeface="Calibri"/>
              <a:ea typeface="Calibri"/>
              <a:cs typeface="Calibri"/>
            </a:endParaRPr>
          </a:p>
        </p:txBody>
      </p:sp>
    </p:spTree>
    <p:extLst>
      <p:ext uri="{BB962C8B-B14F-4D97-AF65-F5344CB8AC3E}">
        <p14:creationId val="782380873"/>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6" name="Unified slide title">
            <a:extLst>
              <a:ext uri="{FF2B5EF4-FFF2-40B4-BE49-F238E27FC236}">
                <ns2:creationId id="{43C914E2-7AFF-4647-B21B-1B19B2D55835}"/>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(배경)</a:t>
            </a:r>
            <a:endParaRPr lang="ko-KR">
              <a:latin typeface="Calibri"/>
              <a:ea typeface="Calibri"/>
              <a:cs typeface="Calibri"/>
            </a:endParaRPr>
          </a:p>
        </p:txBody>
      </p:sp>
      <p:sp>
        <p:nvSpPr>
          <p:cNvPr id="2" name="Workflow 과제 소개">
            <a:extLst>
              <a:ext uri="{FF2B5EF4-FFF2-40B4-BE49-F238E27FC236}">
                <ns2:creationId id="{E4DFA940-4C86-41C9-998C-459541FE47F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52E873B3-5BB9-467C-B508-BCEE925BAA3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DED9DBD7-C466-4570-88A1-318500F79C29}"/>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2584FCBC-BDD5-43F9-B383-3EE62BB811F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723751D5-D17A-46D8-89DC-D5052C83B50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476FCD22-1BF3-4984-88DA-091FBC3A647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3462CDD3-D884-4110-A036-057539D3A32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83F8859B-59B5-4D18-877E-B47555B18458}"/>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7DFCE4D1-AFAE-4DEE-AC36-1EB8AD7772C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53E1776-5524-47C2-B409-9A6E5C024BE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DE5CCE10-8F33-429C-9956-6CE0039C959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3A543C-0218-4E70-976B-021D90D2FEBC}"/>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5 / 17</a:t>
            </a:r>
            <a:endParaRPr lang="ko-KR">
              <a:latin typeface="Calibri"/>
              <a:ea typeface="Calibri"/>
              <a:cs typeface="Calibri"/>
            </a:endParaRPr>
          </a:p>
        </p:txBody>
      </p:sp>
      <p:sp>
        <p:nvSpPr>
          <p:cNvPr id="14" name="DP2 object 1">
            <a:extLst>
              <a:ext uri="{FF2B5EF4-FFF2-40B4-BE49-F238E27FC236}">
                <ns2:creationId id="{B3E79C47-1B89-4954-8131-736A30DB81F6}"/>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앞선 판단이 끝나기 전에 새 질문이 들어온다</a:t>
            </a:r>
            <a:endParaRPr lang="ko-KR">
              <a:latin typeface="Calibri"/>
              <a:ea typeface="Calibri"/>
              <a:cs typeface="Calibri"/>
            </a:endParaRPr>
          </a:p>
        </p:txBody>
      </p:sp>
      <p:sp>
        <p:nvSpPr>
          <p:cNvPr id="15" name="DP2 object 2">
            <a:extLst>
              <a:ext uri="{FF2B5EF4-FFF2-40B4-BE49-F238E27FC236}">
                <ns2:creationId id="{7B0F9D1B-AA45-49BC-AD3E-F771219949DF}"/>
              </a:ext>
            </a:extLst>
          </p:cNvPr>
          <p:cNvSpPr>
            <a:spLocks noGrp="1"/>
          </p:cNvSpPr>
          <p:nvPr/>
        </p:nvSpPr>
        <p:spPr>
          <a:xfrm>
            <a:off x="647700" y="2009775"/>
            <a:ext cx="16764000" cy="3810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VIA는 입력을 계속 받으면서 원래 목표와 새 요청을 함께 이어가야 한다.</a:t>
            </a:r>
            <a:endParaRPr lang="ko-KR">
              <a:latin typeface="Calibri"/>
              <a:ea typeface="Calibri"/>
              <a:cs typeface="Calibri"/>
            </a:endParaRPr>
          </a:p>
        </p:txBody>
      </p:sp>
      <p:sp>
        <p:nvSpPr>
          <p:cNvPr id="16" name="Editable path 3">
            <a:extLst>
              <a:ext uri="{FF2B5EF4-FFF2-40B4-BE49-F238E27FC236}">
                <ns2:creationId id="{94867351-6A3D-427E-8AC3-024AB19BA833}"/>
              </a:ext>
            </a:extLst>
          </p:cNvPr>
          <p:cNvSpPr>
            <a:spLocks noGrp="1"/>
          </p:cNvSpPr>
          <p:nvPr/>
        </p:nvSpPr>
        <p:spPr>
          <a:xfrm>
            <a:off x="12858750" y="2781300"/>
            <a:ext cx="953" cy="5314950"/>
          </a:xfrm>
          <a:custGeom>
            <a:pathLst>
              <a:path w="953" h="5314950">
                <a:moveTo>
                  <a:pt x="0" y="0"/>
                </a:moveTo>
                <a:lnTo>
                  <a:pt x="0" y="5314950"/>
                </a:lnTo>
              </a:path>
            </a:pathLst>
          </a:custGeom>
          <a:noFill/>
          <a:ln w="12383">
            <a:solidFill>
              <a:srgbClr val="4676CB"/>
            </a:solidFill>
            <a:prstDash val="solid"/>
          </a:ln>
        </p:spPr>
      </p:sp>
      <p:sp>
        <p:nvSpPr>
          <p:cNvPr id="17" name="“문서 D1과 D2를 비교해줘.”">
            <a:extLst>
              <a:ext uri="{FF2B5EF4-FFF2-40B4-BE49-F238E27FC236}">
                <ns2:creationId id="{D8056BEA-2CC6-490E-BD7D-D6EA90E6AEB5}"/>
              </a:ext>
            </a:extLst>
          </p:cNvPr>
          <p:cNvSpPr>
            <a:spLocks noGrp="1"/>
          </p:cNvSpPr>
          <p:nvPr/>
        </p:nvSpPr>
        <p:spPr>
          <a:xfrm>
            <a:off x="876300" y="2895600"/>
            <a:ext cx="4667250" cy="866775"/>
          </a:xfrm>
          <a:prstGeom prst="rect">
            <a:avLst/>
          </a:prstGeom>
          <a:solidFill>
            <a:srgbClr val="FFFFFF"/>
          </a:solidFill>
          <a:ln w="17145">
            <a:solidFill>
              <a:srgbClr val="111111"/>
            </a:solidFill>
            <a:prstDash val="solid"/>
          </a:ln>
        </p:spPr>
      </p:sp>
      <p:sp>
        <p:nvSpPr>
          <p:cNvPr id="18" name="DP2 object 4">
            <a:extLst>
              <a:ext uri="{FF2B5EF4-FFF2-40B4-BE49-F238E27FC236}">
                <ns2:creationId id="{C8A37E70-9B69-47E5-AE4A-0724AAADB29A}"/>
              </a:ext>
            </a:extLst>
          </p:cNvPr>
          <p:cNvSpPr>
            <a:spLocks noGrp="1"/>
          </p:cNvSpPr>
          <p:nvPr/>
        </p:nvSpPr>
        <p:spPr>
          <a:xfrm>
            <a:off x="942975" y="2933700"/>
            <a:ext cx="4533900" cy="79057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D1과 D2를 비교해줘.”</a:t>
            </a:r>
            <a:endParaRPr lang="ko-KR">
              <a:latin typeface="Calibri"/>
              <a:ea typeface="Calibri"/>
              <a:cs typeface="Calibri"/>
            </a:endParaRPr>
          </a:p>
        </p:txBody>
      </p:sp>
      <p:sp>
        <p:nvSpPr>
          <p:cNvPr id="19" name="DP2 object 5">
            <a:extLst>
              <a:ext uri="{FF2B5EF4-FFF2-40B4-BE49-F238E27FC236}">
                <ns2:creationId id="{30D0AC86-8D6D-43BE-BECF-F75DFCD56C33}"/>
              </a:ext>
            </a:extLst>
          </p:cNvPr>
          <p:cNvSpPr>
            <a:spLocks noGrp="1"/>
          </p:cNvSpPr>
          <p:nvPr/>
        </p:nvSpPr>
        <p:spPr>
          <a:xfrm>
            <a:off x="6324600" y="2886075"/>
            <a:ext cx="5867400" cy="1209675"/>
          </a:xfrm>
          <a:prstGeom prst="roundRect">
            <a:avLst>
              <a:gd name="adj" fmla="val 6299"/>
            </a:avLst>
          </a:prstGeom>
          <a:solidFill>
            <a:srgbClr val="F1F6FC"/>
          </a:solidFill>
          <a:ln w="21908">
            <a:solidFill>
              <a:srgbClr val="4676CB"/>
            </a:solidFill>
            <a:prstDash val="solid"/>
          </a:ln>
        </p:spPr>
      </p:sp>
      <p:sp>
        <p:nvSpPr>
          <p:cNvPr id="20" name="DP2 object 6">
            <a:extLst>
              <a:ext uri="{FF2B5EF4-FFF2-40B4-BE49-F238E27FC236}">
                <ns2:creationId id="{D5F19E55-E9D7-42C7-A4F7-538514160549}"/>
              </a:ext>
            </a:extLst>
          </p:cNvPr>
          <p:cNvSpPr>
            <a:spLocks noGrp="1"/>
          </p:cNvSpPr>
          <p:nvPr/>
        </p:nvSpPr>
        <p:spPr>
          <a:xfrm>
            <a:off x="6543675" y="3000375"/>
            <a:ext cx="5314950" cy="285750"/>
          </a:xfrm>
          <a:prstGeom prst="rect">
            <a:avLst/>
          </a:prstGeom>
          <a:noFill/>
          <a:ln w="0">
            <a:noFill/>
            <a:prstDash val="solid"/>
          </a:ln>
        </p:spPr>
        <p:txBody>
          <a:bodyPr wrap="none" lIns="0" tIns="0" rIns="0" bIns="0" anchor="ctr">
            <a:noAutofit/>
          </a:bodyPr>
          <a:lstStyle>
            <a:defPPr algn="l">
              <a:defRPr sz="1700" b="1" lang="ko-KR">
                <a:solidFill>
                  <a:srgbClr val="4676CB"/>
                </a:solidFill>
                <a:latin typeface="Calibri"/>
                <a:ea typeface="Calibri"/>
                <a:cs typeface="Calibri"/>
              </a:defRPr>
            </a:defPPr>
            <a:lvl1pPr algn="l">
              <a:defRPr sz="1700" b="1" lang="ko-KR">
                <a:solidFill>
                  <a:srgbClr val="4676CB"/>
                </a:solidFill>
                <a:latin typeface="Calibri"/>
                <a:ea typeface="Calibri"/>
                <a:cs typeface="Calibri"/>
              </a:defRPr>
            </a:lvl1pPr>
            <a:lvl2pPr algn="l">
              <a:defRPr sz="1700" b="1" lang="ko-KR">
                <a:solidFill>
                  <a:srgbClr val="4676CB"/>
                </a:solidFill>
                <a:latin typeface="Calibri"/>
                <a:ea typeface="Calibri"/>
                <a:cs typeface="Calibri"/>
              </a:defRPr>
            </a:lvl2pPr>
            <a:lvl3pPr algn="l">
              <a:defRPr sz="1700" b="1" lang="ko-KR">
                <a:solidFill>
                  <a:srgbClr val="4676CB"/>
                </a:solidFill>
                <a:latin typeface="Calibri"/>
                <a:ea typeface="Calibri"/>
                <a:cs typeface="Calibri"/>
              </a:defRPr>
            </a:lvl3pPr>
            <a:lvl4pPr algn="l">
              <a:defRPr sz="1700" b="1" lang="ko-KR">
                <a:solidFill>
                  <a:srgbClr val="4676CB"/>
                </a:solidFill>
                <a:latin typeface="Calibri"/>
                <a:ea typeface="Calibri"/>
                <a:cs typeface="Calibri"/>
              </a:defRPr>
            </a:lvl4pPr>
            <a:lvl5pPr algn="l">
              <a:defRPr sz="1700" b="1" lang="ko-KR">
                <a:solidFill>
                  <a:srgbClr val="4676CB"/>
                </a:solidFill>
                <a:latin typeface="Calibri"/>
                <a:ea typeface="Calibri"/>
                <a:cs typeface="Calibri"/>
              </a:defRPr>
            </a:lvl5pPr>
            <a:lvl6pPr algn="l">
              <a:defRPr sz="1700" b="1" lang="ko-KR">
                <a:solidFill>
                  <a:srgbClr val="4676CB"/>
                </a:solidFill>
                <a:latin typeface="Calibri"/>
                <a:ea typeface="Calibri"/>
                <a:cs typeface="Calibri"/>
              </a:defRPr>
            </a:lvl6pPr>
            <a:lvl7pPr algn="l">
              <a:defRPr sz="1700" b="1" lang="ko-KR">
                <a:solidFill>
                  <a:srgbClr val="4676CB"/>
                </a:solidFill>
                <a:latin typeface="Calibri"/>
                <a:ea typeface="Calibri"/>
                <a:cs typeface="Calibri"/>
              </a:defRPr>
            </a:lvl7pPr>
            <a:lvl8pPr algn="l">
              <a:defRPr sz="1700" b="1" lang="ko-KR">
                <a:solidFill>
                  <a:srgbClr val="4676CB"/>
                </a:solidFill>
                <a:latin typeface="Calibri"/>
                <a:ea typeface="Calibri"/>
                <a:cs typeface="Calibri"/>
              </a:defRPr>
            </a:lvl8pPr>
            <a:lvl9pPr algn="l">
              <a:defRPr sz="1700" b="1" lang="ko-KR">
                <a:solidFill>
                  <a:srgbClr val="4676CB"/>
                </a:solidFill>
                <a:latin typeface="Calibri"/>
                <a:ea typeface="Calibri"/>
                <a:cs typeface="Calibri"/>
              </a:defRPr>
            </a:lvl9pPr>
          </a:lstStyle>
          <a:p>
            <a:pPr algn="l">
              <a:defRPr sz="1700" b="1" lang="ko-KR">
                <a:solidFill>
                  <a:srgbClr val="4676CB"/>
                </a:solidFill>
                <a:latin typeface="Calibri"/>
                <a:ea typeface="Calibri"/>
                <a:cs typeface="Calibri"/>
              </a:defRPr>
            </a:pPr>
            <a:r>
              <a:rPr sz="1700" b="1" lang="ko-KR">
                <a:solidFill>
                  <a:srgbClr val="4676CB"/>
                </a:solidFill>
                <a:latin typeface="Calibri"/>
                <a:ea typeface="Calibri"/>
                <a:cs typeface="Calibri"/>
              </a:rPr>
              <a:t>새 독립 질문</a:t>
            </a:r>
            <a:endParaRPr lang="ko-KR">
              <a:latin typeface="Calibri"/>
              <a:ea typeface="Calibri"/>
              <a:cs typeface="Calibri"/>
            </a:endParaRPr>
          </a:p>
        </p:txBody>
      </p:sp>
      <p:sp>
        <p:nvSpPr>
          <p:cNvPr id="21" name="DP2 object 7">
            <a:extLst>
              <a:ext uri="{FF2B5EF4-FFF2-40B4-BE49-F238E27FC236}">
                <ns2:creationId id="{0A59EB63-8201-4630-8EDD-1F1AFE120BAB}"/>
              </a:ext>
            </a:extLst>
          </p:cNvPr>
          <p:cNvSpPr>
            <a:spLocks noGrp="1"/>
          </p:cNvSpPr>
          <p:nvPr/>
        </p:nvSpPr>
        <p:spPr>
          <a:xfrm>
            <a:off x="6543675" y="3333750"/>
            <a:ext cx="5314950" cy="6191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“그건 계속하고,</a:t>
            </a:r>
            <a:endParaRPr lang="ko-KR">
              <a:latin typeface="Calibri"/>
              <a:ea typeface="Calibri"/>
              <a:cs typeface="Calibri"/>
            </a:endParaRPr>
          </a:p>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TCP와 UDP 차이도 알려줘.”</a:t>
            </a:r>
            <a:endParaRPr lang="ko-KR">
              <a:latin typeface="Calibri"/>
              <a:ea typeface="Calibri"/>
              <a:cs typeface="Calibri"/>
            </a:endParaRPr>
          </a:p>
        </p:txBody>
      </p:sp>
      <p:sp>
        <p:nvSpPr>
          <p:cNvPr id="22" name="Editable path 8">
            <a:extLst>
              <a:ext uri="{FF2B5EF4-FFF2-40B4-BE49-F238E27FC236}">
                <ns2:creationId id="{8AE5F717-D667-471B-A396-1EB47BF6A617}"/>
              </a:ext>
            </a:extLst>
          </p:cNvPr>
          <p:cNvSpPr>
            <a:spLocks noGrp="1"/>
          </p:cNvSpPr>
          <p:nvPr/>
        </p:nvSpPr>
        <p:spPr>
          <a:xfrm>
            <a:off x="3200400" y="3762375"/>
            <a:ext cx="953" cy="904875"/>
          </a:xfrm>
          <a:custGeom>
            <a:pathLst>
              <a:path w="953" h="904875">
                <a:moveTo>
                  <a:pt x="0" y="0"/>
                </a:moveTo>
                <a:lnTo>
                  <a:pt x="0" y="904875"/>
                </a:lnTo>
              </a:path>
            </a:pathLst>
          </a:custGeom>
          <a:noFill/>
          <a:ln w="20955">
            <a:solidFill>
              <a:srgbClr val="111111"/>
            </a:solidFill>
            <a:prstDash val="solid"/>
          </a:ln>
        </p:spPr>
      </p:sp>
      <p:sp>
        <p:nvSpPr>
          <p:cNvPr id="23" name="Editable arrowhead 9">
            <a:extLst>
              <a:ext uri="{FF2B5EF4-FFF2-40B4-BE49-F238E27FC236}">
                <ns2:creationId id="{399D3E02-D0B3-4171-8510-35E975555501}"/>
              </a:ext>
            </a:extLst>
          </p:cNvPr>
          <p:cNvSpPr>
            <a:spLocks noGrp="1"/>
          </p:cNvSpPr>
          <p:nvPr/>
        </p:nvSpPr>
        <p:spPr>
          <a:xfrm>
            <a:off x="3152775" y="45720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4" name="Editable path 10">
            <a:extLst>
              <a:ext uri="{FF2B5EF4-FFF2-40B4-BE49-F238E27FC236}">
                <ns2:creationId id="{FEA252FF-D22A-4F9E-8031-5279077A6026}"/>
              </a:ext>
            </a:extLst>
          </p:cNvPr>
          <p:cNvSpPr>
            <a:spLocks noGrp="1"/>
          </p:cNvSpPr>
          <p:nvPr/>
        </p:nvSpPr>
        <p:spPr>
          <a:xfrm>
            <a:off x="7334250" y="4095750"/>
            <a:ext cx="953" cy="2390775"/>
          </a:xfrm>
          <a:custGeom>
            <a:pathLst>
              <a:path w="953" h="2390775">
                <a:moveTo>
                  <a:pt x="0" y="0"/>
                </a:moveTo>
                <a:lnTo>
                  <a:pt x="0" y="2390775"/>
                </a:lnTo>
              </a:path>
            </a:pathLst>
          </a:custGeom>
          <a:noFill/>
          <a:ln w="20003">
            <a:solidFill>
              <a:srgbClr val="4676CB"/>
            </a:solidFill>
            <a:prstDash val="dash"/>
          </a:ln>
        </p:spPr>
      </p:sp>
      <p:sp>
        <p:nvSpPr>
          <p:cNvPr id="25" name="Editable arrowhead 11">
            <a:extLst>
              <a:ext uri="{FF2B5EF4-FFF2-40B4-BE49-F238E27FC236}">
                <ns2:creationId id="{4A1B1057-5034-416C-B309-3900F6C2B8D0}"/>
              </a:ext>
            </a:extLst>
          </p:cNvPr>
          <p:cNvSpPr>
            <a:spLocks noGrp="1"/>
          </p:cNvSpPr>
          <p:nvPr/>
        </p:nvSpPr>
        <p:spPr>
          <a:xfrm>
            <a:off x="7286625" y="63912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6" name="DP2 object 12">
            <a:extLst>
              <a:ext uri="{FF2B5EF4-FFF2-40B4-BE49-F238E27FC236}">
                <ns2:creationId id="{D4260986-6E19-48D4-ADB4-BE7A8E8D1E40}"/>
              </a:ext>
            </a:extLst>
          </p:cNvPr>
          <p:cNvSpPr>
            <a:spLocks noGrp="1"/>
          </p:cNvSpPr>
          <p:nvPr/>
        </p:nvSpPr>
        <p:spPr>
          <a:xfrm>
            <a:off x="857250" y="4276725"/>
            <a:ext cx="2333625"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VIA의 처리</a:t>
            </a:r>
            <a:endParaRPr lang="ko-KR">
              <a:latin typeface="Calibri"/>
              <a:ea typeface="Calibri"/>
              <a:cs typeface="Calibri"/>
            </a:endParaRPr>
          </a:p>
        </p:txBody>
      </p:sp>
      <p:sp>
        <p:nvSpPr>
          <p:cNvPr id="27" name="DP2 object 13">
            <a:extLst>
              <a:ext uri="{FF2B5EF4-FFF2-40B4-BE49-F238E27FC236}">
                <ns2:creationId id="{6F5DAB58-2D44-4B98-A70D-9492C3E48B9E}"/>
              </a:ext>
            </a:extLst>
          </p:cNvPr>
          <p:cNvSpPr>
            <a:spLocks noGrp="1"/>
          </p:cNvSpPr>
          <p:nvPr/>
        </p:nvSpPr>
        <p:spPr>
          <a:xfrm>
            <a:off x="2019300" y="4667250"/>
            <a:ext cx="10191750" cy="914400"/>
          </a:xfrm>
          <a:prstGeom prst="rect">
            <a:avLst/>
          </a:prstGeom>
          <a:solidFill>
            <a:srgbClr val="FFF6DD"/>
          </a:solidFill>
          <a:ln w="19050">
            <a:solidFill>
              <a:srgbClr val="111111"/>
            </a:solidFill>
            <a:prstDash val="solid"/>
          </a:ln>
        </p:spPr>
      </p:sp>
      <p:sp>
        <p:nvSpPr>
          <p:cNvPr id="28" name="DP2 object 14">
            <a:extLst>
              <a:ext uri="{FF2B5EF4-FFF2-40B4-BE49-F238E27FC236}">
                <ns2:creationId id="{A10E6513-4F4E-4A29-BC95-1A7AF9E7F4AF}"/>
              </a:ext>
            </a:extLst>
          </p:cNvPr>
          <p:cNvSpPr>
            <a:spLocks noGrp="1"/>
          </p:cNvSpPr>
          <p:nvPr/>
        </p:nvSpPr>
        <p:spPr>
          <a:xfrm>
            <a:off x="2238375" y="4829175"/>
            <a:ext cx="9763125"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문서 읽기와 진행 중 의미 판단</a:t>
            </a:r>
            <a:endParaRPr lang="ko-KR">
              <a:latin typeface="Calibri"/>
              <a:ea typeface="Calibri"/>
              <a:cs typeface="Calibri"/>
            </a:endParaRPr>
          </a:p>
        </p:txBody>
      </p:sp>
      <p:sp>
        <p:nvSpPr>
          <p:cNvPr id="29" name="DP2 object 15">
            <a:extLst>
              <a:ext uri="{FF2B5EF4-FFF2-40B4-BE49-F238E27FC236}">
                <ns2:creationId id="{133E1109-4B70-482C-AEB0-D67C8B06813E}"/>
              </a:ext>
            </a:extLst>
          </p:cNvPr>
          <p:cNvSpPr>
            <a:spLocks noGrp="1"/>
          </p:cNvSpPr>
          <p:nvPr/>
        </p:nvSpPr>
        <p:spPr>
          <a:xfrm>
            <a:off x="2238375" y="5229225"/>
            <a:ext cx="9763125" cy="257175"/>
          </a:xfrm>
          <a:prstGeom prst="rect">
            <a:avLst/>
          </a:prstGeom>
          <a:noFill/>
          <a:ln w="0">
            <a:noFill/>
            <a:prstDash val="solid"/>
          </a:ln>
        </p:spPr>
        <p:txBody>
          <a:bodyPr wrap="none" lIns="0" tIns="0" rIns="0" bIns="0" anchor="ctr">
            <a:noAutofit/>
          </a:bodyPr>
          <a:lstStyle>
            <a:defPPr algn="ctr">
              <a:defRPr sz="1700" b="0" lang="ko-KR">
                <a:solidFill>
                  <a:srgbClr val="50555B"/>
                </a:solidFill>
                <a:latin typeface="Calibri"/>
                <a:ea typeface="Calibri"/>
                <a:cs typeface="Calibri"/>
              </a:defRPr>
            </a:defPPr>
            <a:lvl1pPr algn="ctr">
              <a:defRPr sz="1700" b="0" lang="ko-KR">
                <a:solidFill>
                  <a:srgbClr val="50555B"/>
                </a:solidFill>
                <a:latin typeface="Calibri"/>
                <a:ea typeface="Calibri"/>
                <a:cs typeface="Calibri"/>
              </a:defRPr>
            </a:lvl1pPr>
            <a:lvl2pPr algn="ctr">
              <a:defRPr sz="1700" b="0" lang="ko-KR">
                <a:solidFill>
                  <a:srgbClr val="50555B"/>
                </a:solidFill>
                <a:latin typeface="Calibri"/>
                <a:ea typeface="Calibri"/>
                <a:cs typeface="Calibri"/>
              </a:defRPr>
            </a:lvl2pPr>
            <a:lvl3pPr algn="ctr">
              <a:defRPr sz="1700" b="0" lang="ko-KR">
                <a:solidFill>
                  <a:srgbClr val="50555B"/>
                </a:solidFill>
                <a:latin typeface="Calibri"/>
                <a:ea typeface="Calibri"/>
                <a:cs typeface="Calibri"/>
              </a:defRPr>
            </a:lvl3pPr>
            <a:lvl4pPr algn="ctr">
              <a:defRPr sz="1700" b="0" lang="ko-KR">
                <a:solidFill>
                  <a:srgbClr val="50555B"/>
                </a:solidFill>
                <a:latin typeface="Calibri"/>
                <a:ea typeface="Calibri"/>
                <a:cs typeface="Calibri"/>
              </a:defRPr>
            </a:lvl4pPr>
            <a:lvl5pPr algn="ctr">
              <a:defRPr sz="1700" b="0" lang="ko-KR">
                <a:solidFill>
                  <a:srgbClr val="50555B"/>
                </a:solidFill>
                <a:latin typeface="Calibri"/>
                <a:ea typeface="Calibri"/>
                <a:cs typeface="Calibri"/>
              </a:defRPr>
            </a:lvl5pPr>
            <a:lvl6pPr algn="ctr">
              <a:defRPr sz="1700" b="0" lang="ko-KR">
                <a:solidFill>
                  <a:srgbClr val="50555B"/>
                </a:solidFill>
                <a:latin typeface="Calibri"/>
                <a:ea typeface="Calibri"/>
                <a:cs typeface="Calibri"/>
              </a:defRPr>
            </a:lvl6pPr>
            <a:lvl7pPr algn="ctr">
              <a:defRPr sz="1700" b="0" lang="ko-KR">
                <a:solidFill>
                  <a:srgbClr val="50555B"/>
                </a:solidFill>
                <a:latin typeface="Calibri"/>
                <a:ea typeface="Calibri"/>
                <a:cs typeface="Calibri"/>
              </a:defRPr>
            </a:lvl7pPr>
            <a:lvl8pPr algn="ctr">
              <a:defRPr sz="1700" b="0" lang="ko-KR">
                <a:solidFill>
                  <a:srgbClr val="50555B"/>
                </a:solidFill>
                <a:latin typeface="Calibri"/>
                <a:ea typeface="Calibri"/>
                <a:cs typeface="Calibri"/>
              </a:defRPr>
            </a:lvl8pPr>
            <a:lvl9pPr algn="ctr">
              <a:defRPr sz="1700" b="0" lang="ko-KR">
                <a:solidFill>
                  <a:srgbClr val="50555B"/>
                </a:solidFill>
                <a:latin typeface="Calibri"/>
                <a:ea typeface="Calibri"/>
                <a:cs typeface="Calibri"/>
              </a:defRPr>
            </a:lvl9pPr>
          </a:lstStyle>
          <a:p>
            <a:pPr algn="ctr">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현재 모델 / 읽기 step</a:t>
            </a:r>
            <a:endParaRPr lang="ko-KR">
              <a:latin typeface="Calibri"/>
              <a:ea typeface="Calibri"/>
              <a:cs typeface="Calibri"/>
            </a:endParaRPr>
          </a:p>
        </p:txBody>
      </p:sp>
      <p:sp>
        <p:nvSpPr>
          <p:cNvPr id="30" name="Editable path 16">
            <a:extLst>
              <a:ext uri="{FF2B5EF4-FFF2-40B4-BE49-F238E27FC236}">
                <ns2:creationId id="{8B3F29DA-8397-4A94-8E20-4BA3F94897B6}"/>
              </a:ext>
            </a:extLst>
          </p:cNvPr>
          <p:cNvSpPr>
            <a:spLocks noGrp="1"/>
          </p:cNvSpPr>
          <p:nvPr/>
        </p:nvSpPr>
        <p:spPr>
          <a:xfrm>
            <a:off x="12211050" y="4667250"/>
            <a:ext cx="953" cy="2466975"/>
          </a:xfrm>
          <a:custGeom>
            <a:pathLst>
              <a:path w="953" h="2466975">
                <a:moveTo>
                  <a:pt x="0" y="0"/>
                </a:moveTo>
                <a:lnTo>
                  <a:pt x="0" y="2466975"/>
                </a:lnTo>
              </a:path>
            </a:pathLst>
          </a:custGeom>
          <a:noFill/>
          <a:ln w="16193">
            <a:solidFill>
              <a:srgbClr val="98999B"/>
            </a:solidFill>
            <a:prstDash val="dash"/>
          </a:ln>
        </p:spPr>
      </p:sp>
      <p:sp>
        <p:nvSpPr>
          <p:cNvPr id="31" name="DP2 object 17">
            <a:extLst>
              <a:ext uri="{FF2B5EF4-FFF2-40B4-BE49-F238E27FC236}">
                <ns2:creationId id="{AB8AAF07-4C34-4F7A-8D4D-D8C496867073}"/>
              </a:ext>
            </a:extLst>
          </p:cNvPr>
          <p:cNvSpPr>
            <a:spLocks noGrp="1"/>
          </p:cNvSpPr>
          <p:nvPr/>
        </p:nvSpPr>
        <p:spPr>
          <a:xfrm>
            <a:off x="10382250" y="5715000"/>
            <a:ext cx="2143125"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현재 step 경계</a:t>
            </a:r>
            <a:endParaRPr lang="ko-KR">
              <a:latin typeface="Calibri"/>
              <a:ea typeface="Calibri"/>
              <a:cs typeface="Calibri"/>
            </a:endParaRPr>
          </a:p>
        </p:txBody>
      </p:sp>
      <p:sp>
        <p:nvSpPr>
          <p:cNvPr id="32" name="DP2 object 18">
            <a:extLst>
              <a:ext uri="{FF2B5EF4-FFF2-40B4-BE49-F238E27FC236}">
                <ns2:creationId id="{0BFD78B9-2FC4-4CAF-9433-3A0B79779E4E}"/>
              </a:ext>
            </a:extLst>
          </p:cNvPr>
          <p:cNvSpPr>
            <a:spLocks noGrp="1"/>
          </p:cNvSpPr>
          <p:nvPr/>
        </p:nvSpPr>
        <p:spPr>
          <a:xfrm>
            <a:off x="857250" y="6372225"/>
            <a:ext cx="2095500" cy="3619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입력 수신</a:t>
            </a:r>
            <a:endParaRPr lang="ko-KR">
              <a:latin typeface="Calibri"/>
              <a:ea typeface="Calibri"/>
              <a:cs typeface="Calibri"/>
            </a:endParaRPr>
          </a:p>
        </p:txBody>
      </p:sp>
      <p:sp>
        <p:nvSpPr>
          <p:cNvPr id="33" name="새 입력은 즉시 보존">
            <a:extLst>
              <a:ext uri="{FF2B5EF4-FFF2-40B4-BE49-F238E27FC236}">
                <ns2:creationId id="{0D20FC1D-034B-48D4-9037-5F815190E9D0}"/>
              </a:ext>
            </a:extLst>
          </p:cNvPr>
          <p:cNvSpPr>
            <a:spLocks noGrp="1"/>
          </p:cNvSpPr>
          <p:nvPr/>
        </p:nvSpPr>
        <p:spPr>
          <a:xfrm>
            <a:off x="6115050" y="6496050"/>
            <a:ext cx="2619375" cy="581025"/>
          </a:xfrm>
          <a:prstGeom prst="rect">
            <a:avLst/>
          </a:prstGeom>
          <a:solidFill>
            <a:srgbClr val="F1F6FC"/>
          </a:solidFill>
          <a:ln w="28575">
            <a:solidFill>
              <a:srgbClr val="4676CB"/>
            </a:solidFill>
            <a:prstDash val="solid"/>
          </a:ln>
        </p:spPr>
      </p:sp>
      <p:sp>
        <p:nvSpPr>
          <p:cNvPr id="34" name="DP2 object 19">
            <a:extLst>
              <a:ext uri="{FF2B5EF4-FFF2-40B4-BE49-F238E27FC236}">
                <ns2:creationId id="{B0B1982C-71DF-4EFE-B95B-9B7EDC1B3453}"/>
              </a:ext>
            </a:extLst>
          </p:cNvPr>
          <p:cNvSpPr>
            <a:spLocks noGrp="1"/>
          </p:cNvSpPr>
          <p:nvPr/>
        </p:nvSpPr>
        <p:spPr>
          <a:xfrm>
            <a:off x="6181725" y="6534150"/>
            <a:ext cx="2486025" cy="5048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새 입력은 즉시 보존</a:t>
            </a:r>
            <a:endParaRPr lang="ko-KR">
              <a:latin typeface="Calibri"/>
              <a:ea typeface="Calibri"/>
              <a:cs typeface="Calibri"/>
            </a:endParaRPr>
          </a:p>
        </p:txBody>
      </p:sp>
      <p:sp>
        <p:nvSpPr>
          <p:cNvPr id="35" name="Editable path 20">
            <a:extLst>
              <a:ext uri="{FF2B5EF4-FFF2-40B4-BE49-F238E27FC236}">
                <ns2:creationId id="{4DC6276A-047E-4FD4-B31E-832500148B34}"/>
              </a:ext>
            </a:extLst>
          </p:cNvPr>
          <p:cNvSpPr>
            <a:spLocks noGrp="1"/>
          </p:cNvSpPr>
          <p:nvPr/>
        </p:nvSpPr>
        <p:spPr>
          <a:xfrm>
            <a:off x="8734425" y="6781800"/>
            <a:ext cx="3476625" cy="953"/>
          </a:xfrm>
          <a:custGeom>
            <a:pathLst>
              <a:path w="3476625" h="953">
                <a:moveTo>
                  <a:pt x="0" y="0"/>
                </a:moveTo>
                <a:lnTo>
                  <a:pt x="3476625" y="0"/>
                </a:lnTo>
              </a:path>
            </a:pathLst>
          </a:custGeom>
          <a:noFill/>
          <a:ln w="28575">
            <a:solidFill>
              <a:srgbClr val="C00000"/>
            </a:solidFill>
            <a:prstDash val="dash"/>
          </a:ln>
        </p:spPr>
      </p:sp>
      <p:sp>
        <p:nvSpPr>
          <p:cNvPr id="36" name="Editable arrowhead 21">
            <a:extLst>
              <a:ext uri="{FF2B5EF4-FFF2-40B4-BE49-F238E27FC236}">
                <ns2:creationId id="{F7A035A6-2834-4C4B-9A73-999EB193A86F}"/>
              </a:ext>
            </a:extLst>
          </p:cNvPr>
          <p:cNvSpPr>
            <a:spLocks noGrp="1"/>
          </p:cNvSpPr>
          <p:nvPr/>
        </p:nvSpPr>
        <p:spPr>
          <a:xfrm>
            <a:off x="12115800" y="6734175"/>
            <a:ext cx="95250" cy="95250"/>
          </a:xfrm>
          <a:custGeom>
            <a:pathLst>
              <a:path w="95250" h="95250">
                <a:moveTo>
                  <a:pt x="95250" y="47625"/>
                </a:moveTo>
                <a:lnTo>
                  <a:pt x="0" y="0"/>
                </a:lnTo>
                <a:lnTo>
                  <a:pt x="0" y="95250"/>
                </a:lnTo>
                <a:close/>
              </a:path>
            </a:pathLst>
          </a:custGeom>
          <a:solidFill>
            <a:srgbClr val="C00000"/>
          </a:solidFill>
          <a:ln w="5715">
            <a:solidFill>
              <a:srgbClr val="C00000"/>
            </a:solidFill>
            <a:prstDash val="solid"/>
          </a:ln>
        </p:spPr>
      </p:sp>
      <p:sp>
        <p:nvSpPr>
          <p:cNvPr id="37" name="DP2 object 22">
            <a:extLst>
              <a:ext uri="{FF2B5EF4-FFF2-40B4-BE49-F238E27FC236}">
                <ns2:creationId id="{F0F2C74D-3B7E-48AB-BF67-91D499080813}"/>
              </a:ext>
            </a:extLst>
          </p:cNvPr>
          <p:cNvSpPr>
            <a:spLocks noGrp="1"/>
          </p:cNvSpPr>
          <p:nvPr/>
        </p:nvSpPr>
        <p:spPr>
          <a:xfrm>
            <a:off x="8905875" y="6334125"/>
            <a:ext cx="3286125" cy="323850"/>
          </a:xfrm>
          <a:prstGeom prst="rect">
            <a:avLst/>
          </a:prstGeom>
          <a:noFill/>
          <a:ln w="0">
            <a:noFill/>
            <a:prstDash val="solid"/>
          </a:ln>
        </p:spPr>
        <p:txBody>
          <a:bodyPr wrap="none" lIns="0" tIns="0" rIns="0" bIns="0" anchor="ctr">
            <a:noAutofit/>
          </a:bodyPr>
          <a:lstStyle>
            <a:defPPr algn="ctr">
              <a:defRPr sz="1900" b="1" lang="ko-KR">
                <a:solidFill>
                  <a:srgbClr val="C00000"/>
                </a:solidFill>
                <a:latin typeface="Calibri"/>
                <a:ea typeface="Calibri"/>
                <a:cs typeface="Calibri"/>
              </a:defRPr>
            </a:defPPr>
            <a:lvl1pPr algn="ctr">
              <a:defRPr sz="1900" b="1" lang="ko-KR">
                <a:solidFill>
                  <a:srgbClr val="C00000"/>
                </a:solidFill>
                <a:latin typeface="Calibri"/>
                <a:ea typeface="Calibri"/>
                <a:cs typeface="Calibri"/>
              </a:defRPr>
            </a:lvl1pPr>
            <a:lvl2pPr algn="ctr">
              <a:defRPr sz="1900" b="1" lang="ko-KR">
                <a:solidFill>
                  <a:srgbClr val="C00000"/>
                </a:solidFill>
                <a:latin typeface="Calibri"/>
                <a:ea typeface="Calibri"/>
                <a:cs typeface="Calibri"/>
              </a:defRPr>
            </a:lvl2pPr>
            <a:lvl3pPr algn="ctr">
              <a:defRPr sz="1900" b="1" lang="ko-KR">
                <a:solidFill>
                  <a:srgbClr val="C00000"/>
                </a:solidFill>
                <a:latin typeface="Calibri"/>
                <a:ea typeface="Calibri"/>
                <a:cs typeface="Calibri"/>
              </a:defRPr>
            </a:lvl3pPr>
            <a:lvl4pPr algn="ctr">
              <a:defRPr sz="1900" b="1" lang="ko-KR">
                <a:solidFill>
                  <a:srgbClr val="C00000"/>
                </a:solidFill>
                <a:latin typeface="Calibri"/>
                <a:ea typeface="Calibri"/>
                <a:cs typeface="Calibri"/>
              </a:defRPr>
            </a:lvl4pPr>
            <a:lvl5pPr algn="ctr">
              <a:defRPr sz="1900" b="1" lang="ko-KR">
                <a:solidFill>
                  <a:srgbClr val="C00000"/>
                </a:solidFill>
                <a:latin typeface="Calibri"/>
                <a:ea typeface="Calibri"/>
                <a:cs typeface="Calibri"/>
              </a:defRPr>
            </a:lvl5pPr>
            <a:lvl6pPr algn="ctr">
              <a:defRPr sz="1900" b="1" lang="ko-KR">
                <a:solidFill>
                  <a:srgbClr val="C00000"/>
                </a:solidFill>
                <a:latin typeface="Calibri"/>
                <a:ea typeface="Calibri"/>
                <a:cs typeface="Calibri"/>
              </a:defRPr>
            </a:lvl6pPr>
            <a:lvl7pPr algn="ctr">
              <a:defRPr sz="1900" b="1" lang="ko-KR">
                <a:solidFill>
                  <a:srgbClr val="C00000"/>
                </a:solidFill>
                <a:latin typeface="Calibri"/>
                <a:ea typeface="Calibri"/>
                <a:cs typeface="Calibri"/>
              </a:defRPr>
            </a:lvl7pPr>
            <a:lvl8pPr algn="ctr">
              <a:defRPr sz="1900" b="1" lang="ko-KR">
                <a:solidFill>
                  <a:srgbClr val="C00000"/>
                </a:solidFill>
                <a:latin typeface="Calibri"/>
                <a:ea typeface="Calibri"/>
                <a:cs typeface="Calibri"/>
              </a:defRPr>
            </a:lvl8pPr>
            <a:lvl9pPr algn="ctr">
              <a:defRPr sz="1900" b="1" lang="ko-KR">
                <a:solidFill>
                  <a:srgbClr val="C00000"/>
                </a:solidFill>
                <a:latin typeface="Calibri"/>
                <a:ea typeface="Calibri"/>
                <a:cs typeface="Calibri"/>
              </a:defRPr>
            </a:lvl9pPr>
          </a:lstStyle>
          <a:p>
            <a:pPr algn="ctr">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이 대기를 줄일 수 있는가?</a:t>
            </a:r>
            <a:endParaRPr lang="ko-KR">
              <a:latin typeface="Calibri"/>
              <a:ea typeface="Calibri"/>
              <a:cs typeface="Calibri"/>
            </a:endParaRPr>
          </a:p>
        </p:txBody>
      </p:sp>
      <p:sp>
        <p:nvSpPr>
          <p:cNvPr id="38" name="Editable path 23">
            <a:extLst>
              <a:ext uri="{FF2B5EF4-FFF2-40B4-BE49-F238E27FC236}">
                <ns2:creationId id="{47B38334-51D9-46AA-AE4C-9675C78CF6F8}"/>
              </a:ext>
            </a:extLst>
          </p:cNvPr>
          <p:cNvSpPr>
            <a:spLocks noGrp="1"/>
          </p:cNvSpPr>
          <p:nvPr/>
        </p:nvSpPr>
        <p:spPr>
          <a:xfrm>
            <a:off x="2028825" y="7629525"/>
            <a:ext cx="10258425" cy="953"/>
          </a:xfrm>
          <a:custGeom>
            <a:pathLst>
              <a:path w="10258425" h="953">
                <a:moveTo>
                  <a:pt x="0" y="0"/>
                </a:moveTo>
                <a:lnTo>
                  <a:pt x="10258425" y="0"/>
                </a:lnTo>
              </a:path>
            </a:pathLst>
          </a:custGeom>
          <a:noFill/>
          <a:ln w="16193">
            <a:solidFill>
              <a:srgbClr val="111111"/>
            </a:solidFill>
            <a:prstDash val="solid"/>
          </a:ln>
        </p:spPr>
      </p:sp>
      <p:sp>
        <p:nvSpPr>
          <p:cNvPr id="39" name="Editable arrowhead 24">
            <a:extLst>
              <a:ext uri="{FF2B5EF4-FFF2-40B4-BE49-F238E27FC236}">
                <ns2:creationId id="{949216AA-77FB-4807-B7B7-99E55DEE706F}"/>
              </a:ext>
            </a:extLst>
          </p:cNvPr>
          <p:cNvSpPr>
            <a:spLocks noGrp="1"/>
          </p:cNvSpPr>
          <p:nvPr/>
        </p:nvSpPr>
        <p:spPr>
          <a:xfrm>
            <a:off x="12192000" y="75819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DP2 object 25">
            <a:extLst>
              <a:ext uri="{FF2B5EF4-FFF2-40B4-BE49-F238E27FC236}">
                <ns2:creationId id="{B39A39C3-36E3-42A2-AB0A-C958DA5636AC}"/>
              </a:ext>
            </a:extLst>
          </p:cNvPr>
          <p:cNvSpPr>
            <a:spLocks noGrp="1"/>
          </p:cNvSpPr>
          <p:nvPr/>
        </p:nvSpPr>
        <p:spPr>
          <a:xfrm>
            <a:off x="11753850" y="7743825"/>
            <a:ext cx="714375" cy="276225"/>
          </a:xfrm>
          <a:prstGeom prst="rect">
            <a:avLst/>
          </a:prstGeom>
          <a:noFill/>
          <a:ln w="0">
            <a:noFill/>
            <a:prstDash val="solid"/>
          </a:ln>
        </p:spPr>
        <p:txBody>
          <a:bodyPr wrap="none" lIns="0" tIns="0" rIns="0" bIns="0" anchor="ctr">
            <a:noAutofit/>
          </a:bodyPr>
          <a:lstStyle>
            <a:defPPr algn="r">
              <a:defRPr sz="1700" b="0" lang="ko-KR">
                <a:solidFill>
                  <a:srgbClr val="111111"/>
                </a:solidFill>
                <a:latin typeface="Calibri"/>
                <a:ea typeface="Calibri"/>
                <a:cs typeface="Calibri"/>
              </a:defRPr>
            </a:defPPr>
            <a:lvl1pPr algn="r">
              <a:defRPr sz="1700" b="0" lang="ko-KR">
                <a:solidFill>
                  <a:srgbClr val="111111"/>
                </a:solidFill>
                <a:latin typeface="Calibri"/>
                <a:ea typeface="Calibri"/>
                <a:cs typeface="Calibri"/>
              </a:defRPr>
            </a:lvl1pPr>
            <a:lvl2pPr algn="r">
              <a:defRPr sz="1700" b="0" lang="ko-KR">
                <a:solidFill>
                  <a:srgbClr val="111111"/>
                </a:solidFill>
                <a:latin typeface="Calibri"/>
                <a:ea typeface="Calibri"/>
                <a:cs typeface="Calibri"/>
              </a:defRPr>
            </a:lvl2pPr>
            <a:lvl3pPr algn="r">
              <a:defRPr sz="1700" b="0" lang="ko-KR">
                <a:solidFill>
                  <a:srgbClr val="111111"/>
                </a:solidFill>
                <a:latin typeface="Calibri"/>
                <a:ea typeface="Calibri"/>
                <a:cs typeface="Calibri"/>
              </a:defRPr>
            </a:lvl3pPr>
            <a:lvl4pPr algn="r">
              <a:defRPr sz="1700" b="0" lang="ko-KR">
                <a:solidFill>
                  <a:srgbClr val="111111"/>
                </a:solidFill>
                <a:latin typeface="Calibri"/>
                <a:ea typeface="Calibri"/>
                <a:cs typeface="Calibri"/>
              </a:defRPr>
            </a:lvl4pPr>
            <a:lvl5pPr algn="r">
              <a:defRPr sz="1700" b="0" lang="ko-KR">
                <a:solidFill>
                  <a:srgbClr val="111111"/>
                </a:solidFill>
                <a:latin typeface="Calibri"/>
                <a:ea typeface="Calibri"/>
                <a:cs typeface="Calibri"/>
              </a:defRPr>
            </a:lvl5pPr>
            <a:lvl6pPr algn="r">
              <a:defRPr sz="1700" b="0" lang="ko-KR">
                <a:solidFill>
                  <a:srgbClr val="111111"/>
                </a:solidFill>
                <a:latin typeface="Calibri"/>
                <a:ea typeface="Calibri"/>
                <a:cs typeface="Calibri"/>
              </a:defRPr>
            </a:lvl6pPr>
            <a:lvl7pPr algn="r">
              <a:defRPr sz="1700" b="0" lang="ko-KR">
                <a:solidFill>
                  <a:srgbClr val="111111"/>
                </a:solidFill>
                <a:latin typeface="Calibri"/>
                <a:ea typeface="Calibri"/>
                <a:cs typeface="Calibri"/>
              </a:defRPr>
            </a:lvl7pPr>
            <a:lvl8pPr algn="r">
              <a:defRPr sz="1700" b="0" lang="ko-KR">
                <a:solidFill>
                  <a:srgbClr val="111111"/>
                </a:solidFill>
                <a:latin typeface="Calibri"/>
                <a:ea typeface="Calibri"/>
                <a:cs typeface="Calibri"/>
              </a:defRPr>
            </a:lvl8pPr>
            <a:lvl9pPr algn="r">
              <a:defRPr sz="1700" b="0" lang="ko-KR">
                <a:solidFill>
                  <a:srgbClr val="111111"/>
                </a:solidFill>
                <a:latin typeface="Calibri"/>
                <a:ea typeface="Calibri"/>
                <a:cs typeface="Calibri"/>
              </a:defRPr>
            </a:lvl9pPr>
          </a:lstStyle>
          <a:p>
            <a:pPr algn="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시간</a:t>
            </a:r>
            <a:endParaRPr lang="ko-KR">
              <a:latin typeface="Calibri"/>
              <a:ea typeface="Calibri"/>
              <a:cs typeface="Calibri"/>
            </a:endParaRPr>
          </a:p>
        </p:txBody>
      </p:sp>
      <p:sp>
        <p:nvSpPr>
          <p:cNvPr id="41" name="DP2 object 26">
            <a:extLst>
              <a:ext uri="{FF2B5EF4-FFF2-40B4-BE49-F238E27FC236}">
                <ns2:creationId id="{75851CBB-4AE3-4F9A-AD7B-4B8DC946509C}"/>
              </a:ext>
            </a:extLst>
          </p:cNvPr>
          <p:cNvSpPr>
            <a:spLocks noGrp="1"/>
          </p:cNvSpPr>
          <p:nvPr/>
        </p:nvSpPr>
        <p:spPr>
          <a:xfrm>
            <a:off x="2057400" y="7839075"/>
            <a:ext cx="8905875" cy="3333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수신과 의미 판단 시작은 다른 사건</a:t>
            </a:r>
            <a:endParaRPr lang="ko-KR">
              <a:latin typeface="Calibri"/>
              <a:ea typeface="Calibri"/>
              <a:cs typeface="Calibri"/>
            </a:endParaRPr>
          </a:p>
        </p:txBody>
      </p:sp>
      <p:sp>
        <p:nvSpPr>
          <p:cNvPr id="42" name="DP2 object 27">
            <a:extLst>
              <a:ext uri="{FF2B5EF4-FFF2-40B4-BE49-F238E27FC236}">
                <ns2:creationId id="{DDDC784D-F52A-444F-87D2-8C23D750A7B6}"/>
              </a:ext>
            </a:extLst>
          </p:cNvPr>
          <p:cNvSpPr>
            <a:spLocks noGrp="1"/>
          </p:cNvSpPr>
          <p:nvPr/>
        </p:nvSpPr>
        <p:spPr>
          <a:xfrm>
            <a:off x="13315950" y="2952750"/>
            <a:ext cx="4191000" cy="4762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무엇이 문제인가?</a:t>
            </a:r>
            <a:endParaRPr lang="ko-KR">
              <a:latin typeface="Calibri"/>
              <a:ea typeface="Calibri"/>
              <a:cs typeface="Calibri"/>
            </a:endParaRPr>
          </a:p>
        </p:txBody>
      </p:sp>
      <p:sp>
        <p:nvSpPr>
          <p:cNvPr id="43" name="DP2 object 28">
            <a:extLst>
              <a:ext uri="{FF2B5EF4-FFF2-40B4-BE49-F238E27FC236}">
                <ns2:creationId id="{807E3E51-5E7E-46C6-A55F-B4FA0864BB4B}"/>
              </a:ext>
            </a:extLst>
          </p:cNvPr>
          <p:cNvSpPr>
            <a:spLocks noGrp="1"/>
          </p:cNvSpPr>
          <p:nvPr/>
        </p:nvSpPr>
        <p:spPr>
          <a:xfrm>
            <a:off x="13373100" y="3867150"/>
            <a:ext cx="266700" cy="276225"/>
          </a:xfrm>
          <a:prstGeom prst="roundRect">
            <a:avLst>
              <a:gd name="adj" fmla="val 28571"/>
            </a:avLst>
          </a:prstGeom>
          <a:solidFill>
            <a:srgbClr val="C9E1B3"/>
          </a:solidFill>
          <a:ln w="17145">
            <a:solidFill>
              <a:srgbClr val="70A843"/>
            </a:solidFill>
            <a:prstDash val="solid"/>
          </a:ln>
        </p:spPr>
      </p:sp>
      <p:sp>
        <p:nvSpPr>
          <p:cNvPr id="44" name="DP2 object 29">
            <a:extLst>
              <a:ext uri="{FF2B5EF4-FFF2-40B4-BE49-F238E27FC236}">
                <ns2:creationId id="{A1EE9FCD-DA3C-4926-9E31-D7067E6305EA}"/>
              </a:ext>
            </a:extLst>
          </p:cNvPr>
          <p:cNvSpPr>
            <a:spLocks noGrp="1"/>
          </p:cNvSpPr>
          <p:nvPr/>
        </p:nvSpPr>
        <p:spPr>
          <a:xfrm>
            <a:off x="13373100"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5" name="DP2 object 30">
            <a:extLst>
              <a:ext uri="{FF2B5EF4-FFF2-40B4-BE49-F238E27FC236}">
                <ns2:creationId id="{5085DBDA-CCD9-4CEF-8B4C-3FC6CA91E80F}"/>
              </a:ext>
            </a:extLst>
          </p:cNvPr>
          <p:cNvSpPr>
            <a:spLocks noGrp="1"/>
          </p:cNvSpPr>
          <p:nvPr/>
        </p:nvSpPr>
        <p:spPr>
          <a:xfrm>
            <a:off x="13830300" y="3800475"/>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같은 실행에서 기다리면</a:t>
            </a:r>
            <a:endParaRPr lang="ko-KR">
              <a:latin typeface="Calibri"/>
              <a:ea typeface="Calibri"/>
              <a:cs typeface="Calibri"/>
            </a:endParaRPr>
          </a:p>
        </p:txBody>
      </p:sp>
      <p:sp>
        <p:nvSpPr>
          <p:cNvPr id="46" name="DP2 object 31">
            <a:extLst>
              <a:ext uri="{FF2B5EF4-FFF2-40B4-BE49-F238E27FC236}">
                <ns2:creationId id="{D375D465-03CA-4CF0-9020-022C11604F0E}"/>
              </a:ext>
            </a:extLst>
          </p:cNvPr>
          <p:cNvSpPr>
            <a:spLocks noGrp="1"/>
          </p:cNvSpPr>
          <p:nvPr/>
        </p:nvSpPr>
        <p:spPr>
          <a:xfrm>
            <a:off x="13392150" y="444817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새 질문의 응답이</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현재 판단에 묶인다</a:t>
            </a:r>
            <a:endParaRPr lang="ko-KR">
              <a:latin typeface="Calibri"/>
              <a:ea typeface="Calibri"/>
              <a:cs typeface="Calibri"/>
            </a:endParaRPr>
          </a:p>
        </p:txBody>
      </p:sp>
      <p:sp>
        <p:nvSpPr>
          <p:cNvPr id="47" name="Editable path 32">
            <a:extLst>
              <a:ext uri="{FF2B5EF4-FFF2-40B4-BE49-F238E27FC236}">
                <ns2:creationId id="{5A10F143-9733-4C6D-A3AE-BF032ECDD727}"/>
              </a:ext>
            </a:extLst>
          </p:cNvPr>
          <p:cNvSpPr>
            <a:spLocks noGrp="1"/>
          </p:cNvSpPr>
          <p:nvPr/>
        </p:nvSpPr>
        <p:spPr>
          <a:xfrm>
            <a:off x="13392150" y="5572125"/>
            <a:ext cx="4076700" cy="953"/>
          </a:xfrm>
          <a:custGeom>
            <a:pathLst>
              <a:path w="4076700" h="953">
                <a:moveTo>
                  <a:pt x="0" y="0"/>
                </a:moveTo>
                <a:lnTo>
                  <a:pt x="4076700" y="0"/>
                </a:lnTo>
              </a:path>
            </a:pathLst>
          </a:custGeom>
          <a:noFill/>
          <a:ln w="14288">
            <a:solidFill>
              <a:srgbClr val="B7B9B9"/>
            </a:solidFill>
            <a:prstDash val="solid"/>
          </a:ln>
        </p:spPr>
      </p:sp>
      <p:sp>
        <p:nvSpPr>
          <p:cNvPr id="48" name="DP2 object 33">
            <a:extLst>
              <a:ext uri="{FF2B5EF4-FFF2-40B4-BE49-F238E27FC236}">
                <ns2:creationId id="{35A6D6F2-CACE-4C9F-B27D-2E8A9C3E7DE1}"/>
              </a:ext>
            </a:extLst>
          </p:cNvPr>
          <p:cNvSpPr>
            <a:spLocks noGrp="1"/>
          </p:cNvSpPr>
          <p:nvPr/>
        </p:nvSpPr>
        <p:spPr>
          <a:xfrm>
            <a:off x="13373100" y="6010275"/>
            <a:ext cx="266700" cy="276225"/>
          </a:xfrm>
          <a:prstGeom prst="roundRect">
            <a:avLst>
              <a:gd name="adj" fmla="val 28571"/>
            </a:avLst>
          </a:prstGeom>
          <a:solidFill>
            <a:srgbClr val="C9E1B3"/>
          </a:solidFill>
          <a:ln w="17145">
            <a:solidFill>
              <a:srgbClr val="70A843"/>
            </a:solidFill>
            <a:prstDash val="solid"/>
          </a:ln>
        </p:spPr>
      </p:sp>
      <p:sp>
        <p:nvSpPr>
          <p:cNvPr id="49" name="DP2 object 34">
            <a:extLst>
              <a:ext uri="{FF2B5EF4-FFF2-40B4-BE49-F238E27FC236}">
                <ns2:creationId id="{B5E7D073-0149-4A64-8F46-5F43343476EE}"/>
              </a:ext>
            </a:extLst>
          </p:cNvPr>
          <p:cNvSpPr>
            <a:spLocks noGrp="1"/>
          </p:cNvSpPr>
          <p:nvPr/>
        </p:nvSpPr>
        <p:spPr>
          <a:xfrm>
            <a:off x="13373100" y="6010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0" name="DP2 object 35">
            <a:extLst>
              <a:ext uri="{FF2B5EF4-FFF2-40B4-BE49-F238E27FC236}">
                <ns2:creationId id="{DD36C6E9-5184-4844-B55C-DD7A038ACE9C}"/>
              </a:ext>
            </a:extLst>
          </p:cNvPr>
          <p:cNvSpPr>
            <a:spLocks noGrp="1"/>
          </p:cNvSpPr>
          <p:nvPr/>
        </p:nvSpPr>
        <p:spPr>
          <a:xfrm>
            <a:off x="13830300" y="5943600"/>
            <a:ext cx="3648075" cy="40005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실행을 나누면</a:t>
            </a:r>
            <a:endParaRPr lang="ko-KR">
              <a:latin typeface="Calibri"/>
              <a:ea typeface="Calibri"/>
              <a:cs typeface="Calibri"/>
            </a:endParaRPr>
          </a:p>
        </p:txBody>
      </p:sp>
      <p:sp>
        <p:nvSpPr>
          <p:cNvPr id="51" name="DP2 object 36">
            <a:extLst>
              <a:ext uri="{FF2B5EF4-FFF2-40B4-BE49-F238E27FC236}">
                <ns2:creationId id="{779B5A7D-3FF4-4100-8BF6-8685CB105707}"/>
              </a:ext>
            </a:extLst>
          </p:cNvPr>
          <p:cNvSpPr>
            <a:spLocks noGrp="1"/>
          </p:cNvSpPr>
          <p:nvPr/>
        </p:nvSpPr>
        <p:spPr>
          <a:xfrm>
            <a:off x="13392150" y="6600825"/>
            <a:ext cx="4067175" cy="866775"/>
          </a:xfrm>
          <a:prstGeom prst="rect">
            <a:avLst/>
          </a:prstGeom>
          <a:noFill/>
          <a:ln w="0">
            <a:noFill/>
            <a:prstDash val="solid"/>
          </a:ln>
        </p:spPr>
        <p:txBody>
          <a:bodyPr wrap="none" lIns="0" tIns="0" rIns="0" bIns="0" anchor="ctr">
            <a:noAutofit/>
          </a:bodyPr>
          <a:lstStyle>
            <a:defPPr algn="l">
              <a:defRPr sz="2400" b="1" lang="ko-KR">
                <a:solidFill>
                  <a:srgbClr val="C00000"/>
                </a:solidFill>
                <a:latin typeface="Calibri"/>
                <a:ea typeface="Calibri"/>
                <a:cs typeface="Calibri"/>
              </a:defRPr>
            </a:defPPr>
            <a:lvl1pPr algn="l">
              <a:defRPr sz="2400" b="1" lang="ko-KR">
                <a:solidFill>
                  <a:srgbClr val="C00000"/>
                </a:solidFill>
                <a:latin typeface="Calibri"/>
                <a:ea typeface="Calibri"/>
                <a:cs typeface="Calibri"/>
              </a:defRPr>
            </a:lvl1pPr>
            <a:lvl2pPr algn="l">
              <a:defRPr sz="2400" b="1" lang="ko-KR">
                <a:solidFill>
                  <a:srgbClr val="C00000"/>
                </a:solidFill>
                <a:latin typeface="Calibri"/>
                <a:ea typeface="Calibri"/>
                <a:cs typeface="Calibri"/>
              </a:defRPr>
            </a:lvl2pPr>
            <a:lvl3pPr algn="l">
              <a:defRPr sz="2400" b="1" lang="ko-KR">
                <a:solidFill>
                  <a:srgbClr val="C00000"/>
                </a:solidFill>
                <a:latin typeface="Calibri"/>
                <a:ea typeface="Calibri"/>
                <a:cs typeface="Calibri"/>
              </a:defRPr>
            </a:lvl3pPr>
            <a:lvl4pPr algn="l">
              <a:defRPr sz="2400" b="1" lang="ko-KR">
                <a:solidFill>
                  <a:srgbClr val="C00000"/>
                </a:solidFill>
                <a:latin typeface="Calibri"/>
                <a:ea typeface="Calibri"/>
                <a:cs typeface="Calibri"/>
              </a:defRPr>
            </a:lvl4pPr>
            <a:lvl5pPr algn="l">
              <a:defRPr sz="2400" b="1" lang="ko-KR">
                <a:solidFill>
                  <a:srgbClr val="C00000"/>
                </a:solidFill>
                <a:latin typeface="Calibri"/>
                <a:ea typeface="Calibri"/>
                <a:cs typeface="Calibri"/>
              </a:defRPr>
            </a:lvl5pPr>
            <a:lvl6pPr algn="l">
              <a:defRPr sz="2400" b="1" lang="ko-KR">
                <a:solidFill>
                  <a:srgbClr val="C00000"/>
                </a:solidFill>
                <a:latin typeface="Calibri"/>
                <a:ea typeface="Calibri"/>
                <a:cs typeface="Calibri"/>
              </a:defRPr>
            </a:lvl6pPr>
            <a:lvl7pPr algn="l">
              <a:defRPr sz="2400" b="1" lang="ko-KR">
                <a:solidFill>
                  <a:srgbClr val="C00000"/>
                </a:solidFill>
                <a:latin typeface="Calibri"/>
                <a:ea typeface="Calibri"/>
                <a:cs typeface="Calibri"/>
              </a:defRPr>
            </a:lvl7pPr>
            <a:lvl8pPr algn="l">
              <a:defRPr sz="2400" b="1" lang="ko-KR">
                <a:solidFill>
                  <a:srgbClr val="C00000"/>
                </a:solidFill>
                <a:latin typeface="Calibri"/>
                <a:ea typeface="Calibri"/>
                <a:cs typeface="Calibri"/>
              </a:defRPr>
            </a:lvl8pPr>
            <a:lvl9pPr algn="l">
              <a:defRPr sz="2400" b="1" lang="ko-KR">
                <a:solidFill>
                  <a:srgbClr val="C00000"/>
                </a:solidFill>
                <a:latin typeface="Calibri"/>
                <a:ea typeface="Calibri"/>
                <a:cs typeface="Calibri"/>
              </a:defRPr>
            </a:lvl9pPr>
          </a:lstStyle>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요청별 문맥과</a:t>
            </a:r>
            <a:endParaRPr lang="ko-KR">
              <a:latin typeface="Calibri"/>
              <a:ea typeface="Calibri"/>
              <a:cs typeface="Calibri"/>
            </a:endParaRPr>
          </a:p>
          <a:p>
            <a:pPr algn="l">
              <a:defRPr sz="2400" b="1" lang="ko-KR">
                <a:solidFill>
                  <a:srgbClr val="C00000"/>
                </a:solidFill>
                <a:latin typeface="Calibri"/>
                <a:ea typeface="Calibri"/>
                <a:cs typeface="Calibri"/>
              </a:defRPr>
            </a:pPr>
            <a:r>
              <a:rPr sz="2400" b="1" lang="ko-KR">
                <a:solidFill>
                  <a:srgbClr val="C00000"/>
                </a:solidFill>
                <a:latin typeface="Calibri"/>
                <a:ea typeface="Calibri"/>
                <a:cs typeface="Calibri"/>
              </a:rPr>
              <a:t>반환 상태가 늘어난다</a:t>
            </a:r>
            <a:endParaRPr lang="ko-KR">
              <a:latin typeface="Calibri"/>
              <a:ea typeface="Calibri"/>
              <a:cs typeface="Calibri"/>
            </a:endParaRPr>
          </a:p>
        </p:txBody>
      </p:sp>
      <p:sp>
        <p:nvSpPr>
          <p:cNvPr id="52" name="Editable path 37">
            <a:extLst>
              <a:ext uri="{FF2B5EF4-FFF2-40B4-BE49-F238E27FC236}">
                <ns2:creationId id="{736CFCD1-0E10-49C1-8360-C86759646FD8}"/>
              </a:ext>
            </a:extLst>
          </p:cNvPr>
          <p:cNvSpPr>
            <a:spLocks noGrp="1"/>
          </p:cNvSpPr>
          <p:nvPr/>
        </p:nvSpPr>
        <p:spPr>
          <a:xfrm>
            <a:off x="600075" y="8524875"/>
            <a:ext cx="16497300" cy="953"/>
          </a:xfrm>
          <a:custGeom>
            <a:pathLst>
              <a:path w="16497300" h="953">
                <a:moveTo>
                  <a:pt x="0" y="0"/>
                </a:moveTo>
                <a:lnTo>
                  <a:pt x="16497300" y="0"/>
                </a:lnTo>
              </a:path>
            </a:pathLst>
          </a:custGeom>
          <a:noFill/>
          <a:ln w="14288">
            <a:solidFill>
              <a:srgbClr val="4676CB"/>
            </a:solidFill>
            <a:prstDash val="solid"/>
          </a:ln>
        </p:spPr>
      </p:sp>
      <p:sp>
        <p:nvSpPr>
          <p:cNvPr id="53" name="DP2 object 38">
            <a:extLst>
              <a:ext uri="{FF2B5EF4-FFF2-40B4-BE49-F238E27FC236}">
                <ns2:creationId id="{410D02A6-4547-4838-B012-37AC768AD8E2}"/>
              </a:ext>
            </a:extLst>
          </p:cNvPr>
          <p:cNvSpPr>
            <a:spLocks noGrp="1"/>
          </p:cNvSpPr>
          <p:nvPr/>
        </p:nvSpPr>
        <p:spPr>
          <a:xfrm>
            <a:off x="628650" y="8858250"/>
            <a:ext cx="2714625" cy="523875"/>
          </a:xfrm>
          <a:prstGeom prst="rect">
            <a:avLst/>
          </a:prstGeom>
          <a:noFill/>
          <a:ln w="0">
            <a:noFill/>
            <a:prstDash val="solid"/>
          </a:ln>
        </p:spPr>
        <p:txBody>
          <a:bodyPr wrap="none" lIns="0" tIns="0" rIns="0" bIns="0" anchor="ctr">
            <a:noAutofit/>
          </a:bodyPr>
          <a:lstStyle>
            <a:defPPr algn="l">
              <a:defRPr sz="2500" b="1" lang="ko-KR">
                <a:solidFill>
                  <a:srgbClr val="C00000"/>
                </a:solidFill>
                <a:latin typeface="Calibri"/>
                <a:ea typeface="Calibri"/>
                <a:cs typeface="Calibri"/>
              </a:defRPr>
            </a:defPPr>
            <a:lvl1pPr algn="l">
              <a:defRPr sz="2500" b="1" lang="ko-KR">
                <a:solidFill>
                  <a:srgbClr val="C00000"/>
                </a:solidFill>
                <a:latin typeface="Calibri"/>
                <a:ea typeface="Calibri"/>
                <a:cs typeface="Calibri"/>
              </a:defRPr>
            </a:lvl1pPr>
            <a:lvl2pPr algn="l">
              <a:defRPr sz="2500" b="1" lang="ko-KR">
                <a:solidFill>
                  <a:srgbClr val="C00000"/>
                </a:solidFill>
                <a:latin typeface="Calibri"/>
                <a:ea typeface="Calibri"/>
                <a:cs typeface="Calibri"/>
              </a:defRPr>
            </a:lvl2pPr>
            <a:lvl3pPr algn="l">
              <a:defRPr sz="2500" b="1" lang="ko-KR">
                <a:solidFill>
                  <a:srgbClr val="C00000"/>
                </a:solidFill>
                <a:latin typeface="Calibri"/>
                <a:ea typeface="Calibri"/>
                <a:cs typeface="Calibri"/>
              </a:defRPr>
            </a:lvl3pPr>
            <a:lvl4pPr algn="l">
              <a:defRPr sz="2500" b="1" lang="ko-KR">
                <a:solidFill>
                  <a:srgbClr val="C00000"/>
                </a:solidFill>
                <a:latin typeface="Calibri"/>
                <a:ea typeface="Calibri"/>
                <a:cs typeface="Calibri"/>
              </a:defRPr>
            </a:lvl4pPr>
            <a:lvl5pPr algn="l">
              <a:defRPr sz="2500" b="1" lang="ko-KR">
                <a:solidFill>
                  <a:srgbClr val="C00000"/>
                </a:solidFill>
                <a:latin typeface="Calibri"/>
                <a:ea typeface="Calibri"/>
                <a:cs typeface="Calibri"/>
              </a:defRPr>
            </a:lvl5pPr>
            <a:lvl6pPr algn="l">
              <a:defRPr sz="2500" b="1" lang="ko-KR">
                <a:solidFill>
                  <a:srgbClr val="C00000"/>
                </a:solidFill>
                <a:latin typeface="Calibri"/>
                <a:ea typeface="Calibri"/>
                <a:cs typeface="Calibri"/>
              </a:defRPr>
            </a:lvl6pPr>
            <a:lvl7pPr algn="l">
              <a:defRPr sz="2500" b="1" lang="ko-KR">
                <a:solidFill>
                  <a:srgbClr val="C00000"/>
                </a:solidFill>
                <a:latin typeface="Calibri"/>
                <a:ea typeface="Calibri"/>
                <a:cs typeface="Calibri"/>
              </a:defRPr>
            </a:lvl7pPr>
            <a:lvl8pPr algn="l">
              <a:defRPr sz="2500" b="1" lang="ko-KR">
                <a:solidFill>
                  <a:srgbClr val="C00000"/>
                </a:solidFill>
                <a:latin typeface="Calibri"/>
                <a:ea typeface="Calibri"/>
                <a:cs typeface="Calibri"/>
              </a:defRPr>
            </a:lvl8pPr>
            <a:lvl9pPr algn="l">
              <a:defRPr sz="2500" b="1" lang="ko-KR">
                <a:solidFill>
                  <a:srgbClr val="C00000"/>
                </a:solidFill>
                <a:latin typeface="Calibri"/>
                <a:ea typeface="Calibri"/>
                <a:cs typeface="Calibri"/>
              </a:defRPr>
            </a:lvl9pPr>
          </a:lstStyle>
          <a:p>
            <a:pPr algn="l">
              <a:defRPr sz="2500" b="1" lang="ko-KR">
                <a:solidFill>
                  <a:srgbClr val="C00000"/>
                </a:solidFill>
                <a:latin typeface="Calibri"/>
                <a:ea typeface="Calibri"/>
                <a:cs typeface="Calibri"/>
              </a:defRPr>
            </a:pPr>
            <a:r>
              <a:rPr sz="25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4" name="DP2 object 39">
            <a:extLst>
              <a:ext uri="{FF2B5EF4-FFF2-40B4-BE49-F238E27FC236}">
                <ns2:creationId id="{9207F634-8F44-4B96-B4D2-2412D2AC5CA7}"/>
              </a:ext>
            </a:extLst>
          </p:cNvPr>
          <p:cNvSpPr>
            <a:spLocks noGrp="1"/>
          </p:cNvSpPr>
          <p:nvPr/>
        </p:nvSpPr>
        <p:spPr>
          <a:xfrm>
            <a:off x="3581400" y="8801100"/>
            <a:ext cx="13620750" cy="59055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새 입력을 같은 해석 실행에 넣을까, 요청별로 나눌까?</a:t>
            </a:r>
            <a:endParaRPr lang="ko-KR">
              <a:latin typeface="Calibri"/>
              <a:ea typeface="Calibri"/>
              <a:cs typeface="Calibri"/>
            </a:endParaRPr>
          </a:p>
        </p:txBody>
      </p:sp>
      <p:sp>
        <p:nvSpPr>
          <p:cNvPr id="55" name="DP2 object 40">
            <a:extLst>
              <a:ext uri="{FF2B5EF4-FFF2-40B4-BE49-F238E27FC236}">
                <ns2:creationId id="{D598E557-5DB8-421D-A468-86837F825D40}"/>
              </a:ext>
            </a:extLst>
          </p:cNvPr>
          <p:cNvSpPr>
            <a:spLocks noGrp="1"/>
          </p:cNvSpPr>
          <p:nvPr/>
        </p:nvSpPr>
        <p:spPr>
          <a:xfrm>
            <a:off x="3581400" y="9448800"/>
            <a:ext cx="13811250" cy="4095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원래 목표를 보존하며, 새 입력의 판단을 시작하는 실행 구조를 선택한다.</a:t>
            </a:r>
            <a:endParaRPr lang="ko-KR">
              <a:latin typeface="Calibri"/>
              <a:ea typeface="Calibri"/>
              <a:cs typeface="Calibri"/>
            </a:endParaRPr>
          </a:p>
        </p:txBody>
      </p:sp>
    </p:spTree>
    <p:extLst>
      <p:ext uri="{BB962C8B-B14F-4D97-AF65-F5344CB8AC3E}">
        <p14:creationId val="406459604"/>
      </p:ext>
    </p:extLst>
  </p:cSld>
</p:sld>
</file>

<file path=ppt/slides/slide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19D103B5-6CA7-413D-B885-48B1766CA532}"/>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(설계 방안 비교)</a:t>
            </a:r>
            <a:endParaRPr lang="ko-KR">
              <a:latin typeface="Calibri"/>
              <a:ea typeface="Calibri"/>
              <a:cs typeface="Calibri"/>
            </a:endParaRPr>
          </a:p>
        </p:txBody>
      </p:sp>
      <p:sp>
        <p:nvSpPr>
          <p:cNvPr id="2" name="Workflow 과제 소개">
            <a:extLst>
              <a:ext uri="{FF2B5EF4-FFF2-40B4-BE49-F238E27FC236}">
                <ns2:creationId id="{108C827F-BBB5-4313-AEBA-6BEAB14CF4E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24DDA89-B91E-4E8A-908A-E53AC33E9CB0}"/>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FA36AA18-2E71-4F3A-A804-29861208A26E}"/>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5D19F3C8-038B-40FA-9EC8-5CF75B9236D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5A4D133-7E78-4036-BD8F-C833BA538FF7}"/>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840D553B-109A-4BCB-BDF8-F6F25D93FD8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FB15FFE2-76DF-4F4C-892D-64A746E9544B}"/>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EDE6575C-1967-4493-AB50-BBEF6DE5F65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086CF378-302A-4282-934F-930263622D7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57D55259-AECF-4A86-B56D-24919EAE5810}"/>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26C1F6D-24BB-4D0F-9E1A-9220B5D64AE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D95D884-E63B-43F8-8FEB-0DA1A6BAFD8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6 / 17</a:t>
            </a:r>
            <a:endParaRPr lang="ko-KR">
              <a:latin typeface="Calibri"/>
              <a:ea typeface="Calibri"/>
              <a:cs typeface="Calibri"/>
            </a:endParaRPr>
          </a:p>
        </p:txBody>
      </p:sp>
      <p:sp>
        <p:nvSpPr>
          <p:cNvPr id="14" name="DP2 object 41">
            <a:extLst>
              <a:ext uri="{FF2B5EF4-FFF2-40B4-BE49-F238E27FC236}">
                <ns2:creationId id="{98483D9A-E0EF-4B33-B896-29E3DE9C00B3}"/>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 하나의 대화 해석 실행   /   B: 공통 대화 해석과 요청별 실행</a:t>
            </a:r>
            <a:endParaRPr lang="ko-KR">
              <a:latin typeface="Calibri"/>
              <a:ea typeface="Calibri"/>
              <a:cs typeface="Calibri"/>
            </a:endParaRPr>
          </a:p>
        </p:txBody>
      </p:sp>
      <p:graphicFrame>
        <p:nvGraphicFramePr>
          <p:cNvPr id="15" name="">
            <a:extLst>
              <a:ext uri="{FF2B5EF4-FFF2-40B4-BE49-F238E27FC236}">
                <ns2:creationId id="{312E0D7E-7169-4674-AEEF-8C20558CDEB2}"/>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호출 한도가 차면 병행 이익이 줄어듦</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46.170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42">
            <a:extLst>
              <a:ext uri="{FF2B5EF4-FFF2-40B4-BE49-F238E27FC236}">
                <ns2:creationId id="{5FACA562-3D7B-4917-9805-1D92FB9A06E4}"/>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43">
            <a:extLst>
              <a:ext uri="{FF2B5EF4-FFF2-40B4-BE49-F238E27FC236}">
                <ns2:creationId id="{7E430257-1921-40F1-B6BD-162EF98495DA}"/>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44">
            <a:extLst>
              <a:ext uri="{FF2B5EF4-FFF2-40B4-BE49-F238E27FC236}">
                <ns2:creationId id="{DEEDA84F-0FE9-4C96-9DF7-7880F3217CE1}"/>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45">
            <a:extLst>
              <a:ext uri="{FF2B5EF4-FFF2-40B4-BE49-F238E27FC236}">
                <ns2:creationId id="{FC3C8F0A-5BB4-47C9-8F50-4144DD9C6002}"/>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46">
            <a:extLst>
              <a:ext uri="{FF2B5EF4-FFF2-40B4-BE49-F238E27FC236}">
                <ns2:creationId id="{7D95B5FD-E933-4CCC-922C-7D31E15C79A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47">
            <a:extLst>
              <a:ext uri="{FF2B5EF4-FFF2-40B4-BE49-F238E27FC236}">
                <ns2:creationId id="{80381CDF-2077-4F71-90B8-C5E33AF497CF}"/>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2A4345BA-95B6-4E1E-BF49-972741EE7D9D}"/>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48">
            <a:extLst>
              <a:ext uri="{FF2B5EF4-FFF2-40B4-BE49-F238E27FC236}">
                <ns2:creationId id="{361240EF-1398-47B7-9C73-486E246F19A9}"/>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49">
            <a:extLst>
              <a:ext uri="{FF2B5EF4-FFF2-40B4-BE49-F238E27FC236}">
                <ns2:creationId id="{7FE8201A-8A2A-49B4-A12F-D646AF0AE7BD}"/>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50">
            <a:extLst>
              <a:ext uri="{FF2B5EF4-FFF2-40B4-BE49-F238E27FC236}">
                <ns2:creationId id="{D73A0681-8362-4357-92B5-8CAA42F6B02C}"/>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51">
            <a:extLst>
              <a:ext uri="{FF2B5EF4-FFF2-40B4-BE49-F238E27FC236}">
                <ns2:creationId id="{0D69AE57-3F6A-4FF3-9296-68E3A35B2E8F}"/>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7" name="A Request Controller Component">
            <a:extLst>
              <a:ext uri="{FF2B5EF4-FFF2-40B4-BE49-F238E27FC236}">
                <ns2:creationId id="{F83578C6-7D3D-4AF0-8E72-96A311DD8456}"/>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28" name="DP2 object 52">
            <a:extLst>
              <a:ext uri="{FF2B5EF4-FFF2-40B4-BE49-F238E27FC236}">
                <ns2:creationId id="{2B54E1EC-EA3F-43B6-8A80-53C1CA9A2724}"/>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29" name="Editable path 53">
            <a:extLst>
              <a:ext uri="{FF2B5EF4-FFF2-40B4-BE49-F238E27FC236}">
                <ns2:creationId id="{0D4FC061-E3E1-4C7B-B9EF-CF94ED5A364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0" name="입력 보존 / 경계에 해석 요청">
            <a:extLst>
              <a:ext uri="{FF2B5EF4-FFF2-40B4-BE49-F238E27FC236}">
                <ns2:creationId id="{88C23232-B9A6-48FC-BAA9-EC4003C60E87}"/>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1" name="DP2 object 54">
            <a:extLst>
              <a:ext uri="{FF2B5EF4-FFF2-40B4-BE49-F238E27FC236}">
                <ns2:creationId id="{AA096C88-CF0A-4794-AFA0-85138DFB8765}"/>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2" name="채택 목표 / revision">
            <a:extLst>
              <a:ext uri="{FF2B5EF4-FFF2-40B4-BE49-F238E27FC236}">
                <ns2:creationId id="{C5A5FCE9-7512-4F1B-B751-4AC98FA187CA}"/>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3" name="DP2 object 55">
            <a:extLst>
              <a:ext uri="{FF2B5EF4-FFF2-40B4-BE49-F238E27FC236}">
                <ns2:creationId id="{7B3CB90E-87E6-4D8B-968A-A812E3D5A0E4}"/>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4" name="현재성 확인·채택">
            <a:extLst>
              <a:ext uri="{FF2B5EF4-FFF2-40B4-BE49-F238E27FC236}">
                <ns2:creationId id="{2E4669D5-6203-4B8A-9700-69F984CA821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5" name="DP2 object 56">
            <a:extLst>
              <a:ext uri="{FF2B5EF4-FFF2-40B4-BE49-F238E27FC236}">
                <ns2:creationId id="{51113FB1-5D58-4E94-AC12-7A515423BF0D}"/>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6" name="Editable path 57">
            <a:extLst>
              <a:ext uri="{FF2B5EF4-FFF2-40B4-BE49-F238E27FC236}">
                <ns2:creationId id="{3DCF9BD4-DC95-4B12-B899-4DCB2DE00C49}"/>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7" name="Editable arrowhead 58">
            <a:extLst>
              <a:ext uri="{FF2B5EF4-FFF2-40B4-BE49-F238E27FC236}">
                <ns2:creationId id="{691C5163-5E83-49FA-B855-C20F7A6E0FB1}"/>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Editable path 59">
            <a:extLst>
              <a:ext uri="{FF2B5EF4-FFF2-40B4-BE49-F238E27FC236}">
                <ns2:creationId id="{135773F3-1794-4E37-98A9-3BE350B59C79}"/>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39" name="Editable arrowhead 60">
            <a:extLst>
              <a:ext uri="{FF2B5EF4-FFF2-40B4-BE49-F238E27FC236}">
                <ns2:creationId id="{992EB70C-A24B-4062-BBB5-6783C648E833}"/>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0" name="DP2 object 61">
            <a:extLst>
              <a:ext uri="{FF2B5EF4-FFF2-40B4-BE49-F238E27FC236}">
                <ns2:creationId id="{D43891C2-7CC3-455B-B2F1-4F47A91F0012}"/>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1" name="DP2 object 62">
            <a:extLst>
              <a:ext uri="{FF2B5EF4-FFF2-40B4-BE49-F238E27FC236}">
                <ns2:creationId id="{240971D0-549A-4D4E-ACF2-E09BDF38C89C}"/>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2" name="A Request Interpreter Component">
            <a:extLst>
              <a:ext uri="{FF2B5EF4-FFF2-40B4-BE49-F238E27FC236}">
                <ns2:creationId id="{43990213-E01A-4E8C-B814-686A4D287234}"/>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3" name="DP2 object 63">
            <a:extLst>
              <a:ext uri="{FF2B5EF4-FFF2-40B4-BE49-F238E27FC236}">
                <ns2:creationId id="{D1FB4FB6-D631-4938-9A4B-C1A7AB81EAA2}"/>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4" name="Editable path 64">
            <a:extLst>
              <a:ext uri="{FF2B5EF4-FFF2-40B4-BE49-F238E27FC236}">
                <ns2:creationId id="{9AD1AC6A-D7F0-43A4-BABD-94839E381822}"/>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5" name="A single conversation execution">
            <a:extLst>
              <a:ext uri="{FF2B5EF4-FFF2-40B4-BE49-F238E27FC236}">
                <ns2:creationId id="{195FA9F0-B2EF-43CE-98D8-8A4DAEB2BC34}"/>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6" name="DP2 object 65">
            <a:extLst>
              <a:ext uri="{FF2B5EF4-FFF2-40B4-BE49-F238E27FC236}">
                <ns2:creationId id="{4E1BB8A8-185D-46AA-9A63-654A4D7D257E}"/>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7" name="현재 step 종료 뒤&#10;새 입력의 관계·내용 판단">
            <a:extLst>
              <a:ext uri="{FF2B5EF4-FFF2-40B4-BE49-F238E27FC236}">
                <ns2:creationId id="{4BC462A8-86E4-4F93-B9A7-7FF998AF66BD}"/>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48" name="DP2 object 66">
            <a:extLst>
              <a:ext uri="{FF2B5EF4-FFF2-40B4-BE49-F238E27FC236}">
                <ns2:creationId id="{970197FC-EB1B-4527-9847-C28C5F767D81}"/>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49" name="한 대화의 근거와&#10;R1·R2 잠정 판단">
            <a:extLst>
              <a:ext uri="{FF2B5EF4-FFF2-40B4-BE49-F238E27FC236}">
                <ns2:creationId id="{A0289406-C7F9-418D-8DE7-C2E6EA80A516}"/>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0" name="DP2 object 67">
            <a:extLst>
              <a:ext uri="{FF2B5EF4-FFF2-40B4-BE49-F238E27FC236}">
                <ns2:creationId id="{32E1094D-7ABE-41D5-B998-1F86192BDC91}"/>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1" name="Editable path 68">
            <a:extLst>
              <a:ext uri="{FF2B5EF4-FFF2-40B4-BE49-F238E27FC236}">
                <ns2:creationId id="{D390DFC9-7376-453B-98BC-940A9158C03B}"/>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2" name="Editable arrowhead 69">
            <a:extLst>
              <a:ext uri="{FF2B5EF4-FFF2-40B4-BE49-F238E27FC236}">
                <ns2:creationId id="{B503F179-8820-45B7-BBF2-52F010979D8C}"/>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3" name="Editable path 70">
            <a:extLst>
              <a:ext uri="{FF2B5EF4-FFF2-40B4-BE49-F238E27FC236}">
                <ns2:creationId id="{EBD76304-7835-4924-9B17-822A19F86836}"/>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4" name="Editable arrowhead 71">
            <a:extLst>
              <a:ext uri="{FF2B5EF4-FFF2-40B4-BE49-F238E27FC236}">
                <ns2:creationId id="{A8A1791B-D139-43EE-B838-899C235FA816}"/>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2 object 72">
            <a:extLst>
              <a:ext uri="{FF2B5EF4-FFF2-40B4-BE49-F238E27FC236}">
                <ns2:creationId id="{EFC0A6D0-1FF9-496A-A3E5-864BFAA9F214}"/>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6" name="DP2 object 73">
            <a:extLst>
              <a:ext uri="{FF2B5EF4-FFF2-40B4-BE49-F238E27FC236}">
                <ns2:creationId id="{E9215404-1ED1-4F9E-AFF3-8F63775D524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7" name="Editable path 74">
            <a:extLst>
              <a:ext uri="{FF2B5EF4-FFF2-40B4-BE49-F238E27FC236}">
                <ns2:creationId id="{9D77661E-27BA-42CA-8D85-40A994114CA3}"/>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58" name="Editable arrowhead 75">
            <a:extLst>
              <a:ext uri="{FF2B5EF4-FFF2-40B4-BE49-F238E27FC236}">
                <ns2:creationId id="{C06CB787-7E1F-47D8-BCB2-B8CAFCBE1E64}"/>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9" name="DP2 object 76">
            <a:extLst>
              <a:ext uri="{FF2B5EF4-FFF2-40B4-BE49-F238E27FC236}">
                <ns2:creationId id="{FD86BF16-82D4-425B-94C2-D91850AB1742}"/>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0" name="DP2 object 77">
            <a:extLst>
              <a:ext uri="{FF2B5EF4-FFF2-40B4-BE49-F238E27FC236}">
                <ns2:creationId id="{6B2959B8-301F-41C0-9CCC-DC3F2CEBD149}"/>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1" name="B Request Controller Component">
            <a:extLst>
              <a:ext uri="{FF2B5EF4-FFF2-40B4-BE49-F238E27FC236}">
                <ns2:creationId id="{8E490EC8-B87B-45A7-AA28-A50DEA4C1CFE}"/>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2" name="DP2 object 78">
            <a:extLst>
              <a:ext uri="{FF2B5EF4-FFF2-40B4-BE49-F238E27FC236}">
                <ns2:creationId id="{9E702EA8-F3E5-421A-9710-55038B685ADB}"/>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3" name="Editable path 79">
            <a:extLst>
              <a:ext uri="{FF2B5EF4-FFF2-40B4-BE49-F238E27FC236}">
                <ns2:creationId id="{7F50A8DB-D339-457D-AF16-3CD1BFBD9E2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4" name="입력 보존 / 실행 요청">
            <a:extLst>
              <a:ext uri="{FF2B5EF4-FFF2-40B4-BE49-F238E27FC236}">
                <ns2:creationId id="{D6F398E7-1089-4C09-BF8C-7F0EA7A50B1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5" name="DP2 object 80">
            <a:extLst>
              <a:ext uri="{FF2B5EF4-FFF2-40B4-BE49-F238E27FC236}">
                <ns2:creationId id="{8AF43472-FE22-434D-BFB6-4AABB228D0F4}"/>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6" name="입력 / 실행 ID 대응&#10;목표·revision&#10;변경·완료 상태">
            <a:extLst>
              <a:ext uri="{FF2B5EF4-FFF2-40B4-BE49-F238E27FC236}">
                <ns2:creationId id="{5B7483F9-4F83-40CF-B3DC-603B86DD66CB}"/>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7" name="DP2 object 81">
            <a:extLst>
              <a:ext uri="{FF2B5EF4-FFF2-40B4-BE49-F238E27FC236}">
                <ns2:creationId id="{CC065C2B-225A-40FC-BA07-168D75907CF1}"/>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68" name="개별 반환 검증·채택&#10;필요한 재결합 요청">
            <a:extLst>
              <a:ext uri="{FF2B5EF4-FFF2-40B4-BE49-F238E27FC236}">
                <ns2:creationId id="{5A9988E6-250B-4EB8-AFDB-879AB6F5B00D}"/>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69" name="DP2 object 82">
            <a:extLst>
              <a:ext uri="{FF2B5EF4-FFF2-40B4-BE49-F238E27FC236}">
                <ns2:creationId id="{54601C0F-2A83-4465-9DB1-A22E46980AE8}"/>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0" name="Editable path 83">
            <a:extLst>
              <a:ext uri="{FF2B5EF4-FFF2-40B4-BE49-F238E27FC236}">
                <ns2:creationId id="{B9540F8A-4CA3-4A90-B247-04BDED0E20FF}"/>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1" name="Editable arrowhead 84">
            <a:extLst>
              <a:ext uri="{FF2B5EF4-FFF2-40B4-BE49-F238E27FC236}">
                <ns2:creationId id="{BB922B2A-0829-4AFD-AE32-29A4A75FE55D}"/>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2" name="Editable path 85">
            <a:extLst>
              <a:ext uri="{FF2B5EF4-FFF2-40B4-BE49-F238E27FC236}">
                <ns2:creationId id="{ABC34C55-9B7E-423E-B580-0CF9053BCF2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3" name="Editable arrowhead 86">
            <a:extLst>
              <a:ext uri="{FF2B5EF4-FFF2-40B4-BE49-F238E27FC236}">
                <ns2:creationId id="{88D9AFF4-90E2-4402-97C9-CD3B010615C6}"/>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B Request Interpreter Component">
            <a:extLst>
              <a:ext uri="{FF2B5EF4-FFF2-40B4-BE49-F238E27FC236}">
                <ns2:creationId id="{6E022291-A83C-4AA9-9B25-1DA6D86F6FFD}"/>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5" name="DP2 object 87">
            <a:extLst>
              <a:ext uri="{FF2B5EF4-FFF2-40B4-BE49-F238E27FC236}">
                <ns2:creationId id="{9B94554C-B5A3-4DED-85C6-7E0A970E64BF}"/>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6" name="Editable path 88">
            <a:extLst>
              <a:ext uri="{FF2B5EF4-FFF2-40B4-BE49-F238E27FC236}">
                <ns2:creationId id="{51F0E634-D1BD-4FE2-819D-7418C7483D96}"/>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7" name="공통 대화 해석&#10;관계 판단·확인 질문&#10;짧은 답은 직접 반환">
            <a:extLst>
              <a:ext uri="{FF2B5EF4-FFF2-40B4-BE49-F238E27FC236}">
                <ns2:creationId id="{BA3DE6C9-AE4B-4C8A-94F3-85FF50F0C718}"/>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78" name="DP2 object 89">
            <a:extLst>
              <a:ext uri="{FF2B5EF4-FFF2-40B4-BE49-F238E27FC236}">
                <ns2:creationId id="{341F1E33-062B-479E-ACD9-C86CF0610DDA}"/>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79" name="최근 문맥&#10;요청 참조">
            <a:extLst>
              <a:ext uri="{FF2B5EF4-FFF2-40B4-BE49-F238E27FC236}">
                <ns2:creationId id="{C6568BB3-365B-459B-97F5-39610D62B2DE}"/>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0" name="DP2 object 90">
            <a:extLst>
              <a:ext uri="{FF2B5EF4-FFF2-40B4-BE49-F238E27FC236}">
                <ns2:creationId id="{6C7066B4-6ADB-4175-A27A-0D84A2D46FBB}"/>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1" name="Editable path 91">
            <a:extLst>
              <a:ext uri="{FF2B5EF4-FFF2-40B4-BE49-F238E27FC236}">
                <ns2:creationId id="{8D7DC549-940A-4781-892F-31A93E32B72C}"/>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2" name="Editable arrowhead 92">
            <a:extLst>
              <a:ext uri="{FF2B5EF4-FFF2-40B4-BE49-F238E27FC236}">
                <ns2:creationId id="{FEC05FB4-E546-44F3-8419-AF8E4F502A01}"/>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3" name="Editable path 93">
            <a:extLst>
              <a:ext uri="{FF2B5EF4-FFF2-40B4-BE49-F238E27FC236}">
                <ns2:creationId id="{3AAE18AB-C824-45EF-B8C1-3622BCBE1406}"/>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4" name="Editable arrowhead 94">
            <a:extLst>
              <a:ext uri="{FF2B5EF4-FFF2-40B4-BE49-F238E27FC236}">
                <ns2:creationId id="{FC232E32-C099-495F-A108-AA8CAC77583F}"/>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5" name="Editable path 95">
            <a:extLst>
              <a:ext uri="{FF2B5EF4-FFF2-40B4-BE49-F238E27FC236}">
                <ns2:creationId id="{EF92C8AD-0027-43FD-BAA4-8E3770B7391B}"/>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6" name="Editable arrowhead 96">
            <a:extLst>
              <a:ext uri="{FF2B5EF4-FFF2-40B4-BE49-F238E27FC236}">
                <ns2:creationId id="{C5DB4E02-0653-4C4D-884C-0DDE53FBFD7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7" name="Editable path 97">
            <a:extLst>
              <a:ext uri="{FF2B5EF4-FFF2-40B4-BE49-F238E27FC236}">
                <ns2:creationId id="{F07C14EA-F30F-482B-A476-0022AC700312}"/>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88" name="Editable arrowhead 98">
            <a:extLst>
              <a:ext uri="{FF2B5EF4-FFF2-40B4-BE49-F238E27FC236}">
                <ns2:creationId id="{A98C3F52-4307-4EF8-A71B-2CBA8CB07B89}"/>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9" name="Editable path 99">
            <a:extLst>
              <a:ext uri="{FF2B5EF4-FFF2-40B4-BE49-F238E27FC236}">
                <ns2:creationId id="{C556E9A8-3132-4013-85AC-C8DAF33EA9DF}"/>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0" name="Editable arrowhead 100">
            <a:extLst>
              <a:ext uri="{FF2B5EF4-FFF2-40B4-BE49-F238E27FC236}">
                <ns2:creationId id="{51D09A77-3D60-40CC-9819-49097B8EF896}"/>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B R1 logical execution">
            <a:extLst>
              <a:ext uri="{FF2B5EF4-FFF2-40B4-BE49-F238E27FC236}">
                <ns2:creationId id="{B10BF70A-B53F-42DC-9AA7-423E71FF43F5}"/>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2" name="B R2 logical execution">
            <a:extLst>
              <a:ext uri="{FF2B5EF4-FFF2-40B4-BE49-F238E27FC236}">
                <ns2:creationId id="{51170BC7-C19A-4E42-8C48-3330B68FC5B0}"/>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3" name="DP2 object 101">
            <a:extLst>
              <a:ext uri="{FF2B5EF4-FFF2-40B4-BE49-F238E27FC236}">
                <ns2:creationId id="{FE1330E9-7123-4F54-BDFD-11A41AE2FD44}"/>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4" name="DP2 object 102">
            <a:extLst>
              <a:ext uri="{FF2B5EF4-FFF2-40B4-BE49-F238E27FC236}">
                <ns2:creationId id="{204F55F5-E952-4E55-AFB3-F95AEB61A22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5" name="근거 읽기·긴 판단">
            <a:extLst>
              <a:ext uri="{FF2B5EF4-FFF2-40B4-BE49-F238E27FC236}">
                <ns2:creationId id="{DB28B99B-AB4A-4B9D-A481-AAB39F3C9D61}"/>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6" name="DP2 object 103">
            <a:extLst>
              <a:ext uri="{FF2B5EF4-FFF2-40B4-BE49-F238E27FC236}">
                <ns2:creationId id="{6DA36D13-B293-46D5-989D-A769F39527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7" name="근거 읽기·긴 판단">
            <a:extLst>
              <a:ext uri="{FF2B5EF4-FFF2-40B4-BE49-F238E27FC236}">
                <ns2:creationId id="{CC9D36A4-2778-4B1C-A3E3-52588A4CFE9D}"/>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98" name="DP2 object 104">
            <a:extLst>
              <a:ext uri="{FF2B5EF4-FFF2-40B4-BE49-F238E27FC236}">
                <ns2:creationId id="{B814F8F0-DD27-40D2-9DAE-8447DCD87203}"/>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R1 문맥·잠정 상태&#10;대기 / revision">
            <a:extLst>
              <a:ext uri="{FF2B5EF4-FFF2-40B4-BE49-F238E27FC236}">
                <ns2:creationId id="{00D5565B-162B-4FA2-BB0A-DBB753D60921}"/>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0" name="DP2 object 105">
            <a:extLst>
              <a:ext uri="{FF2B5EF4-FFF2-40B4-BE49-F238E27FC236}">
                <ns2:creationId id="{C7916B6A-65C7-4A96-A2D7-33D635B99B96}"/>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1" name="R2 문맥·잠정 상태&#10;대기 / revision">
            <a:extLst>
              <a:ext uri="{FF2B5EF4-FFF2-40B4-BE49-F238E27FC236}">
                <ns2:creationId id="{A69052C8-5901-43B3-B9D5-219E4C4D2088}"/>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2" name="DP2 object 106">
            <a:extLst>
              <a:ext uri="{FF2B5EF4-FFF2-40B4-BE49-F238E27FC236}">
                <ns2:creationId id="{B1707223-67D2-4E84-89AB-7FA18523F024}"/>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Editable path 107">
            <a:extLst>
              <a:ext uri="{FF2B5EF4-FFF2-40B4-BE49-F238E27FC236}">
                <ns2:creationId id="{79AA7104-9F81-4D45-B9D0-0D362E3CBECA}"/>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4" name="Editable arrowhead 108">
            <a:extLst>
              <a:ext uri="{FF2B5EF4-FFF2-40B4-BE49-F238E27FC236}">
                <ns2:creationId id="{292B97CE-B7F3-422A-B48F-63D4DBE3DC9E}"/>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5" name="Editable path 109">
            <a:extLst>
              <a:ext uri="{FF2B5EF4-FFF2-40B4-BE49-F238E27FC236}">
                <ns2:creationId id="{576A2FDB-8E86-46D0-B0C2-BDE70AC61C4A}"/>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6" name="Editable arrowhead 110">
            <a:extLst>
              <a:ext uri="{FF2B5EF4-FFF2-40B4-BE49-F238E27FC236}">
                <ns2:creationId id="{08619C7E-B411-4716-9F25-4E496037BA79}"/>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불변 입력 복사①">
            <a:extLst>
              <a:ext uri="{FF2B5EF4-FFF2-40B4-BE49-F238E27FC236}">
                <ns2:creationId id="{21B153D8-69B2-46F9-B4DC-D302924E6340}"/>
              </a:ext>
            </a:extLst>
          </p:cNvPr>
          <p:cNvSpPr>
            <a:spLocks noGrp="1"/>
          </p:cNvSpPr>
          <p:nvPr/>
        </p:nvSpPr>
        <p:spPr>
          <a:xfrm>
            <a:off x="13201650" y="5610225"/>
            <a:ext cx="1943100" cy="333375"/>
          </a:xfrm>
          <a:prstGeom prst="can">
            <a:avLst>
              <a:gd name="adj" fmla="val 16000"/>
            </a:avLst>
          </a:prstGeom>
          <a:solidFill>
            <a:srgbClr val="FFFFFF"/>
          </a:solidFill>
          <a:ln w="17145">
            <a:solidFill>
              <a:srgbClr val="111111"/>
            </a:solidFill>
            <a:prstDash val="solid"/>
          </a:ln>
        </p:spPr>
      </p:sp>
      <p:sp>
        <p:nvSpPr>
          <p:cNvPr id="108" name="DP2 object 111">
            <a:extLst>
              <a:ext uri="{FF2B5EF4-FFF2-40B4-BE49-F238E27FC236}">
                <ns2:creationId id="{CE1695AB-EA9A-4D08-AF3E-38EC36279D37}"/>
              </a:ext>
            </a:extLst>
          </p:cNvPr>
          <p:cNvSpPr>
            <a:spLocks noGrp="1"/>
          </p:cNvSpPr>
          <p:nvPr/>
        </p:nvSpPr>
        <p:spPr>
          <a:xfrm>
            <a:off x="132492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복사①</a:t>
            </a:r>
            <a:endParaRPr lang="ko-KR">
              <a:latin typeface="Calibri"/>
              <a:ea typeface="Calibri"/>
              <a:cs typeface="Calibri"/>
            </a:endParaRPr>
          </a:p>
        </p:txBody>
      </p:sp>
      <p:sp>
        <p:nvSpPr>
          <p:cNvPr id="109" name="불변 입력 복사②">
            <a:extLst>
              <a:ext uri="{FF2B5EF4-FFF2-40B4-BE49-F238E27FC236}">
                <ns2:creationId id="{5891C812-FA2C-4E69-8816-ACDEEDD37B58}"/>
              </a:ext>
            </a:extLst>
          </p:cNvPr>
          <p:cNvSpPr>
            <a:spLocks noGrp="1"/>
          </p:cNvSpPr>
          <p:nvPr/>
        </p:nvSpPr>
        <p:spPr>
          <a:xfrm>
            <a:off x="15601950" y="5610225"/>
            <a:ext cx="1943100" cy="333375"/>
          </a:xfrm>
          <a:prstGeom prst="can">
            <a:avLst>
              <a:gd name="adj" fmla="val 16000"/>
            </a:avLst>
          </a:prstGeom>
          <a:solidFill>
            <a:srgbClr val="FFFFFF"/>
          </a:solidFill>
          <a:ln w="17145">
            <a:solidFill>
              <a:srgbClr val="111111"/>
            </a:solidFill>
            <a:prstDash val="solid"/>
          </a:ln>
        </p:spPr>
      </p:sp>
      <p:sp>
        <p:nvSpPr>
          <p:cNvPr id="110" name="DP2 object 112">
            <a:extLst>
              <a:ext uri="{FF2B5EF4-FFF2-40B4-BE49-F238E27FC236}">
                <ns2:creationId id="{15168A18-A20F-4B4A-9402-339BF60A39DE}"/>
              </a:ext>
            </a:extLst>
          </p:cNvPr>
          <p:cNvSpPr>
            <a:spLocks noGrp="1"/>
          </p:cNvSpPr>
          <p:nvPr/>
        </p:nvSpPr>
        <p:spPr>
          <a:xfrm>
            <a:off x="15649575" y="5715000"/>
            <a:ext cx="1847850" cy="1714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불변 입력 복사②</a:t>
            </a:r>
            <a:endParaRPr lang="ko-KR">
              <a:latin typeface="Calibri"/>
              <a:ea typeface="Calibri"/>
              <a:cs typeface="Calibri"/>
            </a:endParaRPr>
          </a:p>
        </p:txBody>
      </p:sp>
      <p:sp>
        <p:nvSpPr>
          <p:cNvPr id="111" name="Editable path 113">
            <a:extLst>
              <a:ext uri="{FF2B5EF4-FFF2-40B4-BE49-F238E27FC236}">
                <ns2:creationId id="{00D6D26E-012E-4E73-8A3F-26DCD7078B72}"/>
              </a:ext>
            </a:extLst>
          </p:cNvPr>
          <p:cNvSpPr>
            <a:spLocks noGrp="1"/>
          </p:cNvSpPr>
          <p:nvPr/>
        </p:nvSpPr>
        <p:spPr>
          <a:xfrm>
            <a:off x="14173200" y="5486400"/>
            <a:ext cx="953" cy="123825"/>
          </a:xfrm>
          <a:custGeom>
            <a:pathLst>
              <a:path w="953" h="123825">
                <a:moveTo>
                  <a:pt x="0" y="123825"/>
                </a:moveTo>
                <a:lnTo>
                  <a:pt x="0" y="0"/>
                </a:lnTo>
              </a:path>
            </a:pathLst>
          </a:custGeom>
          <a:noFill/>
          <a:ln w="20003">
            <a:solidFill>
              <a:srgbClr val="111111"/>
            </a:solidFill>
            <a:prstDash val="solid"/>
          </a:ln>
        </p:spPr>
      </p:sp>
      <p:sp>
        <p:nvSpPr>
          <p:cNvPr id="112" name="Editable arrowhead 114">
            <a:extLst>
              <a:ext uri="{FF2B5EF4-FFF2-40B4-BE49-F238E27FC236}">
                <ns2:creationId id="{6F2481D1-966C-4C79-AF20-CF8F265B0DA3}"/>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3" name="Editable path 115">
            <a:extLst>
              <a:ext uri="{FF2B5EF4-FFF2-40B4-BE49-F238E27FC236}">
                <ns2:creationId id="{2F3C18EF-05FC-4EAA-A312-3262F97984B2}"/>
              </a:ext>
            </a:extLst>
          </p:cNvPr>
          <p:cNvSpPr>
            <a:spLocks noGrp="1"/>
          </p:cNvSpPr>
          <p:nvPr/>
        </p:nvSpPr>
        <p:spPr>
          <a:xfrm>
            <a:off x="16573500" y="5486400"/>
            <a:ext cx="953" cy="123825"/>
          </a:xfrm>
          <a:custGeom>
            <a:pathLst>
              <a:path w="953" h="123825">
                <a:moveTo>
                  <a:pt x="0" y="123825"/>
                </a:moveTo>
                <a:lnTo>
                  <a:pt x="0" y="0"/>
                </a:lnTo>
              </a:path>
            </a:pathLst>
          </a:custGeom>
          <a:noFill/>
          <a:ln w="20003">
            <a:solidFill>
              <a:srgbClr val="111111"/>
            </a:solidFill>
            <a:prstDash val="solid"/>
          </a:ln>
        </p:spPr>
      </p:sp>
      <p:sp>
        <p:nvSpPr>
          <p:cNvPr id="114" name="Editable arrowhead 116">
            <a:extLst>
              <a:ext uri="{FF2B5EF4-FFF2-40B4-BE49-F238E27FC236}">
                <ns2:creationId id="{99C72A30-E983-4C03-801C-8F2BB68F78DA}"/>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15" name="DP2 object 117">
            <a:extLst>
              <a:ext uri="{FF2B5EF4-FFF2-40B4-BE49-F238E27FC236}">
                <ns2:creationId id="{DD679F84-F065-4EB7-8112-E64DCC1BC9C0}"/>
              </a:ext>
            </a:extLst>
          </p:cNvPr>
          <p:cNvSpPr>
            <a:spLocks noGrp="1"/>
          </p:cNvSpPr>
          <p:nvPr/>
        </p:nvSpPr>
        <p:spPr>
          <a:xfrm>
            <a:off x="266700" y="9744075"/>
            <a:ext cx="17430750" cy="228600"/>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모든 해석 실행은 동일 Model Access 호출 한도 K를 공유. 입력 수신은 계속되며 외부 Agent 업무 대기는 비교 대상이 아님.</a:t>
            </a:r>
            <a:endParaRPr lang="ko-KR">
              <a:latin typeface="Calibri"/>
              <a:ea typeface="Calibri"/>
              <a:cs typeface="Calibri"/>
            </a:endParaRPr>
          </a:p>
        </p:txBody>
      </p:sp>
      <p:sp>
        <p:nvSpPr>
          <p:cNvPr id="116" name="DP2 object 118">
            <a:extLst>
              <a:ext uri="{FF2B5EF4-FFF2-40B4-BE49-F238E27FC236}">
                <ns2:creationId id="{6DFD069B-EB2B-47CE-9921-B6F279CE3FF8}"/>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기존 발표 PoC: 안별 12episode / 시간 괄호: 관측/예정 / QA04 별도 4과제 / 비용은 합계 / RSS는 로컬 실행기</a:t>
            </a:r>
            <a:endParaRPr lang="ko-KR">
              <a:latin typeface="Calibri"/>
              <a:ea typeface="Calibri"/>
              <a:cs typeface="Calibri"/>
            </a:endParaRPr>
          </a:p>
        </p:txBody>
      </p:sp>
    </p:spTree>
    <p:extLst>
      <p:ext uri="{BB962C8B-B14F-4D97-AF65-F5344CB8AC3E}">
        <p14:creationId val="1814650548"/>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9" name="Unified slide title">
            <a:extLst>
              <a:ext uri="{FF2B5EF4-FFF2-40B4-BE49-F238E27FC236}">
                <ns2:creationId id="{2B60A6EA-AE64-47BF-A226-A61636A2BC1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(선택 및 보완)</a:t>
            </a:r>
            <a:endParaRPr lang="ko-KR">
              <a:latin typeface="Calibri"/>
              <a:ea typeface="Calibri"/>
              <a:cs typeface="Calibri"/>
            </a:endParaRPr>
          </a:p>
        </p:txBody>
      </p:sp>
      <p:sp>
        <p:nvSpPr>
          <p:cNvPr id="2" name="Workflow 과제 소개">
            <a:extLst>
              <a:ext uri="{FF2B5EF4-FFF2-40B4-BE49-F238E27FC236}">
                <ns2:creationId id="{0E659FE2-B76A-42FB-8868-94EBEB6D8ABB}"/>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DFCD9AB0-9ADA-4119-BB7A-B17081B0B0FA}"/>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5154DCA-435C-4636-8C69-47D741102912}"/>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E4D4E4F-DCF5-4CAF-8AB0-A8BDD76FDF1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018EE015-0944-4BBF-A086-41D3605B783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91568188-E50A-4DA4-8282-96FCD5FCAE2E}"/>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D6DC6826-4EDE-4FBC-9485-F9BAA48CC02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D39FFF2-7050-4083-9EBB-99133E1F14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27DCA5A1-1403-476D-9BFB-020A10D46C4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AD794E05-AE85-4118-A481-DBF45F13617B}"/>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E6D669B0-CF72-4E9C-9A26-74969F7344DB}"/>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86E045EF-6AB2-4231-A944-1ED1957EBD8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7 / 17</a:t>
            </a:r>
            <a:endParaRPr lang="ko-KR">
              <a:latin typeface="Calibri"/>
              <a:ea typeface="Calibri"/>
              <a:cs typeface="Calibri"/>
            </a:endParaRPr>
          </a:p>
        </p:txBody>
      </p:sp>
      <p:sp>
        <p:nvSpPr>
          <p:cNvPr id="14" name="DP2 object 119">
            <a:extLst>
              <a:ext uri="{FF2B5EF4-FFF2-40B4-BE49-F238E27FC236}">
                <ns2:creationId id="{9908B855-1269-4F17-8E75-9F205FAFF5EC}"/>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독립 입력이 앞선 VIA 판단과 겹치고 호출 여유가 있는 조건에서 B 선택</a:t>
            </a:r>
            <a:endParaRPr lang="ko-KR">
              <a:latin typeface="Calibri"/>
              <a:ea typeface="Calibri"/>
              <a:cs typeface="Calibri"/>
            </a:endParaRPr>
          </a:p>
        </p:txBody>
      </p:sp>
      <p:graphicFrame>
        <p:nvGraphicFramePr>
          <p:cNvPr id="15" name="">
            <a:extLst>
              <a:ext uri="{FF2B5EF4-FFF2-40B4-BE49-F238E27FC236}">
                <ns2:creationId id="{1EDC8EBC-63EC-41CB-83EA-5DBC818A6354}"/>
              </a:ext>
            </a:extLst>
          </p:cNvPr>
          <p:cNvGraphicFramePr/>
          <p:nvPr/>
        </p:nvGraphicFramePr>
        <p:xfrm>
          <a:off x="228600" y="1657350"/>
          <a:ext cx="17830800" cy="78486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하나의 대화 해석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공통 대화 해석 + 요청별 실행</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같은 문맥의 근거와 잠정 판단을 연속 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실행 대응과 반환 상태가 단순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호출 여유가 있으면 긴 판단 중 새 입력 해석</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독립 요청의 읽기·판단을 겹쳐 진행</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429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600" lang="ko-KR">
                          <a:solidFill>
                            <a:srgbClr val="C00000"/>
                          </a:solidFill>
                          <a:latin typeface="Calibri"/>
                          <a:ea typeface="Calibri"/>
                          <a:cs typeface="Calibri"/>
                        </a:rPr>
                        <a:t>후속 의미 판단이 현재 step 경계를 기다림</a:t>
                      </a:r>
                      <a:endParaRPr lang="ko-KR">
                        <a:latin typeface="Calibri"/>
                        <a:ea typeface="Calibri"/>
                        <a:cs typeface="Calibri"/>
                      </a:endParaRPr>
                    </a:p>
                    <a:p>
                      <a:pPr algn="ctr">
                        <a:defRPr lang="ko-KR">
                          <a:latin typeface="Calibri"/>
                          <a:ea typeface="Calibri"/>
                          <a:cs typeface="Calibri"/>
                        </a:defRPr>
                      </a:pPr>
                      <a:r>
                        <a:rPr sz="1600" lang="ko-KR">
                          <a:solidFill>
                            <a:srgbClr val="C00000"/>
                          </a:solidFill>
                          <a:latin typeface="Calibri"/>
                          <a:ea typeface="Calibri"/>
                          <a:cs typeface="Calibri"/>
                        </a:rPr>
                        <a:t>앞선 요청 전체 완료를 기다리는 것은 아님</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실행별 문맥·상태와 반환 관리가 추가됨</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C00000"/>
                          </a:solidFill>
                          <a:latin typeface="Calibri"/>
                          <a:ea typeface="Calibri"/>
                          <a:cs typeface="Calibri"/>
                        </a:rPr>
                        <a:t>호출 한도가 차면 병행 이익이 줄어듦</a:t>
                      </a:r>
                      <a:endParaRPr lang="ko-KR">
                        <a:latin typeface="Calibri"/>
                        <a:ea typeface="Calibri"/>
                        <a:cs typeface="Calibri"/>
                      </a:endParaRPr>
                    </a:p>
                    <a:p>
                      <a:pPr algn="ctr">
                        <a:lnSpc>
                          <a:spcPct val="100000"/>
                        </a:lnSpc>
                        <a:buNone/>
                        <a:defRPr lang="ko-KR">
                          <a:latin typeface="Calibri"/>
                          <a:ea typeface="Calibri"/>
                          <a:cs typeface="Calibri"/>
                        </a:defRPr>
                      </a:pPr>
                      <a:r>
                        <a:rPr sz="1600" b="0" lang="ko-KR">
                          <a:solidFill>
                            <a:srgbClr val="4676CB"/>
                          </a:solidFill>
                          <a:latin typeface="Calibri"/>
                          <a:ea typeface="Calibri"/>
                          <a:cs typeface="Calibri"/>
                        </a:rPr>
                        <a:t>[QA06 보완] B1 불변 입력 공유 / 개별 변경 상태는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8.677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6.698 (30/30)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24.092 (23/24)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20.982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0.1224560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0.1125156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45.351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46.170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재생 N=4] 32.326 → 31.867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2 object 120">
            <a:extLst>
              <a:ext uri="{FF2B5EF4-FFF2-40B4-BE49-F238E27FC236}">
                <ns2:creationId id="{E68601FE-C10C-4B0F-A97E-EB8E4B2C658B}"/>
              </a:ext>
            </a:extLst>
          </p:cNvPr>
          <p:cNvSpPr>
            <a:spLocks noGrp="1"/>
          </p:cNvSpPr>
          <p:nvPr/>
        </p:nvSpPr>
        <p:spPr>
          <a:xfrm>
            <a:off x="381000" y="2771775"/>
            <a:ext cx="1323975" cy="647700"/>
          </a:xfrm>
          <a:prstGeom prst="rect">
            <a:avLst/>
          </a:prstGeom>
          <a:solidFill>
            <a:srgbClr val="FFF6DD"/>
          </a:solidFill>
          <a:ln w="25718">
            <a:solidFill>
              <a:srgbClr val="111111"/>
            </a:solidFill>
            <a:prstDash val="solid"/>
          </a:ln>
        </p:spPr>
      </p:sp>
      <p:sp>
        <p:nvSpPr>
          <p:cNvPr id="17" name="DP2 object 121">
            <a:extLst>
              <a:ext uri="{FF2B5EF4-FFF2-40B4-BE49-F238E27FC236}">
                <ns2:creationId id="{5717F1C9-532C-4375-B5FD-1C1C17A0A046}"/>
              </a:ext>
            </a:extLst>
          </p:cNvPr>
          <p:cNvSpPr>
            <a:spLocks noGrp="1"/>
          </p:cNvSpPr>
          <p:nvPr/>
        </p:nvSpPr>
        <p:spPr>
          <a:xfrm>
            <a:off x="419100" y="2790825"/>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2 object 122">
            <a:extLst>
              <a:ext uri="{FF2B5EF4-FFF2-40B4-BE49-F238E27FC236}">
                <ns2:creationId id="{AFB2FC4F-7AE5-4BBD-BFD9-92EF9F2B243D}"/>
              </a:ext>
            </a:extLst>
          </p:cNvPr>
          <p:cNvSpPr>
            <a:spLocks noGrp="1"/>
          </p:cNvSpPr>
          <p:nvPr/>
        </p:nvSpPr>
        <p:spPr>
          <a:xfrm>
            <a:off x="466725" y="3095625"/>
            <a:ext cx="1152525" cy="238125"/>
          </a:xfrm>
          <a:prstGeom prst="rect">
            <a:avLst/>
          </a:prstGeom>
          <a:solidFill>
            <a:srgbClr val="FFFFFF"/>
          </a:solidFill>
          <a:ln w="12383">
            <a:solidFill>
              <a:srgbClr val="111111"/>
            </a:solidFill>
            <a:prstDash val="solid"/>
          </a:ln>
        </p:spPr>
      </p:sp>
      <p:sp>
        <p:nvSpPr>
          <p:cNvPr id="19" name="DP2 object 123">
            <a:extLst>
              <a:ext uri="{FF2B5EF4-FFF2-40B4-BE49-F238E27FC236}">
                <ns2:creationId id="{A2B876BD-F6B3-4191-8F2F-F3CAB4AB7A8F}"/>
              </a:ext>
            </a:extLst>
          </p:cNvPr>
          <p:cNvSpPr>
            <a:spLocks noGrp="1"/>
          </p:cNvSpPr>
          <p:nvPr/>
        </p:nvSpPr>
        <p:spPr>
          <a:xfrm>
            <a:off x="485775" y="3095625"/>
            <a:ext cx="1114425"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DP2 object 124">
            <a:extLst>
              <a:ext uri="{FF2B5EF4-FFF2-40B4-BE49-F238E27FC236}">
                <ns2:creationId id="{2A80CFB7-6694-4286-9C2E-43314A523BC9}"/>
              </a:ext>
            </a:extLst>
          </p:cNvPr>
          <p:cNvSpPr>
            <a:spLocks noGrp="1"/>
          </p:cNvSpPr>
          <p:nvPr/>
        </p:nvSpPr>
        <p:spPr>
          <a:xfrm>
            <a:off x="381000" y="3648075"/>
            <a:ext cx="1323975" cy="419100"/>
          </a:xfrm>
          <a:prstGeom prst="rect">
            <a:avLst/>
          </a:prstGeom>
          <a:noFill/>
          <a:ln w="17145">
            <a:solidFill>
              <a:srgbClr val="111111"/>
            </a:solidFill>
            <a:prstDash val="dash"/>
          </a:ln>
        </p:spPr>
      </p:sp>
      <p:sp>
        <p:nvSpPr>
          <p:cNvPr id="21" name="DP2 object 125">
            <a:extLst>
              <a:ext uri="{FF2B5EF4-FFF2-40B4-BE49-F238E27FC236}">
                <ns2:creationId id="{CF70C43C-268D-4966-AFF1-5A01C02FF111}"/>
              </a:ext>
            </a:extLst>
          </p:cNvPr>
          <p:cNvSpPr>
            <a:spLocks noGrp="1"/>
          </p:cNvSpPr>
          <p:nvPr/>
        </p:nvSpPr>
        <p:spPr>
          <a:xfrm>
            <a:off x="409575" y="3676650"/>
            <a:ext cx="1266825" cy="3333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논리 실행</a:t>
            </a:r>
            <a:endParaRPr lang="ko-KR">
              <a:latin typeface="Calibri"/>
              <a:ea typeface="Calibri"/>
              <a:cs typeface="Calibri"/>
            </a:endParaRPr>
          </a:p>
        </p:txBody>
      </p:sp>
      <p:sp>
        <p:nvSpPr>
          <p:cNvPr id="22" name="보존 데이터">
            <a:extLst>
              <a:ext uri="{FF2B5EF4-FFF2-40B4-BE49-F238E27FC236}">
                <ns2:creationId id="{A525FD79-B909-4B58-BE10-34AC8C2910D3}"/>
              </a:ext>
            </a:extLst>
          </p:cNvPr>
          <p:cNvSpPr>
            <a:spLocks noGrp="1"/>
          </p:cNvSpPr>
          <p:nvPr/>
        </p:nvSpPr>
        <p:spPr>
          <a:xfrm>
            <a:off x="400050" y="4276725"/>
            <a:ext cx="1285875" cy="523875"/>
          </a:xfrm>
          <a:prstGeom prst="can">
            <a:avLst>
              <a:gd name="adj" fmla="val 16000"/>
            </a:avLst>
          </a:prstGeom>
          <a:solidFill>
            <a:srgbClr val="FFF6DD"/>
          </a:solidFill>
          <a:ln w="17145">
            <a:solidFill>
              <a:srgbClr val="111111"/>
            </a:solidFill>
            <a:prstDash val="solid"/>
          </a:ln>
        </p:spPr>
      </p:sp>
      <p:sp>
        <p:nvSpPr>
          <p:cNvPr id="23" name="DP2 object 126">
            <a:extLst>
              <a:ext uri="{FF2B5EF4-FFF2-40B4-BE49-F238E27FC236}">
                <ns2:creationId id="{820E2A26-2CE0-44C8-9CE9-98B685B1EA32}"/>
              </a:ext>
            </a:extLst>
          </p:cNvPr>
          <p:cNvSpPr>
            <a:spLocks noGrp="1"/>
          </p:cNvSpPr>
          <p:nvPr/>
        </p:nvSpPr>
        <p:spPr>
          <a:xfrm>
            <a:off x="447675" y="4381500"/>
            <a:ext cx="1190625" cy="3619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상태 / 자료</a:t>
            </a:r>
            <a:endParaRPr lang="ko-KR">
              <a:latin typeface="Calibri"/>
              <a:ea typeface="Calibri"/>
              <a:cs typeface="Calibri"/>
            </a:endParaRPr>
          </a:p>
        </p:txBody>
      </p:sp>
      <p:sp>
        <p:nvSpPr>
          <p:cNvPr id="24" name="DP2 object 127">
            <a:extLst>
              <a:ext uri="{FF2B5EF4-FFF2-40B4-BE49-F238E27FC236}">
                <ns2:creationId id="{A5379CB5-6373-4254-B3DD-B54981BC9014}"/>
              </a:ext>
            </a:extLst>
          </p:cNvPr>
          <p:cNvSpPr>
            <a:spLocks noGrp="1"/>
          </p:cNvSpPr>
          <p:nvPr/>
        </p:nvSpPr>
        <p:spPr>
          <a:xfrm>
            <a:off x="333375" y="4905375"/>
            <a:ext cx="1438275" cy="40957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R1·R2는 논리 실행</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모델 복제 아님</a:t>
            </a:r>
            <a:endParaRPr lang="ko-KR">
              <a:latin typeface="Calibri"/>
              <a:ea typeface="Calibri"/>
              <a:cs typeface="Calibri"/>
            </a:endParaRPr>
          </a:p>
        </p:txBody>
      </p:sp>
      <p:sp>
        <p:nvSpPr>
          <p:cNvPr id="25" name="DP2 object 128">
            <a:extLst>
              <a:ext uri="{FF2B5EF4-FFF2-40B4-BE49-F238E27FC236}">
                <ns2:creationId id="{CCE72C49-AF14-4ABD-85F1-1A72B2B0C04D}"/>
              </a:ext>
            </a:extLst>
          </p:cNvPr>
          <p:cNvSpPr>
            <a:spLocks noGrp="1"/>
          </p:cNvSpPr>
          <p:nvPr/>
        </p:nvSpPr>
        <p:spPr>
          <a:xfrm>
            <a:off x="333375" y="5400675"/>
            <a:ext cx="1438275" cy="400050"/>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실선: 요청·반환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원통: 상태 / 입력</a:t>
            </a:r>
            <a:endParaRPr lang="ko-KR">
              <a:latin typeface="Calibri"/>
              <a:ea typeface="Calibri"/>
              <a:cs typeface="Calibri"/>
            </a:endParaRPr>
          </a:p>
        </p:txBody>
      </p:sp>
      <p:sp>
        <p:nvSpPr>
          <p:cNvPr id="26" name="DP2 object 129">
            <a:extLst>
              <a:ext uri="{FF2B5EF4-FFF2-40B4-BE49-F238E27FC236}">
                <ns2:creationId id="{05815112-7898-4ED4-AA4D-34110DC5A340}"/>
              </a:ext>
            </a:extLst>
          </p:cNvPr>
          <p:cNvSpPr>
            <a:spLocks noGrp="1"/>
          </p:cNvSpPr>
          <p:nvPr/>
        </p:nvSpPr>
        <p:spPr>
          <a:xfrm>
            <a:off x="400050" y="5915025"/>
            <a:ext cx="209550" cy="171450"/>
          </a:xfrm>
          <a:prstGeom prst="rect">
            <a:avLst/>
          </a:prstGeom>
          <a:solidFill>
            <a:srgbClr val="FFFFFF"/>
          </a:solidFill>
          <a:ln w="25718">
            <a:solidFill>
              <a:srgbClr val="4676CB"/>
            </a:solidFill>
            <a:prstDash val="solid"/>
          </a:ln>
        </p:spPr>
      </p:sp>
      <p:sp>
        <p:nvSpPr>
          <p:cNvPr id="27" name="DP2 object 130">
            <a:extLst>
              <a:ext uri="{FF2B5EF4-FFF2-40B4-BE49-F238E27FC236}">
                <ns2:creationId id="{047C00B0-28A1-48BC-96ED-4592F97BDA62}"/>
              </a:ext>
            </a:extLst>
          </p:cNvPr>
          <p:cNvSpPr>
            <a:spLocks noGrp="1"/>
          </p:cNvSpPr>
          <p:nvPr/>
        </p:nvSpPr>
        <p:spPr>
          <a:xfrm>
            <a:off x="695325" y="5876925"/>
            <a:ext cx="1076325" cy="25717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보완 B1</a:t>
            </a:r>
            <a:endParaRPr lang="ko-KR">
              <a:latin typeface="Calibri"/>
              <a:ea typeface="Calibri"/>
              <a:cs typeface="Calibri"/>
            </a:endParaRPr>
          </a:p>
        </p:txBody>
      </p:sp>
      <p:sp>
        <p:nvSpPr>
          <p:cNvPr id="28" name="DP2 object 131">
            <a:extLst>
              <a:ext uri="{FF2B5EF4-FFF2-40B4-BE49-F238E27FC236}">
                <ns2:creationId id="{5BE23FC2-AC43-43D2-9BE2-E22BDACC75CA}"/>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대화 실행 1개와 문맥 1개를 이어 사용</a:t>
            </a:r>
            <a:endParaRPr lang="ko-KR">
              <a:latin typeface="Calibri"/>
              <a:ea typeface="Calibri"/>
              <a:cs typeface="Calibri"/>
            </a:endParaRPr>
          </a:p>
        </p:txBody>
      </p:sp>
      <p:sp>
        <p:nvSpPr>
          <p:cNvPr id="29" name="A Request Controller Component">
            <a:extLst>
              <a:ext uri="{FF2B5EF4-FFF2-40B4-BE49-F238E27FC236}">
                <ns2:creationId id="{31AD3D6B-DF9D-4C55-9409-2818DAD2E652}"/>
              </a:ext>
            </a:extLst>
          </p:cNvPr>
          <p:cNvSpPr>
            <a:spLocks noGrp="1"/>
          </p:cNvSpPr>
          <p:nvPr/>
        </p:nvSpPr>
        <p:spPr>
          <a:xfrm>
            <a:off x="2133600" y="2505075"/>
            <a:ext cx="7562850" cy="876300"/>
          </a:xfrm>
          <a:prstGeom prst="rect">
            <a:avLst/>
          </a:prstGeom>
          <a:solidFill>
            <a:srgbClr val="FFF6DD"/>
          </a:solidFill>
          <a:ln w="25718">
            <a:solidFill>
              <a:srgbClr val="111111"/>
            </a:solidFill>
            <a:prstDash val="solid"/>
          </a:ln>
        </p:spPr>
      </p:sp>
      <p:sp>
        <p:nvSpPr>
          <p:cNvPr id="30" name="DP2 object 132">
            <a:extLst>
              <a:ext uri="{FF2B5EF4-FFF2-40B4-BE49-F238E27FC236}">
                <ns2:creationId id="{EFB45D66-EC8F-4404-9380-EEFC47A19958}"/>
              </a:ext>
            </a:extLst>
          </p:cNvPr>
          <p:cNvSpPr>
            <a:spLocks noGrp="1"/>
          </p:cNvSpPr>
          <p:nvPr/>
        </p:nvSpPr>
        <p:spPr>
          <a:xfrm>
            <a:off x="2247900" y="2533650"/>
            <a:ext cx="73342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Controller</a:t>
            </a:r>
            <a:endParaRPr lang="ko-KR">
              <a:latin typeface="Calibri"/>
              <a:ea typeface="Calibri"/>
              <a:cs typeface="Calibri"/>
            </a:endParaRPr>
          </a:p>
        </p:txBody>
      </p:sp>
      <p:sp>
        <p:nvSpPr>
          <p:cNvPr id="31" name="Editable path 133">
            <a:extLst>
              <a:ext uri="{FF2B5EF4-FFF2-40B4-BE49-F238E27FC236}">
                <ns2:creationId id="{4B438E79-5E80-4F2C-8516-95964987AD0B}"/>
              </a:ext>
            </a:extLst>
          </p:cNvPr>
          <p:cNvSpPr>
            <a:spLocks noGrp="1"/>
          </p:cNvSpPr>
          <p:nvPr/>
        </p:nvSpPr>
        <p:spPr>
          <a:xfrm>
            <a:off x="2133600" y="2838450"/>
            <a:ext cx="7562850" cy="953"/>
          </a:xfrm>
          <a:custGeom>
            <a:pathLst>
              <a:path w="7562850" h="953">
                <a:moveTo>
                  <a:pt x="0" y="0"/>
                </a:moveTo>
                <a:lnTo>
                  <a:pt x="7562850" y="0"/>
                </a:lnTo>
              </a:path>
            </a:pathLst>
          </a:custGeom>
          <a:noFill/>
          <a:ln w="13335">
            <a:solidFill>
              <a:srgbClr val="111111"/>
            </a:solidFill>
            <a:prstDash val="solid"/>
          </a:ln>
        </p:spPr>
      </p:sp>
      <p:sp>
        <p:nvSpPr>
          <p:cNvPr id="32" name="입력 보존 / 경계에 해석 요청">
            <a:extLst>
              <a:ext uri="{FF2B5EF4-FFF2-40B4-BE49-F238E27FC236}">
                <ns2:creationId id="{B6624CB3-936D-452A-A2F4-20E514F176E2}"/>
              </a:ext>
            </a:extLst>
          </p:cNvPr>
          <p:cNvSpPr>
            <a:spLocks noGrp="1"/>
          </p:cNvSpPr>
          <p:nvPr/>
        </p:nvSpPr>
        <p:spPr>
          <a:xfrm>
            <a:off x="2257425" y="2914650"/>
            <a:ext cx="2409825" cy="390525"/>
          </a:xfrm>
          <a:prstGeom prst="rect">
            <a:avLst/>
          </a:prstGeom>
          <a:solidFill>
            <a:srgbClr val="FFFFFF"/>
          </a:solidFill>
          <a:ln w="17145">
            <a:solidFill>
              <a:srgbClr val="111111"/>
            </a:solidFill>
            <a:prstDash val="solid"/>
          </a:ln>
        </p:spPr>
      </p:sp>
      <p:sp>
        <p:nvSpPr>
          <p:cNvPr id="33" name="DP2 object 134">
            <a:extLst>
              <a:ext uri="{FF2B5EF4-FFF2-40B4-BE49-F238E27FC236}">
                <ns2:creationId id="{7309005B-A1F9-46A9-AE86-A09D878BE9D1}"/>
              </a:ext>
            </a:extLst>
          </p:cNvPr>
          <p:cNvSpPr>
            <a:spLocks noGrp="1"/>
          </p:cNvSpPr>
          <p:nvPr/>
        </p:nvSpPr>
        <p:spPr>
          <a:xfrm>
            <a:off x="2324100" y="2952750"/>
            <a:ext cx="2276475" cy="31432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경계에 해석 요청</a:t>
            </a:r>
            <a:endParaRPr lang="ko-KR">
              <a:latin typeface="Calibri"/>
              <a:ea typeface="Calibri"/>
              <a:cs typeface="Calibri"/>
            </a:endParaRPr>
          </a:p>
        </p:txBody>
      </p:sp>
      <p:sp>
        <p:nvSpPr>
          <p:cNvPr id="34" name="채택 목표 / revision">
            <a:extLst>
              <a:ext uri="{FF2B5EF4-FFF2-40B4-BE49-F238E27FC236}">
                <ns2:creationId id="{9D160F7A-FD22-40E2-A07A-7B05C472408B}"/>
              </a:ext>
            </a:extLst>
          </p:cNvPr>
          <p:cNvSpPr>
            <a:spLocks noGrp="1"/>
          </p:cNvSpPr>
          <p:nvPr/>
        </p:nvSpPr>
        <p:spPr>
          <a:xfrm>
            <a:off x="4876800" y="2905125"/>
            <a:ext cx="2152650" cy="400050"/>
          </a:xfrm>
          <a:prstGeom prst="can">
            <a:avLst>
              <a:gd name="adj" fmla="val 16000"/>
            </a:avLst>
          </a:prstGeom>
          <a:solidFill>
            <a:srgbClr val="FFF6DD"/>
          </a:solidFill>
          <a:ln w="17145">
            <a:solidFill>
              <a:srgbClr val="111111"/>
            </a:solidFill>
            <a:prstDash val="solid"/>
          </a:ln>
        </p:spPr>
      </p:sp>
      <p:sp>
        <p:nvSpPr>
          <p:cNvPr id="35" name="DP2 object 135">
            <a:extLst>
              <a:ext uri="{FF2B5EF4-FFF2-40B4-BE49-F238E27FC236}">
                <ns2:creationId id="{1591688F-EB35-4912-B253-0F6D92BEFE49}"/>
              </a:ext>
            </a:extLst>
          </p:cNvPr>
          <p:cNvSpPr>
            <a:spLocks noGrp="1"/>
          </p:cNvSpPr>
          <p:nvPr/>
        </p:nvSpPr>
        <p:spPr>
          <a:xfrm>
            <a:off x="4924425" y="3009900"/>
            <a:ext cx="2057400" cy="2381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채택 목표 / revision</a:t>
            </a:r>
            <a:endParaRPr lang="ko-KR">
              <a:latin typeface="Calibri"/>
              <a:ea typeface="Calibri"/>
              <a:cs typeface="Calibri"/>
            </a:endParaRPr>
          </a:p>
        </p:txBody>
      </p:sp>
      <p:sp>
        <p:nvSpPr>
          <p:cNvPr id="36" name="현재성 확인·채택">
            <a:extLst>
              <a:ext uri="{FF2B5EF4-FFF2-40B4-BE49-F238E27FC236}">
                <ns2:creationId id="{870F6BD6-3F01-45DD-81A5-DDB5410E0CDD}"/>
              </a:ext>
            </a:extLst>
          </p:cNvPr>
          <p:cNvSpPr>
            <a:spLocks noGrp="1"/>
          </p:cNvSpPr>
          <p:nvPr/>
        </p:nvSpPr>
        <p:spPr>
          <a:xfrm>
            <a:off x="7258050" y="2914650"/>
            <a:ext cx="2314575" cy="390525"/>
          </a:xfrm>
          <a:prstGeom prst="rect">
            <a:avLst/>
          </a:prstGeom>
          <a:solidFill>
            <a:srgbClr val="FFFFFF"/>
          </a:solidFill>
          <a:ln w="17145">
            <a:solidFill>
              <a:srgbClr val="111111"/>
            </a:solidFill>
            <a:prstDash val="solid"/>
          </a:ln>
        </p:spPr>
      </p:sp>
      <p:sp>
        <p:nvSpPr>
          <p:cNvPr id="37" name="DP2 object 136">
            <a:extLst>
              <a:ext uri="{FF2B5EF4-FFF2-40B4-BE49-F238E27FC236}">
                <ns2:creationId id="{7D2DA098-315B-4A0A-BF2F-DCD8DF7260F3}"/>
              </a:ext>
            </a:extLst>
          </p:cNvPr>
          <p:cNvSpPr>
            <a:spLocks noGrp="1"/>
          </p:cNvSpPr>
          <p:nvPr/>
        </p:nvSpPr>
        <p:spPr>
          <a:xfrm>
            <a:off x="7324725" y="2952750"/>
            <a:ext cx="2181225" cy="314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현재성 확인·채택</a:t>
            </a:r>
            <a:endParaRPr lang="ko-KR">
              <a:latin typeface="Calibri"/>
              <a:ea typeface="Calibri"/>
              <a:cs typeface="Calibri"/>
            </a:endParaRPr>
          </a:p>
        </p:txBody>
      </p:sp>
      <p:sp>
        <p:nvSpPr>
          <p:cNvPr id="38" name="Editable path 137">
            <a:extLst>
              <a:ext uri="{FF2B5EF4-FFF2-40B4-BE49-F238E27FC236}">
                <ns2:creationId id="{C9C5719A-BBD4-46E0-A398-EC67D211F61A}"/>
              </a:ext>
            </a:extLst>
          </p:cNvPr>
          <p:cNvSpPr>
            <a:spLocks noGrp="1"/>
          </p:cNvSpPr>
          <p:nvPr/>
        </p:nvSpPr>
        <p:spPr>
          <a:xfrm>
            <a:off x="3810000" y="3381375"/>
            <a:ext cx="953" cy="228600"/>
          </a:xfrm>
          <a:custGeom>
            <a:pathLst>
              <a:path w="953" h="228600">
                <a:moveTo>
                  <a:pt x="0" y="0"/>
                </a:moveTo>
                <a:lnTo>
                  <a:pt x="0" y="228600"/>
                </a:lnTo>
              </a:path>
            </a:pathLst>
          </a:custGeom>
          <a:noFill/>
          <a:ln w="21908">
            <a:solidFill>
              <a:srgbClr val="111111"/>
            </a:solidFill>
            <a:prstDash val="solid"/>
          </a:ln>
        </p:spPr>
      </p:sp>
      <p:sp>
        <p:nvSpPr>
          <p:cNvPr id="39" name="Editable arrowhead 138">
            <a:extLst>
              <a:ext uri="{FF2B5EF4-FFF2-40B4-BE49-F238E27FC236}">
                <ns2:creationId id="{956F6EE1-0D98-4E1B-9733-8DC434EDAA8C}"/>
              </a:ext>
            </a:extLst>
          </p:cNvPr>
          <p:cNvSpPr>
            <a:spLocks noGrp="1"/>
          </p:cNvSpPr>
          <p:nvPr/>
        </p:nvSpPr>
        <p:spPr>
          <a:xfrm>
            <a:off x="3762375" y="35147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0" name="Editable path 139">
            <a:extLst>
              <a:ext uri="{FF2B5EF4-FFF2-40B4-BE49-F238E27FC236}">
                <ns2:creationId id="{33FCFEC3-E02A-40F3-AE01-5424E1DC5BA2}"/>
              </a:ext>
            </a:extLst>
          </p:cNvPr>
          <p:cNvSpPr>
            <a:spLocks noGrp="1"/>
          </p:cNvSpPr>
          <p:nvPr/>
        </p:nvSpPr>
        <p:spPr>
          <a:xfrm>
            <a:off x="8734425" y="3381375"/>
            <a:ext cx="953" cy="228600"/>
          </a:xfrm>
          <a:custGeom>
            <a:pathLst>
              <a:path w="953" h="228600">
                <a:moveTo>
                  <a:pt x="0" y="228600"/>
                </a:moveTo>
                <a:lnTo>
                  <a:pt x="0" y="0"/>
                </a:lnTo>
              </a:path>
            </a:pathLst>
          </a:custGeom>
          <a:noFill/>
          <a:ln w="21908">
            <a:solidFill>
              <a:srgbClr val="111111"/>
            </a:solidFill>
            <a:prstDash val="solid"/>
          </a:ln>
        </p:spPr>
      </p:sp>
      <p:sp>
        <p:nvSpPr>
          <p:cNvPr id="41" name="Editable arrowhead 140">
            <a:extLst>
              <a:ext uri="{FF2B5EF4-FFF2-40B4-BE49-F238E27FC236}">
                <ns2:creationId id="{8AA56F0A-4701-4E11-A458-CC7C3291840B}"/>
              </a:ext>
            </a:extLst>
          </p:cNvPr>
          <p:cNvSpPr>
            <a:spLocks noGrp="1"/>
          </p:cNvSpPr>
          <p:nvPr/>
        </p:nvSpPr>
        <p:spPr>
          <a:xfrm>
            <a:off x="8686800" y="338137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42" name="DP2 object 141">
            <a:extLst>
              <a:ext uri="{FF2B5EF4-FFF2-40B4-BE49-F238E27FC236}">
                <ns2:creationId id="{20ADCB8D-427C-4E0F-B79C-E0A87508571F}"/>
              </a:ext>
            </a:extLst>
          </p:cNvPr>
          <p:cNvSpPr>
            <a:spLocks noGrp="1"/>
          </p:cNvSpPr>
          <p:nvPr/>
        </p:nvSpPr>
        <p:spPr>
          <a:xfrm>
            <a:off x="3905250" y="3381375"/>
            <a:ext cx="1428750" cy="238125"/>
          </a:xfrm>
          <a:prstGeom prst="rect">
            <a:avLst/>
          </a:prstGeom>
          <a:noFill/>
          <a:ln w="0">
            <a:noFill/>
            <a:prstDash val="solid"/>
          </a:ln>
        </p:spPr>
        <p:txBody>
          <a:bodyPr wrap="none" lIns="0" tIns="0" rIns="0" bIns="0" anchor="ctr">
            <a:noAutofit/>
          </a:bodyPr>
          <a:lstStyle>
            <a:defPPr algn="l">
              <a:defRPr sz="1400" b="0" lang="ko-KR">
                <a:solidFill>
                  <a:srgbClr val="111111"/>
                </a:solidFill>
                <a:latin typeface="Calibri"/>
                <a:ea typeface="Calibri"/>
                <a:cs typeface="Calibri"/>
              </a:defRPr>
            </a:defPPr>
            <a:lvl1pPr algn="l">
              <a:defRPr sz="1400" b="0" lang="ko-KR">
                <a:solidFill>
                  <a:srgbClr val="111111"/>
                </a:solidFill>
                <a:latin typeface="Calibri"/>
                <a:ea typeface="Calibri"/>
                <a:cs typeface="Calibri"/>
              </a:defRPr>
            </a:lvl1pPr>
            <a:lvl2pPr algn="l">
              <a:defRPr sz="1400" b="0" lang="ko-KR">
                <a:solidFill>
                  <a:srgbClr val="111111"/>
                </a:solidFill>
                <a:latin typeface="Calibri"/>
                <a:ea typeface="Calibri"/>
                <a:cs typeface="Calibri"/>
              </a:defRPr>
            </a:lvl2pPr>
            <a:lvl3pPr algn="l">
              <a:defRPr sz="1400" b="0" lang="ko-KR">
                <a:solidFill>
                  <a:srgbClr val="111111"/>
                </a:solidFill>
                <a:latin typeface="Calibri"/>
                <a:ea typeface="Calibri"/>
                <a:cs typeface="Calibri"/>
              </a:defRPr>
            </a:lvl3pPr>
            <a:lvl4pPr algn="l">
              <a:defRPr sz="1400" b="0" lang="ko-KR">
                <a:solidFill>
                  <a:srgbClr val="111111"/>
                </a:solidFill>
                <a:latin typeface="Calibri"/>
                <a:ea typeface="Calibri"/>
                <a:cs typeface="Calibri"/>
              </a:defRPr>
            </a:lvl4pPr>
            <a:lvl5pPr algn="l">
              <a:defRPr sz="1400" b="0" lang="ko-KR">
                <a:solidFill>
                  <a:srgbClr val="111111"/>
                </a:solidFill>
                <a:latin typeface="Calibri"/>
                <a:ea typeface="Calibri"/>
                <a:cs typeface="Calibri"/>
              </a:defRPr>
            </a:lvl5pPr>
            <a:lvl6pPr algn="l">
              <a:defRPr sz="1400" b="0" lang="ko-KR">
                <a:solidFill>
                  <a:srgbClr val="111111"/>
                </a:solidFill>
                <a:latin typeface="Calibri"/>
                <a:ea typeface="Calibri"/>
                <a:cs typeface="Calibri"/>
              </a:defRPr>
            </a:lvl6pPr>
            <a:lvl7pPr algn="l">
              <a:defRPr sz="1400" b="0" lang="ko-KR">
                <a:solidFill>
                  <a:srgbClr val="111111"/>
                </a:solidFill>
                <a:latin typeface="Calibri"/>
                <a:ea typeface="Calibri"/>
                <a:cs typeface="Calibri"/>
              </a:defRPr>
            </a:lvl7pPr>
            <a:lvl8pPr algn="l">
              <a:defRPr sz="1400" b="0" lang="ko-KR">
                <a:solidFill>
                  <a:srgbClr val="111111"/>
                </a:solidFill>
                <a:latin typeface="Calibri"/>
                <a:ea typeface="Calibri"/>
                <a:cs typeface="Calibri"/>
              </a:defRPr>
            </a:lvl8pPr>
            <a:lvl9pPr algn="l">
              <a:defRPr sz="1400" b="0" lang="ko-KR">
                <a:solidFill>
                  <a:srgbClr val="111111"/>
                </a:solidFill>
                <a:latin typeface="Calibri"/>
                <a:ea typeface="Calibri"/>
                <a:cs typeface="Calibri"/>
              </a:defRPr>
            </a:lvl9pPr>
          </a:lstStyle>
          <a:p>
            <a:pPr algn="l">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해석 요청</a:t>
            </a:r>
            <a:endParaRPr lang="ko-KR">
              <a:latin typeface="Calibri"/>
              <a:ea typeface="Calibri"/>
              <a:cs typeface="Calibri"/>
            </a:endParaRPr>
          </a:p>
        </p:txBody>
      </p:sp>
      <p:sp>
        <p:nvSpPr>
          <p:cNvPr id="43" name="DP2 object 142">
            <a:extLst>
              <a:ext uri="{FF2B5EF4-FFF2-40B4-BE49-F238E27FC236}">
                <ns2:creationId id="{6FBD201D-4AF5-469A-BD09-B0F59AD43AE6}"/>
              </a:ext>
            </a:extLst>
          </p:cNvPr>
          <p:cNvSpPr>
            <a:spLocks noGrp="1"/>
          </p:cNvSpPr>
          <p:nvPr/>
        </p:nvSpPr>
        <p:spPr>
          <a:xfrm>
            <a:off x="7315200" y="3381375"/>
            <a:ext cx="1323975" cy="238125"/>
          </a:xfrm>
          <a:prstGeom prst="rect">
            <a:avLst/>
          </a:prstGeom>
          <a:noFill/>
          <a:ln w="0">
            <a:noFill/>
            <a:prstDash val="solid"/>
          </a:ln>
        </p:spPr>
        <p:txBody>
          <a:bodyPr wrap="none" lIns="0" tIns="0" rIns="0" bIns="0" anchor="ctr">
            <a:noAutofit/>
          </a:bodyPr>
          <a:lstStyle>
            <a:defPPr algn="r">
              <a:defRPr sz="1400" b="0" lang="ko-KR">
                <a:solidFill>
                  <a:srgbClr val="111111"/>
                </a:solidFill>
                <a:latin typeface="Calibri"/>
                <a:ea typeface="Calibri"/>
                <a:cs typeface="Calibri"/>
              </a:defRPr>
            </a:defPPr>
            <a:lvl1pPr algn="r">
              <a:defRPr sz="1400" b="0" lang="ko-KR">
                <a:solidFill>
                  <a:srgbClr val="111111"/>
                </a:solidFill>
                <a:latin typeface="Calibri"/>
                <a:ea typeface="Calibri"/>
                <a:cs typeface="Calibri"/>
              </a:defRPr>
            </a:lvl1pPr>
            <a:lvl2pPr algn="r">
              <a:defRPr sz="1400" b="0" lang="ko-KR">
                <a:solidFill>
                  <a:srgbClr val="111111"/>
                </a:solidFill>
                <a:latin typeface="Calibri"/>
                <a:ea typeface="Calibri"/>
                <a:cs typeface="Calibri"/>
              </a:defRPr>
            </a:lvl2pPr>
            <a:lvl3pPr algn="r">
              <a:defRPr sz="1400" b="0" lang="ko-KR">
                <a:solidFill>
                  <a:srgbClr val="111111"/>
                </a:solidFill>
                <a:latin typeface="Calibri"/>
                <a:ea typeface="Calibri"/>
                <a:cs typeface="Calibri"/>
              </a:defRPr>
            </a:lvl3pPr>
            <a:lvl4pPr algn="r">
              <a:defRPr sz="1400" b="0" lang="ko-KR">
                <a:solidFill>
                  <a:srgbClr val="111111"/>
                </a:solidFill>
                <a:latin typeface="Calibri"/>
                <a:ea typeface="Calibri"/>
                <a:cs typeface="Calibri"/>
              </a:defRPr>
            </a:lvl4pPr>
            <a:lvl5pPr algn="r">
              <a:defRPr sz="1400" b="0" lang="ko-KR">
                <a:solidFill>
                  <a:srgbClr val="111111"/>
                </a:solidFill>
                <a:latin typeface="Calibri"/>
                <a:ea typeface="Calibri"/>
                <a:cs typeface="Calibri"/>
              </a:defRPr>
            </a:lvl5pPr>
            <a:lvl6pPr algn="r">
              <a:defRPr sz="1400" b="0" lang="ko-KR">
                <a:solidFill>
                  <a:srgbClr val="111111"/>
                </a:solidFill>
                <a:latin typeface="Calibri"/>
                <a:ea typeface="Calibri"/>
                <a:cs typeface="Calibri"/>
              </a:defRPr>
            </a:lvl6pPr>
            <a:lvl7pPr algn="r">
              <a:defRPr sz="1400" b="0" lang="ko-KR">
                <a:solidFill>
                  <a:srgbClr val="111111"/>
                </a:solidFill>
                <a:latin typeface="Calibri"/>
                <a:ea typeface="Calibri"/>
                <a:cs typeface="Calibri"/>
              </a:defRPr>
            </a:lvl7pPr>
            <a:lvl8pPr algn="r">
              <a:defRPr sz="1400" b="0" lang="ko-KR">
                <a:solidFill>
                  <a:srgbClr val="111111"/>
                </a:solidFill>
                <a:latin typeface="Calibri"/>
                <a:ea typeface="Calibri"/>
                <a:cs typeface="Calibri"/>
              </a:defRPr>
            </a:lvl8pPr>
            <a:lvl9pPr algn="r">
              <a:defRPr sz="1400" b="0" lang="ko-KR">
                <a:solidFill>
                  <a:srgbClr val="111111"/>
                </a:solidFill>
                <a:latin typeface="Calibri"/>
                <a:ea typeface="Calibri"/>
                <a:cs typeface="Calibri"/>
              </a:defRPr>
            </a:lvl9pPr>
          </a:lstStyle>
          <a:p>
            <a:pPr algn="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결과 반환</a:t>
            </a:r>
            <a:endParaRPr lang="ko-KR">
              <a:latin typeface="Calibri"/>
              <a:ea typeface="Calibri"/>
              <a:cs typeface="Calibri"/>
            </a:endParaRPr>
          </a:p>
        </p:txBody>
      </p:sp>
      <p:sp>
        <p:nvSpPr>
          <p:cNvPr id="44" name="A Request Interpreter Component">
            <a:extLst>
              <a:ext uri="{FF2B5EF4-FFF2-40B4-BE49-F238E27FC236}">
                <ns2:creationId id="{8270E4D1-453B-4CA6-89A5-ABAF04A1F7BA}"/>
              </a:ext>
            </a:extLst>
          </p:cNvPr>
          <p:cNvSpPr>
            <a:spLocks noGrp="1"/>
          </p:cNvSpPr>
          <p:nvPr/>
        </p:nvSpPr>
        <p:spPr>
          <a:xfrm>
            <a:off x="2133600" y="3609975"/>
            <a:ext cx="7562850" cy="2409825"/>
          </a:xfrm>
          <a:prstGeom prst="rect">
            <a:avLst/>
          </a:prstGeom>
          <a:solidFill>
            <a:srgbClr val="FFF6DD"/>
          </a:solidFill>
          <a:ln w="25718">
            <a:solidFill>
              <a:srgbClr val="111111"/>
            </a:solidFill>
            <a:prstDash val="solid"/>
          </a:ln>
        </p:spPr>
      </p:sp>
      <p:sp>
        <p:nvSpPr>
          <p:cNvPr id="45" name="DP2 object 143">
            <a:extLst>
              <a:ext uri="{FF2B5EF4-FFF2-40B4-BE49-F238E27FC236}">
                <ns2:creationId id="{244D48C8-9A24-4B44-982D-7A3D93641E74}"/>
              </a:ext>
            </a:extLst>
          </p:cNvPr>
          <p:cNvSpPr>
            <a:spLocks noGrp="1"/>
          </p:cNvSpPr>
          <p:nvPr/>
        </p:nvSpPr>
        <p:spPr>
          <a:xfrm>
            <a:off x="2257425" y="3638550"/>
            <a:ext cx="731520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46" name="Editable path 144">
            <a:extLst>
              <a:ext uri="{FF2B5EF4-FFF2-40B4-BE49-F238E27FC236}">
                <ns2:creationId id="{DBDD8404-3D01-4329-9D40-B54DBA3F97F9}"/>
              </a:ext>
            </a:extLst>
          </p:cNvPr>
          <p:cNvSpPr>
            <a:spLocks noGrp="1"/>
          </p:cNvSpPr>
          <p:nvPr/>
        </p:nvSpPr>
        <p:spPr>
          <a:xfrm>
            <a:off x="2133600" y="3952875"/>
            <a:ext cx="7562850" cy="953"/>
          </a:xfrm>
          <a:custGeom>
            <a:pathLst>
              <a:path w="7562850" h="953">
                <a:moveTo>
                  <a:pt x="0" y="0"/>
                </a:moveTo>
                <a:lnTo>
                  <a:pt x="7562850" y="0"/>
                </a:lnTo>
              </a:path>
            </a:pathLst>
          </a:custGeom>
          <a:noFill/>
          <a:ln w="13335">
            <a:solidFill>
              <a:srgbClr val="111111"/>
            </a:solidFill>
            <a:prstDash val="solid"/>
          </a:ln>
        </p:spPr>
      </p:sp>
      <p:sp>
        <p:nvSpPr>
          <p:cNvPr id="47" name="A single conversation execution">
            <a:extLst>
              <a:ext uri="{FF2B5EF4-FFF2-40B4-BE49-F238E27FC236}">
                <ns2:creationId id="{9CE4CD8E-8346-428A-8CB2-6783B3838E7D}"/>
              </a:ext>
            </a:extLst>
          </p:cNvPr>
          <p:cNvSpPr>
            <a:spLocks noGrp="1"/>
          </p:cNvSpPr>
          <p:nvPr/>
        </p:nvSpPr>
        <p:spPr>
          <a:xfrm>
            <a:off x="2324100" y="4057650"/>
            <a:ext cx="7181850" cy="1781175"/>
          </a:xfrm>
          <a:prstGeom prst="rect">
            <a:avLst/>
          </a:prstGeom>
          <a:noFill/>
          <a:ln w="17145">
            <a:solidFill>
              <a:srgbClr val="111111"/>
            </a:solidFill>
            <a:prstDash val="dash"/>
          </a:ln>
        </p:spPr>
      </p:sp>
      <p:sp>
        <p:nvSpPr>
          <p:cNvPr id="48" name="DP2 object 145">
            <a:extLst>
              <a:ext uri="{FF2B5EF4-FFF2-40B4-BE49-F238E27FC236}">
                <ns2:creationId id="{CFB91A1D-E2C7-48E4-B919-53833519F986}"/>
              </a:ext>
            </a:extLst>
          </p:cNvPr>
          <p:cNvSpPr>
            <a:spLocks noGrp="1"/>
          </p:cNvSpPr>
          <p:nvPr/>
        </p:nvSpPr>
        <p:spPr>
          <a:xfrm>
            <a:off x="2476500" y="4114800"/>
            <a:ext cx="6886575" cy="3238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대화 해석 실행 1개</a:t>
            </a:r>
            <a:endParaRPr lang="ko-KR">
              <a:latin typeface="Calibri"/>
              <a:ea typeface="Calibri"/>
              <a:cs typeface="Calibri"/>
            </a:endParaRPr>
          </a:p>
        </p:txBody>
      </p:sp>
      <p:sp>
        <p:nvSpPr>
          <p:cNvPr id="49" name="현재 step 종료 뒤&#10;새 입력의 관계·내용 판단">
            <a:extLst>
              <a:ext uri="{FF2B5EF4-FFF2-40B4-BE49-F238E27FC236}">
                <ns2:creationId id="{39C37755-6E91-4E4B-8A0B-319466FB818C}"/>
              </a:ext>
            </a:extLst>
          </p:cNvPr>
          <p:cNvSpPr>
            <a:spLocks noGrp="1"/>
          </p:cNvSpPr>
          <p:nvPr/>
        </p:nvSpPr>
        <p:spPr>
          <a:xfrm>
            <a:off x="2676525" y="4562475"/>
            <a:ext cx="2667000" cy="666750"/>
          </a:xfrm>
          <a:prstGeom prst="rect">
            <a:avLst/>
          </a:prstGeom>
          <a:solidFill>
            <a:srgbClr val="FFFFFF"/>
          </a:solidFill>
          <a:ln w="17145">
            <a:solidFill>
              <a:srgbClr val="111111"/>
            </a:solidFill>
            <a:prstDash val="solid"/>
          </a:ln>
        </p:spPr>
      </p:sp>
      <p:sp>
        <p:nvSpPr>
          <p:cNvPr id="50" name="DP2 object 146">
            <a:extLst>
              <a:ext uri="{FF2B5EF4-FFF2-40B4-BE49-F238E27FC236}">
                <ns2:creationId id="{32544E82-29DF-420C-A8FA-BDF811C178C6}"/>
              </a:ext>
            </a:extLst>
          </p:cNvPr>
          <p:cNvSpPr>
            <a:spLocks noGrp="1"/>
          </p:cNvSpPr>
          <p:nvPr/>
        </p:nvSpPr>
        <p:spPr>
          <a:xfrm>
            <a:off x="2743200" y="4600575"/>
            <a:ext cx="2533650" cy="5905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현재 step 종료 뒤</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새 입력의 관계·내용 판단</a:t>
            </a:r>
            <a:endParaRPr lang="ko-KR">
              <a:latin typeface="Calibri"/>
              <a:ea typeface="Calibri"/>
              <a:cs typeface="Calibri"/>
            </a:endParaRPr>
          </a:p>
        </p:txBody>
      </p:sp>
      <p:sp>
        <p:nvSpPr>
          <p:cNvPr id="51" name="한 대화의 근거와&#10;R1·R2 잠정 판단">
            <a:extLst>
              <a:ext uri="{FF2B5EF4-FFF2-40B4-BE49-F238E27FC236}">
                <ns2:creationId id="{91D7CD5C-5A9C-4F95-B884-6ABC0B691815}"/>
              </a:ext>
            </a:extLst>
          </p:cNvPr>
          <p:cNvSpPr>
            <a:spLocks noGrp="1"/>
          </p:cNvSpPr>
          <p:nvPr/>
        </p:nvSpPr>
        <p:spPr>
          <a:xfrm>
            <a:off x="6153150" y="4495800"/>
            <a:ext cx="3048000" cy="838200"/>
          </a:xfrm>
          <a:prstGeom prst="can">
            <a:avLst>
              <a:gd name="adj" fmla="val 16000"/>
            </a:avLst>
          </a:prstGeom>
          <a:solidFill>
            <a:srgbClr val="FFF6DD"/>
          </a:solidFill>
          <a:ln w="17145">
            <a:solidFill>
              <a:srgbClr val="111111"/>
            </a:solidFill>
            <a:prstDash val="solid"/>
          </a:ln>
        </p:spPr>
      </p:sp>
      <p:sp>
        <p:nvSpPr>
          <p:cNvPr id="52" name="DP2 object 147">
            <a:extLst>
              <a:ext uri="{FF2B5EF4-FFF2-40B4-BE49-F238E27FC236}">
                <ns2:creationId id="{C61816B7-5487-46F2-829E-069C31503335}"/>
              </a:ext>
            </a:extLst>
          </p:cNvPr>
          <p:cNvSpPr>
            <a:spLocks noGrp="1"/>
          </p:cNvSpPr>
          <p:nvPr/>
        </p:nvSpPr>
        <p:spPr>
          <a:xfrm>
            <a:off x="6200775" y="4600575"/>
            <a:ext cx="2952750" cy="67627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한 대화의 근거와</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R1·R2 잠정 판단</a:t>
            </a:r>
            <a:endParaRPr lang="ko-KR">
              <a:latin typeface="Calibri"/>
              <a:ea typeface="Calibri"/>
              <a:cs typeface="Calibri"/>
            </a:endParaRPr>
          </a:p>
        </p:txBody>
      </p:sp>
      <p:sp>
        <p:nvSpPr>
          <p:cNvPr id="53" name="Editable path 148">
            <a:extLst>
              <a:ext uri="{FF2B5EF4-FFF2-40B4-BE49-F238E27FC236}">
                <ns2:creationId id="{E732EC78-80D2-4160-94D4-C441D10AA8C9}"/>
              </a:ext>
            </a:extLst>
          </p:cNvPr>
          <p:cNvSpPr>
            <a:spLocks noGrp="1"/>
          </p:cNvSpPr>
          <p:nvPr/>
        </p:nvSpPr>
        <p:spPr>
          <a:xfrm>
            <a:off x="5343525" y="4733925"/>
            <a:ext cx="809625" cy="953"/>
          </a:xfrm>
          <a:custGeom>
            <a:pathLst>
              <a:path w="809625" h="953">
                <a:moveTo>
                  <a:pt x="809625" y="0"/>
                </a:moveTo>
                <a:lnTo>
                  <a:pt x="0" y="0"/>
                </a:lnTo>
              </a:path>
            </a:pathLst>
          </a:custGeom>
          <a:noFill/>
          <a:ln w="20003">
            <a:solidFill>
              <a:srgbClr val="111111"/>
            </a:solidFill>
            <a:prstDash val="solid"/>
          </a:ln>
        </p:spPr>
      </p:sp>
      <p:sp>
        <p:nvSpPr>
          <p:cNvPr id="54" name="Editable arrowhead 149">
            <a:extLst>
              <a:ext uri="{FF2B5EF4-FFF2-40B4-BE49-F238E27FC236}">
                <ns2:creationId id="{D8720DA6-75EA-4396-8369-D56FA38848A1}"/>
              </a:ext>
            </a:extLst>
          </p:cNvPr>
          <p:cNvSpPr>
            <a:spLocks noGrp="1"/>
          </p:cNvSpPr>
          <p:nvPr/>
        </p:nvSpPr>
        <p:spPr>
          <a:xfrm>
            <a:off x="5343525" y="4686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55" name="Editable path 150">
            <a:extLst>
              <a:ext uri="{FF2B5EF4-FFF2-40B4-BE49-F238E27FC236}">
                <ns2:creationId id="{7D5F38BE-ADC5-4C1C-ABD0-05ACD9B18DEA}"/>
              </a:ext>
            </a:extLst>
          </p:cNvPr>
          <p:cNvSpPr>
            <a:spLocks noGrp="1"/>
          </p:cNvSpPr>
          <p:nvPr/>
        </p:nvSpPr>
        <p:spPr>
          <a:xfrm>
            <a:off x="5343525" y="5105400"/>
            <a:ext cx="809625" cy="953"/>
          </a:xfrm>
          <a:custGeom>
            <a:pathLst>
              <a:path w="809625" h="953">
                <a:moveTo>
                  <a:pt x="0" y="0"/>
                </a:moveTo>
                <a:lnTo>
                  <a:pt x="809625" y="0"/>
                </a:lnTo>
              </a:path>
            </a:pathLst>
          </a:custGeom>
          <a:noFill/>
          <a:ln w="20003">
            <a:solidFill>
              <a:srgbClr val="111111"/>
            </a:solidFill>
            <a:prstDash val="solid"/>
          </a:ln>
        </p:spPr>
      </p:sp>
      <p:sp>
        <p:nvSpPr>
          <p:cNvPr id="56" name="Editable arrowhead 151">
            <a:extLst>
              <a:ext uri="{FF2B5EF4-FFF2-40B4-BE49-F238E27FC236}">
                <ns2:creationId id="{8DF74D97-4546-4C8A-881D-F2A1ECF2AF5E}"/>
              </a:ext>
            </a:extLst>
          </p:cNvPr>
          <p:cNvSpPr>
            <a:spLocks noGrp="1"/>
          </p:cNvSpPr>
          <p:nvPr/>
        </p:nvSpPr>
        <p:spPr>
          <a:xfrm>
            <a:off x="6057900" y="50577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7" name="DP2 object 152">
            <a:extLst>
              <a:ext uri="{FF2B5EF4-FFF2-40B4-BE49-F238E27FC236}">
                <ns2:creationId id="{8F998E4D-832C-40CA-8D5C-0165E2A13CD0}"/>
              </a:ext>
            </a:extLst>
          </p:cNvPr>
          <p:cNvSpPr>
            <a:spLocks noGrp="1"/>
          </p:cNvSpPr>
          <p:nvPr/>
        </p:nvSpPr>
        <p:spPr>
          <a:xfrm>
            <a:off x="5419725" y="4514850"/>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조회</a:t>
            </a:r>
            <a:endParaRPr lang="ko-KR">
              <a:latin typeface="Calibri"/>
              <a:ea typeface="Calibri"/>
              <a:cs typeface="Calibri"/>
            </a:endParaRPr>
          </a:p>
        </p:txBody>
      </p:sp>
      <p:sp>
        <p:nvSpPr>
          <p:cNvPr id="58" name="DP2 object 153">
            <a:extLst>
              <a:ext uri="{FF2B5EF4-FFF2-40B4-BE49-F238E27FC236}">
                <ns2:creationId id="{B647EA65-D5C1-4811-8ADA-5F0D2170BE36}"/>
              </a:ext>
            </a:extLst>
          </p:cNvPr>
          <p:cNvSpPr>
            <a:spLocks noGrp="1"/>
          </p:cNvSpPr>
          <p:nvPr/>
        </p:nvSpPr>
        <p:spPr>
          <a:xfrm>
            <a:off x="5419725" y="5114925"/>
            <a:ext cx="647700" cy="20955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갱신</a:t>
            </a:r>
            <a:endParaRPr lang="ko-KR">
              <a:latin typeface="Calibri"/>
              <a:ea typeface="Calibri"/>
              <a:cs typeface="Calibri"/>
            </a:endParaRPr>
          </a:p>
        </p:txBody>
      </p:sp>
      <p:sp>
        <p:nvSpPr>
          <p:cNvPr id="59" name="Editable path 154">
            <a:extLst>
              <a:ext uri="{FF2B5EF4-FFF2-40B4-BE49-F238E27FC236}">
                <ns2:creationId id="{DE1B43C2-5F37-41C3-97AD-3A17970383DC}"/>
              </a:ext>
            </a:extLst>
          </p:cNvPr>
          <p:cNvSpPr>
            <a:spLocks noGrp="1"/>
          </p:cNvSpPr>
          <p:nvPr/>
        </p:nvSpPr>
        <p:spPr>
          <a:xfrm>
            <a:off x="2514600" y="4438650"/>
            <a:ext cx="1485900" cy="1190625"/>
          </a:xfrm>
          <a:custGeom>
            <a:pathLst>
              <a:path w="1485900" h="1190625">
                <a:moveTo>
                  <a:pt x="1485900" y="790575"/>
                </a:moveTo>
                <a:lnTo>
                  <a:pt x="1485900" y="1190625"/>
                </a:lnTo>
                <a:lnTo>
                  <a:pt x="0" y="1190625"/>
                </a:lnTo>
                <a:lnTo>
                  <a:pt x="0" y="0"/>
                </a:lnTo>
                <a:lnTo>
                  <a:pt x="1485900" y="0"/>
                </a:lnTo>
                <a:lnTo>
                  <a:pt x="1485900" y="123825"/>
                </a:lnTo>
              </a:path>
            </a:pathLst>
          </a:custGeom>
          <a:noFill/>
          <a:ln w="19050">
            <a:solidFill>
              <a:srgbClr val="111111"/>
            </a:solidFill>
            <a:prstDash val="solid"/>
          </a:ln>
        </p:spPr>
      </p:sp>
      <p:sp>
        <p:nvSpPr>
          <p:cNvPr id="60" name="Editable arrowhead 155">
            <a:extLst>
              <a:ext uri="{FF2B5EF4-FFF2-40B4-BE49-F238E27FC236}">
                <ns2:creationId id="{E4101BF0-FE4C-4364-9490-3755C49F7D9F}"/>
              </a:ext>
            </a:extLst>
          </p:cNvPr>
          <p:cNvSpPr>
            <a:spLocks noGrp="1"/>
          </p:cNvSpPr>
          <p:nvPr/>
        </p:nvSpPr>
        <p:spPr>
          <a:xfrm>
            <a:off x="3952875" y="4467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1" name="DP2 object 156">
            <a:extLst>
              <a:ext uri="{FF2B5EF4-FFF2-40B4-BE49-F238E27FC236}">
                <ns2:creationId id="{BDC74B94-C160-46B7-BF82-B761B38185E3}"/>
              </a:ext>
            </a:extLst>
          </p:cNvPr>
          <p:cNvSpPr>
            <a:spLocks noGrp="1"/>
          </p:cNvSpPr>
          <p:nvPr/>
        </p:nvSpPr>
        <p:spPr>
          <a:xfrm>
            <a:off x="4219575" y="5476875"/>
            <a:ext cx="5086350" cy="2952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남은 목표와 새 입력을 같은 실행에서 계속</a:t>
            </a:r>
            <a:endParaRPr lang="ko-KR">
              <a:latin typeface="Calibri"/>
              <a:ea typeface="Calibri"/>
              <a:cs typeface="Calibri"/>
            </a:endParaRPr>
          </a:p>
        </p:txBody>
      </p:sp>
      <p:sp>
        <p:nvSpPr>
          <p:cNvPr id="62" name="DP2 object 157">
            <a:extLst>
              <a:ext uri="{FF2B5EF4-FFF2-40B4-BE49-F238E27FC236}">
                <ns2:creationId id="{CC89B4FF-6A7C-4877-BBFA-EC3409723AAD}"/>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공통 대화 + 요청별 실행과 문맥 + 반환 관리</a:t>
            </a:r>
            <a:endParaRPr lang="ko-KR">
              <a:latin typeface="Calibri"/>
              <a:ea typeface="Calibri"/>
              <a:cs typeface="Calibri"/>
            </a:endParaRPr>
          </a:p>
        </p:txBody>
      </p:sp>
      <p:sp>
        <p:nvSpPr>
          <p:cNvPr id="63" name="B Request Controller Component">
            <a:extLst>
              <a:ext uri="{FF2B5EF4-FFF2-40B4-BE49-F238E27FC236}">
                <ns2:creationId id="{39EEE26E-DD9D-4FE5-8F11-A85295BC8DF8}"/>
              </a:ext>
            </a:extLst>
          </p:cNvPr>
          <p:cNvSpPr>
            <a:spLocks noGrp="1"/>
          </p:cNvSpPr>
          <p:nvPr/>
        </p:nvSpPr>
        <p:spPr>
          <a:xfrm>
            <a:off x="10229850" y="2505075"/>
            <a:ext cx="2324100" cy="3514725"/>
          </a:xfrm>
          <a:prstGeom prst="rect">
            <a:avLst/>
          </a:prstGeom>
          <a:solidFill>
            <a:srgbClr val="FFF6DD"/>
          </a:solidFill>
          <a:ln w="25718">
            <a:solidFill>
              <a:srgbClr val="111111"/>
            </a:solidFill>
            <a:prstDash val="solid"/>
          </a:ln>
        </p:spPr>
      </p:sp>
      <p:sp>
        <p:nvSpPr>
          <p:cNvPr id="64" name="DP2 object 158">
            <a:extLst>
              <a:ext uri="{FF2B5EF4-FFF2-40B4-BE49-F238E27FC236}">
                <ns2:creationId id="{E4A84FB6-3092-40AE-AA02-B31B6D8E7602}"/>
              </a:ext>
            </a:extLst>
          </p:cNvPr>
          <p:cNvSpPr>
            <a:spLocks noGrp="1"/>
          </p:cNvSpPr>
          <p:nvPr/>
        </p:nvSpPr>
        <p:spPr>
          <a:xfrm>
            <a:off x="10334625" y="2581275"/>
            <a:ext cx="2114550" cy="5715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Controller</a:t>
            </a:r>
            <a:endParaRPr lang="ko-KR">
              <a:latin typeface="Calibri"/>
              <a:ea typeface="Calibri"/>
              <a:cs typeface="Calibri"/>
            </a:endParaRPr>
          </a:p>
        </p:txBody>
      </p:sp>
      <p:sp>
        <p:nvSpPr>
          <p:cNvPr id="65" name="Editable path 159">
            <a:extLst>
              <a:ext uri="{FF2B5EF4-FFF2-40B4-BE49-F238E27FC236}">
                <ns2:creationId id="{DFE1F1B4-3E61-41B2-9C2C-515A3917BCF6}"/>
              </a:ext>
            </a:extLst>
          </p:cNvPr>
          <p:cNvSpPr>
            <a:spLocks noGrp="1"/>
          </p:cNvSpPr>
          <p:nvPr/>
        </p:nvSpPr>
        <p:spPr>
          <a:xfrm>
            <a:off x="10229850" y="3152775"/>
            <a:ext cx="2324100" cy="953"/>
          </a:xfrm>
          <a:custGeom>
            <a:pathLst>
              <a:path w="2324100" h="953">
                <a:moveTo>
                  <a:pt x="0" y="0"/>
                </a:moveTo>
                <a:lnTo>
                  <a:pt x="2324100" y="0"/>
                </a:lnTo>
              </a:path>
            </a:pathLst>
          </a:custGeom>
          <a:noFill/>
          <a:ln w="13335">
            <a:solidFill>
              <a:srgbClr val="111111"/>
            </a:solidFill>
            <a:prstDash val="solid"/>
          </a:ln>
        </p:spPr>
      </p:sp>
      <p:sp>
        <p:nvSpPr>
          <p:cNvPr id="66" name="입력 보존 / 실행 요청">
            <a:extLst>
              <a:ext uri="{FF2B5EF4-FFF2-40B4-BE49-F238E27FC236}">
                <ns2:creationId id="{9FD36BC4-DA99-498B-8DEE-29847F6C2256}"/>
              </a:ext>
            </a:extLst>
          </p:cNvPr>
          <p:cNvSpPr>
            <a:spLocks noGrp="1"/>
          </p:cNvSpPr>
          <p:nvPr/>
        </p:nvSpPr>
        <p:spPr>
          <a:xfrm>
            <a:off x="10353675" y="3248025"/>
            <a:ext cx="2076450" cy="400050"/>
          </a:xfrm>
          <a:prstGeom prst="rect">
            <a:avLst/>
          </a:prstGeom>
          <a:solidFill>
            <a:srgbClr val="FFFFFF"/>
          </a:solidFill>
          <a:ln w="17145">
            <a:solidFill>
              <a:srgbClr val="111111"/>
            </a:solidFill>
            <a:prstDash val="solid"/>
          </a:ln>
        </p:spPr>
      </p:sp>
      <p:sp>
        <p:nvSpPr>
          <p:cNvPr id="67" name="DP2 object 160">
            <a:extLst>
              <a:ext uri="{FF2B5EF4-FFF2-40B4-BE49-F238E27FC236}">
                <ns2:creationId id="{E7977720-DCF1-44BC-82AC-10CA99C97BC2}"/>
              </a:ext>
            </a:extLst>
          </p:cNvPr>
          <p:cNvSpPr>
            <a:spLocks noGrp="1"/>
          </p:cNvSpPr>
          <p:nvPr/>
        </p:nvSpPr>
        <p:spPr>
          <a:xfrm>
            <a:off x="10420350" y="3286125"/>
            <a:ext cx="1943100" cy="3238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입력 보존 / 실행 요청</a:t>
            </a:r>
            <a:endParaRPr lang="ko-KR">
              <a:latin typeface="Calibri"/>
              <a:ea typeface="Calibri"/>
              <a:cs typeface="Calibri"/>
            </a:endParaRPr>
          </a:p>
        </p:txBody>
      </p:sp>
      <p:sp>
        <p:nvSpPr>
          <p:cNvPr id="68" name="입력 / 실행 ID 대응&#10;목표·revision&#10;변경·완료 상태">
            <a:extLst>
              <a:ext uri="{FF2B5EF4-FFF2-40B4-BE49-F238E27FC236}">
                <ns2:creationId id="{71ADFCE1-61AC-4C6F-82BD-7E4E132CEE77}"/>
              </a:ext>
            </a:extLst>
          </p:cNvPr>
          <p:cNvSpPr>
            <a:spLocks noGrp="1"/>
          </p:cNvSpPr>
          <p:nvPr/>
        </p:nvSpPr>
        <p:spPr>
          <a:xfrm>
            <a:off x="10353675" y="3838575"/>
            <a:ext cx="2076450" cy="933450"/>
          </a:xfrm>
          <a:prstGeom prst="can">
            <a:avLst>
              <a:gd name="adj" fmla="val 16000"/>
            </a:avLst>
          </a:prstGeom>
          <a:solidFill>
            <a:srgbClr val="FFF6DD"/>
          </a:solidFill>
          <a:ln w="17145">
            <a:solidFill>
              <a:srgbClr val="111111"/>
            </a:solidFill>
            <a:prstDash val="solid"/>
          </a:ln>
        </p:spPr>
      </p:sp>
      <p:sp>
        <p:nvSpPr>
          <p:cNvPr id="69" name="DP2 object 161">
            <a:extLst>
              <a:ext uri="{FF2B5EF4-FFF2-40B4-BE49-F238E27FC236}">
                <ns2:creationId id="{FBDD7A03-1010-4851-968B-384407761F9D}"/>
              </a:ext>
            </a:extLst>
          </p:cNvPr>
          <p:cNvSpPr>
            <a:spLocks noGrp="1"/>
          </p:cNvSpPr>
          <p:nvPr/>
        </p:nvSpPr>
        <p:spPr>
          <a:xfrm>
            <a:off x="10401300" y="3943350"/>
            <a:ext cx="1981200" cy="7715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입력 / 실행 ID 대응</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목표·revision</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변경·완료 상태</a:t>
            </a:r>
            <a:endParaRPr lang="ko-KR">
              <a:latin typeface="Calibri"/>
              <a:ea typeface="Calibri"/>
              <a:cs typeface="Calibri"/>
            </a:endParaRPr>
          </a:p>
        </p:txBody>
      </p:sp>
      <p:sp>
        <p:nvSpPr>
          <p:cNvPr id="70" name="개별 반환 검증·채택&#10;필요한 재결합 요청">
            <a:extLst>
              <a:ext uri="{FF2B5EF4-FFF2-40B4-BE49-F238E27FC236}">
                <ns2:creationId id="{61672715-4D68-4A23-BF2D-CDABACA96278}"/>
              </a:ext>
            </a:extLst>
          </p:cNvPr>
          <p:cNvSpPr>
            <a:spLocks noGrp="1"/>
          </p:cNvSpPr>
          <p:nvPr/>
        </p:nvSpPr>
        <p:spPr>
          <a:xfrm>
            <a:off x="10353675" y="5105400"/>
            <a:ext cx="2076450" cy="771525"/>
          </a:xfrm>
          <a:prstGeom prst="rect">
            <a:avLst/>
          </a:prstGeom>
          <a:solidFill>
            <a:srgbClr val="FFFFFF"/>
          </a:solidFill>
          <a:ln w="17145">
            <a:solidFill>
              <a:srgbClr val="111111"/>
            </a:solidFill>
            <a:prstDash val="solid"/>
          </a:ln>
        </p:spPr>
      </p:sp>
      <p:sp>
        <p:nvSpPr>
          <p:cNvPr id="71" name="DP2 object 162">
            <a:extLst>
              <a:ext uri="{FF2B5EF4-FFF2-40B4-BE49-F238E27FC236}">
                <ns2:creationId id="{7BC0AA2C-E5B0-49FE-BEE6-1DEEEB01E1AD}"/>
              </a:ext>
            </a:extLst>
          </p:cNvPr>
          <p:cNvSpPr>
            <a:spLocks noGrp="1"/>
          </p:cNvSpPr>
          <p:nvPr/>
        </p:nvSpPr>
        <p:spPr>
          <a:xfrm>
            <a:off x="10420350" y="5143500"/>
            <a:ext cx="1943100" cy="6953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개별 반환 검증·채택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필요한 재결합 요청</a:t>
            </a:r>
            <a:endParaRPr lang="ko-KR">
              <a:latin typeface="Calibri"/>
              <a:ea typeface="Calibri"/>
              <a:cs typeface="Calibri"/>
            </a:endParaRPr>
          </a:p>
        </p:txBody>
      </p:sp>
      <p:sp>
        <p:nvSpPr>
          <p:cNvPr id="72" name="Editable path 163">
            <a:extLst>
              <a:ext uri="{FF2B5EF4-FFF2-40B4-BE49-F238E27FC236}">
                <ns2:creationId id="{C729E700-F60D-470D-9D41-04818D4E5111}"/>
              </a:ext>
            </a:extLst>
          </p:cNvPr>
          <p:cNvSpPr>
            <a:spLocks noGrp="1"/>
          </p:cNvSpPr>
          <p:nvPr/>
        </p:nvSpPr>
        <p:spPr>
          <a:xfrm>
            <a:off x="11391900" y="3648075"/>
            <a:ext cx="953" cy="190500"/>
          </a:xfrm>
          <a:custGeom>
            <a:pathLst>
              <a:path w="953" h="190500">
                <a:moveTo>
                  <a:pt x="0" y="0"/>
                </a:moveTo>
                <a:lnTo>
                  <a:pt x="0" y="190500"/>
                </a:lnTo>
              </a:path>
            </a:pathLst>
          </a:custGeom>
          <a:noFill/>
          <a:ln w="18098">
            <a:solidFill>
              <a:srgbClr val="111111"/>
            </a:solidFill>
            <a:prstDash val="solid"/>
          </a:ln>
        </p:spPr>
      </p:sp>
      <p:sp>
        <p:nvSpPr>
          <p:cNvPr id="73" name="Editable arrowhead 164">
            <a:extLst>
              <a:ext uri="{FF2B5EF4-FFF2-40B4-BE49-F238E27FC236}">
                <ns2:creationId id="{83C0D546-64D7-4B0D-99E6-0231BBA4E7BE}"/>
              </a:ext>
            </a:extLst>
          </p:cNvPr>
          <p:cNvSpPr>
            <a:spLocks noGrp="1"/>
          </p:cNvSpPr>
          <p:nvPr/>
        </p:nvSpPr>
        <p:spPr>
          <a:xfrm>
            <a:off x="11344275" y="37433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4" name="Editable path 165">
            <a:extLst>
              <a:ext uri="{FF2B5EF4-FFF2-40B4-BE49-F238E27FC236}">
                <ns2:creationId id="{60123ED1-D5EE-4151-964D-406A1079316B}"/>
              </a:ext>
            </a:extLst>
          </p:cNvPr>
          <p:cNvSpPr>
            <a:spLocks noGrp="1"/>
          </p:cNvSpPr>
          <p:nvPr/>
        </p:nvSpPr>
        <p:spPr>
          <a:xfrm>
            <a:off x="11391900" y="4772025"/>
            <a:ext cx="953" cy="333375"/>
          </a:xfrm>
          <a:custGeom>
            <a:pathLst>
              <a:path w="953" h="333375">
                <a:moveTo>
                  <a:pt x="0" y="0"/>
                </a:moveTo>
                <a:lnTo>
                  <a:pt x="0" y="333375"/>
                </a:lnTo>
              </a:path>
            </a:pathLst>
          </a:custGeom>
          <a:noFill/>
          <a:ln w="18098">
            <a:solidFill>
              <a:srgbClr val="111111"/>
            </a:solidFill>
            <a:prstDash val="solid"/>
          </a:ln>
        </p:spPr>
      </p:sp>
      <p:sp>
        <p:nvSpPr>
          <p:cNvPr id="75" name="Editable arrowhead 166">
            <a:extLst>
              <a:ext uri="{FF2B5EF4-FFF2-40B4-BE49-F238E27FC236}">
                <ns2:creationId id="{6D87DE85-4449-47C7-AD45-9057F3A36EA5}"/>
              </a:ext>
            </a:extLst>
          </p:cNvPr>
          <p:cNvSpPr>
            <a:spLocks noGrp="1"/>
          </p:cNvSpPr>
          <p:nvPr/>
        </p:nvSpPr>
        <p:spPr>
          <a:xfrm>
            <a:off x="11344275" y="50101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6" name="B Request Interpreter Component">
            <a:extLst>
              <a:ext uri="{FF2B5EF4-FFF2-40B4-BE49-F238E27FC236}">
                <ns2:creationId id="{3F0C0D2F-36F0-45AB-9709-C9730A16FED9}"/>
              </a:ext>
            </a:extLst>
          </p:cNvPr>
          <p:cNvSpPr>
            <a:spLocks noGrp="1"/>
          </p:cNvSpPr>
          <p:nvPr/>
        </p:nvSpPr>
        <p:spPr>
          <a:xfrm>
            <a:off x="12954000" y="2505075"/>
            <a:ext cx="4838700" cy="3514725"/>
          </a:xfrm>
          <a:prstGeom prst="rect">
            <a:avLst/>
          </a:prstGeom>
          <a:solidFill>
            <a:srgbClr val="FFF6DD"/>
          </a:solidFill>
          <a:ln w="25718">
            <a:solidFill>
              <a:srgbClr val="111111"/>
            </a:solidFill>
            <a:prstDash val="solid"/>
          </a:ln>
        </p:spPr>
      </p:sp>
      <p:sp>
        <p:nvSpPr>
          <p:cNvPr id="77" name="DP2 object 167">
            <a:extLst>
              <a:ext uri="{FF2B5EF4-FFF2-40B4-BE49-F238E27FC236}">
                <ns2:creationId id="{165DF52A-365A-4BFA-9710-ABF5F450DCBB}"/>
              </a:ext>
            </a:extLst>
          </p:cNvPr>
          <p:cNvSpPr>
            <a:spLocks noGrp="1"/>
          </p:cNvSpPr>
          <p:nvPr/>
        </p:nvSpPr>
        <p:spPr>
          <a:xfrm>
            <a:off x="13058775" y="2533650"/>
            <a:ext cx="4629150" cy="2857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8" name="Editable path 168">
            <a:extLst>
              <a:ext uri="{FF2B5EF4-FFF2-40B4-BE49-F238E27FC236}">
                <ns2:creationId id="{1FD2240C-C75D-4D2B-8DF9-39BEDF09DF3A}"/>
              </a:ext>
            </a:extLst>
          </p:cNvPr>
          <p:cNvSpPr>
            <a:spLocks noGrp="1"/>
          </p:cNvSpPr>
          <p:nvPr/>
        </p:nvSpPr>
        <p:spPr>
          <a:xfrm>
            <a:off x="12954000" y="2838450"/>
            <a:ext cx="4838700" cy="953"/>
          </a:xfrm>
          <a:custGeom>
            <a:pathLst>
              <a:path w="4838700" h="953">
                <a:moveTo>
                  <a:pt x="0" y="0"/>
                </a:moveTo>
                <a:lnTo>
                  <a:pt x="4838700" y="0"/>
                </a:lnTo>
              </a:path>
            </a:pathLst>
          </a:custGeom>
          <a:noFill/>
          <a:ln w="13335">
            <a:solidFill>
              <a:srgbClr val="111111"/>
            </a:solidFill>
            <a:prstDash val="solid"/>
          </a:ln>
        </p:spPr>
      </p:sp>
      <p:sp>
        <p:nvSpPr>
          <p:cNvPr id="79" name="공통 대화 해석&#10;관계 판단·확인 질문&#10;짧은 답은 직접 반환">
            <a:extLst>
              <a:ext uri="{FF2B5EF4-FFF2-40B4-BE49-F238E27FC236}">
                <ns2:creationId id="{8451C4B9-99D0-41D3-99D0-1D305234F2AF}"/>
              </a:ext>
            </a:extLst>
          </p:cNvPr>
          <p:cNvSpPr>
            <a:spLocks noGrp="1"/>
          </p:cNvSpPr>
          <p:nvPr/>
        </p:nvSpPr>
        <p:spPr>
          <a:xfrm>
            <a:off x="13087350" y="2971800"/>
            <a:ext cx="2647950" cy="790575"/>
          </a:xfrm>
          <a:prstGeom prst="rect">
            <a:avLst/>
          </a:prstGeom>
          <a:solidFill>
            <a:srgbClr val="FFFFFF"/>
          </a:solidFill>
          <a:ln w="17145">
            <a:solidFill>
              <a:srgbClr val="111111"/>
            </a:solidFill>
            <a:prstDash val="solid"/>
          </a:ln>
        </p:spPr>
      </p:sp>
      <p:sp>
        <p:nvSpPr>
          <p:cNvPr id="80" name="DP2 object 169">
            <a:extLst>
              <a:ext uri="{FF2B5EF4-FFF2-40B4-BE49-F238E27FC236}">
                <ns2:creationId id="{63ACB13C-3602-4AC4-994C-67D56B0759C4}"/>
              </a:ext>
            </a:extLst>
          </p:cNvPr>
          <p:cNvSpPr>
            <a:spLocks noGrp="1"/>
          </p:cNvSpPr>
          <p:nvPr/>
        </p:nvSpPr>
        <p:spPr>
          <a:xfrm>
            <a:off x="13154025" y="3009900"/>
            <a:ext cx="2514600" cy="7143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공통 대화 해석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관계 판단·확인 질문</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짧은 답은 직접 반환</a:t>
            </a:r>
            <a:endParaRPr lang="ko-KR">
              <a:latin typeface="Calibri"/>
              <a:ea typeface="Calibri"/>
              <a:cs typeface="Calibri"/>
            </a:endParaRPr>
          </a:p>
        </p:txBody>
      </p:sp>
      <p:sp>
        <p:nvSpPr>
          <p:cNvPr id="81" name="최근 문맥&#10;요청 참조">
            <a:extLst>
              <a:ext uri="{FF2B5EF4-FFF2-40B4-BE49-F238E27FC236}">
                <ns2:creationId id="{0C7B6897-2FC4-420A-9CE2-FD1D4A15FFDA}"/>
              </a:ext>
            </a:extLst>
          </p:cNvPr>
          <p:cNvSpPr>
            <a:spLocks noGrp="1"/>
          </p:cNvSpPr>
          <p:nvPr/>
        </p:nvSpPr>
        <p:spPr>
          <a:xfrm>
            <a:off x="15944850" y="2971800"/>
            <a:ext cx="1714500" cy="790575"/>
          </a:xfrm>
          <a:prstGeom prst="can">
            <a:avLst>
              <a:gd name="adj" fmla="val 16000"/>
            </a:avLst>
          </a:prstGeom>
          <a:solidFill>
            <a:srgbClr val="FFF6DD"/>
          </a:solidFill>
          <a:ln w="17145">
            <a:solidFill>
              <a:srgbClr val="111111"/>
            </a:solidFill>
            <a:prstDash val="solid"/>
          </a:ln>
        </p:spPr>
      </p:sp>
      <p:sp>
        <p:nvSpPr>
          <p:cNvPr id="82" name="DP2 object 170">
            <a:extLst>
              <a:ext uri="{FF2B5EF4-FFF2-40B4-BE49-F238E27FC236}">
                <ns2:creationId id="{64DAEBDA-387F-4A00-9727-9553B71D0B27}"/>
              </a:ext>
            </a:extLst>
          </p:cNvPr>
          <p:cNvSpPr>
            <a:spLocks noGrp="1"/>
          </p:cNvSpPr>
          <p:nvPr/>
        </p:nvSpPr>
        <p:spPr>
          <a:xfrm>
            <a:off x="15992475" y="3076575"/>
            <a:ext cx="1619250" cy="62865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최근 문맥</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요청 참조</a:t>
            </a:r>
            <a:endParaRPr lang="ko-KR">
              <a:latin typeface="Calibri"/>
              <a:ea typeface="Calibri"/>
              <a:cs typeface="Calibri"/>
            </a:endParaRPr>
          </a:p>
        </p:txBody>
      </p:sp>
      <p:sp>
        <p:nvSpPr>
          <p:cNvPr id="83" name="Editable path 171">
            <a:extLst>
              <a:ext uri="{FF2B5EF4-FFF2-40B4-BE49-F238E27FC236}">
                <ns2:creationId id="{4ED815F3-5CF1-4B49-A753-05E36833E249}"/>
              </a:ext>
            </a:extLst>
          </p:cNvPr>
          <p:cNvSpPr>
            <a:spLocks noGrp="1"/>
          </p:cNvSpPr>
          <p:nvPr/>
        </p:nvSpPr>
        <p:spPr>
          <a:xfrm>
            <a:off x="15735300" y="3371850"/>
            <a:ext cx="209550" cy="953"/>
          </a:xfrm>
          <a:custGeom>
            <a:pathLst>
              <a:path w="209550" h="953">
                <a:moveTo>
                  <a:pt x="209550" y="0"/>
                </a:moveTo>
                <a:lnTo>
                  <a:pt x="0" y="0"/>
                </a:lnTo>
              </a:path>
            </a:pathLst>
          </a:custGeom>
          <a:noFill/>
          <a:ln w="16193">
            <a:solidFill>
              <a:srgbClr val="111111"/>
            </a:solidFill>
            <a:prstDash val="solid"/>
          </a:ln>
        </p:spPr>
      </p:sp>
      <p:sp>
        <p:nvSpPr>
          <p:cNvPr id="84" name="Editable arrowhead 172">
            <a:extLst>
              <a:ext uri="{FF2B5EF4-FFF2-40B4-BE49-F238E27FC236}">
                <ns2:creationId id="{45D02F42-9D94-4525-9C0C-0C50A7B0E88C}"/>
              </a:ext>
            </a:extLst>
          </p:cNvPr>
          <p:cNvSpPr>
            <a:spLocks noGrp="1"/>
          </p:cNvSpPr>
          <p:nvPr/>
        </p:nvSpPr>
        <p:spPr>
          <a:xfrm>
            <a:off x="15735300" y="33242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5" name="Editable path 173">
            <a:extLst>
              <a:ext uri="{FF2B5EF4-FFF2-40B4-BE49-F238E27FC236}">
                <ns2:creationId id="{D8D8B31B-3EA1-44E5-AA8C-0E8DD9557F2A}"/>
              </a:ext>
            </a:extLst>
          </p:cNvPr>
          <p:cNvSpPr>
            <a:spLocks noGrp="1"/>
          </p:cNvSpPr>
          <p:nvPr/>
        </p:nvSpPr>
        <p:spPr>
          <a:xfrm>
            <a:off x="12553950" y="3448050"/>
            <a:ext cx="533400" cy="953"/>
          </a:xfrm>
          <a:custGeom>
            <a:pathLst>
              <a:path w="533400" h="953">
                <a:moveTo>
                  <a:pt x="0" y="0"/>
                </a:moveTo>
                <a:lnTo>
                  <a:pt x="533400" y="0"/>
                </a:lnTo>
              </a:path>
            </a:pathLst>
          </a:custGeom>
          <a:noFill/>
          <a:ln w="20003">
            <a:solidFill>
              <a:srgbClr val="111111"/>
            </a:solidFill>
            <a:prstDash val="solid"/>
          </a:ln>
        </p:spPr>
      </p:sp>
      <p:sp>
        <p:nvSpPr>
          <p:cNvPr id="86" name="Editable arrowhead 174">
            <a:extLst>
              <a:ext uri="{FF2B5EF4-FFF2-40B4-BE49-F238E27FC236}">
                <ns2:creationId id="{F9375084-E266-4AEB-B897-D31B3A5C9664}"/>
              </a:ext>
            </a:extLst>
          </p:cNvPr>
          <p:cNvSpPr>
            <a:spLocks noGrp="1"/>
          </p:cNvSpPr>
          <p:nvPr/>
        </p:nvSpPr>
        <p:spPr>
          <a:xfrm>
            <a:off x="12992100" y="34004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7" name="Editable path 175">
            <a:extLst>
              <a:ext uri="{FF2B5EF4-FFF2-40B4-BE49-F238E27FC236}">
                <ns2:creationId id="{990915EE-4275-43C8-AB0C-F49F81EB6E76}"/>
              </a:ext>
            </a:extLst>
          </p:cNvPr>
          <p:cNvSpPr>
            <a:spLocks noGrp="1"/>
          </p:cNvSpPr>
          <p:nvPr/>
        </p:nvSpPr>
        <p:spPr>
          <a:xfrm>
            <a:off x="12553950" y="3638550"/>
            <a:ext cx="533400" cy="1590675"/>
          </a:xfrm>
          <a:custGeom>
            <a:pathLst>
              <a:path w="533400" h="1590675">
                <a:moveTo>
                  <a:pt x="533400" y="0"/>
                </a:moveTo>
                <a:lnTo>
                  <a:pt x="133350" y="0"/>
                </a:lnTo>
                <a:lnTo>
                  <a:pt x="133350" y="1590675"/>
                </a:lnTo>
                <a:lnTo>
                  <a:pt x="0" y="1590675"/>
                </a:lnTo>
              </a:path>
            </a:pathLst>
          </a:custGeom>
          <a:noFill/>
          <a:ln w="20003">
            <a:solidFill>
              <a:srgbClr val="111111"/>
            </a:solidFill>
            <a:prstDash val="solid"/>
          </a:ln>
        </p:spPr>
      </p:sp>
      <p:sp>
        <p:nvSpPr>
          <p:cNvPr id="88" name="Editable arrowhead 176">
            <a:extLst>
              <a:ext uri="{FF2B5EF4-FFF2-40B4-BE49-F238E27FC236}">
                <ns2:creationId id="{17E1BD05-82B9-4A98-AA87-71BF4F748A03}"/>
              </a:ext>
            </a:extLst>
          </p:cNvPr>
          <p:cNvSpPr>
            <a:spLocks noGrp="1"/>
          </p:cNvSpPr>
          <p:nvPr/>
        </p:nvSpPr>
        <p:spPr>
          <a:xfrm>
            <a:off x="12553950" y="51816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89" name="Editable path 177">
            <a:extLst>
              <a:ext uri="{FF2B5EF4-FFF2-40B4-BE49-F238E27FC236}">
                <ns2:creationId id="{75EE2796-574F-4E1B-9A10-F34656AD6FE1}"/>
              </a:ext>
            </a:extLst>
          </p:cNvPr>
          <p:cNvSpPr>
            <a:spLocks noGrp="1"/>
          </p:cNvSpPr>
          <p:nvPr/>
        </p:nvSpPr>
        <p:spPr>
          <a:xfrm>
            <a:off x="14173200" y="3762375"/>
            <a:ext cx="238125" cy="371475"/>
          </a:xfrm>
          <a:custGeom>
            <a:pathLst>
              <a:path w="238125" h="371475">
                <a:moveTo>
                  <a:pt x="238125" y="0"/>
                </a:moveTo>
                <a:lnTo>
                  <a:pt x="238125" y="180975"/>
                </a:lnTo>
                <a:lnTo>
                  <a:pt x="0" y="180975"/>
                </a:lnTo>
                <a:lnTo>
                  <a:pt x="0" y="371475"/>
                </a:lnTo>
              </a:path>
            </a:pathLst>
          </a:custGeom>
          <a:noFill/>
          <a:ln w="20003">
            <a:solidFill>
              <a:srgbClr val="111111"/>
            </a:solidFill>
            <a:prstDash val="solid"/>
          </a:ln>
        </p:spPr>
      </p:sp>
      <p:sp>
        <p:nvSpPr>
          <p:cNvPr id="90" name="Editable arrowhead 178">
            <a:extLst>
              <a:ext uri="{FF2B5EF4-FFF2-40B4-BE49-F238E27FC236}">
                <ns2:creationId id="{CFC8C1DB-0E71-454F-85A8-9CAD25039C60}"/>
              </a:ext>
            </a:extLst>
          </p:cNvPr>
          <p:cNvSpPr>
            <a:spLocks noGrp="1"/>
          </p:cNvSpPr>
          <p:nvPr/>
        </p:nvSpPr>
        <p:spPr>
          <a:xfrm>
            <a:off x="141255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1" name="Editable path 179">
            <a:extLst>
              <a:ext uri="{FF2B5EF4-FFF2-40B4-BE49-F238E27FC236}">
                <ns2:creationId id="{0776E53F-BBC5-4560-871C-5C2EE3B87578}"/>
              </a:ext>
            </a:extLst>
          </p:cNvPr>
          <p:cNvSpPr>
            <a:spLocks noGrp="1"/>
          </p:cNvSpPr>
          <p:nvPr/>
        </p:nvSpPr>
        <p:spPr>
          <a:xfrm>
            <a:off x="14411325" y="3943350"/>
            <a:ext cx="2162175" cy="190500"/>
          </a:xfrm>
          <a:custGeom>
            <a:pathLst>
              <a:path w="2162175" h="190500">
                <a:moveTo>
                  <a:pt x="0" y="0"/>
                </a:moveTo>
                <a:lnTo>
                  <a:pt x="2162175" y="0"/>
                </a:lnTo>
                <a:lnTo>
                  <a:pt x="2162175" y="190500"/>
                </a:lnTo>
              </a:path>
            </a:pathLst>
          </a:custGeom>
          <a:noFill/>
          <a:ln w="20003">
            <a:solidFill>
              <a:srgbClr val="111111"/>
            </a:solidFill>
            <a:prstDash val="solid"/>
          </a:ln>
        </p:spPr>
      </p:sp>
      <p:sp>
        <p:nvSpPr>
          <p:cNvPr id="92" name="Editable arrowhead 180">
            <a:extLst>
              <a:ext uri="{FF2B5EF4-FFF2-40B4-BE49-F238E27FC236}">
                <ns2:creationId id="{810D92C8-91BD-4098-A141-D55664148B5E}"/>
              </a:ext>
            </a:extLst>
          </p:cNvPr>
          <p:cNvSpPr>
            <a:spLocks noGrp="1"/>
          </p:cNvSpPr>
          <p:nvPr/>
        </p:nvSpPr>
        <p:spPr>
          <a:xfrm>
            <a:off x="16525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B R1 logical execution">
            <a:extLst>
              <a:ext uri="{FF2B5EF4-FFF2-40B4-BE49-F238E27FC236}">
                <ns2:creationId id="{B4E17945-CD27-48DE-AE3B-46209322A3E6}"/>
              </a:ext>
            </a:extLst>
          </p:cNvPr>
          <p:cNvSpPr>
            <a:spLocks noGrp="1"/>
          </p:cNvSpPr>
          <p:nvPr/>
        </p:nvSpPr>
        <p:spPr>
          <a:xfrm>
            <a:off x="13087350" y="4133850"/>
            <a:ext cx="2171700" cy="1352550"/>
          </a:xfrm>
          <a:prstGeom prst="rect">
            <a:avLst/>
          </a:prstGeom>
          <a:noFill/>
          <a:ln w="17145">
            <a:solidFill>
              <a:srgbClr val="111111"/>
            </a:solidFill>
            <a:prstDash val="dash"/>
          </a:ln>
        </p:spPr>
      </p:sp>
      <p:sp>
        <p:nvSpPr>
          <p:cNvPr id="94" name="B R2 logical execution">
            <a:extLst>
              <a:ext uri="{FF2B5EF4-FFF2-40B4-BE49-F238E27FC236}">
                <ns2:creationId id="{3015777F-1CF9-4374-AE1F-4656A1F4EE73}"/>
              </a:ext>
            </a:extLst>
          </p:cNvPr>
          <p:cNvSpPr>
            <a:spLocks noGrp="1"/>
          </p:cNvSpPr>
          <p:nvPr/>
        </p:nvSpPr>
        <p:spPr>
          <a:xfrm>
            <a:off x="15487650" y="4133850"/>
            <a:ext cx="2171700" cy="1352550"/>
          </a:xfrm>
          <a:prstGeom prst="rect">
            <a:avLst/>
          </a:prstGeom>
          <a:noFill/>
          <a:ln w="17145">
            <a:solidFill>
              <a:srgbClr val="111111"/>
            </a:solidFill>
            <a:prstDash val="dash"/>
          </a:ln>
        </p:spPr>
      </p:sp>
      <p:sp>
        <p:nvSpPr>
          <p:cNvPr id="95" name="DP2 object 181">
            <a:extLst>
              <a:ext uri="{FF2B5EF4-FFF2-40B4-BE49-F238E27FC236}">
                <ns2:creationId id="{A29CC151-40D0-476D-8DA5-C20E527E2057}"/>
              </a:ext>
            </a:extLst>
          </p:cNvPr>
          <p:cNvSpPr>
            <a:spLocks noGrp="1"/>
          </p:cNvSpPr>
          <p:nvPr/>
        </p:nvSpPr>
        <p:spPr>
          <a:xfrm>
            <a:off x="131826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96" name="DP2 object 182">
            <a:extLst>
              <a:ext uri="{FF2B5EF4-FFF2-40B4-BE49-F238E27FC236}">
                <ns2:creationId id="{B3D8F747-657D-480D-98AE-60B4B70A05A7}"/>
              </a:ext>
            </a:extLst>
          </p:cNvPr>
          <p:cNvSpPr>
            <a:spLocks noGrp="1"/>
          </p:cNvSpPr>
          <p:nvPr/>
        </p:nvSpPr>
        <p:spPr>
          <a:xfrm>
            <a:off x="15582900" y="4181475"/>
            <a:ext cx="198120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97" name="근거 읽기·긴 판단">
            <a:extLst>
              <a:ext uri="{FF2B5EF4-FFF2-40B4-BE49-F238E27FC236}">
                <ns2:creationId id="{4FD5182A-3AA9-45BB-A286-2EDF24B91CA2}"/>
              </a:ext>
            </a:extLst>
          </p:cNvPr>
          <p:cNvSpPr>
            <a:spLocks noGrp="1"/>
          </p:cNvSpPr>
          <p:nvPr/>
        </p:nvSpPr>
        <p:spPr>
          <a:xfrm>
            <a:off x="13201650" y="4505325"/>
            <a:ext cx="1943100" cy="323850"/>
          </a:xfrm>
          <a:prstGeom prst="rect">
            <a:avLst/>
          </a:prstGeom>
          <a:solidFill>
            <a:srgbClr val="FFFFFF"/>
          </a:solidFill>
          <a:ln w="17145">
            <a:solidFill>
              <a:srgbClr val="111111"/>
            </a:solidFill>
            <a:prstDash val="solid"/>
          </a:ln>
        </p:spPr>
      </p:sp>
      <p:sp>
        <p:nvSpPr>
          <p:cNvPr id="98" name="DP2 object 183">
            <a:extLst>
              <a:ext uri="{FF2B5EF4-FFF2-40B4-BE49-F238E27FC236}">
                <ns2:creationId id="{CFD246C2-FEE4-4E51-A4CD-C82E793F5AA6}"/>
              </a:ext>
            </a:extLst>
          </p:cNvPr>
          <p:cNvSpPr>
            <a:spLocks noGrp="1"/>
          </p:cNvSpPr>
          <p:nvPr/>
        </p:nvSpPr>
        <p:spPr>
          <a:xfrm>
            <a:off x="132683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99" name="근거 읽기·긴 판단">
            <a:extLst>
              <a:ext uri="{FF2B5EF4-FFF2-40B4-BE49-F238E27FC236}">
                <ns2:creationId id="{BC8EED40-A927-4624-958E-A8CFA6217549}"/>
              </a:ext>
            </a:extLst>
          </p:cNvPr>
          <p:cNvSpPr>
            <a:spLocks noGrp="1"/>
          </p:cNvSpPr>
          <p:nvPr/>
        </p:nvSpPr>
        <p:spPr>
          <a:xfrm>
            <a:off x="15601950" y="4505325"/>
            <a:ext cx="1943100" cy="323850"/>
          </a:xfrm>
          <a:prstGeom prst="rect">
            <a:avLst/>
          </a:prstGeom>
          <a:solidFill>
            <a:srgbClr val="FFFFFF"/>
          </a:solidFill>
          <a:ln w="17145">
            <a:solidFill>
              <a:srgbClr val="111111"/>
            </a:solidFill>
            <a:prstDash val="solid"/>
          </a:ln>
        </p:spPr>
      </p:sp>
      <p:sp>
        <p:nvSpPr>
          <p:cNvPr id="100" name="DP2 object 184">
            <a:extLst>
              <a:ext uri="{FF2B5EF4-FFF2-40B4-BE49-F238E27FC236}">
                <ns2:creationId id="{54013BDB-074A-4501-B057-A83E51BFDFBA}"/>
              </a:ext>
            </a:extLst>
          </p:cNvPr>
          <p:cNvSpPr>
            <a:spLocks noGrp="1"/>
          </p:cNvSpPr>
          <p:nvPr/>
        </p:nvSpPr>
        <p:spPr>
          <a:xfrm>
            <a:off x="15668625" y="4543425"/>
            <a:ext cx="1809750"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근거 읽기·긴 판단</a:t>
            </a:r>
            <a:endParaRPr lang="ko-KR">
              <a:latin typeface="Calibri"/>
              <a:ea typeface="Calibri"/>
              <a:cs typeface="Calibri"/>
            </a:endParaRPr>
          </a:p>
        </p:txBody>
      </p:sp>
      <p:sp>
        <p:nvSpPr>
          <p:cNvPr id="101" name="R1 문맥·잠정 상태&#10;대기 / revision">
            <a:extLst>
              <a:ext uri="{FF2B5EF4-FFF2-40B4-BE49-F238E27FC236}">
                <ns2:creationId id="{AAE89276-EEAD-41B6-9514-3FAED219F0B6}"/>
              </a:ext>
            </a:extLst>
          </p:cNvPr>
          <p:cNvSpPr>
            <a:spLocks noGrp="1"/>
          </p:cNvSpPr>
          <p:nvPr/>
        </p:nvSpPr>
        <p:spPr>
          <a:xfrm>
            <a:off x="13201650" y="4943475"/>
            <a:ext cx="1943100" cy="485775"/>
          </a:xfrm>
          <a:prstGeom prst="can">
            <a:avLst>
              <a:gd name="adj" fmla="val 16000"/>
            </a:avLst>
          </a:prstGeom>
          <a:solidFill>
            <a:srgbClr val="FFF6DD"/>
          </a:solidFill>
          <a:ln w="17145">
            <a:solidFill>
              <a:srgbClr val="111111"/>
            </a:solidFill>
            <a:prstDash val="solid"/>
          </a:ln>
        </p:spPr>
      </p:sp>
      <p:sp>
        <p:nvSpPr>
          <p:cNvPr id="102" name="DP2 object 185">
            <a:extLst>
              <a:ext uri="{FF2B5EF4-FFF2-40B4-BE49-F238E27FC236}">
                <ns2:creationId id="{B76B465C-75A1-4002-BC09-7FE6FDF677DD}"/>
              </a:ext>
            </a:extLst>
          </p:cNvPr>
          <p:cNvSpPr>
            <a:spLocks noGrp="1"/>
          </p:cNvSpPr>
          <p:nvPr/>
        </p:nvSpPr>
        <p:spPr>
          <a:xfrm>
            <a:off x="132492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R1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3" name="R2 문맥·잠정 상태&#10;대기 / revision">
            <a:extLst>
              <a:ext uri="{FF2B5EF4-FFF2-40B4-BE49-F238E27FC236}">
                <ns2:creationId id="{722EBFBF-93E6-4302-AE16-26F4B97EB0BD}"/>
              </a:ext>
            </a:extLst>
          </p:cNvPr>
          <p:cNvSpPr>
            <a:spLocks noGrp="1"/>
          </p:cNvSpPr>
          <p:nvPr/>
        </p:nvSpPr>
        <p:spPr>
          <a:xfrm>
            <a:off x="15601950" y="4943475"/>
            <a:ext cx="1943100" cy="485775"/>
          </a:xfrm>
          <a:prstGeom prst="can">
            <a:avLst>
              <a:gd name="adj" fmla="val 16000"/>
            </a:avLst>
          </a:prstGeom>
          <a:solidFill>
            <a:srgbClr val="FFF6DD"/>
          </a:solidFill>
          <a:ln w="17145">
            <a:solidFill>
              <a:srgbClr val="111111"/>
            </a:solidFill>
            <a:prstDash val="solid"/>
          </a:ln>
        </p:spPr>
      </p:sp>
      <p:sp>
        <p:nvSpPr>
          <p:cNvPr id="104" name="DP2 object 186">
            <a:extLst>
              <a:ext uri="{FF2B5EF4-FFF2-40B4-BE49-F238E27FC236}">
                <ns2:creationId id="{9D0900C6-C258-4EE1-AA63-D22890B32711}"/>
              </a:ext>
            </a:extLst>
          </p:cNvPr>
          <p:cNvSpPr>
            <a:spLocks noGrp="1"/>
          </p:cNvSpPr>
          <p:nvPr/>
        </p:nvSpPr>
        <p:spPr>
          <a:xfrm>
            <a:off x="15649575" y="5048250"/>
            <a:ext cx="1847850" cy="3238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R2 문맥·잠정 상태</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대기 / revision</a:t>
            </a:r>
            <a:endParaRPr lang="ko-KR">
              <a:latin typeface="Calibri"/>
              <a:ea typeface="Calibri"/>
              <a:cs typeface="Calibri"/>
            </a:endParaRPr>
          </a:p>
        </p:txBody>
      </p:sp>
      <p:sp>
        <p:nvSpPr>
          <p:cNvPr id="105" name="Editable path 187">
            <a:extLst>
              <a:ext uri="{FF2B5EF4-FFF2-40B4-BE49-F238E27FC236}">
                <ns2:creationId id="{51D9278A-00D7-4B25-ACF1-663D0973E553}"/>
              </a:ext>
            </a:extLst>
          </p:cNvPr>
          <p:cNvSpPr>
            <a:spLocks noGrp="1"/>
          </p:cNvSpPr>
          <p:nvPr/>
        </p:nvSpPr>
        <p:spPr>
          <a:xfrm>
            <a:off x="12553950" y="4667250"/>
            <a:ext cx="533400" cy="828675"/>
          </a:xfrm>
          <a:custGeom>
            <a:pathLst>
              <a:path w="533400" h="828675">
                <a:moveTo>
                  <a:pt x="533400" y="0"/>
                </a:moveTo>
                <a:lnTo>
                  <a:pt x="266700" y="0"/>
                </a:lnTo>
                <a:lnTo>
                  <a:pt x="266700" y="828675"/>
                </a:lnTo>
                <a:lnTo>
                  <a:pt x="0" y="828675"/>
                </a:lnTo>
              </a:path>
            </a:pathLst>
          </a:custGeom>
          <a:noFill/>
          <a:ln w="20003">
            <a:solidFill>
              <a:srgbClr val="111111"/>
            </a:solidFill>
            <a:prstDash val="solid"/>
          </a:ln>
        </p:spPr>
      </p:sp>
      <p:sp>
        <p:nvSpPr>
          <p:cNvPr id="106" name="Editable arrowhead 188">
            <a:extLst>
              <a:ext uri="{FF2B5EF4-FFF2-40B4-BE49-F238E27FC236}">
                <ns2:creationId id="{CF1019A1-6CDC-40FF-9006-9D56FCC3A763}"/>
              </a:ext>
            </a:extLst>
          </p:cNvPr>
          <p:cNvSpPr>
            <a:spLocks noGrp="1"/>
          </p:cNvSpPr>
          <p:nvPr/>
        </p:nvSpPr>
        <p:spPr>
          <a:xfrm>
            <a:off x="12553950" y="544830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7" name="Editable path 189">
            <a:extLst>
              <a:ext uri="{FF2B5EF4-FFF2-40B4-BE49-F238E27FC236}">
                <ns2:creationId id="{7B73ADB0-A4B4-43BD-B1F4-8FDC6B372F24}"/>
              </a:ext>
            </a:extLst>
          </p:cNvPr>
          <p:cNvSpPr>
            <a:spLocks noGrp="1"/>
          </p:cNvSpPr>
          <p:nvPr/>
        </p:nvSpPr>
        <p:spPr>
          <a:xfrm>
            <a:off x="12553950" y="4667250"/>
            <a:ext cx="5353050" cy="1419225"/>
          </a:xfrm>
          <a:custGeom>
            <a:pathLst>
              <a:path w="5353050" h="1419225">
                <a:moveTo>
                  <a:pt x="5105400" y="0"/>
                </a:moveTo>
                <a:lnTo>
                  <a:pt x="5353050" y="0"/>
                </a:lnTo>
                <a:lnTo>
                  <a:pt x="5353050" y="1419225"/>
                </a:lnTo>
                <a:lnTo>
                  <a:pt x="95250" y="1419225"/>
                </a:lnTo>
                <a:lnTo>
                  <a:pt x="95250" y="1076325"/>
                </a:lnTo>
                <a:lnTo>
                  <a:pt x="0" y="1076325"/>
                </a:lnTo>
              </a:path>
            </a:pathLst>
          </a:custGeom>
          <a:noFill/>
          <a:ln w="20003">
            <a:solidFill>
              <a:srgbClr val="111111"/>
            </a:solidFill>
            <a:prstDash val="solid"/>
          </a:ln>
        </p:spPr>
      </p:sp>
      <p:sp>
        <p:nvSpPr>
          <p:cNvPr id="108" name="Editable arrowhead 190">
            <a:extLst>
              <a:ext uri="{FF2B5EF4-FFF2-40B4-BE49-F238E27FC236}">
                <ns2:creationId id="{38A1BFF5-36DC-4E5D-9A21-AEB4343A45F3}"/>
              </a:ext>
            </a:extLst>
          </p:cNvPr>
          <p:cNvSpPr>
            <a:spLocks noGrp="1"/>
          </p:cNvSpPr>
          <p:nvPr/>
        </p:nvSpPr>
        <p:spPr>
          <a:xfrm>
            <a:off x="12553950" y="56959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9" name="B1 공유 불변 입력·원본">
            <a:extLst>
              <a:ext uri="{FF2B5EF4-FFF2-40B4-BE49-F238E27FC236}">
                <ns2:creationId id="{E9A43886-2EFC-4B27-B58C-C4B080D47D73}"/>
              </a:ext>
            </a:extLst>
          </p:cNvPr>
          <p:cNvSpPr>
            <a:spLocks noGrp="1"/>
          </p:cNvSpPr>
          <p:nvPr/>
        </p:nvSpPr>
        <p:spPr>
          <a:xfrm>
            <a:off x="13430250" y="5610225"/>
            <a:ext cx="4000500" cy="333375"/>
          </a:xfrm>
          <a:prstGeom prst="can">
            <a:avLst>
              <a:gd name="adj" fmla="val 16000"/>
            </a:avLst>
          </a:prstGeom>
          <a:solidFill>
            <a:srgbClr val="FFF6DD"/>
          </a:solidFill>
          <a:ln w="17145">
            <a:solidFill>
              <a:srgbClr val="4676CB"/>
            </a:solidFill>
            <a:prstDash val="solid"/>
          </a:ln>
        </p:spPr>
      </p:sp>
      <p:sp>
        <p:nvSpPr>
          <p:cNvPr id="110" name="DP2 object 191">
            <a:extLst>
              <a:ext uri="{FF2B5EF4-FFF2-40B4-BE49-F238E27FC236}">
                <ns2:creationId id="{FCF0FB60-1FFE-4628-BAEA-599C1C015596}"/>
              </a:ext>
            </a:extLst>
          </p:cNvPr>
          <p:cNvSpPr>
            <a:spLocks noGrp="1"/>
          </p:cNvSpPr>
          <p:nvPr/>
        </p:nvSpPr>
        <p:spPr>
          <a:xfrm>
            <a:off x="13477875" y="5715000"/>
            <a:ext cx="3905250" cy="171450"/>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111" name="Editable path 192">
            <a:extLst>
              <a:ext uri="{FF2B5EF4-FFF2-40B4-BE49-F238E27FC236}">
                <ns2:creationId id="{C7E516B6-4D19-4350-A8C5-A899785334EE}"/>
              </a:ext>
            </a:extLst>
          </p:cNvPr>
          <p:cNvSpPr>
            <a:spLocks noGrp="1"/>
          </p:cNvSpPr>
          <p:nvPr/>
        </p:nvSpPr>
        <p:spPr>
          <a:xfrm>
            <a:off x="14173200" y="5486400"/>
            <a:ext cx="953" cy="123825"/>
          </a:xfrm>
          <a:custGeom>
            <a:pathLst>
              <a:path w="953" h="123825">
                <a:moveTo>
                  <a:pt x="0" y="123825"/>
                </a:moveTo>
                <a:lnTo>
                  <a:pt x="0" y="0"/>
                </a:lnTo>
              </a:path>
            </a:pathLst>
          </a:custGeom>
          <a:noFill/>
          <a:ln w="21908">
            <a:solidFill>
              <a:srgbClr val="4676CB"/>
            </a:solidFill>
            <a:prstDash val="solid"/>
          </a:ln>
        </p:spPr>
      </p:sp>
      <p:sp>
        <p:nvSpPr>
          <p:cNvPr id="112" name="Editable arrowhead 193">
            <a:extLst>
              <a:ext uri="{FF2B5EF4-FFF2-40B4-BE49-F238E27FC236}">
                <ns2:creationId id="{91990C64-0B2F-4C24-9BBB-13FC9EF45275}"/>
              </a:ext>
            </a:extLst>
          </p:cNvPr>
          <p:cNvSpPr>
            <a:spLocks noGrp="1"/>
          </p:cNvSpPr>
          <p:nvPr/>
        </p:nvSpPr>
        <p:spPr>
          <a:xfrm>
            <a:off x="141255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3" name="Editable path 194">
            <a:extLst>
              <a:ext uri="{FF2B5EF4-FFF2-40B4-BE49-F238E27FC236}">
                <ns2:creationId id="{13B4BC61-065D-4004-BA0A-4099536896D3}"/>
              </a:ext>
            </a:extLst>
          </p:cNvPr>
          <p:cNvSpPr>
            <a:spLocks noGrp="1"/>
          </p:cNvSpPr>
          <p:nvPr/>
        </p:nvSpPr>
        <p:spPr>
          <a:xfrm>
            <a:off x="16573500" y="5486400"/>
            <a:ext cx="953" cy="123825"/>
          </a:xfrm>
          <a:custGeom>
            <a:pathLst>
              <a:path w="953" h="123825">
                <a:moveTo>
                  <a:pt x="0" y="123825"/>
                </a:moveTo>
                <a:lnTo>
                  <a:pt x="0" y="0"/>
                </a:lnTo>
              </a:path>
            </a:pathLst>
          </a:custGeom>
          <a:noFill/>
          <a:ln w="21908">
            <a:solidFill>
              <a:srgbClr val="4676CB"/>
            </a:solidFill>
            <a:prstDash val="solid"/>
          </a:ln>
        </p:spPr>
      </p:sp>
      <p:sp>
        <p:nvSpPr>
          <p:cNvPr id="114" name="Editable arrowhead 195">
            <a:extLst>
              <a:ext uri="{FF2B5EF4-FFF2-40B4-BE49-F238E27FC236}">
                <ns2:creationId id="{0635C692-49B6-4C07-A95D-B72A4E5A0C49}"/>
              </a:ext>
            </a:extLst>
          </p:cNvPr>
          <p:cNvSpPr>
            <a:spLocks noGrp="1"/>
          </p:cNvSpPr>
          <p:nvPr/>
        </p:nvSpPr>
        <p:spPr>
          <a:xfrm>
            <a:off x="16525875" y="5486400"/>
            <a:ext cx="95250" cy="95250"/>
          </a:xfrm>
          <a:custGeom>
            <a:pathLst>
              <a:path w="95250" h="95250">
                <a:moveTo>
                  <a:pt x="47625" y="0"/>
                </a:moveTo>
                <a:lnTo>
                  <a:pt x="0" y="95250"/>
                </a:lnTo>
                <a:lnTo>
                  <a:pt x="95250" y="95250"/>
                </a:lnTo>
                <a:close/>
              </a:path>
            </a:pathLst>
          </a:custGeom>
          <a:solidFill>
            <a:srgbClr val="4676CB"/>
          </a:solidFill>
          <a:ln w="5715">
            <a:solidFill>
              <a:srgbClr val="4676CB"/>
            </a:solidFill>
            <a:prstDash val="solid"/>
          </a:ln>
        </p:spPr>
      </p:sp>
      <p:sp>
        <p:nvSpPr>
          <p:cNvPr id="115" name="Selected B column">
            <a:extLst>
              <a:ext uri="{FF2B5EF4-FFF2-40B4-BE49-F238E27FC236}">
                <ns2:creationId id="{3DE93BA7-1EA0-414D-94A1-092A069A2F1B}"/>
              </a:ext>
            </a:extLst>
          </p:cNvPr>
          <p:cNvSpPr>
            <a:spLocks noGrp="1"/>
          </p:cNvSpPr>
          <p:nvPr/>
        </p:nvSpPr>
        <p:spPr>
          <a:xfrm>
            <a:off x="9963150" y="1657350"/>
            <a:ext cx="8096250" cy="8020050"/>
          </a:xfrm>
          <a:prstGeom prst="rect">
            <a:avLst/>
          </a:prstGeom>
          <a:noFill/>
          <a:ln w="40005">
            <a:solidFill>
              <a:srgbClr val="4676CB"/>
            </a:solidFill>
            <a:prstDash val="solid"/>
          </a:ln>
        </p:spPr>
      </p:sp>
      <p:sp>
        <p:nvSpPr>
          <p:cNvPr id="116" name="DP2 object 196">
            <a:extLst>
              <a:ext uri="{FF2B5EF4-FFF2-40B4-BE49-F238E27FC236}">
                <ns2:creationId id="{DF6E5D3B-2F1E-48A3-81A4-FD1FE895D6F4}"/>
              </a:ext>
            </a:extLst>
          </p:cNvPr>
          <p:cNvSpPr>
            <a:spLocks noGrp="1"/>
          </p:cNvSpPr>
          <p:nvPr/>
        </p:nvSpPr>
        <p:spPr>
          <a:xfrm>
            <a:off x="10039350" y="142875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17" name="DP2 object 197">
            <a:extLst>
              <a:ext uri="{FF2B5EF4-FFF2-40B4-BE49-F238E27FC236}">
                <ns2:creationId id="{394EB86C-837C-4552-BD62-F8135BD13501}"/>
              </a:ext>
            </a:extLst>
          </p:cNvPr>
          <p:cNvSpPr>
            <a:spLocks noGrp="1"/>
          </p:cNvSpPr>
          <p:nvPr/>
        </p:nvSpPr>
        <p:spPr>
          <a:xfrm>
            <a:off x="266700" y="9744075"/>
            <a:ext cx="17240250" cy="228600"/>
          </a:xfrm>
          <a:prstGeom prst="rect">
            <a:avLst/>
          </a:prstGeom>
          <a:noFill/>
          <a:ln w="0">
            <a:noFill/>
            <a:prstDash val="solid"/>
          </a:ln>
        </p:spPr>
        <p:txBody>
          <a:bodyPr wrap="none" lIns="0" tIns="0" rIns="0" bIns="0" anchor="ctr">
            <a:noAutofit/>
          </a:bodyPr>
          <a:lstStyle>
            <a:defPPr algn="l">
              <a:defRPr sz="1400" b="0" lang="ko-KR">
                <a:solidFill>
                  <a:srgbClr val="4676CB"/>
                </a:solidFill>
                <a:latin typeface="Calibri"/>
                <a:ea typeface="Calibri"/>
                <a:cs typeface="Calibri"/>
              </a:defRPr>
            </a:defPPr>
            <a:lvl1pPr algn="l">
              <a:defRPr sz="1400" b="0" lang="ko-KR">
                <a:solidFill>
                  <a:srgbClr val="4676CB"/>
                </a:solidFill>
                <a:latin typeface="Calibri"/>
                <a:ea typeface="Calibri"/>
                <a:cs typeface="Calibri"/>
              </a:defRPr>
            </a:lvl1pPr>
            <a:lvl2pPr algn="l">
              <a:defRPr sz="1400" b="0" lang="ko-KR">
                <a:solidFill>
                  <a:srgbClr val="4676CB"/>
                </a:solidFill>
                <a:latin typeface="Calibri"/>
                <a:ea typeface="Calibri"/>
                <a:cs typeface="Calibri"/>
              </a:defRPr>
            </a:lvl2pPr>
            <a:lvl3pPr algn="l">
              <a:defRPr sz="1400" b="0" lang="ko-KR">
                <a:solidFill>
                  <a:srgbClr val="4676CB"/>
                </a:solidFill>
                <a:latin typeface="Calibri"/>
                <a:ea typeface="Calibri"/>
                <a:cs typeface="Calibri"/>
              </a:defRPr>
            </a:lvl3pPr>
            <a:lvl4pPr algn="l">
              <a:defRPr sz="1400" b="0" lang="ko-KR">
                <a:solidFill>
                  <a:srgbClr val="4676CB"/>
                </a:solidFill>
                <a:latin typeface="Calibri"/>
                <a:ea typeface="Calibri"/>
                <a:cs typeface="Calibri"/>
              </a:defRPr>
            </a:lvl4pPr>
            <a:lvl5pPr algn="l">
              <a:defRPr sz="1400" b="0" lang="ko-KR">
                <a:solidFill>
                  <a:srgbClr val="4676CB"/>
                </a:solidFill>
                <a:latin typeface="Calibri"/>
                <a:ea typeface="Calibri"/>
                <a:cs typeface="Calibri"/>
              </a:defRPr>
            </a:lvl5pPr>
            <a:lvl6pPr algn="l">
              <a:defRPr sz="1400" b="0" lang="ko-KR">
                <a:solidFill>
                  <a:srgbClr val="4676CB"/>
                </a:solidFill>
                <a:latin typeface="Calibri"/>
                <a:ea typeface="Calibri"/>
                <a:cs typeface="Calibri"/>
              </a:defRPr>
            </a:lvl6pPr>
            <a:lvl7pPr algn="l">
              <a:defRPr sz="1400" b="0" lang="ko-KR">
                <a:solidFill>
                  <a:srgbClr val="4676CB"/>
                </a:solidFill>
                <a:latin typeface="Calibri"/>
                <a:ea typeface="Calibri"/>
                <a:cs typeface="Calibri"/>
              </a:defRPr>
            </a:lvl7pPr>
            <a:lvl8pPr algn="l">
              <a:defRPr sz="1400" b="0" lang="ko-KR">
                <a:solidFill>
                  <a:srgbClr val="4676CB"/>
                </a:solidFill>
                <a:latin typeface="Calibri"/>
                <a:ea typeface="Calibri"/>
                <a:cs typeface="Calibri"/>
              </a:defRPr>
            </a:lvl8pPr>
            <a:lvl9pPr algn="l">
              <a:defRPr sz="1400" b="0" lang="ko-KR">
                <a:solidFill>
                  <a:srgbClr val="4676CB"/>
                </a:solidFill>
                <a:latin typeface="Calibri"/>
                <a:ea typeface="Calibri"/>
                <a:cs typeface="Calibri"/>
              </a:defRPr>
            </a:lvl9pPr>
          </a:lstStyle>
          <a:p>
            <a:pPr algn="l">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B1은 작은 로컬 복제 부담 보완. N=1 최고 RSS는 증가. 전체 A/B 재비교와 새 QA01·QA03 측정은 미실시.</a:t>
            </a:r>
            <a:endParaRPr lang="ko-KR">
              <a:latin typeface="Calibri"/>
              <a:ea typeface="Calibri"/>
              <a:cs typeface="Calibri"/>
            </a:endParaRPr>
          </a:p>
        </p:txBody>
      </p:sp>
      <p:sp>
        <p:nvSpPr>
          <p:cNvPr id="118" name="DP2 object 198">
            <a:extLst>
              <a:ext uri="{FF2B5EF4-FFF2-40B4-BE49-F238E27FC236}">
                <ns2:creationId id="{4D540132-C776-44E3-AAC4-73360BBA4203}"/>
              </a:ext>
            </a:extLst>
          </p:cNvPr>
          <p:cNvSpPr>
            <a:spLocks noGrp="1"/>
          </p:cNvSpPr>
          <p:nvPr/>
        </p:nvSpPr>
        <p:spPr>
          <a:xfrm>
            <a:off x="266700" y="10020300"/>
            <a:ext cx="17192625" cy="209550"/>
          </a:xfrm>
          <a:prstGeom prst="rect">
            <a:avLst/>
          </a:prstGeom>
          <a:noFill/>
          <a:ln w="0">
            <a:noFill/>
            <a:prstDash val="solid"/>
          </a:ln>
        </p:spPr>
        <p:txBody>
          <a:bodyPr wrap="none" lIns="0" tIns="0" rIns="0" bIns="0" anchor="ctr">
            <a:noAutofit/>
          </a:bodyPr>
          <a:lstStyle>
            <a:defPPr algn="l">
              <a:defRPr sz="1300" b="0" lang="ko-KR">
                <a:solidFill>
                  <a:srgbClr val="50555B"/>
                </a:solidFill>
                <a:latin typeface="Calibri"/>
                <a:ea typeface="Calibri"/>
                <a:cs typeface="Calibri"/>
              </a:defRPr>
            </a:defPPr>
            <a:lvl1pPr algn="l">
              <a:defRPr sz="1300" b="0" lang="ko-KR">
                <a:solidFill>
                  <a:srgbClr val="50555B"/>
                </a:solidFill>
                <a:latin typeface="Calibri"/>
                <a:ea typeface="Calibri"/>
                <a:cs typeface="Calibri"/>
              </a:defRPr>
            </a:lvl1pPr>
            <a:lvl2pPr algn="l">
              <a:defRPr sz="1300" b="0" lang="ko-KR">
                <a:solidFill>
                  <a:srgbClr val="50555B"/>
                </a:solidFill>
                <a:latin typeface="Calibri"/>
                <a:ea typeface="Calibri"/>
                <a:cs typeface="Calibri"/>
              </a:defRPr>
            </a:lvl2pPr>
            <a:lvl3pPr algn="l">
              <a:defRPr sz="1300" b="0" lang="ko-KR">
                <a:solidFill>
                  <a:srgbClr val="50555B"/>
                </a:solidFill>
                <a:latin typeface="Calibri"/>
                <a:ea typeface="Calibri"/>
                <a:cs typeface="Calibri"/>
              </a:defRPr>
            </a:lvl3pPr>
            <a:lvl4pPr algn="l">
              <a:defRPr sz="1300" b="0" lang="ko-KR">
                <a:solidFill>
                  <a:srgbClr val="50555B"/>
                </a:solidFill>
                <a:latin typeface="Calibri"/>
                <a:ea typeface="Calibri"/>
                <a:cs typeface="Calibri"/>
              </a:defRPr>
            </a:lvl4pPr>
            <a:lvl5pPr algn="l">
              <a:defRPr sz="1300" b="0" lang="ko-KR">
                <a:solidFill>
                  <a:srgbClr val="50555B"/>
                </a:solidFill>
                <a:latin typeface="Calibri"/>
                <a:ea typeface="Calibri"/>
                <a:cs typeface="Calibri"/>
              </a:defRPr>
            </a:lvl5pPr>
            <a:lvl6pPr algn="l">
              <a:defRPr sz="1300" b="0" lang="ko-KR">
                <a:solidFill>
                  <a:srgbClr val="50555B"/>
                </a:solidFill>
                <a:latin typeface="Calibri"/>
                <a:ea typeface="Calibri"/>
                <a:cs typeface="Calibri"/>
              </a:defRPr>
            </a:lvl6pPr>
            <a:lvl7pPr algn="l">
              <a:defRPr sz="1300" b="0" lang="ko-KR">
                <a:solidFill>
                  <a:srgbClr val="50555B"/>
                </a:solidFill>
                <a:latin typeface="Calibri"/>
                <a:ea typeface="Calibri"/>
                <a:cs typeface="Calibri"/>
              </a:defRPr>
            </a:lvl7pPr>
            <a:lvl8pPr algn="l">
              <a:defRPr sz="1300" b="0" lang="ko-KR">
                <a:solidFill>
                  <a:srgbClr val="50555B"/>
                </a:solidFill>
                <a:latin typeface="Calibri"/>
                <a:ea typeface="Calibri"/>
                <a:cs typeface="Calibri"/>
              </a:defRPr>
            </a:lvl8pPr>
            <a:lvl9pPr algn="l">
              <a:defRPr sz="1300" b="0" lang="ko-KR">
                <a:solidFill>
                  <a:srgbClr val="50555B"/>
                </a:solidFill>
                <a:latin typeface="Calibri"/>
                <a:ea typeface="Calibri"/>
                <a:cs typeface="Calibri"/>
              </a:defRPr>
            </a:lvl9pPr>
          </a:lstStyle>
          <a:p>
            <a:pPr algn="l">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기본값과 재생값은 다른 실행기. 시간 괄호: 관측/예정. N별 전체 전후 수치와 남은 관계 오류는 8쪽에 표시.</a:t>
            </a:r>
            <a:endParaRPr lang="ko-KR">
              <a:latin typeface="Calibri"/>
              <a:ea typeface="Calibri"/>
              <a:cs typeface="Calibri"/>
            </a:endParaRPr>
          </a:p>
        </p:txBody>
      </p:sp>
    </p:spTree>
    <p:extLst>
      <p:ext uri="{BB962C8B-B14F-4D97-AF65-F5344CB8AC3E}">
        <p14:creationId val="1957043968"/>
      </p:ext>
    </p:extLst>
  </p:cSld>
</p:sld>
</file>

<file path=ppt/slides/slide8.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7" name="Unified slide title">
            <a:extLst>
              <a:ext uri="{FF2B5EF4-FFF2-40B4-BE49-F238E27FC236}">
                <ns2:creationId id="{BC421DB8-85B0-45D9-B2F4-AD37E9342AC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DP2. 후속 입력의 의미 판단 실행 방안 (보완 효과 상세)</a:t>
            </a:r>
            <a:endParaRPr lang="ko-KR">
              <a:latin typeface="Calibri"/>
              <a:ea typeface="Calibri"/>
              <a:cs typeface="Calibri"/>
            </a:endParaRPr>
          </a:p>
        </p:txBody>
      </p:sp>
      <p:sp>
        <p:nvSpPr>
          <p:cNvPr id="2" name="Workflow 과제 소개">
            <a:extLst>
              <a:ext uri="{FF2B5EF4-FFF2-40B4-BE49-F238E27FC236}">
                <ns2:creationId id="{5431C6EF-42B3-4786-A1E3-208E5698E8D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89927604-05E8-43B7-8E41-75355FA214B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6446C5B0-7B11-4DC3-A9B3-A8E6EDD0F55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BF66570C-EFD2-4A8B-99A2-D53FC1A386D8}"/>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80F7158C-ACEA-4C91-A665-4000FB34655A}"/>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A6879F6-AD46-4F42-8195-742460A66B0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6963F7AC-612C-4A8E-A4FA-A91A7B4323B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1E79D50A-3E76-45E3-B784-825DC118A6F6}"/>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FF875DB-52A7-4105-9604-68B72A32E16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7CD153E0-8F75-4626-A8E4-5216A0E5E5E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76DB340-2E77-49AD-90C8-5D6CA949900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C707EB06-418D-43EE-85DC-874515421E82}"/>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8 / 17</a:t>
            </a:r>
            <a:endParaRPr lang="ko-KR">
              <a:latin typeface="Calibri"/>
              <a:ea typeface="Calibri"/>
              <a:cs typeface="Calibri"/>
            </a:endParaRPr>
          </a:p>
        </p:txBody>
      </p:sp>
      <p:sp>
        <p:nvSpPr>
          <p:cNvPr id="14" name="DP2 object 199">
            <a:extLst>
              <a:ext uri="{FF2B5EF4-FFF2-40B4-BE49-F238E27FC236}">
                <ns2:creationId id="{3AC11ECF-D7B3-4569-A8EF-79360331F284}"/>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병행 이익은 호출 여유에서, B1의 효과는 입력 복제 감소에서 나온다</a:t>
            </a:r>
            <a:endParaRPr lang="ko-KR">
              <a:latin typeface="Calibri"/>
              <a:ea typeface="Calibri"/>
              <a:cs typeface="Calibri"/>
            </a:endParaRPr>
          </a:p>
        </p:txBody>
      </p:sp>
      <p:sp>
        <p:nvSpPr>
          <p:cNvPr id="15" name="DP2 object 200">
            <a:extLst>
              <a:ext uri="{FF2B5EF4-FFF2-40B4-BE49-F238E27FC236}">
                <ns2:creationId id="{06981194-2165-4DCF-BB15-21616FA07FB2}"/>
              </a:ext>
            </a:extLst>
          </p:cNvPr>
          <p:cNvSpPr>
            <a:spLocks noGrp="1"/>
          </p:cNvSpPr>
          <p:nvPr/>
        </p:nvSpPr>
        <p:spPr>
          <a:xfrm>
            <a:off x="266700" y="1666875"/>
            <a:ext cx="17335500" cy="3048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기본 구조 선택의 실제 모델 관측과 보완의 응답 재생을 구분한다.</a:t>
            </a:r>
            <a:endParaRPr lang="ko-KR">
              <a:latin typeface="Calibri"/>
              <a:ea typeface="Calibri"/>
              <a:cs typeface="Calibri"/>
            </a:endParaRPr>
          </a:p>
        </p:txBody>
      </p:sp>
      <p:sp>
        <p:nvSpPr>
          <p:cNvPr id="16" name="DP2 object 201">
            <a:extLst>
              <a:ext uri="{FF2B5EF4-FFF2-40B4-BE49-F238E27FC236}">
                <ns2:creationId id="{E087B610-523F-49D3-B8AB-D2B3DD197CB6}"/>
              </a:ext>
            </a:extLst>
          </p:cNvPr>
          <p:cNvSpPr>
            <a:spLocks noGrp="1"/>
          </p:cNvSpPr>
          <p:nvPr/>
        </p:nvSpPr>
        <p:spPr>
          <a:xfrm>
            <a:off x="228600" y="2076450"/>
            <a:ext cx="5829300" cy="7258050"/>
          </a:xfrm>
          <a:prstGeom prst="rect">
            <a:avLst/>
          </a:prstGeom>
          <a:noFill/>
          <a:ln w="28575">
            <a:solidFill>
              <a:srgbClr val="4676CB"/>
            </a:solidFill>
            <a:prstDash val="solid"/>
          </a:ln>
        </p:spPr>
      </p:sp>
      <p:sp>
        <p:nvSpPr>
          <p:cNvPr id="17" name="DP2 object 202">
            <a:extLst>
              <a:ext uri="{FF2B5EF4-FFF2-40B4-BE49-F238E27FC236}">
                <ns2:creationId id="{0CC0A196-34B9-4F17-81D5-F811D051E38A}"/>
              </a:ext>
            </a:extLst>
          </p:cNvPr>
          <p:cNvSpPr>
            <a:spLocks noGrp="1"/>
          </p:cNvSpPr>
          <p:nvPr/>
        </p:nvSpPr>
        <p:spPr>
          <a:xfrm>
            <a:off x="228600" y="2076450"/>
            <a:ext cx="5829300" cy="485775"/>
          </a:xfrm>
          <a:prstGeom prst="rect">
            <a:avLst/>
          </a:prstGeom>
          <a:solidFill>
            <a:srgbClr val="C9E1B3"/>
          </a:solidFill>
          <a:ln w="0">
            <a:noFill/>
            <a:prstDash val="solid"/>
          </a:ln>
        </p:spPr>
      </p:sp>
      <p:sp>
        <p:nvSpPr>
          <p:cNvPr id="18" name="DP2 object 203">
            <a:extLst>
              <a:ext uri="{FF2B5EF4-FFF2-40B4-BE49-F238E27FC236}">
                <ns2:creationId id="{15AD2DF2-AA81-4E1D-B393-A966758B4D5C}"/>
              </a:ext>
            </a:extLst>
          </p:cNvPr>
          <p:cNvSpPr>
            <a:spLocks noGrp="1"/>
          </p:cNvSpPr>
          <p:nvPr/>
        </p:nvSpPr>
        <p:spPr>
          <a:xfrm>
            <a:off x="419100" y="2114550"/>
            <a:ext cx="5448300" cy="4000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B1. 불변 input/source 공유</a:t>
            </a:r>
            <a:endParaRPr lang="ko-KR">
              <a:latin typeface="Calibri"/>
              <a:ea typeface="Calibri"/>
              <a:cs typeface="Calibri"/>
            </a:endParaRPr>
          </a:p>
        </p:txBody>
      </p:sp>
      <p:sp>
        <p:nvSpPr>
          <p:cNvPr id="19" name="DP2 object 204">
            <a:extLst>
              <a:ext uri="{FF2B5EF4-FFF2-40B4-BE49-F238E27FC236}">
                <ns2:creationId id="{6A292322-CA8D-435F-AD94-18631BE89824}"/>
              </a:ext>
            </a:extLst>
          </p:cNvPr>
          <p:cNvSpPr>
            <a:spLocks noGrp="1"/>
          </p:cNvSpPr>
          <p:nvPr/>
        </p:nvSpPr>
        <p:spPr>
          <a:xfrm>
            <a:off x="419100" y="2714625"/>
            <a:ext cx="5448300" cy="3619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기본 B: 실행마다 불변 입력을 복사</a:t>
            </a:r>
            <a:endParaRPr lang="ko-KR">
              <a:latin typeface="Calibri"/>
              <a:ea typeface="Calibri"/>
              <a:cs typeface="Calibri"/>
            </a:endParaRPr>
          </a:p>
        </p:txBody>
      </p:sp>
      <p:sp>
        <p:nvSpPr>
          <p:cNvPr id="20" name="R1 logical execution">
            <a:extLst>
              <a:ext uri="{FF2B5EF4-FFF2-40B4-BE49-F238E27FC236}">
                <ns2:creationId id="{6B236B49-0930-4C61-A6EA-83BF6A3474E7}"/>
              </a:ext>
            </a:extLst>
          </p:cNvPr>
          <p:cNvSpPr>
            <a:spLocks noGrp="1"/>
          </p:cNvSpPr>
          <p:nvPr/>
        </p:nvSpPr>
        <p:spPr>
          <a:xfrm>
            <a:off x="495300" y="3248025"/>
            <a:ext cx="2400300" cy="1352550"/>
          </a:xfrm>
          <a:prstGeom prst="rect">
            <a:avLst/>
          </a:prstGeom>
          <a:solidFill>
            <a:srgbClr val="FFFFFF"/>
          </a:solidFill>
          <a:ln w="19050">
            <a:solidFill>
              <a:srgbClr val="111111"/>
            </a:solidFill>
            <a:prstDash val="solid"/>
          </a:ln>
        </p:spPr>
      </p:sp>
      <p:sp>
        <p:nvSpPr>
          <p:cNvPr id="21" name="R2 logical execution">
            <a:extLst>
              <a:ext uri="{FF2B5EF4-FFF2-40B4-BE49-F238E27FC236}">
                <ns2:creationId id="{BDDEC11C-26A6-4A4B-83BB-E43D7D6818B8}"/>
              </a:ext>
            </a:extLst>
          </p:cNvPr>
          <p:cNvSpPr>
            <a:spLocks noGrp="1"/>
          </p:cNvSpPr>
          <p:nvPr/>
        </p:nvSpPr>
        <p:spPr>
          <a:xfrm>
            <a:off x="3371850" y="3248025"/>
            <a:ext cx="2400300" cy="1352550"/>
          </a:xfrm>
          <a:prstGeom prst="rect">
            <a:avLst/>
          </a:prstGeom>
          <a:solidFill>
            <a:srgbClr val="FFFFFF"/>
          </a:solidFill>
          <a:ln w="19050">
            <a:solidFill>
              <a:srgbClr val="111111"/>
            </a:solidFill>
            <a:prstDash val="solid"/>
          </a:ln>
        </p:spPr>
      </p:sp>
      <p:sp>
        <p:nvSpPr>
          <p:cNvPr id="22" name="DP2 object 205">
            <a:extLst>
              <a:ext uri="{FF2B5EF4-FFF2-40B4-BE49-F238E27FC236}">
                <ns2:creationId id="{4C36DD39-55ED-4C28-A11A-0E2FE3F2F51A}"/>
              </a:ext>
            </a:extLst>
          </p:cNvPr>
          <p:cNvSpPr>
            <a:spLocks noGrp="1"/>
          </p:cNvSpPr>
          <p:nvPr/>
        </p:nvSpPr>
        <p:spPr>
          <a:xfrm>
            <a:off x="58102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R1 해석 실행</a:t>
            </a:r>
            <a:endParaRPr lang="ko-KR">
              <a:latin typeface="Calibri"/>
              <a:ea typeface="Calibri"/>
              <a:cs typeface="Calibri"/>
            </a:endParaRPr>
          </a:p>
        </p:txBody>
      </p:sp>
      <p:sp>
        <p:nvSpPr>
          <p:cNvPr id="23" name="DP2 object 206">
            <a:extLst>
              <a:ext uri="{FF2B5EF4-FFF2-40B4-BE49-F238E27FC236}">
                <ns2:creationId id="{ACA4907B-7EF7-4E07-9307-8A34388C8A6B}"/>
              </a:ext>
            </a:extLst>
          </p:cNvPr>
          <p:cNvSpPr>
            <a:spLocks noGrp="1"/>
          </p:cNvSpPr>
          <p:nvPr/>
        </p:nvSpPr>
        <p:spPr>
          <a:xfrm>
            <a:off x="3457575" y="3305175"/>
            <a:ext cx="22288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R2 해석 실행</a:t>
            </a:r>
            <a:endParaRPr lang="ko-KR">
              <a:latin typeface="Calibri"/>
              <a:ea typeface="Calibri"/>
              <a:cs typeface="Calibri"/>
            </a:endParaRPr>
          </a:p>
        </p:txBody>
      </p:sp>
      <p:sp>
        <p:nvSpPr>
          <p:cNvPr id="24" name="입력·원본 복사①">
            <a:extLst>
              <a:ext uri="{FF2B5EF4-FFF2-40B4-BE49-F238E27FC236}">
                <ns2:creationId id="{6F5B0971-5EE4-43A8-A4F6-7959A86327C9}"/>
              </a:ext>
            </a:extLst>
          </p:cNvPr>
          <p:cNvSpPr>
            <a:spLocks noGrp="1"/>
          </p:cNvSpPr>
          <p:nvPr/>
        </p:nvSpPr>
        <p:spPr>
          <a:xfrm>
            <a:off x="619125" y="3781425"/>
            <a:ext cx="2152650" cy="666750"/>
          </a:xfrm>
          <a:prstGeom prst="can">
            <a:avLst>
              <a:gd name="adj" fmla="val 16000"/>
            </a:avLst>
          </a:prstGeom>
          <a:solidFill>
            <a:srgbClr val="FFF6DD"/>
          </a:solidFill>
          <a:ln w="17145">
            <a:solidFill>
              <a:srgbClr val="111111"/>
            </a:solidFill>
            <a:prstDash val="solid"/>
          </a:ln>
        </p:spPr>
      </p:sp>
      <p:sp>
        <p:nvSpPr>
          <p:cNvPr id="25" name="DP2 object 207">
            <a:extLst>
              <a:ext uri="{FF2B5EF4-FFF2-40B4-BE49-F238E27FC236}">
                <ns2:creationId id="{2A55DDF5-0FA5-47BE-9286-13625014FAF2}"/>
              </a:ext>
            </a:extLst>
          </p:cNvPr>
          <p:cNvSpPr>
            <a:spLocks noGrp="1"/>
          </p:cNvSpPr>
          <p:nvPr/>
        </p:nvSpPr>
        <p:spPr>
          <a:xfrm>
            <a:off x="66675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복사①</a:t>
            </a:r>
            <a:endParaRPr lang="ko-KR">
              <a:latin typeface="Calibri"/>
              <a:ea typeface="Calibri"/>
              <a:cs typeface="Calibri"/>
            </a:endParaRPr>
          </a:p>
        </p:txBody>
      </p:sp>
      <p:sp>
        <p:nvSpPr>
          <p:cNvPr id="26" name="입력·원본 복사②">
            <a:extLst>
              <a:ext uri="{FF2B5EF4-FFF2-40B4-BE49-F238E27FC236}">
                <ns2:creationId id="{13EEFF10-416B-47A3-9CCD-50A5390547E1}"/>
              </a:ext>
            </a:extLst>
          </p:cNvPr>
          <p:cNvSpPr>
            <a:spLocks noGrp="1"/>
          </p:cNvSpPr>
          <p:nvPr/>
        </p:nvSpPr>
        <p:spPr>
          <a:xfrm>
            <a:off x="3495675" y="3781425"/>
            <a:ext cx="2152650" cy="666750"/>
          </a:xfrm>
          <a:prstGeom prst="can">
            <a:avLst>
              <a:gd name="adj" fmla="val 16000"/>
            </a:avLst>
          </a:prstGeom>
          <a:solidFill>
            <a:srgbClr val="FFF6DD"/>
          </a:solidFill>
          <a:ln w="17145">
            <a:solidFill>
              <a:srgbClr val="111111"/>
            </a:solidFill>
            <a:prstDash val="solid"/>
          </a:ln>
        </p:spPr>
      </p:sp>
      <p:sp>
        <p:nvSpPr>
          <p:cNvPr id="27" name="DP2 object 208">
            <a:extLst>
              <a:ext uri="{FF2B5EF4-FFF2-40B4-BE49-F238E27FC236}">
                <ns2:creationId id="{A2EAFB74-26CE-4268-91FE-F2BFFF2E30BC}"/>
              </a:ext>
            </a:extLst>
          </p:cNvPr>
          <p:cNvSpPr>
            <a:spLocks noGrp="1"/>
          </p:cNvSpPr>
          <p:nvPr/>
        </p:nvSpPr>
        <p:spPr>
          <a:xfrm>
            <a:off x="3543300" y="3886200"/>
            <a:ext cx="2057400" cy="5048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입력·원본 복사②</a:t>
            </a:r>
            <a:endParaRPr lang="ko-KR">
              <a:latin typeface="Calibri"/>
              <a:ea typeface="Calibri"/>
              <a:cs typeface="Calibri"/>
            </a:endParaRPr>
          </a:p>
        </p:txBody>
      </p:sp>
      <p:sp>
        <p:nvSpPr>
          <p:cNvPr id="28" name="Editable path 209">
            <a:extLst>
              <a:ext uri="{FF2B5EF4-FFF2-40B4-BE49-F238E27FC236}">
                <ns2:creationId id="{93543BB3-8977-4410-8246-DB11830A0B77}"/>
              </a:ext>
            </a:extLst>
          </p:cNvPr>
          <p:cNvSpPr>
            <a:spLocks noGrp="1"/>
          </p:cNvSpPr>
          <p:nvPr/>
        </p:nvSpPr>
        <p:spPr>
          <a:xfrm>
            <a:off x="3143250" y="4695825"/>
            <a:ext cx="953" cy="685800"/>
          </a:xfrm>
          <a:custGeom>
            <a:pathLst>
              <a:path w="953" h="685800">
                <a:moveTo>
                  <a:pt x="0" y="0"/>
                </a:moveTo>
                <a:lnTo>
                  <a:pt x="0" y="685800"/>
                </a:lnTo>
              </a:path>
            </a:pathLst>
          </a:custGeom>
          <a:noFill/>
          <a:ln w="28575">
            <a:solidFill>
              <a:srgbClr val="4676CB"/>
            </a:solidFill>
            <a:prstDash val="solid"/>
          </a:ln>
        </p:spPr>
      </p:sp>
      <p:sp>
        <p:nvSpPr>
          <p:cNvPr id="29" name="Editable arrowhead 210">
            <a:extLst>
              <a:ext uri="{FF2B5EF4-FFF2-40B4-BE49-F238E27FC236}">
                <ns2:creationId id="{9549CA47-F906-4C3B-953E-C035BEC6B788}"/>
              </a:ext>
            </a:extLst>
          </p:cNvPr>
          <p:cNvSpPr>
            <a:spLocks noGrp="1"/>
          </p:cNvSpPr>
          <p:nvPr/>
        </p:nvSpPr>
        <p:spPr>
          <a:xfrm>
            <a:off x="3095625" y="52863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0" name="DP2 object 211">
            <a:extLst>
              <a:ext uri="{FF2B5EF4-FFF2-40B4-BE49-F238E27FC236}">
                <ns2:creationId id="{618B27DF-70E7-4CC3-BFB9-569BA2F02DD6}"/>
              </a:ext>
            </a:extLst>
          </p:cNvPr>
          <p:cNvSpPr>
            <a:spLocks noGrp="1"/>
          </p:cNvSpPr>
          <p:nvPr/>
        </p:nvSpPr>
        <p:spPr>
          <a:xfrm>
            <a:off x="542925" y="4886325"/>
            <a:ext cx="2371725" cy="333375"/>
          </a:xfrm>
          <a:prstGeom prst="rect">
            <a:avLst/>
          </a:prstGeom>
          <a:noFill/>
          <a:ln w="0">
            <a:noFill/>
            <a:prstDash val="solid"/>
          </a:ln>
        </p:spPr>
        <p:txBody>
          <a:bodyPr wrap="none" lIns="0" tIns="0" rIns="0" bIns="0" anchor="ctr">
            <a:noAutofit/>
          </a:bodyPr>
          <a:lstStyle>
            <a:defPPr algn="l">
              <a:defRPr sz="1900" b="1" lang="ko-KR">
                <a:solidFill>
                  <a:srgbClr val="4676CB"/>
                </a:solidFill>
                <a:latin typeface="Calibri"/>
                <a:ea typeface="Calibri"/>
                <a:cs typeface="Calibri"/>
              </a:defRPr>
            </a:defPPr>
            <a:lvl1pPr algn="l">
              <a:defRPr sz="1900" b="1" lang="ko-KR">
                <a:solidFill>
                  <a:srgbClr val="4676CB"/>
                </a:solidFill>
                <a:latin typeface="Calibri"/>
                <a:ea typeface="Calibri"/>
                <a:cs typeface="Calibri"/>
              </a:defRPr>
            </a:lvl1pPr>
            <a:lvl2pPr algn="l">
              <a:defRPr sz="1900" b="1" lang="ko-KR">
                <a:solidFill>
                  <a:srgbClr val="4676CB"/>
                </a:solidFill>
                <a:latin typeface="Calibri"/>
                <a:ea typeface="Calibri"/>
                <a:cs typeface="Calibri"/>
              </a:defRPr>
            </a:lvl2pPr>
            <a:lvl3pPr algn="l">
              <a:defRPr sz="1900" b="1" lang="ko-KR">
                <a:solidFill>
                  <a:srgbClr val="4676CB"/>
                </a:solidFill>
                <a:latin typeface="Calibri"/>
                <a:ea typeface="Calibri"/>
                <a:cs typeface="Calibri"/>
              </a:defRPr>
            </a:lvl3pPr>
            <a:lvl4pPr algn="l">
              <a:defRPr sz="1900" b="1" lang="ko-KR">
                <a:solidFill>
                  <a:srgbClr val="4676CB"/>
                </a:solidFill>
                <a:latin typeface="Calibri"/>
                <a:ea typeface="Calibri"/>
                <a:cs typeface="Calibri"/>
              </a:defRPr>
            </a:lvl4pPr>
            <a:lvl5pPr algn="l">
              <a:defRPr sz="1900" b="1" lang="ko-KR">
                <a:solidFill>
                  <a:srgbClr val="4676CB"/>
                </a:solidFill>
                <a:latin typeface="Calibri"/>
                <a:ea typeface="Calibri"/>
                <a:cs typeface="Calibri"/>
              </a:defRPr>
            </a:lvl5pPr>
            <a:lvl6pPr algn="l">
              <a:defRPr sz="1900" b="1" lang="ko-KR">
                <a:solidFill>
                  <a:srgbClr val="4676CB"/>
                </a:solidFill>
                <a:latin typeface="Calibri"/>
                <a:ea typeface="Calibri"/>
                <a:cs typeface="Calibri"/>
              </a:defRPr>
            </a:lvl6pPr>
            <a:lvl7pPr algn="l">
              <a:defRPr sz="1900" b="1" lang="ko-KR">
                <a:solidFill>
                  <a:srgbClr val="4676CB"/>
                </a:solidFill>
                <a:latin typeface="Calibri"/>
                <a:ea typeface="Calibri"/>
                <a:cs typeface="Calibri"/>
              </a:defRPr>
            </a:lvl7pPr>
            <a:lvl8pPr algn="l">
              <a:defRPr sz="1900" b="1" lang="ko-KR">
                <a:solidFill>
                  <a:srgbClr val="4676CB"/>
                </a:solidFill>
                <a:latin typeface="Calibri"/>
                <a:ea typeface="Calibri"/>
                <a:cs typeface="Calibri"/>
              </a:defRPr>
            </a:lvl8pPr>
            <a:lvl9pPr algn="l">
              <a:defRPr sz="1900" b="1" lang="ko-KR">
                <a:solidFill>
                  <a:srgbClr val="4676CB"/>
                </a:solidFill>
                <a:latin typeface="Calibri"/>
                <a:ea typeface="Calibri"/>
                <a:cs typeface="Calibri"/>
              </a:defRPr>
            </a:lvl9pPr>
          </a:lstStyle>
          <a:p>
            <a:pPr algn="l">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불변 자료를 한 번 보존</a:t>
            </a:r>
            <a:endParaRPr lang="ko-KR">
              <a:latin typeface="Calibri"/>
              <a:ea typeface="Calibri"/>
              <a:cs typeface="Calibri"/>
            </a:endParaRPr>
          </a:p>
        </p:txBody>
      </p:sp>
      <p:sp>
        <p:nvSpPr>
          <p:cNvPr id="31" name="B1 공유 불변 입력·원본">
            <a:extLst>
              <a:ext uri="{FF2B5EF4-FFF2-40B4-BE49-F238E27FC236}">
                <ns2:creationId id="{29799DF3-F834-4056-9461-DDE3CA0BEE65}"/>
              </a:ext>
            </a:extLst>
          </p:cNvPr>
          <p:cNvSpPr>
            <a:spLocks noGrp="1"/>
          </p:cNvSpPr>
          <p:nvPr/>
        </p:nvSpPr>
        <p:spPr>
          <a:xfrm>
            <a:off x="1276350" y="5505450"/>
            <a:ext cx="3733800" cy="771525"/>
          </a:xfrm>
          <a:prstGeom prst="can">
            <a:avLst>
              <a:gd name="adj" fmla="val 16000"/>
            </a:avLst>
          </a:prstGeom>
          <a:solidFill>
            <a:srgbClr val="FFF6DD"/>
          </a:solidFill>
          <a:ln w="17145">
            <a:solidFill>
              <a:srgbClr val="4676CB"/>
            </a:solidFill>
            <a:prstDash val="solid"/>
          </a:ln>
        </p:spPr>
      </p:sp>
      <p:sp>
        <p:nvSpPr>
          <p:cNvPr id="32" name="DP2 object 212">
            <a:extLst>
              <a:ext uri="{FF2B5EF4-FFF2-40B4-BE49-F238E27FC236}">
                <ns2:creationId id="{E3F98591-FF5E-4514-9F74-63BF9EFD1032}"/>
              </a:ext>
            </a:extLst>
          </p:cNvPr>
          <p:cNvSpPr>
            <a:spLocks noGrp="1"/>
          </p:cNvSpPr>
          <p:nvPr/>
        </p:nvSpPr>
        <p:spPr>
          <a:xfrm>
            <a:off x="1323975" y="5610225"/>
            <a:ext cx="3638550" cy="609600"/>
          </a:xfrm>
          <a:prstGeom prst="rect">
            <a:avLst/>
          </a:prstGeom>
          <a:noFill/>
          <a:ln w="0">
            <a:noFill/>
            <a:prstDash val="solid"/>
          </a:ln>
        </p:spPr>
        <p:txBody>
          <a:bodyPr wrap="none" lIns="0" tIns="0" rIns="0" bIns="0" anchor="ctr">
            <a:noAutofit/>
          </a:bodyPr>
          <a:lstStyle>
            <a:defPPr algn="ctr">
              <a:defRPr sz="2000" b="0" lang="ko-KR">
                <a:solidFill>
                  <a:srgbClr val="4676CB"/>
                </a:solidFill>
                <a:latin typeface="Calibri"/>
                <a:ea typeface="Calibri"/>
                <a:cs typeface="Calibri"/>
              </a:defRPr>
            </a:defPPr>
            <a:lvl1pPr algn="ctr">
              <a:defRPr sz="2000" b="0" lang="ko-KR">
                <a:solidFill>
                  <a:srgbClr val="4676CB"/>
                </a:solidFill>
                <a:latin typeface="Calibri"/>
                <a:ea typeface="Calibri"/>
                <a:cs typeface="Calibri"/>
              </a:defRPr>
            </a:lvl1pPr>
            <a:lvl2pPr algn="ctr">
              <a:defRPr sz="2000" b="0" lang="ko-KR">
                <a:solidFill>
                  <a:srgbClr val="4676CB"/>
                </a:solidFill>
                <a:latin typeface="Calibri"/>
                <a:ea typeface="Calibri"/>
                <a:cs typeface="Calibri"/>
              </a:defRPr>
            </a:lvl2pPr>
            <a:lvl3pPr algn="ctr">
              <a:defRPr sz="2000" b="0" lang="ko-KR">
                <a:solidFill>
                  <a:srgbClr val="4676CB"/>
                </a:solidFill>
                <a:latin typeface="Calibri"/>
                <a:ea typeface="Calibri"/>
                <a:cs typeface="Calibri"/>
              </a:defRPr>
            </a:lvl3pPr>
            <a:lvl4pPr algn="ctr">
              <a:defRPr sz="2000" b="0" lang="ko-KR">
                <a:solidFill>
                  <a:srgbClr val="4676CB"/>
                </a:solidFill>
                <a:latin typeface="Calibri"/>
                <a:ea typeface="Calibri"/>
                <a:cs typeface="Calibri"/>
              </a:defRPr>
            </a:lvl4pPr>
            <a:lvl5pPr algn="ctr">
              <a:defRPr sz="2000" b="0" lang="ko-KR">
                <a:solidFill>
                  <a:srgbClr val="4676CB"/>
                </a:solidFill>
                <a:latin typeface="Calibri"/>
                <a:ea typeface="Calibri"/>
                <a:cs typeface="Calibri"/>
              </a:defRPr>
            </a:lvl5pPr>
            <a:lvl6pPr algn="ctr">
              <a:defRPr sz="2000" b="0" lang="ko-KR">
                <a:solidFill>
                  <a:srgbClr val="4676CB"/>
                </a:solidFill>
                <a:latin typeface="Calibri"/>
                <a:ea typeface="Calibri"/>
                <a:cs typeface="Calibri"/>
              </a:defRPr>
            </a:lvl6pPr>
            <a:lvl7pPr algn="ctr">
              <a:defRPr sz="2000" b="0" lang="ko-KR">
                <a:solidFill>
                  <a:srgbClr val="4676CB"/>
                </a:solidFill>
                <a:latin typeface="Calibri"/>
                <a:ea typeface="Calibri"/>
                <a:cs typeface="Calibri"/>
              </a:defRPr>
            </a:lvl7pPr>
            <a:lvl8pPr algn="ctr">
              <a:defRPr sz="2000" b="0" lang="ko-KR">
                <a:solidFill>
                  <a:srgbClr val="4676CB"/>
                </a:solidFill>
                <a:latin typeface="Calibri"/>
                <a:ea typeface="Calibri"/>
                <a:cs typeface="Calibri"/>
              </a:defRPr>
            </a:lvl8pPr>
            <a:lvl9pPr algn="ctr">
              <a:defRPr sz="2000" b="0" lang="ko-KR">
                <a:solidFill>
                  <a:srgbClr val="4676CB"/>
                </a:solidFill>
                <a:latin typeface="Calibri"/>
                <a:ea typeface="Calibri"/>
                <a:cs typeface="Calibri"/>
              </a:defRPr>
            </a:lvl9pPr>
          </a:lstStyle>
          <a:p>
            <a:pPr algn="ctr">
              <a:defRPr sz="2000" b="0" lang="ko-KR">
                <a:solidFill>
                  <a:srgbClr val="4676CB"/>
                </a:solidFill>
                <a:latin typeface="Calibri"/>
                <a:ea typeface="Calibri"/>
                <a:cs typeface="Calibri"/>
              </a:defRPr>
            </a:pPr>
            <a:r>
              <a:rPr sz="2000" b="0" lang="ko-KR">
                <a:solidFill>
                  <a:srgbClr val="4676CB"/>
                </a:solidFill>
                <a:latin typeface="Calibri"/>
                <a:ea typeface="Calibri"/>
                <a:cs typeface="Calibri"/>
              </a:rPr>
              <a:t>B1 공유 불변 입력·원본</a:t>
            </a:r>
            <a:endParaRPr lang="ko-KR">
              <a:latin typeface="Calibri"/>
              <a:ea typeface="Calibri"/>
              <a:cs typeface="Calibri"/>
            </a:endParaRPr>
          </a:p>
        </p:txBody>
      </p:sp>
      <p:sp>
        <p:nvSpPr>
          <p:cNvPr id="33" name="Editable path 213">
            <a:extLst>
              <a:ext uri="{FF2B5EF4-FFF2-40B4-BE49-F238E27FC236}">
                <ns2:creationId id="{830C7EBF-78C1-42E2-84E1-371616109382}"/>
              </a:ext>
            </a:extLst>
          </p:cNvPr>
          <p:cNvSpPr>
            <a:spLocks noGrp="1"/>
          </p:cNvSpPr>
          <p:nvPr/>
        </p:nvSpPr>
        <p:spPr>
          <a:xfrm>
            <a:off x="1695450" y="6276975"/>
            <a:ext cx="590550" cy="742950"/>
          </a:xfrm>
          <a:custGeom>
            <a:pathLst>
              <a:path w="590550" h="742950">
                <a:moveTo>
                  <a:pt x="590550" y="0"/>
                </a:moveTo>
                <a:lnTo>
                  <a:pt x="590550" y="400050"/>
                </a:lnTo>
                <a:lnTo>
                  <a:pt x="0" y="400050"/>
                </a:lnTo>
                <a:lnTo>
                  <a:pt x="0" y="742950"/>
                </a:lnTo>
              </a:path>
            </a:pathLst>
          </a:custGeom>
          <a:noFill/>
          <a:ln w="24765">
            <a:solidFill>
              <a:srgbClr val="4676CB"/>
            </a:solidFill>
            <a:prstDash val="solid"/>
          </a:ln>
        </p:spPr>
      </p:sp>
      <p:sp>
        <p:nvSpPr>
          <p:cNvPr id="34" name="Editable arrowhead 214">
            <a:extLst>
              <a:ext uri="{FF2B5EF4-FFF2-40B4-BE49-F238E27FC236}">
                <ns2:creationId id="{C217A80B-0D7C-4F5C-9C51-067F3E52B1C0}"/>
              </a:ext>
            </a:extLst>
          </p:cNvPr>
          <p:cNvSpPr>
            <a:spLocks noGrp="1"/>
          </p:cNvSpPr>
          <p:nvPr/>
        </p:nvSpPr>
        <p:spPr>
          <a:xfrm>
            <a:off x="164782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5" name="Editable path 215">
            <a:extLst>
              <a:ext uri="{FF2B5EF4-FFF2-40B4-BE49-F238E27FC236}">
                <ns2:creationId id="{A6D859C2-4DE8-4B17-86B3-8B972DCDB035}"/>
              </a:ext>
            </a:extLst>
          </p:cNvPr>
          <p:cNvSpPr>
            <a:spLocks noGrp="1"/>
          </p:cNvSpPr>
          <p:nvPr/>
        </p:nvSpPr>
        <p:spPr>
          <a:xfrm>
            <a:off x="4000500" y="6276975"/>
            <a:ext cx="571500" cy="742950"/>
          </a:xfrm>
          <a:custGeom>
            <a:pathLst>
              <a:path w="571500" h="742950">
                <a:moveTo>
                  <a:pt x="0" y="0"/>
                </a:moveTo>
                <a:lnTo>
                  <a:pt x="0" y="400050"/>
                </a:lnTo>
                <a:lnTo>
                  <a:pt x="571500" y="400050"/>
                </a:lnTo>
                <a:lnTo>
                  <a:pt x="571500" y="742950"/>
                </a:lnTo>
              </a:path>
            </a:pathLst>
          </a:custGeom>
          <a:noFill/>
          <a:ln w="24765">
            <a:solidFill>
              <a:srgbClr val="4676CB"/>
            </a:solidFill>
            <a:prstDash val="solid"/>
          </a:ln>
        </p:spPr>
      </p:sp>
      <p:sp>
        <p:nvSpPr>
          <p:cNvPr id="36" name="Editable arrowhead 216">
            <a:extLst>
              <a:ext uri="{FF2B5EF4-FFF2-40B4-BE49-F238E27FC236}">
                <ns2:creationId id="{23B59CB6-3492-4D6F-A071-C4FE84E242B5}"/>
              </a:ext>
            </a:extLst>
          </p:cNvPr>
          <p:cNvSpPr>
            <a:spLocks noGrp="1"/>
          </p:cNvSpPr>
          <p:nvPr/>
        </p:nvSpPr>
        <p:spPr>
          <a:xfrm>
            <a:off x="4524375" y="6924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7" name="DP2 object 217">
            <a:extLst>
              <a:ext uri="{FF2B5EF4-FFF2-40B4-BE49-F238E27FC236}">
                <ns2:creationId id="{3D296F5A-AA65-4E09-B9A5-CA1AB98D2FF1}"/>
              </a:ext>
            </a:extLst>
          </p:cNvPr>
          <p:cNvSpPr>
            <a:spLocks noGrp="1"/>
          </p:cNvSpPr>
          <p:nvPr/>
        </p:nvSpPr>
        <p:spPr>
          <a:xfrm>
            <a:off x="876300"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8" name="DP2 object 218">
            <a:extLst>
              <a:ext uri="{FF2B5EF4-FFF2-40B4-BE49-F238E27FC236}">
                <ns2:creationId id="{1141A735-7F30-4055-8FD2-10BC836530DB}"/>
              </a:ext>
            </a:extLst>
          </p:cNvPr>
          <p:cNvSpPr>
            <a:spLocks noGrp="1"/>
          </p:cNvSpPr>
          <p:nvPr/>
        </p:nvSpPr>
        <p:spPr>
          <a:xfrm>
            <a:off x="4695825" y="6477000"/>
            <a:ext cx="80962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참조</a:t>
            </a:r>
            <a:endParaRPr lang="ko-KR">
              <a:latin typeface="Calibri"/>
              <a:ea typeface="Calibri"/>
              <a:cs typeface="Calibri"/>
            </a:endParaRPr>
          </a:p>
        </p:txBody>
      </p:sp>
      <p:sp>
        <p:nvSpPr>
          <p:cNvPr id="39" name="R1 개별 상태&#10;revision·snapshot">
            <a:extLst>
              <a:ext uri="{FF2B5EF4-FFF2-40B4-BE49-F238E27FC236}">
                <ns2:creationId id="{64F43927-D32A-4EC6-A28B-268AEFA68517}"/>
              </a:ext>
            </a:extLst>
          </p:cNvPr>
          <p:cNvSpPr>
            <a:spLocks noGrp="1"/>
          </p:cNvSpPr>
          <p:nvPr/>
        </p:nvSpPr>
        <p:spPr>
          <a:xfrm>
            <a:off x="495300" y="7019925"/>
            <a:ext cx="2400300" cy="1057275"/>
          </a:xfrm>
          <a:prstGeom prst="rect">
            <a:avLst/>
          </a:prstGeom>
          <a:solidFill>
            <a:srgbClr val="FFFFFF"/>
          </a:solidFill>
          <a:ln w="17145">
            <a:solidFill>
              <a:srgbClr val="111111"/>
            </a:solidFill>
            <a:prstDash val="solid"/>
          </a:ln>
        </p:spPr>
      </p:sp>
      <p:sp>
        <p:nvSpPr>
          <p:cNvPr id="40" name="DP2 object 219">
            <a:extLst>
              <a:ext uri="{FF2B5EF4-FFF2-40B4-BE49-F238E27FC236}">
                <ns2:creationId id="{22BC6214-04AE-4B0B-934D-6DE29C4D7F68}"/>
              </a:ext>
            </a:extLst>
          </p:cNvPr>
          <p:cNvSpPr>
            <a:spLocks noGrp="1"/>
          </p:cNvSpPr>
          <p:nvPr/>
        </p:nvSpPr>
        <p:spPr>
          <a:xfrm>
            <a:off x="56197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R1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1" name="R2 개별 상태&#10;revision·snapshot">
            <a:extLst>
              <a:ext uri="{FF2B5EF4-FFF2-40B4-BE49-F238E27FC236}">
                <ns2:creationId id="{E63D5FE8-1894-46EA-AA4B-5EF91B47D3A7}"/>
              </a:ext>
            </a:extLst>
          </p:cNvPr>
          <p:cNvSpPr>
            <a:spLocks noGrp="1"/>
          </p:cNvSpPr>
          <p:nvPr/>
        </p:nvSpPr>
        <p:spPr>
          <a:xfrm>
            <a:off x="3371850" y="7019925"/>
            <a:ext cx="2400300" cy="1057275"/>
          </a:xfrm>
          <a:prstGeom prst="rect">
            <a:avLst/>
          </a:prstGeom>
          <a:solidFill>
            <a:srgbClr val="FFFFFF"/>
          </a:solidFill>
          <a:ln w="17145">
            <a:solidFill>
              <a:srgbClr val="111111"/>
            </a:solidFill>
            <a:prstDash val="solid"/>
          </a:ln>
        </p:spPr>
      </p:sp>
      <p:sp>
        <p:nvSpPr>
          <p:cNvPr id="42" name="DP2 object 220">
            <a:extLst>
              <a:ext uri="{FF2B5EF4-FFF2-40B4-BE49-F238E27FC236}">
                <ns2:creationId id="{A2859A32-4542-473D-AC17-047B8D876669}"/>
              </a:ext>
            </a:extLst>
          </p:cNvPr>
          <p:cNvSpPr>
            <a:spLocks noGrp="1"/>
          </p:cNvSpPr>
          <p:nvPr/>
        </p:nvSpPr>
        <p:spPr>
          <a:xfrm>
            <a:off x="3438525" y="7058025"/>
            <a:ext cx="2266950" cy="981075"/>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R2 개별 상태</a:t>
            </a:r>
            <a:endParaRPr lang="ko-KR">
              <a:latin typeface="Calibri"/>
              <a:ea typeface="Calibri"/>
              <a:cs typeface="Calibri"/>
            </a:endParaRPr>
          </a:p>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revision·snapshot</a:t>
            </a:r>
            <a:endParaRPr lang="ko-KR">
              <a:latin typeface="Calibri"/>
              <a:ea typeface="Calibri"/>
              <a:cs typeface="Calibri"/>
            </a:endParaRPr>
          </a:p>
        </p:txBody>
      </p:sp>
      <p:sp>
        <p:nvSpPr>
          <p:cNvPr id="43" name="DP2 object 221">
            <a:extLst>
              <a:ext uri="{FF2B5EF4-FFF2-40B4-BE49-F238E27FC236}">
                <ns2:creationId id="{3C3E7800-704E-4021-B715-37716B06E8AA}"/>
              </a:ext>
            </a:extLst>
          </p:cNvPr>
          <p:cNvSpPr>
            <a:spLocks noGrp="1"/>
          </p:cNvSpPr>
          <p:nvPr/>
        </p:nvSpPr>
        <p:spPr>
          <a:xfrm>
            <a:off x="409575" y="8391525"/>
            <a:ext cx="5476875" cy="3524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변경 가능한 상태와 복구 규칙은 유지</a:t>
            </a:r>
            <a:endParaRPr lang="ko-KR">
              <a:latin typeface="Calibri"/>
              <a:ea typeface="Calibri"/>
              <a:cs typeface="Calibri"/>
            </a:endParaRPr>
          </a:p>
        </p:txBody>
      </p:sp>
      <p:sp>
        <p:nvSpPr>
          <p:cNvPr id="44" name="DP2 object 222">
            <a:extLst>
              <a:ext uri="{FF2B5EF4-FFF2-40B4-BE49-F238E27FC236}">
                <ns2:creationId id="{BA31EC3B-DF32-4501-8570-F68BB77C5B4D}"/>
              </a:ext>
            </a:extLst>
          </p:cNvPr>
          <p:cNvSpPr>
            <a:spLocks noGrp="1"/>
          </p:cNvSpPr>
          <p:nvPr/>
        </p:nvSpPr>
        <p:spPr>
          <a:xfrm>
            <a:off x="409575" y="8867775"/>
            <a:ext cx="5476875" cy="304800"/>
          </a:xfrm>
          <a:prstGeom prst="rect">
            <a:avLst/>
          </a:prstGeom>
          <a:noFill/>
          <a:ln w="0">
            <a:noFill/>
            <a:prstDash val="solid"/>
          </a:ln>
        </p:spPr>
        <p:txBody>
          <a:bodyPr wrap="none" lIns="0" tIns="0" rIns="0" bIns="0" anchor="ctr">
            <a:noAutofit/>
          </a:bodyPr>
          <a:lstStyle>
            <a:defPPr algn="ctr">
              <a:defRPr sz="1700" b="0" lang="ko-KR">
                <a:solidFill>
                  <a:srgbClr val="4676CB"/>
                </a:solidFill>
                <a:latin typeface="Calibri"/>
                <a:ea typeface="Calibri"/>
                <a:cs typeface="Calibri"/>
              </a:defRPr>
            </a:defPPr>
            <a:lvl1pPr algn="ctr">
              <a:defRPr sz="1700" b="0" lang="ko-KR">
                <a:solidFill>
                  <a:srgbClr val="4676CB"/>
                </a:solidFill>
                <a:latin typeface="Calibri"/>
                <a:ea typeface="Calibri"/>
                <a:cs typeface="Calibri"/>
              </a:defRPr>
            </a:lvl1pPr>
            <a:lvl2pPr algn="ctr">
              <a:defRPr sz="1700" b="0" lang="ko-KR">
                <a:solidFill>
                  <a:srgbClr val="4676CB"/>
                </a:solidFill>
                <a:latin typeface="Calibri"/>
                <a:ea typeface="Calibri"/>
                <a:cs typeface="Calibri"/>
              </a:defRPr>
            </a:lvl2pPr>
            <a:lvl3pPr algn="ctr">
              <a:defRPr sz="1700" b="0" lang="ko-KR">
                <a:solidFill>
                  <a:srgbClr val="4676CB"/>
                </a:solidFill>
                <a:latin typeface="Calibri"/>
                <a:ea typeface="Calibri"/>
                <a:cs typeface="Calibri"/>
              </a:defRPr>
            </a:lvl3pPr>
            <a:lvl4pPr algn="ctr">
              <a:defRPr sz="1700" b="0" lang="ko-KR">
                <a:solidFill>
                  <a:srgbClr val="4676CB"/>
                </a:solidFill>
                <a:latin typeface="Calibri"/>
                <a:ea typeface="Calibri"/>
                <a:cs typeface="Calibri"/>
              </a:defRPr>
            </a:lvl4pPr>
            <a:lvl5pPr algn="ctr">
              <a:defRPr sz="1700" b="0" lang="ko-KR">
                <a:solidFill>
                  <a:srgbClr val="4676CB"/>
                </a:solidFill>
                <a:latin typeface="Calibri"/>
                <a:ea typeface="Calibri"/>
                <a:cs typeface="Calibri"/>
              </a:defRPr>
            </a:lvl5pPr>
            <a:lvl6pPr algn="ctr">
              <a:defRPr sz="1700" b="0" lang="ko-KR">
                <a:solidFill>
                  <a:srgbClr val="4676CB"/>
                </a:solidFill>
                <a:latin typeface="Calibri"/>
                <a:ea typeface="Calibri"/>
                <a:cs typeface="Calibri"/>
              </a:defRPr>
            </a:lvl6pPr>
            <a:lvl7pPr algn="ctr">
              <a:defRPr sz="1700" b="0" lang="ko-KR">
                <a:solidFill>
                  <a:srgbClr val="4676CB"/>
                </a:solidFill>
                <a:latin typeface="Calibri"/>
                <a:ea typeface="Calibri"/>
                <a:cs typeface="Calibri"/>
              </a:defRPr>
            </a:lvl7pPr>
            <a:lvl8pPr algn="ctr">
              <a:defRPr sz="1700" b="0" lang="ko-KR">
                <a:solidFill>
                  <a:srgbClr val="4676CB"/>
                </a:solidFill>
                <a:latin typeface="Calibri"/>
                <a:ea typeface="Calibri"/>
                <a:cs typeface="Calibri"/>
              </a:defRPr>
            </a:lvl8pPr>
            <a:lvl9pPr algn="ctr">
              <a:defRPr sz="1700" b="0" lang="ko-KR">
                <a:solidFill>
                  <a:srgbClr val="4676CB"/>
                </a:solidFill>
                <a:latin typeface="Calibri"/>
                <a:ea typeface="Calibri"/>
                <a:cs typeface="Calibri"/>
              </a:defRPr>
            </a:lvl9pPr>
          </a:lstStyle>
          <a:p>
            <a:pPr algn="ctr">
              <a:defRPr sz="1700" b="0" lang="ko-KR">
                <a:solidFill>
                  <a:srgbClr val="4676CB"/>
                </a:solidFill>
                <a:latin typeface="Calibri"/>
                <a:ea typeface="Calibri"/>
                <a:cs typeface="Calibri"/>
              </a:defRPr>
            </a:pPr>
            <a:r>
              <a:rPr sz="1700" b="0" lang="ko-KR">
                <a:solidFill>
                  <a:srgbClr val="4676CB"/>
                </a:solidFill>
                <a:latin typeface="Calibri"/>
                <a:ea typeface="Calibri"/>
                <a:cs typeface="Calibri"/>
              </a:rPr>
              <a:t>공유 입력을 빌려 payload 직렬화</a:t>
            </a:r>
            <a:endParaRPr lang="ko-KR">
              <a:latin typeface="Calibri"/>
              <a:ea typeface="Calibri"/>
              <a:cs typeface="Calibri"/>
            </a:endParaRPr>
          </a:p>
        </p:txBody>
      </p:sp>
      <p:sp>
        <p:nvSpPr>
          <p:cNvPr id="45" name="DP2 object 223">
            <a:extLst>
              <a:ext uri="{FF2B5EF4-FFF2-40B4-BE49-F238E27FC236}">
                <ns2:creationId id="{EE6C39BC-D0CF-4C64-8781-1932B808E998}"/>
              </a:ext>
            </a:extLst>
          </p:cNvPr>
          <p:cNvSpPr>
            <a:spLocks noGrp="1"/>
          </p:cNvSpPr>
          <p:nvPr/>
        </p:nvSpPr>
        <p:spPr>
          <a:xfrm>
            <a:off x="6391275" y="2076450"/>
            <a:ext cx="1158240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B 선택이 성립하는 조건</a:t>
            </a:r>
            <a:endParaRPr lang="ko-KR">
              <a:latin typeface="Calibri"/>
              <a:ea typeface="Calibri"/>
              <a:cs typeface="Calibri"/>
            </a:endParaRPr>
          </a:p>
        </p:txBody>
      </p:sp>
      <p:graphicFrame>
        <p:nvGraphicFramePr>
          <p:cNvPr id="46" name="">
            <a:extLst>
              <a:ext uri="{FF2B5EF4-FFF2-40B4-BE49-F238E27FC236}">
                <ns2:creationId id="{04F5DDDE-DD75-4498-A915-1A94FC2494FE}"/>
              </a:ext>
            </a:extLst>
          </p:cNvPr>
          <p:cNvGraphicFramePr/>
          <p:nvPr/>
        </p:nvGraphicFramePr>
        <p:xfrm>
          <a:off x="6391275" y="2562225"/>
          <a:ext cx="11658600" cy="1438275"/>
        </p:xfrm>
        <a:graphic>
          <a:graphicData uri="http://schemas.openxmlformats.org/drawingml/2006/table">
            <a:tbl>
              <a:tblPr firstRow="0" bandRow="0" bandCol="0"/>
              <a:tblGrid>
                <a:gridCol w="3810000"/>
                <a:gridCol w="1809750"/>
                <a:gridCol w="1809750"/>
                <a:gridCol w="422910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조건과 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확인한 실행 경로</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K=2 독립 질문 / 첫 응답</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13.388초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6.270초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API 구간 6.261초 중첩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K=1 독립 질문 / 후속 완료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13.429초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13.087초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호출 중첩 0 / 병행 이익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7" name="DP2 object 224">
            <a:extLst>
              <a:ext uri="{FF2B5EF4-FFF2-40B4-BE49-F238E27FC236}">
                <ns2:creationId id="{34A580C5-647B-455B-A5B9-C27FD105FE6E}"/>
              </a:ext>
            </a:extLst>
          </p:cNvPr>
          <p:cNvSpPr>
            <a:spLocks noGrp="1"/>
          </p:cNvSpPr>
          <p:nvPr/>
        </p:nvSpPr>
        <p:spPr>
          <a:xfrm>
            <a:off x="6391275" y="4191000"/>
            <a:ext cx="11582400" cy="428625"/>
          </a:xfrm>
          <a:prstGeom prst="rect">
            <a:avLst/>
          </a:prstGeom>
          <a:noFill/>
          <a:ln w="0">
            <a:noFill/>
            <a:prstDash val="solid"/>
          </a:ln>
        </p:spPr>
        <p:txBody>
          <a:bodyPr wrap="none" lIns="0" tIns="0" rIns="0" bIns="0" anchor="ctr">
            <a:noAutofit/>
          </a:bodyPr>
          <a:lstStyle>
            <a:defPPr algn="l">
              <a:defRPr sz="2200" b="1" lang="ko-KR">
                <a:solidFill>
                  <a:srgbClr val="4676CB"/>
                </a:solidFill>
                <a:latin typeface="Calibri"/>
                <a:ea typeface="Calibri"/>
                <a:cs typeface="Calibri"/>
              </a:defRPr>
            </a:defPPr>
            <a:lvl1pPr algn="l">
              <a:defRPr sz="2200" b="1" lang="ko-KR">
                <a:solidFill>
                  <a:srgbClr val="4676CB"/>
                </a:solidFill>
                <a:latin typeface="Calibri"/>
                <a:ea typeface="Calibri"/>
                <a:cs typeface="Calibri"/>
              </a:defRPr>
            </a:lvl1pPr>
            <a:lvl2pPr algn="l">
              <a:defRPr sz="2200" b="1" lang="ko-KR">
                <a:solidFill>
                  <a:srgbClr val="4676CB"/>
                </a:solidFill>
                <a:latin typeface="Calibri"/>
                <a:ea typeface="Calibri"/>
                <a:cs typeface="Calibri"/>
              </a:defRPr>
            </a:lvl2pPr>
            <a:lvl3pPr algn="l">
              <a:defRPr sz="2200" b="1" lang="ko-KR">
                <a:solidFill>
                  <a:srgbClr val="4676CB"/>
                </a:solidFill>
                <a:latin typeface="Calibri"/>
                <a:ea typeface="Calibri"/>
                <a:cs typeface="Calibri"/>
              </a:defRPr>
            </a:lvl3pPr>
            <a:lvl4pPr algn="l">
              <a:defRPr sz="2200" b="1" lang="ko-KR">
                <a:solidFill>
                  <a:srgbClr val="4676CB"/>
                </a:solidFill>
                <a:latin typeface="Calibri"/>
                <a:ea typeface="Calibri"/>
                <a:cs typeface="Calibri"/>
              </a:defRPr>
            </a:lvl4pPr>
            <a:lvl5pPr algn="l">
              <a:defRPr sz="2200" b="1" lang="ko-KR">
                <a:solidFill>
                  <a:srgbClr val="4676CB"/>
                </a:solidFill>
                <a:latin typeface="Calibri"/>
                <a:ea typeface="Calibri"/>
                <a:cs typeface="Calibri"/>
              </a:defRPr>
            </a:lvl5pPr>
            <a:lvl6pPr algn="l">
              <a:defRPr sz="2200" b="1" lang="ko-KR">
                <a:solidFill>
                  <a:srgbClr val="4676CB"/>
                </a:solidFill>
                <a:latin typeface="Calibri"/>
                <a:ea typeface="Calibri"/>
                <a:cs typeface="Calibri"/>
              </a:defRPr>
            </a:lvl6pPr>
            <a:lvl7pPr algn="l">
              <a:defRPr sz="2200" b="1" lang="ko-KR">
                <a:solidFill>
                  <a:srgbClr val="4676CB"/>
                </a:solidFill>
                <a:latin typeface="Calibri"/>
                <a:ea typeface="Calibri"/>
                <a:cs typeface="Calibri"/>
              </a:defRPr>
            </a:lvl7pPr>
            <a:lvl8pPr algn="l">
              <a:defRPr sz="2200" b="1" lang="ko-KR">
                <a:solidFill>
                  <a:srgbClr val="4676CB"/>
                </a:solidFill>
                <a:latin typeface="Calibri"/>
                <a:ea typeface="Calibri"/>
                <a:cs typeface="Calibri"/>
              </a:defRPr>
            </a:lvl8pPr>
            <a:lvl9pPr algn="l">
              <a:defRPr sz="2200" b="1" lang="ko-KR">
                <a:solidFill>
                  <a:srgbClr val="4676CB"/>
                </a:solidFill>
                <a:latin typeface="Calibri"/>
                <a:ea typeface="Calibri"/>
                <a:cs typeface="Calibri"/>
              </a:defRPr>
            </a:lvl9pPr>
          </a:lstStyle>
          <a:p>
            <a:pPr algn="l">
              <a:defRPr sz="2200" b="1" lang="ko-KR">
                <a:solidFill>
                  <a:srgbClr val="4676CB"/>
                </a:solidFill>
                <a:latin typeface="Calibri"/>
                <a:ea typeface="Calibri"/>
                <a:cs typeface="Calibri"/>
              </a:defRPr>
            </a:pPr>
            <a:r>
              <a:rPr sz="2200" b="1" lang="ko-KR">
                <a:solidFill>
                  <a:srgbClr val="4676CB"/>
                </a:solidFill>
                <a:latin typeface="Calibri"/>
                <a:ea typeface="Calibri"/>
                <a:cs typeface="Calibri"/>
              </a:rPr>
              <a:t>QA06 보완: 별도 순서 제어 재생의 최고 동시 RSS</a:t>
            </a:r>
            <a:endParaRPr lang="ko-KR">
              <a:latin typeface="Calibri"/>
              <a:ea typeface="Calibri"/>
              <a:cs typeface="Calibri"/>
            </a:endParaRPr>
          </a:p>
        </p:txBody>
      </p:sp>
      <p:graphicFrame>
        <p:nvGraphicFramePr>
          <p:cNvPr id="48" name="">
            <a:extLst>
              <a:ext uri="{FF2B5EF4-FFF2-40B4-BE49-F238E27FC236}">
                <ns2:creationId id="{346FCC4A-5EF2-4D5E-A727-7151C0A24BC1}"/>
              </a:ext>
            </a:extLst>
          </p:cNvPr>
          <p:cNvGraphicFramePr/>
          <p:nvPr/>
        </p:nvGraphicFramePr>
        <p:xfrm>
          <a:off x="6391275" y="4743450"/>
          <a:ext cx="11658600" cy="2047875"/>
        </p:xfrm>
        <a:graphic>
          <a:graphicData uri="http://schemas.openxmlformats.org/drawingml/2006/table">
            <a:tbl>
              <a:tblPr firstRow="0" bandRow="0" bandCol="0"/>
              <a:tblGrid>
                <a:gridCol w="2190750"/>
                <a:gridCol w="3048000"/>
                <a:gridCol w="3048000"/>
                <a:gridCol w="3371850"/>
              </a:tblGrid>
              <a:tr h="41910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동시 문맥 N</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기본 B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 B1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변화 (MB)</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30.097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30.294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+0.197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30.802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30.507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−0.295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42925">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32.326</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31.867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4676CB"/>
                          </a:solidFill>
                          <a:latin typeface="Calibri"/>
                          <a:ea typeface="Calibri"/>
                          <a:cs typeface="Calibri"/>
                        </a:rPr>
                        <a:t>−0.459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9" name="DP2 object 225">
            <a:extLst>
              <a:ext uri="{FF2B5EF4-FFF2-40B4-BE49-F238E27FC236}">
                <ns2:creationId id="{A4096256-C838-4B36-9223-327BEBFD474A}"/>
              </a:ext>
            </a:extLst>
          </p:cNvPr>
          <p:cNvSpPr>
            <a:spLocks noGrp="1"/>
          </p:cNvSpPr>
          <p:nvPr/>
        </p:nvSpPr>
        <p:spPr>
          <a:xfrm>
            <a:off x="6419850" y="6953250"/>
            <a:ext cx="11525250" cy="371475"/>
          </a:xfrm>
          <a:prstGeom prst="rect">
            <a:avLst/>
          </a:prstGeom>
          <a:noFill/>
          <a:ln w="0">
            <a:noFill/>
            <a:prstDash val="solid"/>
          </a:ln>
        </p:spPr>
        <p:txBody>
          <a:bodyPr wrap="none" lIns="0" tIns="0" rIns="0" bIns="0" anchor="ctr">
            <a:noAutofit/>
          </a:bodyPr>
          <a:lstStyle>
            <a:defPPr algn="l">
              <a:defRPr sz="2000" b="1" lang="ko-KR">
                <a:solidFill>
                  <a:srgbClr val="4676CB"/>
                </a:solidFill>
                <a:latin typeface="Calibri"/>
                <a:ea typeface="Calibri"/>
                <a:cs typeface="Calibri"/>
              </a:defRPr>
            </a:defPPr>
            <a:lvl1pPr algn="l">
              <a:defRPr sz="2000" b="1" lang="ko-KR">
                <a:solidFill>
                  <a:srgbClr val="4676CB"/>
                </a:solidFill>
                <a:latin typeface="Calibri"/>
                <a:ea typeface="Calibri"/>
                <a:cs typeface="Calibri"/>
              </a:defRPr>
            </a:lvl1pPr>
            <a:lvl2pPr algn="l">
              <a:defRPr sz="2000" b="1" lang="ko-KR">
                <a:solidFill>
                  <a:srgbClr val="4676CB"/>
                </a:solidFill>
                <a:latin typeface="Calibri"/>
                <a:ea typeface="Calibri"/>
                <a:cs typeface="Calibri"/>
              </a:defRPr>
            </a:lvl2pPr>
            <a:lvl3pPr algn="l">
              <a:defRPr sz="2000" b="1" lang="ko-KR">
                <a:solidFill>
                  <a:srgbClr val="4676CB"/>
                </a:solidFill>
                <a:latin typeface="Calibri"/>
                <a:ea typeface="Calibri"/>
                <a:cs typeface="Calibri"/>
              </a:defRPr>
            </a:lvl3pPr>
            <a:lvl4pPr algn="l">
              <a:defRPr sz="2000" b="1" lang="ko-KR">
                <a:solidFill>
                  <a:srgbClr val="4676CB"/>
                </a:solidFill>
                <a:latin typeface="Calibri"/>
                <a:ea typeface="Calibri"/>
                <a:cs typeface="Calibri"/>
              </a:defRPr>
            </a:lvl4pPr>
            <a:lvl5pPr algn="l">
              <a:defRPr sz="2000" b="1" lang="ko-KR">
                <a:solidFill>
                  <a:srgbClr val="4676CB"/>
                </a:solidFill>
                <a:latin typeface="Calibri"/>
                <a:ea typeface="Calibri"/>
                <a:cs typeface="Calibri"/>
              </a:defRPr>
            </a:lvl5pPr>
            <a:lvl6pPr algn="l">
              <a:defRPr sz="2000" b="1" lang="ko-KR">
                <a:solidFill>
                  <a:srgbClr val="4676CB"/>
                </a:solidFill>
                <a:latin typeface="Calibri"/>
                <a:ea typeface="Calibri"/>
                <a:cs typeface="Calibri"/>
              </a:defRPr>
            </a:lvl6pPr>
            <a:lvl7pPr algn="l">
              <a:defRPr sz="2000" b="1" lang="ko-KR">
                <a:solidFill>
                  <a:srgbClr val="4676CB"/>
                </a:solidFill>
                <a:latin typeface="Calibri"/>
                <a:ea typeface="Calibri"/>
                <a:cs typeface="Calibri"/>
              </a:defRPr>
            </a:lvl7pPr>
            <a:lvl8pPr algn="l">
              <a:defRPr sz="2000" b="1" lang="ko-KR">
                <a:solidFill>
                  <a:srgbClr val="4676CB"/>
                </a:solidFill>
                <a:latin typeface="Calibri"/>
                <a:ea typeface="Calibri"/>
                <a:cs typeface="Calibri"/>
              </a:defRPr>
            </a:lvl8pPr>
            <a:lvl9pPr algn="l">
              <a:defRPr sz="2000" b="1" lang="ko-KR">
                <a:solidFill>
                  <a:srgbClr val="4676CB"/>
                </a:solidFill>
                <a:latin typeface="Calibri"/>
                <a:ea typeface="Calibri"/>
                <a:cs typeface="Calibri"/>
              </a:defRPr>
            </a:lvl9pPr>
          </a:lstStyle>
          <a:p>
            <a:pPr algn="l">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N=4 요청 할당 peak 평균: 573,372 → 365,413 byte</a:t>
            </a:r>
            <a:endParaRPr lang="ko-KR">
              <a:latin typeface="Calibri"/>
              <a:ea typeface="Calibri"/>
              <a:cs typeface="Calibri"/>
            </a:endParaRPr>
          </a:p>
        </p:txBody>
      </p:sp>
      <p:sp>
        <p:nvSpPr>
          <p:cNvPr id="50" name="DP2 object 226">
            <a:extLst>
              <a:ext uri="{FF2B5EF4-FFF2-40B4-BE49-F238E27FC236}">
                <ns2:creationId id="{C0BED520-0258-4B3D-A49D-A5CE006120A9}"/>
              </a:ext>
            </a:extLst>
          </p:cNvPr>
          <p:cNvSpPr>
            <a:spLocks noGrp="1"/>
          </p:cNvSpPr>
          <p:nvPr/>
        </p:nvSpPr>
        <p:spPr>
          <a:xfrm>
            <a:off x="6419850" y="7467600"/>
            <a:ext cx="11525250" cy="352425"/>
          </a:xfrm>
          <a:prstGeom prst="rect">
            <a:avLst/>
          </a:prstGeom>
          <a:noFill/>
          <a:ln w="0">
            <a:noFill/>
            <a:prstDash val="solid"/>
          </a:ln>
        </p:spPr>
        <p:txBody>
          <a:bodyPr wrap="none" lIns="0" tIns="0" rIns="0" bIns="0" anchor="ctr">
            <a:noAutofit/>
          </a:bodyPr>
          <a:lstStyle>
            <a:defPPr algn="l">
              <a:defRPr sz="1900" b="1" lang="ko-KR">
                <a:solidFill>
                  <a:srgbClr val="111111"/>
                </a:solidFill>
                <a:latin typeface="Calibri"/>
                <a:ea typeface="Calibri"/>
                <a:cs typeface="Calibri"/>
              </a:defRPr>
            </a:defPPr>
            <a:lvl1pPr algn="l">
              <a:defRPr sz="1900" b="1" lang="ko-KR">
                <a:solidFill>
                  <a:srgbClr val="111111"/>
                </a:solidFill>
                <a:latin typeface="Calibri"/>
                <a:ea typeface="Calibri"/>
                <a:cs typeface="Calibri"/>
              </a:defRPr>
            </a:lvl1pPr>
            <a:lvl2pPr algn="l">
              <a:defRPr sz="1900" b="1" lang="ko-KR">
                <a:solidFill>
                  <a:srgbClr val="111111"/>
                </a:solidFill>
                <a:latin typeface="Calibri"/>
                <a:ea typeface="Calibri"/>
                <a:cs typeface="Calibri"/>
              </a:defRPr>
            </a:lvl2pPr>
            <a:lvl3pPr algn="l">
              <a:defRPr sz="1900" b="1" lang="ko-KR">
                <a:solidFill>
                  <a:srgbClr val="111111"/>
                </a:solidFill>
                <a:latin typeface="Calibri"/>
                <a:ea typeface="Calibri"/>
                <a:cs typeface="Calibri"/>
              </a:defRPr>
            </a:lvl3pPr>
            <a:lvl4pPr algn="l">
              <a:defRPr sz="1900" b="1" lang="ko-KR">
                <a:solidFill>
                  <a:srgbClr val="111111"/>
                </a:solidFill>
                <a:latin typeface="Calibri"/>
                <a:ea typeface="Calibri"/>
                <a:cs typeface="Calibri"/>
              </a:defRPr>
            </a:lvl4pPr>
            <a:lvl5pPr algn="l">
              <a:defRPr sz="1900" b="1" lang="ko-KR">
                <a:solidFill>
                  <a:srgbClr val="111111"/>
                </a:solidFill>
                <a:latin typeface="Calibri"/>
                <a:ea typeface="Calibri"/>
                <a:cs typeface="Calibri"/>
              </a:defRPr>
            </a:lvl5pPr>
            <a:lvl6pPr algn="l">
              <a:defRPr sz="1900" b="1" lang="ko-KR">
                <a:solidFill>
                  <a:srgbClr val="111111"/>
                </a:solidFill>
                <a:latin typeface="Calibri"/>
                <a:ea typeface="Calibri"/>
                <a:cs typeface="Calibri"/>
              </a:defRPr>
            </a:lvl6pPr>
            <a:lvl7pPr algn="l">
              <a:defRPr sz="1900" b="1" lang="ko-KR">
                <a:solidFill>
                  <a:srgbClr val="111111"/>
                </a:solidFill>
                <a:latin typeface="Calibri"/>
                <a:ea typeface="Calibri"/>
                <a:cs typeface="Calibri"/>
              </a:defRPr>
            </a:lvl7pPr>
            <a:lvl8pPr algn="l">
              <a:defRPr sz="1900" b="1" lang="ko-KR">
                <a:solidFill>
                  <a:srgbClr val="111111"/>
                </a:solidFill>
                <a:latin typeface="Calibri"/>
                <a:ea typeface="Calibri"/>
                <a:cs typeface="Calibri"/>
              </a:defRPr>
            </a:lvl8pPr>
            <a:lvl9pPr algn="l">
              <a:defRPr sz="1900" b="1" lang="ko-KR">
                <a:solidFill>
                  <a:srgbClr val="111111"/>
                </a:solidFill>
                <a:latin typeface="Calibri"/>
                <a:ea typeface="Calibri"/>
                <a:cs typeface="Calibri"/>
              </a:defRPr>
            </a:lvl9pPr>
          </a:lstStyle>
          <a:p>
            <a:pPr algn="l">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결과·callback 72/72 동일 / 모델 입력 snapshot 168/168 session 동일</a:t>
            </a:r>
            <a:endParaRPr lang="ko-KR">
              <a:latin typeface="Calibri"/>
              <a:ea typeface="Calibri"/>
              <a:cs typeface="Calibri"/>
            </a:endParaRPr>
          </a:p>
        </p:txBody>
      </p:sp>
      <p:sp>
        <p:nvSpPr>
          <p:cNvPr id="51" name="DP2 object 227">
            <a:extLst>
              <a:ext uri="{FF2B5EF4-FFF2-40B4-BE49-F238E27FC236}">
                <ns2:creationId id="{FB66E911-2C7E-44BB-82CC-7DACC3C75902}"/>
              </a:ext>
            </a:extLst>
          </p:cNvPr>
          <p:cNvSpPr>
            <a:spLocks noGrp="1"/>
          </p:cNvSpPr>
          <p:nvPr/>
        </p:nvSpPr>
        <p:spPr>
          <a:xfrm>
            <a:off x="6419850" y="79152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N별·안별 12회, 전체 72회. 새 API 0회, 기존 응답 686개 재생.</a:t>
            </a:r>
            <a:endParaRPr lang="ko-KR">
              <a:latin typeface="Calibri"/>
              <a:ea typeface="Calibri"/>
              <a:cs typeface="Calibri"/>
            </a:endParaRPr>
          </a:p>
        </p:txBody>
      </p:sp>
      <p:sp>
        <p:nvSpPr>
          <p:cNvPr id="52" name="DP2 object 228">
            <a:extLst>
              <a:ext uri="{FF2B5EF4-FFF2-40B4-BE49-F238E27FC236}">
                <ns2:creationId id="{40DC6AA6-A1EA-4CAA-BC09-D5631412C3DB}"/>
              </a:ext>
            </a:extLst>
          </p:cNvPr>
          <p:cNvSpPr>
            <a:spLocks noGrp="1"/>
          </p:cNvSpPr>
          <p:nvPr/>
        </p:nvSpPr>
        <p:spPr>
          <a:xfrm>
            <a:off x="6419850" y="8372475"/>
            <a:ext cx="11525250" cy="323850"/>
          </a:xfrm>
          <a:prstGeom prst="rect">
            <a:avLst/>
          </a:prstGeom>
          <a:noFill/>
          <a:ln w="0">
            <a:noFill/>
            <a:prstDash val="solid"/>
          </a:ln>
        </p:spPr>
        <p:txBody>
          <a:bodyPr wrap="none" lIns="0" tIns="0" rIns="0" bIns="0" anchor="ctr">
            <a:noAutofit/>
          </a:bodyPr>
          <a:lstStyle>
            <a:defPPr algn="l">
              <a:defRPr sz="1800" b="0" lang="ko-KR">
                <a:solidFill>
                  <a:srgbClr val="C00000"/>
                </a:solidFill>
                <a:latin typeface="Calibri"/>
                <a:ea typeface="Calibri"/>
                <a:cs typeface="Calibri"/>
              </a:defRPr>
            </a:defPPr>
            <a:lvl1pPr algn="l">
              <a:defRPr sz="1800" b="0" lang="ko-KR">
                <a:solidFill>
                  <a:srgbClr val="C00000"/>
                </a:solidFill>
                <a:latin typeface="Calibri"/>
                <a:ea typeface="Calibri"/>
                <a:cs typeface="Calibri"/>
              </a:defRPr>
            </a:lvl1pPr>
            <a:lvl2pPr algn="l">
              <a:defRPr sz="1800" b="0" lang="ko-KR">
                <a:solidFill>
                  <a:srgbClr val="C00000"/>
                </a:solidFill>
                <a:latin typeface="Calibri"/>
                <a:ea typeface="Calibri"/>
                <a:cs typeface="Calibri"/>
              </a:defRPr>
            </a:lvl2pPr>
            <a:lvl3pPr algn="l">
              <a:defRPr sz="1800" b="0" lang="ko-KR">
                <a:solidFill>
                  <a:srgbClr val="C00000"/>
                </a:solidFill>
                <a:latin typeface="Calibri"/>
                <a:ea typeface="Calibri"/>
                <a:cs typeface="Calibri"/>
              </a:defRPr>
            </a:lvl3pPr>
            <a:lvl4pPr algn="l">
              <a:defRPr sz="1800" b="0" lang="ko-KR">
                <a:solidFill>
                  <a:srgbClr val="C00000"/>
                </a:solidFill>
                <a:latin typeface="Calibri"/>
                <a:ea typeface="Calibri"/>
                <a:cs typeface="Calibri"/>
              </a:defRPr>
            </a:lvl4pPr>
            <a:lvl5pPr algn="l">
              <a:defRPr sz="1800" b="0" lang="ko-KR">
                <a:solidFill>
                  <a:srgbClr val="C00000"/>
                </a:solidFill>
                <a:latin typeface="Calibri"/>
                <a:ea typeface="Calibri"/>
                <a:cs typeface="Calibri"/>
              </a:defRPr>
            </a:lvl5pPr>
            <a:lvl6pPr algn="l">
              <a:defRPr sz="1800" b="0" lang="ko-KR">
                <a:solidFill>
                  <a:srgbClr val="C00000"/>
                </a:solidFill>
                <a:latin typeface="Calibri"/>
                <a:ea typeface="Calibri"/>
                <a:cs typeface="Calibri"/>
              </a:defRPr>
            </a:lvl6pPr>
            <a:lvl7pPr algn="l">
              <a:defRPr sz="1800" b="0" lang="ko-KR">
                <a:solidFill>
                  <a:srgbClr val="C00000"/>
                </a:solidFill>
                <a:latin typeface="Calibri"/>
                <a:ea typeface="Calibri"/>
                <a:cs typeface="Calibri"/>
              </a:defRPr>
            </a:lvl7pPr>
            <a:lvl8pPr algn="l">
              <a:defRPr sz="1800" b="0" lang="ko-KR">
                <a:solidFill>
                  <a:srgbClr val="C00000"/>
                </a:solidFill>
                <a:latin typeface="Calibri"/>
                <a:ea typeface="Calibri"/>
                <a:cs typeface="Calibri"/>
              </a:defRPr>
            </a:lvl8pPr>
            <a:lvl9pPr algn="l">
              <a:defRPr sz="1800" b="0" lang="ko-KR">
                <a:solidFill>
                  <a:srgbClr val="C00000"/>
                </a:solidFill>
                <a:latin typeface="Calibri"/>
                <a:ea typeface="Calibri"/>
                <a:cs typeface="Calibri"/>
              </a:defRPr>
            </a:lvl9pPr>
          </a:lstStyle>
          <a:p>
            <a:pPr algn="l">
              <a:defRPr sz="1800" b="0" lang="ko-KR">
                <a:solidFill>
                  <a:srgbClr val="C00000"/>
                </a:solidFill>
                <a:latin typeface="Calibri"/>
                <a:ea typeface="Calibri"/>
                <a:cs typeface="Calibri"/>
              </a:defRPr>
            </a:pPr>
            <a:r>
              <a:rPr sz="1800" b="0" lang="ko-KR">
                <a:solidFill>
                  <a:srgbClr val="C00000"/>
                </a:solidFill>
                <a:latin typeface="Calibri"/>
                <a:ea typeface="Calibri"/>
                <a:cs typeface="Calibri"/>
              </a:rPr>
              <a:t>N=1 최고 RSS는 증가. 새 QA01·QA03와 모델 비용 개선은 미측정.</a:t>
            </a:r>
            <a:endParaRPr lang="ko-KR">
              <a:latin typeface="Calibri"/>
              <a:ea typeface="Calibri"/>
              <a:cs typeface="Calibri"/>
            </a:endParaRPr>
          </a:p>
        </p:txBody>
      </p:sp>
      <p:sp>
        <p:nvSpPr>
          <p:cNvPr id="53" name="DP2 object 229">
            <a:extLst>
              <a:ext uri="{FF2B5EF4-FFF2-40B4-BE49-F238E27FC236}">
                <ns2:creationId id="{0BA2B24B-F8E1-47C4-A12C-54BDE7341380}"/>
              </a:ext>
            </a:extLst>
          </p:cNvPr>
          <p:cNvSpPr>
            <a:spLocks noGrp="1"/>
          </p:cNvSpPr>
          <p:nvPr/>
        </p:nvSpPr>
        <p:spPr>
          <a:xfrm>
            <a:off x="6419850" y="8829675"/>
            <a:ext cx="11525250" cy="323850"/>
          </a:xfrm>
          <a:prstGeom prst="rect">
            <a:avLst/>
          </a:prstGeom>
          <a:noFill/>
          <a:ln w="0">
            <a:noFill/>
            <a:prstDash val="solid"/>
          </a:ln>
        </p:spPr>
        <p:txBody>
          <a:bodyPr wrap="none" lIns="0" tIns="0" rIns="0" bIns="0" anchor="ctr">
            <a:noAutofit/>
          </a:bodyPr>
          <a:lstStyle>
            <a:defPPr algn="l">
              <a:defRPr sz="1700" b="0" lang="ko-KR">
                <a:solidFill>
                  <a:srgbClr val="50555B"/>
                </a:solidFill>
                <a:latin typeface="Calibri"/>
                <a:ea typeface="Calibri"/>
                <a:cs typeface="Calibri"/>
              </a:defRPr>
            </a:defPPr>
            <a:lvl1pPr algn="l">
              <a:defRPr sz="1700" b="0" lang="ko-KR">
                <a:solidFill>
                  <a:srgbClr val="50555B"/>
                </a:solidFill>
                <a:latin typeface="Calibri"/>
                <a:ea typeface="Calibri"/>
                <a:cs typeface="Calibri"/>
              </a:defRPr>
            </a:lvl1pPr>
            <a:lvl2pPr algn="l">
              <a:defRPr sz="1700" b="0" lang="ko-KR">
                <a:solidFill>
                  <a:srgbClr val="50555B"/>
                </a:solidFill>
                <a:latin typeface="Calibri"/>
                <a:ea typeface="Calibri"/>
                <a:cs typeface="Calibri"/>
              </a:defRPr>
            </a:lvl2pPr>
            <a:lvl3pPr algn="l">
              <a:defRPr sz="1700" b="0" lang="ko-KR">
                <a:solidFill>
                  <a:srgbClr val="50555B"/>
                </a:solidFill>
                <a:latin typeface="Calibri"/>
                <a:ea typeface="Calibri"/>
                <a:cs typeface="Calibri"/>
              </a:defRPr>
            </a:lvl3pPr>
            <a:lvl4pPr algn="l">
              <a:defRPr sz="1700" b="0" lang="ko-KR">
                <a:solidFill>
                  <a:srgbClr val="50555B"/>
                </a:solidFill>
                <a:latin typeface="Calibri"/>
                <a:ea typeface="Calibri"/>
                <a:cs typeface="Calibri"/>
              </a:defRPr>
            </a:lvl4pPr>
            <a:lvl5pPr algn="l">
              <a:defRPr sz="1700" b="0" lang="ko-KR">
                <a:solidFill>
                  <a:srgbClr val="50555B"/>
                </a:solidFill>
                <a:latin typeface="Calibri"/>
                <a:ea typeface="Calibri"/>
                <a:cs typeface="Calibri"/>
              </a:defRPr>
            </a:lvl5pPr>
            <a:lvl6pPr algn="l">
              <a:defRPr sz="1700" b="0" lang="ko-KR">
                <a:solidFill>
                  <a:srgbClr val="50555B"/>
                </a:solidFill>
                <a:latin typeface="Calibri"/>
                <a:ea typeface="Calibri"/>
                <a:cs typeface="Calibri"/>
              </a:defRPr>
            </a:lvl6pPr>
            <a:lvl7pPr algn="l">
              <a:defRPr sz="1700" b="0" lang="ko-KR">
                <a:solidFill>
                  <a:srgbClr val="50555B"/>
                </a:solidFill>
                <a:latin typeface="Calibri"/>
                <a:ea typeface="Calibri"/>
                <a:cs typeface="Calibri"/>
              </a:defRPr>
            </a:lvl7pPr>
            <a:lvl8pPr algn="l">
              <a:defRPr sz="1700" b="0" lang="ko-KR">
                <a:solidFill>
                  <a:srgbClr val="50555B"/>
                </a:solidFill>
                <a:latin typeface="Calibri"/>
                <a:ea typeface="Calibri"/>
                <a:cs typeface="Calibri"/>
              </a:defRPr>
            </a:lvl8pPr>
            <a:lvl9pPr algn="l">
              <a:defRPr sz="1700" b="0" lang="ko-KR">
                <a:solidFill>
                  <a:srgbClr val="50555B"/>
                </a:solidFill>
                <a:latin typeface="Calibri"/>
                <a:ea typeface="Calibri"/>
                <a:cs typeface="Calibri"/>
              </a:defRPr>
            </a:lvl9pPr>
          </a:lstStyle>
          <a:p>
            <a:pPr algn="l">
              <a:defRPr sz="1700" b="0" lang="ko-KR">
                <a:solidFill>
                  <a:srgbClr val="50555B"/>
                </a:solidFill>
                <a:latin typeface="Calibri"/>
                <a:ea typeface="Calibri"/>
                <a:cs typeface="Calibri"/>
              </a:defRPr>
            </a:pPr>
            <a:r>
              <a:rPr sz="1700" b="0" lang="ko-KR">
                <a:solidFill>
                  <a:srgbClr val="50555B"/>
                </a:solidFill>
                <a:latin typeface="Calibri"/>
                <a:ea typeface="Calibri"/>
                <a:cs typeface="Calibri"/>
              </a:rPr>
              <a:t>별도 요청 관계 진단 N-R: A 27/27, B 26/27. B1에서도 B의 오류는 그대로.</a:t>
            </a:r>
            <a:endParaRPr lang="ko-KR">
              <a:latin typeface="Calibri"/>
              <a:ea typeface="Calibri"/>
              <a:cs typeface="Calibri"/>
            </a:endParaRPr>
          </a:p>
        </p:txBody>
      </p:sp>
      <p:sp>
        <p:nvSpPr>
          <p:cNvPr id="54" name="Editable path 230">
            <a:extLst>
              <a:ext uri="{FF2B5EF4-FFF2-40B4-BE49-F238E27FC236}">
                <ns2:creationId id="{19A88ED8-6F64-4928-982A-4A5288B99F67}"/>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55" name="DP2 object 231">
            <a:extLst>
              <a:ext uri="{FF2B5EF4-FFF2-40B4-BE49-F238E27FC236}">
                <ns2:creationId id="{E3A8F378-8959-4409-A680-DC4E641B3870}"/>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기본 실측 46.170MB와 재생 31.867MB는 전후값이 아님. 제품 전체 RAM, 원격 모델 weights/KV와 새 지연을 측정한 결과가 아님.</a:t>
            </a:r>
            <a:endParaRPr lang="ko-KR">
              <a:latin typeface="Calibri"/>
              <a:ea typeface="Calibri"/>
              <a:cs typeface="Calibri"/>
            </a:endParaRPr>
          </a:p>
        </p:txBody>
      </p:sp>
      <p:sp>
        <p:nvSpPr>
          <p:cNvPr id="56" name="DP2 object 232">
            <a:extLst>
              <a:ext uri="{FF2B5EF4-FFF2-40B4-BE49-F238E27FC236}">
                <ns2:creationId id="{1ECE0FA6-D537-4E9C-9441-A398B97AE888}"/>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발표 캠페인과 strict-control-v2 재생 근거. 새로운 공통 대표 평가의 정식 결과와 구분한다.</a:t>
            </a:r>
            <a:endParaRPr lang="ko-KR">
              <a:latin typeface="Calibri"/>
              <a:ea typeface="Calibri"/>
              <a:cs typeface="Calibri"/>
            </a:endParaRPr>
          </a:p>
        </p:txBody>
      </p:sp>
    </p:spTree>
    <p:extLst>
      <p:ext uri="{BB962C8B-B14F-4D97-AF65-F5344CB8AC3E}">
        <p14:creationId val="1190274236"/>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7" name="Unified slide title">
            <a:extLst>
              <a:ext uri="{FF2B5EF4-FFF2-40B4-BE49-F238E27FC236}">
                <ns2:creationId id="{594FC48C-B167-4BA5-82FD-CC6B607BBE7F}"/>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a:t>
            </a:r>
            <a:endParaRPr lang="ko-KR">
              <a:latin typeface="Calibri"/>
              <a:ea typeface="Calibri"/>
              <a:cs typeface="Calibri"/>
            </a:endParaRPr>
          </a:p>
        </p:txBody>
      </p:sp>
      <p:sp>
        <p:nvSpPr>
          <p:cNvPr id="2" name="Workflow 과제 소개">
            <a:extLst>
              <a:ext uri="{FF2B5EF4-FFF2-40B4-BE49-F238E27FC236}">
                <ns2:creationId id="{28D223F2-1900-48C0-B749-2CC556183CE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22F93BAF-9331-430E-B861-BF35CD25F55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3D823FD0-6C9A-42BE-9024-00DFB66951A0}"/>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99F92B4-55C3-4AEA-B491-3F604BCC022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33257ACE-BB96-484F-AED6-6738A7F0DC29}"/>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64C57F-8236-4D36-AF9E-96812D8632A3}"/>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865DD269-6208-433A-A3A2-FBC871AC56E5}"/>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5918D675-D906-4277-8F2A-7248D1E5A44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9FA5552C-ABBF-49EE-9EE1-DD61A70A608F}"/>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9F788A5C-397E-4458-81BF-9B5F8F15C8E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A7AD48E-F59B-4778-98D9-293299327BD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108F73E-2784-4D3B-AE63-C36218753F1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9 / 16</a:t>
            </a:r>
            <a:endParaRPr lang="ko-KR">
              <a:latin typeface="Calibri"/>
              <a:ea typeface="Calibri"/>
              <a:cs typeface="Calibri"/>
            </a:endParaRPr>
          </a:p>
        </p:txBody>
      </p:sp>
      <p:sp>
        <p:nvSpPr>
          <p:cNvPr id="14" name="DP3 object 1">
            <a:extLst>
              <a:ext uri="{FF2B5EF4-FFF2-40B4-BE49-F238E27FC236}">
                <ns2:creationId id="{76C9C568-8EE5-455B-B9D2-AE01155FD2FC}"/>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2">
            <a:extLst>
              <a:ext uri="{FF2B5EF4-FFF2-40B4-BE49-F238E27FC236}">
                <ns2:creationId id="{9209D8D8-0B92-4044-B804-DC413E8199F9}"/>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VIA는 발화, 당시 화면, 포인터와 선택 범위를 연결해 실제 대상을 정해야 한다.</a:t>
            </a:r>
            <a:endParaRPr lang="ko-KR">
              <a:latin typeface="Calibri"/>
              <a:ea typeface="Calibri"/>
              <a:cs typeface="Calibri"/>
            </a:endParaRPr>
          </a:p>
        </p:txBody>
      </p:sp>
      <p:sp>
        <p:nvSpPr>
          <p:cNvPr id="16" name="DP3 object 3">
            <a:extLst>
              <a:ext uri="{FF2B5EF4-FFF2-40B4-BE49-F238E27FC236}">
                <ns2:creationId id="{4F5E9185-35F1-4635-B22A-EE92E2F2C55F}"/>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4">
            <a:extLst>
              <a:ext uri="{FF2B5EF4-FFF2-40B4-BE49-F238E27FC236}">
                <ns2:creationId id="{346B2A0A-FB09-493F-A79E-BA1D5E9AACDB}"/>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5">
            <a:extLst>
              <a:ext uri="{FF2B5EF4-FFF2-40B4-BE49-F238E27FC236}">
                <ns2:creationId id="{B5F48380-E6F1-4AE6-974E-65BD38714356}"/>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6">
            <a:extLst>
              <a:ext uri="{FF2B5EF4-FFF2-40B4-BE49-F238E27FC236}">
                <ns2:creationId id="{DBD922ED-088D-4530-835A-83B8373CF9E2}"/>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7">
            <a:extLst>
              <a:ext uri="{FF2B5EF4-FFF2-40B4-BE49-F238E27FC236}">
                <ns2:creationId id="{498528CF-0E00-4389-8E8E-051993BD2A89}"/>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그래프 두 개 지정</a:t>
            </a:r>
            <a:endParaRPr lang="ko-KR">
              <a:latin typeface="Calibri"/>
              <a:ea typeface="Calibri"/>
              <a:cs typeface="Calibri"/>
            </a:endParaRPr>
          </a:p>
        </p:txBody>
      </p:sp>
      <p:sp>
        <p:nvSpPr>
          <p:cNvPr id="21" name="DP3 object 8">
            <a:extLst>
              <a:ext uri="{FF2B5EF4-FFF2-40B4-BE49-F238E27FC236}">
                <ns2:creationId id="{B8457B5D-0E0E-4B0C-9C1E-27404531AEF9}"/>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9">
            <a:extLst>
              <a:ext uri="{FF2B5EF4-FFF2-40B4-BE49-F238E27FC236}">
                <ns2:creationId id="{F18C063C-DFDD-496A-A72E-693080C61D21}"/>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10">
            <a:extLst>
              <a:ext uri="{FF2B5EF4-FFF2-40B4-BE49-F238E27FC236}">
                <ns2:creationId id="{4E612574-02B2-4D30-A3B1-3398F029ABC5}"/>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11">
            <a:extLst>
              <a:ext uri="{FF2B5EF4-FFF2-40B4-BE49-F238E27FC236}">
                <ns2:creationId id="{02364C96-3DEB-4038-914A-C0FE18904AB8}"/>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12">
            <a:extLst>
              <a:ext uri="{FF2B5EF4-FFF2-40B4-BE49-F238E27FC236}">
                <ns2:creationId id="{C5249185-5891-4811-AEA4-AFF78243B367}"/>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13">
            <a:extLst>
              <a:ext uri="{FF2B5EF4-FFF2-40B4-BE49-F238E27FC236}">
                <ns2:creationId id="{0C48165A-4602-450C-B352-37F9794A0376}"/>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14">
            <a:extLst>
              <a:ext uri="{FF2B5EF4-FFF2-40B4-BE49-F238E27FC236}">
                <ns2:creationId id="{64486586-93C7-4DDD-9E20-517A4764484B}"/>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62008390-30D1-4A1B-8756-6CD931EEB77D}"/>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15">
            <a:extLst>
              <a:ext uri="{FF2B5EF4-FFF2-40B4-BE49-F238E27FC236}">
                <ns2:creationId id="{5C3A92E0-06A3-4592-8084-825A407146E9}"/>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16">
            <a:extLst>
              <a:ext uri="{FF2B5EF4-FFF2-40B4-BE49-F238E27FC236}">
                <ns2:creationId id="{B3CAE1BE-67D2-4186-BB7B-1DDA7D2415A3}"/>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17">
            <a:extLst>
              <a:ext uri="{FF2B5EF4-FFF2-40B4-BE49-F238E27FC236}">
                <ns2:creationId id="{01DC7EEC-01D1-44BD-B7B7-CACFDD9FACFE}"/>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18">
            <a:extLst>
              <a:ext uri="{FF2B5EF4-FFF2-40B4-BE49-F238E27FC236}">
                <ns2:creationId id="{D229508E-6808-4645-9845-E4F84C963C30}"/>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19">
            <a:extLst>
              <a:ext uri="{FF2B5EF4-FFF2-40B4-BE49-F238E27FC236}">
                <ns2:creationId id="{6D88D9E7-83A1-4EE2-AF5F-56F328DCB54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20">
            <a:extLst>
              <a:ext uri="{FF2B5EF4-FFF2-40B4-BE49-F238E27FC236}">
                <ns2:creationId id="{409DF47C-EA67-42DE-8E45-7E3559978266}"/>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21">
            <a:extLst>
              <a:ext uri="{FF2B5EF4-FFF2-40B4-BE49-F238E27FC236}">
                <ns2:creationId id="{43B535F1-36CA-4D88-8616-002908A230ED}"/>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22">
            <a:extLst>
              <a:ext uri="{FF2B5EF4-FFF2-40B4-BE49-F238E27FC236}">
                <ns2:creationId id="{AA649C9C-F9D0-4A3E-B2FE-92A7FA30A46E}"/>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23">
            <a:extLst>
              <a:ext uri="{FF2B5EF4-FFF2-40B4-BE49-F238E27FC236}">
                <ns2:creationId id="{635660C0-2FF8-4963-B374-B9EAFEEF649B}"/>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24">
            <a:extLst>
              <a:ext uri="{FF2B5EF4-FFF2-40B4-BE49-F238E27FC236}">
                <ns2:creationId id="{96680A5E-A011-4E10-A840-49AE89E1C56D}"/>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25">
            <a:extLst>
              <a:ext uri="{FF2B5EF4-FFF2-40B4-BE49-F238E27FC236}">
                <ns2:creationId id="{81357AF3-F156-492A-BA16-CEF8C7BF65B2}"/>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26">
            <a:extLst>
              <a:ext uri="{FF2B5EF4-FFF2-40B4-BE49-F238E27FC236}">
                <ns2:creationId id="{FDDBD8B6-A4CB-41FE-A45D-0A19CD161F54}"/>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27">
            <a:extLst>
              <a:ext uri="{FF2B5EF4-FFF2-40B4-BE49-F238E27FC236}">
                <ns2:creationId id="{487639A2-E6F2-4432-9E45-F987B490A9F0}"/>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28">
            <a:extLst>
              <a:ext uri="{FF2B5EF4-FFF2-40B4-BE49-F238E27FC236}">
                <ns2:creationId id="{3953F24C-67ED-4177-B621-4BE4423FD33C}"/>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29">
            <a:extLst>
              <a:ext uri="{FF2B5EF4-FFF2-40B4-BE49-F238E27FC236}">
                <ns2:creationId id="{520C33D9-1887-4098-A18E-2F5B76138031}"/>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30">
            <a:extLst>
              <a:ext uri="{FF2B5EF4-FFF2-40B4-BE49-F238E27FC236}">
                <ns2:creationId id="{282B27B2-F6D4-4785-97AE-ADEB24035632}"/>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31">
            <a:extLst>
              <a:ext uri="{FF2B5EF4-FFF2-40B4-BE49-F238E27FC236}">
                <ns2:creationId id="{66250EC1-9B4B-4CA1-AB48-57AFB7FD1283}"/>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32">
            <a:extLst>
              <a:ext uri="{FF2B5EF4-FFF2-40B4-BE49-F238E27FC236}">
                <ns2:creationId id="{ABCF564F-7E33-4F25-B10A-B6E0E4195B07}"/>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33">
            <a:extLst>
              <a:ext uri="{FF2B5EF4-FFF2-40B4-BE49-F238E27FC236}">
                <ns2:creationId id="{379841FB-39B6-487A-AC42-11AA97CD0D05}"/>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34">
            <a:extLst>
              <a:ext uri="{FF2B5EF4-FFF2-40B4-BE49-F238E27FC236}">
                <ns2:creationId id="{7E24D29A-AEC8-4F2F-97A5-C8FE754C24A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35">
            <a:extLst>
              <a:ext uri="{FF2B5EF4-FFF2-40B4-BE49-F238E27FC236}">
                <ns2:creationId id="{1899045A-E6D0-4AA9-A92F-C8AC6DEAFA22}"/>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36">
            <a:extLst>
              <a:ext uri="{FF2B5EF4-FFF2-40B4-BE49-F238E27FC236}">
                <ns2:creationId id="{EFA0C112-9C29-4F32-8A96-54F3D1AA6EA9}"/>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37">
            <a:extLst>
              <a:ext uri="{FF2B5EF4-FFF2-40B4-BE49-F238E27FC236}">
                <ns2:creationId id="{27DF50AD-71BF-4B33-A33C-52004F1D038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38">
            <a:extLst>
              <a:ext uri="{FF2B5EF4-FFF2-40B4-BE49-F238E27FC236}">
                <ns2:creationId id="{F9C334B3-4945-46D1-947E-9035E25825DB}"/>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39">
            <a:extLst>
              <a:ext uri="{FF2B5EF4-FFF2-40B4-BE49-F238E27FC236}">
                <ns2:creationId id="{92A7C666-B189-4C50-9C10-CE0146F6DE45}"/>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AB2EA6F4-7292-4529-BB4F-8064CF7791E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40">
            <a:extLst>
              <a:ext uri="{FF2B5EF4-FFF2-40B4-BE49-F238E27FC236}">
                <ns2:creationId id="{18741C71-EA84-4DB1-BF97-68E54D2A8B96}"/>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F03FDBAD-FBD4-415C-B53A-CA3EFB391B78}"/>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41">
            <a:extLst>
              <a:ext uri="{FF2B5EF4-FFF2-40B4-BE49-F238E27FC236}">
                <ns2:creationId id="{76AFB0D0-6E00-435B-830C-DEC4F2D58F3F}"/>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5AF695F8-1A7B-4E57-B073-A23E3DB3AAEC}"/>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42">
            <a:extLst>
              <a:ext uri="{FF2B5EF4-FFF2-40B4-BE49-F238E27FC236}">
                <ns2:creationId id="{FD53B5B5-2207-4DB6-8DB4-71F0EC8287F0}"/>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43">
            <a:extLst>
              <a:ext uri="{FF2B5EF4-FFF2-40B4-BE49-F238E27FC236}">
                <ns2:creationId id="{5C847B21-D1CA-4ED3-8FF3-03317478A339}"/>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44">
            <a:extLst>
              <a:ext uri="{FF2B5EF4-FFF2-40B4-BE49-F238E27FC236}">
                <ns2:creationId id="{392DF7E5-1DF3-473A-A77D-1146EF08F1AB}"/>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45">
            <a:extLst>
              <a:ext uri="{FF2B5EF4-FFF2-40B4-BE49-F238E27FC236}">
                <ns2:creationId id="{C0F083A7-113B-4A9E-94FF-9409671E8DFA}"/>
              </a:ext>
            </a:extLst>
          </p:cNvPr>
          <p:cNvSpPr>
            <a:spLocks noGrp="1"/>
          </p:cNvSpPr>
          <p:nvPr/>
        </p:nvSpPr>
        <p:spPr>
          <a:xfrm>
            <a:off x="2667000" y="7553325"/>
            <a:ext cx="13049250" cy="447675"/>
          </a:xfrm>
          <a:prstGeom prst="rect">
            <a:avLst/>
          </a:prstGeom>
          <a:noFill/>
          <a:ln w="0">
            <a:noFill/>
            <a:prstDash val="solid"/>
          </a:ln>
        </p:spPr>
        <p:txBody>
          <a:bodyPr wrap="none" lIns="0" tIns="0" rIns="0" bIns="0" anchor="ctr">
            <a:noAutofit/>
          </a:bodyPr>
          <a:lstStyle>
            <a:defPPr algn="ctr">
              <a:defRPr sz="2600" b="1" lang="ko-KR">
                <a:solidFill>
                  <a:srgbClr val="C00000"/>
                </a:solidFill>
                <a:latin typeface="Calibri"/>
                <a:ea typeface="Calibri"/>
                <a:cs typeface="Calibri"/>
              </a:defRPr>
            </a:defPPr>
            <a:lvl1pPr algn="ctr">
              <a:defRPr sz="2600" b="1" lang="ko-KR">
                <a:solidFill>
                  <a:srgbClr val="C00000"/>
                </a:solidFill>
                <a:latin typeface="Calibri"/>
                <a:ea typeface="Calibri"/>
                <a:cs typeface="Calibri"/>
              </a:defRPr>
            </a:lvl1pPr>
            <a:lvl2pPr algn="ctr">
              <a:defRPr sz="2600" b="1" lang="ko-KR">
                <a:solidFill>
                  <a:srgbClr val="C00000"/>
                </a:solidFill>
                <a:latin typeface="Calibri"/>
                <a:ea typeface="Calibri"/>
                <a:cs typeface="Calibri"/>
              </a:defRPr>
            </a:lvl2pPr>
            <a:lvl3pPr algn="ctr">
              <a:defRPr sz="2600" b="1" lang="ko-KR">
                <a:solidFill>
                  <a:srgbClr val="C00000"/>
                </a:solidFill>
                <a:latin typeface="Calibri"/>
                <a:ea typeface="Calibri"/>
                <a:cs typeface="Calibri"/>
              </a:defRPr>
            </a:lvl3pPr>
            <a:lvl4pPr algn="ctr">
              <a:defRPr sz="2600" b="1" lang="ko-KR">
                <a:solidFill>
                  <a:srgbClr val="C00000"/>
                </a:solidFill>
                <a:latin typeface="Calibri"/>
                <a:ea typeface="Calibri"/>
                <a:cs typeface="Calibri"/>
              </a:defRPr>
            </a:lvl4pPr>
            <a:lvl5pPr algn="ctr">
              <a:defRPr sz="2600" b="1" lang="ko-KR">
                <a:solidFill>
                  <a:srgbClr val="C00000"/>
                </a:solidFill>
                <a:latin typeface="Calibri"/>
                <a:ea typeface="Calibri"/>
                <a:cs typeface="Calibri"/>
              </a:defRPr>
            </a:lvl5pPr>
            <a:lvl6pPr algn="ctr">
              <a:defRPr sz="2600" b="1" lang="ko-KR">
                <a:solidFill>
                  <a:srgbClr val="C00000"/>
                </a:solidFill>
                <a:latin typeface="Calibri"/>
                <a:ea typeface="Calibri"/>
                <a:cs typeface="Calibri"/>
              </a:defRPr>
            </a:lvl6pPr>
            <a:lvl7pPr algn="ctr">
              <a:defRPr sz="2600" b="1" lang="ko-KR">
                <a:solidFill>
                  <a:srgbClr val="C00000"/>
                </a:solidFill>
                <a:latin typeface="Calibri"/>
                <a:ea typeface="Calibri"/>
                <a:cs typeface="Calibri"/>
              </a:defRPr>
            </a:lvl7pPr>
            <a:lvl8pPr algn="ctr">
              <a:defRPr sz="2600" b="1" lang="ko-KR">
                <a:solidFill>
                  <a:srgbClr val="C00000"/>
                </a:solidFill>
                <a:latin typeface="Calibri"/>
                <a:ea typeface="Calibri"/>
                <a:cs typeface="Calibri"/>
              </a:defRPr>
            </a:lvl8pPr>
            <a:lvl9pPr algn="ctr">
              <a:defRPr sz="2600" b="1" lang="ko-KR">
                <a:solidFill>
                  <a:srgbClr val="C00000"/>
                </a:solidFill>
                <a:latin typeface="Calibri"/>
                <a:ea typeface="Calibri"/>
                <a:cs typeface="Calibri"/>
              </a:defRPr>
            </a:lvl9pPr>
          </a:lstStyle>
          <a:p>
            <a:pPr algn="ctr">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정정은 현재 메일이 아니라 앞선 그래프를 가리킨다</a:t>
            </a:r>
            <a:endParaRPr lang="ko-KR">
              <a:latin typeface="Calibri"/>
              <a:ea typeface="Calibri"/>
              <a:cs typeface="Calibri"/>
            </a:endParaRPr>
          </a:p>
        </p:txBody>
      </p:sp>
      <p:sp>
        <p:nvSpPr>
          <p:cNvPr id="63" name="Editable path 46">
            <a:extLst>
              <a:ext uri="{FF2B5EF4-FFF2-40B4-BE49-F238E27FC236}">
                <ns2:creationId id="{6F6D2CE6-61AA-4558-9941-465B1AA7E4CA}"/>
              </a:ext>
            </a:extLst>
          </p:cNvPr>
          <p:cNvSpPr>
            <a:spLocks noGrp="1"/>
          </p:cNvSpPr>
          <p:nvPr/>
        </p:nvSpPr>
        <p:spPr>
          <a:xfrm>
            <a:off x="619125" y="8391525"/>
            <a:ext cx="16811625" cy="953"/>
          </a:xfrm>
          <a:custGeom>
            <a:pathLst>
              <a:path w="16811625" h="953">
                <a:moveTo>
                  <a:pt x="0" y="0"/>
                </a:moveTo>
                <a:lnTo>
                  <a:pt x="16811625" y="0"/>
                </a:lnTo>
              </a:path>
            </a:pathLst>
          </a:custGeom>
          <a:noFill/>
          <a:ln w="14288">
            <a:solidFill>
              <a:srgbClr val="4676CB"/>
            </a:solidFill>
            <a:prstDash val="solid"/>
          </a:ln>
        </p:spPr>
      </p:sp>
      <p:sp>
        <p:nvSpPr>
          <p:cNvPr id="64" name="DP3 object 47">
            <a:extLst>
              <a:ext uri="{FF2B5EF4-FFF2-40B4-BE49-F238E27FC236}">
                <ns2:creationId id="{B81CFA0E-73E3-4205-8F76-E0AD27D01F65}"/>
              </a:ext>
            </a:extLst>
          </p:cNvPr>
          <p:cNvSpPr>
            <a:spLocks noGrp="1"/>
          </p:cNvSpPr>
          <p:nvPr/>
        </p:nvSpPr>
        <p:spPr>
          <a:xfrm>
            <a:off x="628650" y="8743950"/>
            <a:ext cx="2667000" cy="5334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65" name="DP3 object 48">
            <a:extLst>
              <a:ext uri="{FF2B5EF4-FFF2-40B4-BE49-F238E27FC236}">
                <ns2:creationId id="{7E15B6F7-23FD-4AF0-85CE-F213CFC53C3A}"/>
              </a:ext>
            </a:extLst>
          </p:cNvPr>
          <p:cNvSpPr>
            <a:spLocks noGrp="1"/>
          </p:cNvSpPr>
          <p:nvPr/>
        </p:nvSpPr>
        <p:spPr>
          <a:xfrm>
            <a:off x="3476625" y="8696325"/>
            <a:ext cx="14049375" cy="590550"/>
          </a:xfrm>
          <a:prstGeom prst="rect">
            <a:avLst/>
          </a:prstGeom>
          <a:noFill/>
          <a:ln w="0">
            <a:noFill/>
            <a:prstDash val="solid"/>
          </a:ln>
        </p:spPr>
        <p:txBody>
          <a:bodyPr wrap="none" lIns="0" tIns="0" rIns="0" bIns="0" anchor="ctr">
            <a:noAutofit/>
          </a:bodyPr>
          <a:lstStyle>
            <a:defPPr algn="l">
              <a:defRPr sz="2600" b="1" lang="ko-KR">
                <a:solidFill>
                  <a:srgbClr val="111111"/>
                </a:solidFill>
                <a:latin typeface="Calibri"/>
                <a:ea typeface="Calibri"/>
                <a:cs typeface="Calibri"/>
              </a:defRPr>
            </a:defPPr>
            <a:lvl1pPr algn="l">
              <a:defRPr sz="2600" b="1" lang="ko-KR">
                <a:solidFill>
                  <a:srgbClr val="111111"/>
                </a:solidFill>
                <a:latin typeface="Calibri"/>
                <a:ea typeface="Calibri"/>
                <a:cs typeface="Calibri"/>
              </a:defRPr>
            </a:lvl1pPr>
            <a:lvl2pPr algn="l">
              <a:defRPr sz="2600" b="1" lang="ko-KR">
                <a:solidFill>
                  <a:srgbClr val="111111"/>
                </a:solidFill>
                <a:latin typeface="Calibri"/>
                <a:ea typeface="Calibri"/>
                <a:cs typeface="Calibri"/>
              </a:defRPr>
            </a:lvl2pPr>
            <a:lvl3pPr algn="l">
              <a:defRPr sz="2600" b="1" lang="ko-KR">
                <a:solidFill>
                  <a:srgbClr val="111111"/>
                </a:solidFill>
                <a:latin typeface="Calibri"/>
                <a:ea typeface="Calibri"/>
                <a:cs typeface="Calibri"/>
              </a:defRPr>
            </a:lvl3pPr>
            <a:lvl4pPr algn="l">
              <a:defRPr sz="2600" b="1" lang="ko-KR">
                <a:solidFill>
                  <a:srgbClr val="111111"/>
                </a:solidFill>
                <a:latin typeface="Calibri"/>
                <a:ea typeface="Calibri"/>
                <a:cs typeface="Calibri"/>
              </a:defRPr>
            </a:lvl4pPr>
            <a:lvl5pPr algn="l">
              <a:defRPr sz="2600" b="1" lang="ko-KR">
                <a:solidFill>
                  <a:srgbClr val="111111"/>
                </a:solidFill>
                <a:latin typeface="Calibri"/>
                <a:ea typeface="Calibri"/>
                <a:cs typeface="Calibri"/>
              </a:defRPr>
            </a:lvl5pPr>
            <a:lvl6pPr algn="l">
              <a:defRPr sz="2600" b="1" lang="ko-KR">
                <a:solidFill>
                  <a:srgbClr val="111111"/>
                </a:solidFill>
                <a:latin typeface="Calibri"/>
                <a:ea typeface="Calibri"/>
                <a:cs typeface="Calibri"/>
              </a:defRPr>
            </a:lvl6pPr>
            <a:lvl7pPr algn="l">
              <a:defRPr sz="2600" b="1" lang="ko-KR">
                <a:solidFill>
                  <a:srgbClr val="111111"/>
                </a:solidFill>
                <a:latin typeface="Calibri"/>
                <a:ea typeface="Calibri"/>
                <a:cs typeface="Calibri"/>
              </a:defRPr>
            </a:lvl7pPr>
            <a:lvl8pPr algn="l">
              <a:defRPr sz="2600" b="1" lang="ko-KR">
                <a:solidFill>
                  <a:srgbClr val="111111"/>
                </a:solidFill>
                <a:latin typeface="Calibri"/>
                <a:ea typeface="Calibri"/>
                <a:cs typeface="Calibri"/>
              </a:defRPr>
            </a:lvl8pPr>
            <a:lvl9pPr algn="l">
              <a:defRPr sz="2600" b="1" lang="ko-KR">
                <a:solidFill>
                  <a:srgbClr val="111111"/>
                </a:solidFill>
                <a:latin typeface="Calibri"/>
                <a:ea typeface="Calibri"/>
                <a:cs typeface="Calibri"/>
              </a:defRPr>
            </a:lvl9pPr>
          </a:lstStyle>
          <a:p>
            <a:pPr algn="l">
              <a:defRPr sz="2600" b="1" lang="ko-KR">
                <a:solidFill>
                  <a:srgbClr val="111111"/>
                </a:solidFill>
                <a:latin typeface="Calibri"/>
                <a:ea typeface="Calibri"/>
                <a:cs typeface="Calibri"/>
              </a:defRPr>
            </a:pPr>
            <a:r>
              <a:rPr sz="2600" b="1" lang="ko-KR">
                <a:solidFill>
                  <a:srgbClr val="111111"/>
                </a:solidFill>
                <a:latin typeface="Calibri"/>
                <a:ea typeface="Calibri"/>
                <a:cs typeface="Calibri"/>
              </a:rPr>
              <a:t>원본을 함께 해석할까, 화면·발화 후보를 먼저 만들어 결합할까?</a:t>
            </a:r>
            <a:endParaRPr lang="ko-KR">
              <a:latin typeface="Calibri"/>
              <a:ea typeface="Calibri"/>
              <a:cs typeface="Calibri"/>
            </a:endParaRPr>
          </a:p>
        </p:txBody>
      </p:sp>
      <p:sp>
        <p:nvSpPr>
          <p:cNvPr id="66" name="DP3 object 49">
            <a:extLst>
              <a:ext uri="{FF2B5EF4-FFF2-40B4-BE49-F238E27FC236}">
                <ns2:creationId id="{9A60AF93-1BD7-474E-B8E6-F157B3F1C5C7}"/>
              </a:ext>
            </a:extLst>
          </p:cNvPr>
          <p:cNvSpPr>
            <a:spLocks noGrp="1"/>
          </p:cNvSpPr>
          <p:nvPr/>
        </p:nvSpPr>
        <p:spPr>
          <a:xfrm>
            <a:off x="3476625" y="9391650"/>
            <a:ext cx="13906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대상의 범위와 관계를 생산하는 SW 책임과 중간 상태를 선택한다.</a:t>
            </a:r>
            <a:endParaRPr lang="ko-KR">
              <a:latin typeface="Calibri"/>
              <a:ea typeface="Calibri"/>
              <a:cs typeface="Calibri"/>
            </a:endParaRPr>
          </a:p>
        </p:txBody>
      </p:sp>
    </p:spTree>
    <p:extLst>
      <p:ext uri="{BB962C8B-B14F-4D97-AF65-F5344CB8AC3E}">
        <p14:creationId val="1832796605"/>
      </p:ext>
    </p:extLst>
  </p:cSld>
</p:sld>
</file>

<file path=ppt/slides/slide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17" name="Unified slide title">
            <a:extLst>
              <a:ext uri="{FF2B5EF4-FFF2-40B4-BE49-F238E27FC236}">
                <ns2:creationId id="{8BDE70CF-BB34-424F-BF6C-BFBA5346914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Workflow 과제 소개">
            <a:extLst>
              <a:ext uri="{FF2B5EF4-FFF2-40B4-BE49-F238E27FC236}">
                <ns2:creationId id="{B80C9505-7D19-4C8F-A613-B2CDEC40DC04}"/>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B880B55C-B222-4240-A2F6-4D8BF019ECC2}"/>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9A7AA68E-5D46-4F95-92C7-EE6C7B1A193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166A1CF5-9C3D-49AD-9455-572142D2BC41}"/>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63E6C79D-323B-44D6-842C-244AE9F8B0C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6B044AA6-AC88-4DE0-9FE4-CCE54FD7E2F8}"/>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003C03A6-4AEE-4EB1-B8EC-60E0B0D6416D}"/>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F1F79E7-FB8B-4BD6-985C-551C41D2F54F}"/>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FCF36691-E00B-481F-9C96-44B832F2D799}"/>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8D837172-488C-4489-A6EC-73A3FB22C638}"/>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4ACE6070-F070-4E61-8715-7C0B8222890F}"/>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40826A3E-940E-4C4C-B7F1-5396D534A331}"/>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10 / 16</a:t>
            </a:r>
            <a:endParaRPr lang="ko-KR">
              <a:latin typeface="Calibri"/>
              <a:ea typeface="Calibri"/>
              <a:cs typeface="Calibri"/>
            </a:endParaRPr>
          </a:p>
        </p:txBody>
      </p:sp>
      <p:sp>
        <p:nvSpPr>
          <p:cNvPr id="14" name="DP3 object 50">
            <a:extLst>
              <a:ext uri="{FF2B5EF4-FFF2-40B4-BE49-F238E27FC236}">
                <ns2:creationId id="{8A2F04BF-E814-426A-B4B6-A0CFC189FD3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생산 / B는 생산자별 후보를 게시한 뒤 결합</a:t>
            </a:r>
            <a:endParaRPr lang="ko-KR">
              <a:latin typeface="Calibri"/>
              <a:ea typeface="Calibri"/>
              <a:cs typeface="Calibri"/>
            </a:endParaRPr>
          </a:p>
        </p:txBody>
      </p:sp>
      <p:graphicFrame>
        <p:nvGraphicFramePr>
          <p:cNvPr id="15" name="">
            <a:extLst>
              <a:ext uri="{FF2B5EF4-FFF2-40B4-BE49-F238E27FC236}">
                <ns2:creationId id="{9B37B182-CC28-4AE6-879B-EF9158427C6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51">
            <a:extLst>
              <a:ext uri="{FF2B5EF4-FFF2-40B4-BE49-F238E27FC236}">
                <ns2:creationId id="{D27B2060-BC87-4140-80C1-9D00CC200AF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52">
            <a:extLst>
              <a:ext uri="{FF2B5EF4-FFF2-40B4-BE49-F238E27FC236}">
                <ns2:creationId id="{9B55A428-74E2-4B2E-8862-C26CE210FF30}"/>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53">
            <a:extLst>
              <a:ext uri="{FF2B5EF4-FFF2-40B4-BE49-F238E27FC236}">
                <ns2:creationId id="{8263D3F8-FCD5-4489-B28B-E31461D6EB3B}"/>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54">
            <a:extLst>
              <a:ext uri="{FF2B5EF4-FFF2-40B4-BE49-F238E27FC236}">
                <ns2:creationId id="{9A75D99D-53CC-4141-A478-1145C10A4E73}"/>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8B22DE5F-9222-4D1F-BAE2-6699EFBD33CB}"/>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55">
            <a:extLst>
              <a:ext uri="{FF2B5EF4-FFF2-40B4-BE49-F238E27FC236}">
                <ns2:creationId id="{871A0C7E-8FF6-4351-A13C-A76FCC8FDFB9}"/>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56">
            <a:extLst>
              <a:ext uri="{FF2B5EF4-FFF2-40B4-BE49-F238E27FC236}">
                <ns2:creationId id="{ADCCB8E7-166B-4EB7-A1FA-48BC2520DA2A}"/>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57">
            <a:extLst>
              <a:ext uri="{FF2B5EF4-FFF2-40B4-BE49-F238E27FC236}">
                <ns2:creationId id="{5CCD8583-2094-4E7E-BD90-F452DD1FBA4B}"/>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58">
            <a:extLst>
              <a:ext uri="{FF2B5EF4-FFF2-40B4-BE49-F238E27FC236}">
                <ns2:creationId id="{61B57013-E20A-4E6D-BDAD-CE0CA6FE9373}"/>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E5F05C2-B327-47AE-8E8F-6509876AC591}"/>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59">
            <a:extLst>
              <a:ext uri="{FF2B5EF4-FFF2-40B4-BE49-F238E27FC236}">
                <ns2:creationId id="{9652D512-60DE-4A8E-9994-F94491FDAA80}"/>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681ECD04-C65F-40B4-9D16-D13BECF254B7}"/>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60">
            <a:extLst>
              <a:ext uri="{FF2B5EF4-FFF2-40B4-BE49-F238E27FC236}">
                <ns2:creationId id="{6BAC0F6C-60B0-44F4-A39A-120D02513C91}"/>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FE5389A4-750A-4488-A238-180A5012A3EC}"/>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61">
            <a:extLst>
              <a:ext uri="{FF2B5EF4-FFF2-40B4-BE49-F238E27FC236}">
                <ns2:creationId id="{98E73BD7-457D-4112-979A-76FCA3143812}"/>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62">
            <a:extLst>
              <a:ext uri="{FF2B5EF4-FFF2-40B4-BE49-F238E27FC236}">
                <ns2:creationId id="{1AAD5EE9-6C78-41F8-8972-59663F71ADCE}"/>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4EF68EE6-2385-4813-B80D-15489BE58C3F}"/>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63">
            <a:extLst>
              <a:ext uri="{FF2B5EF4-FFF2-40B4-BE49-F238E27FC236}">
                <ns2:creationId id="{C5667D64-B9D7-42B3-BBE1-7F87A14DA376}"/>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74FC7D27-7E4A-42FB-AB11-6B8623618C54}"/>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64">
            <a:extLst>
              <a:ext uri="{FF2B5EF4-FFF2-40B4-BE49-F238E27FC236}">
                <ns2:creationId id="{A93A3B4F-2259-4687-A566-AC2A04C682BE}"/>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B9BA3C7C-7EBC-47FF-8FFE-19BC09B26B8C}"/>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65">
            <a:extLst>
              <a:ext uri="{FF2B5EF4-FFF2-40B4-BE49-F238E27FC236}">
                <ns2:creationId id="{80FA0206-334A-4574-9CC5-3C94E8D37FCF}"/>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66">
            <a:extLst>
              <a:ext uri="{FF2B5EF4-FFF2-40B4-BE49-F238E27FC236}">
                <ns2:creationId id="{A6E1800A-EB79-4531-A0F1-E968A1C43E3A}"/>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67">
            <a:extLst>
              <a:ext uri="{FF2B5EF4-FFF2-40B4-BE49-F238E27FC236}">
                <ns2:creationId id="{2C0E5ABF-6BEB-4D1C-A952-2704C0D28CF6}"/>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68">
            <a:extLst>
              <a:ext uri="{FF2B5EF4-FFF2-40B4-BE49-F238E27FC236}">
                <ns2:creationId id="{C878ED28-A3DA-4A08-A457-1F2FFC1CA272}"/>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69">
            <a:extLst>
              <a:ext uri="{FF2B5EF4-FFF2-40B4-BE49-F238E27FC236}">
                <ns2:creationId id="{D8291C33-A41C-40B8-B38F-E10F66033ECB}"/>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70">
            <a:extLst>
              <a:ext uri="{FF2B5EF4-FFF2-40B4-BE49-F238E27FC236}">
                <ns2:creationId id="{22B95CB4-54CB-4A88-BF60-A28A2AD9175E}"/>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71">
            <a:extLst>
              <a:ext uri="{FF2B5EF4-FFF2-40B4-BE49-F238E27FC236}">
                <ns2:creationId id="{7CA2B681-8254-4EE5-8125-C84371E448A1}"/>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72">
            <a:extLst>
              <a:ext uri="{FF2B5EF4-FFF2-40B4-BE49-F238E27FC236}">
                <ns2:creationId id="{3386BD28-31C3-4A75-959E-C1B89DFDF977}"/>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73">
            <a:extLst>
              <a:ext uri="{FF2B5EF4-FFF2-40B4-BE49-F238E27FC236}">
                <ns2:creationId id="{1BA82CE2-7BE7-407E-A3BA-317BA38552D3}"/>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74">
            <a:extLst>
              <a:ext uri="{FF2B5EF4-FFF2-40B4-BE49-F238E27FC236}">
                <ns2:creationId id="{EBCAFD6E-CF8B-4328-9375-F1E4CB59AC96}"/>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75">
            <a:extLst>
              <a:ext uri="{FF2B5EF4-FFF2-40B4-BE49-F238E27FC236}">
                <ns2:creationId id="{780DFECD-59BA-4E91-98C8-87A35964454C}"/>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748E94C4-B0FE-400D-9714-2D0B8DC31572}"/>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76">
            <a:extLst>
              <a:ext uri="{FF2B5EF4-FFF2-40B4-BE49-F238E27FC236}">
                <ns2:creationId id="{27AEE108-B6EC-4A3E-9F0E-306E2C1EADDC}"/>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77">
            <a:extLst>
              <a:ext uri="{FF2B5EF4-FFF2-40B4-BE49-F238E27FC236}">
                <ns2:creationId id="{2B8FADFC-FB37-433E-8FCC-2BA66E43A0FD}"/>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78">
            <a:extLst>
              <a:ext uri="{FF2B5EF4-FFF2-40B4-BE49-F238E27FC236}">
                <ns2:creationId id="{73E7F8EA-21C9-4FF0-B41A-CBAB83EF4C23}"/>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79">
            <a:extLst>
              <a:ext uri="{FF2B5EF4-FFF2-40B4-BE49-F238E27FC236}">
                <ns2:creationId id="{2E583B1F-FC4E-4AA0-8909-0B5EEEACBC8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80">
            <a:extLst>
              <a:ext uri="{FF2B5EF4-FFF2-40B4-BE49-F238E27FC236}">
                <ns2:creationId id="{5E8CC93B-C88E-49B6-ADE9-0598EEF9245A}"/>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81">
            <a:extLst>
              <a:ext uri="{FF2B5EF4-FFF2-40B4-BE49-F238E27FC236}">
                <ns2:creationId id="{CCCBA8DB-1B11-48A7-A4DB-0F28C30435BB}"/>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82">
            <a:extLst>
              <a:ext uri="{FF2B5EF4-FFF2-40B4-BE49-F238E27FC236}">
                <ns2:creationId id="{8E105057-28C2-44C6-9AE2-565D649B970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83">
            <a:extLst>
              <a:ext uri="{FF2B5EF4-FFF2-40B4-BE49-F238E27FC236}">
                <ns2:creationId id="{7452A663-6ADB-4B7F-A475-A188910E9A2F}"/>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84">
            <a:extLst>
              <a:ext uri="{FF2B5EF4-FFF2-40B4-BE49-F238E27FC236}">
                <ns2:creationId id="{8797EA33-EDD2-4FBD-8E55-5C3E6E21B4AB}"/>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85">
            <a:extLst>
              <a:ext uri="{FF2B5EF4-FFF2-40B4-BE49-F238E27FC236}">
                <ns2:creationId id="{FB80B94E-EDD5-4CC4-AFEB-CDF6DB2BCA7D}"/>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F485955A-AE28-4F20-A63B-CE1206D75755}"/>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86">
            <a:extLst>
              <a:ext uri="{FF2B5EF4-FFF2-40B4-BE49-F238E27FC236}">
                <ns2:creationId id="{6FFDA2E5-1388-4EF8-83F6-E199CDE7C910}"/>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87">
            <a:extLst>
              <a:ext uri="{FF2B5EF4-FFF2-40B4-BE49-F238E27FC236}">
                <ns2:creationId id="{1466AA2B-6D7C-4835-AF69-A5031610426F}"/>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88">
            <a:extLst>
              <a:ext uri="{FF2B5EF4-FFF2-40B4-BE49-F238E27FC236}">
                <ns2:creationId id="{1D5F23D0-0BF2-4E06-81BA-F7A4CC0C1286}"/>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89">
            <a:extLst>
              <a:ext uri="{FF2B5EF4-FFF2-40B4-BE49-F238E27FC236}">
                <ns2:creationId id="{48447187-B557-44A3-9DE2-E6687FD8CBCA}"/>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4" name="DP3 object 90">
            <a:extLst>
              <a:ext uri="{FF2B5EF4-FFF2-40B4-BE49-F238E27FC236}">
                <ns2:creationId id="{356115AA-700E-4A71-B755-86667E2F75B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91">
            <a:extLst>
              <a:ext uri="{FF2B5EF4-FFF2-40B4-BE49-F238E27FC236}">
                <ns2:creationId id="{393DF393-8C74-4B70-8113-1E212C1CFE3A}"/>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FC4803E2-1685-4F7F-B588-E2A8C7611051}"/>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92">
            <a:extLst>
              <a:ext uri="{FF2B5EF4-FFF2-40B4-BE49-F238E27FC236}">
                <ns2:creationId id="{35DEEB14-AE25-4408-811C-811F7F2E7616}"/>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93">
            <a:extLst>
              <a:ext uri="{FF2B5EF4-FFF2-40B4-BE49-F238E27FC236}">
                <ns2:creationId id="{FEA58377-38B5-4A3B-BC20-3F994F97153B}"/>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8695FE24-4445-428A-8F20-30186D12BBB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94">
            <a:extLst>
              <a:ext uri="{FF2B5EF4-FFF2-40B4-BE49-F238E27FC236}">
                <ns2:creationId id="{65F5036F-A4DD-400A-8009-AF2ABBF9C320}"/>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95">
            <a:extLst>
              <a:ext uri="{FF2B5EF4-FFF2-40B4-BE49-F238E27FC236}">
                <ns2:creationId id="{41D45AB0-1D20-4B02-8583-21B2B29B1F6E}"/>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2" name="Speech Reference&#10;Producer">
            <a:extLst>
              <a:ext uri="{FF2B5EF4-FFF2-40B4-BE49-F238E27FC236}">
                <ns2:creationId id="{D0ED4D33-DB0B-4819-815F-AF3D40828154}"/>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96">
            <a:extLst>
              <a:ext uri="{FF2B5EF4-FFF2-40B4-BE49-F238E27FC236}">
                <ns2:creationId id="{53354504-105C-44DC-AA02-1175B949AE6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7F298976-B894-4845-A752-81F66B184ADD}"/>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97">
            <a:extLst>
              <a:ext uri="{FF2B5EF4-FFF2-40B4-BE49-F238E27FC236}">
                <ns2:creationId id="{270DB564-FF4C-43D4-8CFB-A10D33C3ED3D}"/>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98">
            <a:extLst>
              <a:ext uri="{FF2B5EF4-FFF2-40B4-BE49-F238E27FC236}">
                <ns2:creationId id="{285DDE27-CF7D-4676-A469-B4C5904E49E9}"/>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99">
            <a:extLst>
              <a:ext uri="{FF2B5EF4-FFF2-40B4-BE49-F238E27FC236}">
                <ns2:creationId id="{E231826C-813E-4476-82D2-B7B9A5597FA7}"/>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00">
            <a:extLst>
              <a:ext uri="{FF2B5EF4-FFF2-40B4-BE49-F238E27FC236}">
                <ns2:creationId id="{759B05E3-45A7-4BBF-958F-C2406577CDA1}"/>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01">
            <a:extLst>
              <a:ext uri="{FF2B5EF4-FFF2-40B4-BE49-F238E27FC236}">
                <ns2:creationId id="{4E66AB51-5536-45F4-AE27-59C6A5626244}"/>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02">
            <a:extLst>
              <a:ext uri="{FF2B5EF4-FFF2-40B4-BE49-F238E27FC236}">
                <ns2:creationId id="{88FD17F2-B85A-490E-8449-784637EAB99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03">
            <a:extLst>
              <a:ext uri="{FF2B5EF4-FFF2-40B4-BE49-F238E27FC236}">
                <ns2:creationId id="{9C74710C-EF0B-4A36-B94F-0F1AA30A9F82}"/>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04">
            <a:extLst>
              <a:ext uri="{FF2B5EF4-FFF2-40B4-BE49-F238E27FC236}">
                <ns2:creationId id="{A2B11DFE-8E6E-48B9-80BA-53745D15D55D}"/>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05">
            <a:extLst>
              <a:ext uri="{FF2B5EF4-FFF2-40B4-BE49-F238E27FC236}">
                <ns2:creationId id="{2D501D07-D25B-441B-AA11-9D6BF08DFBEE}"/>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9610E29D-E8DF-4937-B4BA-5E809E37B3F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06">
            <a:extLst>
              <a:ext uri="{FF2B5EF4-FFF2-40B4-BE49-F238E27FC236}">
                <ns2:creationId id="{3A16334B-18E5-4581-8E7D-E472543B3013}"/>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51C00A31-C593-4FA6-ACD2-DD4B0B1AE3C7}"/>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07">
            <a:extLst>
              <a:ext uri="{FF2B5EF4-FFF2-40B4-BE49-F238E27FC236}">
                <ns2:creationId id="{9286368B-5ABD-4D83-874E-296AB6B45183}"/>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08">
            <a:extLst>
              <a:ext uri="{FF2B5EF4-FFF2-40B4-BE49-F238E27FC236}">
                <ns2:creationId id="{DEF93CD4-A949-488B-8C1E-E3AB0D10F98D}"/>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09">
            <a:extLst>
              <a:ext uri="{FF2B5EF4-FFF2-40B4-BE49-F238E27FC236}">
                <ns2:creationId id="{27182356-2C39-4B76-B5A7-1ADFB9DC497D}"/>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10">
            <a:extLst>
              <a:ext uri="{FF2B5EF4-FFF2-40B4-BE49-F238E27FC236}">
                <ns2:creationId id="{6C42F98F-8C91-4BA8-950B-505D94404FB0}"/>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11">
            <a:extLst>
              <a:ext uri="{FF2B5EF4-FFF2-40B4-BE49-F238E27FC236}">
                <ns2:creationId id="{6E186C8F-3B51-4AF3-841F-2ACAF134BA9E}"/>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ADF2F647-3EA3-4A3C-8082-E3740DB0AC03}"/>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12">
            <a:extLst>
              <a:ext uri="{FF2B5EF4-FFF2-40B4-BE49-F238E27FC236}">
                <ns2:creationId id="{F3FB48E4-AF76-47D0-A6A6-73F218BE159B}"/>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13">
            <a:extLst>
              <a:ext uri="{FF2B5EF4-FFF2-40B4-BE49-F238E27FC236}">
                <ns2:creationId id="{F2934CC6-2B86-4DEF-927F-E2F9287510BF}"/>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14">
            <a:extLst>
              <a:ext uri="{FF2B5EF4-FFF2-40B4-BE49-F238E27FC236}">
                <ns2:creationId id="{07FB7A96-3374-495A-B9EA-2818CF70630E}"/>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15">
            <a:extLst>
              <a:ext uri="{FF2B5EF4-FFF2-40B4-BE49-F238E27FC236}">
                <ns2:creationId id="{D03E5523-E425-4AD0-A484-59274E5AA97A}"/>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16">
            <a:extLst>
              <a:ext uri="{FF2B5EF4-FFF2-40B4-BE49-F238E27FC236}">
                <ns2:creationId id="{9DEA55F4-BDBD-49CF-99D8-AE1815962A00}"/>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36854338-E425-46EE-9F45-0BD8E251C313}"/>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17">
            <a:extLst>
              <a:ext uri="{FF2B5EF4-FFF2-40B4-BE49-F238E27FC236}">
                <ns2:creationId id="{6BC71B06-AD99-4FA9-98B7-A3CAF5662969}"/>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18">
            <a:extLst>
              <a:ext uri="{FF2B5EF4-FFF2-40B4-BE49-F238E27FC236}">
                <ns2:creationId id="{FF548C81-F82C-431E-A226-F8E756FFF5E6}"/>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19">
            <a:extLst>
              <a:ext uri="{FF2B5EF4-FFF2-40B4-BE49-F238E27FC236}">
                <ns2:creationId id="{522BAEEB-2C84-47FE-8181-9BD1B7BF749D}"/>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20">
            <a:extLst>
              <a:ext uri="{FF2B5EF4-FFF2-40B4-BE49-F238E27FC236}">
                <ns2:creationId id="{4ADDC84E-6984-4D52-A151-BBCEA3ED06F6}"/>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21">
            <a:extLst>
              <a:ext uri="{FF2B5EF4-FFF2-40B4-BE49-F238E27FC236}">
                <ns2:creationId id="{98338D11-FA19-4E07-B2BE-525CB263FC1C}"/>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22">
            <a:extLst>
              <a:ext uri="{FF2B5EF4-FFF2-40B4-BE49-F238E27FC236}">
                <ns2:creationId id="{2E29517C-1A2B-4CF4-9D00-3ABF6EF3A193}"/>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23">
            <a:extLst>
              <a:ext uri="{FF2B5EF4-FFF2-40B4-BE49-F238E27FC236}">
                <ns2:creationId id="{4FA5F41E-2A3C-4E64-A3CA-58124E807E1F}"/>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24">
            <a:extLst>
              <a:ext uri="{FF2B5EF4-FFF2-40B4-BE49-F238E27FC236}">
                <ns2:creationId id="{CD4CCDB0-C151-448F-9F54-A3E7407B7BAE}"/>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25">
            <a:extLst>
              <a:ext uri="{FF2B5EF4-FFF2-40B4-BE49-F238E27FC236}">
                <ns2:creationId id="{43573387-C2FD-40E3-AB35-6FBC19C0C89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08" name="DP3 object 126">
            <a:extLst>
              <a:ext uri="{FF2B5EF4-FFF2-40B4-BE49-F238E27FC236}">
                <ns2:creationId id="{4C0A5B42-C4BF-47EE-B574-DE5360CFC9A3}"/>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09" name="DP3 object 127">
            <a:extLst>
              <a:ext uri="{FF2B5EF4-FFF2-40B4-BE49-F238E27FC236}">
                <ns2:creationId id="{DB70EED8-5436-47F6-82C1-F04385BD8D5F}"/>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0" name="DP3 object 128">
            <a:extLst>
              <a:ext uri="{FF2B5EF4-FFF2-40B4-BE49-F238E27FC236}">
                <ns2:creationId id="{E3BC3D17-1771-4691-AAE7-558905336CF0}"/>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1" name="Request Controller: 현재성 확인과 최종 채택">
            <a:extLst>
              <a:ext uri="{FF2B5EF4-FFF2-40B4-BE49-F238E27FC236}">
                <ns2:creationId id="{A10F0067-37E1-4062-BE29-BB6B09C993F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2" name="DP3 object 129">
            <a:extLst>
              <a:ext uri="{FF2B5EF4-FFF2-40B4-BE49-F238E27FC236}">
                <ns2:creationId id="{B12F8D76-F38C-4981-94F6-8DF8B60AA36E}"/>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3" name="Editable path 130">
            <a:extLst>
              <a:ext uri="{FF2B5EF4-FFF2-40B4-BE49-F238E27FC236}">
                <ns2:creationId id="{B72E1ADC-87B3-4BCF-BF90-FAF01D435CC2}"/>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4" name="Editable arrowhead 131">
            <a:extLst>
              <a:ext uri="{FF2B5EF4-FFF2-40B4-BE49-F238E27FC236}">
                <ns2:creationId id="{11226DDA-D598-48E3-B274-45B85C52ED2B}"/>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5" name="DP3 object 132">
            <a:extLst>
              <a:ext uri="{FF2B5EF4-FFF2-40B4-BE49-F238E27FC236}">
                <ns2:creationId id="{65B64FF9-0A0A-4F0C-B1D3-74DBE27B77AD}"/>
              </a:ext>
            </a:extLst>
          </p:cNvPr>
          <p:cNvSpPr>
            <a:spLocks noGrp="1"/>
          </p:cNvSpPr>
          <p:nvPr/>
        </p:nvSpPr>
        <p:spPr>
          <a:xfrm>
            <a:off x="266700" y="9858375"/>
            <a:ext cx="17526000" cy="200025"/>
          </a:xfrm>
          <a:prstGeom prst="rect">
            <a:avLst/>
          </a:prstGeom>
          <a:noFill/>
          <a:ln w="0">
            <a:noFill/>
            <a:prstDash val="solid"/>
          </a:ln>
        </p:spPr>
        <p:txBody>
          <a:bodyPr wrap="none" lIns="0" tIns="0" rIns="0" bIns="0" anchor="ctr">
            <a:noAutofit/>
          </a:bodyPr>
          <a:lstStyle>
            <a:defPPr algn="l">
              <a:defRPr sz="1300" b="1" lang="ko-KR">
                <a:solidFill>
                  <a:srgbClr val="111111"/>
                </a:solidFill>
                <a:latin typeface="Calibri"/>
                <a:ea typeface="Calibri"/>
                <a:cs typeface="Calibri"/>
              </a:defRPr>
            </a:defPPr>
            <a:lvl1pPr algn="l">
              <a:defRPr sz="1300" b="1" lang="ko-KR">
                <a:solidFill>
                  <a:srgbClr val="111111"/>
                </a:solidFill>
                <a:latin typeface="Calibri"/>
                <a:ea typeface="Calibri"/>
                <a:cs typeface="Calibri"/>
              </a:defRPr>
            </a:lvl1pPr>
            <a:lvl2pPr algn="l">
              <a:defRPr sz="1300" b="1" lang="ko-KR">
                <a:solidFill>
                  <a:srgbClr val="111111"/>
                </a:solidFill>
                <a:latin typeface="Calibri"/>
                <a:ea typeface="Calibri"/>
                <a:cs typeface="Calibri"/>
              </a:defRPr>
            </a:lvl2pPr>
            <a:lvl3pPr algn="l">
              <a:defRPr sz="1300" b="1" lang="ko-KR">
                <a:solidFill>
                  <a:srgbClr val="111111"/>
                </a:solidFill>
                <a:latin typeface="Calibri"/>
                <a:ea typeface="Calibri"/>
                <a:cs typeface="Calibri"/>
              </a:defRPr>
            </a:lvl3pPr>
            <a:lvl4pPr algn="l">
              <a:defRPr sz="1300" b="1" lang="ko-KR">
                <a:solidFill>
                  <a:srgbClr val="111111"/>
                </a:solidFill>
                <a:latin typeface="Calibri"/>
                <a:ea typeface="Calibri"/>
                <a:cs typeface="Calibri"/>
              </a:defRPr>
            </a:lvl4pPr>
            <a:lvl5pPr algn="l">
              <a:defRPr sz="1300" b="1" lang="ko-KR">
                <a:solidFill>
                  <a:srgbClr val="111111"/>
                </a:solidFill>
                <a:latin typeface="Calibri"/>
                <a:ea typeface="Calibri"/>
                <a:cs typeface="Calibri"/>
              </a:defRPr>
            </a:lvl5pPr>
            <a:lvl6pPr algn="l">
              <a:defRPr sz="1300" b="1" lang="ko-KR">
                <a:solidFill>
                  <a:srgbClr val="111111"/>
                </a:solidFill>
                <a:latin typeface="Calibri"/>
                <a:ea typeface="Calibri"/>
                <a:cs typeface="Calibri"/>
              </a:defRPr>
            </a:lvl6pPr>
            <a:lvl7pPr algn="l">
              <a:defRPr sz="1300" b="1" lang="ko-KR">
                <a:solidFill>
                  <a:srgbClr val="111111"/>
                </a:solidFill>
                <a:latin typeface="Calibri"/>
                <a:ea typeface="Calibri"/>
                <a:cs typeface="Calibri"/>
              </a:defRPr>
            </a:lvl7pPr>
            <a:lvl8pPr algn="l">
              <a:defRPr sz="1300" b="1" lang="ko-KR">
                <a:solidFill>
                  <a:srgbClr val="111111"/>
                </a:solidFill>
                <a:latin typeface="Calibri"/>
                <a:ea typeface="Calibri"/>
                <a:cs typeface="Calibri"/>
              </a:defRPr>
            </a:lvl8pPr>
            <a:lvl9pPr algn="l">
              <a:defRPr sz="1300" b="1" lang="ko-KR">
                <a:solidFill>
                  <a:srgbClr val="111111"/>
                </a:solidFill>
                <a:latin typeface="Calibri"/>
                <a:ea typeface="Calibri"/>
                <a:cs typeface="Calibri"/>
              </a:defRPr>
            </a:lvl9pPr>
          </a:lstStyle>
          <a:p>
            <a:pPr algn="l">
              <a:defRPr sz="1300" b="1" lang="ko-KR">
                <a:solidFill>
                  <a:srgbClr val="111111"/>
                </a:solidFill>
                <a:latin typeface="Calibri"/>
                <a:ea typeface="Calibri"/>
                <a:cs typeface="Calibri"/>
              </a:defRPr>
            </a:pPr>
            <a:r>
              <a:rPr sz="1300" b="1" lang="ko-KR">
                <a:solidFill>
                  <a:srgbClr val="111111"/>
                </a:solidFill>
                <a:latin typeface="Calibri"/>
                <a:ea typeface="Calibri"/>
                <a:cs typeface="Calibri"/>
              </a:rPr>
              <a:t>공통 계약: bbox 0~1000 출력 후 pixel 변환. B 기본은 순차 생산, 충분한 후보는 코드 결합 가능. PoC는 Qwen vision 생산.</a:t>
            </a:r>
            <a:endParaRPr lang="ko-KR">
              <a:latin typeface="Calibri"/>
              <a:ea typeface="Calibri"/>
              <a:cs typeface="Calibri"/>
            </a:endParaRPr>
          </a:p>
        </p:txBody>
      </p:sp>
      <p:sp>
        <p:nvSpPr>
          <p:cNvPr id="116" name="DP3 object 133">
            <a:extLst>
              <a:ext uri="{FF2B5EF4-FFF2-40B4-BE49-F238E27FC236}">
                <ns2:creationId id="{8A11387E-D7F5-4B91-A52E-07CE67B6530F}"/>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01526388"/>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3" name="Unified slide title">
            <a:extLst>
              <a:ext uri="{FF2B5EF4-FFF2-40B4-BE49-F238E27FC236}">
                <ns2:creationId id="{AEFD9A84-99E3-4803-A7B9-E4346C87804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(선택 및 보완)</a:t>
            </a:r>
            <a:endParaRPr lang="ko-KR">
              <a:latin typeface="Calibri"/>
              <a:ea typeface="Calibri"/>
              <a:cs typeface="Calibri"/>
            </a:endParaRPr>
          </a:p>
        </p:txBody>
      </p:sp>
      <p:sp>
        <p:nvSpPr>
          <p:cNvPr id="2" name="Workflow 과제 소개">
            <a:extLst>
              <a:ext uri="{FF2B5EF4-FFF2-40B4-BE49-F238E27FC236}">
                <ns2:creationId id="{06E221B2-F3AB-4988-8739-E9763B6ED508}"/>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A62FD0E0-5A16-4AEC-B24E-5F0656848B4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7F8B795B-5E88-4A65-809E-236142F8A5B1}"/>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C2E0E345-E278-4755-AFC6-C1E56D15FDB3}"/>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2C8D6EF7-A946-45A8-806C-DD7C67024B21}"/>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5DD8B87D-DBBA-4382-A923-1744DA34FAB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5409DCC5-8603-4765-B008-783F0996AFC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23665A7-38CA-468A-8A29-5679F561CD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6CB922D-68C1-4C8B-9A0E-22DBAAB5952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756C56-1EA4-4D89-A553-4D286E73F332}"/>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93127AC0-FB87-4D41-9DEA-FB55B37FCA5D}"/>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BD620166-3DB2-47D7-B50A-FD5C5B31257E}"/>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11 / 16</a:t>
            </a:r>
            <a:endParaRPr lang="ko-KR">
              <a:latin typeface="Calibri"/>
              <a:ea typeface="Calibri"/>
              <a:cs typeface="Calibri"/>
            </a:endParaRPr>
          </a:p>
        </p:txBody>
      </p:sp>
      <p:sp>
        <p:nvSpPr>
          <p:cNvPr id="14" name="DP3 object 134">
            <a:extLst>
              <a:ext uri="{FF2B5EF4-FFF2-40B4-BE49-F238E27FC236}">
                <ns2:creationId id="{EDB162E2-069E-4E61-A4A8-52F455AC9012}"/>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정규화 계약의 기본 A 선택 / A2+A5는 pixel 계약에서 확인한 별도 복구 대안</a:t>
            </a:r>
            <a:endParaRPr lang="ko-KR">
              <a:latin typeface="Calibri"/>
              <a:ea typeface="Calibri"/>
              <a:cs typeface="Calibri"/>
            </a:endParaRPr>
          </a:p>
        </p:txBody>
      </p:sp>
      <p:graphicFrame>
        <p:nvGraphicFramePr>
          <p:cNvPr id="15" name="">
            <a:extLst>
              <a:ext uri="{FF2B5EF4-FFF2-40B4-BE49-F238E27FC236}">
                <ns2:creationId id="{F4D59B39-0BEA-4E53-BDB3-2BC7EF5D6141}"/>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발화·화면 후보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유효 후보를 같은 판단 안에서 반복 결합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[복구 대안] A2+A5 / 정규화 A에는 추가 적용하지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생산·게시·확장과 결합 의존 및 상태 추가</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후보의 범위 오류가 최종 결합을 막을 수 있음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defRPr lang="ko-KR">
                          <a:latin typeface="Calibri"/>
                          <a:ea typeface="Calibri"/>
                          <a:cs typeface="Calibri"/>
                        </a:defRPr>
                      </a:pPr>
                      <a:r>
                        <a:rPr sz="1500" b="0" lang="ko-KR">
                          <a:solidFill>
                            <a:srgbClr val="111111"/>
                          </a:solidFill>
                          <a:latin typeface="Calibri"/>
                          <a:ea typeface="Calibri"/>
                          <a:cs typeface="Calibri"/>
                        </a:rPr>
                        <a:t>24/24 (정규화 기본)</a:t>
                      </a:r>
                      <a:endParaRPr lang="ko-KR">
                        <a:latin typeface="Calibri"/>
                        <a:ea typeface="Calibri"/>
                        <a:cs typeface="Calibri"/>
                      </a:endParaRPr>
                    </a:p>
                    <a:p>
                      <a:pPr algn="ctr">
                        <a:lnSpc>
                          <a:spcPct val="100000"/>
                        </a:lnSpc>
                        <a:buNone/>
                        <a:defRPr lang="ko-KR">
                          <a:latin typeface="Calibri"/>
                          <a:ea typeface="Calibri"/>
                          <a:cs typeface="Calibri"/>
                        </a:defRPr>
                      </a:pPr>
                      <a:r>
                        <a:rPr sz="1500" b="0" lang="ko-KR">
                          <a:solidFill>
                            <a:srgbClr val="4676CB"/>
                          </a:solidFill>
                          <a:latin typeface="Calibri"/>
                          <a:ea typeface="Calibri"/>
                          <a:cs typeface="Calibri"/>
                        </a:rPr>
                        <a:t>[별도 pixel 복구] 19/24 → 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18/24 (75.0%)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 (이전 판본 2.50)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41.894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35">
            <a:extLst>
              <a:ext uri="{FF2B5EF4-FFF2-40B4-BE49-F238E27FC236}">
                <ns2:creationId id="{2CD5CAB5-0C9C-42E3-8F7F-8263EFF90FBC}"/>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36">
            <a:extLst>
              <a:ext uri="{FF2B5EF4-FFF2-40B4-BE49-F238E27FC236}">
                <ns2:creationId id="{111F41B7-7B91-4A7B-A824-34BA3C39D44A}"/>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37">
            <a:extLst>
              <a:ext uri="{FF2B5EF4-FFF2-40B4-BE49-F238E27FC236}">
                <ns2:creationId id="{32F855F0-2EC8-4C95-A219-4D7D833F0AAE}"/>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38">
            <a:extLst>
              <a:ext uri="{FF2B5EF4-FFF2-40B4-BE49-F238E27FC236}">
                <ns2:creationId id="{8C7D5B2F-6922-4AF6-B5D2-8C9E6FBD204C}"/>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6D97A8F7-CB35-4885-88AA-8EF6A2A807A6}"/>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39">
            <a:extLst>
              <a:ext uri="{FF2B5EF4-FFF2-40B4-BE49-F238E27FC236}">
                <ns2:creationId id="{29346E8F-BF0F-46EA-8FA9-D3DFD87C43D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3 object 140">
            <a:extLst>
              <a:ext uri="{FF2B5EF4-FFF2-40B4-BE49-F238E27FC236}">
                <ns2:creationId id="{8C10F0B8-B399-4E87-860C-5A5A0EF80D4E}"/>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41">
            <a:extLst>
              <a:ext uri="{FF2B5EF4-FFF2-40B4-BE49-F238E27FC236}">
                <ns2:creationId id="{D2085F24-5858-4F5C-A113-E3E672D6F794}"/>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42">
            <a:extLst>
              <a:ext uri="{FF2B5EF4-FFF2-40B4-BE49-F238E27FC236}">
                <ns2:creationId id="{40186BA9-4A95-4D06-8592-EB7A2218325D}"/>
              </a:ext>
            </a:extLst>
          </p:cNvPr>
          <p:cNvSpPr>
            <a:spLocks noGrp="1"/>
          </p:cNvSpPr>
          <p:nvPr/>
        </p:nvSpPr>
        <p:spPr>
          <a:xfrm>
            <a:off x="314325" y="5800725"/>
            <a:ext cx="1495425" cy="323850"/>
          </a:xfrm>
          <a:prstGeom prst="rect">
            <a:avLst/>
          </a:prstGeom>
          <a:noFill/>
          <a:ln w="0">
            <a:noFill/>
            <a:prstDash val="solid"/>
          </a:ln>
        </p:spPr>
        <p:txBody>
          <a:bodyPr wrap="none" lIns="0" tIns="0" rIns="0" bIns="0" anchor="ctr">
            <a:noAutofit/>
          </a:bodyPr>
          <a:lstStyle>
            <a:defPPr algn="ctr">
              <a:defRPr sz="1200" b="0" lang="ko-KR">
                <a:solidFill>
                  <a:srgbClr val="4676CB"/>
                </a:solidFill>
                <a:latin typeface="Calibri"/>
                <a:ea typeface="Calibri"/>
                <a:cs typeface="Calibri"/>
              </a:defRPr>
            </a:defPPr>
            <a:lvl1pPr algn="ctr">
              <a:defRPr sz="1200" b="0" lang="ko-KR">
                <a:solidFill>
                  <a:srgbClr val="4676CB"/>
                </a:solidFill>
                <a:latin typeface="Calibri"/>
                <a:ea typeface="Calibri"/>
                <a:cs typeface="Calibri"/>
              </a:defRPr>
            </a:lvl1pPr>
            <a:lvl2pPr algn="ctr">
              <a:defRPr sz="1200" b="0" lang="ko-KR">
                <a:solidFill>
                  <a:srgbClr val="4676CB"/>
                </a:solidFill>
                <a:latin typeface="Calibri"/>
                <a:ea typeface="Calibri"/>
                <a:cs typeface="Calibri"/>
              </a:defRPr>
            </a:lvl2pPr>
            <a:lvl3pPr algn="ctr">
              <a:defRPr sz="1200" b="0" lang="ko-KR">
                <a:solidFill>
                  <a:srgbClr val="4676CB"/>
                </a:solidFill>
                <a:latin typeface="Calibri"/>
                <a:ea typeface="Calibri"/>
                <a:cs typeface="Calibri"/>
              </a:defRPr>
            </a:lvl3pPr>
            <a:lvl4pPr algn="ctr">
              <a:defRPr sz="1200" b="0" lang="ko-KR">
                <a:solidFill>
                  <a:srgbClr val="4676CB"/>
                </a:solidFill>
                <a:latin typeface="Calibri"/>
                <a:ea typeface="Calibri"/>
                <a:cs typeface="Calibri"/>
              </a:defRPr>
            </a:lvl4pPr>
            <a:lvl5pPr algn="ctr">
              <a:defRPr sz="1200" b="0" lang="ko-KR">
                <a:solidFill>
                  <a:srgbClr val="4676CB"/>
                </a:solidFill>
                <a:latin typeface="Calibri"/>
                <a:ea typeface="Calibri"/>
                <a:cs typeface="Calibri"/>
              </a:defRPr>
            </a:lvl5pPr>
            <a:lvl6pPr algn="ctr">
              <a:defRPr sz="1200" b="0" lang="ko-KR">
                <a:solidFill>
                  <a:srgbClr val="4676CB"/>
                </a:solidFill>
                <a:latin typeface="Calibri"/>
                <a:ea typeface="Calibri"/>
                <a:cs typeface="Calibri"/>
              </a:defRPr>
            </a:lvl6pPr>
            <a:lvl7pPr algn="ctr">
              <a:defRPr sz="1200" b="0" lang="ko-KR">
                <a:solidFill>
                  <a:srgbClr val="4676CB"/>
                </a:solidFill>
                <a:latin typeface="Calibri"/>
                <a:ea typeface="Calibri"/>
                <a:cs typeface="Calibri"/>
              </a:defRPr>
            </a:lvl7pPr>
            <a:lvl8pPr algn="ctr">
              <a:defRPr sz="1200" b="0" lang="ko-KR">
                <a:solidFill>
                  <a:srgbClr val="4676CB"/>
                </a:solidFill>
                <a:latin typeface="Calibri"/>
                <a:ea typeface="Calibri"/>
                <a:cs typeface="Calibri"/>
              </a:defRPr>
            </a:lvl8pPr>
            <a:lvl9pPr algn="ctr">
              <a:defRPr sz="1200" b="0" lang="ko-KR">
                <a:solidFill>
                  <a:srgbClr val="4676CB"/>
                </a:solidFill>
                <a:latin typeface="Calibri"/>
                <a:ea typeface="Calibri"/>
                <a:cs typeface="Calibri"/>
              </a:defRPr>
            </a:lvl9pPr>
          </a:lstStyle>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파란 점선:</a:t>
            </a:r>
            <a:endParaRPr lang="ko-KR">
              <a:latin typeface="Calibri"/>
              <a:ea typeface="Calibri"/>
              <a:cs typeface="Calibri"/>
            </a:endParaRPr>
          </a:p>
          <a:p>
            <a:pPr algn="ctr">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별도 복구 대안</a:t>
            </a:r>
            <a:endParaRPr lang="ko-KR">
              <a:latin typeface="Calibri"/>
              <a:ea typeface="Calibri"/>
              <a:cs typeface="Calibri"/>
            </a:endParaRPr>
          </a:p>
        </p:txBody>
      </p:sp>
      <p:sp>
        <p:nvSpPr>
          <p:cNvPr id="25" name="DP3 object 143">
            <a:extLst>
              <a:ext uri="{FF2B5EF4-FFF2-40B4-BE49-F238E27FC236}">
                <ns2:creationId id="{5AF6A9C5-79BB-44DB-B923-6AFD65B74CD5}"/>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6" name="발화 원문&#10;시각·정정">
            <a:extLst>
              <a:ext uri="{FF2B5EF4-FFF2-40B4-BE49-F238E27FC236}">
                <ns2:creationId id="{CC77A258-98C5-495A-BCFE-55267BB4AB0A}"/>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7" name="DP3 object 144">
            <a:extLst>
              <a:ext uri="{FF2B5EF4-FFF2-40B4-BE49-F238E27FC236}">
                <ns2:creationId id="{F9436B3C-6E91-42E6-96A3-AE75BC31BF12}"/>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8" name="당시 화면&#10;선택·pointer">
            <a:extLst>
              <a:ext uri="{FF2B5EF4-FFF2-40B4-BE49-F238E27FC236}">
                <ns2:creationId id="{C790C374-0C6B-416E-9645-E6283F09F655}"/>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9" name="DP3 object 145">
            <a:extLst>
              <a:ext uri="{FF2B5EF4-FFF2-40B4-BE49-F238E27FC236}">
                <ns2:creationId id="{73958755-2376-4D17-9E6F-4BC60BBA05EB}"/>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30" name="Request Interpreter Component">
            <a:extLst>
              <a:ext uri="{FF2B5EF4-FFF2-40B4-BE49-F238E27FC236}">
                <ns2:creationId id="{CDD20D43-3277-4EB3-8706-0FF5770C2073}"/>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1" name="DP3 object 146">
            <a:extLst>
              <a:ext uri="{FF2B5EF4-FFF2-40B4-BE49-F238E27FC236}">
                <ns2:creationId id="{4E540305-487E-40A1-8D72-156641D400A1}"/>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2" name="Editable path 147">
            <a:extLst>
              <a:ext uri="{FF2B5EF4-FFF2-40B4-BE49-F238E27FC236}">
                <ns2:creationId id="{3D35F478-177A-4709-8AB7-B942C1631372}"/>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3" name="Grounding Attempt Control / Joint Work Queue">
            <a:extLst>
              <a:ext uri="{FF2B5EF4-FFF2-40B4-BE49-F238E27FC236}">
                <ns2:creationId id="{FB4E7DD4-B18C-4DB2-9756-D1F6DAEBB8E2}"/>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4" name="DP3 object 148">
            <a:extLst>
              <a:ext uri="{FF2B5EF4-FFF2-40B4-BE49-F238E27FC236}">
                <ns2:creationId id="{27E9CAD1-DADD-49A0-BEED-B56A2944E3F2}"/>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5" name="Joint Grounding&#10;Interpreter">
            <a:extLst>
              <a:ext uri="{FF2B5EF4-FFF2-40B4-BE49-F238E27FC236}">
                <ns2:creationId id="{F200C44B-81E6-4660-B621-420B6D13B0A6}"/>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6" name="DP3 object 149">
            <a:extLst>
              <a:ext uri="{FF2B5EF4-FFF2-40B4-BE49-F238E27FC236}">
                <ns2:creationId id="{F0A88AF5-40DA-4A8C-AEDF-6A31F77FDA69}"/>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7" name="Joint Grounding&#10;State">
            <a:extLst>
              <a:ext uri="{FF2B5EF4-FFF2-40B4-BE49-F238E27FC236}">
                <ns2:creationId id="{35A42648-407F-4939-9557-CA46ADF29C4D}"/>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8" name="DP3 object 150">
            <a:extLst>
              <a:ext uri="{FF2B5EF4-FFF2-40B4-BE49-F238E27FC236}">
                <ns2:creationId id="{335047CC-E7E6-494B-AFF7-44F96D6B5172}"/>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9" name="Editable path 151">
            <a:extLst>
              <a:ext uri="{FF2B5EF4-FFF2-40B4-BE49-F238E27FC236}">
                <ns2:creationId id="{F69BC50B-0224-4087-B1F7-C5C48D112945}"/>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40" name="Editable arrowhead 152">
            <a:extLst>
              <a:ext uri="{FF2B5EF4-FFF2-40B4-BE49-F238E27FC236}">
                <ns2:creationId id="{70A456BD-08C5-4B2F-A900-AC363FD46713}"/>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1" name="Editable path 153">
            <a:extLst>
              <a:ext uri="{FF2B5EF4-FFF2-40B4-BE49-F238E27FC236}">
                <ns2:creationId id="{F95CD9DE-4A70-4EE9-AFDF-F76AA9FD2507}"/>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2" name="Editable arrowhead 154">
            <a:extLst>
              <a:ext uri="{FF2B5EF4-FFF2-40B4-BE49-F238E27FC236}">
                <ns2:creationId id="{E957BBF9-976A-4291-8859-2F3C5D27C277}"/>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3" name="Editable path 155">
            <a:extLst>
              <a:ext uri="{FF2B5EF4-FFF2-40B4-BE49-F238E27FC236}">
                <ns2:creationId id="{8BD914A3-AA78-46ED-8CDB-52EE03739CFF}"/>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4" name="Editable arrowhead 156">
            <a:extLst>
              <a:ext uri="{FF2B5EF4-FFF2-40B4-BE49-F238E27FC236}">
                <ns2:creationId id="{F5D3955E-B50C-4082-82D9-A492EFCDF466}"/>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5" name="Editable path 157">
            <a:extLst>
              <a:ext uri="{FF2B5EF4-FFF2-40B4-BE49-F238E27FC236}">
                <ns2:creationId id="{5DD50132-3394-4B92-818F-B4E832462F6A}"/>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6" name="Editable arrowhead 158">
            <a:extLst>
              <a:ext uri="{FF2B5EF4-FFF2-40B4-BE49-F238E27FC236}">
                <ns2:creationId id="{928B5362-5B15-48F9-A744-EF60F000F49B}"/>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7" name="DP3 object 159">
            <a:extLst>
              <a:ext uri="{FF2B5EF4-FFF2-40B4-BE49-F238E27FC236}">
                <ns2:creationId id="{A15C0005-9182-477A-B538-AD72C0CE6235}"/>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8" name="DP3 object 160">
            <a:extLst>
              <a:ext uri="{FF2B5EF4-FFF2-40B4-BE49-F238E27FC236}">
                <ns2:creationId id="{4A7E2A92-0BFB-4D7D-B385-4BC236631E1E}"/>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9" name="TryApply / 현재성·기하 검증">
            <a:extLst>
              <a:ext uri="{FF2B5EF4-FFF2-40B4-BE49-F238E27FC236}">
                <ns2:creationId id="{B8A6B937-BE73-4A6E-AE9C-27A7E7B07EF3}"/>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50" name="DP3 object 161">
            <a:extLst>
              <a:ext uri="{FF2B5EF4-FFF2-40B4-BE49-F238E27FC236}">
                <ns2:creationId id="{9659522A-C643-4AFE-A01B-69B66C2D0D21}"/>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1" name="DP3 object 162">
            <a:extLst>
              <a:ext uri="{FF2B5EF4-FFF2-40B4-BE49-F238E27FC236}">
                <ns2:creationId id="{DC8D1B6C-A0AA-488D-8FB5-EA12FC3B04E4}"/>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2" name="DP3 object 163">
            <a:extLst>
              <a:ext uri="{FF2B5EF4-FFF2-40B4-BE49-F238E27FC236}">
                <ns2:creationId id="{37DF7905-ACF4-40F0-9855-F3F2F7EF59E8}"/>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3" name="Editable path 164">
            <a:extLst>
              <a:ext uri="{FF2B5EF4-FFF2-40B4-BE49-F238E27FC236}">
                <ns2:creationId id="{C17C532C-8B51-4B45-BDC6-71F4A8ECAE63}"/>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4" name="Editable arrowhead 165">
            <a:extLst>
              <a:ext uri="{FF2B5EF4-FFF2-40B4-BE49-F238E27FC236}">
                <ns2:creationId id="{AC6D032F-4E48-4519-8C3A-472CB1140226}"/>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5" name="DP3 object 166">
            <a:extLst>
              <a:ext uri="{FF2B5EF4-FFF2-40B4-BE49-F238E27FC236}">
                <ns2:creationId id="{DB1CF43B-0B92-4293-BE62-456C47D54316}"/>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6" name="DP3 object 167">
            <a:extLst>
              <a:ext uri="{FF2B5EF4-FFF2-40B4-BE49-F238E27FC236}">
                <ns2:creationId id="{54E2E753-CA56-493A-8567-3D718E7F47D1}"/>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7" name="pixel 복구 대안 (미적용): A2 패치 + A5 좌표 view">
            <a:extLst>
              <a:ext uri="{FF2B5EF4-FFF2-40B4-BE49-F238E27FC236}">
                <ns2:creationId id="{8B271275-A454-40BA-AD30-DDD64C307A77}"/>
              </a:ext>
            </a:extLst>
          </p:cNvPr>
          <p:cNvSpPr>
            <a:spLocks noGrp="1"/>
          </p:cNvSpPr>
          <p:nvPr/>
        </p:nvSpPr>
        <p:spPr>
          <a:xfrm>
            <a:off x="4238625" y="5191125"/>
            <a:ext cx="5295900" cy="314325"/>
          </a:xfrm>
          <a:prstGeom prst="rect">
            <a:avLst/>
          </a:prstGeom>
          <a:solidFill>
            <a:srgbClr val="F1F6FC"/>
          </a:solidFill>
          <a:ln w="17145">
            <a:solidFill>
              <a:srgbClr val="4676CB"/>
            </a:solidFill>
            <a:prstDash val="dash"/>
          </a:ln>
        </p:spPr>
      </p:sp>
      <p:sp>
        <p:nvSpPr>
          <p:cNvPr id="58" name="DP3 object 168">
            <a:extLst>
              <a:ext uri="{FF2B5EF4-FFF2-40B4-BE49-F238E27FC236}">
                <ns2:creationId id="{B6BB2C85-D9EC-42E9-907F-0953C8E6CE0B}"/>
              </a:ext>
            </a:extLst>
          </p:cNvPr>
          <p:cNvSpPr>
            <a:spLocks noGrp="1"/>
          </p:cNvSpPr>
          <p:nvPr/>
        </p:nvSpPr>
        <p:spPr>
          <a:xfrm>
            <a:off x="4305300" y="5229225"/>
            <a:ext cx="5162550" cy="238125"/>
          </a:xfrm>
          <a:prstGeom prst="rect">
            <a:avLst/>
          </a:prstGeom>
          <a:noFill/>
          <a:ln w="0">
            <a:noFill/>
            <a:prstDash val="solid"/>
          </a:ln>
        </p:spPr>
        <p:txBody>
          <a:bodyPr wrap="none" lIns="0" tIns="0" rIns="0" bIns="0" anchor="ctr">
            <a:noAutofit/>
          </a:bodyPr>
          <a:lstStyle>
            <a:defPPr algn="ctr">
              <a:defRPr sz="1400" b="0" lang="ko-KR">
                <a:solidFill>
                  <a:srgbClr val="4676CB"/>
                </a:solidFill>
                <a:latin typeface="Calibri"/>
                <a:ea typeface="Calibri"/>
                <a:cs typeface="Calibri"/>
              </a:defRPr>
            </a:defPPr>
            <a:lvl1pPr algn="ctr">
              <a:defRPr sz="1400" b="0" lang="ko-KR">
                <a:solidFill>
                  <a:srgbClr val="4676CB"/>
                </a:solidFill>
                <a:latin typeface="Calibri"/>
                <a:ea typeface="Calibri"/>
                <a:cs typeface="Calibri"/>
              </a:defRPr>
            </a:lvl1pPr>
            <a:lvl2pPr algn="ctr">
              <a:defRPr sz="1400" b="0" lang="ko-KR">
                <a:solidFill>
                  <a:srgbClr val="4676CB"/>
                </a:solidFill>
                <a:latin typeface="Calibri"/>
                <a:ea typeface="Calibri"/>
                <a:cs typeface="Calibri"/>
              </a:defRPr>
            </a:lvl2pPr>
            <a:lvl3pPr algn="ctr">
              <a:defRPr sz="1400" b="0" lang="ko-KR">
                <a:solidFill>
                  <a:srgbClr val="4676CB"/>
                </a:solidFill>
                <a:latin typeface="Calibri"/>
                <a:ea typeface="Calibri"/>
                <a:cs typeface="Calibri"/>
              </a:defRPr>
            </a:lvl3pPr>
            <a:lvl4pPr algn="ctr">
              <a:defRPr sz="1400" b="0" lang="ko-KR">
                <a:solidFill>
                  <a:srgbClr val="4676CB"/>
                </a:solidFill>
                <a:latin typeface="Calibri"/>
                <a:ea typeface="Calibri"/>
                <a:cs typeface="Calibri"/>
              </a:defRPr>
            </a:lvl4pPr>
            <a:lvl5pPr algn="ctr">
              <a:defRPr sz="1400" b="0" lang="ko-KR">
                <a:solidFill>
                  <a:srgbClr val="4676CB"/>
                </a:solidFill>
                <a:latin typeface="Calibri"/>
                <a:ea typeface="Calibri"/>
                <a:cs typeface="Calibri"/>
              </a:defRPr>
            </a:lvl5pPr>
            <a:lvl6pPr algn="ctr">
              <a:defRPr sz="1400" b="0" lang="ko-KR">
                <a:solidFill>
                  <a:srgbClr val="4676CB"/>
                </a:solidFill>
                <a:latin typeface="Calibri"/>
                <a:ea typeface="Calibri"/>
                <a:cs typeface="Calibri"/>
              </a:defRPr>
            </a:lvl6pPr>
            <a:lvl7pPr algn="ctr">
              <a:defRPr sz="1400" b="0" lang="ko-KR">
                <a:solidFill>
                  <a:srgbClr val="4676CB"/>
                </a:solidFill>
                <a:latin typeface="Calibri"/>
                <a:ea typeface="Calibri"/>
                <a:cs typeface="Calibri"/>
              </a:defRPr>
            </a:lvl7pPr>
            <a:lvl8pPr algn="ctr">
              <a:defRPr sz="1400" b="0" lang="ko-KR">
                <a:solidFill>
                  <a:srgbClr val="4676CB"/>
                </a:solidFill>
                <a:latin typeface="Calibri"/>
                <a:ea typeface="Calibri"/>
                <a:cs typeface="Calibri"/>
              </a:defRPr>
            </a:lvl8pPr>
            <a:lvl9pPr algn="ctr">
              <a:defRPr sz="1400" b="0" lang="ko-KR">
                <a:solidFill>
                  <a:srgbClr val="4676CB"/>
                </a:solidFill>
                <a:latin typeface="Calibri"/>
                <a:ea typeface="Calibri"/>
                <a:cs typeface="Calibri"/>
              </a:defRPr>
            </a:lvl9pPr>
          </a:lstStyle>
          <a:p>
            <a:pPr algn="ctr">
              <a:defRPr sz="1400" b="0" lang="ko-KR">
                <a:solidFill>
                  <a:srgbClr val="4676CB"/>
                </a:solidFill>
                <a:latin typeface="Calibri"/>
                <a:ea typeface="Calibri"/>
                <a:cs typeface="Calibri"/>
              </a:defRPr>
            </a:pPr>
            <a:r>
              <a:rPr sz="1400" b="0" lang="ko-KR">
                <a:solidFill>
                  <a:srgbClr val="4676CB"/>
                </a:solidFill>
                <a:latin typeface="Calibri"/>
                <a:ea typeface="Calibri"/>
                <a:cs typeface="Calibri"/>
              </a:rPr>
              <a:t>pixel 복구 대안 (미적용): A2 패치 + A5 좌표 view</a:t>
            </a:r>
            <a:endParaRPr lang="ko-KR">
              <a:latin typeface="Calibri"/>
              <a:ea typeface="Calibri"/>
              <a:cs typeface="Calibri"/>
            </a:endParaRPr>
          </a:p>
        </p:txBody>
      </p:sp>
      <p:sp>
        <p:nvSpPr>
          <p:cNvPr id="59" name="Editable path 169">
            <a:extLst>
              <a:ext uri="{FF2B5EF4-FFF2-40B4-BE49-F238E27FC236}">
                <ns2:creationId id="{48E3DF6B-1A8B-4FAE-8A6C-B604C6DBCF4C}"/>
              </a:ext>
            </a:extLst>
          </p:cNvPr>
          <p:cNvSpPr>
            <a:spLocks noGrp="1"/>
          </p:cNvSpPr>
          <p:nvPr/>
        </p:nvSpPr>
        <p:spPr>
          <a:xfrm>
            <a:off x="6877050" y="4991100"/>
            <a:ext cx="953" cy="200025"/>
          </a:xfrm>
          <a:custGeom>
            <a:pathLst>
              <a:path w="953" h="200025">
                <a:moveTo>
                  <a:pt x="0" y="0"/>
                </a:moveTo>
                <a:lnTo>
                  <a:pt x="0" y="200025"/>
                </a:lnTo>
              </a:path>
            </a:pathLst>
          </a:custGeom>
          <a:noFill/>
          <a:ln w="19050">
            <a:solidFill>
              <a:srgbClr val="4676CB"/>
            </a:solidFill>
            <a:prstDash val="dash"/>
          </a:ln>
        </p:spPr>
      </p:sp>
      <p:sp>
        <p:nvSpPr>
          <p:cNvPr id="60" name="Editable arrowhead 170">
            <a:extLst>
              <a:ext uri="{FF2B5EF4-FFF2-40B4-BE49-F238E27FC236}">
                <ns2:creationId id="{19032EAF-16BE-4E02-B35F-EF02F69AF52F}"/>
              </a:ext>
            </a:extLst>
          </p:cNvPr>
          <p:cNvSpPr>
            <a:spLocks noGrp="1"/>
          </p:cNvSpPr>
          <p:nvPr/>
        </p:nvSpPr>
        <p:spPr>
          <a:xfrm>
            <a:off x="6829425" y="5095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61" name="Editable path 171">
            <a:extLst>
              <a:ext uri="{FF2B5EF4-FFF2-40B4-BE49-F238E27FC236}">
                <ns2:creationId id="{1CBCE12E-820F-4033-9DCA-09ACC75BD364}"/>
              </a:ext>
            </a:extLst>
          </p:cNvPr>
          <p:cNvSpPr>
            <a:spLocks noGrp="1"/>
          </p:cNvSpPr>
          <p:nvPr/>
        </p:nvSpPr>
        <p:spPr>
          <a:xfrm>
            <a:off x="4124325" y="4314825"/>
            <a:ext cx="114300" cy="1038225"/>
          </a:xfrm>
          <a:custGeom>
            <a:pathLst>
              <a:path w="114300" h="1038225">
                <a:moveTo>
                  <a:pt x="114300" y="1038225"/>
                </a:moveTo>
                <a:lnTo>
                  <a:pt x="0" y="1038225"/>
                </a:lnTo>
                <a:lnTo>
                  <a:pt x="0" y="0"/>
                </a:lnTo>
                <a:lnTo>
                  <a:pt x="114300" y="0"/>
                </a:lnTo>
              </a:path>
            </a:pathLst>
          </a:custGeom>
          <a:noFill/>
          <a:ln w="19050">
            <a:solidFill>
              <a:srgbClr val="4676CB"/>
            </a:solidFill>
            <a:prstDash val="dash"/>
          </a:ln>
        </p:spPr>
      </p:sp>
      <p:sp>
        <p:nvSpPr>
          <p:cNvPr id="62" name="Editable arrowhead 172">
            <a:extLst>
              <a:ext uri="{FF2B5EF4-FFF2-40B4-BE49-F238E27FC236}">
                <ns2:creationId id="{0E657150-7F2E-4813-A639-B673E607B83A}"/>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4676CB"/>
          </a:solidFill>
          <a:ln w="5715">
            <a:solidFill>
              <a:srgbClr val="4676CB"/>
            </a:solidFill>
            <a:prstDash val="solid"/>
          </a:ln>
        </p:spPr>
      </p:sp>
      <p:sp>
        <p:nvSpPr>
          <p:cNvPr id="63" name="Request Controller: 현재성 확인과 최종 채택">
            <a:extLst>
              <a:ext uri="{FF2B5EF4-FFF2-40B4-BE49-F238E27FC236}">
                <ns2:creationId id="{77ACD6AA-0795-4AE6-A998-65C881FAA28D}"/>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4" name="DP3 object 173">
            <a:extLst>
              <a:ext uri="{FF2B5EF4-FFF2-40B4-BE49-F238E27FC236}">
                <ns2:creationId id="{4D95BAE3-D2CF-4DAD-897A-490EAEAAA949}"/>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5" name="Editable path 174">
            <a:extLst>
              <a:ext uri="{FF2B5EF4-FFF2-40B4-BE49-F238E27FC236}">
                <ns2:creationId id="{FA9094DE-207C-431B-9576-BD9E37A1824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6" name="Editable arrowhead 175">
            <a:extLst>
              <a:ext uri="{FF2B5EF4-FFF2-40B4-BE49-F238E27FC236}">
                <ns2:creationId id="{093DC82C-7079-4598-808D-2429E93FADB9}"/>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7" name="DP3 object 176">
            <a:extLst>
              <a:ext uri="{FF2B5EF4-FFF2-40B4-BE49-F238E27FC236}">
                <ns2:creationId id="{1E24167C-3AEC-4177-B6D0-F66D1C5C8AD2}"/>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원본별 생산자와 후보 저장, 후속 결합을 분리</a:t>
            </a:r>
            <a:endParaRPr lang="ko-KR">
              <a:latin typeface="Calibri"/>
              <a:ea typeface="Calibri"/>
              <a:cs typeface="Calibri"/>
            </a:endParaRPr>
          </a:p>
        </p:txBody>
      </p:sp>
      <p:sp>
        <p:nvSpPr>
          <p:cNvPr id="68" name="DP3 object 177">
            <a:extLst>
              <a:ext uri="{FF2B5EF4-FFF2-40B4-BE49-F238E27FC236}">
                <ns2:creationId id="{EC6B05C1-1079-413D-8CE0-4C503ED1A5E1}"/>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9" name="DP3 object 178">
            <a:extLst>
              <a:ext uri="{FF2B5EF4-FFF2-40B4-BE49-F238E27FC236}">
                <ns2:creationId id="{A1B503E2-34A2-4597-A171-CD67975487FF}"/>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70" name="Request Interpreter Component">
            <a:extLst>
              <a:ext uri="{FF2B5EF4-FFF2-40B4-BE49-F238E27FC236}">
                <ns2:creationId id="{F60347FB-C721-4D36-BBBF-669E712F92A6}"/>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71" name="DP3 object 179">
            <a:extLst>
              <a:ext uri="{FF2B5EF4-FFF2-40B4-BE49-F238E27FC236}">
                <ns2:creationId id="{F5594D8C-7125-419D-BAC6-8E539E07511D}"/>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72" name="Editable path 180">
            <a:extLst>
              <a:ext uri="{FF2B5EF4-FFF2-40B4-BE49-F238E27FC236}">
                <ns2:creationId id="{54DF2A68-74F9-45FD-AF47-1279C3C9045D}"/>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73" name="Grounding&#10;Coordinator">
            <a:extLst>
              <a:ext uri="{FF2B5EF4-FFF2-40B4-BE49-F238E27FC236}">
                <ns2:creationId id="{4D99E20A-CE93-494F-B9B7-5F2D9EA72DA3}"/>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4" name="DP3 object 181">
            <a:extLst>
              <a:ext uri="{FF2B5EF4-FFF2-40B4-BE49-F238E27FC236}">
                <ns2:creationId id="{FC99CC02-C1C9-45A7-BE9F-B6E4C19FD3EB}"/>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5" name="DP3 object 182">
            <a:extLst>
              <a:ext uri="{FF2B5EF4-FFF2-40B4-BE49-F238E27FC236}">
                <ns2:creationId id="{3D3235C3-A5BB-4F34-B44A-BC01450DE459}"/>
              </a:ext>
            </a:extLst>
          </p:cNvPr>
          <p:cNvSpPr>
            <a:spLocks noGrp="1"/>
          </p:cNvSpPr>
          <p:nvPr/>
        </p:nvSpPr>
        <p:spPr>
          <a:xfrm>
            <a:off x="10401300" y="4114800"/>
            <a:ext cx="1514475" cy="9144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역할 queue</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예산·완료</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확장 요청</a:t>
            </a:r>
            <a:endParaRPr lang="ko-KR">
              <a:latin typeface="Calibri"/>
              <a:ea typeface="Calibri"/>
              <a:cs typeface="Calibri"/>
            </a:endParaRPr>
          </a:p>
        </p:txBody>
      </p:sp>
      <p:sp>
        <p:nvSpPr>
          <p:cNvPr id="76" name="Speech Reference&#10;Producer">
            <a:extLst>
              <a:ext uri="{FF2B5EF4-FFF2-40B4-BE49-F238E27FC236}">
                <ns2:creationId id="{81647FC8-28A2-47E8-94B2-79AE344836BC}"/>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7" name="DP3 object 183">
            <a:extLst>
              <a:ext uri="{FF2B5EF4-FFF2-40B4-BE49-F238E27FC236}">
                <ns2:creationId id="{96574C61-7FF2-4C0E-9055-6767E97438F9}"/>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8" name="Screen Target&#10;Producer">
            <a:extLst>
              <a:ext uri="{FF2B5EF4-FFF2-40B4-BE49-F238E27FC236}">
                <ns2:creationId id="{D8492358-CFAF-43A9-A9FA-6D6611C8B115}"/>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9" name="DP3 object 184">
            <a:extLst>
              <a:ext uri="{FF2B5EF4-FFF2-40B4-BE49-F238E27FC236}">
                <ns2:creationId id="{30195C9E-5C97-4431-83B3-4A795FB696C3}"/>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80" name="Editable path 185">
            <a:extLst>
              <a:ext uri="{FF2B5EF4-FFF2-40B4-BE49-F238E27FC236}">
                <ns2:creationId id="{DEA3F6E7-1343-4911-9D7B-F2734E3AAD98}"/>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81" name="Editable arrowhead 186">
            <a:extLst>
              <a:ext uri="{FF2B5EF4-FFF2-40B4-BE49-F238E27FC236}">
                <ns2:creationId id="{8918489F-0B3A-4210-9303-61BE955C1A3A}"/>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2" name="Editable path 187">
            <a:extLst>
              <a:ext uri="{FF2B5EF4-FFF2-40B4-BE49-F238E27FC236}">
                <ns2:creationId id="{A3302836-B45A-4FD2-9123-5463B6801050}"/>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83" name="Editable arrowhead 188">
            <a:extLst>
              <a:ext uri="{FF2B5EF4-FFF2-40B4-BE49-F238E27FC236}">
                <ns2:creationId id="{59CD1FE3-0BF5-41C8-9689-DE13ABEE815C}"/>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Editable path 189">
            <a:extLst>
              <a:ext uri="{FF2B5EF4-FFF2-40B4-BE49-F238E27FC236}">
                <ns2:creationId id="{070E7813-5FA9-4652-AD9E-C804630F5CB3}"/>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5" name="Editable arrowhead 190">
            <a:extLst>
              <a:ext uri="{FF2B5EF4-FFF2-40B4-BE49-F238E27FC236}">
                <ns2:creationId id="{6559BC03-02C6-4DCF-9047-0BFCDAC894CD}"/>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6" name="Editable path 191">
            <a:extLst>
              <a:ext uri="{FF2B5EF4-FFF2-40B4-BE49-F238E27FC236}">
                <ns2:creationId id="{C98DED69-CE64-4091-9F8A-7B7D7F4A5BA0}"/>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7" name="Editable arrowhead 192">
            <a:extLst>
              <a:ext uri="{FF2B5EF4-FFF2-40B4-BE49-F238E27FC236}">
                <ns2:creationId id="{3B2943B2-8AF7-40D8-A1E6-80CAECA3884B}"/>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8" name="Speech Candidate&#10;Revisions">
            <a:extLst>
              <a:ext uri="{FF2B5EF4-FFF2-40B4-BE49-F238E27FC236}">
                <ns2:creationId id="{8A34E9E5-A06F-483A-B0D3-EBA4930CB53B}"/>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9" name="DP3 object 193">
            <a:extLst>
              <a:ext uri="{FF2B5EF4-FFF2-40B4-BE49-F238E27FC236}">
                <ns2:creationId id="{93912375-FBE4-457A-A684-06074329C075}"/>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90" name="Screen Candidate Revisions&#10;범위·관계·coverage">
            <a:extLst>
              <a:ext uri="{FF2B5EF4-FFF2-40B4-BE49-F238E27FC236}">
                <ns2:creationId id="{C8E4E62F-DD1D-436D-BD78-A172F29593DD}"/>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91" name="DP3 object 194">
            <a:extLst>
              <a:ext uri="{FF2B5EF4-FFF2-40B4-BE49-F238E27FC236}">
                <ns2:creationId id="{6D9BEF6E-012B-4D8F-8486-0BAAD9FE9A0F}"/>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92" name="Editable path 195">
            <a:extLst>
              <a:ext uri="{FF2B5EF4-FFF2-40B4-BE49-F238E27FC236}">
                <ns2:creationId id="{BD2EE532-282D-41DB-84A3-C802F8FF2A63}"/>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93" name="Editable arrowhead 196">
            <a:extLst>
              <a:ext uri="{FF2B5EF4-FFF2-40B4-BE49-F238E27FC236}">
                <ns2:creationId id="{BB7BE53B-B826-4466-89D7-50220AA75A56}"/>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4" name="Editable path 197">
            <a:extLst>
              <a:ext uri="{FF2B5EF4-FFF2-40B4-BE49-F238E27FC236}">
                <ns2:creationId id="{79CD1319-E64A-4604-97F6-48E48969A488}"/>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5" name="Editable arrowhead 198">
            <a:extLst>
              <a:ext uri="{FF2B5EF4-FFF2-40B4-BE49-F238E27FC236}">
                <ns2:creationId id="{903B03D6-16D3-48E5-841A-046578137116}"/>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Multimodal Binding Resolver">
            <a:extLst>
              <a:ext uri="{FF2B5EF4-FFF2-40B4-BE49-F238E27FC236}">
                <ns2:creationId id="{62A442E5-B85E-4D46-A213-970505ABD4D9}"/>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7" name="DP3 object 199">
            <a:extLst>
              <a:ext uri="{FF2B5EF4-FFF2-40B4-BE49-F238E27FC236}">
                <ns2:creationId id="{C9BC5821-F2BF-4608-AC0A-370D34B880E9}"/>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8" name="Editable path 200">
            <a:extLst>
              <a:ext uri="{FF2B5EF4-FFF2-40B4-BE49-F238E27FC236}">
                <ns2:creationId id="{31A0962D-1039-420B-AC72-E6EA7B35DE82}"/>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9" name="Editable arrowhead 201">
            <a:extLst>
              <a:ext uri="{FF2B5EF4-FFF2-40B4-BE49-F238E27FC236}">
                <ns2:creationId id="{E31BABA3-5502-4305-9AD6-D535FC72D5AB}"/>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0" name="Editable path 202">
            <a:extLst>
              <a:ext uri="{FF2B5EF4-FFF2-40B4-BE49-F238E27FC236}">
                <ns2:creationId id="{AA6D7039-553E-48F1-BA74-14E5A53C6C81}"/>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101" name="Editable arrowhead 203">
            <a:extLst>
              <a:ext uri="{FF2B5EF4-FFF2-40B4-BE49-F238E27FC236}">
                <ns2:creationId id="{B2FEF2B1-667B-43C8-A6B7-BCB41D670CAF}"/>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검증 후 Binding Revision State / 후보 read-set">
            <a:extLst>
              <a:ext uri="{FF2B5EF4-FFF2-40B4-BE49-F238E27FC236}">
                <ns2:creationId id="{942ACC32-968B-40D7-8D79-14EE2F8CEF4B}"/>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103" name="DP3 object 204">
            <a:extLst>
              <a:ext uri="{FF2B5EF4-FFF2-40B4-BE49-F238E27FC236}">
                <ns2:creationId id="{ACF4EEFA-B61D-4025-B5CB-C13ECBCE9716}"/>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4" name="Editable path 205">
            <a:extLst>
              <a:ext uri="{FF2B5EF4-FFF2-40B4-BE49-F238E27FC236}">
                <ns2:creationId id="{4B5FDB28-D95D-47AC-822E-30349E8A645F}"/>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5" name="Editable arrowhead 206">
            <a:extLst>
              <a:ext uri="{FF2B5EF4-FFF2-40B4-BE49-F238E27FC236}">
                <ns2:creationId id="{AA56DC07-55DF-419E-8A42-DE898DA26823}"/>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6" name="Editable path 207">
            <a:extLst>
              <a:ext uri="{FF2B5EF4-FFF2-40B4-BE49-F238E27FC236}">
                <ns2:creationId id="{D2CF825C-2B74-4940-81FD-37239584BD19}"/>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7" name="Editable arrowhead 208">
            <a:extLst>
              <a:ext uri="{FF2B5EF4-FFF2-40B4-BE49-F238E27FC236}">
                <ns2:creationId id="{FE4E6F15-B70D-421F-9AD9-4766D7C7DE29}"/>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8" name="DP3 object 209">
            <a:extLst>
              <a:ext uri="{FF2B5EF4-FFF2-40B4-BE49-F238E27FC236}">
                <ns2:creationId id="{E9365BD2-71B1-4311-A39F-D37FB98A351B}"/>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9" name="DP3 object 210">
            <a:extLst>
              <a:ext uri="{FF2B5EF4-FFF2-40B4-BE49-F238E27FC236}">
                <ns2:creationId id="{83087DFD-9E30-4AC4-9073-D3779161B40B}"/>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10" name="DP3 object 211">
            <a:extLst>
              <a:ext uri="{FF2B5EF4-FFF2-40B4-BE49-F238E27FC236}">
                <ns2:creationId id="{59C4DD83-8563-4928-B124-7F6C7C679E09}"/>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11" name="DP3 object 212">
            <a:extLst>
              <a:ext uri="{FF2B5EF4-FFF2-40B4-BE49-F238E27FC236}">
                <ns2:creationId id="{FC5924D9-C1B2-4F7E-BE7D-09E464A600C7}"/>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2" name="DP3 object 213">
            <a:extLst>
              <a:ext uri="{FF2B5EF4-FFF2-40B4-BE49-F238E27FC236}">
                <ns2:creationId id="{52B16461-3935-472F-8E5A-7CC3474F3DAC}"/>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214">
            <a:extLst>
              <a:ext uri="{FF2B5EF4-FFF2-40B4-BE49-F238E27FC236}">
                <ns2:creationId id="{961D5738-0B2E-4E9C-9763-40DB9356E3B9}"/>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215">
            <a:extLst>
              <a:ext uri="{FF2B5EF4-FFF2-40B4-BE49-F238E27FC236}">
                <ns2:creationId id="{413DEE28-9C24-4C4D-8003-C9D8FD43FBBC}"/>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F853964F-A76C-414A-B7E4-97D03E4693CE}"/>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216">
            <a:extLst>
              <a:ext uri="{FF2B5EF4-FFF2-40B4-BE49-F238E27FC236}">
                <ns2:creationId id="{83540856-533F-4367-84BD-5995409D83B4}"/>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217">
            <a:extLst>
              <a:ext uri="{FF2B5EF4-FFF2-40B4-BE49-F238E27FC236}">
                <ns2:creationId id="{65F38F33-7FAA-4F33-BF8F-35E3523EF165}"/>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218">
            <a:extLst>
              <a:ext uri="{FF2B5EF4-FFF2-40B4-BE49-F238E27FC236}">
                <ns2:creationId id="{516A817E-AA63-4F0E-946C-43E18DA99944}"/>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Selected A column">
            <a:extLst>
              <a:ext uri="{FF2B5EF4-FFF2-40B4-BE49-F238E27FC236}">
                <ns2:creationId id="{9289FC19-62DB-4D63-849B-0242D010CE6C}"/>
              </a:ext>
            </a:extLst>
          </p:cNvPr>
          <p:cNvSpPr>
            <a:spLocks noGrp="1"/>
          </p:cNvSpPr>
          <p:nvPr/>
        </p:nvSpPr>
        <p:spPr>
          <a:xfrm>
            <a:off x="1866900" y="1657350"/>
            <a:ext cx="8096250" cy="8134350"/>
          </a:xfrm>
          <a:prstGeom prst="rect">
            <a:avLst/>
          </a:prstGeom>
          <a:noFill/>
          <a:ln w="40005">
            <a:solidFill>
              <a:srgbClr val="4676CB"/>
            </a:solidFill>
            <a:prstDash val="solid"/>
          </a:ln>
        </p:spPr>
      </p:sp>
      <p:sp>
        <p:nvSpPr>
          <p:cNvPr id="120" name="DP3 object 219">
            <a:extLst>
              <a:ext uri="{FF2B5EF4-FFF2-40B4-BE49-F238E27FC236}">
                <ns2:creationId id="{36DC60A6-5F33-4961-872C-E3DC15E42988}"/>
              </a:ext>
            </a:extLst>
          </p:cNvPr>
          <p:cNvSpPr>
            <a:spLocks noGrp="1"/>
          </p:cNvSpPr>
          <p:nvPr/>
        </p:nvSpPr>
        <p:spPr>
          <a:xfrm>
            <a:off x="1943100" y="1409700"/>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21" name="DP3 object 220">
            <a:extLst>
              <a:ext uri="{FF2B5EF4-FFF2-40B4-BE49-F238E27FC236}">
                <ns2:creationId id="{CFD048C9-060E-4B8C-BBE8-983F6B73DE2D}"/>
              </a:ext>
            </a:extLst>
          </p:cNvPr>
          <p:cNvSpPr>
            <a:spLocks noGrp="1"/>
          </p:cNvSpPr>
          <p:nvPr/>
        </p:nvSpPr>
        <p:spPr>
          <a:xfrm>
            <a:off x="266700" y="9858375"/>
            <a:ext cx="17240250" cy="200025"/>
          </a:xfrm>
          <a:prstGeom prst="rect">
            <a:avLst/>
          </a:prstGeom>
          <a:noFill/>
          <a:ln w="0">
            <a:noFill/>
            <a:prstDash val="solid"/>
          </a:ln>
        </p:spPr>
        <p:txBody>
          <a:bodyPr wrap="none" lIns="0" tIns="0" rIns="0" bIns="0" anchor="ctr">
            <a:noAutofit/>
          </a:bodyPr>
          <a:lstStyle>
            <a:defPPr algn="l">
              <a:defRPr sz="1300" b="0" lang="ko-KR">
                <a:solidFill>
                  <a:srgbClr val="4676CB"/>
                </a:solidFill>
                <a:latin typeface="Calibri"/>
                <a:ea typeface="Calibri"/>
                <a:cs typeface="Calibri"/>
              </a:defRPr>
            </a:defPPr>
            <a:lvl1pPr algn="l">
              <a:defRPr sz="1300" b="0" lang="ko-KR">
                <a:solidFill>
                  <a:srgbClr val="4676CB"/>
                </a:solidFill>
                <a:latin typeface="Calibri"/>
                <a:ea typeface="Calibri"/>
                <a:cs typeface="Calibri"/>
              </a:defRPr>
            </a:lvl1pPr>
            <a:lvl2pPr algn="l">
              <a:defRPr sz="1300" b="0" lang="ko-KR">
                <a:solidFill>
                  <a:srgbClr val="4676CB"/>
                </a:solidFill>
                <a:latin typeface="Calibri"/>
                <a:ea typeface="Calibri"/>
                <a:cs typeface="Calibri"/>
              </a:defRPr>
            </a:lvl2pPr>
            <a:lvl3pPr algn="l">
              <a:defRPr sz="1300" b="0" lang="ko-KR">
                <a:solidFill>
                  <a:srgbClr val="4676CB"/>
                </a:solidFill>
                <a:latin typeface="Calibri"/>
                <a:ea typeface="Calibri"/>
                <a:cs typeface="Calibri"/>
              </a:defRPr>
            </a:lvl3pPr>
            <a:lvl4pPr algn="l">
              <a:defRPr sz="1300" b="0" lang="ko-KR">
                <a:solidFill>
                  <a:srgbClr val="4676CB"/>
                </a:solidFill>
                <a:latin typeface="Calibri"/>
                <a:ea typeface="Calibri"/>
                <a:cs typeface="Calibri"/>
              </a:defRPr>
            </a:lvl4pPr>
            <a:lvl5pPr algn="l">
              <a:defRPr sz="1300" b="0" lang="ko-KR">
                <a:solidFill>
                  <a:srgbClr val="4676CB"/>
                </a:solidFill>
                <a:latin typeface="Calibri"/>
                <a:ea typeface="Calibri"/>
                <a:cs typeface="Calibri"/>
              </a:defRPr>
            </a:lvl5pPr>
            <a:lvl6pPr algn="l">
              <a:defRPr sz="1300" b="0" lang="ko-KR">
                <a:solidFill>
                  <a:srgbClr val="4676CB"/>
                </a:solidFill>
                <a:latin typeface="Calibri"/>
                <a:ea typeface="Calibri"/>
                <a:cs typeface="Calibri"/>
              </a:defRPr>
            </a:lvl6pPr>
            <a:lvl7pPr algn="l">
              <a:defRPr sz="1300" b="0" lang="ko-KR">
                <a:solidFill>
                  <a:srgbClr val="4676CB"/>
                </a:solidFill>
                <a:latin typeface="Calibri"/>
                <a:ea typeface="Calibri"/>
                <a:cs typeface="Calibri"/>
              </a:defRPr>
            </a:lvl7pPr>
            <a:lvl8pPr algn="l">
              <a:defRPr sz="1300" b="0" lang="ko-KR">
                <a:solidFill>
                  <a:srgbClr val="4676CB"/>
                </a:solidFill>
                <a:latin typeface="Calibri"/>
                <a:ea typeface="Calibri"/>
                <a:cs typeface="Calibri"/>
              </a:defRPr>
            </a:lvl8pPr>
            <a:lvl9pPr algn="l">
              <a:defRPr sz="1300" b="0" lang="ko-KR">
                <a:solidFill>
                  <a:srgbClr val="4676CB"/>
                </a:solidFill>
                <a:latin typeface="Calibri"/>
                <a:ea typeface="Calibri"/>
                <a:cs typeface="Calibri"/>
              </a:defRPr>
            </a:lvl9pPr>
          </a:lstStyle>
          <a:p>
            <a:pPr algn="l">
              <a:defRPr sz="1300" b="0" lang="ko-KR">
                <a:solidFill>
                  <a:srgbClr val="4676CB"/>
                </a:solidFill>
                <a:latin typeface="Calibri"/>
                <a:ea typeface="Calibri"/>
                <a:cs typeface="Calibri"/>
              </a:defRPr>
            </a:pPr>
            <a:r>
              <a:rPr sz="1300" b="0" lang="ko-KR">
                <a:solidFill>
                  <a:srgbClr val="4676CB"/>
                </a:solidFill>
                <a:latin typeface="Calibri"/>
                <a:ea typeface="Calibri"/>
                <a:cs typeface="Calibri"/>
              </a:rPr>
              <a:t>선택 A의 이번 QA 열세는 확인되지 않음. 파란 복구 경로와 전후 수치는 별도 pixel 실험이며, 정규화 A와의 조합은 미실행.</a:t>
            </a:r>
            <a:endParaRPr lang="ko-KR">
              <a:latin typeface="Calibri"/>
              <a:ea typeface="Calibri"/>
              <a:cs typeface="Calibri"/>
            </a:endParaRPr>
          </a:p>
        </p:txBody>
      </p:sp>
      <p:sp>
        <p:nvSpPr>
          <p:cNvPr id="122" name="DP3 object 221">
            <a:extLst>
              <a:ext uri="{FF2B5EF4-FFF2-40B4-BE49-F238E27FC236}">
                <ns2:creationId id="{93E54512-B246-4DFB-A2F8-4CEA6582B27D}"/>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정규화 24회: 안별 4사례×3 / 시간 괄호: 관측/예정 / 비용: 12회 합계 / RSS: 로컬 실행기 / B의 미완료 3회 유지</a:t>
            </a:r>
            <a:endParaRPr lang="ko-KR">
              <a:latin typeface="Calibri"/>
              <a:ea typeface="Calibri"/>
              <a:cs typeface="Calibri"/>
            </a:endParaRPr>
          </a:p>
        </p:txBody>
      </p:sp>
    </p:spTree>
    <p:extLst>
      <p:ext uri="{BB962C8B-B14F-4D97-AF65-F5344CB8AC3E}">
        <p14:creationId val="368818898"/>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Unified slide title">
            <a:extLst>
              <a:ext uri="{FF2B5EF4-FFF2-40B4-BE49-F238E27FC236}">
                <ns2:creationId id="{EC9D5790-FA9D-4BCB-AB65-8862E9267B7B}"/>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(보완 효과 상세)</a:t>
            </a:r>
            <a:endParaRPr lang="ko-KR">
              <a:latin typeface="Calibri"/>
              <a:ea typeface="Calibri"/>
              <a:cs typeface="Calibri"/>
            </a:endParaRPr>
          </a:p>
        </p:txBody>
      </p:sp>
      <p:sp>
        <p:nvSpPr>
          <p:cNvPr id="2" name="Workflow 과제 소개">
            <a:extLst>
              <a:ext uri="{FF2B5EF4-FFF2-40B4-BE49-F238E27FC236}">
                <ns2:creationId id="{BC9DF970-0223-4C00-B3B4-8842FA8E2393}"/>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7EC766F4-C378-4B20-A739-96D394E04AF6}"/>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808464-0F45-480B-B7C1-D2501D9BB7C8}"/>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FEB07C14-7B19-4B08-A1E2-12B13758CDD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952A50-DDAD-4DC1-9AD9-239A0D2EBA43}"/>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AD081407-AE5B-4F9B-B7A2-9430A48297BD}"/>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83A9453-61E6-4DEB-8060-4F354F128F8F}"/>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40B65421-5329-4723-BBA4-2199CF0829A2}"/>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19CC54B-CD87-4ED6-B8DD-647EFB6DE12E}"/>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CC566446-D671-437F-9AA8-A71A187DF99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2017E91F-3223-4B6D-ABC1-A60529AEF078}"/>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865C40E-5D5A-4D47-8836-7DA576B3FE08}"/>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12 / 16</a:t>
            </a:r>
            <a:endParaRPr lang="ko-KR">
              <a:latin typeface="Calibri"/>
              <a:ea typeface="Calibri"/>
              <a:cs typeface="Calibri"/>
            </a:endParaRPr>
          </a:p>
        </p:txBody>
      </p:sp>
      <p:sp>
        <p:nvSpPr>
          <p:cNvPr id="14" name="DP3 object 222">
            <a:extLst>
              <a:ext uri="{FF2B5EF4-FFF2-40B4-BE49-F238E27FC236}">
                <ns2:creationId id="{9B31B8BD-4CD8-4416-AC99-34BF6A2470DA}"/>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3">
            <a:extLst>
              <a:ext uri="{FF2B5EF4-FFF2-40B4-BE49-F238E27FC236}">
                <ns2:creationId id="{B1337BD1-2CB5-451D-A357-11D82A70287E}"/>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현재 선택은 정규화 기본 A. 아래는 별도 pixel 실험의 A와 A2+A5 전후 비교다.</a:t>
            </a:r>
            <a:endParaRPr lang="ko-KR">
              <a:latin typeface="Calibri"/>
              <a:ea typeface="Calibri"/>
              <a:cs typeface="Calibri"/>
            </a:endParaRPr>
          </a:p>
        </p:txBody>
      </p:sp>
      <p:sp>
        <p:nvSpPr>
          <p:cNvPr id="16" name="DP3 object 224">
            <a:extLst>
              <a:ext uri="{FF2B5EF4-FFF2-40B4-BE49-F238E27FC236}">
                <ns2:creationId id="{77B1A3F6-A49F-4ED7-B289-BAD0C0E2277E}"/>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5">
            <a:extLst>
              <a:ext uri="{FF2B5EF4-FFF2-40B4-BE49-F238E27FC236}">
                <ns2:creationId id="{9F92B554-E865-4472-A154-39724B4F4869}"/>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6">
            <a:extLst>
              <a:ext uri="{FF2B5EF4-FFF2-40B4-BE49-F238E27FC236}">
                <ns2:creationId id="{98151FCB-97A7-4F4D-A74C-D54443A94A02}"/>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04117AEE-61BC-461A-9F8F-ACDDEEF47E0C}"/>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7">
            <a:extLst>
              <a:ext uri="{FF2B5EF4-FFF2-40B4-BE49-F238E27FC236}">
                <ns2:creationId id="{177819BD-1F76-4349-8380-0328257361CD}"/>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8">
            <a:extLst>
              <a:ext uri="{FF2B5EF4-FFF2-40B4-BE49-F238E27FC236}">
                <ns2:creationId id="{118EBCA8-CA4C-4C33-9AD3-119CE5CAA0F5}"/>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9">
            <a:extLst>
              <a:ext uri="{FF2B5EF4-FFF2-40B4-BE49-F238E27FC236}">
                <ns2:creationId id="{D0CBB6E2-891D-429A-A665-BB30B777882E}"/>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55E32988-70A4-4094-863B-197398840221}"/>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30">
            <a:extLst>
              <a:ext uri="{FF2B5EF4-FFF2-40B4-BE49-F238E27FC236}">
                <ns2:creationId id="{E9C45DC4-D3C8-4FB0-B3F0-4E878A2632BD}"/>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1">
            <a:extLst>
              <a:ext uri="{FF2B5EF4-FFF2-40B4-BE49-F238E27FC236}">
                <ns2:creationId id="{AC57FFB1-B1E9-4DC5-A100-FEACA1EF8AE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2">
            <a:extLst>
              <a:ext uri="{FF2B5EF4-FFF2-40B4-BE49-F238E27FC236}">
                <ns2:creationId id="{DFE5CFB8-56C5-455A-A744-95F007225DCC}"/>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3">
            <a:extLst>
              <a:ext uri="{FF2B5EF4-FFF2-40B4-BE49-F238E27FC236}">
                <ns2:creationId id="{119D002A-5536-4D82-A310-B32699DC7661}"/>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9A546BD3-F6CD-493B-9674-0127629367E4}"/>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4">
            <a:extLst>
              <a:ext uri="{FF2B5EF4-FFF2-40B4-BE49-F238E27FC236}">
                <ns2:creationId id="{91F95BBA-36E8-49E2-81BA-F5E466FFF72C}"/>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5">
            <a:extLst>
              <a:ext uri="{FF2B5EF4-FFF2-40B4-BE49-F238E27FC236}">
                <ns2:creationId id="{25028E3A-8862-4ED6-88EF-3AB220B313AF}"/>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6">
            <a:extLst>
              <a:ext uri="{FF2B5EF4-FFF2-40B4-BE49-F238E27FC236}">
                <ns2:creationId id="{1CE14477-4F76-49ED-8660-5E118AA025FE}"/>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5F2A87A9-7673-4D38-9C4B-72F9AA5B175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7">
            <a:extLst>
              <a:ext uri="{FF2B5EF4-FFF2-40B4-BE49-F238E27FC236}">
                <ns2:creationId id="{462D2370-AD4D-434F-B3DD-D83427200587}"/>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8">
            <a:extLst>
              <a:ext uri="{FF2B5EF4-FFF2-40B4-BE49-F238E27FC236}">
                <ns2:creationId id="{AC94AC1D-B378-49E7-8387-7894E0545F46}"/>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9">
            <a:extLst>
              <a:ext uri="{FF2B5EF4-FFF2-40B4-BE49-F238E27FC236}">
                <ns2:creationId id="{1B684B6C-0AEB-49A0-B05F-9EEE3EC4D9FD}"/>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4C30BB89-38BF-44EA-8553-3076CBDD991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40">
            <a:extLst>
              <a:ext uri="{FF2B5EF4-FFF2-40B4-BE49-F238E27FC236}">
                <ns2:creationId id="{6BC3AE54-64F4-4807-98DF-A422809C1655}"/>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1">
            <a:extLst>
              <a:ext uri="{FF2B5EF4-FFF2-40B4-BE49-F238E27FC236}">
                <ns2:creationId id="{A4B1145E-062E-4FE6-9800-A0B415B97918}"/>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2">
            <a:extLst>
              <a:ext uri="{FF2B5EF4-FFF2-40B4-BE49-F238E27FC236}">
                <ns2:creationId id="{309DFA92-DDCB-4693-81CE-991B004DF57F}"/>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19/24 (79.2%) → 24/24 (100%)</a:t>
            </a:r>
            <a:endParaRPr lang="ko-KR">
              <a:latin typeface="Calibri"/>
              <a:ea typeface="Calibri"/>
              <a:cs typeface="Calibri"/>
            </a:endParaRPr>
          </a:p>
        </p:txBody>
      </p:sp>
      <p:graphicFrame>
        <p:nvGraphicFramePr>
          <p:cNvPr id="40" name="">
            <a:extLst>
              <a:ext uri="{FF2B5EF4-FFF2-40B4-BE49-F238E27FC236}">
                <ns2:creationId id="{1C6E6C2D-EFA4-4EFC-8CCB-E438CB87AE68}"/>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3">
            <a:extLst>
              <a:ext uri="{FF2B5EF4-FFF2-40B4-BE49-F238E27FC236}">
                <ns2:creationId id="{04050094-5480-4188-A5A1-0F64C2A49C0F}"/>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4">
            <a:extLst>
              <a:ext uri="{FF2B5EF4-FFF2-40B4-BE49-F238E27FC236}">
                <ns2:creationId id="{447FA979-0DF9-4242-8551-35704F88DB1D}"/>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5">
            <a:extLst>
              <a:ext uri="{FF2B5EF4-FFF2-40B4-BE49-F238E27FC236}">
                <ns2:creationId id="{67C9EAD4-E1C9-44C6-B30D-8798B2C79E8A}"/>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6">
            <a:extLst>
              <a:ext uri="{FF2B5EF4-FFF2-40B4-BE49-F238E27FC236}">
                <ns2:creationId id="{0F59AD14-2B01-4A60-91F8-89B48BC665BA}"/>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7">
            <a:extLst>
              <a:ext uri="{FF2B5EF4-FFF2-40B4-BE49-F238E27FC236}">
                <ns2:creationId id="{F837DA3F-A23B-426A-8C35-951AB57D9A04}"/>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8">
            <a:extLst>
              <a:ext uri="{FF2B5EF4-FFF2-40B4-BE49-F238E27FC236}">
                <ns2:creationId id="{B5F8F9FD-3654-4889-A090-067EA008D1E3}"/>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523441596"/>
      </p:ext>
    </p:extLst>
  </p:cSld>
</p:sld>
</file>

<file path=ppt/slides/slide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59" name="Unified slide title">
            <a:extLst>
              <a:ext uri="{FF2B5EF4-FFF2-40B4-BE49-F238E27FC236}">
                <ns2:creationId id="{836C9220-1E17-4C86-82F5-C5ACCFAA1987}"/>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(배경)</a:t>
            </a:r>
            <a:endParaRPr lang="ko-KR">
              <a:latin typeface="Calibri"/>
              <a:ea typeface="Calibri"/>
              <a:cs typeface="Calibri"/>
            </a:endParaRPr>
          </a:p>
        </p:txBody>
      </p:sp>
      <p:sp>
        <p:nvSpPr>
          <p:cNvPr id="2" name="Workflow 과제 소개">
            <a:extLst>
              <a:ext uri="{FF2B5EF4-FFF2-40B4-BE49-F238E27FC236}">
                <ns2:creationId id="{B21FF95E-C47B-47AE-8818-54850D1C51B0}"/>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EC920865-0EA3-4746-8C22-3B00B96079ED}"/>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0D220EB0-A8DE-4A43-98BB-B77FA391E7E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EC3B32FB-7A0B-4DAA-AA9E-4815B30B1877}"/>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D5B1FF6B-768B-4603-9C0B-938C083E28C2}"/>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0715D168-08DE-4BF1-A902-7FEEFACCE31C}"/>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E5334C0D-8F13-48C2-9943-BEAB96CF8C89}"/>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43ACAA1-70C6-4150-88C3-14C8AD0EDBED}"/>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EEAB9C82-2AAA-46C5-8B84-C1D3216C1C1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E63E87D2-1176-40AD-9385-2201F2B67DE9}"/>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13318BA9-E344-4C5E-9025-9FEA40E77DD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2398D59E-756D-4A91-A6F5-69CC25E990E5}"/>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14 / 17</a:t>
            </a:r>
            <a:endParaRPr lang="ko-KR">
              <a:latin typeface="Calibri"/>
              <a:ea typeface="Calibri"/>
              <a:cs typeface="Calibri"/>
            </a:endParaRPr>
          </a:p>
        </p:txBody>
      </p:sp>
      <p:sp>
        <p:nvSpPr>
          <p:cNvPr id="14" name="DP4 object 1">
            <a:extLst>
              <a:ext uri="{FF2B5EF4-FFF2-40B4-BE49-F238E27FC236}">
                <ns2:creationId id="{9F1B5A59-6E73-4629-AEFE-9C49E27F71AA}"/>
              </a:ext>
            </a:extLst>
          </p:cNvPr>
          <p:cNvSpPr>
            <a:spLocks noGrp="1"/>
          </p:cNvSpPr>
          <p:nvPr/>
        </p:nvSpPr>
        <p:spPr>
          <a:xfrm>
            <a:off x="628650" y="1381125"/>
            <a:ext cx="17049750"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Agent가 바뀌어도, 사용자가 정한 조건은 이어져야 한다</a:t>
            </a:r>
            <a:endParaRPr lang="ko-KR">
              <a:latin typeface="Calibri"/>
              <a:ea typeface="Calibri"/>
              <a:cs typeface="Calibri"/>
            </a:endParaRPr>
          </a:p>
        </p:txBody>
      </p:sp>
      <p:sp>
        <p:nvSpPr>
          <p:cNvPr id="15" name="DP4 object 2">
            <a:extLst>
              <a:ext uri="{FF2B5EF4-FFF2-40B4-BE49-F238E27FC236}">
                <ns2:creationId id="{F6B4F5A7-A066-49E9-B781-8AE95C809DAD}"/>
              </a:ext>
            </a:extLst>
          </p:cNvPr>
          <p:cNvSpPr>
            <a:spLocks noGrp="1"/>
          </p:cNvSpPr>
          <p:nvPr/>
        </p:nvSpPr>
        <p:spPr>
          <a:xfrm>
            <a:off x="647700" y="2047875"/>
            <a:ext cx="1685925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같은 비교 결과로 발표자료와 메일을 만들 때, 다음 Agent가 받을 자료를 VIA가 연결한다.</a:t>
            </a:r>
            <a:endParaRPr lang="ko-KR">
              <a:latin typeface="Calibri"/>
              <a:ea typeface="Calibri"/>
              <a:cs typeface="Calibri"/>
            </a:endParaRPr>
          </a:p>
        </p:txBody>
      </p:sp>
      <p:sp>
        <p:nvSpPr>
          <p:cNvPr id="16" name="DP4 object 3">
            <a:extLst>
              <a:ext uri="{FF2B5EF4-FFF2-40B4-BE49-F238E27FC236}">
                <ns2:creationId id="{4508B5C0-B684-4FD4-8178-01795D2BE90F}"/>
              </a:ext>
            </a:extLst>
          </p:cNvPr>
          <p:cNvSpPr>
            <a:spLocks noGrp="1"/>
          </p:cNvSpPr>
          <p:nvPr/>
        </p:nvSpPr>
        <p:spPr>
          <a:xfrm>
            <a:off x="85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조사 결과 확보</a:t>
            </a:r>
            <a:endParaRPr lang="ko-KR">
              <a:latin typeface="Calibri"/>
              <a:ea typeface="Calibri"/>
              <a:cs typeface="Calibri"/>
            </a:endParaRPr>
          </a:p>
        </p:txBody>
      </p:sp>
      <p:sp>
        <p:nvSpPr>
          <p:cNvPr id="17" name="DP4 object 4">
            <a:extLst>
              <a:ext uri="{FF2B5EF4-FFF2-40B4-BE49-F238E27FC236}">
                <ns2:creationId id="{585FF1CB-D0CF-4150-871C-69284E83C9ED}"/>
              </a:ext>
            </a:extLst>
          </p:cNvPr>
          <p:cNvSpPr>
            <a:spLocks noGrp="1"/>
          </p:cNvSpPr>
          <p:nvPr/>
        </p:nvSpPr>
        <p:spPr>
          <a:xfrm>
            <a:off x="6572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발표자료로 재위임</a:t>
            </a:r>
            <a:endParaRPr lang="ko-KR">
              <a:latin typeface="Calibri"/>
              <a:ea typeface="Calibri"/>
              <a:cs typeface="Calibri"/>
            </a:endParaRPr>
          </a:p>
        </p:txBody>
      </p:sp>
      <p:sp>
        <p:nvSpPr>
          <p:cNvPr id="18" name="DP4 object 5">
            <a:extLst>
              <a:ext uri="{FF2B5EF4-FFF2-40B4-BE49-F238E27FC236}">
                <ns2:creationId id="{B11F616F-03E0-44F3-B477-D0D58958E473}"/>
              </a:ext>
            </a:extLst>
          </p:cNvPr>
          <p:cNvSpPr>
            <a:spLocks noGrp="1"/>
          </p:cNvSpPr>
          <p:nvPr/>
        </p:nvSpPr>
        <p:spPr>
          <a:xfrm>
            <a:off x="12287250" y="2781300"/>
            <a:ext cx="4762500" cy="3905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메일 초안으로 재위임</a:t>
            </a:r>
            <a:endParaRPr lang="ko-KR">
              <a:latin typeface="Calibri"/>
              <a:ea typeface="Calibri"/>
              <a:cs typeface="Calibri"/>
            </a:endParaRPr>
          </a:p>
        </p:txBody>
      </p:sp>
      <p:sp>
        <p:nvSpPr>
          <p:cNvPr id="19" name="조사 Agent">
            <a:extLst>
              <a:ext uri="{FF2B5EF4-FFF2-40B4-BE49-F238E27FC236}">
                <ns2:creationId id="{5ADEBFEE-271F-4A29-8FCE-849DC0EF54C9}"/>
              </a:ext>
            </a:extLst>
          </p:cNvPr>
          <p:cNvSpPr>
            <a:spLocks noGrp="1"/>
          </p:cNvSpPr>
          <p:nvPr/>
        </p:nvSpPr>
        <p:spPr>
          <a:xfrm>
            <a:off x="857250" y="3343275"/>
            <a:ext cx="4762500" cy="533400"/>
          </a:xfrm>
          <a:prstGeom prst="rect">
            <a:avLst/>
          </a:prstGeom>
          <a:solidFill>
            <a:srgbClr val="FFF6DD"/>
          </a:solidFill>
          <a:ln w="17145">
            <a:solidFill>
              <a:srgbClr val="111111"/>
            </a:solidFill>
            <a:prstDash val="solid"/>
          </a:ln>
        </p:spPr>
      </p:sp>
      <p:sp>
        <p:nvSpPr>
          <p:cNvPr id="20" name="DP4 object 6">
            <a:extLst>
              <a:ext uri="{FF2B5EF4-FFF2-40B4-BE49-F238E27FC236}">
                <ns2:creationId id="{23771867-87C9-433A-AA36-B664A9F5D958}"/>
              </a:ext>
            </a:extLst>
          </p:cNvPr>
          <p:cNvSpPr>
            <a:spLocks noGrp="1"/>
          </p:cNvSpPr>
          <p:nvPr/>
        </p:nvSpPr>
        <p:spPr>
          <a:xfrm>
            <a:off x="92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조사 Agent</a:t>
            </a:r>
            <a:endParaRPr lang="ko-KR">
              <a:latin typeface="Calibri"/>
              <a:ea typeface="Calibri"/>
              <a:cs typeface="Calibri"/>
            </a:endParaRPr>
          </a:p>
        </p:txBody>
      </p:sp>
      <p:sp>
        <p:nvSpPr>
          <p:cNvPr id="21" name="제품 비교 결과">
            <a:extLst>
              <a:ext uri="{FF2B5EF4-FFF2-40B4-BE49-F238E27FC236}">
                <ns2:creationId id="{40E37A12-A523-48EB-AE98-154012BC05B3}"/>
              </a:ext>
            </a:extLst>
          </p:cNvPr>
          <p:cNvSpPr>
            <a:spLocks noGrp="1"/>
          </p:cNvSpPr>
          <p:nvPr/>
        </p:nvSpPr>
        <p:spPr>
          <a:xfrm>
            <a:off x="104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2" name="Editable path 7">
            <a:extLst>
              <a:ext uri="{FF2B5EF4-FFF2-40B4-BE49-F238E27FC236}">
                <ns2:creationId id="{ADA9200C-74E0-410F-8073-09FFE5047696}"/>
              </a:ext>
            </a:extLst>
          </p:cNvPr>
          <p:cNvSpPr>
            <a:spLocks noGrp="1"/>
          </p:cNvSpPr>
          <p:nvPr/>
        </p:nvSpPr>
        <p:spPr>
          <a:xfrm>
            <a:off x="527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23" name="DP4 object 8">
            <a:extLst>
              <a:ext uri="{FF2B5EF4-FFF2-40B4-BE49-F238E27FC236}">
                <ns2:creationId id="{E08FA6CF-42CB-4012-9DB6-D08A56B888F5}"/>
              </a:ext>
            </a:extLst>
          </p:cNvPr>
          <p:cNvSpPr>
            <a:spLocks noGrp="1"/>
          </p:cNvSpPr>
          <p:nvPr/>
        </p:nvSpPr>
        <p:spPr>
          <a:xfrm>
            <a:off x="120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제품 비교 결과</a:t>
            </a:r>
            <a:endParaRPr lang="ko-KR">
              <a:latin typeface="Calibri"/>
              <a:ea typeface="Calibri"/>
              <a:cs typeface="Calibri"/>
            </a:endParaRPr>
          </a:p>
        </p:txBody>
      </p:sp>
      <p:sp>
        <p:nvSpPr>
          <p:cNvPr id="24" name="Editable path 9">
            <a:extLst>
              <a:ext uri="{FF2B5EF4-FFF2-40B4-BE49-F238E27FC236}">
                <ns2:creationId id="{A00E1C64-4F6E-47C8-85C0-ADC52D700F52}"/>
              </a:ext>
            </a:extLst>
          </p:cNvPr>
          <p:cNvSpPr>
            <a:spLocks noGrp="1"/>
          </p:cNvSpPr>
          <p:nvPr/>
        </p:nvSpPr>
        <p:spPr>
          <a:xfrm>
            <a:off x="1209675" y="4619625"/>
            <a:ext cx="4057650" cy="953"/>
          </a:xfrm>
          <a:custGeom>
            <a:pathLst>
              <a:path w="4057650" h="953">
                <a:moveTo>
                  <a:pt x="0" y="0"/>
                </a:moveTo>
                <a:lnTo>
                  <a:pt x="4057650" y="0"/>
                </a:lnTo>
              </a:path>
            </a:pathLst>
          </a:custGeom>
          <a:noFill/>
          <a:ln w="9525">
            <a:solidFill>
              <a:srgbClr val="B7B9B9"/>
            </a:solidFill>
            <a:prstDash val="solid"/>
          </a:ln>
        </p:spPr>
      </p:sp>
      <p:sp>
        <p:nvSpPr>
          <p:cNvPr id="25" name="DP4 object 10">
            <a:extLst>
              <a:ext uri="{FF2B5EF4-FFF2-40B4-BE49-F238E27FC236}">
                <ns2:creationId id="{DA5EBCBD-9395-423E-ADEE-840284265C32}"/>
              </a:ext>
            </a:extLst>
          </p:cNvPr>
          <p:cNvSpPr>
            <a:spLocks noGrp="1"/>
          </p:cNvSpPr>
          <p:nvPr/>
        </p:nvSpPr>
        <p:spPr>
          <a:xfrm>
            <a:off x="120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가격·유지보수 비교</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공개 결과의 원본과 판본</a:t>
            </a:r>
            <a:endParaRPr lang="ko-KR">
              <a:latin typeface="Calibri"/>
              <a:ea typeface="Calibri"/>
              <a:cs typeface="Calibri"/>
            </a:endParaRPr>
          </a:p>
        </p:txBody>
      </p:sp>
      <p:sp>
        <p:nvSpPr>
          <p:cNvPr id="26" name="발표자료 Agent">
            <a:extLst>
              <a:ext uri="{FF2B5EF4-FFF2-40B4-BE49-F238E27FC236}">
                <ns2:creationId id="{E1298FA6-76C3-433B-9716-1217187805C8}"/>
              </a:ext>
            </a:extLst>
          </p:cNvPr>
          <p:cNvSpPr>
            <a:spLocks noGrp="1"/>
          </p:cNvSpPr>
          <p:nvPr/>
        </p:nvSpPr>
        <p:spPr>
          <a:xfrm>
            <a:off x="6572250" y="3343275"/>
            <a:ext cx="4762500" cy="533400"/>
          </a:xfrm>
          <a:prstGeom prst="rect">
            <a:avLst/>
          </a:prstGeom>
          <a:solidFill>
            <a:srgbClr val="FFF6DD"/>
          </a:solidFill>
          <a:ln w="17145">
            <a:solidFill>
              <a:srgbClr val="111111"/>
            </a:solidFill>
            <a:prstDash val="solid"/>
          </a:ln>
        </p:spPr>
      </p:sp>
      <p:sp>
        <p:nvSpPr>
          <p:cNvPr id="27" name="DP4 object 11">
            <a:extLst>
              <a:ext uri="{FF2B5EF4-FFF2-40B4-BE49-F238E27FC236}">
                <ns2:creationId id="{A61B9E88-0F74-40D1-8D58-0180C27692DF}"/>
              </a:ext>
            </a:extLst>
          </p:cNvPr>
          <p:cNvSpPr>
            <a:spLocks noGrp="1"/>
          </p:cNvSpPr>
          <p:nvPr/>
        </p:nvSpPr>
        <p:spPr>
          <a:xfrm>
            <a:off x="6638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발표자료 Agent</a:t>
            </a:r>
            <a:endParaRPr lang="ko-KR">
              <a:latin typeface="Calibri"/>
              <a:ea typeface="Calibri"/>
              <a:cs typeface="Calibri"/>
            </a:endParaRPr>
          </a:p>
        </p:txBody>
      </p:sp>
      <p:sp>
        <p:nvSpPr>
          <p:cNvPr id="28" name="발표자료 작성">
            <a:extLst>
              <a:ext uri="{FF2B5EF4-FFF2-40B4-BE49-F238E27FC236}">
                <ns2:creationId id="{512F7728-2B77-442C-8777-CFF3835E2FBC}"/>
              </a:ext>
            </a:extLst>
          </p:cNvPr>
          <p:cNvSpPr>
            <a:spLocks noGrp="1"/>
          </p:cNvSpPr>
          <p:nvPr/>
        </p:nvSpPr>
        <p:spPr>
          <a:xfrm>
            <a:off x="6762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29" name="Editable path 12">
            <a:extLst>
              <a:ext uri="{FF2B5EF4-FFF2-40B4-BE49-F238E27FC236}">
                <ns2:creationId id="{47A0B7F9-CB7E-4C36-AC81-3BDD1708D868}"/>
              </a:ext>
            </a:extLst>
          </p:cNvPr>
          <p:cNvSpPr>
            <a:spLocks noGrp="1"/>
          </p:cNvSpPr>
          <p:nvPr/>
        </p:nvSpPr>
        <p:spPr>
          <a:xfrm>
            <a:off x="10991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0" name="DP4 object 13">
            <a:extLst>
              <a:ext uri="{FF2B5EF4-FFF2-40B4-BE49-F238E27FC236}">
                <ns2:creationId id="{7734A8A7-F5CB-4FF2-BB81-144A4B2C11F3}"/>
              </a:ext>
            </a:extLst>
          </p:cNvPr>
          <p:cNvSpPr>
            <a:spLocks noGrp="1"/>
          </p:cNvSpPr>
          <p:nvPr/>
        </p:nvSpPr>
        <p:spPr>
          <a:xfrm>
            <a:off x="6924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발표자료 작성</a:t>
            </a:r>
            <a:endParaRPr lang="ko-KR">
              <a:latin typeface="Calibri"/>
              <a:ea typeface="Calibri"/>
              <a:cs typeface="Calibri"/>
            </a:endParaRPr>
          </a:p>
        </p:txBody>
      </p:sp>
      <p:sp>
        <p:nvSpPr>
          <p:cNvPr id="31" name="Editable path 14">
            <a:extLst>
              <a:ext uri="{FF2B5EF4-FFF2-40B4-BE49-F238E27FC236}">
                <ns2:creationId id="{D9C99A3E-9695-41F0-8C53-A9ABDCC09B76}"/>
              </a:ext>
            </a:extLst>
          </p:cNvPr>
          <p:cNvSpPr>
            <a:spLocks noGrp="1"/>
          </p:cNvSpPr>
          <p:nvPr/>
        </p:nvSpPr>
        <p:spPr>
          <a:xfrm>
            <a:off x="6924675" y="4619625"/>
            <a:ext cx="4057650" cy="953"/>
          </a:xfrm>
          <a:custGeom>
            <a:pathLst>
              <a:path w="4057650" h="953">
                <a:moveTo>
                  <a:pt x="0" y="0"/>
                </a:moveTo>
                <a:lnTo>
                  <a:pt x="4057650" y="0"/>
                </a:lnTo>
              </a:path>
            </a:pathLst>
          </a:custGeom>
          <a:noFill/>
          <a:ln w="9525">
            <a:solidFill>
              <a:srgbClr val="B7B9B9"/>
            </a:solidFill>
            <a:prstDash val="solid"/>
          </a:ln>
        </p:spPr>
      </p:sp>
      <p:sp>
        <p:nvSpPr>
          <p:cNvPr id="32" name="DP4 object 15">
            <a:extLst>
              <a:ext uri="{FF2B5EF4-FFF2-40B4-BE49-F238E27FC236}">
                <ns2:creationId id="{569F2E2A-C507-4881-BEB7-38CEA6B25FF0}"/>
              </a:ext>
            </a:extLst>
          </p:cNvPr>
          <p:cNvSpPr>
            <a:spLocks noGrp="1"/>
          </p:cNvSpPr>
          <p:nvPr/>
        </p:nvSpPr>
        <p:spPr>
          <a:xfrm>
            <a:off x="6924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같은 결과를 새 목적에 사용</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표·설명·제외사항 전달</a:t>
            </a:r>
            <a:endParaRPr lang="ko-KR">
              <a:latin typeface="Calibri"/>
              <a:ea typeface="Calibri"/>
              <a:cs typeface="Calibri"/>
            </a:endParaRPr>
          </a:p>
        </p:txBody>
      </p:sp>
      <p:sp>
        <p:nvSpPr>
          <p:cNvPr id="33" name="메일 Agent">
            <a:extLst>
              <a:ext uri="{FF2B5EF4-FFF2-40B4-BE49-F238E27FC236}">
                <ns2:creationId id="{9D7DAFA0-DAC2-4CC2-8DC1-F5EA0931B9E8}"/>
              </a:ext>
            </a:extLst>
          </p:cNvPr>
          <p:cNvSpPr>
            <a:spLocks noGrp="1"/>
          </p:cNvSpPr>
          <p:nvPr/>
        </p:nvSpPr>
        <p:spPr>
          <a:xfrm>
            <a:off x="12287250" y="3343275"/>
            <a:ext cx="4762500" cy="533400"/>
          </a:xfrm>
          <a:prstGeom prst="rect">
            <a:avLst/>
          </a:prstGeom>
          <a:solidFill>
            <a:srgbClr val="FFF6DD"/>
          </a:solidFill>
          <a:ln w="17145">
            <a:solidFill>
              <a:srgbClr val="111111"/>
            </a:solidFill>
            <a:prstDash val="solid"/>
          </a:ln>
        </p:spPr>
      </p:sp>
      <p:sp>
        <p:nvSpPr>
          <p:cNvPr id="34" name="DP4 object 16">
            <a:extLst>
              <a:ext uri="{FF2B5EF4-FFF2-40B4-BE49-F238E27FC236}">
                <ns2:creationId id="{9AB4261E-3CAB-45FC-93B9-A0610BEC83F2}"/>
              </a:ext>
            </a:extLst>
          </p:cNvPr>
          <p:cNvSpPr>
            <a:spLocks noGrp="1"/>
          </p:cNvSpPr>
          <p:nvPr/>
        </p:nvSpPr>
        <p:spPr>
          <a:xfrm>
            <a:off x="12353925" y="3381375"/>
            <a:ext cx="4629150" cy="4572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메일 Agent</a:t>
            </a:r>
            <a:endParaRPr lang="ko-KR">
              <a:latin typeface="Calibri"/>
              <a:ea typeface="Calibri"/>
              <a:cs typeface="Calibri"/>
            </a:endParaRPr>
          </a:p>
        </p:txBody>
      </p:sp>
      <p:sp>
        <p:nvSpPr>
          <p:cNvPr id="35" name="메일 초안 작성">
            <a:extLst>
              <a:ext uri="{FF2B5EF4-FFF2-40B4-BE49-F238E27FC236}">
                <ns2:creationId id="{92B2E544-8ACD-4980-A392-0CC4276384B9}"/>
              </a:ext>
            </a:extLst>
          </p:cNvPr>
          <p:cNvSpPr>
            <a:spLocks noGrp="1"/>
          </p:cNvSpPr>
          <p:nvPr/>
        </p:nvSpPr>
        <p:spPr>
          <a:xfrm>
            <a:off x="12477750" y="4076700"/>
            <a:ext cx="4381500" cy="1638300"/>
          </a:xfrm>
          <a:custGeom>
            <a:pathLst>
              <a:path w="4381500" h="1638300">
                <a:moveTo>
                  <a:pt x="0" y="0"/>
                </a:moveTo>
                <a:lnTo>
                  <a:pt x="4229100" y="0"/>
                </a:lnTo>
                <a:lnTo>
                  <a:pt x="4381500" y="152400"/>
                </a:lnTo>
                <a:lnTo>
                  <a:pt x="4381500" y="1638300"/>
                </a:lnTo>
                <a:lnTo>
                  <a:pt x="0" y="1638300"/>
                </a:lnTo>
                <a:close/>
              </a:path>
            </a:pathLst>
          </a:custGeom>
          <a:solidFill>
            <a:srgbClr val="FFFFFF"/>
          </a:solidFill>
          <a:ln w="16193">
            <a:solidFill>
              <a:srgbClr val="111111"/>
            </a:solidFill>
            <a:prstDash val="solid"/>
          </a:ln>
        </p:spPr>
      </p:sp>
      <p:sp>
        <p:nvSpPr>
          <p:cNvPr id="36" name="Editable path 17">
            <a:extLst>
              <a:ext uri="{FF2B5EF4-FFF2-40B4-BE49-F238E27FC236}">
                <ns2:creationId id="{C33CF3A2-6F06-4632-BBA9-41ABBB796898}"/>
              </a:ext>
            </a:extLst>
          </p:cNvPr>
          <p:cNvSpPr>
            <a:spLocks noGrp="1"/>
          </p:cNvSpPr>
          <p:nvPr/>
        </p:nvSpPr>
        <p:spPr>
          <a:xfrm>
            <a:off x="16706850" y="4076700"/>
            <a:ext cx="152400" cy="152400"/>
          </a:xfrm>
          <a:custGeom>
            <a:pathLst>
              <a:path w="152400" h="152400">
                <a:moveTo>
                  <a:pt x="0" y="0"/>
                </a:moveTo>
                <a:lnTo>
                  <a:pt x="0" y="152400"/>
                </a:lnTo>
                <a:lnTo>
                  <a:pt x="152400" y="152400"/>
                </a:lnTo>
              </a:path>
            </a:pathLst>
          </a:custGeom>
          <a:noFill/>
          <a:ln w="13335">
            <a:solidFill>
              <a:srgbClr val="111111"/>
            </a:solidFill>
            <a:prstDash val="solid"/>
          </a:ln>
        </p:spPr>
      </p:sp>
      <p:sp>
        <p:nvSpPr>
          <p:cNvPr id="37" name="DP4 object 18">
            <a:extLst>
              <a:ext uri="{FF2B5EF4-FFF2-40B4-BE49-F238E27FC236}">
                <ns2:creationId id="{5B94734D-84D4-4250-BD3D-415F8F05813E}"/>
              </a:ext>
            </a:extLst>
          </p:cNvPr>
          <p:cNvSpPr>
            <a:spLocks noGrp="1"/>
          </p:cNvSpPr>
          <p:nvPr/>
        </p:nvSpPr>
        <p:spPr>
          <a:xfrm>
            <a:off x="12639675" y="4219575"/>
            <a:ext cx="4019550" cy="342900"/>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메일 초안 작성</a:t>
            </a:r>
            <a:endParaRPr lang="ko-KR">
              <a:latin typeface="Calibri"/>
              <a:ea typeface="Calibri"/>
              <a:cs typeface="Calibri"/>
            </a:endParaRPr>
          </a:p>
        </p:txBody>
      </p:sp>
      <p:sp>
        <p:nvSpPr>
          <p:cNvPr id="38" name="Editable path 19">
            <a:extLst>
              <a:ext uri="{FF2B5EF4-FFF2-40B4-BE49-F238E27FC236}">
                <ns2:creationId id="{341BB35E-C3B8-4D0E-9601-D8BD7FF030C6}"/>
              </a:ext>
            </a:extLst>
          </p:cNvPr>
          <p:cNvSpPr>
            <a:spLocks noGrp="1"/>
          </p:cNvSpPr>
          <p:nvPr/>
        </p:nvSpPr>
        <p:spPr>
          <a:xfrm>
            <a:off x="12639675" y="4619625"/>
            <a:ext cx="4057650" cy="953"/>
          </a:xfrm>
          <a:custGeom>
            <a:pathLst>
              <a:path w="4057650" h="953">
                <a:moveTo>
                  <a:pt x="0" y="0"/>
                </a:moveTo>
                <a:lnTo>
                  <a:pt x="4057650" y="0"/>
                </a:lnTo>
              </a:path>
            </a:pathLst>
          </a:custGeom>
          <a:noFill/>
          <a:ln w="9525">
            <a:solidFill>
              <a:srgbClr val="B7B9B9"/>
            </a:solidFill>
            <a:prstDash val="solid"/>
          </a:ln>
        </p:spPr>
      </p:sp>
      <p:sp>
        <p:nvSpPr>
          <p:cNvPr id="39" name="DP4 object 20">
            <a:extLst>
              <a:ext uri="{FF2B5EF4-FFF2-40B4-BE49-F238E27FC236}">
                <ns2:creationId id="{EED1A1C7-2CEB-458B-BAB8-744A6F3C2D52}"/>
              </a:ext>
            </a:extLst>
          </p:cNvPr>
          <p:cNvSpPr>
            <a:spLocks noGrp="1"/>
          </p:cNvSpPr>
          <p:nvPr/>
        </p:nvSpPr>
        <p:spPr>
          <a:xfrm>
            <a:off x="12639675" y="4724400"/>
            <a:ext cx="4057650" cy="87630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받는 사람과 문체는 변경</a:t>
            </a:r>
            <a:endParaRPr lang="ko-KR">
              <a:latin typeface="Calibri"/>
              <a:ea typeface="Calibri"/>
              <a:cs typeface="Calibri"/>
            </a:endParaRPr>
          </a:p>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채택 조건은 계속 유지</a:t>
            </a:r>
            <a:endParaRPr lang="ko-KR">
              <a:latin typeface="Calibri"/>
              <a:ea typeface="Calibri"/>
              <a:cs typeface="Calibri"/>
            </a:endParaRPr>
          </a:p>
        </p:txBody>
      </p:sp>
      <p:sp>
        <p:nvSpPr>
          <p:cNvPr id="40" name="Editable path 21">
            <a:extLst>
              <a:ext uri="{FF2B5EF4-FFF2-40B4-BE49-F238E27FC236}">
                <ns2:creationId id="{09BFD67A-9487-4398-AB41-EE92DAEFC8B7}"/>
              </a:ext>
            </a:extLst>
          </p:cNvPr>
          <p:cNvSpPr>
            <a:spLocks noGrp="1"/>
          </p:cNvSpPr>
          <p:nvPr/>
        </p:nvSpPr>
        <p:spPr>
          <a:xfrm>
            <a:off x="5619750" y="3609975"/>
            <a:ext cx="952500" cy="953"/>
          </a:xfrm>
          <a:custGeom>
            <a:pathLst>
              <a:path w="952500" h="953">
                <a:moveTo>
                  <a:pt x="0" y="0"/>
                </a:moveTo>
                <a:lnTo>
                  <a:pt x="952500" y="0"/>
                </a:lnTo>
              </a:path>
            </a:pathLst>
          </a:custGeom>
          <a:noFill/>
          <a:ln w="23813">
            <a:solidFill>
              <a:srgbClr val="111111"/>
            </a:solidFill>
            <a:prstDash val="solid"/>
          </a:ln>
        </p:spPr>
      </p:sp>
      <p:sp>
        <p:nvSpPr>
          <p:cNvPr id="41" name="Editable arrowhead 22">
            <a:extLst>
              <a:ext uri="{FF2B5EF4-FFF2-40B4-BE49-F238E27FC236}">
                <ns2:creationId id="{37E69F16-6979-42FC-AD14-BB4C9F48CB8C}"/>
              </a:ext>
            </a:extLst>
          </p:cNvPr>
          <p:cNvSpPr>
            <a:spLocks noGrp="1"/>
          </p:cNvSpPr>
          <p:nvPr/>
        </p:nvSpPr>
        <p:spPr>
          <a:xfrm>
            <a:off x="6477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23">
            <a:extLst>
              <a:ext uri="{FF2B5EF4-FFF2-40B4-BE49-F238E27FC236}">
                <ns2:creationId id="{EE1E0BF2-8F05-43AC-83D9-1B778DAD23D8}"/>
              </a:ext>
            </a:extLst>
          </p:cNvPr>
          <p:cNvSpPr>
            <a:spLocks noGrp="1"/>
          </p:cNvSpPr>
          <p:nvPr/>
        </p:nvSpPr>
        <p:spPr>
          <a:xfrm>
            <a:off x="11334750" y="3609975"/>
            <a:ext cx="952500" cy="953"/>
          </a:xfrm>
          <a:custGeom>
            <a:pathLst>
              <a:path w="952500" h="953">
                <a:moveTo>
                  <a:pt x="0" y="0"/>
                </a:moveTo>
                <a:lnTo>
                  <a:pt x="952500" y="0"/>
                </a:lnTo>
              </a:path>
            </a:pathLst>
          </a:custGeom>
          <a:noFill/>
          <a:ln w="23813">
            <a:solidFill>
              <a:srgbClr val="111111"/>
            </a:solidFill>
            <a:prstDash val="solid"/>
          </a:ln>
        </p:spPr>
      </p:sp>
      <p:sp>
        <p:nvSpPr>
          <p:cNvPr id="43" name="Editable arrowhead 24">
            <a:extLst>
              <a:ext uri="{FF2B5EF4-FFF2-40B4-BE49-F238E27FC236}">
                <ns2:creationId id="{FB47EF53-643A-4993-8D5F-99E9C5C7E5A9}"/>
              </a:ext>
            </a:extLst>
          </p:cNvPr>
          <p:cNvSpPr>
            <a:spLocks noGrp="1"/>
          </p:cNvSpPr>
          <p:nvPr/>
        </p:nvSpPr>
        <p:spPr>
          <a:xfrm>
            <a:off x="12192000" y="35623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4" name="DP4 object 25">
            <a:extLst>
              <a:ext uri="{FF2B5EF4-FFF2-40B4-BE49-F238E27FC236}">
                <ns2:creationId id="{781B85CC-62A2-48DB-BA55-33FE10832956}"/>
              </a:ext>
            </a:extLst>
          </p:cNvPr>
          <p:cNvSpPr>
            <a:spLocks noGrp="1"/>
          </p:cNvSpPr>
          <p:nvPr/>
        </p:nvSpPr>
        <p:spPr>
          <a:xfrm>
            <a:off x="5810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5" name="DP4 object 26">
            <a:extLst>
              <a:ext uri="{FF2B5EF4-FFF2-40B4-BE49-F238E27FC236}">
                <ns2:creationId id="{7C694CEA-B989-4CBC-9E80-C356D54A26E4}"/>
              </a:ext>
            </a:extLst>
          </p:cNvPr>
          <p:cNvSpPr>
            <a:spLocks noGrp="1"/>
          </p:cNvSpPr>
          <p:nvPr/>
        </p:nvSpPr>
        <p:spPr>
          <a:xfrm>
            <a:off x="11525250" y="3200400"/>
            <a:ext cx="619125" cy="30480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VIA</a:t>
            </a:r>
            <a:endParaRPr lang="ko-KR">
              <a:latin typeface="Calibri"/>
              <a:ea typeface="Calibri"/>
              <a:cs typeface="Calibri"/>
            </a:endParaRPr>
          </a:p>
        </p:txBody>
      </p:sp>
      <p:sp>
        <p:nvSpPr>
          <p:cNvPr id="46" name="DP4 object 27">
            <a:extLst>
              <a:ext uri="{FF2B5EF4-FFF2-40B4-BE49-F238E27FC236}">
                <ns2:creationId id="{86B8122D-DE18-4792-B6DC-27EB50CDE82C}"/>
              </a:ext>
            </a:extLst>
          </p:cNvPr>
          <p:cNvSpPr>
            <a:spLocks noGrp="1"/>
          </p:cNvSpPr>
          <p:nvPr/>
        </p:nvSpPr>
        <p:spPr>
          <a:xfrm>
            <a:off x="1038225" y="6010275"/>
            <a:ext cx="15811500" cy="504825"/>
          </a:xfrm>
          <a:prstGeom prst="rect">
            <a:avLst/>
          </a:prstGeom>
          <a:solidFill>
            <a:srgbClr val="C9E1B3"/>
          </a:solidFill>
          <a:ln w="0">
            <a:noFill/>
            <a:prstDash val="solid"/>
          </a:ln>
        </p:spPr>
      </p:sp>
      <p:sp>
        <p:nvSpPr>
          <p:cNvPr id="47" name="DP4 object 28">
            <a:extLst>
              <a:ext uri="{FF2B5EF4-FFF2-40B4-BE49-F238E27FC236}">
                <ns2:creationId id="{5129C2F5-929C-4D51-8684-89EAF92DD767}"/>
              </a:ext>
            </a:extLst>
          </p:cNvPr>
          <p:cNvSpPr>
            <a:spLocks noGrp="1"/>
          </p:cNvSpPr>
          <p:nvPr/>
        </p:nvSpPr>
        <p:spPr>
          <a:xfrm>
            <a:off x="1238250" y="6048375"/>
            <a:ext cx="15430500" cy="428625"/>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채택한 조건: “가격이 같을 때 유지보수 기간이 긴 제품 우선”</a:t>
            </a:r>
            <a:endParaRPr lang="ko-KR">
              <a:latin typeface="Calibri"/>
              <a:ea typeface="Calibri"/>
              <a:cs typeface="Calibri"/>
            </a:endParaRPr>
          </a:p>
        </p:txBody>
      </p:sp>
      <p:sp>
        <p:nvSpPr>
          <p:cNvPr id="48" name="Editable path 29">
            <a:extLst>
              <a:ext uri="{FF2B5EF4-FFF2-40B4-BE49-F238E27FC236}">
                <ns2:creationId id="{C7C7C489-447C-4219-86F9-FDCF2167E8E8}"/>
              </a:ext>
            </a:extLst>
          </p:cNvPr>
          <p:cNvSpPr>
            <a:spLocks noGrp="1"/>
          </p:cNvSpPr>
          <p:nvPr/>
        </p:nvSpPr>
        <p:spPr>
          <a:xfrm>
            <a:off x="3238500" y="5715000"/>
            <a:ext cx="953" cy="295275"/>
          </a:xfrm>
          <a:custGeom>
            <a:pathLst>
              <a:path w="953" h="295275">
                <a:moveTo>
                  <a:pt x="0" y="295275"/>
                </a:moveTo>
                <a:lnTo>
                  <a:pt x="0" y="0"/>
                </a:lnTo>
              </a:path>
            </a:pathLst>
          </a:custGeom>
          <a:noFill/>
          <a:ln w="22860">
            <a:solidFill>
              <a:srgbClr val="70A843"/>
            </a:solidFill>
            <a:prstDash val="solid"/>
          </a:ln>
        </p:spPr>
      </p:sp>
      <p:sp>
        <p:nvSpPr>
          <p:cNvPr id="49" name="Editable arrowhead 30">
            <a:extLst>
              <a:ext uri="{FF2B5EF4-FFF2-40B4-BE49-F238E27FC236}">
                <ns2:creationId id="{65E7B219-4CE1-49F2-88A9-F0E189DAD2D9}"/>
              </a:ext>
            </a:extLst>
          </p:cNvPr>
          <p:cNvSpPr>
            <a:spLocks noGrp="1"/>
          </p:cNvSpPr>
          <p:nvPr/>
        </p:nvSpPr>
        <p:spPr>
          <a:xfrm>
            <a:off x="319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0" name="Editable path 31">
            <a:extLst>
              <a:ext uri="{FF2B5EF4-FFF2-40B4-BE49-F238E27FC236}">
                <ns2:creationId id="{3CF94B1D-FDD2-461A-B492-6ED41C2E9BA4}"/>
              </a:ext>
            </a:extLst>
          </p:cNvPr>
          <p:cNvSpPr>
            <a:spLocks noGrp="1"/>
          </p:cNvSpPr>
          <p:nvPr/>
        </p:nvSpPr>
        <p:spPr>
          <a:xfrm>
            <a:off x="8953500" y="5715000"/>
            <a:ext cx="953" cy="295275"/>
          </a:xfrm>
          <a:custGeom>
            <a:pathLst>
              <a:path w="953" h="295275">
                <a:moveTo>
                  <a:pt x="0" y="295275"/>
                </a:moveTo>
                <a:lnTo>
                  <a:pt x="0" y="0"/>
                </a:lnTo>
              </a:path>
            </a:pathLst>
          </a:custGeom>
          <a:noFill/>
          <a:ln w="22860">
            <a:solidFill>
              <a:srgbClr val="70A843"/>
            </a:solidFill>
            <a:prstDash val="solid"/>
          </a:ln>
        </p:spPr>
      </p:sp>
      <p:sp>
        <p:nvSpPr>
          <p:cNvPr id="51" name="Editable arrowhead 32">
            <a:extLst>
              <a:ext uri="{FF2B5EF4-FFF2-40B4-BE49-F238E27FC236}">
                <ns2:creationId id="{DE3B7445-50D3-4050-AEB4-DBB3BE0BF975}"/>
              </a:ext>
            </a:extLst>
          </p:cNvPr>
          <p:cNvSpPr>
            <a:spLocks noGrp="1"/>
          </p:cNvSpPr>
          <p:nvPr/>
        </p:nvSpPr>
        <p:spPr>
          <a:xfrm>
            <a:off x="8905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sp>
        <p:nvSpPr>
          <p:cNvPr id="52" name="Editable path 33">
            <a:extLst>
              <a:ext uri="{FF2B5EF4-FFF2-40B4-BE49-F238E27FC236}">
                <ns2:creationId id="{49ADD946-3A35-4890-8EEC-B19CD62DDB4A}"/>
              </a:ext>
            </a:extLst>
          </p:cNvPr>
          <p:cNvSpPr>
            <a:spLocks noGrp="1"/>
          </p:cNvSpPr>
          <p:nvPr/>
        </p:nvSpPr>
        <p:spPr>
          <a:xfrm>
            <a:off x="14668500" y="5715000"/>
            <a:ext cx="953" cy="295275"/>
          </a:xfrm>
          <a:custGeom>
            <a:pathLst>
              <a:path w="953" h="295275">
                <a:moveTo>
                  <a:pt x="0" y="295275"/>
                </a:moveTo>
                <a:lnTo>
                  <a:pt x="0" y="0"/>
                </a:lnTo>
              </a:path>
            </a:pathLst>
          </a:custGeom>
          <a:noFill/>
          <a:ln w="22860">
            <a:solidFill>
              <a:srgbClr val="70A843"/>
            </a:solidFill>
            <a:prstDash val="solid"/>
          </a:ln>
        </p:spPr>
      </p:sp>
      <p:sp>
        <p:nvSpPr>
          <p:cNvPr id="53" name="Editable arrowhead 34">
            <a:extLst>
              <a:ext uri="{FF2B5EF4-FFF2-40B4-BE49-F238E27FC236}">
                <ns2:creationId id="{AE5A8467-24C5-446C-967E-127808ED6A0D}"/>
              </a:ext>
            </a:extLst>
          </p:cNvPr>
          <p:cNvSpPr>
            <a:spLocks noGrp="1"/>
          </p:cNvSpPr>
          <p:nvPr/>
        </p:nvSpPr>
        <p:spPr>
          <a:xfrm>
            <a:off x="14620875" y="5715000"/>
            <a:ext cx="95250" cy="95250"/>
          </a:xfrm>
          <a:custGeom>
            <a:pathLst>
              <a:path w="95250" h="95250">
                <a:moveTo>
                  <a:pt x="47625" y="0"/>
                </a:moveTo>
                <a:lnTo>
                  <a:pt x="0" y="95250"/>
                </a:lnTo>
                <a:lnTo>
                  <a:pt x="95250" y="95250"/>
                </a:lnTo>
                <a:close/>
              </a:path>
            </a:pathLst>
          </a:custGeom>
          <a:solidFill>
            <a:srgbClr val="70A843"/>
          </a:solidFill>
          <a:ln w="5715">
            <a:solidFill>
              <a:srgbClr val="70A843"/>
            </a:solidFill>
            <a:prstDash val="solid"/>
          </a:ln>
        </p:spPr>
      </p:sp>
      <p:graphicFrame>
        <p:nvGraphicFramePr>
          <p:cNvPr id="54" name="">
            <a:extLst>
              <a:ext uri="{FF2B5EF4-FFF2-40B4-BE49-F238E27FC236}">
                <ns2:creationId id="{08408007-593F-471B-AD89-C1A501482962}"/>
              </a:ext>
            </a:extLst>
          </p:cNvPr>
          <p:cNvGraphicFramePr/>
          <p:nvPr/>
        </p:nvGraphicFramePr>
        <p:xfrm>
          <a:off x="1038225" y="6896100"/>
          <a:ext cx="15811500" cy="1438275"/>
        </p:xfrm>
        <a:graphic>
          <a:graphicData uri="http://schemas.openxmlformats.org/drawingml/2006/table">
            <a:tbl>
              <a:tblPr firstRow="0" bandRow="0" bandCol="0"/>
              <a:tblGrid>
                <a:gridCol w="4476750"/>
                <a:gridCol w="11334750"/>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인계에서 잃기 쉬운 것</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문제가 되는 전달 예</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조건의 적용 전제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1" lang="ko-KR">
                          <a:solidFill>
                            <a:srgbClr val="C00000"/>
                          </a:solidFill>
                          <a:latin typeface="Calibri"/>
                          <a:ea typeface="Calibri"/>
                          <a:cs typeface="Calibri"/>
                        </a:rPr>
                        <a:t>“가격이 같을 때”가 빠지고 유지보수를 항상 우선</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1435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자료의 유효성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2000" b="0" lang="ko-KR">
                          <a:solidFill>
                            <a:srgbClr val="C00000"/>
                          </a:solidFill>
                          <a:latin typeface="Calibri"/>
                          <a:ea typeface="Calibri"/>
                          <a:cs typeface="Calibri"/>
                        </a:rPr>
                        <a:t>이전 판본·철회된 자료를 다음 Agent가 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55" name="Editable path 35">
            <a:extLst>
              <a:ext uri="{FF2B5EF4-FFF2-40B4-BE49-F238E27FC236}">
                <ns2:creationId id="{AEE1611C-7C8B-4D05-99FE-4D83861B3C79}"/>
              </a:ext>
            </a:extLst>
          </p:cNvPr>
          <p:cNvSpPr>
            <a:spLocks noGrp="1"/>
          </p:cNvSpPr>
          <p:nvPr/>
        </p:nvSpPr>
        <p:spPr>
          <a:xfrm>
            <a:off x="619125" y="8696325"/>
            <a:ext cx="16811625" cy="953"/>
          </a:xfrm>
          <a:custGeom>
            <a:pathLst>
              <a:path w="16811625" h="953">
                <a:moveTo>
                  <a:pt x="0" y="0"/>
                </a:moveTo>
                <a:lnTo>
                  <a:pt x="16811625" y="0"/>
                </a:lnTo>
              </a:path>
            </a:pathLst>
          </a:custGeom>
          <a:noFill/>
          <a:ln w="14288">
            <a:solidFill>
              <a:srgbClr val="4676CB"/>
            </a:solidFill>
            <a:prstDash val="solid"/>
          </a:ln>
        </p:spPr>
      </p:sp>
      <p:sp>
        <p:nvSpPr>
          <p:cNvPr id="56" name="DP4 object 36">
            <a:extLst>
              <a:ext uri="{FF2B5EF4-FFF2-40B4-BE49-F238E27FC236}">
                <ns2:creationId id="{2389E0ED-67BB-4B49-AF46-8DE5533BF6FB}"/>
              </a:ext>
            </a:extLst>
          </p:cNvPr>
          <p:cNvSpPr>
            <a:spLocks noGrp="1"/>
          </p:cNvSpPr>
          <p:nvPr/>
        </p:nvSpPr>
        <p:spPr>
          <a:xfrm>
            <a:off x="628650" y="9039225"/>
            <a:ext cx="2619375" cy="495300"/>
          </a:xfrm>
          <a:prstGeom prst="rect">
            <a:avLst/>
          </a:prstGeom>
          <a:noFill/>
          <a:ln w="0">
            <a:noFill/>
            <a:prstDash val="solid"/>
          </a:ln>
        </p:spPr>
        <p:txBody>
          <a:bodyPr wrap="none" lIns="0" tIns="0" rIns="0" bIns="0" anchor="ctr">
            <a:noAutofit/>
          </a:bodyPr>
          <a:lstStyle>
            <a:defPPr algn="l">
              <a:defRPr sz="2600" b="1" lang="ko-KR">
                <a:solidFill>
                  <a:srgbClr val="C00000"/>
                </a:solidFill>
                <a:latin typeface="Calibri"/>
                <a:ea typeface="Calibri"/>
                <a:cs typeface="Calibri"/>
              </a:defRPr>
            </a:defPPr>
            <a:lvl1pPr algn="l">
              <a:defRPr sz="2600" b="1" lang="ko-KR">
                <a:solidFill>
                  <a:srgbClr val="C00000"/>
                </a:solidFill>
                <a:latin typeface="Calibri"/>
                <a:ea typeface="Calibri"/>
                <a:cs typeface="Calibri"/>
              </a:defRPr>
            </a:lvl1pPr>
            <a:lvl2pPr algn="l">
              <a:defRPr sz="2600" b="1" lang="ko-KR">
                <a:solidFill>
                  <a:srgbClr val="C00000"/>
                </a:solidFill>
                <a:latin typeface="Calibri"/>
                <a:ea typeface="Calibri"/>
                <a:cs typeface="Calibri"/>
              </a:defRPr>
            </a:lvl2pPr>
            <a:lvl3pPr algn="l">
              <a:defRPr sz="2600" b="1" lang="ko-KR">
                <a:solidFill>
                  <a:srgbClr val="C00000"/>
                </a:solidFill>
                <a:latin typeface="Calibri"/>
                <a:ea typeface="Calibri"/>
                <a:cs typeface="Calibri"/>
              </a:defRPr>
            </a:lvl3pPr>
            <a:lvl4pPr algn="l">
              <a:defRPr sz="2600" b="1" lang="ko-KR">
                <a:solidFill>
                  <a:srgbClr val="C00000"/>
                </a:solidFill>
                <a:latin typeface="Calibri"/>
                <a:ea typeface="Calibri"/>
                <a:cs typeface="Calibri"/>
              </a:defRPr>
            </a:lvl4pPr>
            <a:lvl5pPr algn="l">
              <a:defRPr sz="2600" b="1" lang="ko-KR">
                <a:solidFill>
                  <a:srgbClr val="C00000"/>
                </a:solidFill>
                <a:latin typeface="Calibri"/>
                <a:ea typeface="Calibri"/>
                <a:cs typeface="Calibri"/>
              </a:defRPr>
            </a:lvl5pPr>
            <a:lvl6pPr algn="l">
              <a:defRPr sz="2600" b="1" lang="ko-KR">
                <a:solidFill>
                  <a:srgbClr val="C00000"/>
                </a:solidFill>
                <a:latin typeface="Calibri"/>
                <a:ea typeface="Calibri"/>
                <a:cs typeface="Calibri"/>
              </a:defRPr>
            </a:lvl6pPr>
            <a:lvl7pPr algn="l">
              <a:defRPr sz="2600" b="1" lang="ko-KR">
                <a:solidFill>
                  <a:srgbClr val="C00000"/>
                </a:solidFill>
                <a:latin typeface="Calibri"/>
                <a:ea typeface="Calibri"/>
                <a:cs typeface="Calibri"/>
              </a:defRPr>
            </a:lvl7pPr>
            <a:lvl8pPr algn="l">
              <a:defRPr sz="2600" b="1" lang="ko-KR">
                <a:solidFill>
                  <a:srgbClr val="C00000"/>
                </a:solidFill>
                <a:latin typeface="Calibri"/>
                <a:ea typeface="Calibri"/>
                <a:cs typeface="Calibri"/>
              </a:defRPr>
            </a:lvl8pPr>
            <a:lvl9pPr algn="l">
              <a:defRPr sz="2600" b="1" lang="ko-KR">
                <a:solidFill>
                  <a:srgbClr val="C00000"/>
                </a:solidFill>
                <a:latin typeface="Calibri"/>
                <a:ea typeface="Calibri"/>
                <a:cs typeface="Calibri"/>
              </a:defRPr>
            </a:lvl9pPr>
          </a:lstStyle>
          <a:p>
            <a:pPr algn="l">
              <a:defRPr sz="2600" b="1" lang="ko-KR">
                <a:solidFill>
                  <a:srgbClr val="C00000"/>
                </a:solidFill>
                <a:latin typeface="Calibri"/>
                <a:ea typeface="Calibri"/>
                <a:cs typeface="Calibri"/>
              </a:defRPr>
            </a:pPr>
            <a:r>
              <a:rPr sz="2600" b="1" lang="ko-KR">
                <a:solidFill>
                  <a:srgbClr val="C00000"/>
                </a:solidFill>
                <a:latin typeface="Calibri"/>
                <a:ea typeface="Calibri"/>
                <a:cs typeface="Calibri"/>
              </a:rPr>
              <a:t>이 DP의 질문</a:t>
            </a:r>
            <a:endParaRPr lang="ko-KR">
              <a:latin typeface="Calibri"/>
              <a:ea typeface="Calibri"/>
              <a:cs typeface="Calibri"/>
            </a:endParaRPr>
          </a:p>
        </p:txBody>
      </p:sp>
      <p:sp>
        <p:nvSpPr>
          <p:cNvPr id="57" name="DP4 object 37">
            <a:extLst>
              <a:ext uri="{FF2B5EF4-FFF2-40B4-BE49-F238E27FC236}">
                <ns2:creationId id="{27C13C14-914D-4FBB-86F8-5DB2CB41EF29}"/>
              </a:ext>
            </a:extLst>
          </p:cNvPr>
          <p:cNvSpPr>
            <a:spLocks noGrp="1"/>
          </p:cNvSpPr>
          <p:nvPr/>
        </p:nvSpPr>
        <p:spPr>
          <a:xfrm>
            <a:off x="3381375" y="9001125"/>
            <a:ext cx="14049375" cy="533400"/>
          </a:xfrm>
          <a:prstGeom prst="rect">
            <a:avLst/>
          </a:prstGeom>
          <a:noFill/>
          <a:ln w="0">
            <a:noFill/>
            <a:prstDash val="solid"/>
          </a:ln>
        </p:spPr>
        <p:txBody>
          <a:bodyPr wrap="none" lIns="0" tIns="0" rIns="0" bIns="0" anchor="ctr">
            <a:noAutofit/>
          </a:bodyPr>
          <a:lstStyle>
            <a:defPPr algn="l">
              <a:defRPr sz="2800" b="1" lang="ko-KR">
                <a:solidFill>
                  <a:srgbClr val="111111"/>
                </a:solidFill>
                <a:latin typeface="Calibri"/>
                <a:ea typeface="Calibri"/>
                <a:cs typeface="Calibri"/>
              </a:defRPr>
            </a:defPPr>
            <a:lvl1pPr algn="l">
              <a:defRPr sz="2800" b="1" lang="ko-KR">
                <a:solidFill>
                  <a:srgbClr val="111111"/>
                </a:solidFill>
                <a:latin typeface="Calibri"/>
                <a:ea typeface="Calibri"/>
                <a:cs typeface="Calibri"/>
              </a:defRPr>
            </a:lvl1pPr>
            <a:lvl2pPr algn="l">
              <a:defRPr sz="2800" b="1" lang="ko-KR">
                <a:solidFill>
                  <a:srgbClr val="111111"/>
                </a:solidFill>
                <a:latin typeface="Calibri"/>
                <a:ea typeface="Calibri"/>
                <a:cs typeface="Calibri"/>
              </a:defRPr>
            </a:lvl2pPr>
            <a:lvl3pPr algn="l">
              <a:defRPr sz="2800" b="1" lang="ko-KR">
                <a:solidFill>
                  <a:srgbClr val="111111"/>
                </a:solidFill>
                <a:latin typeface="Calibri"/>
                <a:ea typeface="Calibri"/>
                <a:cs typeface="Calibri"/>
              </a:defRPr>
            </a:lvl3pPr>
            <a:lvl4pPr algn="l">
              <a:defRPr sz="2800" b="1" lang="ko-KR">
                <a:solidFill>
                  <a:srgbClr val="111111"/>
                </a:solidFill>
                <a:latin typeface="Calibri"/>
                <a:ea typeface="Calibri"/>
                <a:cs typeface="Calibri"/>
              </a:defRPr>
            </a:lvl4pPr>
            <a:lvl5pPr algn="l">
              <a:defRPr sz="2800" b="1" lang="ko-KR">
                <a:solidFill>
                  <a:srgbClr val="111111"/>
                </a:solidFill>
                <a:latin typeface="Calibri"/>
                <a:ea typeface="Calibri"/>
                <a:cs typeface="Calibri"/>
              </a:defRPr>
            </a:lvl5pPr>
            <a:lvl6pPr algn="l">
              <a:defRPr sz="2800" b="1" lang="ko-KR">
                <a:solidFill>
                  <a:srgbClr val="111111"/>
                </a:solidFill>
                <a:latin typeface="Calibri"/>
                <a:ea typeface="Calibri"/>
                <a:cs typeface="Calibri"/>
              </a:defRPr>
            </a:lvl6pPr>
            <a:lvl7pPr algn="l">
              <a:defRPr sz="2800" b="1" lang="ko-KR">
                <a:solidFill>
                  <a:srgbClr val="111111"/>
                </a:solidFill>
                <a:latin typeface="Calibri"/>
                <a:ea typeface="Calibri"/>
                <a:cs typeface="Calibri"/>
              </a:defRPr>
            </a:lvl7pPr>
            <a:lvl8pPr algn="l">
              <a:defRPr sz="2800" b="1" lang="ko-KR">
                <a:solidFill>
                  <a:srgbClr val="111111"/>
                </a:solidFill>
                <a:latin typeface="Calibri"/>
                <a:ea typeface="Calibri"/>
                <a:cs typeface="Calibri"/>
              </a:defRPr>
            </a:lvl8pPr>
            <a:lvl9pPr algn="l">
              <a:defRPr sz="2800" b="1" lang="ko-KR">
                <a:solidFill>
                  <a:srgbClr val="111111"/>
                </a:solidFill>
                <a:latin typeface="Calibri"/>
                <a:ea typeface="Calibri"/>
                <a:cs typeface="Calibri"/>
              </a:defRPr>
            </a:lvl9pPr>
          </a:lstStyle>
          <a:p>
            <a:pPr algn="l">
              <a:defRPr sz="2800" b="1" lang="ko-KR">
                <a:solidFill>
                  <a:srgbClr val="111111"/>
                </a:solidFill>
                <a:latin typeface="Calibri"/>
                <a:ea typeface="Calibri"/>
                <a:cs typeface="Calibri"/>
              </a:defRPr>
            </a:pPr>
            <a:r>
              <a:rPr sz="2800" b="1" lang="ko-KR">
                <a:solidFill>
                  <a:srgbClr val="111111"/>
                </a:solidFill>
                <a:latin typeface="Calibri"/>
                <a:ea typeface="Calibri"/>
                <a:cs typeface="Calibri"/>
              </a:rPr>
              <a:t>인계 자료를 언제 준비하고, 누가 상세 범위를 선택할 것인가?</a:t>
            </a:r>
            <a:endParaRPr lang="ko-KR">
              <a:latin typeface="Calibri"/>
              <a:ea typeface="Calibri"/>
              <a:cs typeface="Calibri"/>
            </a:endParaRPr>
          </a:p>
        </p:txBody>
      </p:sp>
      <p:sp>
        <p:nvSpPr>
          <p:cNvPr id="58" name="DP4 object 38">
            <a:extLst>
              <a:ext uri="{FF2B5EF4-FFF2-40B4-BE49-F238E27FC236}">
                <ns2:creationId id="{EF5AC2F0-A6CF-425A-99E4-6413CDEB3650}"/>
              </a:ext>
            </a:extLst>
          </p:cNvPr>
          <p:cNvSpPr>
            <a:spLocks noGrp="1"/>
          </p:cNvSpPr>
          <p:nvPr/>
        </p:nvSpPr>
        <p:spPr>
          <a:xfrm>
            <a:off x="3381375" y="9620250"/>
            <a:ext cx="13906500" cy="35242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위임할 때 구성 / 지속 업무 기록에서 추출 / 수신자가 원문을 선택해 읽기</a:t>
            </a:r>
            <a:endParaRPr lang="ko-KR">
              <a:latin typeface="Calibri"/>
              <a:ea typeface="Calibri"/>
              <a:cs typeface="Calibri"/>
            </a:endParaRPr>
          </a:p>
        </p:txBody>
      </p:sp>
    </p:spTree>
    <p:extLst>
      <p:ext uri="{BB962C8B-B14F-4D97-AF65-F5344CB8AC3E}">
        <p14:creationId val="992486375"/>
      </p:ext>
    </p:extLst>
  </p:cSld>
</p:sld>
</file>

<file path=ppt/slides/slide14.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6" name="Unified slide title">
            <a:extLst>
              <a:ext uri="{FF2B5EF4-FFF2-40B4-BE49-F238E27FC236}">
                <ns2:creationId id="{AB495C44-77E9-4DD1-BD7C-B0314CEDB0A1}"/>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(설계 방안 비교)</a:t>
            </a:r>
            <a:endParaRPr lang="ko-KR">
              <a:latin typeface="Calibri"/>
              <a:ea typeface="Calibri"/>
              <a:cs typeface="Calibri"/>
            </a:endParaRPr>
          </a:p>
        </p:txBody>
      </p:sp>
      <p:sp>
        <p:nvSpPr>
          <p:cNvPr id="2" name="Workflow 과제 소개">
            <a:extLst>
              <a:ext uri="{FF2B5EF4-FFF2-40B4-BE49-F238E27FC236}">
                <ns2:creationId id="{55030A91-5E7B-4D95-B121-A8DAB072617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9D1821FA-D4EB-41E7-B109-68DB153D0F7C}"/>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23F208F-176D-411F-84EB-8ADDBC7BD10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D92B25E4-9AE3-4403-98C0-8127BC137C6D}"/>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47A933BF-860F-41EC-B9BB-B3094245462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7143FE8E-734E-42B9-BE73-B8BED79489BB}"/>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2FB23B00-7E13-421C-8269-FC2841625A51}"/>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978E29C2-F72B-4480-A1C6-2941E76A189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18CD546E-AE13-4ED5-A6FE-39AD83FDF62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F6999394-0C4C-472B-9F25-8578B71F3533}"/>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B8E21E66-B297-450F-A936-762208AE25BE}"/>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F457EBE2-90B3-4BE5-AD5E-EB761020CC2D}"/>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15 / 17</a:t>
            </a:r>
            <a:endParaRPr lang="ko-KR">
              <a:latin typeface="Calibri"/>
              <a:ea typeface="Calibri"/>
              <a:cs typeface="Calibri"/>
            </a:endParaRPr>
          </a:p>
        </p:txBody>
      </p:sp>
      <p:sp>
        <p:nvSpPr>
          <p:cNvPr id="14" name="DP4 object 39">
            <a:extLst>
              <a:ext uri="{FF2B5EF4-FFF2-40B4-BE49-F238E27FC236}">
                <ns2:creationId id="{130864DA-C8BE-4864-9233-B910137E567E}"/>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A↔B는 준비 수명 / A↔C는 상세 자료 선택 책임이 다르다</a:t>
            </a:r>
            <a:endParaRPr lang="ko-KR">
              <a:latin typeface="Calibri"/>
              <a:ea typeface="Calibri"/>
              <a:cs typeface="Calibri"/>
            </a:endParaRPr>
          </a:p>
        </p:txBody>
      </p:sp>
      <p:graphicFrame>
        <p:nvGraphicFramePr>
          <p:cNvPr id="15" name="">
            <a:extLst>
              <a:ext uri="{FF2B5EF4-FFF2-40B4-BE49-F238E27FC236}">
                <ns2:creationId id="{0B2D5097-5091-4882-A772-EE507CFDBEC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0.0757928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40">
            <a:extLst>
              <a:ext uri="{FF2B5EF4-FFF2-40B4-BE49-F238E27FC236}">
                <ns2:creationId id="{08259352-568A-4CD2-892F-B6B784789F03}"/>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41">
            <a:extLst>
              <a:ext uri="{FF2B5EF4-FFF2-40B4-BE49-F238E27FC236}">
                <ns2:creationId id="{984A59F4-475D-4978-8294-6B0916435F46}"/>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42">
            <a:extLst>
              <a:ext uri="{FF2B5EF4-FFF2-40B4-BE49-F238E27FC236}">
                <ns2:creationId id="{71661F52-66E0-40BE-8233-40EC9EC2ECD2}"/>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43">
            <a:extLst>
              <a:ext uri="{FF2B5EF4-FFF2-40B4-BE49-F238E27FC236}">
                <ns2:creationId id="{93018214-7B74-47F5-B059-C6626DD3CFE3}"/>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BA0683C1-5A8F-4883-BC3B-2D646D3D8645}"/>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44">
            <a:extLst>
              <a:ext uri="{FF2B5EF4-FFF2-40B4-BE49-F238E27FC236}">
                <ns2:creationId id="{F38AF3DF-FBE0-433C-9169-C165599AD917}"/>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45">
            <a:extLst>
              <a:ext uri="{FF2B5EF4-FFF2-40B4-BE49-F238E27FC236}">
                <ns2:creationId id="{ACBE80E7-4514-40AB-AFD9-4BCAD3ADCC16}"/>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46">
            <a:extLst>
              <a:ext uri="{FF2B5EF4-FFF2-40B4-BE49-F238E27FC236}">
                <ns2:creationId id="{3FD0F47B-AFDB-42BC-9C78-CDC37570C3BC}"/>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47">
            <a:extLst>
              <a:ext uri="{FF2B5EF4-FFF2-40B4-BE49-F238E27FC236}">
                <ns2:creationId id="{83E75B75-A337-4B4F-BD99-92CB6226DCA3}"/>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8280101B-F5D9-46FC-9467-8C0AF702CAD9}"/>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48">
            <a:extLst>
              <a:ext uri="{FF2B5EF4-FFF2-40B4-BE49-F238E27FC236}">
                <ns2:creationId id="{4E702A44-6FF2-4B8B-A5DC-1425BC8BDFCC}"/>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78BB1ADD-A108-44A4-9823-A53B06AE4B3C}"/>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49">
            <a:extLst>
              <a:ext uri="{FF2B5EF4-FFF2-40B4-BE49-F238E27FC236}">
                <ns2:creationId id="{6CD5178B-DF78-4710-A862-2F83BDEADFB9}"/>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50">
            <a:extLst>
              <a:ext uri="{FF2B5EF4-FFF2-40B4-BE49-F238E27FC236}">
                <ns2:creationId id="{75D38F82-848F-4D02-A5D5-6A9532027250}"/>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3536F37-09D5-4519-9A67-7E25D08166F0}"/>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51">
            <a:extLst>
              <a:ext uri="{FF2B5EF4-FFF2-40B4-BE49-F238E27FC236}">
                <ns2:creationId id="{2B826F13-6841-436A-A8A6-5B1FAB1F3B88}"/>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F85278B3-7B4F-4D23-AF1D-82289A2E0DEA}"/>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52">
            <a:extLst>
              <a:ext uri="{FF2B5EF4-FFF2-40B4-BE49-F238E27FC236}">
                <ns2:creationId id="{5AB18233-A6E8-4B34-8F6F-BBF2B4DFCB23}"/>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53">
            <a:extLst>
              <a:ext uri="{FF2B5EF4-FFF2-40B4-BE49-F238E27FC236}">
                <ns2:creationId id="{F138576A-B192-4853-898A-099F217F332B}"/>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54">
            <a:extLst>
              <a:ext uri="{FF2B5EF4-FFF2-40B4-BE49-F238E27FC236}">
                <ns2:creationId id="{FE29C730-838B-4B9F-96A7-3BD5FAD2FA8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55">
            <a:extLst>
              <a:ext uri="{FF2B5EF4-FFF2-40B4-BE49-F238E27FC236}">
                <ns2:creationId id="{3109F00F-8C98-474D-A1EE-C401ACC11AA0}"/>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56">
            <a:extLst>
              <a:ext uri="{FF2B5EF4-FFF2-40B4-BE49-F238E27FC236}">
                <ns2:creationId id="{2B806F90-B6BC-4410-B13F-40D281EE042F}"/>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2CFFBB7D-7697-4232-95CB-0FB0D8854F0F}"/>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57">
            <a:extLst>
              <a:ext uri="{FF2B5EF4-FFF2-40B4-BE49-F238E27FC236}">
                <ns2:creationId id="{02759022-EE25-47CB-AB8E-7CB356D699B0}"/>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58">
            <a:extLst>
              <a:ext uri="{FF2B5EF4-FFF2-40B4-BE49-F238E27FC236}">
                <ns2:creationId id="{A91F2B9C-339A-4715-9999-C90531D9A378}"/>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59">
            <a:extLst>
              <a:ext uri="{FF2B5EF4-FFF2-40B4-BE49-F238E27FC236}">
                <ns2:creationId id="{E881B8F1-4FEE-449F-8CB6-CF9A90B4D920}"/>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60">
            <a:extLst>
              <a:ext uri="{FF2B5EF4-FFF2-40B4-BE49-F238E27FC236}">
                <ns2:creationId id="{B661EB07-4B79-4F5D-9FE3-FDA496EEC3CA}"/>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61">
            <a:extLst>
              <a:ext uri="{FF2B5EF4-FFF2-40B4-BE49-F238E27FC236}">
                <ns2:creationId id="{CC72061E-92F3-4E7D-B46B-5C3BD3AC55F7}"/>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62">
            <a:extLst>
              <a:ext uri="{FF2B5EF4-FFF2-40B4-BE49-F238E27FC236}">
                <ns2:creationId id="{4FD4B94A-C5E9-41CD-BCAC-81374E5539D7}"/>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63">
            <a:extLst>
              <a:ext uri="{FF2B5EF4-FFF2-40B4-BE49-F238E27FC236}">
                <ns2:creationId id="{DB9CAA4F-88B4-4365-AB32-9D454B4BFD1E}"/>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B30A072E-FFD7-4C89-A64D-ED8926E75416}"/>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64">
            <a:extLst>
              <a:ext uri="{FF2B5EF4-FFF2-40B4-BE49-F238E27FC236}">
                <ns2:creationId id="{3716A2C2-EA1A-4F36-B4E9-9193E7A9033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887F877F-FC2D-4626-831C-540B347D2FC8}"/>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65">
            <a:extLst>
              <a:ext uri="{FF2B5EF4-FFF2-40B4-BE49-F238E27FC236}">
                <ns2:creationId id="{8A9EC43C-B022-4631-9AA5-0D5529109660}"/>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1736EF89-A4AF-4BD5-8DAF-20949C25F654}"/>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66">
            <a:extLst>
              <a:ext uri="{FF2B5EF4-FFF2-40B4-BE49-F238E27FC236}">
                <ns2:creationId id="{77392955-D3BB-4B36-BC95-C6A8F9CD2E32}"/>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67">
            <a:extLst>
              <a:ext uri="{FF2B5EF4-FFF2-40B4-BE49-F238E27FC236}">
                <ns2:creationId id="{C1769CC1-7D4A-424F-9E54-3B504B4EE9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68">
            <a:extLst>
              <a:ext uri="{FF2B5EF4-FFF2-40B4-BE49-F238E27FC236}">
                <ns2:creationId id="{FDB25685-5A0B-42DE-B43A-5E531FFA0B8D}"/>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69">
            <a:extLst>
              <a:ext uri="{FF2B5EF4-FFF2-40B4-BE49-F238E27FC236}">
                <ns2:creationId id="{1C9344DC-686C-482E-8FCF-9939B3318803}"/>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70">
            <a:extLst>
              <a:ext uri="{FF2B5EF4-FFF2-40B4-BE49-F238E27FC236}">
                <ns2:creationId id="{1B3E4B89-51F5-48D4-A062-C54BC0EFE6D6}"/>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71">
            <a:extLst>
              <a:ext uri="{FF2B5EF4-FFF2-40B4-BE49-F238E27FC236}">
                <ns2:creationId id="{0999B5A2-2AAD-418A-8CC9-3332F0571987}"/>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72">
            <a:extLst>
              <a:ext uri="{FF2B5EF4-FFF2-40B4-BE49-F238E27FC236}">
                <ns2:creationId id="{0DC95DDE-E3DE-43EA-828C-50E8A4993B4F}"/>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73">
            <a:extLst>
              <a:ext uri="{FF2B5EF4-FFF2-40B4-BE49-F238E27FC236}">
                <ns2:creationId id="{2320EE33-5EB6-4202-A2E8-BFC5E0243840}"/>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D9E82DE1-C865-4FD7-A321-5A2860275D09}"/>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74">
            <a:extLst>
              <a:ext uri="{FF2B5EF4-FFF2-40B4-BE49-F238E27FC236}">
                <ns2:creationId id="{71E33B59-8497-4B97-BC11-27E33E753CB5}"/>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751B3E6F-6DA6-4397-8809-C86A41557AAA}"/>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75">
            <a:extLst>
              <a:ext uri="{FF2B5EF4-FFF2-40B4-BE49-F238E27FC236}">
                <ns2:creationId id="{930AE265-E84D-4801-8F87-6AD813164BAF}"/>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76">
            <a:extLst>
              <a:ext uri="{FF2B5EF4-FFF2-40B4-BE49-F238E27FC236}">
                <ns2:creationId id="{024D54D5-E70C-4CF5-9098-B14CE4415E59}"/>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77">
            <a:extLst>
              <a:ext uri="{FF2B5EF4-FFF2-40B4-BE49-F238E27FC236}">
                <ns2:creationId id="{81E6492F-011A-4911-9436-2E3AF79A3F12}"/>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DE188298-D183-47EB-9CB0-610CA4B56155}"/>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78">
            <a:extLst>
              <a:ext uri="{FF2B5EF4-FFF2-40B4-BE49-F238E27FC236}">
                <ns2:creationId id="{FC9A6877-9D4D-4823-A542-BC35586D47AB}"/>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60501D46-BACE-4051-9A52-B7D519BC2309}"/>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79">
            <a:extLst>
              <a:ext uri="{FF2B5EF4-FFF2-40B4-BE49-F238E27FC236}">
                <ns2:creationId id="{4CBEA675-7336-4963-A7FC-414E7E46D832}"/>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80">
            <a:extLst>
              <a:ext uri="{FF2B5EF4-FFF2-40B4-BE49-F238E27FC236}">
                <ns2:creationId id="{8BB9E7F0-0EC7-4329-A6C7-B8F3F2BD13DC}"/>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81">
            <a:extLst>
              <a:ext uri="{FF2B5EF4-FFF2-40B4-BE49-F238E27FC236}">
                <ns2:creationId id="{240A3754-4F21-4332-BDBB-F5E15654DD07}"/>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82">
            <a:extLst>
              <a:ext uri="{FF2B5EF4-FFF2-40B4-BE49-F238E27FC236}">
                <ns2:creationId id="{198E972E-90ED-45C3-A68A-AACB2536D2A6}"/>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83">
            <a:extLst>
              <a:ext uri="{FF2B5EF4-FFF2-40B4-BE49-F238E27FC236}">
                <ns2:creationId id="{4C8E19CA-24FD-424F-8792-E998627B8A33}"/>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A7FA3233-EB28-4AD3-AEDA-C7CBDAB32427}"/>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84">
            <a:extLst>
              <a:ext uri="{FF2B5EF4-FFF2-40B4-BE49-F238E27FC236}">
                <ns2:creationId id="{4963EF45-B6B8-43F6-8B8F-D8ED2BEA1EB6}"/>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85">
            <a:extLst>
              <a:ext uri="{FF2B5EF4-FFF2-40B4-BE49-F238E27FC236}">
                <ns2:creationId id="{76649874-4E2A-47D2-8D37-56F97D502B83}"/>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86">
            <a:extLst>
              <a:ext uri="{FF2B5EF4-FFF2-40B4-BE49-F238E27FC236}">
                <ns2:creationId id="{5937467A-9B5E-4286-8EB3-0A232B78C9D0}"/>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87">
            <a:extLst>
              <a:ext uri="{FF2B5EF4-FFF2-40B4-BE49-F238E27FC236}">
                <ns2:creationId id="{8980B8F0-F3AA-45C9-A3EC-9AA58336DDCD}"/>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88">
            <a:extLst>
              <a:ext uri="{FF2B5EF4-FFF2-40B4-BE49-F238E27FC236}">
                <ns2:creationId id="{FEEC4318-F243-49B9-A280-5B294815D0DB}"/>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89">
            <a:extLst>
              <a:ext uri="{FF2B5EF4-FFF2-40B4-BE49-F238E27FC236}">
                <ns2:creationId id="{57965D61-C19D-431E-B1EC-CE86E659241F}"/>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90">
            <a:extLst>
              <a:ext uri="{FF2B5EF4-FFF2-40B4-BE49-F238E27FC236}">
                <ns2:creationId id="{DDA6D71B-36AD-44E2-80DD-71FAC2FA1369}"/>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91">
            <a:extLst>
              <a:ext uri="{FF2B5EF4-FFF2-40B4-BE49-F238E27FC236}">
                <ns2:creationId id="{DC573456-EEC2-47E9-956F-EC19DD496532}"/>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92">
            <a:extLst>
              <a:ext uri="{FF2B5EF4-FFF2-40B4-BE49-F238E27FC236}">
                <ns2:creationId id="{8CCC334B-F772-4AD4-A616-EDE131FBAB72}"/>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93">
            <a:extLst>
              <a:ext uri="{FF2B5EF4-FFF2-40B4-BE49-F238E27FC236}">
                <ns2:creationId id="{61B67C35-8487-4202-918B-2A349205C922}"/>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94">
            <a:extLst>
              <a:ext uri="{FF2B5EF4-FFF2-40B4-BE49-F238E27FC236}">
                <ns2:creationId id="{6C945863-9C64-4601-8857-9C6B9CCA0C36}"/>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D9E49D5E-11A4-4B9C-AECE-2240DB122419}"/>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95">
            <a:extLst>
              <a:ext uri="{FF2B5EF4-FFF2-40B4-BE49-F238E27FC236}">
                <ns2:creationId id="{F87F07EC-67A3-4E15-A05A-C03E0A5E447D}"/>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07214086-249D-47C2-9574-9EC68DB2FA21}"/>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96">
            <a:extLst>
              <a:ext uri="{FF2B5EF4-FFF2-40B4-BE49-F238E27FC236}">
                <ns2:creationId id="{D25D0D9C-2BFA-4717-9B3F-0D69D1B91238}"/>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A1E33A0F-87F7-4F7D-BA1F-DD3317AC1790}"/>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97">
            <a:extLst>
              <a:ext uri="{FF2B5EF4-FFF2-40B4-BE49-F238E27FC236}">
                <ns2:creationId id="{EE2B840A-FDC3-46AD-9D65-8C16E045D5FF}"/>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98">
            <a:extLst>
              <a:ext uri="{FF2B5EF4-FFF2-40B4-BE49-F238E27FC236}">
                <ns2:creationId id="{B4810DFA-8222-4280-8937-DBCBB6EFF419}"/>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99">
            <a:extLst>
              <a:ext uri="{FF2B5EF4-FFF2-40B4-BE49-F238E27FC236}">
                <ns2:creationId id="{3E560135-F557-40BF-80BD-ED3AB3E72848}"/>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100">
            <a:extLst>
              <a:ext uri="{FF2B5EF4-FFF2-40B4-BE49-F238E27FC236}">
                <ns2:creationId id="{DBBAFFE8-5937-4AAC-BBD8-25DBD48E2603}"/>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101">
            <a:extLst>
              <a:ext uri="{FF2B5EF4-FFF2-40B4-BE49-F238E27FC236}">
                <ns2:creationId id="{1197BCB5-14AB-447F-9468-19B52264E9D7}"/>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102">
            <a:extLst>
              <a:ext uri="{FF2B5EF4-FFF2-40B4-BE49-F238E27FC236}">
                <ns2:creationId id="{9BECC57B-9B02-4C12-89D1-ACB9FDC7AF97}"/>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103">
            <a:extLst>
              <a:ext uri="{FF2B5EF4-FFF2-40B4-BE49-F238E27FC236}">
                <ns2:creationId id="{0FA77DFE-5CB3-4BB3-B458-A04928A9C054}"/>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104">
            <a:extLst>
              <a:ext uri="{FF2B5EF4-FFF2-40B4-BE49-F238E27FC236}">
                <ns2:creationId id="{3E901649-2D45-4B70-B425-13089F2E0F21}"/>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CDD76218-8A66-455D-A407-682E98A5A70E}"/>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105">
            <a:extLst>
              <a:ext uri="{FF2B5EF4-FFF2-40B4-BE49-F238E27FC236}">
                <ns2:creationId id="{EFCD7947-41EF-4D79-B679-B433432B52E6}"/>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4969E4B3-F089-49F5-B7BE-9949D03F3556}"/>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106">
            <a:extLst>
              <a:ext uri="{FF2B5EF4-FFF2-40B4-BE49-F238E27FC236}">
                <ns2:creationId id="{122D4218-A309-477E-8116-BF1225F26C5D}"/>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107">
            <a:extLst>
              <a:ext uri="{FF2B5EF4-FFF2-40B4-BE49-F238E27FC236}">
                <ns2:creationId id="{10CB8B64-2D02-4203-9EE5-669E6FBA7E0D}"/>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D55EE4F3-9DA3-42CD-BD72-603A8ED00A87}"/>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108">
            <a:extLst>
              <a:ext uri="{FF2B5EF4-FFF2-40B4-BE49-F238E27FC236}">
                <ns2:creationId id="{434E3F1B-7FA3-49C3-9BEE-F2658C49B9D6}"/>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109">
            <a:extLst>
              <a:ext uri="{FF2B5EF4-FFF2-40B4-BE49-F238E27FC236}">
                <ns2:creationId id="{E860DD94-B683-422A-AD56-694EFB70D28B}"/>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110">
            <a:extLst>
              <a:ext uri="{FF2B5EF4-FFF2-40B4-BE49-F238E27FC236}">
                <ns2:creationId id="{5D7FD5AD-FB6E-49C5-8C26-3A2C07CA49A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DP4 object 111">
            <a:extLst>
              <a:ext uri="{FF2B5EF4-FFF2-40B4-BE49-F238E27FC236}">
                <ns2:creationId id="{FF531FEA-DA9A-411C-A2A6-2C2BEB894C01}"/>
              </a:ext>
            </a:extLst>
          </p:cNvPr>
          <p:cNvSpPr>
            <a:spLocks noGrp="1"/>
          </p:cNvSpPr>
          <p:nvPr/>
        </p:nvSpPr>
        <p:spPr>
          <a:xfrm>
            <a:off x="12944475" y="3895725"/>
            <a:ext cx="2295525" cy="30480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필수 조건은 VIA가 명시</a:t>
            </a:r>
            <a:endParaRPr lang="ko-KR">
              <a:latin typeface="Calibri"/>
              <a:ea typeface="Calibri"/>
              <a:cs typeface="Calibri"/>
            </a:endParaRPr>
          </a:p>
        </p:txBody>
      </p:sp>
      <p:sp>
        <p:nvSpPr>
          <p:cNvPr id="108" name="Editable path 112">
            <a:extLst>
              <a:ext uri="{FF2B5EF4-FFF2-40B4-BE49-F238E27FC236}">
                <ns2:creationId id="{A487B9F3-6535-42F8-A077-03F92BAC1A86}"/>
              </a:ext>
            </a:extLst>
          </p:cNvPr>
          <p:cNvSpPr>
            <a:spLocks noGrp="1"/>
          </p:cNvSpPr>
          <p:nvPr/>
        </p:nvSpPr>
        <p:spPr>
          <a:xfrm>
            <a:off x="14087475" y="3781425"/>
            <a:ext cx="953" cy="95250"/>
          </a:xfrm>
          <a:custGeom>
            <a:pathLst>
              <a:path w="953" h="95250">
                <a:moveTo>
                  <a:pt x="0" y="0"/>
                </a:moveTo>
                <a:lnTo>
                  <a:pt x="0" y="95250"/>
                </a:lnTo>
              </a:path>
            </a:pathLst>
          </a:custGeom>
          <a:noFill/>
          <a:ln w="19050">
            <a:solidFill>
              <a:srgbClr val="111111"/>
            </a:solidFill>
            <a:prstDash val="solid"/>
          </a:ln>
        </p:spPr>
      </p:sp>
      <p:sp>
        <p:nvSpPr>
          <p:cNvPr id="109" name="Editable arrowhead 113">
            <a:extLst>
              <a:ext uri="{FF2B5EF4-FFF2-40B4-BE49-F238E27FC236}">
                <ns2:creationId id="{A1C647DE-2962-4004-8775-B96FF4800FD4}"/>
              </a:ext>
            </a:extLst>
          </p:cNvPr>
          <p:cNvSpPr>
            <a:spLocks noGrp="1"/>
          </p:cNvSpPr>
          <p:nvPr/>
        </p:nvSpPr>
        <p:spPr>
          <a:xfrm>
            <a:off x="14039850" y="37814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0" name="Editable path 114">
            <a:extLst>
              <a:ext uri="{FF2B5EF4-FFF2-40B4-BE49-F238E27FC236}">
                <ns2:creationId id="{25EB0D0A-27F8-46E8-8CC7-AD458E6E8B7D}"/>
              </a:ext>
            </a:extLst>
          </p:cNvPr>
          <p:cNvSpPr>
            <a:spLocks noGrp="1"/>
          </p:cNvSpPr>
          <p:nvPr/>
        </p:nvSpPr>
        <p:spPr>
          <a:xfrm>
            <a:off x="14087475" y="4210050"/>
            <a:ext cx="953" cy="142875"/>
          </a:xfrm>
          <a:custGeom>
            <a:pathLst>
              <a:path w="953" h="142875">
                <a:moveTo>
                  <a:pt x="0" y="0"/>
                </a:moveTo>
                <a:lnTo>
                  <a:pt x="0" y="142875"/>
                </a:lnTo>
              </a:path>
            </a:pathLst>
          </a:custGeom>
          <a:noFill/>
          <a:ln w="19050">
            <a:solidFill>
              <a:srgbClr val="111111"/>
            </a:solidFill>
            <a:prstDash val="solid"/>
          </a:ln>
        </p:spPr>
      </p:sp>
      <p:sp>
        <p:nvSpPr>
          <p:cNvPr id="111" name="Editable arrowhead 115">
            <a:extLst>
              <a:ext uri="{FF2B5EF4-FFF2-40B4-BE49-F238E27FC236}">
                <ns2:creationId id="{4DBEB542-D67E-47F2-9A56-9F170F601184}"/>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2" name="manifest / 필수 조건·참조">
            <a:extLst>
              <a:ext uri="{FF2B5EF4-FFF2-40B4-BE49-F238E27FC236}">
                <ns2:creationId id="{3E9F1723-A4ED-4EB2-A0D9-533CFCAFB145}"/>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3" name="DP4 object 116">
            <a:extLst>
              <a:ext uri="{FF2B5EF4-FFF2-40B4-BE49-F238E27FC236}">
                <ns2:creationId id="{E5F455BD-6395-47B1-A965-FD305589F23E}"/>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4" name="요청 범위 읽기 제공&#10;권한·판본·철회 검사">
            <a:extLst>
              <a:ext uri="{FF2B5EF4-FFF2-40B4-BE49-F238E27FC236}">
                <ns2:creationId id="{1B6BCD5A-B020-4455-96AB-B0F90C81CFE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5" name="DP4 object 117">
            <a:extLst>
              <a:ext uri="{FF2B5EF4-FFF2-40B4-BE49-F238E27FC236}">
                <ns2:creationId id="{D4DF40EA-8B0A-456C-AF91-AC993B4ECAE7}"/>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6" name="lease / read receipt">
            <a:extLst>
              <a:ext uri="{FF2B5EF4-FFF2-40B4-BE49-F238E27FC236}">
                <ns2:creationId id="{252E1E0C-290D-4345-9A3E-10FC95D614DC}"/>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7" name="DP4 object 118">
            <a:extLst>
              <a:ext uri="{FF2B5EF4-FFF2-40B4-BE49-F238E27FC236}">
                <ns2:creationId id="{E4BE1A39-4B93-409C-B812-7EFF29500CCC}"/>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8" name="Editable path 119">
            <a:extLst>
              <a:ext uri="{FF2B5EF4-FFF2-40B4-BE49-F238E27FC236}">
                <ns2:creationId id="{E075E9C7-D157-4F4F-80C4-A8CA5B0EA6EF}"/>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19" name="Editable arrowhead 120">
            <a:extLst>
              <a:ext uri="{FF2B5EF4-FFF2-40B4-BE49-F238E27FC236}">
                <ns2:creationId id="{6028DB85-2F79-49F9-A934-9B2EA132BB83}"/>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0" name="Task Manager&#10;명령 확정">
            <a:extLst>
              <a:ext uri="{FF2B5EF4-FFF2-40B4-BE49-F238E27FC236}">
                <ns2:creationId id="{F99D410E-6F49-49F2-9108-423D70B74750}"/>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1" name="DP4 object 121">
            <a:extLst>
              <a:ext uri="{FF2B5EF4-FFF2-40B4-BE49-F238E27FC236}">
                <ns2:creationId id="{4F763AF2-9213-4F3F-B548-14799E1DD1D7}"/>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2" name="Agent Gateway&#10;전송 / READ 연결">
            <a:extLst>
              <a:ext uri="{FF2B5EF4-FFF2-40B4-BE49-F238E27FC236}">
                <ns2:creationId id="{A730CCCE-411C-485D-8E74-29CAE3D9F092}"/>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3" name="DP4 object 122">
            <a:extLst>
              <a:ext uri="{FF2B5EF4-FFF2-40B4-BE49-F238E27FC236}">
                <ns2:creationId id="{214EE4A5-BEB6-4221-94B3-8CE79C31F1C0}"/>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4" name="Editable path 123">
            <a:extLst>
              <a:ext uri="{FF2B5EF4-FFF2-40B4-BE49-F238E27FC236}">
                <ns2:creationId id="{BCBABF1F-6195-4659-B7BA-75421981BA51}"/>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5" name="Editable arrowhead 124">
            <a:extLst>
              <a:ext uri="{FF2B5EF4-FFF2-40B4-BE49-F238E27FC236}">
                <ns2:creationId id="{96F0032C-95E1-4246-A96C-2A9D19C890DB}"/>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6" name="Editable path 125">
            <a:extLst>
              <a:ext uri="{FF2B5EF4-FFF2-40B4-BE49-F238E27FC236}">
                <ns2:creationId id="{A9987779-9C87-40B4-8ABD-D2B312133C61}"/>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7" name="Editable arrowhead 126">
            <a:extLst>
              <a:ext uri="{FF2B5EF4-FFF2-40B4-BE49-F238E27FC236}">
                <ns2:creationId id="{D5FE99E4-4BA8-43FC-9F56-EEB8916ED748}"/>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8" name="외부 Downstream Agent&#10;상세 범위를 선택·요청">
            <a:extLst>
              <a:ext uri="{FF2B5EF4-FFF2-40B4-BE49-F238E27FC236}">
                <ns2:creationId id="{5649B4C9-1F1E-4B88-9CC6-9FD44E68331A}"/>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29" name="DP4 object 127">
            <a:extLst>
              <a:ext uri="{FF2B5EF4-FFF2-40B4-BE49-F238E27FC236}">
                <ns2:creationId id="{EC796463-1765-4E0F-83A5-F40BE06E70BA}"/>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0" name="Editable path 128">
            <a:extLst>
              <a:ext uri="{FF2B5EF4-FFF2-40B4-BE49-F238E27FC236}">
                <ns2:creationId id="{3F90862D-B177-4B7F-AA4F-9115744C53A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1" name="Editable arrowhead 129">
            <a:extLst>
              <a:ext uri="{FF2B5EF4-FFF2-40B4-BE49-F238E27FC236}">
                <ns2:creationId id="{5436F16E-87AD-42AD-A3C1-709F4E08F9D5}"/>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2" name="Editable path 130">
            <a:extLst>
              <a:ext uri="{FF2B5EF4-FFF2-40B4-BE49-F238E27FC236}">
                <ns2:creationId id="{D925FCF3-732D-4210-BFF1-045064F23B5C}"/>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3" name="Editable arrowhead 131">
            <a:extLst>
              <a:ext uri="{FF2B5EF4-FFF2-40B4-BE49-F238E27FC236}">
                <ns2:creationId id="{38103500-3E38-455A-BF0E-A20A50A2786B}"/>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4" name="Editable path 132">
            <a:extLst>
              <a:ext uri="{FF2B5EF4-FFF2-40B4-BE49-F238E27FC236}">
                <ns2:creationId id="{71060A5E-E41D-4DEE-929C-9567DDA7C882}"/>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5" name="Editable arrowhead 133">
            <a:extLst>
              <a:ext uri="{FF2B5EF4-FFF2-40B4-BE49-F238E27FC236}">
                <ns2:creationId id="{99D217B2-BEF9-4495-9706-FB517A2F0773}"/>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6" name="Editable path 134">
            <a:extLst>
              <a:ext uri="{FF2B5EF4-FFF2-40B4-BE49-F238E27FC236}">
                <ns2:creationId id="{30F188BD-62DD-4CF1-B62B-155E14B4ADB0}"/>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7" name="Editable arrowhead 135">
            <a:extLst>
              <a:ext uri="{FF2B5EF4-FFF2-40B4-BE49-F238E27FC236}">
                <ns2:creationId id="{7023C169-86F4-4ED7-B2A7-2F77F3A6672D}"/>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8" name="DP4 object 136">
            <a:extLst>
              <a:ext uri="{FF2B5EF4-FFF2-40B4-BE49-F238E27FC236}">
                <ns2:creationId id="{C2FDD738-3994-4927-95C4-2F4CAE8FC4A7}"/>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39" name="DP4 object 137">
            <a:extLst>
              <a:ext uri="{FF2B5EF4-FFF2-40B4-BE49-F238E27FC236}">
                <ns2:creationId id="{E0325CF6-C44F-445A-AB5A-A017CC954CFD}"/>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0" name="DP4 object 138">
            <a:extLst>
              <a:ext uri="{FF2B5EF4-FFF2-40B4-BE49-F238E27FC236}">
                <ns2:creationId id="{917826FB-1C30-4D2D-9CFA-E7096C8EFF49}"/>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1" name="DP4 object 139">
            <a:extLst>
              <a:ext uri="{FF2B5EF4-FFF2-40B4-BE49-F238E27FC236}">
                <ns2:creationId id="{BF9D11C2-EF25-4120-852E-78EB8E4F897D}"/>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2" name="DP4 object 140">
            <a:extLst>
              <a:ext uri="{FF2B5EF4-FFF2-40B4-BE49-F238E27FC236}">
                <ns2:creationId id="{88B2A66C-B6A0-4FFD-A325-89557A1D2887}"/>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3" name="DP4 object 141">
            <a:extLst>
              <a:ext uri="{FF2B5EF4-FFF2-40B4-BE49-F238E27FC236}">
                <ns2:creationId id="{97B0AE87-69AC-46F2-9968-F7F066C30331}"/>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4" name="DP4 object 142">
            <a:extLst>
              <a:ext uri="{FF2B5EF4-FFF2-40B4-BE49-F238E27FC236}">
                <ns2:creationId id="{3DAE5C0A-648F-47C2-829A-FC5E31CEB693}"/>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5" name="DP4 object 143">
            <a:extLst>
              <a:ext uri="{FF2B5EF4-FFF2-40B4-BE49-F238E27FC236}">
                <ns2:creationId id="{DA60F789-8016-4B64-BFD1-EF56460E3CFC}"/>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1" lang="ko-KR">
                <a:solidFill>
                  <a:srgbClr val="111111"/>
                </a:solidFill>
                <a:latin typeface="Calibri"/>
                <a:ea typeface="Calibri"/>
                <a:cs typeface="Calibri"/>
              </a:defRPr>
            </a:defPPr>
            <a:lvl1pPr algn="l">
              <a:defRPr sz="1200" b="1" lang="ko-KR">
                <a:solidFill>
                  <a:srgbClr val="111111"/>
                </a:solidFill>
                <a:latin typeface="Calibri"/>
                <a:ea typeface="Calibri"/>
                <a:cs typeface="Calibri"/>
              </a:defRPr>
            </a:lvl1pPr>
            <a:lvl2pPr algn="l">
              <a:defRPr sz="1200" b="1" lang="ko-KR">
                <a:solidFill>
                  <a:srgbClr val="111111"/>
                </a:solidFill>
                <a:latin typeface="Calibri"/>
                <a:ea typeface="Calibri"/>
                <a:cs typeface="Calibri"/>
              </a:defRPr>
            </a:lvl2pPr>
            <a:lvl3pPr algn="l">
              <a:defRPr sz="1200" b="1" lang="ko-KR">
                <a:solidFill>
                  <a:srgbClr val="111111"/>
                </a:solidFill>
                <a:latin typeface="Calibri"/>
                <a:ea typeface="Calibri"/>
                <a:cs typeface="Calibri"/>
              </a:defRPr>
            </a:lvl3pPr>
            <a:lvl4pPr algn="l">
              <a:defRPr sz="1200" b="1" lang="ko-KR">
                <a:solidFill>
                  <a:srgbClr val="111111"/>
                </a:solidFill>
                <a:latin typeface="Calibri"/>
                <a:ea typeface="Calibri"/>
                <a:cs typeface="Calibri"/>
              </a:defRPr>
            </a:lvl4pPr>
            <a:lvl5pPr algn="l">
              <a:defRPr sz="1200" b="1" lang="ko-KR">
                <a:solidFill>
                  <a:srgbClr val="111111"/>
                </a:solidFill>
                <a:latin typeface="Calibri"/>
                <a:ea typeface="Calibri"/>
                <a:cs typeface="Calibri"/>
              </a:defRPr>
            </a:lvl5pPr>
            <a:lvl6pPr algn="l">
              <a:defRPr sz="1200" b="1" lang="ko-KR">
                <a:solidFill>
                  <a:srgbClr val="111111"/>
                </a:solidFill>
                <a:latin typeface="Calibri"/>
                <a:ea typeface="Calibri"/>
                <a:cs typeface="Calibri"/>
              </a:defRPr>
            </a:lvl6pPr>
            <a:lvl7pPr algn="l">
              <a:defRPr sz="1200" b="1" lang="ko-KR">
                <a:solidFill>
                  <a:srgbClr val="111111"/>
                </a:solidFill>
                <a:latin typeface="Calibri"/>
                <a:ea typeface="Calibri"/>
                <a:cs typeface="Calibri"/>
              </a:defRPr>
            </a:lvl7pPr>
            <a:lvl8pPr algn="l">
              <a:defRPr sz="1200" b="1" lang="ko-KR">
                <a:solidFill>
                  <a:srgbClr val="111111"/>
                </a:solidFill>
                <a:latin typeface="Calibri"/>
                <a:ea typeface="Calibri"/>
                <a:cs typeface="Calibri"/>
              </a:defRPr>
            </a:lvl8pPr>
            <a:lvl9pPr algn="l">
              <a:defRPr sz="1200" b="1" lang="ko-KR">
                <a:solidFill>
                  <a:srgbClr val="111111"/>
                </a:solidFill>
                <a:latin typeface="Calibri"/>
                <a:ea typeface="Calibri"/>
                <a:cs typeface="Calibri"/>
              </a:defRPr>
            </a:lvl9pPr>
          </a:lstStyle>
          <a:p>
            <a:pPr algn="l">
              <a:defRPr sz="1200" b="1" lang="ko-KR">
                <a:solidFill>
                  <a:srgbClr val="111111"/>
                </a:solidFill>
                <a:latin typeface="Calibri"/>
                <a:ea typeface="Calibri"/>
                <a:cs typeface="Calibri"/>
              </a:defRPr>
            </a:pPr>
            <a:r>
              <a:rPr sz="1200" b="1" lang="ko-KR">
                <a:solidFill>
                  <a:srgbClr val="111111"/>
                </a:solidFill>
                <a:latin typeface="Calibri"/>
                <a:ea typeface="Calibri"/>
                <a:cs typeface="Calibri"/>
              </a:rPr>
              <a:t>QA01 우열 미확정 / 본문 충족은 QA02와 별도 진단 / PoC 4사례×3</a:t>
            </a:r>
            <a:endParaRPr lang="ko-KR">
              <a:latin typeface="Calibri"/>
              <a:ea typeface="Calibri"/>
              <a:cs typeface="Calibri"/>
            </a:endParaRPr>
          </a:p>
        </p:txBody>
      </p:sp>
    </p:spTree>
    <p:extLst>
      <p:ext uri="{BB962C8B-B14F-4D97-AF65-F5344CB8AC3E}">
        <p14:creationId val="815294882"/>
      </p:ext>
    </p:extLst>
  </p:cSld>
</p:sld>
</file>

<file path=ppt/slides/slide15.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49" name="Unified slide title">
            <a:extLst>
              <a:ext uri="{FF2B5EF4-FFF2-40B4-BE49-F238E27FC236}">
                <ns2:creationId id="{9C3FE15A-0361-4617-89A4-9C116116C1CC}"/>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(선택 및 보완)</a:t>
            </a:r>
            <a:endParaRPr lang="ko-KR">
              <a:latin typeface="Calibri"/>
              <a:ea typeface="Calibri"/>
              <a:cs typeface="Calibri"/>
            </a:endParaRPr>
          </a:p>
        </p:txBody>
      </p:sp>
      <p:sp>
        <p:nvSpPr>
          <p:cNvPr id="2" name="Workflow 과제 소개">
            <a:extLst>
              <a:ext uri="{FF2B5EF4-FFF2-40B4-BE49-F238E27FC236}">
                <ns2:creationId id="{62F2C4D0-F4D7-48B0-8A57-1B96C41B6EB2}"/>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1F032004-0EDD-437A-84D6-2677B5264BA1}"/>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B7C5FEE5-298B-4981-9B6F-05C118126C06}"/>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4E34D356-EFF5-4887-A8AA-1925B6279D19}"/>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C3711FB-EDD8-43F9-A9F1-2AC81EDB3715}"/>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B3DE08F7-6A92-4B55-BBC1-1E02F04E7A85}"/>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A1D58FD9-B680-415F-9336-27CE1A48CE5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B39FBB65-9AC1-4A4C-BCED-DE2073F4B519}"/>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BE26BAC7-972B-44EF-B092-084CF1CBD774}"/>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BADB5585-068A-41E0-8D0D-4AE60396326A}"/>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CA055E04-D85A-441B-AF47-66968E5C8485}"/>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9F9C1CB9-4AB7-4230-8433-BCDBB191A417}"/>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16 / 17</a:t>
            </a:r>
            <a:endParaRPr lang="ko-KR">
              <a:latin typeface="Calibri"/>
              <a:ea typeface="Calibri"/>
              <a:cs typeface="Calibri"/>
            </a:endParaRPr>
          </a:p>
        </p:txBody>
      </p:sp>
      <p:sp>
        <p:nvSpPr>
          <p:cNvPr id="14" name="DP4 object 144">
            <a:extLst>
              <a:ext uri="{FF2B5EF4-FFF2-40B4-BE49-F238E27FC236}">
                <ns2:creationId id="{F2E73E61-7758-4A54-81AD-97B7A7528F4A}"/>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4676CB"/>
                </a:solidFill>
                <a:latin typeface="Calibri"/>
                <a:ea typeface="Calibri"/>
                <a:cs typeface="Calibri"/>
              </a:defRPr>
            </a:defPPr>
            <a:lvl1pPr algn="l">
              <a:defRPr sz="2100" b="1" lang="ko-KR">
                <a:solidFill>
                  <a:srgbClr val="4676CB"/>
                </a:solidFill>
                <a:latin typeface="Calibri"/>
                <a:ea typeface="Calibri"/>
                <a:cs typeface="Calibri"/>
              </a:defRPr>
            </a:lvl1pPr>
            <a:lvl2pPr algn="l">
              <a:defRPr sz="2100" b="1" lang="ko-KR">
                <a:solidFill>
                  <a:srgbClr val="4676CB"/>
                </a:solidFill>
                <a:latin typeface="Calibri"/>
                <a:ea typeface="Calibri"/>
                <a:cs typeface="Calibri"/>
              </a:defRPr>
            </a:lvl2pPr>
            <a:lvl3pPr algn="l">
              <a:defRPr sz="2100" b="1" lang="ko-KR">
                <a:solidFill>
                  <a:srgbClr val="4676CB"/>
                </a:solidFill>
                <a:latin typeface="Calibri"/>
                <a:ea typeface="Calibri"/>
                <a:cs typeface="Calibri"/>
              </a:defRPr>
            </a:lvl3pPr>
            <a:lvl4pPr algn="l">
              <a:defRPr sz="2100" b="1" lang="ko-KR">
                <a:solidFill>
                  <a:srgbClr val="4676CB"/>
                </a:solidFill>
                <a:latin typeface="Calibri"/>
                <a:ea typeface="Calibri"/>
                <a:cs typeface="Calibri"/>
              </a:defRPr>
            </a:lvl4pPr>
            <a:lvl5pPr algn="l">
              <a:defRPr sz="2100" b="1" lang="ko-KR">
                <a:solidFill>
                  <a:srgbClr val="4676CB"/>
                </a:solidFill>
                <a:latin typeface="Calibri"/>
                <a:ea typeface="Calibri"/>
                <a:cs typeface="Calibri"/>
              </a:defRPr>
            </a:lvl5pPr>
            <a:lvl6pPr algn="l">
              <a:defRPr sz="2100" b="1" lang="ko-KR">
                <a:solidFill>
                  <a:srgbClr val="4676CB"/>
                </a:solidFill>
                <a:latin typeface="Calibri"/>
                <a:ea typeface="Calibri"/>
                <a:cs typeface="Calibri"/>
              </a:defRPr>
            </a:lvl6pPr>
            <a:lvl7pPr algn="l">
              <a:defRPr sz="2100" b="1" lang="ko-KR">
                <a:solidFill>
                  <a:srgbClr val="4676CB"/>
                </a:solidFill>
                <a:latin typeface="Calibri"/>
                <a:ea typeface="Calibri"/>
                <a:cs typeface="Calibri"/>
              </a:defRPr>
            </a:lvl7pPr>
            <a:lvl8pPr algn="l">
              <a:defRPr sz="2100" b="1" lang="ko-KR">
                <a:solidFill>
                  <a:srgbClr val="4676CB"/>
                </a:solidFill>
                <a:latin typeface="Calibri"/>
                <a:ea typeface="Calibri"/>
                <a:cs typeface="Calibri"/>
              </a:defRPr>
            </a:lvl8pPr>
            <a:lvl9pPr algn="l">
              <a:defRPr sz="2100" b="1" lang="ko-KR">
                <a:solidFill>
                  <a:srgbClr val="4676CB"/>
                </a:solidFill>
                <a:latin typeface="Calibri"/>
                <a:ea typeface="Calibri"/>
                <a:cs typeface="Calibri"/>
              </a:defRPr>
            </a:lvl9pPr>
          </a:lstStyle>
          <a:p>
            <a:pPr algn="l">
              <a:defRPr sz="2100" b="1" lang="ko-KR">
                <a:solidFill>
                  <a:srgbClr val="4676CB"/>
                </a:solidFill>
                <a:latin typeface="Calibri"/>
                <a:ea typeface="Calibri"/>
                <a:cs typeface="Calibri"/>
              </a:defRPr>
            </a:pPr>
            <a:r>
              <a:rPr sz="2100" b="1" lang="ko-KR">
                <a:solidFill>
                  <a:srgbClr val="4676CB"/>
                </a:solidFill>
                <a:latin typeface="Calibri"/>
                <a:ea typeface="Calibri"/>
                <a:cs typeface="Calibri"/>
              </a:rPr>
              <a:t>읽기 지원 수신자에 조건부 C 선택 / C1은 이미 채택된 조건의 원문 제공 보완</a:t>
            </a:r>
            <a:endParaRPr lang="ko-KR">
              <a:latin typeface="Calibri"/>
              <a:ea typeface="Calibri"/>
              <a:cs typeface="Calibri"/>
            </a:endParaRPr>
          </a:p>
        </p:txBody>
      </p:sp>
      <p:graphicFrame>
        <p:nvGraphicFramePr>
          <p:cNvPr id="15" name="">
            <a:extLst>
              <a:ext uri="{FF2B5EF4-FFF2-40B4-BE49-F238E27FC236}">
                <ns2:creationId id="{9972FA4B-E795-4E89-82F5-CADF75F38A82}"/>
              </a:ext>
            </a:extLst>
          </p:cNvPr>
          <p:cNvGraphicFramePr/>
          <p:nvPr/>
        </p:nvGraphicFramePr>
        <p:xfrm>
          <a:off x="228600" y="1657350"/>
          <a:ext cx="17830800" cy="8115300"/>
        </p:xfrm>
        <a:graphic>
          <a:graphicData uri="http://schemas.openxmlformats.org/drawingml/2006/table">
            <a:tbl>
              <a:tblPr firstRow="0" bandRow="0" bandCol="0"/>
              <a:tblGrid>
                <a:gridCol w="1600200"/>
                <a:gridCol w="5410200"/>
                <a:gridCol w="5410200"/>
                <a:gridCol w="541020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위임 시 인계 묶음</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지속 업무 기록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 필수 명세 + 수신자 읽기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00500">
                <a:tc>
                  <a:txBody>
                    <a:bodyPr anchor="ctr"/>
                    <a:lstStyle/>
                    <a:p>
                      <a:pPr algn="ctr">
                        <a:defRPr lang="ko-KR">
                          <a:latin typeface="Calibri"/>
                          <a:ea typeface="Calibri"/>
                          <a:cs typeface="Calibri"/>
                        </a:defRPr>
                      </a:pPr>
                      <a:r>
                        <a:rPr sz="21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23875">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필요한 위임에만 자료를 구성</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기확보 원문·유효 참조를 재사용</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여러 인계에서 업무 설명을 재사용</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공개 결과와 조건 관계를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VIA의 선행 세부 선택을 줄임</a:t>
                      </a:r>
                      <a:endParaRPr lang="ko-KR">
                        <a:latin typeface="Calibri"/>
                        <a:ea typeface="Calibri"/>
                        <a:cs typeface="Calibri"/>
                      </a:endParaRPr>
                    </a:p>
                    <a:p>
                      <a:pPr algn="ctr">
                        <a:defRPr lang="ko-KR">
                          <a:latin typeface="Calibri"/>
                          <a:ea typeface="Calibri"/>
                          <a:cs typeface="Calibri"/>
                        </a:defRPr>
                      </a:pPr>
                      <a:r>
                        <a:rPr sz="1400" lang="ko-KR">
                          <a:solidFill>
                            <a:srgbClr val="111111"/>
                          </a:solidFill>
                          <a:latin typeface="Calibri"/>
                          <a:ea typeface="Calibri"/>
                          <a:cs typeface="Calibri"/>
                        </a:rPr>
                        <a:t>업무 중 필요한 범위만 수신자가 선택</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47700">
                <a:tc>
                  <a:txBody>
                    <a:bodyPr anchor="ctr"/>
                    <a:lstStyle/>
                    <a:p>
                      <a:pPr algn="ctr">
                        <a:defRPr lang="ko-KR">
                          <a:latin typeface="Calibri"/>
                          <a:ea typeface="Calibri"/>
                          <a:cs typeface="Calibri"/>
                        </a:defRPr>
                      </a:pPr>
                      <a:r>
                        <a:rPr sz="18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새 목적마다 선택·구성 부담</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반복 인계의 준비 작업 증가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C00000"/>
                          </a:solidFill>
                          <a:latin typeface="Calibri"/>
                          <a:ea typeface="Calibri"/>
                          <a:cs typeface="Calibri"/>
                        </a:rPr>
                        <a:t>인계가 없어도 생산·갱신 비용</a:t>
                      </a:r>
                      <a:endParaRPr lang="ko-KR">
                        <a:latin typeface="Calibri"/>
                        <a:ea typeface="Calibri"/>
                        <a:cs typeface="Calibri"/>
                      </a:endParaRPr>
                    </a:p>
                    <a:p>
                      <a:pPr algn="ctr">
                        <a:defRPr lang="ko-KR">
                          <a:latin typeface="Calibri"/>
                          <a:ea typeface="Calibri"/>
                          <a:cs typeface="Calibri"/>
                        </a:defRPr>
                      </a:pPr>
                      <a:r>
                        <a:rPr sz="1400" lang="ko-KR">
                          <a:solidFill>
                            <a:srgbClr val="C00000"/>
                          </a:solidFill>
                          <a:latin typeface="Calibri"/>
                          <a:ea typeface="Calibri"/>
                          <a:cs typeface="Calibri"/>
                        </a:rPr>
                        <a:t>새 목적에는 원본 보완이 필요</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수신자의 읽기 지원·접근 관리 필요</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C00000"/>
                          </a:solidFill>
                          <a:latin typeface="Calibri"/>
                          <a:ea typeface="Calibri"/>
                          <a:cs typeface="Calibri"/>
                        </a:rPr>
                        <a:t>유효 참조만으로 본문 조건 보존은 불충분</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[C1] 조건 출처가 있을 때 원문 첨부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4.307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4.421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4.321 (21/21)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11.019 (20/21)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12.439 (19/21)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4.329 (19/21)</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4.302(8/9) → 4.301(9/9)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0.1018408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0.2886828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0.0757928</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0.0407024 → 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49.119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57.229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48.153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28625">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본문 충족 (진단)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8/18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400" lang="ko-KR">
                          <a:solidFill>
                            <a:srgbClr val="111111"/>
                          </a:solidFill>
                          <a:latin typeface="Calibri"/>
                          <a:ea typeface="Calibri"/>
                          <a:cs typeface="Calibri"/>
                        </a:rPr>
                        <a:t>15/18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400" b="0" lang="ko-KR">
                          <a:solidFill>
                            <a:srgbClr val="111111"/>
                          </a:solidFill>
                          <a:latin typeface="Calibri"/>
                          <a:ea typeface="Calibri"/>
                          <a:cs typeface="Calibri"/>
                        </a:rPr>
                        <a:t>12/18 (기본)</a:t>
                      </a:r>
                      <a:endParaRPr lang="ko-KR">
                        <a:latin typeface="Calibri"/>
                        <a:ea typeface="Calibri"/>
                        <a:cs typeface="Calibri"/>
                      </a:endParaRPr>
                    </a:p>
                    <a:p>
                      <a:pPr algn="ctr">
                        <a:lnSpc>
                          <a:spcPct val="100000"/>
                        </a:lnSpc>
                        <a:buNone/>
                        <a:defRPr lang="ko-KR">
                          <a:latin typeface="Calibri"/>
                          <a:ea typeface="Calibri"/>
                          <a:cs typeface="Calibri"/>
                        </a:defRPr>
                      </a:pPr>
                      <a:r>
                        <a:rPr sz="1400" b="0" lang="ko-KR">
                          <a:solidFill>
                            <a:srgbClr val="4676CB"/>
                          </a:solidFill>
                          <a:latin typeface="Calibri"/>
                          <a:ea typeface="Calibri"/>
                          <a:cs typeface="Calibri"/>
                        </a:rPr>
                        <a:t>[별도 E3 저자 대조] 4/9 →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4 object 145">
            <a:extLst>
              <a:ext uri="{FF2B5EF4-FFF2-40B4-BE49-F238E27FC236}">
                <ns2:creationId id="{1E69DC4C-909E-491E-8716-2E9C3AEFA6D7}"/>
              </a:ext>
            </a:extLst>
          </p:cNvPr>
          <p:cNvSpPr>
            <a:spLocks noGrp="1"/>
          </p:cNvSpPr>
          <p:nvPr/>
        </p:nvSpPr>
        <p:spPr>
          <a:xfrm>
            <a:off x="361950" y="2724150"/>
            <a:ext cx="1333500" cy="685800"/>
          </a:xfrm>
          <a:prstGeom prst="rect">
            <a:avLst/>
          </a:prstGeom>
          <a:solidFill>
            <a:srgbClr val="FFF6DD"/>
          </a:solidFill>
          <a:ln w="25718">
            <a:solidFill>
              <a:srgbClr val="111111"/>
            </a:solidFill>
            <a:prstDash val="solid"/>
          </a:ln>
        </p:spPr>
      </p:sp>
      <p:sp>
        <p:nvSpPr>
          <p:cNvPr id="17" name="DP4 object 146">
            <a:extLst>
              <a:ext uri="{FF2B5EF4-FFF2-40B4-BE49-F238E27FC236}">
                <ns2:creationId id="{7105B92E-B971-4669-801A-2D34B5CC0542}"/>
              </a:ext>
            </a:extLst>
          </p:cNvPr>
          <p:cNvSpPr>
            <a:spLocks noGrp="1"/>
          </p:cNvSpPr>
          <p:nvPr/>
        </p:nvSpPr>
        <p:spPr>
          <a:xfrm>
            <a:off x="400050" y="2752725"/>
            <a:ext cx="1257300" cy="2667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4 object 147">
            <a:extLst>
              <a:ext uri="{FF2B5EF4-FFF2-40B4-BE49-F238E27FC236}">
                <ns2:creationId id="{06229EFD-ED07-4CF2-BA8C-A0FD05C08815}"/>
              </a:ext>
            </a:extLst>
          </p:cNvPr>
          <p:cNvSpPr>
            <a:spLocks noGrp="1"/>
          </p:cNvSpPr>
          <p:nvPr/>
        </p:nvSpPr>
        <p:spPr>
          <a:xfrm>
            <a:off x="438150" y="3086100"/>
            <a:ext cx="1181100" cy="257175"/>
          </a:xfrm>
          <a:prstGeom prst="rect">
            <a:avLst/>
          </a:prstGeom>
          <a:solidFill>
            <a:srgbClr val="FFFFFF"/>
          </a:solidFill>
          <a:ln w="13335">
            <a:solidFill>
              <a:srgbClr val="111111"/>
            </a:solidFill>
            <a:prstDash val="solid"/>
          </a:ln>
        </p:spPr>
      </p:sp>
      <p:sp>
        <p:nvSpPr>
          <p:cNvPr id="19" name="DP4 object 148">
            <a:extLst>
              <a:ext uri="{FF2B5EF4-FFF2-40B4-BE49-F238E27FC236}">
                <ns2:creationId id="{7F816627-FA6C-4276-932D-78FBCC49EC4F}"/>
              </a:ext>
            </a:extLst>
          </p:cNvPr>
          <p:cNvSpPr>
            <a:spLocks noGrp="1"/>
          </p:cNvSpPr>
          <p:nvPr/>
        </p:nvSpPr>
        <p:spPr>
          <a:xfrm>
            <a:off x="466725" y="3086100"/>
            <a:ext cx="1123950" cy="2571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처리</a:t>
            </a:r>
            <a:endParaRPr lang="ko-KR">
              <a:latin typeface="Calibri"/>
              <a:ea typeface="Calibri"/>
              <a:cs typeface="Calibri"/>
            </a:endParaRPr>
          </a:p>
        </p:txBody>
      </p:sp>
      <p:sp>
        <p:nvSpPr>
          <p:cNvPr id="20" name="상태 / 자료">
            <a:extLst>
              <a:ext uri="{FF2B5EF4-FFF2-40B4-BE49-F238E27FC236}">
                <ns2:creationId id="{A91E36A8-59D1-4079-8CBB-BD39731DF930}"/>
              </a:ext>
            </a:extLst>
          </p:cNvPr>
          <p:cNvSpPr>
            <a:spLocks noGrp="1"/>
          </p:cNvSpPr>
          <p:nvPr/>
        </p:nvSpPr>
        <p:spPr>
          <a:xfrm>
            <a:off x="381000" y="3695700"/>
            <a:ext cx="1304925" cy="581025"/>
          </a:xfrm>
          <a:prstGeom prst="can">
            <a:avLst>
              <a:gd name="adj" fmla="val 16000"/>
            </a:avLst>
          </a:prstGeom>
          <a:solidFill>
            <a:srgbClr val="FFF6DD"/>
          </a:solidFill>
          <a:ln w="17145">
            <a:solidFill>
              <a:srgbClr val="111111"/>
            </a:solidFill>
            <a:prstDash val="solid"/>
          </a:ln>
        </p:spPr>
      </p:sp>
      <p:sp>
        <p:nvSpPr>
          <p:cNvPr id="21" name="DP4 object 149">
            <a:extLst>
              <a:ext uri="{FF2B5EF4-FFF2-40B4-BE49-F238E27FC236}">
                <ns2:creationId id="{FAABC3B1-2CBC-4F28-A22A-357F2DAE7578}"/>
              </a:ext>
            </a:extLst>
          </p:cNvPr>
          <p:cNvSpPr>
            <a:spLocks noGrp="1"/>
          </p:cNvSpPr>
          <p:nvPr/>
        </p:nvSpPr>
        <p:spPr>
          <a:xfrm>
            <a:off x="428625" y="3800475"/>
            <a:ext cx="1209675" cy="4191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상태 / 자료</a:t>
            </a:r>
            <a:endParaRPr lang="ko-KR">
              <a:latin typeface="Calibri"/>
              <a:ea typeface="Calibri"/>
              <a:cs typeface="Calibri"/>
            </a:endParaRPr>
          </a:p>
        </p:txBody>
      </p:sp>
      <p:sp>
        <p:nvSpPr>
          <p:cNvPr id="22" name="DP4 object 150">
            <a:extLst>
              <a:ext uri="{FF2B5EF4-FFF2-40B4-BE49-F238E27FC236}">
                <ns2:creationId id="{040D0D68-45CF-493C-A24F-A072982AB727}"/>
              </a:ext>
            </a:extLst>
          </p:cNvPr>
          <p:cNvSpPr>
            <a:spLocks noGrp="1"/>
          </p:cNvSpPr>
          <p:nvPr/>
        </p:nvSpPr>
        <p:spPr>
          <a:xfrm>
            <a:off x="304800" y="4572000"/>
            <a:ext cx="1466850" cy="58102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자료·명령</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요청·조건</a:t>
            </a:r>
            <a:endParaRPr lang="ko-KR">
              <a:latin typeface="Calibri"/>
              <a:ea typeface="Calibri"/>
              <a:cs typeface="Calibri"/>
            </a:endParaRPr>
          </a:p>
        </p:txBody>
      </p:sp>
      <p:sp>
        <p:nvSpPr>
          <p:cNvPr id="23" name="DP4 object 151">
            <a:extLst>
              <a:ext uri="{FF2B5EF4-FFF2-40B4-BE49-F238E27FC236}">
                <ns2:creationId id="{104E2A77-6A1F-4133-A23D-C6FD67068526}"/>
              </a:ext>
            </a:extLst>
          </p:cNvPr>
          <p:cNvSpPr>
            <a:spLocks noGrp="1"/>
          </p:cNvSpPr>
          <p:nvPr/>
        </p:nvSpPr>
        <p:spPr>
          <a:xfrm>
            <a:off x="304800" y="5286375"/>
            <a:ext cx="1466850" cy="466725"/>
          </a:xfrm>
          <a:prstGeom prst="rect">
            <a:avLst/>
          </a:prstGeom>
          <a:noFill/>
          <a:ln w="0">
            <a:noFill/>
            <a:prstDash val="solid"/>
          </a:ln>
        </p:spPr>
        <p:txBody>
          <a:bodyPr wrap="none" lIns="0" tIns="0" rIns="0" bIns="0" anchor="ctr">
            <a:noAutofit/>
          </a:bodyPr>
          <a:lstStyle>
            <a:defPPr algn="ctr">
              <a:defRPr sz="1400" b="0" lang="ko-KR">
                <a:solidFill>
                  <a:srgbClr val="50555B"/>
                </a:solidFill>
                <a:latin typeface="Calibri"/>
                <a:ea typeface="Calibri"/>
                <a:cs typeface="Calibri"/>
              </a:defRPr>
            </a:defPPr>
            <a:lvl1pPr algn="ctr">
              <a:defRPr sz="1400" b="0" lang="ko-KR">
                <a:solidFill>
                  <a:srgbClr val="50555B"/>
                </a:solidFill>
                <a:latin typeface="Calibri"/>
                <a:ea typeface="Calibri"/>
                <a:cs typeface="Calibri"/>
              </a:defRPr>
            </a:lvl1pPr>
            <a:lvl2pPr algn="ctr">
              <a:defRPr sz="1400" b="0" lang="ko-KR">
                <a:solidFill>
                  <a:srgbClr val="50555B"/>
                </a:solidFill>
                <a:latin typeface="Calibri"/>
                <a:ea typeface="Calibri"/>
                <a:cs typeface="Calibri"/>
              </a:defRPr>
            </a:lvl2pPr>
            <a:lvl3pPr algn="ctr">
              <a:defRPr sz="1400" b="0" lang="ko-KR">
                <a:solidFill>
                  <a:srgbClr val="50555B"/>
                </a:solidFill>
                <a:latin typeface="Calibri"/>
                <a:ea typeface="Calibri"/>
                <a:cs typeface="Calibri"/>
              </a:defRPr>
            </a:lvl3pPr>
            <a:lvl4pPr algn="ctr">
              <a:defRPr sz="1400" b="0" lang="ko-KR">
                <a:solidFill>
                  <a:srgbClr val="50555B"/>
                </a:solidFill>
                <a:latin typeface="Calibri"/>
                <a:ea typeface="Calibri"/>
                <a:cs typeface="Calibri"/>
              </a:defRPr>
            </a:lvl4pPr>
            <a:lvl5pPr algn="ctr">
              <a:defRPr sz="1400" b="0" lang="ko-KR">
                <a:solidFill>
                  <a:srgbClr val="50555B"/>
                </a:solidFill>
                <a:latin typeface="Calibri"/>
                <a:ea typeface="Calibri"/>
                <a:cs typeface="Calibri"/>
              </a:defRPr>
            </a:lvl5pPr>
            <a:lvl6pPr algn="ctr">
              <a:defRPr sz="1400" b="0" lang="ko-KR">
                <a:solidFill>
                  <a:srgbClr val="50555B"/>
                </a:solidFill>
                <a:latin typeface="Calibri"/>
                <a:ea typeface="Calibri"/>
                <a:cs typeface="Calibri"/>
              </a:defRPr>
            </a:lvl6pPr>
            <a:lvl7pPr algn="ctr">
              <a:defRPr sz="1400" b="0" lang="ko-KR">
                <a:solidFill>
                  <a:srgbClr val="50555B"/>
                </a:solidFill>
                <a:latin typeface="Calibri"/>
                <a:ea typeface="Calibri"/>
                <a:cs typeface="Calibri"/>
              </a:defRPr>
            </a:lvl7pPr>
            <a:lvl8pPr algn="ctr">
              <a:defRPr sz="1400" b="0" lang="ko-KR">
                <a:solidFill>
                  <a:srgbClr val="50555B"/>
                </a:solidFill>
                <a:latin typeface="Calibri"/>
                <a:ea typeface="Calibri"/>
                <a:cs typeface="Calibri"/>
              </a:defRPr>
            </a:lvl8pPr>
            <a:lvl9pPr algn="ctr">
              <a:defRPr sz="1400" b="0" lang="ko-KR">
                <a:solidFill>
                  <a:srgbClr val="50555B"/>
                </a:solidFill>
                <a:latin typeface="Calibri"/>
                <a:ea typeface="Calibri"/>
                <a:cs typeface="Calibri"/>
              </a:defRPr>
            </a:lvl9pPr>
          </a:lstStyle>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Task·원본 권위는</a:t>
            </a:r>
            <a:endParaRPr lang="ko-KR">
              <a:latin typeface="Calibri"/>
              <a:ea typeface="Calibri"/>
              <a:cs typeface="Calibri"/>
            </a:endParaRPr>
          </a:p>
          <a:p>
            <a:pPr algn="ctr">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owner 유지</a:t>
            </a:r>
            <a:endParaRPr lang="ko-KR">
              <a:latin typeface="Calibri"/>
              <a:ea typeface="Calibri"/>
              <a:cs typeface="Calibri"/>
            </a:endParaRPr>
          </a:p>
        </p:txBody>
      </p:sp>
      <p:sp>
        <p:nvSpPr>
          <p:cNvPr id="24" name="DP4 object 152">
            <a:extLst>
              <a:ext uri="{FF2B5EF4-FFF2-40B4-BE49-F238E27FC236}">
                <ns2:creationId id="{1E49D424-C8EC-4E8D-AC5E-71A78C64063B}"/>
              </a:ext>
            </a:extLst>
          </p:cNvPr>
          <p:cNvSpPr>
            <a:spLocks noGrp="1"/>
          </p:cNvSpPr>
          <p:nvPr/>
        </p:nvSpPr>
        <p:spPr>
          <a:xfrm>
            <a:off x="1924050" y="2152650"/>
            <a:ext cx="52197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위임 요청마다 목적별 구성</a:t>
            </a:r>
            <a:endParaRPr lang="ko-KR">
              <a:latin typeface="Calibri"/>
              <a:ea typeface="Calibri"/>
              <a:cs typeface="Calibri"/>
            </a:endParaRPr>
          </a:p>
        </p:txBody>
      </p:sp>
      <p:sp>
        <p:nvSpPr>
          <p:cNvPr id="25" name="Request Controller: 채택·허가">
            <a:extLst>
              <a:ext uri="{FF2B5EF4-FFF2-40B4-BE49-F238E27FC236}">
                <ns2:creationId id="{AA016205-6C21-43F8-ABE3-D78A9749F54A}"/>
              </a:ext>
            </a:extLst>
          </p:cNvPr>
          <p:cNvSpPr>
            <a:spLocks noGrp="1"/>
          </p:cNvSpPr>
          <p:nvPr/>
        </p:nvSpPr>
        <p:spPr>
          <a:xfrm>
            <a:off x="2000250" y="2514600"/>
            <a:ext cx="5067300" cy="323850"/>
          </a:xfrm>
          <a:prstGeom prst="rect">
            <a:avLst/>
          </a:prstGeom>
          <a:solidFill>
            <a:srgbClr val="FFF6DD"/>
          </a:solidFill>
          <a:ln w="17145">
            <a:solidFill>
              <a:srgbClr val="111111"/>
            </a:solidFill>
            <a:prstDash val="solid"/>
          </a:ln>
        </p:spPr>
      </p:sp>
      <p:sp>
        <p:nvSpPr>
          <p:cNvPr id="26" name="DP4 object 153">
            <a:extLst>
              <a:ext uri="{FF2B5EF4-FFF2-40B4-BE49-F238E27FC236}">
                <ns2:creationId id="{78F69DE5-32CB-4F56-A7D3-08797189EFB9}"/>
              </a:ext>
            </a:extLst>
          </p:cNvPr>
          <p:cNvSpPr>
            <a:spLocks noGrp="1"/>
          </p:cNvSpPr>
          <p:nvPr/>
        </p:nvSpPr>
        <p:spPr>
          <a:xfrm>
            <a:off x="20669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27" name="Context Manager Component">
            <a:extLst>
              <a:ext uri="{FF2B5EF4-FFF2-40B4-BE49-F238E27FC236}">
                <ns2:creationId id="{5EDEF16B-84C7-45DF-A3AC-CEC76950704E}"/>
              </a:ext>
            </a:extLst>
          </p:cNvPr>
          <p:cNvSpPr>
            <a:spLocks noGrp="1"/>
          </p:cNvSpPr>
          <p:nvPr/>
        </p:nvSpPr>
        <p:spPr>
          <a:xfrm>
            <a:off x="2000250" y="2981325"/>
            <a:ext cx="5067300" cy="1819275"/>
          </a:xfrm>
          <a:prstGeom prst="rect">
            <a:avLst/>
          </a:prstGeom>
          <a:solidFill>
            <a:srgbClr val="FFF6DD"/>
          </a:solidFill>
          <a:ln w="25718">
            <a:solidFill>
              <a:srgbClr val="111111"/>
            </a:solidFill>
            <a:prstDash val="solid"/>
          </a:ln>
        </p:spPr>
      </p:sp>
      <p:sp>
        <p:nvSpPr>
          <p:cNvPr id="28" name="DP4 object 154">
            <a:extLst>
              <a:ext uri="{FF2B5EF4-FFF2-40B4-BE49-F238E27FC236}">
                <ns2:creationId id="{30A3D63E-7636-446F-B9C5-BBA209C9F2F0}"/>
              </a:ext>
            </a:extLst>
          </p:cNvPr>
          <p:cNvSpPr>
            <a:spLocks noGrp="1"/>
          </p:cNvSpPr>
          <p:nvPr/>
        </p:nvSpPr>
        <p:spPr>
          <a:xfrm>
            <a:off x="20764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29" name="Editable path 155">
            <a:extLst>
              <a:ext uri="{FF2B5EF4-FFF2-40B4-BE49-F238E27FC236}">
                <ns2:creationId id="{54C94380-252B-487C-A1C7-0C115A3092A7}"/>
              </a:ext>
            </a:extLst>
          </p:cNvPr>
          <p:cNvSpPr>
            <a:spLocks noGrp="1"/>
          </p:cNvSpPr>
          <p:nvPr/>
        </p:nvSpPr>
        <p:spPr>
          <a:xfrm>
            <a:off x="2000250" y="3324225"/>
            <a:ext cx="5067300" cy="953"/>
          </a:xfrm>
          <a:custGeom>
            <a:pathLst>
              <a:path w="5067300" h="953">
                <a:moveTo>
                  <a:pt x="0" y="0"/>
                </a:moveTo>
                <a:lnTo>
                  <a:pt x="5067300" y="0"/>
                </a:lnTo>
              </a:path>
            </a:pathLst>
          </a:custGeom>
          <a:noFill/>
          <a:ln w="13335">
            <a:solidFill>
              <a:srgbClr val="111111"/>
            </a:solidFill>
            <a:prstDash val="solid"/>
          </a:ln>
        </p:spPr>
      </p:sp>
      <p:sp>
        <p:nvSpPr>
          <p:cNvPr id="30" name="목적별 자료 선택&#10;필수 조건·발췌·참조 구성">
            <a:extLst>
              <a:ext uri="{FF2B5EF4-FFF2-40B4-BE49-F238E27FC236}">
                <ns2:creationId id="{456F5E35-3194-45A7-8958-8F18B9D65D81}"/>
              </a:ext>
            </a:extLst>
          </p:cNvPr>
          <p:cNvSpPr>
            <a:spLocks noGrp="1"/>
          </p:cNvSpPr>
          <p:nvPr/>
        </p:nvSpPr>
        <p:spPr>
          <a:xfrm>
            <a:off x="2143125" y="3438525"/>
            <a:ext cx="2619375" cy="542925"/>
          </a:xfrm>
          <a:prstGeom prst="rect">
            <a:avLst/>
          </a:prstGeom>
          <a:solidFill>
            <a:srgbClr val="FFFFFF"/>
          </a:solidFill>
          <a:ln w="17145">
            <a:solidFill>
              <a:srgbClr val="111111"/>
            </a:solidFill>
            <a:prstDash val="solid"/>
          </a:ln>
        </p:spPr>
      </p:sp>
      <p:sp>
        <p:nvSpPr>
          <p:cNvPr id="31" name="DP4 object 156">
            <a:extLst>
              <a:ext uri="{FF2B5EF4-FFF2-40B4-BE49-F238E27FC236}">
                <ns2:creationId id="{8E9208DB-509C-46C5-B40F-001BDAD44BDC}"/>
              </a:ext>
            </a:extLst>
          </p:cNvPr>
          <p:cNvSpPr>
            <a:spLocks noGrp="1"/>
          </p:cNvSpPr>
          <p:nvPr/>
        </p:nvSpPr>
        <p:spPr>
          <a:xfrm>
            <a:off x="2209800" y="3476625"/>
            <a:ext cx="2486025" cy="4667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자료 선택</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필수 조건·발췌·참조 구성</a:t>
            </a:r>
            <a:endParaRPr lang="ko-KR">
              <a:latin typeface="Calibri"/>
              <a:ea typeface="Calibri"/>
              <a:cs typeface="Calibri"/>
            </a:endParaRPr>
          </a:p>
        </p:txBody>
      </p:sp>
      <p:sp>
        <p:nvSpPr>
          <p:cNvPr id="32" name="공통 원본&#10;기확보 근거">
            <a:extLst>
              <a:ext uri="{FF2B5EF4-FFF2-40B4-BE49-F238E27FC236}">
                <ns2:creationId id="{9210D350-4B7C-48A1-AA07-0E005BC96CF3}"/>
              </a:ext>
            </a:extLst>
          </p:cNvPr>
          <p:cNvSpPr>
            <a:spLocks noGrp="1"/>
          </p:cNvSpPr>
          <p:nvPr/>
        </p:nvSpPr>
        <p:spPr>
          <a:xfrm>
            <a:off x="5057775" y="3409950"/>
            <a:ext cx="1847850" cy="619125"/>
          </a:xfrm>
          <a:prstGeom prst="can">
            <a:avLst>
              <a:gd name="adj" fmla="val 16000"/>
            </a:avLst>
          </a:prstGeom>
          <a:solidFill>
            <a:srgbClr val="FFF6DD"/>
          </a:solidFill>
          <a:ln w="17145">
            <a:solidFill>
              <a:srgbClr val="111111"/>
            </a:solidFill>
            <a:prstDash val="solid"/>
          </a:ln>
        </p:spPr>
      </p:sp>
      <p:sp>
        <p:nvSpPr>
          <p:cNvPr id="33" name="DP4 object 157">
            <a:extLst>
              <a:ext uri="{FF2B5EF4-FFF2-40B4-BE49-F238E27FC236}">
                <ns2:creationId id="{068AF149-5E2A-4FAE-9AE3-421F8477D51E}"/>
              </a:ext>
            </a:extLst>
          </p:cNvPr>
          <p:cNvSpPr>
            <a:spLocks noGrp="1"/>
          </p:cNvSpPr>
          <p:nvPr/>
        </p:nvSpPr>
        <p:spPr>
          <a:xfrm>
            <a:off x="5105400" y="3514725"/>
            <a:ext cx="1752600" cy="4572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공통 원본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기확보 근거</a:t>
            </a:r>
            <a:endParaRPr lang="ko-KR">
              <a:latin typeface="Calibri"/>
              <a:ea typeface="Calibri"/>
              <a:cs typeface="Calibri"/>
            </a:endParaRPr>
          </a:p>
        </p:txBody>
      </p:sp>
      <p:sp>
        <p:nvSpPr>
          <p:cNvPr id="34" name="Editable path 158">
            <a:extLst>
              <a:ext uri="{FF2B5EF4-FFF2-40B4-BE49-F238E27FC236}">
                <ns2:creationId id="{0F45CBB0-DF4A-4A1A-9964-46D5A6FD3963}"/>
              </a:ext>
            </a:extLst>
          </p:cNvPr>
          <p:cNvSpPr>
            <a:spLocks noGrp="1"/>
          </p:cNvSpPr>
          <p:nvPr/>
        </p:nvSpPr>
        <p:spPr>
          <a:xfrm>
            <a:off x="4762500" y="3714750"/>
            <a:ext cx="295275" cy="953"/>
          </a:xfrm>
          <a:custGeom>
            <a:pathLst>
              <a:path w="295275" h="953">
                <a:moveTo>
                  <a:pt x="295275" y="0"/>
                </a:moveTo>
                <a:lnTo>
                  <a:pt x="0" y="0"/>
                </a:lnTo>
              </a:path>
            </a:pathLst>
          </a:custGeom>
          <a:noFill/>
          <a:ln w="19050">
            <a:solidFill>
              <a:srgbClr val="111111"/>
            </a:solidFill>
            <a:prstDash val="solid"/>
          </a:ln>
        </p:spPr>
      </p:sp>
      <p:sp>
        <p:nvSpPr>
          <p:cNvPr id="35" name="Editable arrowhead 159">
            <a:extLst>
              <a:ext uri="{FF2B5EF4-FFF2-40B4-BE49-F238E27FC236}">
                <ns2:creationId id="{8ABAEB8C-CFDF-415A-8496-453682B6B2DB}"/>
              </a:ext>
            </a:extLst>
          </p:cNvPr>
          <p:cNvSpPr>
            <a:spLocks noGrp="1"/>
          </p:cNvSpPr>
          <p:nvPr/>
        </p:nvSpPr>
        <p:spPr>
          <a:xfrm>
            <a:off x="4762500" y="366712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36" name="Editable path 160">
            <a:extLst>
              <a:ext uri="{FF2B5EF4-FFF2-40B4-BE49-F238E27FC236}">
                <ns2:creationId id="{EAE4E4FC-CA51-4F03-BF62-EB4237F0DCCD}"/>
              </a:ext>
            </a:extLst>
          </p:cNvPr>
          <p:cNvSpPr>
            <a:spLocks noGrp="1"/>
          </p:cNvSpPr>
          <p:nvPr/>
        </p:nvSpPr>
        <p:spPr>
          <a:xfrm>
            <a:off x="3448050" y="2838450"/>
            <a:ext cx="953" cy="600075"/>
          </a:xfrm>
          <a:custGeom>
            <a:pathLst>
              <a:path w="953" h="600075">
                <a:moveTo>
                  <a:pt x="0" y="0"/>
                </a:moveTo>
                <a:lnTo>
                  <a:pt x="0" y="600075"/>
                </a:lnTo>
              </a:path>
            </a:pathLst>
          </a:custGeom>
          <a:noFill/>
          <a:ln w="19050">
            <a:solidFill>
              <a:srgbClr val="111111"/>
            </a:solidFill>
            <a:prstDash val="solid"/>
          </a:ln>
        </p:spPr>
      </p:sp>
      <p:sp>
        <p:nvSpPr>
          <p:cNvPr id="37" name="Editable arrowhead 161">
            <a:extLst>
              <a:ext uri="{FF2B5EF4-FFF2-40B4-BE49-F238E27FC236}">
                <ns2:creationId id="{A9950A3E-23F8-4F43-9A9E-E2FCE40085B3}"/>
              </a:ext>
            </a:extLst>
          </p:cNvPr>
          <p:cNvSpPr>
            <a:spLocks noGrp="1"/>
          </p:cNvSpPr>
          <p:nvPr/>
        </p:nvSpPr>
        <p:spPr>
          <a:xfrm>
            <a:off x="3400425" y="33432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8" name="임시 인계 묶음 (capsule)">
            <a:extLst>
              <a:ext uri="{FF2B5EF4-FFF2-40B4-BE49-F238E27FC236}">
                <ns2:creationId id="{F3DA88A2-C00C-4FE8-8F1B-36AC18869636}"/>
              </a:ext>
            </a:extLst>
          </p:cNvPr>
          <p:cNvSpPr>
            <a:spLocks noGrp="1"/>
          </p:cNvSpPr>
          <p:nvPr/>
        </p:nvSpPr>
        <p:spPr>
          <a:xfrm>
            <a:off x="2533650" y="4238625"/>
            <a:ext cx="4000500" cy="466725"/>
          </a:xfrm>
          <a:prstGeom prst="can">
            <a:avLst>
              <a:gd name="adj" fmla="val 16000"/>
            </a:avLst>
          </a:prstGeom>
          <a:solidFill>
            <a:srgbClr val="FFF6DD"/>
          </a:solidFill>
          <a:ln w="17145">
            <a:solidFill>
              <a:srgbClr val="111111"/>
            </a:solidFill>
            <a:prstDash val="solid"/>
          </a:ln>
        </p:spPr>
      </p:sp>
      <p:sp>
        <p:nvSpPr>
          <p:cNvPr id="39" name="DP4 object 162">
            <a:extLst>
              <a:ext uri="{FF2B5EF4-FFF2-40B4-BE49-F238E27FC236}">
                <ns2:creationId id="{7A2481BA-EA3A-4503-A1BC-2E3731C82C2A}"/>
              </a:ext>
            </a:extLst>
          </p:cNvPr>
          <p:cNvSpPr>
            <a:spLocks noGrp="1"/>
          </p:cNvSpPr>
          <p:nvPr/>
        </p:nvSpPr>
        <p:spPr>
          <a:xfrm>
            <a:off x="2581275" y="4343400"/>
            <a:ext cx="3905250" cy="304800"/>
          </a:xfrm>
          <a:prstGeom prst="rect">
            <a:avLst/>
          </a:prstGeom>
          <a:noFill/>
          <a:ln w="0">
            <a:noFill/>
            <a:prstDash val="solid"/>
          </a:ln>
        </p:spPr>
        <p:txBody>
          <a:bodyPr wrap="none" lIns="0" tIns="0" rIns="0" bIns="0" anchor="ctr">
            <a:noAutofit/>
          </a:bodyPr>
          <a:lstStyle>
            <a:defPPr algn="ctr">
              <a:defRPr sz="1800" b="0" lang="ko-KR">
                <a:solidFill>
                  <a:srgbClr val="111111"/>
                </a:solidFill>
                <a:latin typeface="Calibri"/>
                <a:ea typeface="Calibri"/>
                <a:cs typeface="Calibri"/>
              </a:defRPr>
            </a:defPPr>
            <a:lvl1pPr algn="ctr">
              <a:defRPr sz="1800" b="0" lang="ko-KR">
                <a:solidFill>
                  <a:srgbClr val="111111"/>
                </a:solidFill>
                <a:latin typeface="Calibri"/>
                <a:ea typeface="Calibri"/>
                <a:cs typeface="Calibri"/>
              </a:defRPr>
            </a:lvl1pPr>
            <a:lvl2pPr algn="ctr">
              <a:defRPr sz="1800" b="0" lang="ko-KR">
                <a:solidFill>
                  <a:srgbClr val="111111"/>
                </a:solidFill>
                <a:latin typeface="Calibri"/>
                <a:ea typeface="Calibri"/>
                <a:cs typeface="Calibri"/>
              </a:defRPr>
            </a:lvl2pPr>
            <a:lvl3pPr algn="ctr">
              <a:defRPr sz="1800" b="0" lang="ko-KR">
                <a:solidFill>
                  <a:srgbClr val="111111"/>
                </a:solidFill>
                <a:latin typeface="Calibri"/>
                <a:ea typeface="Calibri"/>
                <a:cs typeface="Calibri"/>
              </a:defRPr>
            </a:lvl3pPr>
            <a:lvl4pPr algn="ctr">
              <a:defRPr sz="1800" b="0" lang="ko-KR">
                <a:solidFill>
                  <a:srgbClr val="111111"/>
                </a:solidFill>
                <a:latin typeface="Calibri"/>
                <a:ea typeface="Calibri"/>
                <a:cs typeface="Calibri"/>
              </a:defRPr>
            </a:lvl4pPr>
            <a:lvl5pPr algn="ctr">
              <a:defRPr sz="1800" b="0" lang="ko-KR">
                <a:solidFill>
                  <a:srgbClr val="111111"/>
                </a:solidFill>
                <a:latin typeface="Calibri"/>
                <a:ea typeface="Calibri"/>
                <a:cs typeface="Calibri"/>
              </a:defRPr>
            </a:lvl5pPr>
            <a:lvl6pPr algn="ctr">
              <a:defRPr sz="1800" b="0" lang="ko-KR">
                <a:solidFill>
                  <a:srgbClr val="111111"/>
                </a:solidFill>
                <a:latin typeface="Calibri"/>
                <a:ea typeface="Calibri"/>
                <a:cs typeface="Calibri"/>
              </a:defRPr>
            </a:lvl6pPr>
            <a:lvl7pPr algn="ctr">
              <a:defRPr sz="1800" b="0" lang="ko-KR">
                <a:solidFill>
                  <a:srgbClr val="111111"/>
                </a:solidFill>
                <a:latin typeface="Calibri"/>
                <a:ea typeface="Calibri"/>
                <a:cs typeface="Calibri"/>
              </a:defRPr>
            </a:lvl7pPr>
            <a:lvl8pPr algn="ctr">
              <a:defRPr sz="1800" b="0" lang="ko-KR">
                <a:solidFill>
                  <a:srgbClr val="111111"/>
                </a:solidFill>
                <a:latin typeface="Calibri"/>
                <a:ea typeface="Calibri"/>
                <a:cs typeface="Calibri"/>
              </a:defRPr>
            </a:lvl8pPr>
            <a:lvl9pPr algn="ctr">
              <a:defRPr sz="1800" b="0" lang="ko-KR">
                <a:solidFill>
                  <a:srgbClr val="111111"/>
                </a:solidFill>
                <a:latin typeface="Calibri"/>
                <a:ea typeface="Calibri"/>
                <a:cs typeface="Calibri"/>
              </a:defRPr>
            </a:lvl9pPr>
          </a:lstStyle>
          <a:p>
            <a:pPr algn="ctr">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임시 인계 묶음 (capsule)</a:t>
            </a:r>
            <a:endParaRPr lang="ko-KR">
              <a:latin typeface="Calibri"/>
              <a:ea typeface="Calibri"/>
              <a:cs typeface="Calibri"/>
            </a:endParaRPr>
          </a:p>
        </p:txBody>
      </p:sp>
      <p:sp>
        <p:nvSpPr>
          <p:cNvPr id="40" name="Editable path 163">
            <a:extLst>
              <a:ext uri="{FF2B5EF4-FFF2-40B4-BE49-F238E27FC236}">
                <ns2:creationId id="{EDBEC471-87A1-4350-A815-184E077D9DC7}"/>
              </a:ext>
            </a:extLst>
          </p:cNvPr>
          <p:cNvSpPr>
            <a:spLocks noGrp="1"/>
          </p:cNvSpPr>
          <p:nvPr/>
        </p:nvSpPr>
        <p:spPr>
          <a:xfrm>
            <a:off x="3448050" y="3981450"/>
            <a:ext cx="953" cy="257175"/>
          </a:xfrm>
          <a:custGeom>
            <a:pathLst>
              <a:path w="953" h="257175">
                <a:moveTo>
                  <a:pt x="0" y="0"/>
                </a:moveTo>
                <a:lnTo>
                  <a:pt x="0" y="257175"/>
                </a:lnTo>
              </a:path>
            </a:pathLst>
          </a:custGeom>
          <a:noFill/>
          <a:ln w="19050">
            <a:solidFill>
              <a:srgbClr val="111111"/>
            </a:solidFill>
            <a:prstDash val="solid"/>
          </a:ln>
        </p:spPr>
      </p:sp>
      <p:sp>
        <p:nvSpPr>
          <p:cNvPr id="41" name="Editable arrowhead 164">
            <a:extLst>
              <a:ext uri="{FF2B5EF4-FFF2-40B4-BE49-F238E27FC236}">
                <ns2:creationId id="{EAE7CC5D-870C-4D41-9858-57D81C09806D}"/>
              </a:ext>
            </a:extLst>
          </p:cNvPr>
          <p:cNvSpPr>
            <a:spLocks noGrp="1"/>
          </p:cNvSpPr>
          <p:nvPr/>
        </p:nvSpPr>
        <p:spPr>
          <a:xfrm>
            <a:off x="3400425" y="4143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2" name="DP4 object 165">
            <a:extLst>
              <a:ext uri="{FF2B5EF4-FFF2-40B4-BE49-F238E27FC236}">
                <ns2:creationId id="{04D4CB53-61A0-43E3-AAF0-E872543242B9}"/>
              </a:ext>
            </a:extLst>
          </p:cNvPr>
          <p:cNvSpPr>
            <a:spLocks noGrp="1"/>
          </p:cNvSpPr>
          <p:nvPr/>
        </p:nvSpPr>
        <p:spPr>
          <a:xfrm>
            <a:off x="2066925" y="3324225"/>
            <a:ext cx="266700" cy="276225"/>
          </a:xfrm>
          <a:prstGeom prst="roundRect">
            <a:avLst>
              <a:gd name="adj" fmla="val 28571"/>
            </a:avLst>
          </a:prstGeom>
          <a:solidFill>
            <a:srgbClr val="C9E1B3"/>
          </a:solidFill>
          <a:ln w="17145">
            <a:solidFill>
              <a:srgbClr val="70A843"/>
            </a:solidFill>
            <a:prstDash val="solid"/>
          </a:ln>
        </p:spPr>
      </p:sp>
      <p:sp>
        <p:nvSpPr>
          <p:cNvPr id="43" name="DP4 object 166">
            <a:extLst>
              <a:ext uri="{FF2B5EF4-FFF2-40B4-BE49-F238E27FC236}">
                <ns2:creationId id="{426F84BC-6C2D-45FC-A8AB-E2B37F2930C9}"/>
              </a:ext>
            </a:extLst>
          </p:cNvPr>
          <p:cNvSpPr>
            <a:spLocks noGrp="1"/>
          </p:cNvSpPr>
          <p:nvPr/>
        </p:nvSpPr>
        <p:spPr>
          <a:xfrm>
            <a:off x="2066925"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4" name="DP4 object 167">
            <a:extLst>
              <a:ext uri="{FF2B5EF4-FFF2-40B4-BE49-F238E27FC236}">
                <ns2:creationId id="{EE9528ED-510F-44D5-9178-B59122AFB164}"/>
              </a:ext>
            </a:extLst>
          </p:cNvPr>
          <p:cNvSpPr>
            <a:spLocks noGrp="1"/>
          </p:cNvSpPr>
          <p:nvPr/>
        </p:nvSpPr>
        <p:spPr>
          <a:xfrm>
            <a:off x="2343150" y="4171950"/>
            <a:ext cx="266700" cy="276225"/>
          </a:xfrm>
          <a:prstGeom prst="roundRect">
            <a:avLst>
              <a:gd name="adj" fmla="val 28571"/>
            </a:avLst>
          </a:prstGeom>
          <a:solidFill>
            <a:srgbClr val="C9E1B3"/>
          </a:solidFill>
          <a:ln w="17145">
            <a:solidFill>
              <a:srgbClr val="70A843"/>
            </a:solidFill>
            <a:prstDash val="solid"/>
          </a:ln>
        </p:spPr>
      </p:sp>
      <p:sp>
        <p:nvSpPr>
          <p:cNvPr id="45" name="DP4 object 168">
            <a:extLst>
              <a:ext uri="{FF2B5EF4-FFF2-40B4-BE49-F238E27FC236}">
                <ns2:creationId id="{FDB593A7-8A72-42AA-89A3-3E73A4BA0E5B}"/>
              </a:ext>
            </a:extLst>
          </p:cNvPr>
          <p:cNvSpPr>
            <a:spLocks noGrp="1"/>
          </p:cNvSpPr>
          <p:nvPr/>
        </p:nvSpPr>
        <p:spPr>
          <a:xfrm>
            <a:off x="234315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46" name="Task Manager: 명령 확정">
            <a:extLst>
              <a:ext uri="{FF2B5EF4-FFF2-40B4-BE49-F238E27FC236}">
                <ns2:creationId id="{28A3D086-9956-4F6C-B903-3428A739994A}"/>
              </a:ext>
            </a:extLst>
          </p:cNvPr>
          <p:cNvSpPr>
            <a:spLocks noGrp="1"/>
          </p:cNvSpPr>
          <p:nvPr/>
        </p:nvSpPr>
        <p:spPr>
          <a:xfrm>
            <a:off x="2000250" y="4914900"/>
            <a:ext cx="5067300" cy="304800"/>
          </a:xfrm>
          <a:prstGeom prst="rect">
            <a:avLst/>
          </a:prstGeom>
          <a:solidFill>
            <a:srgbClr val="FFF6DD"/>
          </a:solidFill>
          <a:ln w="17145">
            <a:solidFill>
              <a:srgbClr val="111111"/>
            </a:solidFill>
            <a:prstDash val="solid"/>
          </a:ln>
        </p:spPr>
      </p:sp>
      <p:sp>
        <p:nvSpPr>
          <p:cNvPr id="47" name="DP4 object 169">
            <a:extLst>
              <a:ext uri="{FF2B5EF4-FFF2-40B4-BE49-F238E27FC236}">
                <ns2:creationId id="{768D6D8B-CB7A-4232-A20D-331B4D938224}"/>
              </a:ext>
            </a:extLst>
          </p:cNvPr>
          <p:cNvSpPr>
            <a:spLocks noGrp="1"/>
          </p:cNvSpPr>
          <p:nvPr/>
        </p:nvSpPr>
        <p:spPr>
          <a:xfrm>
            <a:off x="20669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48" name="Agent Gateway: 실제 전송">
            <a:extLst>
              <a:ext uri="{FF2B5EF4-FFF2-40B4-BE49-F238E27FC236}">
                <ns2:creationId id="{955387D3-CB6B-42CC-A4BB-126EEB26BA11}"/>
              </a:ext>
            </a:extLst>
          </p:cNvPr>
          <p:cNvSpPr>
            <a:spLocks noGrp="1"/>
          </p:cNvSpPr>
          <p:nvPr/>
        </p:nvSpPr>
        <p:spPr>
          <a:xfrm>
            <a:off x="2000250" y="5324475"/>
            <a:ext cx="5067300" cy="304800"/>
          </a:xfrm>
          <a:prstGeom prst="rect">
            <a:avLst/>
          </a:prstGeom>
          <a:solidFill>
            <a:srgbClr val="FFF6DD"/>
          </a:solidFill>
          <a:ln w="17145">
            <a:solidFill>
              <a:srgbClr val="111111"/>
            </a:solidFill>
            <a:prstDash val="solid"/>
          </a:ln>
        </p:spPr>
      </p:sp>
      <p:sp>
        <p:nvSpPr>
          <p:cNvPr id="49" name="DP4 object 170">
            <a:extLst>
              <a:ext uri="{FF2B5EF4-FFF2-40B4-BE49-F238E27FC236}">
                <ns2:creationId id="{0A62B0AE-6BC6-45D5-9B4B-1AFFDD9C1454}"/>
              </a:ext>
            </a:extLst>
          </p:cNvPr>
          <p:cNvSpPr>
            <a:spLocks noGrp="1"/>
          </p:cNvSpPr>
          <p:nvPr/>
        </p:nvSpPr>
        <p:spPr>
          <a:xfrm>
            <a:off x="20669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50" name="외부 Downstream Agent">
            <a:extLst>
              <a:ext uri="{FF2B5EF4-FFF2-40B4-BE49-F238E27FC236}">
                <ns2:creationId id="{2CC5898F-6720-47A2-8574-32BB91C715CD}"/>
              </a:ext>
            </a:extLst>
          </p:cNvPr>
          <p:cNvSpPr>
            <a:spLocks noGrp="1"/>
          </p:cNvSpPr>
          <p:nvPr/>
        </p:nvSpPr>
        <p:spPr>
          <a:xfrm>
            <a:off x="2000250" y="5762625"/>
            <a:ext cx="5067300" cy="266700"/>
          </a:xfrm>
          <a:prstGeom prst="rect">
            <a:avLst/>
          </a:prstGeom>
          <a:solidFill>
            <a:srgbClr val="FFFFFF"/>
          </a:solidFill>
          <a:ln w="17145">
            <a:solidFill>
              <a:srgbClr val="111111"/>
            </a:solidFill>
            <a:prstDash val="solid"/>
          </a:ln>
        </p:spPr>
      </p:sp>
      <p:sp>
        <p:nvSpPr>
          <p:cNvPr id="51" name="DP4 object 171">
            <a:extLst>
              <a:ext uri="{FF2B5EF4-FFF2-40B4-BE49-F238E27FC236}">
                <ns2:creationId id="{07CBCF95-7752-4226-835A-93B61B321C74}"/>
              </a:ext>
            </a:extLst>
          </p:cNvPr>
          <p:cNvSpPr>
            <a:spLocks noGrp="1"/>
          </p:cNvSpPr>
          <p:nvPr/>
        </p:nvSpPr>
        <p:spPr>
          <a:xfrm>
            <a:off x="20669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52" name="Editable path 172">
            <a:extLst>
              <a:ext uri="{FF2B5EF4-FFF2-40B4-BE49-F238E27FC236}">
                <ns2:creationId id="{16D42035-9194-421B-9AC9-AFFDB29A2A0D}"/>
              </a:ext>
            </a:extLst>
          </p:cNvPr>
          <p:cNvSpPr>
            <a:spLocks noGrp="1"/>
          </p:cNvSpPr>
          <p:nvPr/>
        </p:nvSpPr>
        <p:spPr>
          <a:xfrm>
            <a:off x="4533900" y="4800600"/>
            <a:ext cx="953" cy="114300"/>
          </a:xfrm>
          <a:custGeom>
            <a:pathLst>
              <a:path w="953" h="114300">
                <a:moveTo>
                  <a:pt x="0" y="0"/>
                </a:moveTo>
                <a:lnTo>
                  <a:pt x="0" y="114300"/>
                </a:lnTo>
              </a:path>
            </a:pathLst>
          </a:custGeom>
          <a:noFill/>
          <a:ln w="19050">
            <a:solidFill>
              <a:srgbClr val="111111"/>
            </a:solidFill>
            <a:prstDash val="solid"/>
          </a:ln>
        </p:spPr>
      </p:sp>
      <p:sp>
        <p:nvSpPr>
          <p:cNvPr id="53" name="Editable arrowhead 173">
            <a:extLst>
              <a:ext uri="{FF2B5EF4-FFF2-40B4-BE49-F238E27FC236}">
                <ns2:creationId id="{D89B1479-63F1-4FF4-9CFF-9AFECE1E8A46}"/>
              </a:ext>
            </a:extLst>
          </p:cNvPr>
          <p:cNvSpPr>
            <a:spLocks noGrp="1"/>
          </p:cNvSpPr>
          <p:nvPr/>
        </p:nvSpPr>
        <p:spPr>
          <a:xfrm>
            <a:off x="44862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4" name="Editable path 174">
            <a:extLst>
              <a:ext uri="{FF2B5EF4-FFF2-40B4-BE49-F238E27FC236}">
                <ns2:creationId id="{0C8EA42F-B62A-412E-A6F5-1868D04EDA2D}"/>
              </a:ext>
            </a:extLst>
          </p:cNvPr>
          <p:cNvSpPr>
            <a:spLocks noGrp="1"/>
          </p:cNvSpPr>
          <p:nvPr/>
        </p:nvSpPr>
        <p:spPr>
          <a:xfrm>
            <a:off x="4533900" y="5219700"/>
            <a:ext cx="953" cy="104775"/>
          </a:xfrm>
          <a:custGeom>
            <a:pathLst>
              <a:path w="953" h="104775">
                <a:moveTo>
                  <a:pt x="0" y="0"/>
                </a:moveTo>
                <a:lnTo>
                  <a:pt x="0" y="104775"/>
                </a:lnTo>
              </a:path>
            </a:pathLst>
          </a:custGeom>
          <a:noFill/>
          <a:ln w="19050">
            <a:solidFill>
              <a:srgbClr val="111111"/>
            </a:solidFill>
            <a:prstDash val="solid"/>
          </a:ln>
        </p:spPr>
      </p:sp>
      <p:sp>
        <p:nvSpPr>
          <p:cNvPr id="55" name="Editable arrowhead 175">
            <a:extLst>
              <a:ext uri="{FF2B5EF4-FFF2-40B4-BE49-F238E27FC236}">
                <ns2:creationId id="{151A0AB1-319F-48E2-91D9-576CDA1660C9}"/>
              </a:ext>
            </a:extLst>
          </p:cNvPr>
          <p:cNvSpPr>
            <a:spLocks noGrp="1"/>
          </p:cNvSpPr>
          <p:nvPr/>
        </p:nvSpPr>
        <p:spPr>
          <a:xfrm>
            <a:off x="44862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6" name="Editable path 176">
            <a:extLst>
              <a:ext uri="{FF2B5EF4-FFF2-40B4-BE49-F238E27FC236}">
                <ns2:creationId id="{68BA1801-2E96-4ED3-A02F-7533BD160596}"/>
              </a:ext>
            </a:extLst>
          </p:cNvPr>
          <p:cNvSpPr>
            <a:spLocks noGrp="1"/>
          </p:cNvSpPr>
          <p:nvPr/>
        </p:nvSpPr>
        <p:spPr>
          <a:xfrm>
            <a:off x="4533900" y="5629275"/>
            <a:ext cx="953" cy="133350"/>
          </a:xfrm>
          <a:custGeom>
            <a:pathLst>
              <a:path w="953" h="133350">
                <a:moveTo>
                  <a:pt x="0" y="0"/>
                </a:moveTo>
                <a:lnTo>
                  <a:pt x="0" y="133350"/>
                </a:lnTo>
              </a:path>
            </a:pathLst>
          </a:custGeom>
          <a:noFill/>
          <a:ln w="19050">
            <a:solidFill>
              <a:srgbClr val="111111"/>
            </a:solidFill>
            <a:prstDash val="solid"/>
          </a:ln>
        </p:spPr>
      </p:sp>
      <p:sp>
        <p:nvSpPr>
          <p:cNvPr id="57" name="Editable arrowhead 177">
            <a:extLst>
              <a:ext uri="{FF2B5EF4-FFF2-40B4-BE49-F238E27FC236}">
                <ns2:creationId id="{E026BD0E-4867-4375-9A4A-BA7ECEB7E5DD}"/>
              </a:ext>
            </a:extLst>
          </p:cNvPr>
          <p:cNvSpPr>
            <a:spLocks noGrp="1"/>
          </p:cNvSpPr>
          <p:nvPr/>
        </p:nvSpPr>
        <p:spPr>
          <a:xfrm>
            <a:off x="44862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58" name="DP4 object 178">
            <a:extLst>
              <a:ext uri="{FF2B5EF4-FFF2-40B4-BE49-F238E27FC236}">
                <ns2:creationId id="{BA899E7B-8927-439D-9128-850853A09E4C}"/>
              </a:ext>
            </a:extLst>
          </p:cNvPr>
          <p:cNvSpPr>
            <a:spLocks noGrp="1"/>
          </p:cNvSpPr>
          <p:nvPr/>
        </p:nvSpPr>
        <p:spPr>
          <a:xfrm>
            <a:off x="73342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공개 사건을 선생산하고 반복 소비</a:t>
            </a:r>
            <a:endParaRPr lang="ko-KR">
              <a:latin typeface="Calibri"/>
              <a:ea typeface="Calibri"/>
              <a:cs typeface="Calibri"/>
            </a:endParaRPr>
          </a:p>
        </p:txBody>
      </p:sp>
      <p:sp>
        <p:nvSpPr>
          <p:cNvPr id="59" name="Request Controller: 채택·허가">
            <a:extLst>
              <a:ext uri="{FF2B5EF4-FFF2-40B4-BE49-F238E27FC236}">
                <ns2:creationId id="{167B54B7-CD9E-4FF4-9D09-AFD490A4C16C}"/>
              </a:ext>
            </a:extLst>
          </p:cNvPr>
          <p:cNvSpPr>
            <a:spLocks noGrp="1"/>
          </p:cNvSpPr>
          <p:nvPr/>
        </p:nvSpPr>
        <p:spPr>
          <a:xfrm>
            <a:off x="7410450" y="2514600"/>
            <a:ext cx="5067300" cy="323850"/>
          </a:xfrm>
          <a:prstGeom prst="rect">
            <a:avLst/>
          </a:prstGeom>
          <a:solidFill>
            <a:srgbClr val="FFF6DD"/>
          </a:solidFill>
          <a:ln w="17145">
            <a:solidFill>
              <a:srgbClr val="111111"/>
            </a:solidFill>
            <a:prstDash val="solid"/>
          </a:ln>
        </p:spPr>
      </p:sp>
      <p:sp>
        <p:nvSpPr>
          <p:cNvPr id="60" name="DP4 object 179">
            <a:extLst>
              <a:ext uri="{FF2B5EF4-FFF2-40B4-BE49-F238E27FC236}">
                <ns2:creationId id="{CC260A6C-2007-41D4-A5F8-64641C9BC26C}"/>
              </a:ext>
            </a:extLst>
          </p:cNvPr>
          <p:cNvSpPr>
            <a:spLocks noGrp="1"/>
          </p:cNvSpPr>
          <p:nvPr/>
        </p:nvSpPr>
        <p:spPr>
          <a:xfrm>
            <a:off x="74771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61" name="Context Manager Component">
            <a:extLst>
              <a:ext uri="{FF2B5EF4-FFF2-40B4-BE49-F238E27FC236}">
                <ns2:creationId id="{CA700499-1CC1-412B-A3AA-9FB3C93070D1}"/>
              </a:ext>
            </a:extLst>
          </p:cNvPr>
          <p:cNvSpPr>
            <a:spLocks noGrp="1"/>
          </p:cNvSpPr>
          <p:nvPr/>
        </p:nvSpPr>
        <p:spPr>
          <a:xfrm>
            <a:off x="7410450" y="2981325"/>
            <a:ext cx="5067300" cy="1819275"/>
          </a:xfrm>
          <a:prstGeom prst="rect">
            <a:avLst/>
          </a:prstGeom>
          <a:solidFill>
            <a:srgbClr val="FFF6DD"/>
          </a:solidFill>
          <a:ln w="25718">
            <a:solidFill>
              <a:srgbClr val="111111"/>
            </a:solidFill>
            <a:prstDash val="solid"/>
          </a:ln>
        </p:spPr>
      </p:sp>
      <p:sp>
        <p:nvSpPr>
          <p:cNvPr id="62" name="DP4 object 180">
            <a:extLst>
              <a:ext uri="{FF2B5EF4-FFF2-40B4-BE49-F238E27FC236}">
                <ns2:creationId id="{0673C67C-0489-445D-89E8-EE068C6575B9}"/>
              </a:ext>
            </a:extLst>
          </p:cNvPr>
          <p:cNvSpPr>
            <a:spLocks noGrp="1"/>
          </p:cNvSpPr>
          <p:nvPr/>
        </p:nvSpPr>
        <p:spPr>
          <a:xfrm>
            <a:off x="74866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63" name="Editable path 181">
            <a:extLst>
              <a:ext uri="{FF2B5EF4-FFF2-40B4-BE49-F238E27FC236}">
                <ns2:creationId id="{50A8EA66-1078-484B-BFD6-C7E2ABD8410E}"/>
              </a:ext>
            </a:extLst>
          </p:cNvPr>
          <p:cNvSpPr>
            <a:spLocks noGrp="1"/>
          </p:cNvSpPr>
          <p:nvPr/>
        </p:nvSpPr>
        <p:spPr>
          <a:xfrm>
            <a:off x="7410450" y="3324225"/>
            <a:ext cx="5067300" cy="953"/>
          </a:xfrm>
          <a:custGeom>
            <a:pathLst>
              <a:path w="5067300" h="953">
                <a:moveTo>
                  <a:pt x="0" y="0"/>
                </a:moveTo>
                <a:lnTo>
                  <a:pt x="5067300" y="0"/>
                </a:lnTo>
              </a:path>
            </a:pathLst>
          </a:custGeom>
          <a:noFill/>
          <a:ln w="13335">
            <a:solidFill>
              <a:srgbClr val="111111"/>
            </a:solidFill>
            <a:prstDash val="solid"/>
          </a:ln>
        </p:spPr>
      </p:sp>
      <p:sp>
        <p:nvSpPr>
          <p:cNvPr id="64" name="DP4 object 182">
            <a:extLst>
              <a:ext uri="{FF2B5EF4-FFF2-40B4-BE49-F238E27FC236}">
                <ns2:creationId id="{140A0FDB-47AB-422D-B2F4-732E9935D5DD}"/>
              </a:ext>
            </a:extLst>
          </p:cNvPr>
          <p:cNvSpPr>
            <a:spLocks noGrp="1"/>
          </p:cNvSpPr>
          <p:nvPr/>
        </p:nvSpPr>
        <p:spPr>
          <a:xfrm>
            <a:off x="7572375" y="3333750"/>
            <a:ext cx="2228850" cy="2571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공개 결과·정정 사건</a:t>
            </a:r>
            <a:endParaRPr lang="ko-KR">
              <a:latin typeface="Calibri"/>
              <a:ea typeface="Calibri"/>
              <a:cs typeface="Calibri"/>
            </a:endParaRPr>
          </a:p>
        </p:txBody>
      </p:sp>
      <p:sp>
        <p:nvSpPr>
          <p:cNvPr id="65" name="업무 설명·관계&#10;생산 / 갱신">
            <a:extLst>
              <a:ext uri="{FF2B5EF4-FFF2-40B4-BE49-F238E27FC236}">
                <ns2:creationId id="{84D4D33B-4227-42CE-991F-78C748FC3BEF}"/>
              </a:ext>
            </a:extLst>
          </p:cNvPr>
          <p:cNvSpPr>
            <a:spLocks noGrp="1"/>
          </p:cNvSpPr>
          <p:nvPr/>
        </p:nvSpPr>
        <p:spPr>
          <a:xfrm>
            <a:off x="7572375" y="3676650"/>
            <a:ext cx="2228850" cy="495300"/>
          </a:xfrm>
          <a:prstGeom prst="rect">
            <a:avLst/>
          </a:prstGeom>
          <a:solidFill>
            <a:srgbClr val="FFFFFF"/>
          </a:solidFill>
          <a:ln w="17145">
            <a:solidFill>
              <a:srgbClr val="111111"/>
            </a:solidFill>
            <a:prstDash val="solid"/>
          </a:ln>
        </p:spPr>
      </p:sp>
      <p:sp>
        <p:nvSpPr>
          <p:cNvPr id="66" name="DP4 object 183">
            <a:extLst>
              <a:ext uri="{FF2B5EF4-FFF2-40B4-BE49-F238E27FC236}">
                <ns2:creationId id="{93A8E7D0-3020-484F-A1A8-40C1AAAC9FFC}"/>
              </a:ext>
            </a:extLst>
          </p:cNvPr>
          <p:cNvSpPr>
            <a:spLocks noGrp="1"/>
          </p:cNvSpPr>
          <p:nvPr/>
        </p:nvSpPr>
        <p:spPr>
          <a:xfrm>
            <a:off x="7639050" y="3714750"/>
            <a:ext cx="2095500" cy="4191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업무 설명·관계</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생산 / 갱신</a:t>
            </a:r>
            <a:endParaRPr lang="ko-KR">
              <a:latin typeface="Calibri"/>
              <a:ea typeface="Calibri"/>
              <a:cs typeface="Calibri"/>
            </a:endParaRPr>
          </a:p>
        </p:txBody>
      </p:sp>
      <p:sp>
        <p:nvSpPr>
          <p:cNvPr id="67" name="지속 업무 기록&#10;판본·의존성·coverage">
            <a:extLst>
              <a:ext uri="{FF2B5EF4-FFF2-40B4-BE49-F238E27FC236}">
                <ns2:creationId id="{38348960-AD90-4E7A-B781-A2AB9BC67DDA}"/>
              </a:ext>
            </a:extLst>
          </p:cNvPr>
          <p:cNvSpPr>
            <a:spLocks noGrp="1"/>
          </p:cNvSpPr>
          <p:nvPr/>
        </p:nvSpPr>
        <p:spPr>
          <a:xfrm>
            <a:off x="10134600" y="3419475"/>
            <a:ext cx="2190750" cy="742950"/>
          </a:xfrm>
          <a:prstGeom prst="can">
            <a:avLst>
              <a:gd name="adj" fmla="val 16000"/>
            </a:avLst>
          </a:prstGeom>
          <a:solidFill>
            <a:srgbClr val="FFF6DD"/>
          </a:solidFill>
          <a:ln w="17145">
            <a:solidFill>
              <a:srgbClr val="111111"/>
            </a:solidFill>
            <a:prstDash val="solid"/>
          </a:ln>
        </p:spPr>
      </p:sp>
      <p:sp>
        <p:nvSpPr>
          <p:cNvPr id="68" name="DP4 object 184">
            <a:extLst>
              <a:ext uri="{FF2B5EF4-FFF2-40B4-BE49-F238E27FC236}">
                <ns2:creationId id="{4524323B-FAD4-458D-96ED-7468D165D7C3}"/>
              </a:ext>
            </a:extLst>
          </p:cNvPr>
          <p:cNvSpPr>
            <a:spLocks noGrp="1"/>
          </p:cNvSpPr>
          <p:nvPr/>
        </p:nvSpPr>
        <p:spPr>
          <a:xfrm>
            <a:off x="10182225" y="3524250"/>
            <a:ext cx="2095500" cy="5810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지속 업무 기록</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판본·의존성·coverage</a:t>
            </a:r>
            <a:endParaRPr lang="ko-KR">
              <a:latin typeface="Calibri"/>
              <a:ea typeface="Calibri"/>
              <a:cs typeface="Calibri"/>
            </a:endParaRPr>
          </a:p>
        </p:txBody>
      </p:sp>
      <p:sp>
        <p:nvSpPr>
          <p:cNvPr id="69" name="Editable path 185">
            <a:extLst>
              <a:ext uri="{FF2B5EF4-FFF2-40B4-BE49-F238E27FC236}">
                <ns2:creationId id="{DD0A5C16-44DC-435C-ADF3-4FD25F29A100}"/>
              </a:ext>
            </a:extLst>
          </p:cNvPr>
          <p:cNvSpPr>
            <a:spLocks noGrp="1"/>
          </p:cNvSpPr>
          <p:nvPr/>
        </p:nvSpPr>
        <p:spPr>
          <a:xfrm>
            <a:off x="8677275" y="3590925"/>
            <a:ext cx="953" cy="85725"/>
          </a:xfrm>
          <a:custGeom>
            <a:pathLst>
              <a:path w="953" h="85725">
                <a:moveTo>
                  <a:pt x="0" y="0"/>
                </a:moveTo>
                <a:lnTo>
                  <a:pt x="0" y="85725"/>
                </a:lnTo>
              </a:path>
            </a:pathLst>
          </a:custGeom>
          <a:noFill/>
          <a:ln w="19050">
            <a:solidFill>
              <a:srgbClr val="111111"/>
            </a:solidFill>
            <a:prstDash val="solid"/>
          </a:ln>
        </p:spPr>
      </p:sp>
      <p:sp>
        <p:nvSpPr>
          <p:cNvPr id="70" name="Editable arrowhead 186">
            <a:extLst>
              <a:ext uri="{FF2B5EF4-FFF2-40B4-BE49-F238E27FC236}">
                <ns2:creationId id="{EF0AFFFD-D0E3-48D1-9695-EBCABDFE9ADA}"/>
              </a:ext>
            </a:extLst>
          </p:cNvPr>
          <p:cNvSpPr>
            <a:spLocks noGrp="1"/>
          </p:cNvSpPr>
          <p:nvPr/>
        </p:nvSpPr>
        <p:spPr>
          <a:xfrm>
            <a:off x="8629650" y="35814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1" name="Editable path 187">
            <a:extLst>
              <a:ext uri="{FF2B5EF4-FFF2-40B4-BE49-F238E27FC236}">
                <ns2:creationId id="{A0469B87-DFA9-40A1-A481-AC096B1C1B44}"/>
              </a:ext>
            </a:extLst>
          </p:cNvPr>
          <p:cNvSpPr>
            <a:spLocks noGrp="1"/>
          </p:cNvSpPr>
          <p:nvPr/>
        </p:nvSpPr>
        <p:spPr>
          <a:xfrm>
            <a:off x="9801225" y="3914775"/>
            <a:ext cx="333375" cy="953"/>
          </a:xfrm>
          <a:custGeom>
            <a:pathLst>
              <a:path w="333375" h="953">
                <a:moveTo>
                  <a:pt x="0" y="0"/>
                </a:moveTo>
                <a:lnTo>
                  <a:pt x="333375" y="0"/>
                </a:lnTo>
              </a:path>
            </a:pathLst>
          </a:custGeom>
          <a:noFill/>
          <a:ln w="19050">
            <a:solidFill>
              <a:srgbClr val="111111"/>
            </a:solidFill>
            <a:prstDash val="solid"/>
          </a:ln>
        </p:spPr>
      </p:sp>
      <p:sp>
        <p:nvSpPr>
          <p:cNvPr id="72" name="Editable arrowhead 188">
            <a:extLst>
              <a:ext uri="{FF2B5EF4-FFF2-40B4-BE49-F238E27FC236}">
                <ns2:creationId id="{3C799BB1-6352-4F94-992F-EBA3F086024E}"/>
              </a:ext>
            </a:extLst>
          </p:cNvPr>
          <p:cNvSpPr>
            <a:spLocks noGrp="1"/>
          </p:cNvSpPr>
          <p:nvPr/>
        </p:nvSpPr>
        <p:spPr>
          <a:xfrm>
            <a:off x="10039350" y="38671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3" name="목적별 추출 / 부족한 원본 보완">
            <a:extLst>
              <a:ext uri="{FF2B5EF4-FFF2-40B4-BE49-F238E27FC236}">
                <ns2:creationId id="{D7C27BCB-D4C4-4189-BEB0-CE7DCA9BB87E}"/>
              </a:ext>
            </a:extLst>
          </p:cNvPr>
          <p:cNvSpPr>
            <a:spLocks noGrp="1"/>
          </p:cNvSpPr>
          <p:nvPr/>
        </p:nvSpPr>
        <p:spPr>
          <a:xfrm>
            <a:off x="7943850" y="4352925"/>
            <a:ext cx="4000500" cy="352425"/>
          </a:xfrm>
          <a:prstGeom prst="rect">
            <a:avLst/>
          </a:prstGeom>
          <a:solidFill>
            <a:srgbClr val="FFFFFF"/>
          </a:solidFill>
          <a:ln w="17145">
            <a:solidFill>
              <a:srgbClr val="111111"/>
            </a:solidFill>
            <a:prstDash val="solid"/>
          </a:ln>
        </p:spPr>
      </p:sp>
      <p:sp>
        <p:nvSpPr>
          <p:cNvPr id="74" name="DP4 object 189">
            <a:extLst>
              <a:ext uri="{FF2B5EF4-FFF2-40B4-BE49-F238E27FC236}">
                <ns2:creationId id="{CC7C40E6-B83A-4F51-8F04-1E49243E4CAF}"/>
              </a:ext>
            </a:extLst>
          </p:cNvPr>
          <p:cNvSpPr>
            <a:spLocks noGrp="1"/>
          </p:cNvSpPr>
          <p:nvPr/>
        </p:nvSpPr>
        <p:spPr>
          <a:xfrm>
            <a:off x="8010525" y="4391025"/>
            <a:ext cx="3867150" cy="2762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목적별 추출 / 부족한 원본 보완</a:t>
            </a:r>
            <a:endParaRPr lang="ko-KR">
              <a:latin typeface="Calibri"/>
              <a:ea typeface="Calibri"/>
              <a:cs typeface="Calibri"/>
            </a:endParaRPr>
          </a:p>
        </p:txBody>
      </p:sp>
      <p:sp>
        <p:nvSpPr>
          <p:cNvPr id="75" name="Editable path 190">
            <a:extLst>
              <a:ext uri="{FF2B5EF4-FFF2-40B4-BE49-F238E27FC236}">
                <ns2:creationId id="{E73F2763-813E-4DC1-85EE-1F856E4654FD}"/>
              </a:ext>
            </a:extLst>
          </p:cNvPr>
          <p:cNvSpPr>
            <a:spLocks noGrp="1"/>
          </p:cNvSpPr>
          <p:nvPr/>
        </p:nvSpPr>
        <p:spPr>
          <a:xfrm>
            <a:off x="9944100" y="4162425"/>
            <a:ext cx="1285875" cy="190500"/>
          </a:xfrm>
          <a:custGeom>
            <a:pathLst>
              <a:path w="1285875" h="190500">
                <a:moveTo>
                  <a:pt x="1285875" y="0"/>
                </a:moveTo>
                <a:lnTo>
                  <a:pt x="1285875" y="104775"/>
                </a:lnTo>
                <a:lnTo>
                  <a:pt x="0" y="104775"/>
                </a:lnTo>
                <a:lnTo>
                  <a:pt x="0" y="190500"/>
                </a:lnTo>
              </a:path>
            </a:pathLst>
          </a:custGeom>
          <a:noFill/>
          <a:ln w="19050">
            <a:solidFill>
              <a:srgbClr val="111111"/>
            </a:solidFill>
            <a:prstDash val="solid"/>
          </a:ln>
        </p:spPr>
      </p:sp>
      <p:sp>
        <p:nvSpPr>
          <p:cNvPr id="76" name="Editable arrowhead 191">
            <a:extLst>
              <a:ext uri="{FF2B5EF4-FFF2-40B4-BE49-F238E27FC236}">
                <ns2:creationId id="{7390AF11-7AA3-493C-99B9-F39EB88647D8}"/>
              </a:ext>
            </a:extLst>
          </p:cNvPr>
          <p:cNvSpPr>
            <a:spLocks noGrp="1"/>
          </p:cNvSpPr>
          <p:nvPr/>
        </p:nvSpPr>
        <p:spPr>
          <a:xfrm>
            <a:off x="9896475" y="42576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7" name="Editable path 192">
            <a:extLst>
              <a:ext uri="{FF2B5EF4-FFF2-40B4-BE49-F238E27FC236}">
                <ns2:creationId id="{850F395E-0F67-4547-902A-9031F67DFC40}"/>
              </a:ext>
            </a:extLst>
          </p:cNvPr>
          <p:cNvSpPr>
            <a:spLocks noGrp="1"/>
          </p:cNvSpPr>
          <p:nvPr/>
        </p:nvSpPr>
        <p:spPr>
          <a:xfrm>
            <a:off x="7315200" y="2838450"/>
            <a:ext cx="714375" cy="1695450"/>
          </a:xfrm>
          <a:custGeom>
            <a:pathLst>
              <a:path w="714375" h="1695450">
                <a:moveTo>
                  <a:pt x="714375" y="0"/>
                </a:moveTo>
                <a:lnTo>
                  <a:pt x="0" y="0"/>
                </a:lnTo>
                <a:lnTo>
                  <a:pt x="0" y="1695450"/>
                </a:lnTo>
                <a:lnTo>
                  <a:pt x="628650" y="1695450"/>
                </a:lnTo>
              </a:path>
            </a:pathLst>
          </a:custGeom>
          <a:noFill/>
          <a:ln w="17145">
            <a:solidFill>
              <a:srgbClr val="111111"/>
            </a:solidFill>
            <a:prstDash val="dash"/>
          </a:ln>
        </p:spPr>
      </p:sp>
      <p:sp>
        <p:nvSpPr>
          <p:cNvPr id="78" name="Editable arrowhead 193">
            <a:extLst>
              <a:ext uri="{FF2B5EF4-FFF2-40B4-BE49-F238E27FC236}">
                <ns2:creationId id="{BBBF75AF-4F6B-4972-839B-D000F6A0C0CF}"/>
              </a:ext>
            </a:extLst>
          </p:cNvPr>
          <p:cNvSpPr>
            <a:spLocks noGrp="1"/>
          </p:cNvSpPr>
          <p:nvPr/>
        </p:nvSpPr>
        <p:spPr>
          <a:xfrm>
            <a:off x="7848600" y="44862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79" name="DP4 object 194">
            <a:extLst>
              <a:ext uri="{FF2B5EF4-FFF2-40B4-BE49-F238E27FC236}">
                <ns2:creationId id="{6840F950-2BBA-48A1-A11E-C24BD13C2A3E}"/>
              </a:ext>
            </a:extLst>
          </p:cNvPr>
          <p:cNvSpPr>
            <a:spLocks noGrp="1"/>
          </p:cNvSpPr>
          <p:nvPr/>
        </p:nvSpPr>
        <p:spPr>
          <a:xfrm>
            <a:off x="7477125" y="3571875"/>
            <a:ext cx="266700" cy="276225"/>
          </a:xfrm>
          <a:prstGeom prst="roundRect">
            <a:avLst>
              <a:gd name="adj" fmla="val 28571"/>
            </a:avLst>
          </a:prstGeom>
          <a:solidFill>
            <a:srgbClr val="C9E1B3"/>
          </a:solidFill>
          <a:ln w="17145">
            <a:solidFill>
              <a:srgbClr val="70A843"/>
            </a:solidFill>
            <a:prstDash val="solid"/>
          </a:ln>
        </p:spPr>
      </p:sp>
      <p:sp>
        <p:nvSpPr>
          <p:cNvPr id="80" name="DP4 object 195">
            <a:extLst>
              <a:ext uri="{FF2B5EF4-FFF2-40B4-BE49-F238E27FC236}">
                <ns2:creationId id="{6714BAD4-7C50-4132-8D86-59465BB3F07E}"/>
              </a:ext>
            </a:extLst>
          </p:cNvPr>
          <p:cNvSpPr>
            <a:spLocks noGrp="1"/>
          </p:cNvSpPr>
          <p:nvPr/>
        </p:nvSpPr>
        <p:spPr>
          <a:xfrm>
            <a:off x="7477125" y="35718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81" name="DP4 object 196">
            <a:extLst>
              <a:ext uri="{FF2B5EF4-FFF2-40B4-BE49-F238E27FC236}">
                <ns2:creationId id="{0C179BCC-996A-4AE6-878B-A948E96D2FB0}"/>
              </a:ext>
            </a:extLst>
          </p:cNvPr>
          <p:cNvSpPr>
            <a:spLocks noGrp="1"/>
          </p:cNvSpPr>
          <p:nvPr/>
        </p:nvSpPr>
        <p:spPr>
          <a:xfrm>
            <a:off x="9944100" y="3343275"/>
            <a:ext cx="266700" cy="276225"/>
          </a:xfrm>
          <a:prstGeom prst="roundRect">
            <a:avLst>
              <a:gd name="adj" fmla="val 28571"/>
            </a:avLst>
          </a:prstGeom>
          <a:solidFill>
            <a:srgbClr val="C9E1B3"/>
          </a:solidFill>
          <a:ln w="17145">
            <a:solidFill>
              <a:srgbClr val="70A843"/>
            </a:solidFill>
            <a:prstDash val="solid"/>
          </a:ln>
        </p:spPr>
      </p:sp>
      <p:sp>
        <p:nvSpPr>
          <p:cNvPr id="82" name="DP4 object 197">
            <a:extLst>
              <a:ext uri="{FF2B5EF4-FFF2-40B4-BE49-F238E27FC236}">
                <ns2:creationId id="{A018AEFB-4530-4EB9-A688-BE5E53B4735B}"/>
              </a:ext>
            </a:extLst>
          </p:cNvPr>
          <p:cNvSpPr>
            <a:spLocks noGrp="1"/>
          </p:cNvSpPr>
          <p:nvPr/>
        </p:nvSpPr>
        <p:spPr>
          <a:xfrm>
            <a:off x="9944100" y="33432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83" name="DP4 object 198">
            <a:extLst>
              <a:ext uri="{FF2B5EF4-FFF2-40B4-BE49-F238E27FC236}">
                <ns2:creationId id="{66C87138-5D37-413B-BB38-E897D8CC2626}"/>
              </a:ext>
            </a:extLst>
          </p:cNvPr>
          <p:cNvSpPr>
            <a:spLocks noGrp="1"/>
          </p:cNvSpPr>
          <p:nvPr/>
        </p:nvSpPr>
        <p:spPr>
          <a:xfrm>
            <a:off x="7753350" y="4257675"/>
            <a:ext cx="266700" cy="276225"/>
          </a:xfrm>
          <a:prstGeom prst="roundRect">
            <a:avLst>
              <a:gd name="adj" fmla="val 28571"/>
            </a:avLst>
          </a:prstGeom>
          <a:solidFill>
            <a:srgbClr val="C9E1B3"/>
          </a:solidFill>
          <a:ln w="17145">
            <a:solidFill>
              <a:srgbClr val="70A843"/>
            </a:solidFill>
            <a:prstDash val="solid"/>
          </a:ln>
        </p:spPr>
      </p:sp>
      <p:sp>
        <p:nvSpPr>
          <p:cNvPr id="84" name="DP4 object 199">
            <a:extLst>
              <a:ext uri="{FF2B5EF4-FFF2-40B4-BE49-F238E27FC236}">
                <ns2:creationId id="{986DC8DF-9A8F-4B0E-98F7-8E2A962D9F0D}"/>
              </a:ext>
            </a:extLst>
          </p:cNvPr>
          <p:cNvSpPr>
            <a:spLocks noGrp="1"/>
          </p:cNvSpPr>
          <p:nvPr/>
        </p:nvSpPr>
        <p:spPr>
          <a:xfrm>
            <a:off x="7753350" y="42576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85" name="Task Manager: 명령 확정">
            <a:extLst>
              <a:ext uri="{FF2B5EF4-FFF2-40B4-BE49-F238E27FC236}">
                <ns2:creationId id="{A55A3DD5-20A1-4B20-AAD3-5A1385F73286}"/>
              </a:ext>
            </a:extLst>
          </p:cNvPr>
          <p:cNvSpPr>
            <a:spLocks noGrp="1"/>
          </p:cNvSpPr>
          <p:nvPr/>
        </p:nvSpPr>
        <p:spPr>
          <a:xfrm>
            <a:off x="7410450" y="4914900"/>
            <a:ext cx="5067300" cy="304800"/>
          </a:xfrm>
          <a:prstGeom prst="rect">
            <a:avLst/>
          </a:prstGeom>
          <a:solidFill>
            <a:srgbClr val="FFF6DD"/>
          </a:solidFill>
          <a:ln w="17145">
            <a:solidFill>
              <a:srgbClr val="111111"/>
            </a:solidFill>
            <a:prstDash val="solid"/>
          </a:ln>
        </p:spPr>
      </p:sp>
      <p:sp>
        <p:nvSpPr>
          <p:cNvPr id="86" name="DP4 object 200">
            <a:extLst>
              <a:ext uri="{FF2B5EF4-FFF2-40B4-BE49-F238E27FC236}">
                <ns2:creationId id="{8E0EE6F2-27DD-427C-BA9A-CE1E44500817}"/>
              </a:ext>
            </a:extLst>
          </p:cNvPr>
          <p:cNvSpPr>
            <a:spLocks noGrp="1"/>
          </p:cNvSpPr>
          <p:nvPr/>
        </p:nvSpPr>
        <p:spPr>
          <a:xfrm>
            <a:off x="7477125" y="4953000"/>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 명령 확정</a:t>
            </a:r>
            <a:endParaRPr lang="ko-KR">
              <a:latin typeface="Calibri"/>
              <a:ea typeface="Calibri"/>
              <a:cs typeface="Calibri"/>
            </a:endParaRPr>
          </a:p>
        </p:txBody>
      </p:sp>
      <p:sp>
        <p:nvSpPr>
          <p:cNvPr id="87" name="Agent Gateway: 실제 전송">
            <a:extLst>
              <a:ext uri="{FF2B5EF4-FFF2-40B4-BE49-F238E27FC236}">
                <ns2:creationId id="{A46B7562-375E-4736-A582-77DE1E9D41B2}"/>
              </a:ext>
            </a:extLst>
          </p:cNvPr>
          <p:cNvSpPr>
            <a:spLocks noGrp="1"/>
          </p:cNvSpPr>
          <p:nvPr/>
        </p:nvSpPr>
        <p:spPr>
          <a:xfrm>
            <a:off x="7410450" y="5324475"/>
            <a:ext cx="5067300" cy="304800"/>
          </a:xfrm>
          <a:prstGeom prst="rect">
            <a:avLst/>
          </a:prstGeom>
          <a:solidFill>
            <a:srgbClr val="FFF6DD"/>
          </a:solidFill>
          <a:ln w="17145">
            <a:solidFill>
              <a:srgbClr val="111111"/>
            </a:solidFill>
            <a:prstDash val="solid"/>
          </a:ln>
        </p:spPr>
      </p:sp>
      <p:sp>
        <p:nvSpPr>
          <p:cNvPr id="88" name="DP4 object 201">
            <a:extLst>
              <a:ext uri="{FF2B5EF4-FFF2-40B4-BE49-F238E27FC236}">
                <ns2:creationId id="{780F5AA8-F783-4B40-9A37-1B272A24687E}"/>
              </a:ext>
            </a:extLst>
          </p:cNvPr>
          <p:cNvSpPr>
            <a:spLocks noGrp="1"/>
          </p:cNvSpPr>
          <p:nvPr/>
        </p:nvSpPr>
        <p:spPr>
          <a:xfrm>
            <a:off x="7477125" y="5362575"/>
            <a:ext cx="49339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 실제 전송</a:t>
            </a:r>
            <a:endParaRPr lang="ko-KR">
              <a:latin typeface="Calibri"/>
              <a:ea typeface="Calibri"/>
              <a:cs typeface="Calibri"/>
            </a:endParaRPr>
          </a:p>
        </p:txBody>
      </p:sp>
      <p:sp>
        <p:nvSpPr>
          <p:cNvPr id="89" name="외부 Downstream Agent">
            <a:extLst>
              <a:ext uri="{FF2B5EF4-FFF2-40B4-BE49-F238E27FC236}">
                <ns2:creationId id="{F2763A9A-A4C6-4ABC-AC8C-047C2FD0B2AA}"/>
              </a:ext>
            </a:extLst>
          </p:cNvPr>
          <p:cNvSpPr>
            <a:spLocks noGrp="1"/>
          </p:cNvSpPr>
          <p:nvPr/>
        </p:nvSpPr>
        <p:spPr>
          <a:xfrm>
            <a:off x="7410450" y="5762625"/>
            <a:ext cx="5067300" cy="266700"/>
          </a:xfrm>
          <a:prstGeom prst="rect">
            <a:avLst/>
          </a:prstGeom>
          <a:solidFill>
            <a:srgbClr val="FFFFFF"/>
          </a:solidFill>
          <a:ln w="17145">
            <a:solidFill>
              <a:srgbClr val="111111"/>
            </a:solidFill>
            <a:prstDash val="solid"/>
          </a:ln>
        </p:spPr>
      </p:sp>
      <p:sp>
        <p:nvSpPr>
          <p:cNvPr id="90" name="DP4 object 202">
            <a:extLst>
              <a:ext uri="{FF2B5EF4-FFF2-40B4-BE49-F238E27FC236}">
                <ns2:creationId id="{FA9E3803-B233-4E3A-A0BA-C69A64E63D3A}"/>
              </a:ext>
            </a:extLst>
          </p:cNvPr>
          <p:cNvSpPr>
            <a:spLocks noGrp="1"/>
          </p:cNvSpPr>
          <p:nvPr/>
        </p:nvSpPr>
        <p:spPr>
          <a:xfrm>
            <a:off x="7477125" y="5800725"/>
            <a:ext cx="4933950" cy="190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외부 Downstream Agent</a:t>
            </a:r>
            <a:endParaRPr lang="ko-KR">
              <a:latin typeface="Calibri"/>
              <a:ea typeface="Calibri"/>
              <a:cs typeface="Calibri"/>
            </a:endParaRPr>
          </a:p>
        </p:txBody>
      </p:sp>
      <p:sp>
        <p:nvSpPr>
          <p:cNvPr id="91" name="Editable path 203">
            <a:extLst>
              <a:ext uri="{FF2B5EF4-FFF2-40B4-BE49-F238E27FC236}">
                <ns2:creationId id="{24B10D8E-D347-4199-832E-1E9EF111B53E}"/>
              </a:ext>
            </a:extLst>
          </p:cNvPr>
          <p:cNvSpPr>
            <a:spLocks noGrp="1"/>
          </p:cNvSpPr>
          <p:nvPr/>
        </p:nvSpPr>
        <p:spPr>
          <a:xfrm>
            <a:off x="9944100" y="4800600"/>
            <a:ext cx="953" cy="114300"/>
          </a:xfrm>
          <a:custGeom>
            <a:pathLst>
              <a:path w="953" h="114300">
                <a:moveTo>
                  <a:pt x="0" y="0"/>
                </a:moveTo>
                <a:lnTo>
                  <a:pt x="0" y="114300"/>
                </a:lnTo>
              </a:path>
            </a:pathLst>
          </a:custGeom>
          <a:noFill/>
          <a:ln w="19050">
            <a:solidFill>
              <a:srgbClr val="111111"/>
            </a:solidFill>
            <a:prstDash val="solid"/>
          </a:ln>
        </p:spPr>
      </p:sp>
      <p:sp>
        <p:nvSpPr>
          <p:cNvPr id="92" name="Editable arrowhead 204">
            <a:extLst>
              <a:ext uri="{FF2B5EF4-FFF2-40B4-BE49-F238E27FC236}">
                <ns2:creationId id="{AEE3704F-6D21-47AD-A80C-ECEC419C9765}"/>
              </a:ext>
            </a:extLst>
          </p:cNvPr>
          <p:cNvSpPr>
            <a:spLocks noGrp="1"/>
          </p:cNvSpPr>
          <p:nvPr/>
        </p:nvSpPr>
        <p:spPr>
          <a:xfrm>
            <a:off x="9896475" y="48196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3" name="Editable path 205">
            <a:extLst>
              <a:ext uri="{FF2B5EF4-FFF2-40B4-BE49-F238E27FC236}">
                <ns2:creationId id="{E22B61DC-01B4-4267-A7BE-1A44317AC637}"/>
              </a:ext>
            </a:extLst>
          </p:cNvPr>
          <p:cNvSpPr>
            <a:spLocks noGrp="1"/>
          </p:cNvSpPr>
          <p:nvPr/>
        </p:nvSpPr>
        <p:spPr>
          <a:xfrm>
            <a:off x="9944100" y="5219700"/>
            <a:ext cx="953" cy="104775"/>
          </a:xfrm>
          <a:custGeom>
            <a:pathLst>
              <a:path w="953" h="104775">
                <a:moveTo>
                  <a:pt x="0" y="0"/>
                </a:moveTo>
                <a:lnTo>
                  <a:pt x="0" y="104775"/>
                </a:lnTo>
              </a:path>
            </a:pathLst>
          </a:custGeom>
          <a:noFill/>
          <a:ln w="19050">
            <a:solidFill>
              <a:srgbClr val="111111"/>
            </a:solidFill>
            <a:prstDash val="solid"/>
          </a:ln>
        </p:spPr>
      </p:sp>
      <p:sp>
        <p:nvSpPr>
          <p:cNvPr id="94" name="Editable arrowhead 206">
            <a:extLst>
              <a:ext uri="{FF2B5EF4-FFF2-40B4-BE49-F238E27FC236}">
                <ns2:creationId id="{3EAE939A-C566-43A7-BADA-6A59999E2425}"/>
              </a:ext>
            </a:extLst>
          </p:cNvPr>
          <p:cNvSpPr>
            <a:spLocks noGrp="1"/>
          </p:cNvSpPr>
          <p:nvPr/>
        </p:nvSpPr>
        <p:spPr>
          <a:xfrm>
            <a:off x="9896475" y="5229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5" name="Editable path 207">
            <a:extLst>
              <a:ext uri="{FF2B5EF4-FFF2-40B4-BE49-F238E27FC236}">
                <ns2:creationId id="{8FD25B7B-2F5F-4281-80FD-EA4C76C2AE8B}"/>
              </a:ext>
            </a:extLst>
          </p:cNvPr>
          <p:cNvSpPr>
            <a:spLocks noGrp="1"/>
          </p:cNvSpPr>
          <p:nvPr/>
        </p:nvSpPr>
        <p:spPr>
          <a:xfrm>
            <a:off x="9944100" y="5629275"/>
            <a:ext cx="953" cy="133350"/>
          </a:xfrm>
          <a:custGeom>
            <a:pathLst>
              <a:path w="953" h="133350">
                <a:moveTo>
                  <a:pt x="0" y="0"/>
                </a:moveTo>
                <a:lnTo>
                  <a:pt x="0" y="133350"/>
                </a:lnTo>
              </a:path>
            </a:pathLst>
          </a:custGeom>
          <a:noFill/>
          <a:ln w="19050">
            <a:solidFill>
              <a:srgbClr val="111111"/>
            </a:solidFill>
            <a:prstDash val="solid"/>
          </a:ln>
        </p:spPr>
      </p:sp>
      <p:sp>
        <p:nvSpPr>
          <p:cNvPr id="96" name="Editable arrowhead 208">
            <a:extLst>
              <a:ext uri="{FF2B5EF4-FFF2-40B4-BE49-F238E27FC236}">
                <ns2:creationId id="{84A14638-693F-4156-A27F-0C7FBE3AA657}"/>
              </a:ext>
            </a:extLst>
          </p:cNvPr>
          <p:cNvSpPr>
            <a:spLocks noGrp="1"/>
          </p:cNvSpPr>
          <p:nvPr/>
        </p:nvSpPr>
        <p:spPr>
          <a:xfrm>
            <a:off x="9896475" y="56673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7" name="DP4 object 209">
            <a:extLst>
              <a:ext uri="{FF2B5EF4-FFF2-40B4-BE49-F238E27FC236}">
                <ns2:creationId id="{49709312-969B-4C70-B7C8-B9929C7B2FD3}"/>
              </a:ext>
            </a:extLst>
          </p:cNvPr>
          <p:cNvSpPr>
            <a:spLocks noGrp="1"/>
          </p:cNvSpPr>
          <p:nvPr/>
        </p:nvSpPr>
        <p:spPr>
          <a:xfrm>
            <a:off x="12744450" y="2152650"/>
            <a:ext cx="5219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필수 명세 전달 + 수신자 READ 왕복</a:t>
            </a:r>
            <a:endParaRPr lang="ko-KR">
              <a:latin typeface="Calibri"/>
              <a:ea typeface="Calibri"/>
              <a:cs typeface="Calibri"/>
            </a:endParaRPr>
          </a:p>
        </p:txBody>
      </p:sp>
      <p:sp>
        <p:nvSpPr>
          <p:cNvPr id="98" name="Request Controller: 채택·허가">
            <a:extLst>
              <a:ext uri="{FF2B5EF4-FFF2-40B4-BE49-F238E27FC236}">
                <ns2:creationId id="{E02B8EBD-13ED-4118-B8D7-9454C86DDFA3}"/>
              </a:ext>
            </a:extLst>
          </p:cNvPr>
          <p:cNvSpPr>
            <a:spLocks noGrp="1"/>
          </p:cNvSpPr>
          <p:nvPr/>
        </p:nvSpPr>
        <p:spPr>
          <a:xfrm>
            <a:off x="12820650" y="2514600"/>
            <a:ext cx="5067300" cy="323850"/>
          </a:xfrm>
          <a:prstGeom prst="rect">
            <a:avLst/>
          </a:prstGeom>
          <a:solidFill>
            <a:srgbClr val="FFF6DD"/>
          </a:solidFill>
          <a:ln w="17145">
            <a:solidFill>
              <a:srgbClr val="111111"/>
            </a:solidFill>
            <a:prstDash val="solid"/>
          </a:ln>
        </p:spPr>
      </p:sp>
      <p:sp>
        <p:nvSpPr>
          <p:cNvPr id="99" name="DP4 object 210">
            <a:extLst>
              <a:ext uri="{FF2B5EF4-FFF2-40B4-BE49-F238E27FC236}">
                <ns2:creationId id="{059FCCF1-D466-4AAA-A509-B902C841DB79}"/>
              </a:ext>
            </a:extLst>
          </p:cNvPr>
          <p:cNvSpPr>
            <a:spLocks noGrp="1"/>
          </p:cNvSpPr>
          <p:nvPr/>
        </p:nvSpPr>
        <p:spPr>
          <a:xfrm>
            <a:off x="12887325" y="2552700"/>
            <a:ext cx="4933950" cy="2476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채택·허가</a:t>
            </a:r>
            <a:endParaRPr lang="ko-KR">
              <a:latin typeface="Calibri"/>
              <a:ea typeface="Calibri"/>
              <a:cs typeface="Calibri"/>
            </a:endParaRPr>
          </a:p>
        </p:txBody>
      </p:sp>
      <p:sp>
        <p:nvSpPr>
          <p:cNvPr id="100" name="Context Manager Component">
            <a:extLst>
              <a:ext uri="{FF2B5EF4-FFF2-40B4-BE49-F238E27FC236}">
                <ns2:creationId id="{74B5D18A-7283-4AFC-A77C-4F98763CA021}"/>
              </a:ext>
            </a:extLst>
          </p:cNvPr>
          <p:cNvSpPr>
            <a:spLocks noGrp="1"/>
          </p:cNvSpPr>
          <p:nvPr/>
        </p:nvSpPr>
        <p:spPr>
          <a:xfrm>
            <a:off x="12820650" y="2981325"/>
            <a:ext cx="5067300" cy="1819275"/>
          </a:xfrm>
          <a:prstGeom prst="rect">
            <a:avLst/>
          </a:prstGeom>
          <a:solidFill>
            <a:srgbClr val="FFF6DD"/>
          </a:solidFill>
          <a:ln w="25718">
            <a:solidFill>
              <a:srgbClr val="111111"/>
            </a:solidFill>
            <a:prstDash val="solid"/>
          </a:ln>
        </p:spPr>
      </p:sp>
      <p:sp>
        <p:nvSpPr>
          <p:cNvPr id="101" name="DP4 object 211">
            <a:extLst>
              <a:ext uri="{FF2B5EF4-FFF2-40B4-BE49-F238E27FC236}">
                <ns2:creationId id="{BB51AB20-2B5B-4506-8197-D80229658D82}"/>
              </a:ext>
            </a:extLst>
          </p:cNvPr>
          <p:cNvSpPr>
            <a:spLocks noGrp="1"/>
          </p:cNvSpPr>
          <p:nvPr/>
        </p:nvSpPr>
        <p:spPr>
          <a:xfrm>
            <a:off x="12896850" y="3000375"/>
            <a:ext cx="49149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Context Manager</a:t>
            </a:r>
            <a:endParaRPr lang="ko-KR">
              <a:latin typeface="Calibri"/>
              <a:ea typeface="Calibri"/>
              <a:cs typeface="Calibri"/>
            </a:endParaRPr>
          </a:p>
        </p:txBody>
      </p:sp>
      <p:sp>
        <p:nvSpPr>
          <p:cNvPr id="102" name="Editable path 212">
            <a:extLst>
              <a:ext uri="{FF2B5EF4-FFF2-40B4-BE49-F238E27FC236}">
                <ns2:creationId id="{AB9938A0-9A3F-46EA-BFB6-B5B4FF4D8FE5}"/>
              </a:ext>
            </a:extLst>
          </p:cNvPr>
          <p:cNvSpPr>
            <a:spLocks noGrp="1"/>
          </p:cNvSpPr>
          <p:nvPr/>
        </p:nvSpPr>
        <p:spPr>
          <a:xfrm>
            <a:off x="12820650" y="3324225"/>
            <a:ext cx="5067300" cy="953"/>
          </a:xfrm>
          <a:custGeom>
            <a:pathLst>
              <a:path w="5067300" h="953">
                <a:moveTo>
                  <a:pt x="0" y="0"/>
                </a:moveTo>
                <a:lnTo>
                  <a:pt x="5067300" y="0"/>
                </a:lnTo>
              </a:path>
            </a:pathLst>
          </a:custGeom>
          <a:noFill/>
          <a:ln w="13335">
            <a:solidFill>
              <a:srgbClr val="111111"/>
            </a:solidFill>
            <a:prstDash val="solid"/>
          </a:ln>
        </p:spPr>
      </p:sp>
      <p:sp>
        <p:nvSpPr>
          <p:cNvPr id="103" name="필수 명세·자료 목록 구성">
            <a:extLst>
              <a:ext uri="{FF2B5EF4-FFF2-40B4-BE49-F238E27FC236}">
                <ns2:creationId id="{B0164B6A-B0C7-4EF7-96F3-F86F6576E8E2}"/>
              </a:ext>
            </a:extLst>
          </p:cNvPr>
          <p:cNvSpPr>
            <a:spLocks noGrp="1"/>
          </p:cNvSpPr>
          <p:nvPr/>
        </p:nvSpPr>
        <p:spPr>
          <a:xfrm>
            <a:off x="12944475" y="3419475"/>
            <a:ext cx="2295525" cy="361950"/>
          </a:xfrm>
          <a:prstGeom prst="rect">
            <a:avLst/>
          </a:prstGeom>
          <a:solidFill>
            <a:srgbClr val="FFFFFF"/>
          </a:solidFill>
          <a:ln w="17145">
            <a:solidFill>
              <a:srgbClr val="111111"/>
            </a:solidFill>
            <a:prstDash val="solid"/>
          </a:ln>
        </p:spPr>
      </p:sp>
      <p:sp>
        <p:nvSpPr>
          <p:cNvPr id="104" name="DP4 object 213">
            <a:extLst>
              <a:ext uri="{FF2B5EF4-FFF2-40B4-BE49-F238E27FC236}">
                <ns2:creationId id="{D0179FFE-DB88-4E9E-8E17-0A086A6A5487}"/>
              </a:ext>
            </a:extLst>
          </p:cNvPr>
          <p:cNvSpPr>
            <a:spLocks noGrp="1"/>
          </p:cNvSpPr>
          <p:nvPr/>
        </p:nvSpPr>
        <p:spPr>
          <a:xfrm>
            <a:off x="13011150" y="3457575"/>
            <a:ext cx="2162175" cy="285750"/>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필수 명세·자료 목록 구성</a:t>
            </a:r>
            <a:endParaRPr lang="ko-KR">
              <a:latin typeface="Calibri"/>
              <a:ea typeface="Calibri"/>
              <a:cs typeface="Calibri"/>
            </a:endParaRPr>
          </a:p>
        </p:txBody>
      </p:sp>
      <p:sp>
        <p:nvSpPr>
          <p:cNvPr id="105" name="Editable path 214">
            <a:extLst>
              <a:ext uri="{FF2B5EF4-FFF2-40B4-BE49-F238E27FC236}">
                <ns2:creationId id="{F71CD451-987E-49EF-8C57-29B98F1B1E2D}"/>
              </a:ext>
            </a:extLst>
          </p:cNvPr>
          <p:cNvSpPr>
            <a:spLocks noGrp="1"/>
          </p:cNvSpPr>
          <p:nvPr/>
        </p:nvSpPr>
        <p:spPr>
          <a:xfrm>
            <a:off x="14077950" y="2838450"/>
            <a:ext cx="953" cy="581025"/>
          </a:xfrm>
          <a:custGeom>
            <a:pathLst>
              <a:path w="953" h="581025">
                <a:moveTo>
                  <a:pt x="0" y="0"/>
                </a:moveTo>
                <a:lnTo>
                  <a:pt x="0" y="581025"/>
                </a:lnTo>
              </a:path>
            </a:pathLst>
          </a:custGeom>
          <a:noFill/>
          <a:ln w="19050">
            <a:solidFill>
              <a:srgbClr val="111111"/>
            </a:solidFill>
            <a:prstDash val="solid"/>
          </a:ln>
        </p:spPr>
      </p:sp>
      <p:sp>
        <p:nvSpPr>
          <p:cNvPr id="106" name="Editable arrowhead 215">
            <a:extLst>
              <a:ext uri="{FF2B5EF4-FFF2-40B4-BE49-F238E27FC236}">
                <ns2:creationId id="{65344DC4-DC2F-4F82-AB3D-17356CE48EBD}"/>
              </a:ext>
            </a:extLst>
          </p:cNvPr>
          <p:cNvSpPr>
            <a:spLocks noGrp="1"/>
          </p:cNvSpPr>
          <p:nvPr/>
        </p:nvSpPr>
        <p:spPr>
          <a:xfrm>
            <a:off x="14030325" y="33242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7" name="C1 사전 확보한 조건 원문 첨부">
            <a:extLst>
              <a:ext uri="{FF2B5EF4-FFF2-40B4-BE49-F238E27FC236}">
                <ns2:creationId id="{78FBB77F-DAD4-488E-A5EC-E5AFAF4B8E10}"/>
              </a:ext>
            </a:extLst>
          </p:cNvPr>
          <p:cNvSpPr>
            <a:spLocks noGrp="1"/>
          </p:cNvSpPr>
          <p:nvPr/>
        </p:nvSpPr>
        <p:spPr>
          <a:xfrm>
            <a:off x="12944475" y="3886200"/>
            <a:ext cx="2295525" cy="352425"/>
          </a:xfrm>
          <a:prstGeom prst="rect">
            <a:avLst/>
          </a:prstGeom>
          <a:solidFill>
            <a:srgbClr val="F1F6FC"/>
          </a:solidFill>
          <a:ln w="28575">
            <a:solidFill>
              <a:srgbClr val="4676CB"/>
            </a:solidFill>
            <a:prstDash val="solid"/>
          </a:ln>
        </p:spPr>
      </p:sp>
      <p:sp>
        <p:nvSpPr>
          <p:cNvPr id="108" name="DP4 object 216">
            <a:extLst>
              <a:ext uri="{FF2B5EF4-FFF2-40B4-BE49-F238E27FC236}">
                <ns2:creationId id="{5F5620A8-9B54-4CEC-A4FA-FE71981467B8}"/>
              </a:ext>
            </a:extLst>
          </p:cNvPr>
          <p:cNvSpPr>
            <a:spLocks noGrp="1"/>
          </p:cNvSpPr>
          <p:nvPr/>
        </p:nvSpPr>
        <p:spPr>
          <a:xfrm>
            <a:off x="13011150" y="3924300"/>
            <a:ext cx="2162175" cy="276225"/>
          </a:xfrm>
          <a:prstGeom prst="rect">
            <a:avLst/>
          </a:prstGeom>
          <a:noFill/>
          <a:ln w="0">
            <a:noFill/>
            <a:prstDash val="solid"/>
          </a:ln>
        </p:spPr>
        <p:txBody>
          <a:bodyPr wrap="none" lIns="0" tIns="0" rIns="0" bIns="0" anchor="ctr">
            <a:noAutofit/>
          </a:bodyPr>
          <a:lstStyle>
            <a:defPPr algn="ctr">
              <a:defRPr sz="1400" b="1" lang="ko-KR">
                <a:solidFill>
                  <a:srgbClr val="4676CB"/>
                </a:solidFill>
                <a:latin typeface="Calibri"/>
                <a:ea typeface="Calibri"/>
                <a:cs typeface="Calibri"/>
              </a:defRPr>
            </a:defPPr>
            <a:lvl1pPr algn="ctr">
              <a:defRPr sz="1400" b="1" lang="ko-KR">
                <a:solidFill>
                  <a:srgbClr val="4676CB"/>
                </a:solidFill>
                <a:latin typeface="Calibri"/>
                <a:ea typeface="Calibri"/>
                <a:cs typeface="Calibri"/>
              </a:defRPr>
            </a:lvl1pPr>
            <a:lvl2pPr algn="ctr">
              <a:defRPr sz="1400" b="1" lang="ko-KR">
                <a:solidFill>
                  <a:srgbClr val="4676CB"/>
                </a:solidFill>
                <a:latin typeface="Calibri"/>
                <a:ea typeface="Calibri"/>
                <a:cs typeface="Calibri"/>
              </a:defRPr>
            </a:lvl2pPr>
            <a:lvl3pPr algn="ctr">
              <a:defRPr sz="1400" b="1" lang="ko-KR">
                <a:solidFill>
                  <a:srgbClr val="4676CB"/>
                </a:solidFill>
                <a:latin typeface="Calibri"/>
                <a:ea typeface="Calibri"/>
                <a:cs typeface="Calibri"/>
              </a:defRPr>
            </a:lvl3pPr>
            <a:lvl4pPr algn="ctr">
              <a:defRPr sz="1400" b="1" lang="ko-KR">
                <a:solidFill>
                  <a:srgbClr val="4676CB"/>
                </a:solidFill>
                <a:latin typeface="Calibri"/>
                <a:ea typeface="Calibri"/>
                <a:cs typeface="Calibri"/>
              </a:defRPr>
            </a:lvl4pPr>
            <a:lvl5pPr algn="ctr">
              <a:defRPr sz="1400" b="1" lang="ko-KR">
                <a:solidFill>
                  <a:srgbClr val="4676CB"/>
                </a:solidFill>
                <a:latin typeface="Calibri"/>
                <a:ea typeface="Calibri"/>
                <a:cs typeface="Calibri"/>
              </a:defRPr>
            </a:lvl5pPr>
            <a:lvl6pPr algn="ctr">
              <a:defRPr sz="1400" b="1" lang="ko-KR">
                <a:solidFill>
                  <a:srgbClr val="4676CB"/>
                </a:solidFill>
                <a:latin typeface="Calibri"/>
                <a:ea typeface="Calibri"/>
                <a:cs typeface="Calibri"/>
              </a:defRPr>
            </a:lvl6pPr>
            <a:lvl7pPr algn="ctr">
              <a:defRPr sz="1400" b="1" lang="ko-KR">
                <a:solidFill>
                  <a:srgbClr val="4676CB"/>
                </a:solidFill>
                <a:latin typeface="Calibri"/>
                <a:ea typeface="Calibri"/>
                <a:cs typeface="Calibri"/>
              </a:defRPr>
            </a:lvl7pPr>
            <a:lvl8pPr algn="ctr">
              <a:defRPr sz="1400" b="1" lang="ko-KR">
                <a:solidFill>
                  <a:srgbClr val="4676CB"/>
                </a:solidFill>
                <a:latin typeface="Calibri"/>
                <a:ea typeface="Calibri"/>
                <a:cs typeface="Calibri"/>
              </a:defRPr>
            </a:lvl8pPr>
            <a:lvl9pPr algn="ctr">
              <a:defRPr sz="1400" b="1" lang="ko-KR">
                <a:solidFill>
                  <a:srgbClr val="4676CB"/>
                </a:solidFill>
                <a:latin typeface="Calibri"/>
                <a:ea typeface="Calibri"/>
                <a:cs typeface="Calibri"/>
              </a:defRPr>
            </a:lvl9pPr>
          </a:lstStyle>
          <a:p>
            <a:pPr algn="ctr">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C1 사전 확보한 조건 원문 첨부</a:t>
            </a:r>
            <a:endParaRPr lang="ko-KR">
              <a:latin typeface="Calibri"/>
              <a:ea typeface="Calibri"/>
              <a:cs typeface="Calibri"/>
            </a:endParaRPr>
          </a:p>
        </p:txBody>
      </p:sp>
      <p:sp>
        <p:nvSpPr>
          <p:cNvPr id="109" name="Editable path 217">
            <a:extLst>
              <a:ext uri="{FF2B5EF4-FFF2-40B4-BE49-F238E27FC236}">
                <ns2:creationId id="{86A33002-2E8A-4F75-912C-8115A106B897}"/>
              </a:ext>
            </a:extLst>
          </p:cNvPr>
          <p:cNvSpPr>
            <a:spLocks noGrp="1"/>
          </p:cNvSpPr>
          <p:nvPr/>
        </p:nvSpPr>
        <p:spPr>
          <a:xfrm>
            <a:off x="14087475" y="3781425"/>
            <a:ext cx="953" cy="104775"/>
          </a:xfrm>
          <a:custGeom>
            <a:pathLst>
              <a:path w="953" h="104775">
                <a:moveTo>
                  <a:pt x="0" y="0"/>
                </a:moveTo>
                <a:lnTo>
                  <a:pt x="0" y="104775"/>
                </a:lnTo>
              </a:path>
            </a:pathLst>
          </a:custGeom>
          <a:noFill/>
          <a:ln w="19050">
            <a:solidFill>
              <a:srgbClr val="4676CB"/>
            </a:solidFill>
            <a:prstDash val="solid"/>
          </a:ln>
        </p:spPr>
      </p:sp>
      <p:sp>
        <p:nvSpPr>
          <p:cNvPr id="110" name="Editable arrowhead 218">
            <a:extLst>
              <a:ext uri="{FF2B5EF4-FFF2-40B4-BE49-F238E27FC236}">
                <ns2:creationId id="{A8788143-5CDD-48CE-8B87-BD018CAFDE42}"/>
              </a:ext>
            </a:extLst>
          </p:cNvPr>
          <p:cNvSpPr>
            <a:spLocks noGrp="1"/>
          </p:cNvSpPr>
          <p:nvPr/>
        </p:nvSpPr>
        <p:spPr>
          <a:xfrm>
            <a:off x="14039850" y="379095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1" name="Editable path 219">
            <a:extLst>
              <a:ext uri="{FF2B5EF4-FFF2-40B4-BE49-F238E27FC236}">
                <ns2:creationId id="{2565EED4-838C-4D76-BAFB-AC5A92D9B0BC}"/>
              </a:ext>
            </a:extLst>
          </p:cNvPr>
          <p:cNvSpPr>
            <a:spLocks noGrp="1"/>
          </p:cNvSpPr>
          <p:nvPr/>
        </p:nvSpPr>
        <p:spPr>
          <a:xfrm>
            <a:off x="14087475" y="4238625"/>
            <a:ext cx="953" cy="114300"/>
          </a:xfrm>
          <a:custGeom>
            <a:pathLst>
              <a:path w="953" h="114300">
                <a:moveTo>
                  <a:pt x="0" y="0"/>
                </a:moveTo>
                <a:lnTo>
                  <a:pt x="0" y="114300"/>
                </a:lnTo>
              </a:path>
            </a:pathLst>
          </a:custGeom>
          <a:noFill/>
          <a:ln w="19050">
            <a:solidFill>
              <a:srgbClr val="4676CB"/>
            </a:solidFill>
            <a:prstDash val="solid"/>
          </a:ln>
        </p:spPr>
      </p:sp>
      <p:sp>
        <p:nvSpPr>
          <p:cNvPr id="112" name="Editable arrowhead 220">
            <a:extLst>
              <a:ext uri="{FF2B5EF4-FFF2-40B4-BE49-F238E27FC236}">
                <ns2:creationId id="{E220A34C-7969-4F69-B407-53C6EF4A82FF}"/>
              </a:ext>
            </a:extLst>
          </p:cNvPr>
          <p:cNvSpPr>
            <a:spLocks noGrp="1"/>
          </p:cNvSpPr>
          <p:nvPr/>
        </p:nvSpPr>
        <p:spPr>
          <a:xfrm>
            <a:off x="14039850" y="4257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113" name="manifest / 필수 조건·참조">
            <a:extLst>
              <a:ext uri="{FF2B5EF4-FFF2-40B4-BE49-F238E27FC236}">
                <ns2:creationId id="{A8DBF9B1-E143-4A0F-B68E-2F56A8F8E30A}"/>
              </a:ext>
            </a:extLst>
          </p:cNvPr>
          <p:cNvSpPr>
            <a:spLocks noGrp="1"/>
          </p:cNvSpPr>
          <p:nvPr/>
        </p:nvSpPr>
        <p:spPr>
          <a:xfrm>
            <a:off x="12944475" y="4352925"/>
            <a:ext cx="2295525" cy="352425"/>
          </a:xfrm>
          <a:prstGeom prst="can">
            <a:avLst>
              <a:gd name="adj" fmla="val 16000"/>
            </a:avLst>
          </a:prstGeom>
          <a:solidFill>
            <a:srgbClr val="FFF6DD"/>
          </a:solidFill>
          <a:ln w="17145">
            <a:solidFill>
              <a:srgbClr val="111111"/>
            </a:solidFill>
            <a:prstDash val="solid"/>
          </a:ln>
        </p:spPr>
      </p:sp>
      <p:sp>
        <p:nvSpPr>
          <p:cNvPr id="114" name="DP4 object 221">
            <a:extLst>
              <a:ext uri="{FF2B5EF4-FFF2-40B4-BE49-F238E27FC236}">
                <ns2:creationId id="{AD0AFF2E-1D15-452F-B7E2-47B845A9B3E0}"/>
              </a:ext>
            </a:extLst>
          </p:cNvPr>
          <p:cNvSpPr>
            <a:spLocks noGrp="1"/>
          </p:cNvSpPr>
          <p:nvPr/>
        </p:nvSpPr>
        <p:spPr>
          <a:xfrm>
            <a:off x="12992100" y="4457700"/>
            <a:ext cx="2200275" cy="1905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manifest / 필수 조건·참조</a:t>
            </a:r>
            <a:endParaRPr lang="ko-KR">
              <a:latin typeface="Calibri"/>
              <a:ea typeface="Calibri"/>
              <a:cs typeface="Calibri"/>
            </a:endParaRPr>
          </a:p>
        </p:txBody>
      </p:sp>
      <p:sp>
        <p:nvSpPr>
          <p:cNvPr id="115" name="요청 범위 읽기 제공&#10;권한·판본·철회 검사">
            <a:extLst>
              <a:ext uri="{FF2B5EF4-FFF2-40B4-BE49-F238E27FC236}">
                <ns2:creationId id="{1F0847A7-5953-4CED-9D1F-B4F3CC39689E}"/>
              </a:ext>
            </a:extLst>
          </p:cNvPr>
          <p:cNvSpPr>
            <a:spLocks noGrp="1"/>
          </p:cNvSpPr>
          <p:nvPr/>
        </p:nvSpPr>
        <p:spPr>
          <a:xfrm>
            <a:off x="15535275" y="3419475"/>
            <a:ext cx="2181225" cy="590550"/>
          </a:xfrm>
          <a:prstGeom prst="rect">
            <a:avLst/>
          </a:prstGeom>
          <a:solidFill>
            <a:srgbClr val="FFFFFF"/>
          </a:solidFill>
          <a:ln w="17145">
            <a:solidFill>
              <a:srgbClr val="111111"/>
            </a:solidFill>
            <a:prstDash val="solid"/>
          </a:ln>
        </p:spPr>
      </p:sp>
      <p:sp>
        <p:nvSpPr>
          <p:cNvPr id="116" name="DP4 object 222">
            <a:extLst>
              <a:ext uri="{FF2B5EF4-FFF2-40B4-BE49-F238E27FC236}">
                <ns2:creationId id="{A5F3AAB9-0057-4B66-84A3-E8DB7E1F39D4}"/>
              </a:ext>
            </a:extLst>
          </p:cNvPr>
          <p:cNvSpPr>
            <a:spLocks noGrp="1"/>
          </p:cNvSpPr>
          <p:nvPr/>
        </p:nvSpPr>
        <p:spPr>
          <a:xfrm>
            <a:off x="15601950" y="3457575"/>
            <a:ext cx="2047875" cy="51435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요청 범위 읽기 제공</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권한·판본·철회 검사</a:t>
            </a:r>
            <a:endParaRPr lang="ko-KR">
              <a:latin typeface="Calibri"/>
              <a:ea typeface="Calibri"/>
              <a:cs typeface="Calibri"/>
            </a:endParaRPr>
          </a:p>
        </p:txBody>
      </p:sp>
      <p:sp>
        <p:nvSpPr>
          <p:cNvPr id="117" name="lease / read receipt">
            <a:extLst>
              <a:ext uri="{FF2B5EF4-FFF2-40B4-BE49-F238E27FC236}">
                <ns2:creationId id="{4BCAB946-B3B1-4B2D-A69C-9125710481A8}"/>
              </a:ext>
            </a:extLst>
          </p:cNvPr>
          <p:cNvSpPr>
            <a:spLocks noGrp="1"/>
          </p:cNvSpPr>
          <p:nvPr/>
        </p:nvSpPr>
        <p:spPr>
          <a:xfrm>
            <a:off x="15535275" y="4295775"/>
            <a:ext cx="2181225" cy="409575"/>
          </a:xfrm>
          <a:prstGeom prst="can">
            <a:avLst>
              <a:gd name="adj" fmla="val 16000"/>
            </a:avLst>
          </a:prstGeom>
          <a:solidFill>
            <a:srgbClr val="FFF6DD"/>
          </a:solidFill>
          <a:ln w="17145">
            <a:solidFill>
              <a:srgbClr val="111111"/>
            </a:solidFill>
            <a:prstDash val="solid"/>
          </a:ln>
        </p:spPr>
      </p:sp>
      <p:sp>
        <p:nvSpPr>
          <p:cNvPr id="118" name="DP4 object 223">
            <a:extLst>
              <a:ext uri="{FF2B5EF4-FFF2-40B4-BE49-F238E27FC236}">
                <ns2:creationId id="{72134805-90E4-4018-AAC6-06DFDBCF6CC8}"/>
              </a:ext>
            </a:extLst>
          </p:cNvPr>
          <p:cNvSpPr>
            <a:spLocks noGrp="1"/>
          </p:cNvSpPr>
          <p:nvPr/>
        </p:nvSpPr>
        <p:spPr>
          <a:xfrm>
            <a:off x="15582900" y="4400550"/>
            <a:ext cx="2085975" cy="24765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lease / read receipt</a:t>
            </a:r>
            <a:endParaRPr lang="ko-KR">
              <a:latin typeface="Calibri"/>
              <a:ea typeface="Calibri"/>
              <a:cs typeface="Calibri"/>
            </a:endParaRPr>
          </a:p>
        </p:txBody>
      </p:sp>
      <p:sp>
        <p:nvSpPr>
          <p:cNvPr id="119" name="Editable path 224">
            <a:extLst>
              <a:ext uri="{FF2B5EF4-FFF2-40B4-BE49-F238E27FC236}">
                <ns2:creationId id="{553A9677-7E89-40B1-8E2F-D1F8A7AEADA6}"/>
              </a:ext>
            </a:extLst>
          </p:cNvPr>
          <p:cNvSpPr>
            <a:spLocks noGrp="1"/>
          </p:cNvSpPr>
          <p:nvPr/>
        </p:nvSpPr>
        <p:spPr>
          <a:xfrm>
            <a:off x="16630650" y="4010025"/>
            <a:ext cx="953" cy="285750"/>
          </a:xfrm>
          <a:custGeom>
            <a:pathLst>
              <a:path w="953" h="285750">
                <a:moveTo>
                  <a:pt x="0" y="0"/>
                </a:moveTo>
                <a:lnTo>
                  <a:pt x="0" y="285750"/>
                </a:lnTo>
              </a:path>
            </a:pathLst>
          </a:custGeom>
          <a:noFill/>
          <a:ln w="18098">
            <a:solidFill>
              <a:srgbClr val="111111"/>
            </a:solidFill>
            <a:prstDash val="solid"/>
          </a:ln>
        </p:spPr>
      </p:sp>
      <p:sp>
        <p:nvSpPr>
          <p:cNvPr id="120" name="Editable arrowhead 225">
            <a:extLst>
              <a:ext uri="{FF2B5EF4-FFF2-40B4-BE49-F238E27FC236}">
                <ns2:creationId id="{2A2CC283-8BC4-4B55-B5D9-6398E4C1EAAA}"/>
              </a:ext>
            </a:extLst>
          </p:cNvPr>
          <p:cNvSpPr>
            <a:spLocks noGrp="1"/>
          </p:cNvSpPr>
          <p:nvPr/>
        </p:nvSpPr>
        <p:spPr>
          <a:xfrm>
            <a:off x="16583025" y="4200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1" name="Task Manager&#10;명령 확정">
            <a:extLst>
              <a:ext uri="{FF2B5EF4-FFF2-40B4-BE49-F238E27FC236}">
                <ns2:creationId id="{EFF79F6D-CCB6-4DFB-B271-26D0AD101A8B}"/>
              </a:ext>
            </a:extLst>
          </p:cNvPr>
          <p:cNvSpPr>
            <a:spLocks noGrp="1"/>
          </p:cNvSpPr>
          <p:nvPr/>
        </p:nvSpPr>
        <p:spPr>
          <a:xfrm>
            <a:off x="12944475" y="4933950"/>
            <a:ext cx="2295525" cy="523875"/>
          </a:xfrm>
          <a:prstGeom prst="rect">
            <a:avLst/>
          </a:prstGeom>
          <a:solidFill>
            <a:srgbClr val="FFF6DD"/>
          </a:solidFill>
          <a:ln w="17145">
            <a:solidFill>
              <a:srgbClr val="111111"/>
            </a:solidFill>
            <a:prstDash val="solid"/>
          </a:ln>
        </p:spPr>
      </p:sp>
      <p:sp>
        <p:nvSpPr>
          <p:cNvPr id="122" name="DP4 object 226">
            <a:extLst>
              <a:ext uri="{FF2B5EF4-FFF2-40B4-BE49-F238E27FC236}">
                <ns2:creationId id="{054CC80D-71CF-45A1-8FA3-8EE96A000CBE}"/>
              </a:ext>
            </a:extLst>
          </p:cNvPr>
          <p:cNvSpPr>
            <a:spLocks noGrp="1"/>
          </p:cNvSpPr>
          <p:nvPr/>
        </p:nvSpPr>
        <p:spPr>
          <a:xfrm>
            <a:off x="13011150" y="4972050"/>
            <a:ext cx="21621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Task Manager</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명령 확정</a:t>
            </a:r>
            <a:endParaRPr lang="ko-KR">
              <a:latin typeface="Calibri"/>
              <a:ea typeface="Calibri"/>
              <a:cs typeface="Calibri"/>
            </a:endParaRPr>
          </a:p>
        </p:txBody>
      </p:sp>
      <p:sp>
        <p:nvSpPr>
          <p:cNvPr id="123" name="Agent Gateway&#10;전송 / READ 연결">
            <a:extLst>
              <a:ext uri="{FF2B5EF4-FFF2-40B4-BE49-F238E27FC236}">
                <ns2:creationId id="{C306AC54-C33E-4DF4-B406-08619E0C64FB}"/>
              </a:ext>
            </a:extLst>
          </p:cNvPr>
          <p:cNvSpPr>
            <a:spLocks noGrp="1"/>
          </p:cNvSpPr>
          <p:nvPr/>
        </p:nvSpPr>
        <p:spPr>
          <a:xfrm>
            <a:off x="15535275" y="4933950"/>
            <a:ext cx="2181225" cy="523875"/>
          </a:xfrm>
          <a:prstGeom prst="rect">
            <a:avLst/>
          </a:prstGeom>
          <a:solidFill>
            <a:srgbClr val="FFF6DD"/>
          </a:solidFill>
          <a:ln w="17145">
            <a:solidFill>
              <a:srgbClr val="111111"/>
            </a:solidFill>
            <a:prstDash val="solid"/>
          </a:ln>
        </p:spPr>
      </p:sp>
      <p:sp>
        <p:nvSpPr>
          <p:cNvPr id="124" name="DP4 object 227">
            <a:extLst>
              <a:ext uri="{FF2B5EF4-FFF2-40B4-BE49-F238E27FC236}">
                <ns2:creationId id="{E22564CF-C8BE-431D-9567-29C0D0983415}"/>
              </a:ext>
            </a:extLst>
          </p:cNvPr>
          <p:cNvSpPr>
            <a:spLocks noGrp="1"/>
          </p:cNvSpPr>
          <p:nvPr/>
        </p:nvSpPr>
        <p:spPr>
          <a:xfrm>
            <a:off x="15601950" y="4972050"/>
            <a:ext cx="2047875" cy="44767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Agent Gateway</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전송 / READ 연결</a:t>
            </a:r>
            <a:endParaRPr lang="ko-KR">
              <a:latin typeface="Calibri"/>
              <a:ea typeface="Calibri"/>
              <a:cs typeface="Calibri"/>
            </a:endParaRPr>
          </a:p>
        </p:txBody>
      </p:sp>
      <p:sp>
        <p:nvSpPr>
          <p:cNvPr id="125" name="Editable path 228">
            <a:extLst>
              <a:ext uri="{FF2B5EF4-FFF2-40B4-BE49-F238E27FC236}">
                <ns2:creationId id="{7383F279-5292-417E-AD9C-E0B9C30C5FB6}"/>
              </a:ext>
            </a:extLst>
          </p:cNvPr>
          <p:cNvSpPr>
            <a:spLocks noGrp="1"/>
          </p:cNvSpPr>
          <p:nvPr/>
        </p:nvSpPr>
        <p:spPr>
          <a:xfrm>
            <a:off x="14087475" y="4705350"/>
            <a:ext cx="953" cy="228600"/>
          </a:xfrm>
          <a:custGeom>
            <a:pathLst>
              <a:path w="953" h="228600">
                <a:moveTo>
                  <a:pt x="0" y="0"/>
                </a:moveTo>
                <a:lnTo>
                  <a:pt x="0" y="228600"/>
                </a:lnTo>
              </a:path>
            </a:pathLst>
          </a:custGeom>
          <a:noFill/>
          <a:ln w="19050">
            <a:solidFill>
              <a:srgbClr val="111111"/>
            </a:solidFill>
            <a:prstDash val="solid"/>
          </a:ln>
        </p:spPr>
      </p:sp>
      <p:sp>
        <p:nvSpPr>
          <p:cNvPr id="126" name="Editable arrowhead 229">
            <a:extLst>
              <a:ext uri="{FF2B5EF4-FFF2-40B4-BE49-F238E27FC236}">
                <ns2:creationId id="{D3ED9552-CCCA-40D6-9DC3-32A46E16EAC6}"/>
              </a:ext>
            </a:extLst>
          </p:cNvPr>
          <p:cNvSpPr>
            <a:spLocks noGrp="1"/>
          </p:cNvSpPr>
          <p:nvPr/>
        </p:nvSpPr>
        <p:spPr>
          <a:xfrm>
            <a:off x="14039850" y="48387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27" name="Editable path 230">
            <a:extLst>
              <a:ext uri="{FF2B5EF4-FFF2-40B4-BE49-F238E27FC236}">
                <ns2:creationId id="{16EFDA7E-1938-420B-826F-8E5693ADDE77}"/>
              </a:ext>
            </a:extLst>
          </p:cNvPr>
          <p:cNvSpPr>
            <a:spLocks noGrp="1"/>
          </p:cNvSpPr>
          <p:nvPr/>
        </p:nvSpPr>
        <p:spPr>
          <a:xfrm>
            <a:off x="15240000" y="5200650"/>
            <a:ext cx="295275" cy="953"/>
          </a:xfrm>
          <a:custGeom>
            <a:pathLst>
              <a:path w="295275" h="953">
                <a:moveTo>
                  <a:pt x="0" y="0"/>
                </a:moveTo>
                <a:lnTo>
                  <a:pt x="295275" y="0"/>
                </a:lnTo>
              </a:path>
            </a:pathLst>
          </a:custGeom>
          <a:noFill/>
          <a:ln w="20003">
            <a:solidFill>
              <a:srgbClr val="111111"/>
            </a:solidFill>
            <a:prstDash val="solid"/>
          </a:ln>
        </p:spPr>
      </p:sp>
      <p:sp>
        <p:nvSpPr>
          <p:cNvPr id="128" name="Editable arrowhead 231">
            <a:extLst>
              <a:ext uri="{FF2B5EF4-FFF2-40B4-BE49-F238E27FC236}">
                <ns2:creationId id="{A7B7E31A-C426-47BE-AA6F-DB1B9BA09A1A}"/>
              </a:ext>
            </a:extLst>
          </p:cNvPr>
          <p:cNvSpPr>
            <a:spLocks noGrp="1"/>
          </p:cNvSpPr>
          <p:nvPr/>
        </p:nvSpPr>
        <p:spPr>
          <a:xfrm>
            <a:off x="15440025" y="51530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129" name="외부 Downstream Agent&#10;상세 범위를 선택·요청">
            <a:extLst>
              <a:ext uri="{FF2B5EF4-FFF2-40B4-BE49-F238E27FC236}">
                <ns2:creationId id="{B69DD3E9-B57A-4D55-A771-3CC1F69D29CB}"/>
              </a:ext>
            </a:extLst>
          </p:cNvPr>
          <p:cNvSpPr>
            <a:spLocks noGrp="1"/>
          </p:cNvSpPr>
          <p:nvPr/>
        </p:nvSpPr>
        <p:spPr>
          <a:xfrm>
            <a:off x="15535275" y="5657850"/>
            <a:ext cx="2181225" cy="381000"/>
          </a:xfrm>
          <a:prstGeom prst="rect">
            <a:avLst/>
          </a:prstGeom>
          <a:solidFill>
            <a:srgbClr val="FFFFFF"/>
          </a:solidFill>
          <a:ln w="17145">
            <a:solidFill>
              <a:srgbClr val="111111"/>
            </a:solidFill>
            <a:prstDash val="solid"/>
          </a:ln>
        </p:spPr>
      </p:sp>
      <p:sp>
        <p:nvSpPr>
          <p:cNvPr id="130" name="DP4 object 232">
            <a:extLst>
              <a:ext uri="{FF2B5EF4-FFF2-40B4-BE49-F238E27FC236}">
                <ns2:creationId id="{B0B8DBEF-EC08-4E72-8478-93CEEAF8952F}"/>
              </a:ext>
            </a:extLst>
          </p:cNvPr>
          <p:cNvSpPr>
            <a:spLocks noGrp="1"/>
          </p:cNvSpPr>
          <p:nvPr/>
        </p:nvSpPr>
        <p:spPr>
          <a:xfrm>
            <a:off x="15601950" y="5695950"/>
            <a:ext cx="2047875" cy="304800"/>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외부 Downstream Agent</a:t>
            </a:r>
            <a:endParaRPr lang="ko-KR">
              <a:latin typeface="Calibri"/>
              <a:ea typeface="Calibri"/>
              <a:cs typeface="Calibri"/>
            </a:endParaRPr>
          </a:p>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상세 범위를 선택·요청</a:t>
            </a:r>
            <a:endParaRPr lang="ko-KR">
              <a:latin typeface="Calibri"/>
              <a:ea typeface="Calibri"/>
              <a:cs typeface="Calibri"/>
            </a:endParaRPr>
          </a:p>
        </p:txBody>
      </p:sp>
      <p:sp>
        <p:nvSpPr>
          <p:cNvPr id="131" name="Editable path 233">
            <a:extLst>
              <a:ext uri="{FF2B5EF4-FFF2-40B4-BE49-F238E27FC236}">
                <ns2:creationId id="{A280DBD5-16C7-4BA3-BD99-DE1FBE814525}"/>
              </a:ext>
            </a:extLst>
          </p:cNvPr>
          <p:cNvSpPr>
            <a:spLocks noGrp="1"/>
          </p:cNvSpPr>
          <p:nvPr/>
        </p:nvSpPr>
        <p:spPr>
          <a:xfrm>
            <a:off x="16240125" y="5457825"/>
            <a:ext cx="953" cy="200025"/>
          </a:xfrm>
          <a:custGeom>
            <a:pathLst>
              <a:path w="953" h="200025">
                <a:moveTo>
                  <a:pt x="0" y="0"/>
                </a:moveTo>
                <a:lnTo>
                  <a:pt x="0" y="200025"/>
                </a:lnTo>
              </a:path>
            </a:pathLst>
          </a:custGeom>
          <a:noFill/>
          <a:ln w="19050">
            <a:solidFill>
              <a:srgbClr val="111111"/>
            </a:solidFill>
            <a:prstDash val="solid"/>
          </a:ln>
        </p:spPr>
      </p:sp>
      <p:sp>
        <p:nvSpPr>
          <p:cNvPr id="132" name="Editable arrowhead 234">
            <a:extLst>
              <a:ext uri="{FF2B5EF4-FFF2-40B4-BE49-F238E27FC236}">
                <ns2:creationId id="{467F0F4B-1BD9-4AB4-BA59-5262FD463028}"/>
              </a:ext>
            </a:extLst>
          </p:cNvPr>
          <p:cNvSpPr>
            <a:spLocks noGrp="1"/>
          </p:cNvSpPr>
          <p:nvPr/>
        </p:nvSpPr>
        <p:spPr>
          <a:xfrm>
            <a:off x="16192500" y="5562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33" name="Editable path 235">
            <a:extLst>
              <a:ext uri="{FF2B5EF4-FFF2-40B4-BE49-F238E27FC236}">
                <ns2:creationId id="{BA01E605-C2E3-476C-B749-AEBA5BB91309}"/>
              </a:ext>
            </a:extLst>
          </p:cNvPr>
          <p:cNvSpPr>
            <a:spLocks noGrp="1"/>
          </p:cNvSpPr>
          <p:nvPr/>
        </p:nvSpPr>
        <p:spPr>
          <a:xfrm>
            <a:off x="17002125" y="5457825"/>
            <a:ext cx="953" cy="200025"/>
          </a:xfrm>
          <a:custGeom>
            <a:pathLst>
              <a:path w="953" h="200025">
                <a:moveTo>
                  <a:pt x="0" y="200025"/>
                </a:moveTo>
                <a:lnTo>
                  <a:pt x="0" y="0"/>
                </a:lnTo>
              </a:path>
            </a:pathLst>
          </a:custGeom>
          <a:noFill/>
          <a:ln w="19050">
            <a:solidFill>
              <a:srgbClr val="111111"/>
            </a:solidFill>
            <a:prstDash val="solid"/>
          </a:ln>
        </p:spPr>
      </p:sp>
      <p:sp>
        <p:nvSpPr>
          <p:cNvPr id="134" name="Editable arrowhead 236">
            <a:extLst>
              <a:ext uri="{FF2B5EF4-FFF2-40B4-BE49-F238E27FC236}">
                <ns2:creationId id="{B63D6494-4F3D-416C-8EF7-5A87F19F08D3}"/>
              </a:ext>
            </a:extLst>
          </p:cNvPr>
          <p:cNvSpPr>
            <a:spLocks noGrp="1"/>
          </p:cNvSpPr>
          <p:nvPr/>
        </p:nvSpPr>
        <p:spPr>
          <a:xfrm>
            <a:off x="16954500" y="5457825"/>
            <a:ext cx="95250" cy="95250"/>
          </a:xfrm>
          <a:custGeom>
            <a:pathLst>
              <a:path w="95250" h="95250">
                <a:moveTo>
                  <a:pt x="47625" y="0"/>
                </a:moveTo>
                <a:lnTo>
                  <a:pt x="0" y="95250"/>
                </a:lnTo>
                <a:lnTo>
                  <a:pt x="95250" y="95250"/>
                </a:lnTo>
                <a:close/>
              </a:path>
            </a:pathLst>
          </a:custGeom>
          <a:solidFill>
            <a:srgbClr val="111111"/>
          </a:solidFill>
          <a:ln w="5715">
            <a:solidFill>
              <a:srgbClr val="111111"/>
            </a:solidFill>
            <a:prstDash val="solid"/>
          </a:ln>
        </p:spPr>
      </p:sp>
      <p:sp>
        <p:nvSpPr>
          <p:cNvPr id="135" name="Editable path 237">
            <a:extLst>
              <a:ext uri="{FF2B5EF4-FFF2-40B4-BE49-F238E27FC236}">
                <ns2:creationId id="{93F36A87-C4C2-402A-A163-9C29822FBAFE}"/>
              </a:ext>
            </a:extLst>
          </p:cNvPr>
          <p:cNvSpPr>
            <a:spLocks noGrp="1"/>
          </p:cNvSpPr>
          <p:nvPr/>
        </p:nvSpPr>
        <p:spPr>
          <a:xfrm>
            <a:off x="17716500" y="3657600"/>
            <a:ext cx="114300" cy="1428750"/>
          </a:xfrm>
          <a:custGeom>
            <a:pathLst>
              <a:path w="114300" h="1428750">
                <a:moveTo>
                  <a:pt x="0" y="1428750"/>
                </a:moveTo>
                <a:lnTo>
                  <a:pt x="114300" y="1428750"/>
                </a:lnTo>
                <a:lnTo>
                  <a:pt x="114300" y="0"/>
                </a:lnTo>
                <a:lnTo>
                  <a:pt x="0" y="0"/>
                </a:lnTo>
              </a:path>
            </a:pathLst>
          </a:custGeom>
          <a:noFill/>
          <a:ln w="17145">
            <a:solidFill>
              <a:srgbClr val="111111"/>
            </a:solidFill>
            <a:prstDash val="dash"/>
          </a:ln>
        </p:spPr>
      </p:sp>
      <p:sp>
        <p:nvSpPr>
          <p:cNvPr id="136" name="Editable arrowhead 238">
            <a:extLst>
              <a:ext uri="{FF2B5EF4-FFF2-40B4-BE49-F238E27FC236}">
                <ns2:creationId id="{0622CE43-ADA9-411E-A0A7-68DEA97E8485}"/>
              </a:ext>
            </a:extLst>
          </p:cNvPr>
          <p:cNvSpPr>
            <a:spLocks noGrp="1"/>
          </p:cNvSpPr>
          <p:nvPr/>
        </p:nvSpPr>
        <p:spPr>
          <a:xfrm>
            <a:off x="17716500" y="36099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7" name="Editable path 239">
            <a:extLst>
              <a:ext uri="{FF2B5EF4-FFF2-40B4-BE49-F238E27FC236}">
                <ns2:creationId id="{B7553546-C2FD-4CED-80C3-2932D27427C6}"/>
              </a:ext>
            </a:extLst>
          </p:cNvPr>
          <p:cNvSpPr>
            <a:spLocks noGrp="1"/>
          </p:cNvSpPr>
          <p:nvPr/>
        </p:nvSpPr>
        <p:spPr>
          <a:xfrm>
            <a:off x="17716500" y="3895725"/>
            <a:ext cx="228600" cy="1400175"/>
          </a:xfrm>
          <a:custGeom>
            <a:pathLst>
              <a:path w="228600" h="1400175">
                <a:moveTo>
                  <a:pt x="0" y="0"/>
                </a:moveTo>
                <a:lnTo>
                  <a:pt x="228600" y="0"/>
                </a:lnTo>
                <a:lnTo>
                  <a:pt x="228600" y="1400175"/>
                </a:lnTo>
                <a:lnTo>
                  <a:pt x="0" y="1400175"/>
                </a:lnTo>
              </a:path>
            </a:pathLst>
          </a:custGeom>
          <a:noFill/>
          <a:ln w="17145">
            <a:solidFill>
              <a:srgbClr val="111111"/>
            </a:solidFill>
            <a:prstDash val="solid"/>
          </a:ln>
        </p:spPr>
      </p:sp>
      <p:sp>
        <p:nvSpPr>
          <p:cNvPr id="138" name="Editable arrowhead 240">
            <a:extLst>
              <a:ext uri="{FF2B5EF4-FFF2-40B4-BE49-F238E27FC236}">
                <ns2:creationId id="{C6DB78FD-722A-4E93-8C2D-9F29093069F4}"/>
              </a:ext>
            </a:extLst>
          </p:cNvPr>
          <p:cNvSpPr>
            <a:spLocks noGrp="1"/>
          </p:cNvSpPr>
          <p:nvPr/>
        </p:nvSpPr>
        <p:spPr>
          <a:xfrm>
            <a:off x="17716500" y="5248275"/>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39" name="DP4 object 241">
            <a:extLst>
              <a:ext uri="{FF2B5EF4-FFF2-40B4-BE49-F238E27FC236}">
                <ns2:creationId id="{CBE08998-9851-46A6-8491-943A38C84824}"/>
              </a:ext>
            </a:extLst>
          </p:cNvPr>
          <p:cNvSpPr>
            <a:spLocks noGrp="1"/>
          </p:cNvSpPr>
          <p:nvPr/>
        </p:nvSpPr>
        <p:spPr>
          <a:xfrm>
            <a:off x="12944475" y="5715000"/>
            <a:ext cx="2295525" cy="295275"/>
          </a:xfrm>
          <a:prstGeom prst="rect">
            <a:avLst/>
          </a:prstGeom>
          <a:noFill/>
          <a:ln w="0">
            <a:noFill/>
            <a:prstDash val="solid"/>
          </a:ln>
        </p:spPr>
        <p:txBody>
          <a:bodyPr wrap="none" lIns="0" tIns="0" rIns="0" bIns="0" anchor="ctr">
            <a:noAutofit/>
          </a:bodyPr>
          <a:lstStyle>
            <a:defPPr algn="ctr">
              <a:defRPr sz="1600" b="1" lang="ko-KR">
                <a:solidFill>
                  <a:srgbClr val="111111"/>
                </a:solidFill>
                <a:latin typeface="Calibri"/>
                <a:ea typeface="Calibri"/>
                <a:cs typeface="Calibri"/>
              </a:defRPr>
            </a:defPPr>
            <a:lvl1pPr algn="ctr">
              <a:defRPr sz="1600" b="1" lang="ko-KR">
                <a:solidFill>
                  <a:srgbClr val="111111"/>
                </a:solidFill>
                <a:latin typeface="Calibri"/>
                <a:ea typeface="Calibri"/>
                <a:cs typeface="Calibri"/>
              </a:defRPr>
            </a:lvl1pPr>
            <a:lvl2pPr algn="ctr">
              <a:defRPr sz="1600" b="1" lang="ko-KR">
                <a:solidFill>
                  <a:srgbClr val="111111"/>
                </a:solidFill>
                <a:latin typeface="Calibri"/>
                <a:ea typeface="Calibri"/>
                <a:cs typeface="Calibri"/>
              </a:defRPr>
            </a:lvl2pPr>
            <a:lvl3pPr algn="ctr">
              <a:defRPr sz="1600" b="1" lang="ko-KR">
                <a:solidFill>
                  <a:srgbClr val="111111"/>
                </a:solidFill>
                <a:latin typeface="Calibri"/>
                <a:ea typeface="Calibri"/>
                <a:cs typeface="Calibri"/>
              </a:defRPr>
            </a:lvl3pPr>
            <a:lvl4pPr algn="ctr">
              <a:defRPr sz="1600" b="1" lang="ko-KR">
                <a:solidFill>
                  <a:srgbClr val="111111"/>
                </a:solidFill>
                <a:latin typeface="Calibri"/>
                <a:ea typeface="Calibri"/>
                <a:cs typeface="Calibri"/>
              </a:defRPr>
            </a:lvl4pPr>
            <a:lvl5pPr algn="ctr">
              <a:defRPr sz="1600" b="1" lang="ko-KR">
                <a:solidFill>
                  <a:srgbClr val="111111"/>
                </a:solidFill>
                <a:latin typeface="Calibri"/>
                <a:ea typeface="Calibri"/>
                <a:cs typeface="Calibri"/>
              </a:defRPr>
            </a:lvl5pPr>
            <a:lvl6pPr algn="ctr">
              <a:defRPr sz="1600" b="1" lang="ko-KR">
                <a:solidFill>
                  <a:srgbClr val="111111"/>
                </a:solidFill>
                <a:latin typeface="Calibri"/>
                <a:ea typeface="Calibri"/>
                <a:cs typeface="Calibri"/>
              </a:defRPr>
            </a:lvl6pPr>
            <a:lvl7pPr algn="ctr">
              <a:defRPr sz="1600" b="1" lang="ko-KR">
                <a:solidFill>
                  <a:srgbClr val="111111"/>
                </a:solidFill>
                <a:latin typeface="Calibri"/>
                <a:ea typeface="Calibri"/>
                <a:cs typeface="Calibri"/>
              </a:defRPr>
            </a:lvl7pPr>
            <a:lvl8pPr algn="ctr">
              <a:defRPr sz="1600" b="1" lang="ko-KR">
                <a:solidFill>
                  <a:srgbClr val="111111"/>
                </a:solidFill>
                <a:latin typeface="Calibri"/>
                <a:ea typeface="Calibri"/>
                <a:cs typeface="Calibri"/>
              </a:defRPr>
            </a:lvl8pPr>
            <a:lvl9pPr algn="ctr">
              <a:defRPr sz="1600" b="1" lang="ko-KR">
                <a:solidFill>
                  <a:srgbClr val="111111"/>
                </a:solidFill>
                <a:latin typeface="Calibri"/>
                <a:ea typeface="Calibri"/>
                <a:cs typeface="Calibri"/>
              </a:defRPr>
            </a:lvl9pPr>
          </a:lstStyle>
          <a:p>
            <a:pPr algn="ctr">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세부 선택은 수신자</a:t>
            </a:r>
            <a:endParaRPr lang="ko-KR">
              <a:latin typeface="Calibri"/>
              <a:ea typeface="Calibri"/>
              <a:cs typeface="Calibri"/>
            </a:endParaRPr>
          </a:p>
        </p:txBody>
      </p:sp>
      <p:sp>
        <p:nvSpPr>
          <p:cNvPr id="140" name="DP4 object 242">
            <a:extLst>
              <a:ext uri="{FF2B5EF4-FFF2-40B4-BE49-F238E27FC236}">
                <ns2:creationId id="{95454BB1-0522-44EA-9E76-E4350B9208DE}"/>
              </a:ext>
            </a:extLst>
          </p:cNvPr>
          <p:cNvSpPr>
            <a:spLocks noGrp="1"/>
          </p:cNvSpPr>
          <p:nvPr/>
        </p:nvSpPr>
        <p:spPr>
          <a:xfrm>
            <a:off x="12858750" y="3324225"/>
            <a:ext cx="266700" cy="276225"/>
          </a:xfrm>
          <a:prstGeom prst="roundRect">
            <a:avLst>
              <a:gd name="adj" fmla="val 28571"/>
            </a:avLst>
          </a:prstGeom>
          <a:solidFill>
            <a:srgbClr val="C9E1B3"/>
          </a:solidFill>
          <a:ln w="17145">
            <a:solidFill>
              <a:srgbClr val="70A843"/>
            </a:solidFill>
            <a:prstDash val="solid"/>
          </a:ln>
        </p:spPr>
      </p:sp>
      <p:sp>
        <p:nvSpPr>
          <p:cNvPr id="141" name="DP4 object 243">
            <a:extLst>
              <a:ext uri="{FF2B5EF4-FFF2-40B4-BE49-F238E27FC236}">
                <ns2:creationId id="{8668EA05-43AE-4512-898C-E4459777CF84}"/>
              </a:ext>
            </a:extLst>
          </p:cNvPr>
          <p:cNvSpPr>
            <a:spLocks noGrp="1"/>
          </p:cNvSpPr>
          <p:nvPr/>
        </p:nvSpPr>
        <p:spPr>
          <a:xfrm>
            <a:off x="12858750" y="33242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42" name="DP4 object 244">
            <a:extLst>
              <a:ext uri="{FF2B5EF4-FFF2-40B4-BE49-F238E27FC236}">
                <ns2:creationId id="{8D3EE012-E00F-4ABF-96C6-E885D2297D35}"/>
              </a:ext>
            </a:extLst>
          </p:cNvPr>
          <p:cNvSpPr>
            <a:spLocks noGrp="1"/>
          </p:cNvSpPr>
          <p:nvPr/>
        </p:nvSpPr>
        <p:spPr>
          <a:xfrm>
            <a:off x="15363825" y="3333750"/>
            <a:ext cx="266700" cy="276225"/>
          </a:xfrm>
          <a:prstGeom prst="roundRect">
            <a:avLst>
              <a:gd name="adj" fmla="val 28571"/>
            </a:avLst>
          </a:prstGeom>
          <a:solidFill>
            <a:srgbClr val="C9E1B3"/>
          </a:solidFill>
          <a:ln w="17145">
            <a:solidFill>
              <a:srgbClr val="70A843"/>
            </a:solidFill>
            <a:prstDash val="solid"/>
          </a:ln>
        </p:spPr>
      </p:sp>
      <p:sp>
        <p:nvSpPr>
          <p:cNvPr id="143" name="DP4 object 245">
            <a:extLst>
              <a:ext uri="{FF2B5EF4-FFF2-40B4-BE49-F238E27FC236}">
                <ns2:creationId id="{B11FF47A-F166-4527-9B74-1C145CECF145}"/>
              </a:ext>
            </a:extLst>
          </p:cNvPr>
          <p:cNvSpPr>
            <a:spLocks noGrp="1"/>
          </p:cNvSpPr>
          <p:nvPr/>
        </p:nvSpPr>
        <p:spPr>
          <a:xfrm>
            <a:off x="15363825" y="3333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44" name="DP4 object 246">
            <a:extLst>
              <a:ext uri="{FF2B5EF4-FFF2-40B4-BE49-F238E27FC236}">
                <ns2:creationId id="{46094A18-D28F-4208-8851-6161D2829192}"/>
              </a:ext>
            </a:extLst>
          </p:cNvPr>
          <p:cNvSpPr>
            <a:spLocks noGrp="1"/>
          </p:cNvSpPr>
          <p:nvPr/>
        </p:nvSpPr>
        <p:spPr>
          <a:xfrm>
            <a:off x="15344775" y="5543550"/>
            <a:ext cx="266700" cy="276225"/>
          </a:xfrm>
          <a:prstGeom prst="roundRect">
            <a:avLst>
              <a:gd name="adj" fmla="val 28571"/>
            </a:avLst>
          </a:prstGeom>
          <a:solidFill>
            <a:srgbClr val="C9E1B3"/>
          </a:solidFill>
          <a:ln w="17145">
            <a:solidFill>
              <a:srgbClr val="70A843"/>
            </a:solidFill>
            <a:prstDash val="solid"/>
          </a:ln>
        </p:spPr>
      </p:sp>
      <p:sp>
        <p:nvSpPr>
          <p:cNvPr id="145" name="DP4 object 247">
            <a:extLst>
              <a:ext uri="{FF2B5EF4-FFF2-40B4-BE49-F238E27FC236}">
                <ns2:creationId id="{36CAFF94-6A1A-4F9B-9549-5AE3BDF87D1C}"/>
              </a:ext>
            </a:extLst>
          </p:cNvPr>
          <p:cNvSpPr>
            <a:spLocks noGrp="1"/>
          </p:cNvSpPr>
          <p:nvPr/>
        </p:nvSpPr>
        <p:spPr>
          <a:xfrm>
            <a:off x="15344775" y="55435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46" name="Selected C column">
            <a:extLst>
              <a:ext uri="{FF2B5EF4-FFF2-40B4-BE49-F238E27FC236}">
                <ns2:creationId id="{4BE2A311-AAF7-4218-881D-828A33F29C5E}"/>
              </a:ext>
            </a:extLst>
          </p:cNvPr>
          <p:cNvSpPr>
            <a:spLocks noGrp="1"/>
          </p:cNvSpPr>
          <p:nvPr/>
        </p:nvSpPr>
        <p:spPr>
          <a:xfrm>
            <a:off x="12649200" y="1657350"/>
            <a:ext cx="5410200" cy="8324850"/>
          </a:xfrm>
          <a:prstGeom prst="rect">
            <a:avLst/>
          </a:prstGeom>
          <a:noFill/>
          <a:ln w="40005">
            <a:solidFill>
              <a:srgbClr val="4676CB"/>
            </a:solidFill>
            <a:prstDash val="solid"/>
          </a:ln>
        </p:spPr>
      </p:sp>
      <p:sp>
        <p:nvSpPr>
          <p:cNvPr id="147" name="DP4 object 248">
            <a:extLst>
              <a:ext uri="{FF2B5EF4-FFF2-40B4-BE49-F238E27FC236}">
                <ns2:creationId id="{7487F4CE-C2A1-43DF-B601-E4CAAF1F18BA}"/>
              </a:ext>
            </a:extLst>
          </p:cNvPr>
          <p:cNvSpPr>
            <a:spLocks noGrp="1"/>
          </p:cNvSpPr>
          <p:nvPr/>
        </p:nvSpPr>
        <p:spPr>
          <a:xfrm>
            <a:off x="12725400" y="1400175"/>
            <a:ext cx="638175" cy="752475"/>
          </a:xfrm>
          <a:prstGeom prst="rect">
            <a:avLst/>
          </a:prstGeom>
          <a:noFill/>
          <a:ln w="0">
            <a:noFill/>
            <a:prstDash val="solid"/>
          </a:ln>
        </p:spPr>
        <p:txBody>
          <a:bodyPr wrap="none" lIns="0" tIns="0" rIns="0" bIns="0" anchor="ctr">
            <a:noAutofit/>
          </a:bodyPr>
          <a:lstStyle>
            <a:defPPr algn="l">
              <a:defRPr sz="4900" b="1" lang="ko-KR">
                <a:solidFill>
                  <a:srgbClr val="C00000"/>
                </a:solidFill>
                <a:latin typeface="Calibri"/>
                <a:ea typeface="Calibri"/>
                <a:cs typeface="Calibri"/>
              </a:defRPr>
            </a:defPPr>
            <a:lvl1pPr algn="l">
              <a:defRPr sz="4900" b="1" lang="ko-KR">
                <a:solidFill>
                  <a:srgbClr val="C00000"/>
                </a:solidFill>
                <a:latin typeface="Calibri"/>
                <a:ea typeface="Calibri"/>
                <a:cs typeface="Calibri"/>
              </a:defRPr>
            </a:lvl1pPr>
            <a:lvl2pPr algn="l">
              <a:defRPr sz="4900" b="1" lang="ko-KR">
                <a:solidFill>
                  <a:srgbClr val="C00000"/>
                </a:solidFill>
                <a:latin typeface="Calibri"/>
                <a:ea typeface="Calibri"/>
                <a:cs typeface="Calibri"/>
              </a:defRPr>
            </a:lvl2pPr>
            <a:lvl3pPr algn="l">
              <a:defRPr sz="4900" b="1" lang="ko-KR">
                <a:solidFill>
                  <a:srgbClr val="C00000"/>
                </a:solidFill>
                <a:latin typeface="Calibri"/>
                <a:ea typeface="Calibri"/>
                <a:cs typeface="Calibri"/>
              </a:defRPr>
            </a:lvl3pPr>
            <a:lvl4pPr algn="l">
              <a:defRPr sz="4900" b="1" lang="ko-KR">
                <a:solidFill>
                  <a:srgbClr val="C00000"/>
                </a:solidFill>
                <a:latin typeface="Calibri"/>
                <a:ea typeface="Calibri"/>
                <a:cs typeface="Calibri"/>
              </a:defRPr>
            </a:lvl4pPr>
            <a:lvl5pPr algn="l">
              <a:defRPr sz="4900" b="1" lang="ko-KR">
                <a:solidFill>
                  <a:srgbClr val="C00000"/>
                </a:solidFill>
                <a:latin typeface="Calibri"/>
                <a:ea typeface="Calibri"/>
                <a:cs typeface="Calibri"/>
              </a:defRPr>
            </a:lvl5pPr>
            <a:lvl6pPr algn="l">
              <a:defRPr sz="4900" b="1" lang="ko-KR">
                <a:solidFill>
                  <a:srgbClr val="C00000"/>
                </a:solidFill>
                <a:latin typeface="Calibri"/>
                <a:ea typeface="Calibri"/>
                <a:cs typeface="Calibri"/>
              </a:defRPr>
            </a:lvl6pPr>
            <a:lvl7pPr algn="l">
              <a:defRPr sz="4900" b="1" lang="ko-KR">
                <a:solidFill>
                  <a:srgbClr val="C00000"/>
                </a:solidFill>
                <a:latin typeface="Calibri"/>
                <a:ea typeface="Calibri"/>
                <a:cs typeface="Calibri"/>
              </a:defRPr>
            </a:lvl7pPr>
            <a:lvl8pPr algn="l">
              <a:defRPr sz="4900" b="1" lang="ko-KR">
                <a:solidFill>
                  <a:srgbClr val="C00000"/>
                </a:solidFill>
                <a:latin typeface="Calibri"/>
                <a:ea typeface="Calibri"/>
                <a:cs typeface="Calibri"/>
              </a:defRPr>
            </a:lvl8pPr>
            <a:lvl9pPr algn="l">
              <a:defRPr sz="4900" b="1" lang="ko-KR">
                <a:solidFill>
                  <a:srgbClr val="C00000"/>
                </a:solidFill>
                <a:latin typeface="Calibri"/>
                <a:ea typeface="Calibri"/>
                <a:cs typeface="Calibri"/>
              </a:defRPr>
            </a:lvl9pPr>
          </a:lstStyle>
          <a:p>
            <a:pPr algn="l">
              <a:defRPr sz="4900" b="1" lang="ko-KR">
                <a:solidFill>
                  <a:srgbClr val="C00000"/>
                </a:solidFill>
                <a:latin typeface="Calibri"/>
                <a:ea typeface="Calibri"/>
                <a:cs typeface="Calibri"/>
              </a:defRPr>
            </a:pPr>
            <a:r>
              <a:rPr sz="4900" b="1" lang="ko-KR">
                <a:solidFill>
                  <a:srgbClr val="C00000"/>
                </a:solidFill>
                <a:latin typeface="Calibri"/>
                <a:ea typeface="Calibri"/>
                <a:cs typeface="Calibri"/>
              </a:rPr>
              <a:t>✓</a:t>
            </a:r>
            <a:endParaRPr lang="ko-KR">
              <a:latin typeface="Calibri"/>
              <a:ea typeface="Calibri"/>
              <a:cs typeface="Calibri"/>
            </a:endParaRPr>
          </a:p>
        </p:txBody>
      </p:sp>
      <p:sp>
        <p:nvSpPr>
          <p:cNvPr id="148" name="DP4 object 249">
            <a:extLst>
              <a:ext uri="{FF2B5EF4-FFF2-40B4-BE49-F238E27FC236}">
                <ns2:creationId id="{1724D6A6-F52F-49DE-B06A-8F52E390386A}"/>
              </a:ext>
            </a:extLst>
          </p:cNvPr>
          <p:cNvSpPr>
            <a:spLocks noGrp="1"/>
          </p:cNvSpPr>
          <p:nvPr/>
        </p:nvSpPr>
        <p:spPr>
          <a:xfrm>
            <a:off x="266700" y="10029825"/>
            <a:ext cx="17240250" cy="190500"/>
          </a:xfrm>
          <a:prstGeom prst="rect">
            <a:avLst/>
          </a:prstGeom>
          <a:noFill/>
          <a:ln w="0">
            <a:noFill/>
            <a:prstDash val="solid"/>
          </a:ln>
        </p:spPr>
        <p:txBody>
          <a:bodyPr wrap="none" lIns="0" tIns="0" rIns="0" bIns="0" anchor="ctr">
            <a:noAutofit/>
          </a:bodyPr>
          <a:lstStyle>
            <a:defPPr algn="l">
              <a:defRPr sz="1200" b="0" lang="ko-KR">
                <a:solidFill>
                  <a:srgbClr val="4676CB"/>
                </a:solidFill>
                <a:latin typeface="Calibri"/>
                <a:ea typeface="Calibri"/>
                <a:cs typeface="Calibri"/>
              </a:defRPr>
            </a:defPPr>
            <a:lvl1pPr algn="l">
              <a:defRPr sz="1200" b="0" lang="ko-KR">
                <a:solidFill>
                  <a:srgbClr val="4676CB"/>
                </a:solidFill>
                <a:latin typeface="Calibri"/>
                <a:ea typeface="Calibri"/>
                <a:cs typeface="Calibri"/>
              </a:defRPr>
            </a:lvl1pPr>
            <a:lvl2pPr algn="l">
              <a:defRPr sz="1200" b="0" lang="ko-KR">
                <a:solidFill>
                  <a:srgbClr val="4676CB"/>
                </a:solidFill>
                <a:latin typeface="Calibri"/>
                <a:ea typeface="Calibri"/>
                <a:cs typeface="Calibri"/>
              </a:defRPr>
            </a:lvl2pPr>
            <a:lvl3pPr algn="l">
              <a:defRPr sz="1200" b="0" lang="ko-KR">
                <a:solidFill>
                  <a:srgbClr val="4676CB"/>
                </a:solidFill>
                <a:latin typeface="Calibri"/>
                <a:ea typeface="Calibri"/>
                <a:cs typeface="Calibri"/>
              </a:defRPr>
            </a:lvl3pPr>
            <a:lvl4pPr algn="l">
              <a:defRPr sz="1200" b="0" lang="ko-KR">
                <a:solidFill>
                  <a:srgbClr val="4676CB"/>
                </a:solidFill>
                <a:latin typeface="Calibri"/>
                <a:ea typeface="Calibri"/>
                <a:cs typeface="Calibri"/>
              </a:defRPr>
            </a:lvl4pPr>
            <a:lvl5pPr algn="l">
              <a:defRPr sz="1200" b="0" lang="ko-KR">
                <a:solidFill>
                  <a:srgbClr val="4676CB"/>
                </a:solidFill>
                <a:latin typeface="Calibri"/>
                <a:ea typeface="Calibri"/>
                <a:cs typeface="Calibri"/>
              </a:defRPr>
            </a:lvl5pPr>
            <a:lvl6pPr algn="l">
              <a:defRPr sz="1200" b="0" lang="ko-KR">
                <a:solidFill>
                  <a:srgbClr val="4676CB"/>
                </a:solidFill>
                <a:latin typeface="Calibri"/>
                <a:ea typeface="Calibri"/>
                <a:cs typeface="Calibri"/>
              </a:defRPr>
            </a:lvl6pPr>
            <a:lvl7pPr algn="l">
              <a:defRPr sz="1200" b="0" lang="ko-KR">
                <a:solidFill>
                  <a:srgbClr val="4676CB"/>
                </a:solidFill>
                <a:latin typeface="Calibri"/>
                <a:ea typeface="Calibri"/>
                <a:cs typeface="Calibri"/>
              </a:defRPr>
            </a:lvl7pPr>
            <a:lvl8pPr algn="l">
              <a:defRPr sz="1200" b="0" lang="ko-KR">
                <a:solidFill>
                  <a:srgbClr val="4676CB"/>
                </a:solidFill>
                <a:latin typeface="Calibri"/>
                <a:ea typeface="Calibri"/>
                <a:cs typeface="Calibri"/>
              </a:defRPr>
            </a:lvl8pPr>
            <a:lvl9pPr algn="l">
              <a:defRPr sz="1200" b="0" lang="ko-KR">
                <a:solidFill>
                  <a:srgbClr val="4676CB"/>
                </a:solidFill>
                <a:latin typeface="Calibri"/>
                <a:ea typeface="Calibri"/>
                <a:cs typeface="Calibri"/>
              </a:defRPr>
            </a:lvl9pPr>
          </a:lstStyle>
          <a:p>
            <a:pPr algn="l">
              <a:defRPr sz="1200" b="0" lang="ko-KR">
                <a:solidFill>
                  <a:srgbClr val="4676CB"/>
                </a:solidFill>
                <a:latin typeface="Calibri"/>
                <a:ea typeface="Calibri"/>
                <a:cs typeface="Calibri"/>
              </a:defRPr>
            </a:pPr>
            <a:r>
              <a:rPr sz="1200" b="0" lang="ko-KR">
                <a:solidFill>
                  <a:srgbClr val="4676CB"/>
                </a:solidFill>
                <a:latin typeface="Calibri"/>
                <a:ea typeface="Calibri"/>
                <a:cs typeface="Calibri"/>
              </a:rPr>
              <a:t>C1은 조건 누락 보완 / 적용 QA 열세 미확인 / E3는 별도 실험 / PoC 4사례×3</a:t>
            </a:r>
            <a:endParaRPr lang="ko-KR">
              <a:latin typeface="Calibri"/>
              <a:ea typeface="Calibri"/>
              <a:cs typeface="Calibri"/>
            </a:endParaRPr>
          </a:p>
        </p:txBody>
      </p:sp>
    </p:spTree>
    <p:extLst>
      <p:ext uri="{BB962C8B-B14F-4D97-AF65-F5344CB8AC3E}">
        <p14:creationId val="111722778"/>
      </p:ext>
    </p:extLst>
  </p:cSld>
</p:sld>
</file>

<file path=ppt/slides/slide16.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8" name="Unified slide title">
            <a:extLst>
              <a:ext uri="{FF2B5EF4-FFF2-40B4-BE49-F238E27FC236}">
                <ns2:creationId id="{6ED7FEA4-0C86-44F5-AA47-7A64BB74B57D}"/>
              </a:ext>
            </a:extLst>
          </p:cNvPr>
          <p:cNvSpPr>
            <a:spLocks noGrp="1"/>
          </p:cNvSpPr>
          <p:nvPr/>
        </p:nvSpPr>
        <p:spPr>
          <a:xfrm>
            <a:off x="571500" y="276225"/>
            <a:ext cx="11430000" cy="647700"/>
          </a:xfrm>
          <a:prstGeom prst="rect">
            <a:avLst/>
          </a:prstGeom>
          <a:noFill/>
          <a:ln w="0">
            <a:noFill/>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DP4. Agent 간 업무 인계 방안 (보완 효과 상세)</a:t>
            </a:r>
            <a:endParaRPr lang="ko-KR">
              <a:latin typeface="Calibri"/>
              <a:ea typeface="Calibri"/>
              <a:cs typeface="Calibri"/>
            </a:endParaRPr>
          </a:p>
        </p:txBody>
      </p:sp>
      <p:sp>
        <p:nvSpPr>
          <p:cNvPr id="2" name="Workflow 과제 소개">
            <a:extLst>
              <a:ext uri="{FF2B5EF4-FFF2-40B4-BE49-F238E27FC236}">
                <ns2:creationId id="{DCC1D7BC-3910-4868-A5A2-7A7EBA9E4951}"/>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과제 소개">
            <a:extLst>
              <a:ext uri="{FF2B5EF4-FFF2-40B4-BE49-F238E27FC236}">
                <ns2:creationId id="{3AD67205-9B10-455E-9031-F6E3E4AA9A1F}"/>
              </a:ext>
            </a:extLst>
          </p:cNvPr>
          <p:cNvSpPr>
            <a:spLocks noGrp="1"/>
          </p:cNvSpPr>
          <p:nvPr/>
        </p:nvSpPr>
        <p:spPr>
          <a:xfrm>
            <a:off x="116586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Workflow 요구사항 분석">
            <a:extLst>
              <a:ext uri="{FF2B5EF4-FFF2-40B4-BE49-F238E27FC236}">
                <ns2:creationId id="{545A254E-E327-4221-A592-39C821524DC4}"/>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요구사항 분석">
            <a:extLst>
              <a:ext uri="{FF2B5EF4-FFF2-40B4-BE49-F238E27FC236}">
                <ns2:creationId id="{820ECE54-D034-40AD-868B-9E281EAB016E}"/>
              </a:ext>
            </a:extLst>
          </p:cNvPr>
          <p:cNvSpPr>
            <a:spLocks noGrp="1"/>
          </p:cNvSpPr>
          <p:nvPr/>
        </p:nvSpPr>
        <p:spPr>
          <a:xfrm>
            <a:off x="129349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Workflow 설계">
            <a:extLst>
              <a:ext uri="{FF2B5EF4-FFF2-40B4-BE49-F238E27FC236}">
                <ns2:creationId id="{E02BFEDB-CDBF-48CC-89E5-AE8510A1A3F4}"/>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설계">
            <a:extLst>
              <a:ext uri="{FF2B5EF4-FFF2-40B4-BE49-F238E27FC236}">
                <ns2:creationId id="{14E29AB3-39DD-4762-A1A3-1D60EF95A857}"/>
              </a:ext>
            </a:extLst>
          </p:cNvPr>
          <p:cNvSpPr>
            <a:spLocks noGrp="1"/>
          </p:cNvSpPr>
          <p:nvPr/>
        </p:nvSpPr>
        <p:spPr>
          <a:xfrm>
            <a:off x="142113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Workflow 구현 및 검증">
            <a:extLst>
              <a:ext uri="{FF2B5EF4-FFF2-40B4-BE49-F238E27FC236}">
                <ns2:creationId id="{43B0C1AF-E789-4E71-934A-BDF1BFA2FB34}"/>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구현 및 검증">
            <a:extLst>
              <a:ext uri="{FF2B5EF4-FFF2-40B4-BE49-F238E27FC236}">
                <ns2:creationId id="{00AECF5A-EBBC-43D6-BCAC-A411C82DAEBA}"/>
              </a:ext>
            </a:extLst>
          </p:cNvPr>
          <p:cNvSpPr>
            <a:spLocks noGrp="1"/>
          </p:cNvSpPr>
          <p:nvPr/>
        </p:nvSpPr>
        <p:spPr>
          <a:xfrm>
            <a:off x="1548765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Workflow 결론">
            <a:extLst>
              <a:ext uri="{FF2B5EF4-FFF2-40B4-BE49-F238E27FC236}">
                <ns2:creationId id="{693FE10B-FD4F-4563-B331-89E19E9ADFCC}"/>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결론">
            <a:extLst>
              <a:ext uri="{FF2B5EF4-FFF2-40B4-BE49-F238E27FC236}">
                <ns2:creationId id="{276A883F-E61D-492F-987B-F892BE3C5106}"/>
              </a:ext>
            </a:extLst>
          </p:cNvPr>
          <p:cNvSpPr>
            <a:spLocks noGrp="1"/>
          </p:cNvSpPr>
          <p:nvPr/>
        </p:nvSpPr>
        <p:spPr>
          <a:xfrm>
            <a:off x="16764000" y="314325"/>
            <a:ext cx="1057275" cy="419100"/>
          </a:xfrm>
          <a:prstGeom prst="rect">
            <a:avLst/>
          </a:prstGeom>
          <a:noFill/>
          <a:ln w="0">
            <a:noFill/>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Header rule">
            <a:extLst>
              <a:ext uri="{FF2B5EF4-FFF2-40B4-BE49-F238E27FC236}">
                <ns2:creationId id="{7531CA13-9C92-4039-9580-55314D3A26A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Continuous slide number">
            <a:extLst>
              <a:ext uri="{FF2B5EF4-FFF2-40B4-BE49-F238E27FC236}">
                <ns2:creationId id="{3C06F8D5-D947-4929-BC44-BB5A945B6460}"/>
              </a:ext>
            </a:extLst>
          </p:cNvPr>
          <p:cNvSpPr>
            <a:spLocks noGrp="1"/>
          </p:cNvSpPr>
          <p:nvPr/>
        </p:nvSpPr>
        <p:spPr>
          <a:xfrm>
            <a:off x="17487900" y="10020300"/>
            <a:ext cx="590550" cy="200025"/>
          </a:xfrm>
          <a:prstGeom prst="rect">
            <a:avLst/>
          </a:prstGeom>
          <a:noFill/>
          <a:ln w="0">
            <a:noFill/>
          </a:ln>
        </p:spPr>
        <p:txBody>
          <a:bodyPr wrap="none" lIns="0" tIns="0" rIns="0" bIns="0" anchor="ctr">
            <a:noAutofit/>
          </a:bodyPr>
          <a:lstStyle>
            <a:defPPr algn="r">
              <a:defRPr sz="1200" b="0" lang="ko-KR">
                <a:solidFill>
                  <a:srgbClr val="50555B"/>
                </a:solidFill>
                <a:latin typeface="Calibri"/>
                <a:ea typeface="Calibri"/>
                <a:cs typeface="Calibri"/>
              </a:defRPr>
            </a:defPPr>
            <a:lvl1pPr algn="r">
              <a:defRPr sz="1200" b="0" lang="ko-KR">
                <a:solidFill>
                  <a:srgbClr val="50555B"/>
                </a:solidFill>
                <a:latin typeface="Calibri"/>
                <a:ea typeface="Calibri"/>
                <a:cs typeface="Calibri"/>
              </a:defRPr>
            </a:lvl1pPr>
            <a:lvl2pPr algn="r">
              <a:defRPr sz="1200" b="0" lang="ko-KR">
                <a:solidFill>
                  <a:srgbClr val="50555B"/>
                </a:solidFill>
                <a:latin typeface="Calibri"/>
                <a:ea typeface="Calibri"/>
                <a:cs typeface="Calibri"/>
              </a:defRPr>
            </a:lvl2pPr>
            <a:lvl3pPr algn="r">
              <a:defRPr sz="1200" b="0" lang="ko-KR">
                <a:solidFill>
                  <a:srgbClr val="50555B"/>
                </a:solidFill>
                <a:latin typeface="Calibri"/>
                <a:ea typeface="Calibri"/>
                <a:cs typeface="Calibri"/>
              </a:defRPr>
            </a:lvl3pPr>
            <a:lvl4pPr algn="r">
              <a:defRPr sz="1200" b="0" lang="ko-KR">
                <a:solidFill>
                  <a:srgbClr val="50555B"/>
                </a:solidFill>
                <a:latin typeface="Calibri"/>
                <a:ea typeface="Calibri"/>
                <a:cs typeface="Calibri"/>
              </a:defRPr>
            </a:lvl4pPr>
            <a:lvl5pPr algn="r">
              <a:defRPr sz="1200" b="0" lang="ko-KR">
                <a:solidFill>
                  <a:srgbClr val="50555B"/>
                </a:solidFill>
                <a:latin typeface="Calibri"/>
                <a:ea typeface="Calibri"/>
                <a:cs typeface="Calibri"/>
              </a:defRPr>
            </a:lvl5pPr>
            <a:lvl6pPr algn="r">
              <a:defRPr sz="1200" b="0" lang="ko-KR">
                <a:solidFill>
                  <a:srgbClr val="50555B"/>
                </a:solidFill>
                <a:latin typeface="Calibri"/>
                <a:ea typeface="Calibri"/>
                <a:cs typeface="Calibri"/>
              </a:defRPr>
            </a:lvl6pPr>
            <a:lvl7pPr algn="r">
              <a:defRPr sz="1200" b="0" lang="ko-KR">
                <a:solidFill>
                  <a:srgbClr val="50555B"/>
                </a:solidFill>
                <a:latin typeface="Calibri"/>
                <a:ea typeface="Calibri"/>
                <a:cs typeface="Calibri"/>
              </a:defRPr>
            </a:lvl7pPr>
            <a:lvl8pPr algn="r">
              <a:defRPr sz="1200" b="0" lang="ko-KR">
                <a:solidFill>
                  <a:srgbClr val="50555B"/>
                </a:solidFill>
                <a:latin typeface="Calibri"/>
                <a:ea typeface="Calibri"/>
                <a:cs typeface="Calibri"/>
              </a:defRPr>
            </a:lvl8pPr>
            <a:lvl9pPr algn="r">
              <a:defRPr sz="1200" b="0" lang="ko-KR">
                <a:solidFill>
                  <a:srgbClr val="50555B"/>
                </a:solidFill>
                <a:latin typeface="Calibri"/>
                <a:ea typeface="Calibri"/>
                <a:cs typeface="Calibri"/>
              </a:defRPr>
            </a:lvl9pPr>
          </a:lstStyle>
          <a:p>
            <a:pPr algn="r">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17 / 17</a:t>
            </a:r>
            <a:endParaRPr lang="ko-KR">
              <a:latin typeface="Calibri"/>
              <a:ea typeface="Calibri"/>
              <a:cs typeface="Calibri"/>
            </a:endParaRPr>
          </a:p>
        </p:txBody>
      </p:sp>
      <p:sp>
        <p:nvSpPr>
          <p:cNvPr id="14" name="DP4 object 250">
            <a:extLst>
              <a:ext uri="{FF2B5EF4-FFF2-40B4-BE49-F238E27FC236}">
                <ns2:creationId id="{E68930DC-B3EA-44C0-A9D1-B81D3028FD6A}"/>
              </a:ext>
            </a:extLst>
          </p:cNvPr>
          <p:cNvSpPr>
            <a:spLocks noGrp="1"/>
          </p:cNvSpPr>
          <p:nvPr/>
        </p:nvSpPr>
        <p:spPr>
          <a:xfrm>
            <a:off x="266700" y="1190625"/>
            <a:ext cx="17621250" cy="428625"/>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C1: 채택 조건의 원문을 먼저 제공해 인계 본문에서 전제가 빠지는 위험을 보완</a:t>
            </a:r>
            <a:endParaRPr lang="ko-KR">
              <a:latin typeface="Calibri"/>
              <a:ea typeface="Calibri"/>
              <a:cs typeface="Calibri"/>
            </a:endParaRPr>
          </a:p>
        </p:txBody>
      </p:sp>
      <p:sp>
        <p:nvSpPr>
          <p:cNvPr id="15" name="DP4 object 251">
            <a:extLst>
              <a:ext uri="{FF2B5EF4-FFF2-40B4-BE49-F238E27FC236}">
                <ns2:creationId id="{75FF20D7-D856-4C50-B7BA-224A6E33B71D}"/>
              </a:ext>
            </a:extLst>
          </p:cNvPr>
          <p:cNvSpPr>
            <a:spLocks noGrp="1"/>
          </p:cNvSpPr>
          <p:nvPr/>
        </p:nvSpPr>
        <p:spPr>
          <a:xfrm>
            <a:off x="266700" y="1685925"/>
            <a:ext cx="17430750" cy="342900"/>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E3 실험: 목적을 바꾼 세 번 인계 × 3회 / C와 C1 각각 9개 인계</a:t>
            </a:r>
            <a:endParaRPr lang="ko-KR">
              <a:latin typeface="Calibri"/>
              <a:ea typeface="Calibri"/>
              <a:cs typeface="Calibri"/>
            </a:endParaRPr>
          </a:p>
        </p:txBody>
      </p:sp>
      <p:sp>
        <p:nvSpPr>
          <p:cNvPr id="16" name="DP4 object 252">
            <a:extLst>
              <a:ext uri="{FF2B5EF4-FFF2-40B4-BE49-F238E27FC236}">
                <ns2:creationId id="{0CF0BAB2-30AC-4748-BA70-90EC12B9E8C0}"/>
              </a:ext>
            </a:extLst>
          </p:cNvPr>
          <p:cNvSpPr>
            <a:spLocks noGrp="1"/>
          </p:cNvSpPr>
          <p:nvPr/>
        </p:nvSpPr>
        <p:spPr>
          <a:xfrm>
            <a:off x="228600" y="2209800"/>
            <a:ext cx="5638800" cy="6981825"/>
          </a:xfrm>
          <a:prstGeom prst="rect">
            <a:avLst/>
          </a:prstGeom>
          <a:noFill/>
          <a:ln w="28575">
            <a:solidFill>
              <a:srgbClr val="4676CB"/>
            </a:solidFill>
            <a:prstDash val="solid"/>
          </a:ln>
        </p:spPr>
      </p:sp>
      <p:sp>
        <p:nvSpPr>
          <p:cNvPr id="17" name="DP4 object 253">
            <a:extLst>
              <a:ext uri="{FF2B5EF4-FFF2-40B4-BE49-F238E27FC236}">
                <ns2:creationId id="{76494ABB-D4CC-4E40-AFAB-983058F6AC96}"/>
              </a:ext>
            </a:extLst>
          </p:cNvPr>
          <p:cNvSpPr>
            <a:spLocks noGrp="1"/>
          </p:cNvSpPr>
          <p:nvPr/>
        </p:nvSpPr>
        <p:spPr>
          <a:xfrm>
            <a:off x="228600" y="2209800"/>
            <a:ext cx="5638800" cy="466725"/>
          </a:xfrm>
          <a:prstGeom prst="rect">
            <a:avLst/>
          </a:prstGeom>
          <a:solidFill>
            <a:srgbClr val="C9E1B3"/>
          </a:solidFill>
          <a:ln w="0">
            <a:noFill/>
            <a:prstDash val="solid"/>
          </a:ln>
        </p:spPr>
      </p:sp>
      <p:sp>
        <p:nvSpPr>
          <p:cNvPr id="18" name="DP4 object 254">
            <a:extLst>
              <a:ext uri="{FF2B5EF4-FFF2-40B4-BE49-F238E27FC236}">
                <ns2:creationId id="{DEC7E523-F1C7-46C7-B421-1DB7F4E488EC}"/>
              </a:ext>
            </a:extLst>
          </p:cNvPr>
          <p:cNvSpPr>
            <a:spLocks noGrp="1"/>
          </p:cNvSpPr>
          <p:nvPr/>
        </p:nvSpPr>
        <p:spPr>
          <a:xfrm>
            <a:off x="400050" y="2247900"/>
            <a:ext cx="5295900" cy="390525"/>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기존 조건 출처가 있는 경우에 한정</a:t>
            </a:r>
            <a:endParaRPr lang="ko-KR">
              <a:latin typeface="Calibri"/>
              <a:ea typeface="Calibri"/>
              <a:cs typeface="Calibri"/>
            </a:endParaRPr>
          </a:p>
        </p:txBody>
      </p:sp>
      <p:sp>
        <p:nvSpPr>
          <p:cNvPr id="19" name="채택 조건의 원문·source refs&#10;“가격이 같으면 유지보수 기간 우선”">
            <a:extLst>
              <a:ext uri="{FF2B5EF4-FFF2-40B4-BE49-F238E27FC236}">
                <ns2:creationId id="{5D90A05D-1AE7-4E0E-A77C-8CDF1E5D38C5}"/>
              </a:ext>
            </a:extLst>
          </p:cNvPr>
          <p:cNvSpPr>
            <a:spLocks noGrp="1"/>
          </p:cNvSpPr>
          <p:nvPr/>
        </p:nvSpPr>
        <p:spPr>
          <a:xfrm>
            <a:off x="571500" y="2943225"/>
            <a:ext cx="4953000" cy="838200"/>
          </a:xfrm>
          <a:prstGeom prst="can">
            <a:avLst>
              <a:gd name="adj" fmla="val 16000"/>
            </a:avLst>
          </a:prstGeom>
          <a:solidFill>
            <a:srgbClr val="FFF6DD"/>
          </a:solidFill>
          <a:ln w="17145">
            <a:solidFill>
              <a:srgbClr val="111111"/>
            </a:solidFill>
            <a:prstDash val="solid"/>
          </a:ln>
        </p:spPr>
      </p:sp>
      <p:sp>
        <p:nvSpPr>
          <p:cNvPr id="20" name="DP4 object 255">
            <a:extLst>
              <a:ext uri="{FF2B5EF4-FFF2-40B4-BE49-F238E27FC236}">
                <ns2:creationId id="{867A0BD4-B6E9-4E27-9241-B0FFF2EB84DD}"/>
              </a:ext>
            </a:extLst>
          </p:cNvPr>
          <p:cNvSpPr>
            <a:spLocks noGrp="1"/>
          </p:cNvSpPr>
          <p:nvPr/>
        </p:nvSpPr>
        <p:spPr>
          <a:xfrm>
            <a:off x="619125" y="3048000"/>
            <a:ext cx="4857750" cy="6762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채택 조건의 원문·source refs</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“가격이 같으면 유지보수 기간 우선”</a:t>
            </a:r>
            <a:endParaRPr lang="ko-KR">
              <a:latin typeface="Calibri"/>
              <a:ea typeface="Calibri"/>
              <a:cs typeface="Calibri"/>
            </a:endParaRPr>
          </a:p>
        </p:txBody>
      </p:sp>
      <p:sp>
        <p:nvSpPr>
          <p:cNvPr id="21" name="Editable path 256">
            <a:extLst>
              <a:ext uri="{FF2B5EF4-FFF2-40B4-BE49-F238E27FC236}">
                <ns2:creationId id="{FFE9ED33-1750-456A-84BF-F77AAB76CFEB}"/>
              </a:ext>
            </a:extLst>
          </p:cNvPr>
          <p:cNvSpPr>
            <a:spLocks noGrp="1"/>
          </p:cNvSpPr>
          <p:nvPr/>
        </p:nvSpPr>
        <p:spPr>
          <a:xfrm>
            <a:off x="3048000" y="3781425"/>
            <a:ext cx="953" cy="266700"/>
          </a:xfrm>
          <a:custGeom>
            <a:pathLst>
              <a:path w="953" h="266700">
                <a:moveTo>
                  <a:pt x="0" y="0"/>
                </a:moveTo>
                <a:lnTo>
                  <a:pt x="0" y="266700"/>
                </a:lnTo>
              </a:path>
            </a:pathLst>
          </a:custGeom>
          <a:noFill/>
          <a:ln w="22860">
            <a:solidFill>
              <a:srgbClr val="4676CB"/>
            </a:solidFill>
            <a:prstDash val="solid"/>
          </a:ln>
        </p:spPr>
      </p:sp>
      <p:sp>
        <p:nvSpPr>
          <p:cNvPr id="22" name="Editable arrowhead 257">
            <a:extLst>
              <a:ext uri="{FF2B5EF4-FFF2-40B4-BE49-F238E27FC236}">
                <ns2:creationId id="{5610DD31-B6E4-4F36-BCB8-7B4134D7F775}"/>
              </a:ext>
            </a:extLst>
          </p:cNvPr>
          <p:cNvSpPr>
            <a:spLocks noGrp="1"/>
          </p:cNvSpPr>
          <p:nvPr/>
        </p:nvSpPr>
        <p:spPr>
          <a:xfrm>
            <a:off x="3000375" y="39528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3" name="Context Manager / C1&#10;다음 위임 전, 원문 1~2행 사전 읽기">
            <a:extLst>
              <a:ext uri="{FF2B5EF4-FFF2-40B4-BE49-F238E27FC236}">
                <ns2:creationId id="{87F7AB77-1E09-4C2F-94E7-821E842D0C4F}"/>
              </a:ext>
            </a:extLst>
          </p:cNvPr>
          <p:cNvSpPr>
            <a:spLocks noGrp="1"/>
          </p:cNvSpPr>
          <p:nvPr/>
        </p:nvSpPr>
        <p:spPr>
          <a:xfrm>
            <a:off x="571500" y="4048125"/>
            <a:ext cx="4953000" cy="771525"/>
          </a:xfrm>
          <a:prstGeom prst="rect">
            <a:avLst/>
          </a:prstGeom>
          <a:solidFill>
            <a:srgbClr val="F1F6FC"/>
          </a:solidFill>
          <a:ln w="28575">
            <a:solidFill>
              <a:srgbClr val="4676CB"/>
            </a:solidFill>
            <a:prstDash val="solid"/>
          </a:ln>
        </p:spPr>
      </p:sp>
      <p:sp>
        <p:nvSpPr>
          <p:cNvPr id="24" name="DP4 object 258">
            <a:extLst>
              <a:ext uri="{FF2B5EF4-FFF2-40B4-BE49-F238E27FC236}">
                <ns2:creationId id="{A79A265E-EFC2-45F0-9AAB-9E001ED900A9}"/>
              </a:ext>
            </a:extLst>
          </p:cNvPr>
          <p:cNvSpPr>
            <a:spLocks noGrp="1"/>
          </p:cNvSpPr>
          <p:nvPr/>
        </p:nvSpPr>
        <p:spPr>
          <a:xfrm>
            <a:off x="638175" y="4086225"/>
            <a:ext cx="4819650" cy="695325"/>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Context Manager / C1</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다음 위임 전, 원문 1~2행 사전 읽기</a:t>
            </a:r>
            <a:endParaRPr lang="ko-KR">
              <a:latin typeface="Calibri"/>
              <a:ea typeface="Calibri"/>
              <a:cs typeface="Calibri"/>
            </a:endParaRPr>
          </a:p>
        </p:txBody>
      </p:sp>
      <p:sp>
        <p:nvSpPr>
          <p:cNvPr id="25" name="Editable path 259">
            <a:extLst>
              <a:ext uri="{FF2B5EF4-FFF2-40B4-BE49-F238E27FC236}">
                <ns2:creationId id="{BC29027B-6691-4881-97C2-A995475BCB03}"/>
              </a:ext>
            </a:extLst>
          </p:cNvPr>
          <p:cNvSpPr>
            <a:spLocks noGrp="1"/>
          </p:cNvSpPr>
          <p:nvPr/>
        </p:nvSpPr>
        <p:spPr>
          <a:xfrm>
            <a:off x="3048000" y="4819650"/>
            <a:ext cx="953" cy="333375"/>
          </a:xfrm>
          <a:custGeom>
            <a:pathLst>
              <a:path w="953" h="333375">
                <a:moveTo>
                  <a:pt x="0" y="0"/>
                </a:moveTo>
                <a:lnTo>
                  <a:pt x="0" y="333375"/>
                </a:lnTo>
              </a:path>
            </a:pathLst>
          </a:custGeom>
          <a:noFill/>
          <a:ln w="22860">
            <a:solidFill>
              <a:srgbClr val="4676CB"/>
            </a:solidFill>
            <a:prstDash val="solid"/>
          </a:ln>
        </p:spPr>
      </p:sp>
      <p:sp>
        <p:nvSpPr>
          <p:cNvPr id="26" name="Editable arrowhead 260">
            <a:extLst>
              <a:ext uri="{FF2B5EF4-FFF2-40B4-BE49-F238E27FC236}">
                <ns2:creationId id="{FD9A678F-B652-48CE-AF36-57A3E2AF2500}"/>
              </a:ext>
            </a:extLst>
          </p:cNvPr>
          <p:cNvSpPr>
            <a:spLocks noGrp="1"/>
          </p:cNvSpPr>
          <p:nvPr/>
        </p:nvSpPr>
        <p:spPr>
          <a:xfrm>
            <a:off x="3000375" y="50577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27" name="필수 명세에 조건 원문 첨부&#10;상세 자료는 기존 수신자 READ 유지">
            <a:extLst>
              <a:ext uri="{FF2B5EF4-FFF2-40B4-BE49-F238E27FC236}">
                <ns2:creationId id="{77027512-D97B-4E6E-9925-D88DB605C01A}"/>
              </a:ext>
            </a:extLst>
          </p:cNvPr>
          <p:cNvSpPr>
            <a:spLocks noGrp="1"/>
          </p:cNvSpPr>
          <p:nvPr/>
        </p:nvSpPr>
        <p:spPr>
          <a:xfrm>
            <a:off x="571500" y="5153025"/>
            <a:ext cx="4953000" cy="742950"/>
          </a:xfrm>
          <a:prstGeom prst="rect">
            <a:avLst/>
          </a:prstGeom>
          <a:solidFill>
            <a:srgbClr val="F1F6FC"/>
          </a:solidFill>
          <a:ln w="28575">
            <a:solidFill>
              <a:srgbClr val="4676CB"/>
            </a:solidFill>
            <a:prstDash val="solid"/>
          </a:ln>
        </p:spPr>
      </p:sp>
      <p:sp>
        <p:nvSpPr>
          <p:cNvPr id="28" name="DP4 object 261">
            <a:extLst>
              <a:ext uri="{FF2B5EF4-FFF2-40B4-BE49-F238E27FC236}">
                <ns2:creationId id="{3C740D21-223B-4EB5-AE46-72A246F8E0C6}"/>
              </a:ext>
            </a:extLst>
          </p:cNvPr>
          <p:cNvSpPr>
            <a:spLocks noGrp="1"/>
          </p:cNvSpPr>
          <p:nvPr/>
        </p:nvSpPr>
        <p:spPr>
          <a:xfrm>
            <a:off x="638175" y="5191125"/>
            <a:ext cx="4819650" cy="666750"/>
          </a:xfrm>
          <a:prstGeom prst="rect">
            <a:avLst/>
          </a:prstGeom>
          <a:noFill/>
          <a:ln w="0">
            <a:noFill/>
            <a:prstDash val="solid"/>
          </a:ln>
        </p:spPr>
        <p:txBody>
          <a:bodyPr wrap="none" lIns="0" tIns="0" rIns="0" bIns="0" anchor="ctr">
            <a:noAutofit/>
          </a:bodyPr>
          <a:lstStyle>
            <a:defPPr algn="ctr">
              <a:defRPr sz="2000" b="1" lang="ko-KR">
                <a:solidFill>
                  <a:srgbClr val="4676CB"/>
                </a:solidFill>
                <a:latin typeface="Calibri"/>
                <a:ea typeface="Calibri"/>
                <a:cs typeface="Calibri"/>
              </a:defRPr>
            </a:defPPr>
            <a:lvl1pPr algn="ctr">
              <a:defRPr sz="2000" b="1" lang="ko-KR">
                <a:solidFill>
                  <a:srgbClr val="4676CB"/>
                </a:solidFill>
                <a:latin typeface="Calibri"/>
                <a:ea typeface="Calibri"/>
                <a:cs typeface="Calibri"/>
              </a:defRPr>
            </a:lvl1pPr>
            <a:lvl2pPr algn="ctr">
              <a:defRPr sz="2000" b="1" lang="ko-KR">
                <a:solidFill>
                  <a:srgbClr val="4676CB"/>
                </a:solidFill>
                <a:latin typeface="Calibri"/>
                <a:ea typeface="Calibri"/>
                <a:cs typeface="Calibri"/>
              </a:defRPr>
            </a:lvl2pPr>
            <a:lvl3pPr algn="ctr">
              <a:defRPr sz="2000" b="1" lang="ko-KR">
                <a:solidFill>
                  <a:srgbClr val="4676CB"/>
                </a:solidFill>
                <a:latin typeface="Calibri"/>
                <a:ea typeface="Calibri"/>
                <a:cs typeface="Calibri"/>
              </a:defRPr>
            </a:lvl3pPr>
            <a:lvl4pPr algn="ctr">
              <a:defRPr sz="2000" b="1" lang="ko-KR">
                <a:solidFill>
                  <a:srgbClr val="4676CB"/>
                </a:solidFill>
                <a:latin typeface="Calibri"/>
                <a:ea typeface="Calibri"/>
                <a:cs typeface="Calibri"/>
              </a:defRPr>
            </a:lvl4pPr>
            <a:lvl5pPr algn="ctr">
              <a:defRPr sz="2000" b="1" lang="ko-KR">
                <a:solidFill>
                  <a:srgbClr val="4676CB"/>
                </a:solidFill>
                <a:latin typeface="Calibri"/>
                <a:ea typeface="Calibri"/>
                <a:cs typeface="Calibri"/>
              </a:defRPr>
            </a:lvl5pPr>
            <a:lvl6pPr algn="ctr">
              <a:defRPr sz="2000" b="1" lang="ko-KR">
                <a:solidFill>
                  <a:srgbClr val="4676CB"/>
                </a:solidFill>
                <a:latin typeface="Calibri"/>
                <a:ea typeface="Calibri"/>
                <a:cs typeface="Calibri"/>
              </a:defRPr>
            </a:lvl6pPr>
            <a:lvl7pPr algn="ctr">
              <a:defRPr sz="2000" b="1" lang="ko-KR">
                <a:solidFill>
                  <a:srgbClr val="4676CB"/>
                </a:solidFill>
                <a:latin typeface="Calibri"/>
                <a:ea typeface="Calibri"/>
                <a:cs typeface="Calibri"/>
              </a:defRPr>
            </a:lvl7pPr>
            <a:lvl8pPr algn="ctr">
              <a:defRPr sz="2000" b="1" lang="ko-KR">
                <a:solidFill>
                  <a:srgbClr val="4676CB"/>
                </a:solidFill>
                <a:latin typeface="Calibri"/>
                <a:ea typeface="Calibri"/>
                <a:cs typeface="Calibri"/>
              </a:defRPr>
            </a:lvl8pPr>
            <a:lvl9pPr algn="ctr">
              <a:defRPr sz="2000" b="1" lang="ko-KR">
                <a:solidFill>
                  <a:srgbClr val="4676CB"/>
                </a:solidFill>
                <a:latin typeface="Calibri"/>
                <a:ea typeface="Calibri"/>
                <a:cs typeface="Calibri"/>
              </a:defRPr>
            </a:lvl9pPr>
          </a:lstStyle>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필수 명세에 조건 원문 첨부</a:t>
            </a:r>
            <a:endParaRPr lang="ko-KR">
              <a:latin typeface="Calibri"/>
              <a:ea typeface="Calibri"/>
              <a:cs typeface="Calibri"/>
            </a:endParaRPr>
          </a:p>
          <a:p>
            <a:pPr algn="ctr">
              <a:defRPr sz="2000" b="1" lang="ko-KR">
                <a:solidFill>
                  <a:srgbClr val="4676CB"/>
                </a:solidFill>
                <a:latin typeface="Calibri"/>
                <a:ea typeface="Calibri"/>
                <a:cs typeface="Calibri"/>
              </a:defRPr>
            </a:pPr>
            <a:r>
              <a:rPr sz="2000" b="1" lang="ko-KR">
                <a:solidFill>
                  <a:srgbClr val="4676CB"/>
                </a:solidFill>
                <a:latin typeface="Calibri"/>
                <a:ea typeface="Calibri"/>
                <a:cs typeface="Calibri"/>
              </a:rPr>
              <a:t>상세 자료는 기존 수신자 READ 유지</a:t>
            </a:r>
            <a:endParaRPr lang="ko-KR">
              <a:latin typeface="Calibri"/>
              <a:ea typeface="Calibri"/>
              <a:cs typeface="Calibri"/>
            </a:endParaRPr>
          </a:p>
        </p:txBody>
      </p:sp>
      <p:sp>
        <p:nvSpPr>
          <p:cNvPr id="29" name="Editable path 262">
            <a:extLst>
              <a:ext uri="{FF2B5EF4-FFF2-40B4-BE49-F238E27FC236}">
                <ns2:creationId id="{1C5FBD88-44FD-405F-B36A-4292A4DF1EB7}"/>
              </a:ext>
            </a:extLst>
          </p:cNvPr>
          <p:cNvSpPr>
            <a:spLocks noGrp="1"/>
          </p:cNvSpPr>
          <p:nvPr/>
        </p:nvSpPr>
        <p:spPr>
          <a:xfrm>
            <a:off x="3048000" y="5895975"/>
            <a:ext cx="953" cy="304800"/>
          </a:xfrm>
          <a:custGeom>
            <a:pathLst>
              <a:path w="953" h="304800">
                <a:moveTo>
                  <a:pt x="0" y="0"/>
                </a:moveTo>
                <a:lnTo>
                  <a:pt x="0" y="304800"/>
                </a:lnTo>
              </a:path>
            </a:pathLst>
          </a:custGeom>
          <a:noFill/>
          <a:ln w="22860">
            <a:solidFill>
              <a:srgbClr val="111111"/>
            </a:solidFill>
            <a:prstDash val="solid"/>
          </a:ln>
        </p:spPr>
      </p:sp>
      <p:sp>
        <p:nvSpPr>
          <p:cNvPr id="30" name="Editable arrowhead 263">
            <a:extLst>
              <a:ext uri="{FF2B5EF4-FFF2-40B4-BE49-F238E27FC236}">
                <ns2:creationId id="{B1FD7B5C-BA66-4377-A592-314E10313139}"/>
              </a:ext>
            </a:extLst>
          </p:cNvPr>
          <p:cNvSpPr>
            <a:spLocks noGrp="1"/>
          </p:cNvSpPr>
          <p:nvPr/>
        </p:nvSpPr>
        <p:spPr>
          <a:xfrm>
            <a:off x="3000375" y="6105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1" name="Task Manager / Agent Gateway&#10;현재 조건·권한 재검사 후 전송">
            <a:extLst>
              <a:ext uri="{FF2B5EF4-FFF2-40B4-BE49-F238E27FC236}">
                <ns2:creationId id="{E01E3923-938F-4C08-8DA1-C3A6E0DAA97D}"/>
              </a:ext>
            </a:extLst>
          </p:cNvPr>
          <p:cNvSpPr>
            <a:spLocks noGrp="1"/>
          </p:cNvSpPr>
          <p:nvPr/>
        </p:nvSpPr>
        <p:spPr>
          <a:xfrm>
            <a:off x="571500" y="6200775"/>
            <a:ext cx="4953000" cy="685800"/>
          </a:xfrm>
          <a:prstGeom prst="rect">
            <a:avLst/>
          </a:prstGeom>
          <a:solidFill>
            <a:srgbClr val="FFF6DD"/>
          </a:solidFill>
          <a:ln w="17145">
            <a:solidFill>
              <a:srgbClr val="111111"/>
            </a:solidFill>
            <a:prstDash val="solid"/>
          </a:ln>
        </p:spPr>
      </p:sp>
      <p:sp>
        <p:nvSpPr>
          <p:cNvPr id="32" name="DP4 object 264">
            <a:extLst>
              <a:ext uri="{FF2B5EF4-FFF2-40B4-BE49-F238E27FC236}">
                <ns2:creationId id="{E7693D6F-10DF-4C81-AFB8-E33EBA9E4333}"/>
              </a:ext>
            </a:extLst>
          </p:cNvPr>
          <p:cNvSpPr>
            <a:spLocks noGrp="1"/>
          </p:cNvSpPr>
          <p:nvPr/>
        </p:nvSpPr>
        <p:spPr>
          <a:xfrm>
            <a:off x="638175" y="6238875"/>
            <a:ext cx="4819650" cy="6096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Task Manager / Agent Gateway</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조건·권한 재검사 후 전송</a:t>
            </a:r>
            <a:endParaRPr lang="ko-KR">
              <a:latin typeface="Calibri"/>
              <a:ea typeface="Calibri"/>
              <a:cs typeface="Calibri"/>
            </a:endParaRPr>
          </a:p>
        </p:txBody>
      </p:sp>
      <p:sp>
        <p:nvSpPr>
          <p:cNvPr id="33" name="Editable path 265">
            <a:extLst>
              <a:ext uri="{FF2B5EF4-FFF2-40B4-BE49-F238E27FC236}">
                <ns2:creationId id="{ACE2572B-0BCF-46EE-8DB6-227D38745951}"/>
              </a:ext>
            </a:extLst>
          </p:cNvPr>
          <p:cNvSpPr>
            <a:spLocks noGrp="1"/>
          </p:cNvSpPr>
          <p:nvPr/>
        </p:nvSpPr>
        <p:spPr>
          <a:xfrm>
            <a:off x="3048000" y="6886575"/>
            <a:ext cx="953" cy="295275"/>
          </a:xfrm>
          <a:custGeom>
            <a:pathLst>
              <a:path w="953" h="295275">
                <a:moveTo>
                  <a:pt x="0" y="0"/>
                </a:moveTo>
                <a:lnTo>
                  <a:pt x="0" y="295275"/>
                </a:lnTo>
              </a:path>
            </a:pathLst>
          </a:custGeom>
          <a:noFill/>
          <a:ln w="22860">
            <a:solidFill>
              <a:srgbClr val="111111"/>
            </a:solidFill>
            <a:prstDash val="solid"/>
          </a:ln>
        </p:spPr>
      </p:sp>
      <p:sp>
        <p:nvSpPr>
          <p:cNvPr id="34" name="Editable arrowhead 266">
            <a:extLst>
              <a:ext uri="{FF2B5EF4-FFF2-40B4-BE49-F238E27FC236}">
                <ns2:creationId id="{162E4D10-2BF4-4A28-B062-B555265D5AB8}"/>
              </a:ext>
            </a:extLst>
          </p:cNvPr>
          <p:cNvSpPr>
            <a:spLocks noGrp="1"/>
          </p:cNvSpPr>
          <p:nvPr/>
        </p:nvSpPr>
        <p:spPr>
          <a:xfrm>
            <a:off x="3000375" y="7086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35" name="수신 Agent: 조건을 유지하며 본문 작성">
            <a:extLst>
              <a:ext uri="{FF2B5EF4-FFF2-40B4-BE49-F238E27FC236}">
                <ns2:creationId id="{63F2C1A3-71E1-4D8C-A282-C424F14CFE0E}"/>
              </a:ext>
            </a:extLst>
          </p:cNvPr>
          <p:cNvSpPr>
            <a:spLocks noGrp="1"/>
          </p:cNvSpPr>
          <p:nvPr/>
        </p:nvSpPr>
        <p:spPr>
          <a:xfrm>
            <a:off x="571500" y="7181850"/>
            <a:ext cx="4953000" cy="523875"/>
          </a:xfrm>
          <a:prstGeom prst="rect">
            <a:avLst/>
          </a:prstGeom>
          <a:solidFill>
            <a:srgbClr val="FFFFFF"/>
          </a:solidFill>
          <a:ln w="17145">
            <a:solidFill>
              <a:srgbClr val="111111"/>
            </a:solidFill>
            <a:prstDash val="solid"/>
          </a:ln>
        </p:spPr>
      </p:sp>
      <p:sp>
        <p:nvSpPr>
          <p:cNvPr id="36" name="DP4 object 267">
            <a:extLst>
              <a:ext uri="{FF2B5EF4-FFF2-40B4-BE49-F238E27FC236}">
                <ns2:creationId id="{4ED24ED5-58EF-4478-AF4F-437163383AB8}"/>
              </a:ext>
            </a:extLst>
          </p:cNvPr>
          <p:cNvSpPr>
            <a:spLocks noGrp="1"/>
          </p:cNvSpPr>
          <p:nvPr/>
        </p:nvSpPr>
        <p:spPr>
          <a:xfrm>
            <a:off x="638175" y="7219950"/>
            <a:ext cx="4819650" cy="44767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수신 Agent: 조건을 유지하며 본문 작성</a:t>
            </a:r>
            <a:endParaRPr lang="ko-KR">
              <a:latin typeface="Calibri"/>
              <a:ea typeface="Calibri"/>
              <a:cs typeface="Calibri"/>
            </a:endParaRPr>
          </a:p>
        </p:txBody>
      </p:sp>
      <p:sp>
        <p:nvSpPr>
          <p:cNvPr id="37" name="DP4 object 268">
            <a:extLst>
              <a:ext uri="{FF2B5EF4-FFF2-40B4-BE49-F238E27FC236}">
                <ns2:creationId id="{155969E9-E95E-43D9-AA89-BA64A21696C7}"/>
              </a:ext>
            </a:extLst>
          </p:cNvPr>
          <p:cNvSpPr>
            <a:spLocks noGrp="1"/>
          </p:cNvSpPr>
          <p:nvPr/>
        </p:nvSpPr>
        <p:spPr>
          <a:xfrm>
            <a:off x="504825" y="7991475"/>
            <a:ext cx="5095875" cy="647700"/>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전체 원문 읽기 20 → 21회</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사전 읽기 3회 추가 / 첨부 상태 최대 323byte</a:t>
            </a:r>
            <a:endParaRPr lang="ko-KR">
              <a:latin typeface="Calibri"/>
              <a:ea typeface="Calibri"/>
              <a:cs typeface="Calibri"/>
            </a:endParaRPr>
          </a:p>
        </p:txBody>
      </p:sp>
      <p:sp>
        <p:nvSpPr>
          <p:cNvPr id="38" name="DP4 object 269">
            <a:extLst>
              <a:ext uri="{FF2B5EF4-FFF2-40B4-BE49-F238E27FC236}">
                <ns2:creationId id="{B0D2122C-A002-4072-BD2B-681DADCA9AB5}"/>
              </a:ext>
            </a:extLst>
          </p:cNvPr>
          <p:cNvSpPr>
            <a:spLocks noGrp="1"/>
          </p:cNvSpPr>
          <p:nvPr/>
        </p:nvSpPr>
        <p:spPr>
          <a:xfrm>
            <a:off x="495300" y="8763000"/>
            <a:ext cx="5105400" cy="285750"/>
          </a:xfrm>
          <a:prstGeom prst="rect">
            <a:avLst/>
          </a:prstGeom>
          <a:noFill/>
          <a:ln w="0">
            <a:noFill/>
            <a:prstDash val="solid"/>
          </a:ln>
        </p:spPr>
        <p:txBody>
          <a:bodyPr wrap="none" lIns="0" tIns="0" rIns="0" bIns="0" anchor="ctr">
            <a:noAutofit/>
          </a:bodyPr>
          <a:lstStyle>
            <a:defPPr algn="ctr">
              <a:defRPr sz="1700" b="0" lang="ko-KR">
                <a:solidFill>
                  <a:srgbClr val="C00000"/>
                </a:solidFill>
                <a:latin typeface="Calibri"/>
                <a:ea typeface="Calibri"/>
                <a:cs typeface="Calibri"/>
              </a:defRPr>
            </a:defPPr>
            <a:lvl1pPr algn="ctr">
              <a:defRPr sz="1700" b="0" lang="ko-KR">
                <a:solidFill>
                  <a:srgbClr val="C00000"/>
                </a:solidFill>
                <a:latin typeface="Calibri"/>
                <a:ea typeface="Calibri"/>
                <a:cs typeface="Calibri"/>
              </a:defRPr>
            </a:lvl1pPr>
            <a:lvl2pPr algn="ctr">
              <a:defRPr sz="1700" b="0" lang="ko-KR">
                <a:solidFill>
                  <a:srgbClr val="C00000"/>
                </a:solidFill>
                <a:latin typeface="Calibri"/>
                <a:ea typeface="Calibri"/>
                <a:cs typeface="Calibri"/>
              </a:defRPr>
            </a:lvl2pPr>
            <a:lvl3pPr algn="ctr">
              <a:defRPr sz="1700" b="0" lang="ko-KR">
                <a:solidFill>
                  <a:srgbClr val="C00000"/>
                </a:solidFill>
                <a:latin typeface="Calibri"/>
                <a:ea typeface="Calibri"/>
                <a:cs typeface="Calibri"/>
              </a:defRPr>
            </a:lvl3pPr>
            <a:lvl4pPr algn="ctr">
              <a:defRPr sz="1700" b="0" lang="ko-KR">
                <a:solidFill>
                  <a:srgbClr val="C00000"/>
                </a:solidFill>
                <a:latin typeface="Calibri"/>
                <a:ea typeface="Calibri"/>
                <a:cs typeface="Calibri"/>
              </a:defRPr>
            </a:lvl4pPr>
            <a:lvl5pPr algn="ctr">
              <a:defRPr sz="1700" b="0" lang="ko-KR">
                <a:solidFill>
                  <a:srgbClr val="C00000"/>
                </a:solidFill>
                <a:latin typeface="Calibri"/>
                <a:ea typeface="Calibri"/>
                <a:cs typeface="Calibri"/>
              </a:defRPr>
            </a:lvl5pPr>
            <a:lvl6pPr algn="ctr">
              <a:defRPr sz="1700" b="0" lang="ko-KR">
                <a:solidFill>
                  <a:srgbClr val="C00000"/>
                </a:solidFill>
                <a:latin typeface="Calibri"/>
                <a:ea typeface="Calibri"/>
                <a:cs typeface="Calibri"/>
              </a:defRPr>
            </a:lvl6pPr>
            <a:lvl7pPr algn="ctr">
              <a:defRPr sz="1700" b="0" lang="ko-KR">
                <a:solidFill>
                  <a:srgbClr val="C00000"/>
                </a:solidFill>
                <a:latin typeface="Calibri"/>
                <a:ea typeface="Calibri"/>
                <a:cs typeface="Calibri"/>
              </a:defRPr>
            </a:lvl7pPr>
            <a:lvl8pPr algn="ctr">
              <a:defRPr sz="1700" b="0" lang="ko-KR">
                <a:solidFill>
                  <a:srgbClr val="C00000"/>
                </a:solidFill>
                <a:latin typeface="Calibri"/>
                <a:ea typeface="Calibri"/>
                <a:cs typeface="Calibri"/>
              </a:defRPr>
            </a:lvl8pPr>
            <a:lvl9pPr algn="ctr">
              <a:defRPr sz="1700" b="0" lang="ko-KR">
                <a:solidFill>
                  <a:srgbClr val="C00000"/>
                </a:solidFill>
                <a:latin typeface="Calibri"/>
                <a:ea typeface="Calibri"/>
                <a:cs typeface="Calibri"/>
              </a:defRPr>
            </a:lvl9pPr>
          </a:lstStyle>
          <a:p>
            <a:pPr algn="ctr">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조건 출처를 새로 만드는 비용은 미측정</a:t>
            </a:r>
            <a:endParaRPr lang="ko-KR">
              <a:latin typeface="Calibri"/>
              <a:ea typeface="Calibri"/>
              <a:cs typeface="Calibri"/>
            </a:endParaRPr>
          </a:p>
        </p:txBody>
      </p:sp>
      <p:sp>
        <p:nvSpPr>
          <p:cNvPr id="39" name="DP4 object 270">
            <a:extLst>
              <a:ext uri="{FF2B5EF4-FFF2-40B4-BE49-F238E27FC236}">
                <ns2:creationId id="{D479C6BB-C8BD-40EE-98B5-6CD05CE4C870}"/>
              </a:ext>
            </a:extLst>
          </p:cNvPr>
          <p:cNvSpPr>
            <a:spLocks noGrp="1"/>
          </p:cNvSpPr>
          <p:nvPr/>
        </p:nvSpPr>
        <p:spPr>
          <a:xfrm>
            <a:off x="6191250" y="2209800"/>
            <a:ext cx="11668125" cy="466725"/>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본문 조건 충족 4/9 → 9/9</a:t>
            </a:r>
            <a:endParaRPr lang="ko-KR">
              <a:latin typeface="Calibri"/>
              <a:ea typeface="Calibri"/>
              <a:cs typeface="Calibri"/>
            </a:endParaRPr>
          </a:p>
        </p:txBody>
      </p:sp>
      <p:sp>
        <p:nvSpPr>
          <p:cNvPr id="40" name="DP4 object 271">
            <a:extLst>
              <a:ext uri="{FF2B5EF4-FFF2-40B4-BE49-F238E27FC236}">
                <ns2:creationId id="{727C4045-E622-4633-8F7D-E3E24E8E6024}"/>
              </a:ext>
            </a:extLst>
          </p:cNvPr>
          <p:cNvSpPr>
            <a:spLocks noGrp="1"/>
          </p:cNvSpPr>
          <p:nvPr/>
        </p:nvSpPr>
        <p:spPr>
          <a:xfrm>
            <a:off x="6191250" y="2714625"/>
            <a:ext cx="117633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저자 본문 대조: C 충족4·오류2·모호2·미표시1 / C1 충족9  (QA02 아님)</a:t>
            </a:r>
            <a:endParaRPr lang="ko-KR">
              <a:latin typeface="Calibri"/>
              <a:ea typeface="Calibri"/>
              <a:cs typeface="Calibri"/>
            </a:endParaRPr>
          </a:p>
        </p:txBody>
      </p:sp>
      <p:graphicFrame>
        <p:nvGraphicFramePr>
          <p:cNvPr id="41" name="">
            <a:extLst>
              <a:ext uri="{FF2B5EF4-FFF2-40B4-BE49-F238E27FC236}">
                <ns2:creationId id="{C30F3438-4F5C-4BBC-B74F-30579916C5EF}"/>
              </a:ext>
            </a:extLst>
          </p:cNvPr>
          <p:cNvGraphicFramePr/>
          <p:nvPr/>
        </p:nvGraphicFramePr>
        <p:xfrm>
          <a:off x="6191250" y="3162300"/>
          <a:ext cx="11391900" cy="4019550"/>
        </p:xfrm>
        <a:graphic>
          <a:graphicData uri="http://schemas.openxmlformats.org/drawingml/2006/table">
            <a:tbl>
              <a:tblPr firstRow="0" bandRow="0" bandCol="0"/>
              <a:tblGrid>
                <a:gridCol w="3105150"/>
                <a:gridCol w="2533650"/>
                <a:gridCol w="2533650"/>
                <a:gridCol w="3219450"/>
              </a:tblGrid>
              <a:tr h="4000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C1</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4.256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4.271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첫 안내 개선 근거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N/A</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본문 진단과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VIA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4.302 (8/9)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4.301 (9/9)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host 종료와 본문 정답은 별개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새 변경 과제 실행 없음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0.0407024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0.0376028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복구 1호출 차이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45.269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43.254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관측값 / 개선 인과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953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8목표 전체 시간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30.532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31.519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+0.987초</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810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N-H 구조 계약</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9/9</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기존 구조 계약 유지</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2" name="DP4 object 272">
            <a:extLst>
              <a:ext uri="{FF2B5EF4-FFF2-40B4-BE49-F238E27FC236}">
                <ns2:creationId id="{E4DCA4F0-8FBB-4727-92A5-927E888BFC66}"/>
              </a:ext>
            </a:extLst>
          </p:cNvPr>
          <p:cNvSpPr>
            <a:spLocks noGrp="1"/>
          </p:cNvSpPr>
          <p:nvPr/>
        </p:nvSpPr>
        <p:spPr>
          <a:xfrm>
            <a:off x="6219825" y="7915275"/>
            <a:ext cx="11687175" cy="314325"/>
          </a:xfrm>
          <a:prstGeom prst="rect">
            <a:avLst/>
          </a:prstGeom>
          <a:noFill/>
          <a:ln w="0">
            <a:noFill/>
            <a:prstDash val="solid"/>
          </a:ln>
        </p:spPr>
        <p:txBody>
          <a:bodyPr wrap="none" lIns="0" tIns="0" rIns="0" bIns="0" anchor="ctr">
            <a:noAutofit/>
          </a:bodyPr>
          <a:lstStyle>
            <a:defPPr algn="l">
              <a:defRPr sz="1900" b="1" lang="ko-KR">
                <a:solidFill>
                  <a:srgbClr val="C00000"/>
                </a:solidFill>
                <a:latin typeface="Calibri"/>
                <a:ea typeface="Calibri"/>
                <a:cs typeface="Calibri"/>
              </a:defRPr>
            </a:defPPr>
            <a:lvl1pPr algn="l">
              <a:defRPr sz="1900" b="1" lang="ko-KR">
                <a:solidFill>
                  <a:srgbClr val="C00000"/>
                </a:solidFill>
                <a:latin typeface="Calibri"/>
                <a:ea typeface="Calibri"/>
                <a:cs typeface="Calibri"/>
              </a:defRPr>
            </a:lvl1pPr>
            <a:lvl2pPr algn="l">
              <a:defRPr sz="1900" b="1" lang="ko-KR">
                <a:solidFill>
                  <a:srgbClr val="C00000"/>
                </a:solidFill>
                <a:latin typeface="Calibri"/>
                <a:ea typeface="Calibri"/>
                <a:cs typeface="Calibri"/>
              </a:defRPr>
            </a:lvl2pPr>
            <a:lvl3pPr algn="l">
              <a:defRPr sz="1900" b="1" lang="ko-KR">
                <a:solidFill>
                  <a:srgbClr val="C00000"/>
                </a:solidFill>
                <a:latin typeface="Calibri"/>
                <a:ea typeface="Calibri"/>
                <a:cs typeface="Calibri"/>
              </a:defRPr>
            </a:lvl3pPr>
            <a:lvl4pPr algn="l">
              <a:defRPr sz="1900" b="1" lang="ko-KR">
                <a:solidFill>
                  <a:srgbClr val="C00000"/>
                </a:solidFill>
                <a:latin typeface="Calibri"/>
                <a:ea typeface="Calibri"/>
                <a:cs typeface="Calibri"/>
              </a:defRPr>
            </a:lvl4pPr>
            <a:lvl5pPr algn="l">
              <a:defRPr sz="1900" b="1" lang="ko-KR">
                <a:solidFill>
                  <a:srgbClr val="C00000"/>
                </a:solidFill>
                <a:latin typeface="Calibri"/>
                <a:ea typeface="Calibri"/>
                <a:cs typeface="Calibri"/>
              </a:defRPr>
            </a:lvl5pPr>
            <a:lvl6pPr algn="l">
              <a:defRPr sz="1900" b="1" lang="ko-KR">
                <a:solidFill>
                  <a:srgbClr val="C00000"/>
                </a:solidFill>
                <a:latin typeface="Calibri"/>
                <a:ea typeface="Calibri"/>
                <a:cs typeface="Calibri"/>
              </a:defRPr>
            </a:lvl6pPr>
            <a:lvl7pPr algn="l">
              <a:defRPr sz="1900" b="1" lang="ko-KR">
                <a:solidFill>
                  <a:srgbClr val="C00000"/>
                </a:solidFill>
                <a:latin typeface="Calibri"/>
                <a:ea typeface="Calibri"/>
                <a:cs typeface="Calibri"/>
              </a:defRPr>
            </a:lvl7pPr>
            <a:lvl8pPr algn="l">
              <a:defRPr sz="1900" b="1" lang="ko-KR">
                <a:solidFill>
                  <a:srgbClr val="C00000"/>
                </a:solidFill>
                <a:latin typeface="Calibri"/>
                <a:ea typeface="Calibri"/>
                <a:cs typeface="Calibri"/>
              </a:defRPr>
            </a:lvl8pPr>
            <a:lvl9pPr algn="l">
              <a:defRPr sz="1900" b="1" lang="ko-KR">
                <a:solidFill>
                  <a:srgbClr val="C00000"/>
                </a:solidFill>
                <a:latin typeface="Calibri"/>
                <a:ea typeface="Calibri"/>
                <a:cs typeface="Calibri"/>
              </a:defRPr>
            </a:lvl9pPr>
          </a:lstStyle>
          <a:p>
            <a:pPr algn="l">
              <a:defRPr sz="1900" b="1" lang="ko-KR">
                <a:solidFill>
                  <a:srgbClr val="C00000"/>
                </a:solidFill>
                <a:latin typeface="Calibri"/>
                <a:ea typeface="Calibri"/>
                <a:cs typeface="Calibri"/>
              </a:defRPr>
            </a:pPr>
            <a:r>
              <a:rPr sz="1900" b="1" lang="ko-KR">
                <a:solidFill>
                  <a:srgbClr val="C00000"/>
                </a:solidFill>
                <a:latin typeface="Calibri"/>
                <a:ea typeface="Calibri"/>
                <a:cs typeface="Calibri"/>
              </a:rPr>
              <a:t>복구 1호출 제외 비용: $0.0365256 → $0.0376028 (증가)</a:t>
            </a:r>
            <a:endParaRPr lang="ko-KR">
              <a:latin typeface="Calibri"/>
              <a:ea typeface="Calibri"/>
              <a:cs typeface="Calibri"/>
            </a:endParaRPr>
          </a:p>
        </p:txBody>
      </p:sp>
      <p:sp>
        <p:nvSpPr>
          <p:cNvPr id="43" name="DP4 object 273">
            <a:extLst>
              <a:ext uri="{FF2B5EF4-FFF2-40B4-BE49-F238E27FC236}">
                <ns2:creationId id="{AA5E7E07-14DE-438E-BB4A-D1D0C16CECEB}"/>
              </a:ext>
            </a:extLst>
          </p:cNvPr>
          <p:cNvSpPr>
            <a:spLocks noGrp="1"/>
          </p:cNvSpPr>
          <p:nvPr/>
        </p:nvSpPr>
        <p:spPr>
          <a:xfrm>
            <a:off x="6219825" y="8353425"/>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자동 literal 판정은 4/9 → 7/9. 위 9/9는 별도 저자 내용 대조다.</a:t>
            </a:r>
            <a:endParaRPr lang="ko-KR">
              <a:latin typeface="Calibri"/>
              <a:ea typeface="Calibri"/>
              <a:cs typeface="Calibri"/>
            </a:endParaRPr>
          </a:p>
        </p:txBody>
      </p:sp>
      <p:sp>
        <p:nvSpPr>
          <p:cNvPr id="44" name="DP4 object 274">
            <a:extLst>
              <a:ext uri="{FF2B5EF4-FFF2-40B4-BE49-F238E27FC236}">
                <ns2:creationId id="{4D817324-51A7-4F92-A0F5-A51FECBC9FEB}"/>
              </a:ext>
            </a:extLst>
          </p:cNvPr>
          <p:cNvSpPr>
            <a:spLocks noGrp="1"/>
          </p:cNvSpPr>
          <p:nvPr/>
        </p:nvSpPr>
        <p:spPr>
          <a:xfrm>
            <a:off x="6219825" y="8743950"/>
            <a:ext cx="11687175" cy="304800"/>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C 미표시 1건: 안내되지 않은 host 수량 상한과 불일치. 원문 부족으로 분류하지 않음.</a:t>
            </a:r>
            <a:endParaRPr lang="ko-KR">
              <a:latin typeface="Calibri"/>
              <a:ea typeface="Calibri"/>
              <a:cs typeface="Calibri"/>
            </a:endParaRPr>
          </a:p>
        </p:txBody>
      </p:sp>
      <p:sp>
        <p:nvSpPr>
          <p:cNvPr id="45" name="Editable path 275">
            <a:extLst>
              <a:ext uri="{FF2B5EF4-FFF2-40B4-BE49-F238E27FC236}">
                <ns2:creationId id="{5AC7D4B1-5F5A-4044-87E2-8A8AB94E0040}"/>
              </a:ext>
            </a:extLst>
          </p:cNvPr>
          <p:cNvSpPr>
            <a:spLocks noGrp="1"/>
          </p:cNvSpPr>
          <p:nvPr/>
        </p:nvSpPr>
        <p:spPr>
          <a:xfrm>
            <a:off x="266700" y="9429750"/>
            <a:ext cx="17773650" cy="953"/>
          </a:xfrm>
          <a:custGeom>
            <a:pathLst>
              <a:path w="17773650" h="953">
                <a:moveTo>
                  <a:pt x="0" y="0"/>
                </a:moveTo>
                <a:lnTo>
                  <a:pt x="17773650" y="0"/>
                </a:lnTo>
              </a:path>
            </a:pathLst>
          </a:custGeom>
          <a:noFill/>
          <a:ln w="13335">
            <a:solidFill>
              <a:srgbClr val="4676CB"/>
            </a:solidFill>
            <a:prstDash val="solid"/>
          </a:ln>
        </p:spPr>
      </p:sp>
      <p:sp>
        <p:nvSpPr>
          <p:cNvPr id="46" name="DP4 object 276">
            <a:extLst>
              <a:ext uri="{FF2B5EF4-FFF2-40B4-BE49-F238E27FC236}">
                <ns2:creationId id="{1EE3728E-8D92-4E2C-AE32-10C7316AED5B}"/>
              </a:ext>
            </a:extLst>
          </p:cNvPr>
          <p:cNvSpPr>
            <a:spLocks noGrp="1"/>
          </p:cNvSpPr>
          <p:nvPr/>
        </p:nvSpPr>
        <p:spPr>
          <a:xfrm>
            <a:off x="266700" y="9525000"/>
            <a:ext cx="17430750" cy="2857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C1은 첫 안내 입력을 바꾸지 않음. C의 잘못된 첫 안내 1건도 보존. 본문 개선 전체를 사전 읽기만의 인과 효과로 단정하지 않음.</a:t>
            </a:r>
            <a:endParaRPr lang="ko-KR">
              <a:latin typeface="Calibri"/>
              <a:ea typeface="Calibri"/>
              <a:cs typeface="Calibri"/>
            </a:endParaRPr>
          </a:p>
        </p:txBody>
      </p:sp>
      <p:sp>
        <p:nvSpPr>
          <p:cNvPr id="47" name="DP4 object 277">
            <a:extLst>
              <a:ext uri="{FF2B5EF4-FFF2-40B4-BE49-F238E27FC236}">
                <ns2:creationId id="{53863AC6-5E45-42C9-9063-69C23CA9F767}"/>
              </a:ext>
            </a:extLst>
          </p:cNvPr>
          <p:cNvSpPr>
            <a:spLocks noGrp="1"/>
          </p:cNvSpPr>
          <p:nvPr/>
        </p:nvSpPr>
        <p:spPr>
          <a:xfrm>
            <a:off x="266700" y="9934575"/>
            <a:ext cx="17211675" cy="257175"/>
          </a:xfrm>
          <a:prstGeom prst="rect">
            <a:avLst/>
          </a:prstGeom>
          <a:noFill/>
          <a:ln w="0">
            <a:noFill/>
            <a:prstDash val="solid"/>
          </a:ln>
        </p:spPr>
        <p:txBody>
          <a:bodyPr wrap="none" lIns="0" tIns="0" rIns="0" bIns="0" anchor="ctr">
            <a:noAutofit/>
          </a:bodyPr>
          <a:lstStyle>
            <a:defPPr algn="l">
              <a:defRPr sz="1500" b="0" lang="ko-KR">
                <a:solidFill>
                  <a:srgbClr val="50555B"/>
                </a:solidFill>
                <a:latin typeface="Calibri"/>
                <a:ea typeface="Calibri"/>
                <a:cs typeface="Calibri"/>
              </a:defRPr>
            </a:defPPr>
            <a:lvl1pPr algn="l">
              <a:defRPr sz="1500" b="0" lang="ko-KR">
                <a:solidFill>
                  <a:srgbClr val="50555B"/>
                </a:solidFill>
                <a:latin typeface="Calibri"/>
                <a:ea typeface="Calibri"/>
                <a:cs typeface="Calibri"/>
              </a:defRPr>
            </a:lvl1pPr>
            <a:lvl2pPr algn="l">
              <a:defRPr sz="1500" b="0" lang="ko-KR">
                <a:solidFill>
                  <a:srgbClr val="50555B"/>
                </a:solidFill>
                <a:latin typeface="Calibri"/>
                <a:ea typeface="Calibri"/>
                <a:cs typeface="Calibri"/>
              </a:defRPr>
            </a:lvl2pPr>
            <a:lvl3pPr algn="l">
              <a:defRPr sz="1500" b="0" lang="ko-KR">
                <a:solidFill>
                  <a:srgbClr val="50555B"/>
                </a:solidFill>
                <a:latin typeface="Calibri"/>
                <a:ea typeface="Calibri"/>
                <a:cs typeface="Calibri"/>
              </a:defRPr>
            </a:lvl3pPr>
            <a:lvl4pPr algn="l">
              <a:defRPr sz="1500" b="0" lang="ko-KR">
                <a:solidFill>
                  <a:srgbClr val="50555B"/>
                </a:solidFill>
                <a:latin typeface="Calibri"/>
                <a:ea typeface="Calibri"/>
                <a:cs typeface="Calibri"/>
              </a:defRPr>
            </a:lvl4pPr>
            <a:lvl5pPr algn="l">
              <a:defRPr sz="1500" b="0" lang="ko-KR">
                <a:solidFill>
                  <a:srgbClr val="50555B"/>
                </a:solidFill>
                <a:latin typeface="Calibri"/>
                <a:ea typeface="Calibri"/>
                <a:cs typeface="Calibri"/>
              </a:defRPr>
            </a:lvl5pPr>
            <a:lvl6pPr algn="l">
              <a:defRPr sz="1500" b="0" lang="ko-KR">
                <a:solidFill>
                  <a:srgbClr val="50555B"/>
                </a:solidFill>
                <a:latin typeface="Calibri"/>
                <a:ea typeface="Calibri"/>
                <a:cs typeface="Calibri"/>
              </a:defRPr>
            </a:lvl6pPr>
            <a:lvl7pPr algn="l">
              <a:defRPr sz="1500" b="0" lang="ko-KR">
                <a:solidFill>
                  <a:srgbClr val="50555B"/>
                </a:solidFill>
                <a:latin typeface="Calibri"/>
                <a:ea typeface="Calibri"/>
                <a:cs typeface="Calibri"/>
              </a:defRPr>
            </a:lvl7pPr>
            <a:lvl8pPr algn="l">
              <a:defRPr sz="1500" b="0" lang="ko-KR">
                <a:solidFill>
                  <a:srgbClr val="50555B"/>
                </a:solidFill>
                <a:latin typeface="Calibri"/>
                <a:ea typeface="Calibri"/>
                <a:cs typeface="Calibri"/>
              </a:defRPr>
            </a:lvl8pPr>
            <a:lvl9pPr algn="l">
              <a:defRPr sz="1500" b="0" lang="ko-KR">
                <a:solidFill>
                  <a:srgbClr val="50555B"/>
                </a:solidFill>
                <a:latin typeface="Calibri"/>
                <a:ea typeface="Calibri"/>
                <a:cs typeface="Calibri"/>
              </a:defRPr>
            </a:lvl9pPr>
          </a:lstStyle>
          <a:p>
            <a:pPr algn="l">
              <a:defRPr sz="1500" b="0" lang="ko-KR">
                <a:solidFill>
                  <a:srgbClr val="50555B"/>
                </a:solidFill>
                <a:latin typeface="Calibri"/>
                <a:ea typeface="Calibri"/>
                <a:cs typeface="Calibri"/>
              </a:defRPr>
            </a:pPr>
            <a:r>
              <a:rPr sz="1500" b="0" lang="ko-KR">
                <a:solidFill>
                  <a:srgbClr val="50555B"/>
                </a:solidFill>
                <a:latin typeface="Calibri"/>
                <a:ea typeface="Calibri"/>
                <a:cs typeface="Calibri"/>
              </a:rPr>
              <a:t>C2 cache는 전체 제공 시간이 7.602→8.784ms로 늘어 보류. C1+C2 조합 미실행. 기존 완료 캠페인 범위의 보완이다.</a:t>
            </a:r>
            <a:endParaRPr lang="ko-KR">
              <a:latin typeface="Calibri"/>
              <a:ea typeface="Calibri"/>
              <a:cs typeface="Calibri"/>
            </a:endParaRPr>
          </a:p>
        </p:txBody>
      </p:sp>
    </p:spTree>
    <p:extLst>
      <p:ext uri="{BB962C8B-B14F-4D97-AF65-F5344CB8AC3E}">
        <p14:creationId val="1641616985"/>
      </p:ext>
    </p:extLst>
  </p:cSld>
</p:sld>
</file>

<file path=ppt/slides/slide109.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69" name="DP3 object 1">
            <a:extLst>
              <a:ext uri="{FF2B5EF4-FFF2-40B4-BE49-F238E27FC236}">
                <ns2:creationId id="{F390E716-996C-4330-96E8-4A6C6A01DE23}"/>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1/2)</a:t>
            </a:r>
            <a:endParaRPr lang="ko-KR">
              <a:latin typeface="Calibri"/>
              <a:ea typeface="Calibri"/>
              <a:cs typeface="Calibri"/>
            </a:endParaRPr>
          </a:p>
        </p:txBody>
      </p:sp>
      <p:sp>
        <p:nvSpPr>
          <p:cNvPr id="2" name="DP3 object 2">
            <a:extLst>
              <a:ext uri="{FF2B5EF4-FFF2-40B4-BE49-F238E27FC236}">
                <ns2:creationId id="{1B3B0103-9140-4DAB-B4FC-C4C52EE97019}"/>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3">
            <a:extLst>
              <a:ext uri="{FF2B5EF4-FFF2-40B4-BE49-F238E27FC236}">
                <ns2:creationId id="{D4832D68-F251-4910-B080-D6E4177502E8}"/>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4">
            <a:extLst>
              <a:ext uri="{FF2B5EF4-FFF2-40B4-BE49-F238E27FC236}">
                <ns2:creationId id="{E76F6F3F-5C35-490F-BC65-2304D55DDA03}"/>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5">
            <a:extLst>
              <a:ext uri="{FF2B5EF4-FFF2-40B4-BE49-F238E27FC236}">
                <ns2:creationId id="{9908C915-FADF-45CE-9B9C-89F8A1CFD1D0}"/>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6">
            <a:extLst>
              <a:ext uri="{FF2B5EF4-FFF2-40B4-BE49-F238E27FC236}">
                <ns2:creationId id="{E612FA34-1308-4AC1-9BBC-00A8219E6F9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
            <a:extLst>
              <a:ext uri="{FF2B5EF4-FFF2-40B4-BE49-F238E27FC236}">
                <ns2:creationId id="{5F976570-67BF-46B5-B0DB-980F718CF5EE}"/>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8">
            <a:extLst>
              <a:ext uri="{FF2B5EF4-FFF2-40B4-BE49-F238E27FC236}">
                <ns2:creationId id="{2D20A9D0-2CAE-4736-A0D7-113BB33F3B17}"/>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
            <a:extLst>
              <a:ext uri="{FF2B5EF4-FFF2-40B4-BE49-F238E27FC236}">
                <ns2:creationId id="{8E77EAAE-FBF2-4527-9E5C-41686D96F301}"/>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0">
            <a:extLst>
              <a:ext uri="{FF2B5EF4-FFF2-40B4-BE49-F238E27FC236}">
                <ns2:creationId id="{3D658545-89FB-4280-AC46-C9B7E254FF73}"/>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1">
            <a:extLst>
              <a:ext uri="{FF2B5EF4-FFF2-40B4-BE49-F238E27FC236}">
                <ns2:creationId id="{9F3F4359-5BB1-46CD-8A75-FB989D594056}"/>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2">
            <a:extLst>
              <a:ext uri="{FF2B5EF4-FFF2-40B4-BE49-F238E27FC236}">
                <ns2:creationId id="{9F69E7A5-F56D-4E31-AF21-F452EAA5924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3">
            <a:extLst>
              <a:ext uri="{FF2B5EF4-FFF2-40B4-BE49-F238E27FC236}">
                <ns2:creationId id="{89FA8FB6-90BB-43D9-A004-69E281B741B7}"/>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9 / 17</a:t>
            </a:r>
            <a:endParaRPr lang="ko-KR">
              <a:latin typeface="Calibri"/>
              <a:ea typeface="Calibri"/>
              <a:cs typeface="Calibri"/>
            </a:endParaRPr>
          </a:p>
        </p:txBody>
      </p:sp>
      <p:sp>
        <p:nvSpPr>
          <p:cNvPr id="14" name="DP3 object 14">
            <a:extLst>
              <a:ext uri="{FF2B5EF4-FFF2-40B4-BE49-F238E27FC236}">
                <ns2:creationId id="{B1E0D496-9C18-4B3A-ADA7-E8780A7ABCF3}"/>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200" b="1" lang="ko-KR">
                <a:solidFill>
                  <a:srgbClr val="111111"/>
                </a:solidFill>
                <a:latin typeface="Calibri"/>
                <a:ea typeface="Calibri"/>
                <a:cs typeface="Calibri"/>
              </a:defRPr>
            </a:defPPr>
            <a:lvl1pPr algn="l">
              <a:defRPr sz="3200" b="1" lang="ko-KR">
                <a:solidFill>
                  <a:srgbClr val="111111"/>
                </a:solidFill>
                <a:latin typeface="Calibri"/>
                <a:ea typeface="Calibri"/>
                <a:cs typeface="Calibri"/>
              </a:defRPr>
            </a:lvl1pPr>
            <a:lvl2pPr algn="l">
              <a:defRPr sz="3200" b="1" lang="ko-KR">
                <a:solidFill>
                  <a:srgbClr val="111111"/>
                </a:solidFill>
                <a:latin typeface="Calibri"/>
                <a:ea typeface="Calibri"/>
                <a:cs typeface="Calibri"/>
              </a:defRPr>
            </a:lvl2pPr>
            <a:lvl3pPr algn="l">
              <a:defRPr sz="3200" b="1" lang="ko-KR">
                <a:solidFill>
                  <a:srgbClr val="111111"/>
                </a:solidFill>
                <a:latin typeface="Calibri"/>
                <a:ea typeface="Calibri"/>
                <a:cs typeface="Calibri"/>
              </a:defRPr>
            </a:lvl3pPr>
            <a:lvl4pPr algn="l">
              <a:defRPr sz="3200" b="1" lang="ko-KR">
                <a:solidFill>
                  <a:srgbClr val="111111"/>
                </a:solidFill>
                <a:latin typeface="Calibri"/>
                <a:ea typeface="Calibri"/>
                <a:cs typeface="Calibri"/>
              </a:defRPr>
            </a:lvl4pPr>
            <a:lvl5pPr algn="l">
              <a:defRPr sz="3200" b="1" lang="ko-KR">
                <a:solidFill>
                  <a:srgbClr val="111111"/>
                </a:solidFill>
                <a:latin typeface="Calibri"/>
                <a:ea typeface="Calibri"/>
                <a:cs typeface="Calibri"/>
              </a:defRPr>
            </a:lvl5pPr>
            <a:lvl6pPr algn="l">
              <a:defRPr sz="3200" b="1" lang="ko-KR">
                <a:solidFill>
                  <a:srgbClr val="111111"/>
                </a:solidFill>
                <a:latin typeface="Calibri"/>
                <a:ea typeface="Calibri"/>
                <a:cs typeface="Calibri"/>
              </a:defRPr>
            </a:lvl6pPr>
            <a:lvl7pPr algn="l">
              <a:defRPr sz="3200" b="1" lang="ko-KR">
                <a:solidFill>
                  <a:srgbClr val="111111"/>
                </a:solidFill>
                <a:latin typeface="Calibri"/>
                <a:ea typeface="Calibri"/>
                <a:cs typeface="Calibri"/>
              </a:defRPr>
            </a:lvl7pPr>
            <a:lvl8pPr algn="l">
              <a:defRPr sz="3200" b="1" lang="ko-KR">
                <a:solidFill>
                  <a:srgbClr val="111111"/>
                </a:solidFill>
                <a:latin typeface="Calibri"/>
                <a:ea typeface="Calibri"/>
                <a:cs typeface="Calibri"/>
              </a:defRPr>
            </a:lvl8pPr>
            <a:lvl9pPr algn="l">
              <a:defRPr sz="3200" b="1" lang="ko-KR">
                <a:solidFill>
                  <a:srgbClr val="111111"/>
                </a:solidFill>
                <a:latin typeface="Calibri"/>
                <a:ea typeface="Calibri"/>
                <a:cs typeface="Calibri"/>
              </a:defRPr>
            </a:lvl9pPr>
          </a:lstStyle>
          <a:p>
            <a:pPr algn="l">
              <a:defRPr sz="3200" b="1" lang="ko-KR">
                <a:solidFill>
                  <a:srgbClr val="111111"/>
                </a:solidFill>
                <a:latin typeface="Calibri"/>
                <a:ea typeface="Calibri"/>
                <a:cs typeface="Calibri"/>
              </a:defRPr>
            </a:pPr>
            <a:r>
              <a:rPr sz="3200" b="1" lang="ko-KR">
                <a:solidFill>
                  <a:srgbClr val="111111"/>
                </a:solidFill>
                <a:latin typeface="Calibri"/>
                <a:ea typeface="Calibri"/>
                <a:cs typeface="Calibri"/>
              </a:rPr>
              <a:t>말이 끝났을 때, 가리킨 화면은 이미 바뀌어 있다</a:t>
            </a:r>
            <a:endParaRPr lang="ko-KR">
              <a:latin typeface="Calibri"/>
              <a:ea typeface="Calibri"/>
              <a:cs typeface="Calibri"/>
            </a:endParaRPr>
          </a:p>
        </p:txBody>
      </p:sp>
      <p:sp>
        <p:nvSpPr>
          <p:cNvPr id="15" name="DP3 object 15">
            <a:extLst>
              <a:ext uri="{FF2B5EF4-FFF2-40B4-BE49-F238E27FC236}">
                <ns2:creationId id="{8719838A-4114-462E-897B-61F9F00C1852}"/>
              </a:ext>
            </a:extLst>
          </p:cNvPr>
          <p:cNvSpPr>
            <a:spLocks noGrp="1"/>
          </p:cNvSpPr>
          <p:nvPr/>
        </p:nvSpPr>
        <p:spPr>
          <a:xfrm>
            <a:off x="647700" y="2028825"/>
            <a:ext cx="16764000" cy="38100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앱을 오가며 말하고, 클릭 없이 가리키고, 일부만 고친 요청의 정확한 대상을 찾아야 한다.</a:t>
            </a:r>
            <a:endParaRPr lang="ko-KR">
              <a:latin typeface="Calibri"/>
              <a:ea typeface="Calibri"/>
              <a:cs typeface="Calibri"/>
            </a:endParaRPr>
          </a:p>
        </p:txBody>
      </p:sp>
      <p:sp>
        <p:nvSpPr>
          <p:cNvPr id="16" name="DP3 object 16">
            <a:extLst>
              <a:ext uri="{FF2B5EF4-FFF2-40B4-BE49-F238E27FC236}">
                <ns2:creationId id="{5B3DA2C0-D531-4FFE-888C-33286BD1B9B5}"/>
              </a:ext>
            </a:extLst>
          </p:cNvPr>
          <p:cNvSpPr>
            <a:spLocks noGrp="1"/>
          </p:cNvSpPr>
          <p:nvPr/>
        </p:nvSpPr>
        <p:spPr>
          <a:xfrm>
            <a:off x="809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① 표 범위 선택</a:t>
            </a:r>
            <a:endParaRPr lang="ko-KR">
              <a:latin typeface="Calibri"/>
              <a:ea typeface="Calibri"/>
              <a:cs typeface="Calibri"/>
            </a:endParaRPr>
          </a:p>
        </p:txBody>
      </p:sp>
      <p:sp>
        <p:nvSpPr>
          <p:cNvPr id="17" name="DP3 object 17">
            <a:extLst>
              <a:ext uri="{FF2B5EF4-FFF2-40B4-BE49-F238E27FC236}">
                <ns2:creationId id="{4FA437EE-BDCF-4A5F-A911-526F38671354}"/>
              </a:ext>
            </a:extLst>
          </p:cNvPr>
          <p:cNvSpPr>
            <a:spLocks noGrp="1"/>
          </p:cNvSpPr>
          <p:nvPr/>
        </p:nvSpPr>
        <p:spPr>
          <a:xfrm>
            <a:off x="809625" y="3248025"/>
            <a:ext cx="4667250" cy="2571750"/>
          </a:xfrm>
          <a:prstGeom prst="rect">
            <a:avLst/>
          </a:prstGeom>
          <a:solidFill>
            <a:srgbClr val="FFFFFF"/>
          </a:solidFill>
          <a:ln w="19050">
            <a:solidFill>
              <a:srgbClr val="111111"/>
            </a:solidFill>
            <a:prstDash val="solid"/>
          </a:ln>
        </p:spPr>
      </p:sp>
      <p:sp>
        <p:nvSpPr>
          <p:cNvPr id="18" name="DP3 object 18">
            <a:extLst>
              <a:ext uri="{FF2B5EF4-FFF2-40B4-BE49-F238E27FC236}">
                <ns2:creationId id="{C95F0B58-51A4-440E-BAB5-FE00635F93CE}"/>
              </a:ext>
            </a:extLst>
          </p:cNvPr>
          <p:cNvSpPr>
            <a:spLocks noGrp="1"/>
          </p:cNvSpPr>
          <p:nvPr/>
        </p:nvSpPr>
        <p:spPr>
          <a:xfrm>
            <a:off x="809625" y="3248025"/>
            <a:ext cx="4667250" cy="361950"/>
          </a:xfrm>
          <a:prstGeom prst="rect">
            <a:avLst/>
          </a:prstGeom>
          <a:solidFill>
            <a:srgbClr val="E9EBED"/>
          </a:solidFill>
          <a:ln w="10478">
            <a:solidFill>
              <a:srgbClr val="111111"/>
            </a:solidFill>
            <a:prstDash val="solid"/>
          </a:ln>
        </p:spPr>
      </p:sp>
      <p:sp>
        <p:nvSpPr>
          <p:cNvPr id="19" name="DP3 object 19">
            <a:extLst>
              <a:ext uri="{FF2B5EF4-FFF2-40B4-BE49-F238E27FC236}">
                <ns2:creationId id="{D96A3404-97DE-40BA-8981-96BEFD009BA9}"/>
              </a:ext>
            </a:extLst>
          </p:cNvPr>
          <p:cNvSpPr>
            <a:spLocks noGrp="1"/>
          </p:cNvSpPr>
          <p:nvPr/>
        </p:nvSpPr>
        <p:spPr>
          <a:xfrm>
            <a:off x="962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매출 현황.xlsx</a:t>
            </a:r>
            <a:endParaRPr lang="ko-KR">
              <a:latin typeface="Calibri"/>
              <a:ea typeface="Calibri"/>
              <a:cs typeface="Calibri"/>
            </a:endParaRPr>
          </a:p>
        </p:txBody>
      </p:sp>
      <p:sp>
        <p:nvSpPr>
          <p:cNvPr id="20" name="DP3 object 20">
            <a:extLst>
              <a:ext uri="{FF2B5EF4-FFF2-40B4-BE49-F238E27FC236}">
                <ns2:creationId id="{F0D552E5-A566-4A1F-8C15-2204A201475F}"/>
              </a:ext>
            </a:extLst>
          </p:cNvPr>
          <p:cNvSpPr>
            <a:spLocks noGrp="1"/>
          </p:cNvSpPr>
          <p:nvPr/>
        </p:nvSpPr>
        <p:spPr>
          <a:xfrm>
            <a:off x="63341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② 클릭 없이 두 그래프 지정</a:t>
            </a:r>
            <a:endParaRPr lang="ko-KR">
              <a:latin typeface="Calibri"/>
              <a:ea typeface="Calibri"/>
              <a:cs typeface="Calibri"/>
            </a:endParaRPr>
          </a:p>
        </p:txBody>
      </p:sp>
      <p:sp>
        <p:nvSpPr>
          <p:cNvPr id="21" name="DP3 object 21">
            <a:extLst>
              <a:ext uri="{FF2B5EF4-FFF2-40B4-BE49-F238E27FC236}">
                <ns2:creationId id="{A99F4183-2CBB-4D13-8F41-8EB39EF29826}"/>
              </a:ext>
            </a:extLst>
          </p:cNvPr>
          <p:cNvSpPr>
            <a:spLocks noGrp="1"/>
          </p:cNvSpPr>
          <p:nvPr/>
        </p:nvSpPr>
        <p:spPr>
          <a:xfrm>
            <a:off x="6334125" y="3248025"/>
            <a:ext cx="4667250" cy="2571750"/>
          </a:xfrm>
          <a:prstGeom prst="rect">
            <a:avLst/>
          </a:prstGeom>
          <a:solidFill>
            <a:srgbClr val="FFFFFF"/>
          </a:solidFill>
          <a:ln w="19050">
            <a:solidFill>
              <a:srgbClr val="111111"/>
            </a:solidFill>
            <a:prstDash val="solid"/>
          </a:ln>
        </p:spPr>
      </p:sp>
      <p:sp>
        <p:nvSpPr>
          <p:cNvPr id="22" name="DP3 object 22">
            <a:extLst>
              <a:ext uri="{FF2B5EF4-FFF2-40B4-BE49-F238E27FC236}">
                <ns2:creationId id="{CC754124-F613-4734-BEE8-CA5F619CAFAC}"/>
              </a:ext>
            </a:extLst>
          </p:cNvPr>
          <p:cNvSpPr>
            <a:spLocks noGrp="1"/>
          </p:cNvSpPr>
          <p:nvPr/>
        </p:nvSpPr>
        <p:spPr>
          <a:xfrm>
            <a:off x="6334125" y="3248025"/>
            <a:ext cx="4667250" cy="361950"/>
          </a:xfrm>
          <a:prstGeom prst="rect">
            <a:avLst/>
          </a:prstGeom>
          <a:solidFill>
            <a:srgbClr val="E9EBED"/>
          </a:solidFill>
          <a:ln w="10478">
            <a:solidFill>
              <a:srgbClr val="111111"/>
            </a:solidFill>
            <a:prstDash val="solid"/>
          </a:ln>
        </p:spPr>
      </p:sp>
      <p:sp>
        <p:nvSpPr>
          <p:cNvPr id="23" name="DP3 object 23">
            <a:extLst>
              <a:ext uri="{FF2B5EF4-FFF2-40B4-BE49-F238E27FC236}">
                <ns2:creationId id="{A2E5D9B8-F2C9-4372-A230-C6B0DC8ADEC3}"/>
              </a:ext>
            </a:extLst>
          </p:cNvPr>
          <p:cNvSpPr>
            <a:spLocks noGrp="1"/>
          </p:cNvSpPr>
          <p:nvPr/>
        </p:nvSpPr>
        <p:spPr>
          <a:xfrm>
            <a:off x="64865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실적 분석.pdf</a:t>
            </a:r>
            <a:endParaRPr lang="ko-KR">
              <a:latin typeface="Calibri"/>
              <a:ea typeface="Calibri"/>
              <a:cs typeface="Calibri"/>
            </a:endParaRPr>
          </a:p>
        </p:txBody>
      </p:sp>
      <p:sp>
        <p:nvSpPr>
          <p:cNvPr id="24" name="DP3 object 24">
            <a:extLst>
              <a:ext uri="{FF2B5EF4-FFF2-40B4-BE49-F238E27FC236}">
                <ns2:creationId id="{A6AAA590-6963-413A-9C00-47DABB707744}"/>
              </a:ext>
            </a:extLst>
          </p:cNvPr>
          <p:cNvSpPr>
            <a:spLocks noGrp="1"/>
          </p:cNvSpPr>
          <p:nvPr/>
        </p:nvSpPr>
        <p:spPr>
          <a:xfrm>
            <a:off x="11858625" y="2733675"/>
            <a:ext cx="4667250" cy="400050"/>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③ 화면 이동과 부분 정정</a:t>
            </a:r>
            <a:endParaRPr lang="ko-KR">
              <a:latin typeface="Calibri"/>
              <a:ea typeface="Calibri"/>
              <a:cs typeface="Calibri"/>
            </a:endParaRPr>
          </a:p>
        </p:txBody>
      </p:sp>
      <p:sp>
        <p:nvSpPr>
          <p:cNvPr id="25" name="DP3 object 25">
            <a:extLst>
              <a:ext uri="{FF2B5EF4-FFF2-40B4-BE49-F238E27FC236}">
                <ns2:creationId id="{87CC84FF-C3BB-4F6E-A61E-9A5DC4E79EA8}"/>
              </a:ext>
            </a:extLst>
          </p:cNvPr>
          <p:cNvSpPr>
            <a:spLocks noGrp="1"/>
          </p:cNvSpPr>
          <p:nvPr/>
        </p:nvSpPr>
        <p:spPr>
          <a:xfrm>
            <a:off x="11858625" y="3248025"/>
            <a:ext cx="4667250" cy="2571750"/>
          </a:xfrm>
          <a:prstGeom prst="rect">
            <a:avLst/>
          </a:prstGeom>
          <a:solidFill>
            <a:srgbClr val="FFFFFF"/>
          </a:solidFill>
          <a:ln w="19050">
            <a:solidFill>
              <a:srgbClr val="111111"/>
            </a:solidFill>
            <a:prstDash val="solid"/>
          </a:ln>
        </p:spPr>
      </p:sp>
      <p:sp>
        <p:nvSpPr>
          <p:cNvPr id="26" name="DP3 object 26">
            <a:extLst>
              <a:ext uri="{FF2B5EF4-FFF2-40B4-BE49-F238E27FC236}">
                <ns2:creationId id="{89E0849D-0FA2-402C-B588-9B344AC47014}"/>
              </a:ext>
            </a:extLst>
          </p:cNvPr>
          <p:cNvSpPr>
            <a:spLocks noGrp="1"/>
          </p:cNvSpPr>
          <p:nvPr/>
        </p:nvSpPr>
        <p:spPr>
          <a:xfrm>
            <a:off x="11858625" y="3248025"/>
            <a:ext cx="4667250" cy="361950"/>
          </a:xfrm>
          <a:prstGeom prst="rect">
            <a:avLst/>
          </a:prstGeom>
          <a:solidFill>
            <a:srgbClr val="E9EBED"/>
          </a:solidFill>
          <a:ln w="10478">
            <a:solidFill>
              <a:srgbClr val="111111"/>
            </a:solidFill>
            <a:prstDash val="solid"/>
          </a:ln>
        </p:spPr>
      </p:sp>
      <p:sp>
        <p:nvSpPr>
          <p:cNvPr id="27" name="DP3 object 27">
            <a:extLst>
              <a:ext uri="{FF2B5EF4-FFF2-40B4-BE49-F238E27FC236}">
                <ns2:creationId id="{29A30793-5B2C-4651-B54A-DB374BA08E8C}"/>
              </a:ext>
            </a:extLst>
          </p:cNvPr>
          <p:cNvSpPr>
            <a:spLocks noGrp="1"/>
          </p:cNvSpPr>
          <p:nvPr/>
        </p:nvSpPr>
        <p:spPr>
          <a:xfrm>
            <a:off x="12011025" y="3248025"/>
            <a:ext cx="4333875" cy="361950"/>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메일</a:t>
            </a:r>
            <a:endParaRPr lang="ko-KR">
              <a:latin typeface="Calibri"/>
              <a:ea typeface="Calibri"/>
              <a:cs typeface="Calibri"/>
            </a:endParaRPr>
          </a:p>
        </p:txBody>
      </p:sp>
      <p:graphicFrame>
        <p:nvGraphicFramePr>
          <p:cNvPr id="28" name="">
            <a:extLst>
              <a:ext uri="{FF2B5EF4-FFF2-40B4-BE49-F238E27FC236}">
                <ns2:creationId id="{3DEE3F54-5AB5-48C3-B1D1-4E631010197A}"/>
              </a:ext>
            </a:extLst>
          </p:cNvPr>
          <p:cNvGraphicFramePr/>
          <p:nvPr/>
        </p:nvGraphicFramePr>
        <p:xfrm>
          <a:off x="1009650" y="3752850"/>
          <a:ext cx="4191000" cy="1714500"/>
        </p:xfrm>
        <a:graphic>
          <a:graphicData uri="http://schemas.openxmlformats.org/drawingml/2006/table">
            <a:tbl>
              <a:tblPr firstRow="0" bandRow="0" bandCol="0"/>
              <a:tblGrid>
                <a:gridCol w="1428750"/>
                <a:gridCol w="1381125"/>
                <a:gridCol w="1381125"/>
              </a:tblGrid>
              <a:tr h="3714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상반기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하반기</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A</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150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제품 C</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80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a:ext uri="{FF2B5EF4-FFF2-40B4-BE49-F238E27FC236}">
                <ns2:creationId id="{0F65A4CA-8D12-4ED6-A95F-4051EB24F9E1}"/>
              </a:ext>
            </a:extLst>
          </p:cNvPr>
          <p:cNvSpPr>
            <a:spLocks noGrp="1"/>
          </p:cNvSpPr>
          <p:nvPr/>
        </p:nvSpPr>
        <p:spPr>
          <a:xfrm>
            <a:off x="2428875" y="4124325"/>
            <a:ext cx="2762250" cy="895350"/>
          </a:xfrm>
          <a:prstGeom prst="rect">
            <a:avLst/>
          </a:prstGeom>
          <a:noFill/>
          <a:ln w="38100">
            <a:solidFill>
              <a:srgbClr val="4676CB"/>
            </a:solidFill>
            <a:prstDash val="solid"/>
          </a:ln>
        </p:spPr>
      </p:sp>
      <p:sp>
        <p:nvSpPr>
          <p:cNvPr id="30" name="DP3 object 29">
            <a:extLst>
              <a:ext uri="{FF2B5EF4-FFF2-40B4-BE49-F238E27FC236}">
                <ns2:creationId id="{FB0F5512-D176-4F81-8736-7F246D2F99A1}"/>
              </a:ext>
            </a:extLst>
          </p:cNvPr>
          <p:cNvSpPr>
            <a:spLocks noGrp="1"/>
          </p:cNvSpPr>
          <p:nvPr/>
        </p:nvSpPr>
        <p:spPr>
          <a:xfrm>
            <a:off x="2647950" y="5505450"/>
            <a:ext cx="2333625" cy="238125"/>
          </a:xfrm>
          <a:prstGeom prst="rect">
            <a:avLst/>
          </a:prstGeom>
          <a:noFill/>
          <a:ln w="0">
            <a:noFill/>
            <a:prstDash val="solid"/>
          </a:ln>
        </p:spPr>
        <p:txBody>
          <a:bodyPr wrap="none" lIns="0" tIns="0" rIns="0" bIns="0" anchor="ctr">
            <a:noAutofit/>
          </a:bodyPr>
          <a:lstStyle>
            <a:defPPr algn="l">
              <a:defRPr sz="1400" b="1" lang="ko-KR">
                <a:solidFill>
                  <a:srgbClr val="4676CB"/>
                </a:solidFill>
                <a:latin typeface="Calibri"/>
                <a:ea typeface="Calibri"/>
                <a:cs typeface="Calibri"/>
              </a:defRPr>
            </a:defPPr>
            <a:lvl1pPr algn="l">
              <a:defRPr sz="1400" b="1" lang="ko-KR">
                <a:solidFill>
                  <a:srgbClr val="4676CB"/>
                </a:solidFill>
                <a:latin typeface="Calibri"/>
                <a:ea typeface="Calibri"/>
                <a:cs typeface="Calibri"/>
              </a:defRPr>
            </a:lvl1pPr>
            <a:lvl2pPr algn="l">
              <a:defRPr sz="1400" b="1" lang="ko-KR">
                <a:solidFill>
                  <a:srgbClr val="4676CB"/>
                </a:solidFill>
                <a:latin typeface="Calibri"/>
                <a:ea typeface="Calibri"/>
                <a:cs typeface="Calibri"/>
              </a:defRPr>
            </a:lvl2pPr>
            <a:lvl3pPr algn="l">
              <a:defRPr sz="1400" b="1" lang="ko-KR">
                <a:solidFill>
                  <a:srgbClr val="4676CB"/>
                </a:solidFill>
                <a:latin typeface="Calibri"/>
                <a:ea typeface="Calibri"/>
                <a:cs typeface="Calibri"/>
              </a:defRPr>
            </a:lvl3pPr>
            <a:lvl4pPr algn="l">
              <a:defRPr sz="1400" b="1" lang="ko-KR">
                <a:solidFill>
                  <a:srgbClr val="4676CB"/>
                </a:solidFill>
                <a:latin typeface="Calibri"/>
                <a:ea typeface="Calibri"/>
                <a:cs typeface="Calibri"/>
              </a:defRPr>
            </a:lvl4pPr>
            <a:lvl5pPr algn="l">
              <a:defRPr sz="1400" b="1" lang="ko-KR">
                <a:solidFill>
                  <a:srgbClr val="4676CB"/>
                </a:solidFill>
                <a:latin typeface="Calibri"/>
                <a:ea typeface="Calibri"/>
                <a:cs typeface="Calibri"/>
              </a:defRPr>
            </a:lvl5pPr>
            <a:lvl6pPr algn="l">
              <a:defRPr sz="1400" b="1" lang="ko-KR">
                <a:solidFill>
                  <a:srgbClr val="4676CB"/>
                </a:solidFill>
                <a:latin typeface="Calibri"/>
                <a:ea typeface="Calibri"/>
                <a:cs typeface="Calibri"/>
              </a:defRPr>
            </a:lvl6pPr>
            <a:lvl7pPr algn="l">
              <a:defRPr sz="1400" b="1" lang="ko-KR">
                <a:solidFill>
                  <a:srgbClr val="4676CB"/>
                </a:solidFill>
                <a:latin typeface="Calibri"/>
                <a:ea typeface="Calibri"/>
                <a:cs typeface="Calibri"/>
              </a:defRPr>
            </a:lvl7pPr>
            <a:lvl8pPr algn="l">
              <a:defRPr sz="1400" b="1" lang="ko-KR">
                <a:solidFill>
                  <a:srgbClr val="4676CB"/>
                </a:solidFill>
                <a:latin typeface="Calibri"/>
                <a:ea typeface="Calibri"/>
                <a:cs typeface="Calibri"/>
              </a:defRPr>
            </a:lvl8pPr>
            <a:lvl9pPr algn="l">
              <a:defRPr sz="1400" b="1" lang="ko-KR">
                <a:solidFill>
                  <a:srgbClr val="4676CB"/>
                </a:solidFill>
                <a:latin typeface="Calibri"/>
                <a:ea typeface="Calibri"/>
                <a:cs typeface="Calibri"/>
              </a:defRPr>
            </a:lvl9pPr>
          </a:lstStyle>
          <a:p>
            <a:pPr algn="l">
              <a:defRPr sz="1400" b="1" lang="ko-KR">
                <a:solidFill>
                  <a:srgbClr val="4676CB"/>
                </a:solidFill>
                <a:latin typeface="Calibri"/>
                <a:ea typeface="Calibri"/>
                <a:cs typeface="Calibri"/>
              </a:defRPr>
            </a:pPr>
            <a:r>
              <a:rPr sz="1400" b="1" lang="ko-KR">
                <a:solidFill>
                  <a:srgbClr val="4676CB"/>
                </a:solidFill>
                <a:latin typeface="Calibri"/>
                <a:ea typeface="Calibri"/>
                <a:cs typeface="Calibri"/>
              </a:rPr>
              <a:t>실제 선택 범위</a:t>
            </a:r>
            <a:endParaRPr lang="ko-KR">
              <a:latin typeface="Calibri"/>
              <a:ea typeface="Calibri"/>
              <a:cs typeface="Calibri"/>
            </a:endParaRPr>
          </a:p>
        </p:txBody>
      </p:sp>
      <p:sp>
        <p:nvSpPr>
          <p:cNvPr id="31" name="DP3 object 30">
            <a:extLst>
              <a:ext uri="{FF2B5EF4-FFF2-40B4-BE49-F238E27FC236}">
                <ns2:creationId id="{10DECD1B-60C6-417A-845F-98262DE7BBE0}"/>
              </a:ext>
            </a:extLst>
          </p:cNvPr>
          <p:cNvSpPr>
            <a:spLocks noGrp="1"/>
          </p:cNvSpPr>
          <p:nvPr/>
        </p:nvSpPr>
        <p:spPr>
          <a:xfrm>
            <a:off x="6534150" y="3790950"/>
            <a:ext cx="2057400" cy="1676400"/>
          </a:xfrm>
          <a:prstGeom prst="rect">
            <a:avLst/>
          </a:prstGeom>
          <a:solidFill>
            <a:srgbClr val="FFFFFF"/>
          </a:solidFill>
          <a:ln w="13335">
            <a:solidFill>
              <a:srgbClr val="B7B9B9"/>
            </a:solidFill>
            <a:prstDash val="solid"/>
          </a:ln>
        </p:spPr>
      </p:sp>
      <p:sp>
        <p:nvSpPr>
          <p:cNvPr id="32" name="DP3 object 31">
            <a:extLst>
              <a:ext uri="{FF2B5EF4-FFF2-40B4-BE49-F238E27FC236}">
                <ns2:creationId id="{A6FD40F9-E2A4-4757-B2ED-E2DD0BC50801}"/>
              </a:ext>
            </a:extLst>
          </p:cNvPr>
          <p:cNvSpPr>
            <a:spLocks noGrp="1"/>
          </p:cNvSpPr>
          <p:nvPr/>
        </p:nvSpPr>
        <p:spPr>
          <a:xfrm>
            <a:off x="66294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매출</a:t>
            </a:r>
            <a:endParaRPr lang="ko-KR">
              <a:latin typeface="Calibri"/>
              <a:ea typeface="Calibri"/>
              <a:cs typeface="Calibri"/>
            </a:endParaRPr>
          </a:p>
        </p:txBody>
      </p:sp>
      <p:sp>
        <p:nvSpPr>
          <p:cNvPr id="33" name="Editable path 32">
            <a:extLst>
              <a:ext uri="{FF2B5EF4-FFF2-40B4-BE49-F238E27FC236}">
                <ns2:creationId id="{6F607D16-8489-4338-B701-4A7C4BC31CA6}"/>
              </a:ext>
            </a:extLst>
          </p:cNvPr>
          <p:cNvSpPr>
            <a:spLocks noGrp="1"/>
          </p:cNvSpPr>
          <p:nvPr/>
        </p:nvSpPr>
        <p:spPr>
          <a:xfrm>
            <a:off x="6772275" y="4267200"/>
            <a:ext cx="953" cy="828675"/>
          </a:xfrm>
          <a:custGeom>
            <a:pathLst>
              <a:path w="953" h="828675">
                <a:moveTo>
                  <a:pt x="0" y="828675"/>
                </a:moveTo>
                <a:lnTo>
                  <a:pt x="0" y="0"/>
                </a:lnTo>
              </a:path>
            </a:pathLst>
          </a:custGeom>
          <a:noFill/>
          <a:ln w="12383">
            <a:solidFill>
              <a:srgbClr val="111111"/>
            </a:solidFill>
            <a:prstDash val="solid"/>
          </a:ln>
        </p:spPr>
      </p:sp>
      <p:sp>
        <p:nvSpPr>
          <p:cNvPr id="34" name="Editable path 33">
            <a:extLst>
              <a:ext uri="{FF2B5EF4-FFF2-40B4-BE49-F238E27FC236}">
                <ns2:creationId id="{FAD6BE82-6BAF-409A-9D12-1D5EB0CE4170}"/>
              </a:ext>
            </a:extLst>
          </p:cNvPr>
          <p:cNvSpPr>
            <a:spLocks noGrp="1"/>
          </p:cNvSpPr>
          <p:nvPr/>
        </p:nvSpPr>
        <p:spPr>
          <a:xfrm>
            <a:off x="6772275" y="5095875"/>
            <a:ext cx="1590675" cy="953"/>
          </a:xfrm>
          <a:custGeom>
            <a:pathLst>
              <a:path w="1590675" h="953">
                <a:moveTo>
                  <a:pt x="0" y="0"/>
                </a:moveTo>
                <a:lnTo>
                  <a:pt x="1590675" y="0"/>
                </a:lnTo>
              </a:path>
            </a:pathLst>
          </a:custGeom>
          <a:noFill/>
          <a:ln w="12383">
            <a:solidFill>
              <a:srgbClr val="111111"/>
            </a:solidFill>
            <a:prstDash val="solid"/>
          </a:ln>
        </p:spPr>
      </p:sp>
      <p:sp>
        <p:nvSpPr>
          <p:cNvPr id="35" name="Editable path 34">
            <a:extLst>
              <a:ext uri="{FF2B5EF4-FFF2-40B4-BE49-F238E27FC236}">
                <ns2:creationId id="{C5EFB737-FD3F-4B25-A863-FBE7EAAA880C}"/>
              </a:ext>
            </a:extLst>
          </p:cNvPr>
          <p:cNvSpPr>
            <a:spLocks noGrp="1"/>
          </p:cNvSpPr>
          <p:nvPr/>
        </p:nvSpPr>
        <p:spPr>
          <a:xfrm>
            <a:off x="6848475" y="4276725"/>
            <a:ext cx="1352550" cy="685800"/>
          </a:xfrm>
          <a:custGeom>
            <a:pathLst>
              <a:path w="1352550" h="685800">
                <a:moveTo>
                  <a:pt x="0" y="685800"/>
                </a:moveTo>
                <a:lnTo>
                  <a:pt x="381000" y="542925"/>
                </a:lnTo>
                <a:lnTo>
                  <a:pt x="781050" y="323850"/>
                </a:lnTo>
                <a:lnTo>
                  <a:pt x="1352550" y="0"/>
                </a:lnTo>
              </a:path>
            </a:pathLst>
          </a:custGeom>
          <a:noFill/>
          <a:ln w="28575">
            <a:solidFill>
              <a:srgbClr val="4676CB"/>
            </a:solidFill>
            <a:prstDash val="solid"/>
          </a:ln>
        </p:spPr>
      </p:sp>
      <p:sp>
        <p:nvSpPr>
          <p:cNvPr id="36" name="DP3 object 35">
            <a:extLst>
              <a:ext uri="{FF2B5EF4-FFF2-40B4-BE49-F238E27FC236}">
                <ns2:creationId id="{F2E137CF-9EE4-4DF0-AD2A-6A77669EE928}"/>
              </a:ext>
            </a:extLst>
          </p:cNvPr>
          <p:cNvSpPr>
            <a:spLocks noGrp="1"/>
          </p:cNvSpPr>
          <p:nvPr/>
        </p:nvSpPr>
        <p:spPr>
          <a:xfrm>
            <a:off x="8743950" y="3790950"/>
            <a:ext cx="2057400" cy="1676400"/>
          </a:xfrm>
          <a:prstGeom prst="rect">
            <a:avLst/>
          </a:prstGeom>
          <a:solidFill>
            <a:srgbClr val="FFFFFF"/>
          </a:solidFill>
          <a:ln w="13335">
            <a:solidFill>
              <a:srgbClr val="B7B9B9"/>
            </a:solidFill>
            <a:prstDash val="solid"/>
          </a:ln>
        </p:spPr>
      </p:sp>
      <p:sp>
        <p:nvSpPr>
          <p:cNvPr id="37" name="DP3 object 36">
            <a:extLst>
              <a:ext uri="{FF2B5EF4-FFF2-40B4-BE49-F238E27FC236}">
                <ns2:creationId id="{FC0A8832-65D3-4502-94BD-53E18B571A8A}"/>
              </a:ext>
            </a:extLst>
          </p:cNvPr>
          <p:cNvSpPr>
            <a:spLocks noGrp="1"/>
          </p:cNvSpPr>
          <p:nvPr/>
        </p:nvSpPr>
        <p:spPr>
          <a:xfrm>
            <a:off x="8839200" y="3867150"/>
            <a:ext cx="1866900" cy="257175"/>
          </a:xfrm>
          <a:prstGeom prst="rect">
            <a:avLst/>
          </a:prstGeom>
          <a:noFill/>
          <a:ln w="0">
            <a:noFill/>
            <a:prstDash val="solid"/>
          </a:ln>
        </p:spPr>
        <p:txBody>
          <a:bodyPr wrap="none" lIns="0" tIns="0" rIns="0" bIns="0" anchor="ctr">
            <a:noAutofit/>
          </a:bodyPr>
          <a:lstStyle>
            <a:defPPr algn="l">
              <a:defRPr sz="1700" b="1" lang="ko-KR">
                <a:solidFill>
                  <a:srgbClr val="111111"/>
                </a:solidFill>
                <a:latin typeface="Calibri"/>
                <a:ea typeface="Calibri"/>
                <a:cs typeface="Calibri"/>
              </a:defRPr>
            </a:defPPr>
            <a:lvl1pPr algn="l">
              <a:defRPr sz="1700" b="1" lang="ko-KR">
                <a:solidFill>
                  <a:srgbClr val="111111"/>
                </a:solidFill>
                <a:latin typeface="Calibri"/>
                <a:ea typeface="Calibri"/>
                <a:cs typeface="Calibri"/>
              </a:defRPr>
            </a:lvl1pPr>
            <a:lvl2pPr algn="l">
              <a:defRPr sz="1700" b="1" lang="ko-KR">
                <a:solidFill>
                  <a:srgbClr val="111111"/>
                </a:solidFill>
                <a:latin typeface="Calibri"/>
                <a:ea typeface="Calibri"/>
                <a:cs typeface="Calibri"/>
              </a:defRPr>
            </a:lvl2pPr>
            <a:lvl3pPr algn="l">
              <a:defRPr sz="1700" b="1" lang="ko-KR">
                <a:solidFill>
                  <a:srgbClr val="111111"/>
                </a:solidFill>
                <a:latin typeface="Calibri"/>
                <a:ea typeface="Calibri"/>
                <a:cs typeface="Calibri"/>
              </a:defRPr>
            </a:lvl3pPr>
            <a:lvl4pPr algn="l">
              <a:defRPr sz="1700" b="1" lang="ko-KR">
                <a:solidFill>
                  <a:srgbClr val="111111"/>
                </a:solidFill>
                <a:latin typeface="Calibri"/>
                <a:ea typeface="Calibri"/>
                <a:cs typeface="Calibri"/>
              </a:defRPr>
            </a:lvl4pPr>
            <a:lvl5pPr algn="l">
              <a:defRPr sz="1700" b="1" lang="ko-KR">
                <a:solidFill>
                  <a:srgbClr val="111111"/>
                </a:solidFill>
                <a:latin typeface="Calibri"/>
                <a:ea typeface="Calibri"/>
                <a:cs typeface="Calibri"/>
              </a:defRPr>
            </a:lvl5pPr>
            <a:lvl6pPr algn="l">
              <a:defRPr sz="1700" b="1" lang="ko-KR">
                <a:solidFill>
                  <a:srgbClr val="111111"/>
                </a:solidFill>
                <a:latin typeface="Calibri"/>
                <a:ea typeface="Calibri"/>
                <a:cs typeface="Calibri"/>
              </a:defRPr>
            </a:lvl6pPr>
            <a:lvl7pPr algn="l">
              <a:defRPr sz="1700" b="1" lang="ko-KR">
                <a:solidFill>
                  <a:srgbClr val="111111"/>
                </a:solidFill>
                <a:latin typeface="Calibri"/>
                <a:ea typeface="Calibri"/>
                <a:cs typeface="Calibri"/>
              </a:defRPr>
            </a:lvl7pPr>
            <a:lvl8pPr algn="l">
              <a:defRPr sz="1700" b="1" lang="ko-KR">
                <a:solidFill>
                  <a:srgbClr val="111111"/>
                </a:solidFill>
                <a:latin typeface="Calibri"/>
                <a:ea typeface="Calibri"/>
                <a:cs typeface="Calibri"/>
              </a:defRPr>
            </a:lvl8pPr>
            <a:lvl9pPr algn="l">
              <a:defRPr sz="1700" b="1" lang="ko-KR">
                <a:solidFill>
                  <a:srgbClr val="111111"/>
                </a:solidFill>
                <a:latin typeface="Calibri"/>
                <a:ea typeface="Calibri"/>
                <a:cs typeface="Calibri"/>
              </a:defRPr>
            </a:lvl9pPr>
          </a:lstStyle>
          <a:p>
            <a:pPr algn="l">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이익</a:t>
            </a:r>
            <a:endParaRPr lang="ko-KR">
              <a:latin typeface="Calibri"/>
              <a:ea typeface="Calibri"/>
              <a:cs typeface="Calibri"/>
            </a:endParaRPr>
          </a:p>
        </p:txBody>
      </p:sp>
      <p:sp>
        <p:nvSpPr>
          <p:cNvPr id="38" name="Editable path 37">
            <a:extLst>
              <a:ext uri="{FF2B5EF4-FFF2-40B4-BE49-F238E27FC236}">
                <ns2:creationId id="{C65404BE-0A93-4912-8D8C-3A834AF129C2}"/>
              </a:ext>
            </a:extLst>
          </p:cNvPr>
          <p:cNvSpPr>
            <a:spLocks noGrp="1"/>
          </p:cNvSpPr>
          <p:nvPr/>
        </p:nvSpPr>
        <p:spPr>
          <a:xfrm>
            <a:off x="8982075" y="4267200"/>
            <a:ext cx="953" cy="828675"/>
          </a:xfrm>
          <a:custGeom>
            <a:pathLst>
              <a:path w="953" h="828675">
                <a:moveTo>
                  <a:pt x="0" y="828675"/>
                </a:moveTo>
                <a:lnTo>
                  <a:pt x="0" y="0"/>
                </a:lnTo>
              </a:path>
            </a:pathLst>
          </a:custGeom>
          <a:noFill/>
          <a:ln w="12383">
            <a:solidFill>
              <a:srgbClr val="111111"/>
            </a:solidFill>
            <a:prstDash val="solid"/>
          </a:ln>
        </p:spPr>
      </p:sp>
      <p:sp>
        <p:nvSpPr>
          <p:cNvPr id="39" name="Editable path 38">
            <a:extLst>
              <a:ext uri="{FF2B5EF4-FFF2-40B4-BE49-F238E27FC236}">
                <ns2:creationId id="{0E091007-3292-4401-9480-A8A58C3BD7BF}"/>
              </a:ext>
            </a:extLst>
          </p:cNvPr>
          <p:cNvSpPr>
            <a:spLocks noGrp="1"/>
          </p:cNvSpPr>
          <p:nvPr/>
        </p:nvSpPr>
        <p:spPr>
          <a:xfrm>
            <a:off x="8982075" y="5095875"/>
            <a:ext cx="1590675" cy="953"/>
          </a:xfrm>
          <a:custGeom>
            <a:pathLst>
              <a:path w="1590675" h="953">
                <a:moveTo>
                  <a:pt x="0" y="0"/>
                </a:moveTo>
                <a:lnTo>
                  <a:pt x="1590675" y="0"/>
                </a:lnTo>
              </a:path>
            </a:pathLst>
          </a:custGeom>
          <a:noFill/>
          <a:ln w="12383">
            <a:solidFill>
              <a:srgbClr val="111111"/>
            </a:solidFill>
            <a:prstDash val="solid"/>
          </a:ln>
        </p:spPr>
      </p:sp>
      <p:sp>
        <p:nvSpPr>
          <p:cNvPr id="40" name="Editable path 39">
            <a:extLst>
              <a:ext uri="{FF2B5EF4-FFF2-40B4-BE49-F238E27FC236}">
                <ns2:creationId id="{12034179-9498-437C-A113-D0C88EC8708A}"/>
              </a:ext>
            </a:extLst>
          </p:cNvPr>
          <p:cNvSpPr>
            <a:spLocks noGrp="1"/>
          </p:cNvSpPr>
          <p:nvPr/>
        </p:nvSpPr>
        <p:spPr>
          <a:xfrm>
            <a:off x="9058275" y="4276725"/>
            <a:ext cx="1352550" cy="685800"/>
          </a:xfrm>
          <a:custGeom>
            <a:pathLst>
              <a:path w="1352550" h="685800">
                <a:moveTo>
                  <a:pt x="0" y="685800"/>
                </a:moveTo>
                <a:lnTo>
                  <a:pt x="381000" y="371475"/>
                </a:lnTo>
                <a:lnTo>
                  <a:pt x="781050" y="323850"/>
                </a:lnTo>
                <a:lnTo>
                  <a:pt x="1352550" y="0"/>
                </a:lnTo>
              </a:path>
            </a:pathLst>
          </a:custGeom>
          <a:noFill/>
          <a:ln w="28575">
            <a:solidFill>
              <a:srgbClr val="4676CB"/>
            </a:solidFill>
            <a:prstDash val="solid"/>
          </a:ln>
        </p:spPr>
      </p:sp>
      <p:sp>
        <p:nvSpPr>
          <p:cNvPr id="41" name="DP3 object 40">
            <a:extLst>
              <a:ext uri="{FF2B5EF4-FFF2-40B4-BE49-F238E27FC236}">
                <ns2:creationId id="{2C400133-3544-40A0-ACB1-D33FE7B77552}"/>
              </a:ext>
            </a:extLst>
          </p:cNvPr>
          <p:cNvSpPr>
            <a:spLocks noGrp="1"/>
          </p:cNvSpPr>
          <p:nvPr/>
        </p:nvSpPr>
        <p:spPr>
          <a:xfrm>
            <a:off x="6477000" y="3676650"/>
            <a:ext cx="4429125" cy="1781175"/>
          </a:xfrm>
          <a:prstGeom prst="ellipse">
            <a:avLst/>
          </a:prstGeom>
          <a:noFill/>
          <a:ln w="28575">
            <a:solidFill>
              <a:srgbClr val="C00000"/>
            </a:solidFill>
            <a:prstDash val="dash"/>
          </a:ln>
        </p:spPr>
      </p:sp>
      <p:sp>
        <p:nvSpPr>
          <p:cNvPr id="42" name="DP3 object 41">
            <a:extLst>
              <a:ext uri="{FF2B5EF4-FFF2-40B4-BE49-F238E27FC236}">
                <ns2:creationId id="{1D9520D6-E614-4617-BF29-8426D5394643}"/>
              </a:ext>
            </a:extLst>
          </p:cNvPr>
          <p:cNvSpPr>
            <a:spLocks noGrp="1"/>
          </p:cNvSpPr>
          <p:nvPr/>
        </p:nvSpPr>
        <p:spPr>
          <a:xfrm>
            <a:off x="7096125" y="5505450"/>
            <a:ext cx="3333750" cy="238125"/>
          </a:xfrm>
          <a:prstGeom prst="rect">
            <a:avLst/>
          </a:prstGeom>
          <a:noFill/>
          <a:ln w="0">
            <a:noFill/>
            <a:prstDash val="solid"/>
          </a:ln>
        </p:spPr>
        <p:txBody>
          <a:bodyPr wrap="none" lIns="0" tIns="0" rIns="0" bIns="0" anchor="ctr">
            <a:noAutofit/>
          </a:bodyPr>
          <a:lstStyle>
            <a:defPPr algn="ctr">
              <a:defRPr sz="1400" b="1" lang="ko-KR">
                <a:solidFill>
                  <a:srgbClr val="C00000"/>
                </a:solidFill>
                <a:latin typeface="Calibri"/>
                <a:ea typeface="Calibri"/>
                <a:cs typeface="Calibri"/>
              </a:defRPr>
            </a:defPPr>
            <a:lvl1pPr algn="ctr">
              <a:defRPr sz="1400" b="1" lang="ko-KR">
                <a:solidFill>
                  <a:srgbClr val="C00000"/>
                </a:solidFill>
                <a:latin typeface="Calibri"/>
                <a:ea typeface="Calibri"/>
                <a:cs typeface="Calibri"/>
              </a:defRPr>
            </a:lvl1pPr>
            <a:lvl2pPr algn="ctr">
              <a:defRPr sz="1400" b="1" lang="ko-KR">
                <a:solidFill>
                  <a:srgbClr val="C00000"/>
                </a:solidFill>
                <a:latin typeface="Calibri"/>
                <a:ea typeface="Calibri"/>
                <a:cs typeface="Calibri"/>
              </a:defRPr>
            </a:lvl2pPr>
            <a:lvl3pPr algn="ctr">
              <a:defRPr sz="1400" b="1" lang="ko-KR">
                <a:solidFill>
                  <a:srgbClr val="C00000"/>
                </a:solidFill>
                <a:latin typeface="Calibri"/>
                <a:ea typeface="Calibri"/>
                <a:cs typeface="Calibri"/>
              </a:defRPr>
            </a:lvl3pPr>
            <a:lvl4pPr algn="ctr">
              <a:defRPr sz="1400" b="1" lang="ko-KR">
                <a:solidFill>
                  <a:srgbClr val="C00000"/>
                </a:solidFill>
                <a:latin typeface="Calibri"/>
                <a:ea typeface="Calibri"/>
                <a:cs typeface="Calibri"/>
              </a:defRPr>
            </a:lvl4pPr>
            <a:lvl5pPr algn="ctr">
              <a:defRPr sz="1400" b="1" lang="ko-KR">
                <a:solidFill>
                  <a:srgbClr val="C00000"/>
                </a:solidFill>
                <a:latin typeface="Calibri"/>
                <a:ea typeface="Calibri"/>
                <a:cs typeface="Calibri"/>
              </a:defRPr>
            </a:lvl5pPr>
            <a:lvl6pPr algn="ctr">
              <a:defRPr sz="1400" b="1" lang="ko-KR">
                <a:solidFill>
                  <a:srgbClr val="C00000"/>
                </a:solidFill>
                <a:latin typeface="Calibri"/>
                <a:ea typeface="Calibri"/>
                <a:cs typeface="Calibri"/>
              </a:defRPr>
            </a:lvl6pPr>
            <a:lvl7pPr algn="ctr">
              <a:defRPr sz="1400" b="1" lang="ko-KR">
                <a:solidFill>
                  <a:srgbClr val="C00000"/>
                </a:solidFill>
                <a:latin typeface="Calibri"/>
                <a:ea typeface="Calibri"/>
                <a:cs typeface="Calibri"/>
              </a:defRPr>
            </a:lvl7pPr>
            <a:lvl8pPr algn="ctr">
              <a:defRPr sz="1400" b="1" lang="ko-KR">
                <a:solidFill>
                  <a:srgbClr val="C00000"/>
                </a:solidFill>
                <a:latin typeface="Calibri"/>
                <a:ea typeface="Calibri"/>
                <a:cs typeface="Calibri"/>
              </a:defRPr>
            </a:lvl8pPr>
            <a:lvl9pPr algn="ctr">
              <a:defRPr sz="1400" b="1" lang="ko-KR">
                <a:solidFill>
                  <a:srgbClr val="C00000"/>
                </a:solidFill>
                <a:latin typeface="Calibri"/>
                <a:ea typeface="Calibri"/>
                <a:cs typeface="Calibri"/>
              </a:defRPr>
            </a:lvl9pPr>
          </a:lstStyle>
          <a:p>
            <a:pPr algn="ctr">
              <a:defRPr sz="1400" b="1" lang="ko-KR">
                <a:solidFill>
                  <a:srgbClr val="C00000"/>
                </a:solidFill>
                <a:latin typeface="Calibri"/>
                <a:ea typeface="Calibri"/>
                <a:cs typeface="Calibri"/>
              </a:defRPr>
            </a:pPr>
            <a:r>
              <a:rPr sz="1400" b="1" lang="ko-KR">
                <a:solidFill>
                  <a:srgbClr val="C00000"/>
                </a:solidFill>
                <a:latin typeface="Calibri"/>
                <a:ea typeface="Calibri"/>
                <a:cs typeface="Calibri"/>
              </a:rPr>
              <a:t>포인터로 둘러싼 영역</a:t>
            </a:r>
            <a:endParaRPr lang="ko-KR">
              <a:latin typeface="Calibri"/>
              <a:ea typeface="Calibri"/>
              <a:cs typeface="Calibri"/>
            </a:endParaRPr>
          </a:p>
        </p:txBody>
      </p:sp>
      <p:sp>
        <p:nvSpPr>
          <p:cNvPr id="43" name="DP3 object 42">
            <a:extLst>
              <a:ext uri="{FF2B5EF4-FFF2-40B4-BE49-F238E27FC236}">
                <ns2:creationId id="{E666A7A8-3613-48B1-A646-6529ED8EDDC7}"/>
              </a:ext>
            </a:extLst>
          </p:cNvPr>
          <p:cNvSpPr>
            <a:spLocks noGrp="1"/>
          </p:cNvSpPr>
          <p:nvPr/>
        </p:nvSpPr>
        <p:spPr>
          <a:xfrm>
            <a:off x="12096750" y="3781425"/>
            <a:ext cx="4048125" cy="333375"/>
          </a:xfrm>
          <a:prstGeom prst="rect">
            <a:avLst/>
          </a:prstGeom>
          <a:noFill/>
          <a:ln w="0">
            <a:noFill/>
            <a:prstDash val="solid"/>
          </a:ln>
        </p:spPr>
        <p:txBody>
          <a:bodyPr wrap="none" lIns="0" tIns="0" rIns="0" bIns="0" anchor="ctr">
            <a:noAutofit/>
          </a:bodyPr>
          <a:lstStyle>
            <a:defPPr algn="l">
              <a:defRPr sz="2000" b="1" lang="ko-KR">
                <a:solidFill>
                  <a:srgbClr val="111111"/>
                </a:solidFill>
                <a:latin typeface="Calibri"/>
                <a:ea typeface="Calibri"/>
                <a:cs typeface="Calibri"/>
              </a:defRPr>
            </a:defPPr>
            <a:lvl1pPr algn="l">
              <a:defRPr sz="2000" b="1" lang="ko-KR">
                <a:solidFill>
                  <a:srgbClr val="111111"/>
                </a:solidFill>
                <a:latin typeface="Calibri"/>
                <a:ea typeface="Calibri"/>
                <a:cs typeface="Calibri"/>
              </a:defRPr>
            </a:lvl1pPr>
            <a:lvl2pPr algn="l">
              <a:defRPr sz="2000" b="1" lang="ko-KR">
                <a:solidFill>
                  <a:srgbClr val="111111"/>
                </a:solidFill>
                <a:latin typeface="Calibri"/>
                <a:ea typeface="Calibri"/>
                <a:cs typeface="Calibri"/>
              </a:defRPr>
            </a:lvl2pPr>
            <a:lvl3pPr algn="l">
              <a:defRPr sz="2000" b="1" lang="ko-KR">
                <a:solidFill>
                  <a:srgbClr val="111111"/>
                </a:solidFill>
                <a:latin typeface="Calibri"/>
                <a:ea typeface="Calibri"/>
                <a:cs typeface="Calibri"/>
              </a:defRPr>
            </a:lvl3pPr>
            <a:lvl4pPr algn="l">
              <a:defRPr sz="2000" b="1" lang="ko-KR">
                <a:solidFill>
                  <a:srgbClr val="111111"/>
                </a:solidFill>
                <a:latin typeface="Calibri"/>
                <a:ea typeface="Calibri"/>
                <a:cs typeface="Calibri"/>
              </a:defRPr>
            </a:lvl4pPr>
            <a:lvl5pPr algn="l">
              <a:defRPr sz="2000" b="1" lang="ko-KR">
                <a:solidFill>
                  <a:srgbClr val="111111"/>
                </a:solidFill>
                <a:latin typeface="Calibri"/>
                <a:ea typeface="Calibri"/>
                <a:cs typeface="Calibri"/>
              </a:defRPr>
            </a:lvl5pPr>
            <a:lvl6pPr algn="l">
              <a:defRPr sz="2000" b="1" lang="ko-KR">
                <a:solidFill>
                  <a:srgbClr val="111111"/>
                </a:solidFill>
                <a:latin typeface="Calibri"/>
                <a:ea typeface="Calibri"/>
                <a:cs typeface="Calibri"/>
              </a:defRPr>
            </a:lvl6pPr>
            <a:lvl7pPr algn="l">
              <a:defRPr sz="2000" b="1" lang="ko-KR">
                <a:solidFill>
                  <a:srgbClr val="111111"/>
                </a:solidFill>
                <a:latin typeface="Calibri"/>
                <a:ea typeface="Calibri"/>
                <a:cs typeface="Calibri"/>
              </a:defRPr>
            </a:lvl7pPr>
            <a:lvl8pPr algn="l">
              <a:defRPr sz="2000" b="1" lang="ko-KR">
                <a:solidFill>
                  <a:srgbClr val="111111"/>
                </a:solidFill>
                <a:latin typeface="Calibri"/>
                <a:ea typeface="Calibri"/>
                <a:cs typeface="Calibri"/>
              </a:defRPr>
            </a:lvl8pPr>
            <a:lvl9pPr algn="l">
              <a:defRPr sz="2000" b="1" lang="ko-KR">
                <a:solidFill>
                  <a:srgbClr val="111111"/>
                </a:solidFill>
                <a:latin typeface="Calibri"/>
                <a:ea typeface="Calibri"/>
                <a:cs typeface="Calibri"/>
              </a:defRPr>
            </a:lvl9pPr>
          </a:lstStyle>
          <a:p>
            <a:pPr algn="l">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받은 편지함</a:t>
            </a:r>
            <a:endParaRPr lang="ko-KR">
              <a:latin typeface="Calibri"/>
              <a:ea typeface="Calibri"/>
              <a:cs typeface="Calibri"/>
            </a:endParaRPr>
          </a:p>
        </p:txBody>
      </p:sp>
      <p:sp>
        <p:nvSpPr>
          <p:cNvPr id="44" name="Editable path 43">
            <a:extLst>
              <a:ext uri="{FF2B5EF4-FFF2-40B4-BE49-F238E27FC236}">
                <ns2:creationId id="{F156CA02-E87C-4580-BCFE-88D46E9C643F}"/>
              </a:ext>
            </a:extLst>
          </p:cNvPr>
          <p:cNvSpPr>
            <a:spLocks noGrp="1"/>
          </p:cNvSpPr>
          <p:nvPr/>
        </p:nvSpPr>
        <p:spPr>
          <a:xfrm>
            <a:off x="12096750" y="4552950"/>
            <a:ext cx="4162425" cy="953"/>
          </a:xfrm>
          <a:custGeom>
            <a:pathLst>
              <a:path w="4162425" h="953">
                <a:moveTo>
                  <a:pt x="0" y="0"/>
                </a:moveTo>
                <a:lnTo>
                  <a:pt x="4162425" y="0"/>
                </a:lnTo>
              </a:path>
            </a:pathLst>
          </a:custGeom>
          <a:noFill/>
          <a:ln w="9525">
            <a:solidFill>
              <a:srgbClr val="B7B9B9"/>
            </a:solidFill>
            <a:prstDash val="solid"/>
          </a:ln>
        </p:spPr>
      </p:sp>
      <p:sp>
        <p:nvSpPr>
          <p:cNvPr id="45" name="DP3 object 44">
            <a:extLst>
              <a:ext uri="{FF2B5EF4-FFF2-40B4-BE49-F238E27FC236}">
                <ns2:creationId id="{C9F64BC7-C980-4AC5-9596-18C40E49EB74}"/>
              </a:ext>
            </a:extLst>
          </p:cNvPr>
          <p:cNvSpPr>
            <a:spLocks noGrp="1"/>
          </p:cNvSpPr>
          <p:nvPr/>
        </p:nvSpPr>
        <p:spPr>
          <a:xfrm>
            <a:off x="12106275" y="42100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회의 자료 확인</a:t>
            </a:r>
            <a:endParaRPr lang="ko-KR">
              <a:latin typeface="Calibri"/>
              <a:ea typeface="Calibri"/>
              <a:cs typeface="Calibri"/>
            </a:endParaRPr>
          </a:p>
        </p:txBody>
      </p:sp>
      <p:sp>
        <p:nvSpPr>
          <p:cNvPr id="46" name="Editable path 45">
            <a:extLst>
              <a:ext uri="{FF2B5EF4-FFF2-40B4-BE49-F238E27FC236}">
                <ns2:creationId id="{9D26E4C5-1275-4404-B878-E0524523FC3A}"/>
              </a:ext>
            </a:extLst>
          </p:cNvPr>
          <p:cNvSpPr>
            <a:spLocks noGrp="1"/>
          </p:cNvSpPr>
          <p:nvPr/>
        </p:nvSpPr>
        <p:spPr>
          <a:xfrm>
            <a:off x="12096750" y="5029200"/>
            <a:ext cx="4162425" cy="953"/>
          </a:xfrm>
          <a:custGeom>
            <a:pathLst>
              <a:path w="4162425" h="953">
                <a:moveTo>
                  <a:pt x="0" y="0"/>
                </a:moveTo>
                <a:lnTo>
                  <a:pt x="4162425" y="0"/>
                </a:lnTo>
              </a:path>
            </a:pathLst>
          </a:custGeom>
          <a:noFill/>
          <a:ln w="9525">
            <a:solidFill>
              <a:srgbClr val="B7B9B9"/>
            </a:solidFill>
            <a:prstDash val="solid"/>
          </a:ln>
        </p:spPr>
      </p:sp>
      <p:sp>
        <p:nvSpPr>
          <p:cNvPr id="47" name="DP3 object 46">
            <a:extLst>
              <a:ext uri="{FF2B5EF4-FFF2-40B4-BE49-F238E27FC236}">
                <ns2:creationId id="{5F5DB19B-C875-4822-A761-A6F13E479F09}"/>
              </a:ext>
            </a:extLst>
          </p:cNvPr>
          <p:cNvSpPr>
            <a:spLocks noGrp="1"/>
          </p:cNvSpPr>
          <p:nvPr/>
        </p:nvSpPr>
        <p:spPr>
          <a:xfrm>
            <a:off x="12106275" y="468630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다음 주 일정</a:t>
            </a:r>
            <a:endParaRPr lang="ko-KR">
              <a:latin typeface="Calibri"/>
              <a:ea typeface="Calibri"/>
              <a:cs typeface="Calibri"/>
            </a:endParaRPr>
          </a:p>
        </p:txBody>
      </p:sp>
      <p:sp>
        <p:nvSpPr>
          <p:cNvPr id="48" name="Editable path 47">
            <a:extLst>
              <a:ext uri="{FF2B5EF4-FFF2-40B4-BE49-F238E27FC236}">
                <ns2:creationId id="{B5D8ABC8-23FE-4E3E-B995-613243BF312A}"/>
              </a:ext>
            </a:extLst>
          </p:cNvPr>
          <p:cNvSpPr>
            <a:spLocks noGrp="1"/>
          </p:cNvSpPr>
          <p:nvPr/>
        </p:nvSpPr>
        <p:spPr>
          <a:xfrm>
            <a:off x="12096750" y="5505450"/>
            <a:ext cx="4162425" cy="953"/>
          </a:xfrm>
          <a:custGeom>
            <a:pathLst>
              <a:path w="4162425" h="953">
                <a:moveTo>
                  <a:pt x="0" y="0"/>
                </a:moveTo>
                <a:lnTo>
                  <a:pt x="4162425" y="0"/>
                </a:lnTo>
              </a:path>
            </a:pathLst>
          </a:custGeom>
          <a:noFill/>
          <a:ln w="9525">
            <a:solidFill>
              <a:srgbClr val="B7B9B9"/>
            </a:solidFill>
            <a:prstDash val="solid"/>
          </a:ln>
        </p:spPr>
      </p:sp>
      <p:sp>
        <p:nvSpPr>
          <p:cNvPr id="49" name="DP3 object 48">
            <a:extLst>
              <a:ext uri="{FF2B5EF4-FFF2-40B4-BE49-F238E27FC236}">
                <ns2:creationId id="{EE7193F4-F804-472D-B836-3DD5C3887AB5}"/>
              </a:ext>
            </a:extLst>
          </p:cNvPr>
          <p:cNvSpPr>
            <a:spLocks noGrp="1"/>
          </p:cNvSpPr>
          <p:nvPr/>
        </p:nvSpPr>
        <p:spPr>
          <a:xfrm>
            <a:off x="12106275" y="5162550"/>
            <a:ext cx="4000500" cy="333375"/>
          </a:xfrm>
          <a:prstGeom prst="rect">
            <a:avLst/>
          </a:prstGeom>
          <a:noFill/>
          <a:ln w="0">
            <a:noFill/>
            <a:prstDash val="solid"/>
          </a:ln>
        </p:spPr>
        <p:txBody>
          <a:bodyPr wrap="none" lIns="0" tIns="0" rIns="0" bIns="0" anchor="ctr">
            <a:noAutofit/>
          </a:bodyPr>
          <a:lstStyle>
            <a:defPPr algn="l">
              <a:defRPr sz="1700" b="0" lang="ko-KR">
                <a:solidFill>
                  <a:srgbClr val="111111"/>
                </a:solidFill>
                <a:latin typeface="Calibri"/>
                <a:ea typeface="Calibri"/>
                <a:cs typeface="Calibri"/>
              </a:defRPr>
            </a:defPPr>
            <a:lvl1pPr algn="l">
              <a:defRPr sz="1700" b="0" lang="ko-KR">
                <a:solidFill>
                  <a:srgbClr val="111111"/>
                </a:solidFill>
                <a:latin typeface="Calibri"/>
                <a:ea typeface="Calibri"/>
                <a:cs typeface="Calibri"/>
              </a:defRPr>
            </a:lvl1pPr>
            <a:lvl2pPr algn="l">
              <a:defRPr sz="1700" b="0" lang="ko-KR">
                <a:solidFill>
                  <a:srgbClr val="111111"/>
                </a:solidFill>
                <a:latin typeface="Calibri"/>
                <a:ea typeface="Calibri"/>
                <a:cs typeface="Calibri"/>
              </a:defRPr>
            </a:lvl2pPr>
            <a:lvl3pPr algn="l">
              <a:defRPr sz="1700" b="0" lang="ko-KR">
                <a:solidFill>
                  <a:srgbClr val="111111"/>
                </a:solidFill>
                <a:latin typeface="Calibri"/>
                <a:ea typeface="Calibri"/>
                <a:cs typeface="Calibri"/>
              </a:defRPr>
            </a:lvl3pPr>
            <a:lvl4pPr algn="l">
              <a:defRPr sz="1700" b="0" lang="ko-KR">
                <a:solidFill>
                  <a:srgbClr val="111111"/>
                </a:solidFill>
                <a:latin typeface="Calibri"/>
                <a:ea typeface="Calibri"/>
                <a:cs typeface="Calibri"/>
              </a:defRPr>
            </a:lvl4pPr>
            <a:lvl5pPr algn="l">
              <a:defRPr sz="1700" b="0" lang="ko-KR">
                <a:solidFill>
                  <a:srgbClr val="111111"/>
                </a:solidFill>
                <a:latin typeface="Calibri"/>
                <a:ea typeface="Calibri"/>
                <a:cs typeface="Calibri"/>
              </a:defRPr>
            </a:lvl5pPr>
            <a:lvl6pPr algn="l">
              <a:defRPr sz="1700" b="0" lang="ko-KR">
                <a:solidFill>
                  <a:srgbClr val="111111"/>
                </a:solidFill>
                <a:latin typeface="Calibri"/>
                <a:ea typeface="Calibri"/>
                <a:cs typeface="Calibri"/>
              </a:defRPr>
            </a:lvl6pPr>
            <a:lvl7pPr algn="l">
              <a:defRPr sz="1700" b="0" lang="ko-KR">
                <a:solidFill>
                  <a:srgbClr val="111111"/>
                </a:solidFill>
                <a:latin typeface="Calibri"/>
                <a:ea typeface="Calibri"/>
                <a:cs typeface="Calibri"/>
              </a:defRPr>
            </a:lvl7pPr>
            <a:lvl8pPr algn="l">
              <a:defRPr sz="1700" b="0" lang="ko-KR">
                <a:solidFill>
                  <a:srgbClr val="111111"/>
                </a:solidFill>
                <a:latin typeface="Calibri"/>
                <a:ea typeface="Calibri"/>
                <a:cs typeface="Calibri"/>
              </a:defRPr>
            </a:lvl8pPr>
            <a:lvl9pPr algn="l">
              <a:defRPr sz="1700" b="0" lang="ko-KR">
                <a:solidFill>
                  <a:srgbClr val="111111"/>
                </a:solidFill>
                <a:latin typeface="Calibri"/>
                <a:ea typeface="Calibri"/>
                <a:cs typeface="Calibri"/>
              </a:defRPr>
            </a:lvl9pPr>
          </a:lstStyle>
          <a:p>
            <a:pPr algn="l">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검토 요청</a:t>
            </a:r>
            <a:endParaRPr lang="ko-KR">
              <a:latin typeface="Calibri"/>
              <a:ea typeface="Calibri"/>
              <a:cs typeface="Calibri"/>
            </a:endParaRPr>
          </a:p>
        </p:txBody>
      </p:sp>
      <p:sp>
        <p:nvSpPr>
          <p:cNvPr id="50" name="Editable path 49">
            <a:extLst>
              <a:ext uri="{FF2B5EF4-FFF2-40B4-BE49-F238E27FC236}">
                <ns2:creationId id="{97499C99-2F2A-47E3-B196-86CEAFEFF980}"/>
              </a:ext>
            </a:extLst>
          </p:cNvPr>
          <p:cNvSpPr>
            <a:spLocks noGrp="1"/>
          </p:cNvSpPr>
          <p:nvPr/>
        </p:nvSpPr>
        <p:spPr>
          <a:xfrm>
            <a:off x="5543550" y="4524375"/>
            <a:ext cx="571500" cy="953"/>
          </a:xfrm>
          <a:custGeom>
            <a:pathLst>
              <a:path w="571500" h="953">
                <a:moveTo>
                  <a:pt x="0" y="0"/>
                </a:moveTo>
                <a:lnTo>
                  <a:pt x="571500" y="0"/>
                </a:lnTo>
              </a:path>
            </a:pathLst>
          </a:custGeom>
          <a:noFill/>
          <a:ln w="21908">
            <a:solidFill>
              <a:srgbClr val="111111"/>
            </a:solidFill>
            <a:prstDash val="solid"/>
          </a:ln>
        </p:spPr>
      </p:sp>
      <p:sp>
        <p:nvSpPr>
          <p:cNvPr id="51" name="Editable arrowhead 50">
            <a:extLst>
              <a:ext uri="{FF2B5EF4-FFF2-40B4-BE49-F238E27FC236}">
                <ns2:creationId id="{10090E18-8FF8-4D22-A56E-105F5E795605}"/>
              </a:ext>
            </a:extLst>
          </p:cNvPr>
          <p:cNvSpPr>
            <a:spLocks noGrp="1"/>
          </p:cNvSpPr>
          <p:nvPr/>
        </p:nvSpPr>
        <p:spPr>
          <a:xfrm>
            <a:off x="60198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2" name="Editable path 51">
            <a:extLst>
              <a:ext uri="{FF2B5EF4-FFF2-40B4-BE49-F238E27FC236}">
                <ns2:creationId id="{1B22A465-48A1-4F83-B59E-6003C593E1F9}"/>
              </a:ext>
            </a:extLst>
          </p:cNvPr>
          <p:cNvSpPr>
            <a:spLocks noGrp="1"/>
          </p:cNvSpPr>
          <p:nvPr/>
        </p:nvSpPr>
        <p:spPr>
          <a:xfrm>
            <a:off x="11068050" y="4524375"/>
            <a:ext cx="571500" cy="953"/>
          </a:xfrm>
          <a:custGeom>
            <a:pathLst>
              <a:path w="571500" h="953">
                <a:moveTo>
                  <a:pt x="0" y="0"/>
                </a:moveTo>
                <a:lnTo>
                  <a:pt x="571500" y="0"/>
                </a:lnTo>
              </a:path>
            </a:pathLst>
          </a:custGeom>
          <a:noFill/>
          <a:ln w="21908">
            <a:solidFill>
              <a:srgbClr val="111111"/>
            </a:solidFill>
            <a:prstDash val="solid"/>
          </a:ln>
        </p:spPr>
      </p:sp>
      <p:sp>
        <p:nvSpPr>
          <p:cNvPr id="53" name="Editable arrowhead 52">
            <a:extLst>
              <a:ext uri="{FF2B5EF4-FFF2-40B4-BE49-F238E27FC236}">
                <ns2:creationId id="{F57C2874-0D39-482D-8CFF-DBFB6A055091}"/>
              </a:ext>
            </a:extLst>
          </p:cNvPr>
          <p:cNvSpPr>
            <a:spLocks noGrp="1"/>
          </p:cNvSpPr>
          <p:nvPr/>
        </p:nvSpPr>
        <p:spPr>
          <a:xfrm>
            <a:off x="11544300" y="4476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이 매출과…”">
            <a:extLst>
              <a:ext uri="{FF2B5EF4-FFF2-40B4-BE49-F238E27FC236}">
                <ns2:creationId id="{7501025D-C7D1-4FF6-8E3E-D0E92D0C4011}"/>
              </a:ext>
            </a:extLst>
          </p:cNvPr>
          <p:cNvSpPr>
            <a:spLocks noGrp="1"/>
          </p:cNvSpPr>
          <p:nvPr/>
        </p:nvSpPr>
        <p:spPr>
          <a:xfrm>
            <a:off x="809625" y="6115050"/>
            <a:ext cx="4667250" cy="666750"/>
          </a:xfrm>
          <a:prstGeom prst="rect">
            <a:avLst/>
          </a:prstGeom>
          <a:solidFill>
            <a:srgbClr val="FFF6DD"/>
          </a:solidFill>
          <a:ln w="17145">
            <a:solidFill>
              <a:srgbClr val="111111"/>
            </a:solidFill>
            <a:prstDash val="solid"/>
          </a:ln>
        </p:spPr>
      </p:sp>
      <p:sp>
        <p:nvSpPr>
          <p:cNvPr id="55" name="DP3 object 53">
            <a:extLst>
              <a:ext uri="{FF2B5EF4-FFF2-40B4-BE49-F238E27FC236}">
                <ns2:creationId id="{3E9351F8-F929-4CB0-BAC9-B3C2874BF36E}"/>
              </a:ext>
            </a:extLst>
          </p:cNvPr>
          <p:cNvSpPr>
            <a:spLocks noGrp="1"/>
          </p:cNvSpPr>
          <p:nvPr/>
        </p:nvSpPr>
        <p:spPr>
          <a:xfrm>
            <a:off x="876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“이 매출과…”</a:t>
            </a:r>
            <a:endParaRPr lang="ko-KR">
              <a:latin typeface="Calibri"/>
              <a:ea typeface="Calibri"/>
              <a:cs typeface="Calibri"/>
            </a:endParaRPr>
          </a:p>
        </p:txBody>
      </p:sp>
      <p:sp>
        <p:nvSpPr>
          <p:cNvPr id="56" name="“이 두 그래프를 비교해줘.”">
            <a:extLst>
              <a:ext uri="{FF2B5EF4-FFF2-40B4-BE49-F238E27FC236}">
                <ns2:creationId id="{19505BD6-F314-4E8A-86AA-D59ED7A50F92}"/>
              </a:ext>
            </a:extLst>
          </p:cNvPr>
          <p:cNvSpPr>
            <a:spLocks noGrp="1"/>
          </p:cNvSpPr>
          <p:nvPr/>
        </p:nvSpPr>
        <p:spPr>
          <a:xfrm>
            <a:off x="6334125" y="6115050"/>
            <a:ext cx="4667250" cy="666750"/>
          </a:xfrm>
          <a:prstGeom prst="rect">
            <a:avLst/>
          </a:prstGeom>
          <a:solidFill>
            <a:srgbClr val="FFF6DD"/>
          </a:solidFill>
          <a:ln w="17145">
            <a:solidFill>
              <a:srgbClr val="111111"/>
            </a:solidFill>
            <a:prstDash val="solid"/>
          </a:ln>
        </p:spPr>
      </p:sp>
      <p:sp>
        <p:nvSpPr>
          <p:cNvPr id="57" name="DP3 object 54">
            <a:extLst>
              <a:ext uri="{FF2B5EF4-FFF2-40B4-BE49-F238E27FC236}">
                <ns2:creationId id="{419A7644-2A9F-4D3F-812D-E249DA0CF757}"/>
              </a:ext>
            </a:extLst>
          </p:cNvPr>
          <p:cNvSpPr>
            <a:spLocks noGrp="1"/>
          </p:cNvSpPr>
          <p:nvPr/>
        </p:nvSpPr>
        <p:spPr>
          <a:xfrm>
            <a:off x="6400800" y="6153150"/>
            <a:ext cx="4533900" cy="59055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“이 두 그래프를 비교해줘.”</a:t>
            </a:r>
            <a:endParaRPr lang="ko-KR">
              <a:latin typeface="Calibri"/>
              <a:ea typeface="Calibri"/>
              <a:cs typeface="Calibri"/>
            </a:endParaRPr>
          </a:p>
        </p:txBody>
      </p:sp>
      <p:sp>
        <p:nvSpPr>
          <p:cNvPr id="58" name="“아니, 오른쪽 것만.”">
            <a:extLst>
              <a:ext uri="{FF2B5EF4-FFF2-40B4-BE49-F238E27FC236}">
                <ns2:creationId id="{6A7813A2-5842-4EEF-8A6A-D2960964E8F2}"/>
              </a:ext>
            </a:extLst>
          </p:cNvPr>
          <p:cNvSpPr>
            <a:spLocks noGrp="1"/>
          </p:cNvSpPr>
          <p:nvPr/>
        </p:nvSpPr>
        <p:spPr>
          <a:xfrm>
            <a:off x="11858625" y="6115050"/>
            <a:ext cx="4667250" cy="666750"/>
          </a:xfrm>
          <a:prstGeom prst="rect">
            <a:avLst/>
          </a:prstGeom>
          <a:solidFill>
            <a:srgbClr val="FFF6DD"/>
          </a:solidFill>
          <a:ln w="17145">
            <a:solidFill>
              <a:srgbClr val="111111"/>
            </a:solidFill>
            <a:prstDash val="solid"/>
          </a:ln>
        </p:spPr>
      </p:sp>
      <p:sp>
        <p:nvSpPr>
          <p:cNvPr id="59" name="DP3 object 55">
            <a:extLst>
              <a:ext uri="{FF2B5EF4-FFF2-40B4-BE49-F238E27FC236}">
                <ns2:creationId id="{24C9B396-1C7C-4704-9A53-31EA6E6752F3}"/>
              </a:ext>
            </a:extLst>
          </p:cNvPr>
          <p:cNvSpPr>
            <a:spLocks noGrp="1"/>
          </p:cNvSpPr>
          <p:nvPr/>
        </p:nvSpPr>
        <p:spPr>
          <a:xfrm>
            <a:off x="11925300" y="6153150"/>
            <a:ext cx="4533900" cy="590550"/>
          </a:xfrm>
          <a:prstGeom prst="rect">
            <a:avLst/>
          </a:prstGeom>
          <a:noFill/>
          <a:ln w="0">
            <a:noFill/>
            <a:prstDash val="solid"/>
          </a:ln>
        </p:spPr>
        <p:txBody>
          <a:bodyPr wrap="none" lIns="0" tIns="0" rIns="0" bIns="0" anchor="ctr">
            <a:noAutofit/>
          </a:bodyPr>
          <a:lstStyle>
            <a:defPPr algn="ctr">
              <a:defRPr sz="2300" b="1" lang="ko-KR">
                <a:solidFill>
                  <a:srgbClr val="111111"/>
                </a:solidFill>
                <a:latin typeface="Calibri"/>
                <a:ea typeface="Calibri"/>
                <a:cs typeface="Calibri"/>
              </a:defRPr>
            </a:defPPr>
            <a:lvl1pPr algn="ctr">
              <a:defRPr sz="2300" b="1" lang="ko-KR">
                <a:solidFill>
                  <a:srgbClr val="111111"/>
                </a:solidFill>
                <a:latin typeface="Calibri"/>
                <a:ea typeface="Calibri"/>
                <a:cs typeface="Calibri"/>
              </a:defRPr>
            </a:lvl1pPr>
            <a:lvl2pPr algn="ctr">
              <a:defRPr sz="2300" b="1" lang="ko-KR">
                <a:solidFill>
                  <a:srgbClr val="111111"/>
                </a:solidFill>
                <a:latin typeface="Calibri"/>
                <a:ea typeface="Calibri"/>
                <a:cs typeface="Calibri"/>
              </a:defRPr>
            </a:lvl2pPr>
            <a:lvl3pPr algn="ctr">
              <a:defRPr sz="2300" b="1" lang="ko-KR">
                <a:solidFill>
                  <a:srgbClr val="111111"/>
                </a:solidFill>
                <a:latin typeface="Calibri"/>
                <a:ea typeface="Calibri"/>
                <a:cs typeface="Calibri"/>
              </a:defRPr>
            </a:lvl3pPr>
            <a:lvl4pPr algn="ctr">
              <a:defRPr sz="2300" b="1" lang="ko-KR">
                <a:solidFill>
                  <a:srgbClr val="111111"/>
                </a:solidFill>
                <a:latin typeface="Calibri"/>
                <a:ea typeface="Calibri"/>
                <a:cs typeface="Calibri"/>
              </a:defRPr>
            </a:lvl4pPr>
            <a:lvl5pPr algn="ctr">
              <a:defRPr sz="2300" b="1" lang="ko-KR">
                <a:solidFill>
                  <a:srgbClr val="111111"/>
                </a:solidFill>
                <a:latin typeface="Calibri"/>
                <a:ea typeface="Calibri"/>
                <a:cs typeface="Calibri"/>
              </a:defRPr>
            </a:lvl5pPr>
            <a:lvl6pPr algn="ctr">
              <a:defRPr sz="2300" b="1" lang="ko-KR">
                <a:solidFill>
                  <a:srgbClr val="111111"/>
                </a:solidFill>
                <a:latin typeface="Calibri"/>
                <a:ea typeface="Calibri"/>
                <a:cs typeface="Calibri"/>
              </a:defRPr>
            </a:lvl6pPr>
            <a:lvl7pPr algn="ctr">
              <a:defRPr sz="2300" b="1" lang="ko-KR">
                <a:solidFill>
                  <a:srgbClr val="111111"/>
                </a:solidFill>
                <a:latin typeface="Calibri"/>
                <a:ea typeface="Calibri"/>
                <a:cs typeface="Calibri"/>
              </a:defRPr>
            </a:lvl7pPr>
            <a:lvl8pPr algn="ctr">
              <a:defRPr sz="2300" b="1" lang="ko-KR">
                <a:solidFill>
                  <a:srgbClr val="111111"/>
                </a:solidFill>
                <a:latin typeface="Calibri"/>
                <a:ea typeface="Calibri"/>
                <a:cs typeface="Calibri"/>
              </a:defRPr>
            </a:lvl8pPr>
            <a:lvl9pPr algn="ctr">
              <a:defRPr sz="2300" b="1" lang="ko-KR">
                <a:solidFill>
                  <a:srgbClr val="111111"/>
                </a:solidFill>
                <a:latin typeface="Calibri"/>
                <a:ea typeface="Calibri"/>
                <a:cs typeface="Calibri"/>
              </a:defRPr>
            </a:lvl9pPr>
          </a:lstStyle>
          <a:p>
            <a:pPr algn="ctr">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“아니, 오른쪽 것만.”</a:t>
            </a:r>
            <a:endParaRPr lang="ko-KR">
              <a:latin typeface="Calibri"/>
              <a:ea typeface="Calibri"/>
              <a:cs typeface="Calibri"/>
            </a:endParaRPr>
          </a:p>
        </p:txBody>
      </p:sp>
      <p:sp>
        <p:nvSpPr>
          <p:cNvPr id="60" name="Editable path 56">
            <a:extLst>
              <a:ext uri="{FF2B5EF4-FFF2-40B4-BE49-F238E27FC236}">
                <ns2:creationId id="{5F55081F-B1B4-4D0E-82D1-C650D663F13A}"/>
              </a:ext>
            </a:extLst>
          </p:cNvPr>
          <p:cNvSpPr>
            <a:spLocks noGrp="1"/>
          </p:cNvSpPr>
          <p:nvPr/>
        </p:nvSpPr>
        <p:spPr>
          <a:xfrm>
            <a:off x="11001375" y="4848225"/>
            <a:ext cx="3190875" cy="2352675"/>
          </a:xfrm>
          <a:custGeom>
            <a:pathLst>
              <a:path w="3190875" h="2352675">
                <a:moveTo>
                  <a:pt x="3190875" y="1933575"/>
                </a:moveTo>
                <a:lnTo>
                  <a:pt x="3190875" y="2352675"/>
                </a:lnTo>
                <a:lnTo>
                  <a:pt x="371475" y="2352675"/>
                </a:lnTo>
                <a:lnTo>
                  <a:pt x="371475" y="0"/>
                </a:lnTo>
                <a:lnTo>
                  <a:pt x="0" y="0"/>
                </a:lnTo>
              </a:path>
            </a:pathLst>
          </a:custGeom>
          <a:noFill/>
          <a:ln w="25718">
            <a:solidFill>
              <a:srgbClr val="C00000"/>
            </a:solidFill>
            <a:prstDash val="dash"/>
          </a:ln>
        </p:spPr>
      </p:sp>
      <p:sp>
        <p:nvSpPr>
          <p:cNvPr id="61" name="Editable arrowhead 57">
            <a:extLst>
              <a:ext uri="{FF2B5EF4-FFF2-40B4-BE49-F238E27FC236}">
                <ns2:creationId id="{6B6FEED3-05C5-45E1-AB0A-94873077281E}"/>
              </a:ext>
            </a:extLst>
          </p:cNvPr>
          <p:cNvSpPr>
            <a:spLocks noGrp="1"/>
          </p:cNvSpPr>
          <p:nvPr/>
        </p:nvSpPr>
        <p:spPr>
          <a:xfrm>
            <a:off x="11001375" y="4800600"/>
            <a:ext cx="95250" cy="95250"/>
          </a:xfrm>
          <a:custGeom>
            <a:pathLst>
              <a:path w="95250" h="95250">
                <a:moveTo>
                  <a:pt x="0" y="47625"/>
                </a:moveTo>
                <a:lnTo>
                  <a:pt x="95250" y="95250"/>
                </a:lnTo>
                <a:lnTo>
                  <a:pt x="95250" y="0"/>
                </a:lnTo>
                <a:close/>
              </a:path>
            </a:pathLst>
          </a:custGeom>
          <a:solidFill>
            <a:srgbClr val="C00000"/>
          </a:solidFill>
          <a:ln w="5715">
            <a:solidFill>
              <a:srgbClr val="C00000"/>
            </a:solidFill>
            <a:prstDash val="solid"/>
          </a:ln>
        </p:spPr>
      </p:sp>
      <p:sp>
        <p:nvSpPr>
          <p:cNvPr id="62" name="DP3 object 58">
            <a:extLst>
              <a:ext uri="{FF2B5EF4-FFF2-40B4-BE49-F238E27FC236}">
                <ns2:creationId id="{63A11708-69FF-418C-8DB8-A9F90EC6AC67}"/>
              </a:ext>
            </a:extLst>
          </p:cNvPr>
          <p:cNvSpPr>
            <a:spLocks noGrp="1"/>
          </p:cNvSpPr>
          <p:nvPr/>
        </p:nvSpPr>
        <p:spPr>
          <a:xfrm>
            <a:off x="809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“이 매출”은 파일 전체인가,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선택한 셀 범위인가?</a:t>
            </a:r>
            <a:endParaRPr lang="ko-KR">
              <a:latin typeface="Calibri"/>
              <a:ea typeface="Calibri"/>
              <a:cs typeface="Calibri"/>
            </a:endParaRPr>
          </a:p>
        </p:txBody>
      </p:sp>
      <p:sp>
        <p:nvSpPr>
          <p:cNvPr id="63" name="DP3 object 59">
            <a:extLst>
              <a:ext uri="{FF2B5EF4-FFF2-40B4-BE49-F238E27FC236}">
                <ns2:creationId id="{30F5E0A1-ADFB-4C27-B93C-3D4C578BE390}"/>
              </a:ext>
            </a:extLst>
          </p:cNvPr>
          <p:cNvSpPr>
            <a:spLocks noGrp="1"/>
          </p:cNvSpPr>
          <p:nvPr/>
        </p:nvSpPr>
        <p:spPr>
          <a:xfrm>
            <a:off x="63341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포인터의 원은 지칭 동작인가,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단순한 마우스 이동인가?</a:t>
            </a:r>
            <a:endParaRPr lang="ko-KR">
              <a:latin typeface="Calibri"/>
              <a:ea typeface="Calibri"/>
              <a:cs typeface="Calibri"/>
            </a:endParaRPr>
          </a:p>
        </p:txBody>
      </p:sp>
      <p:sp>
        <p:nvSpPr>
          <p:cNvPr id="64" name="DP3 object 60">
            <a:extLst>
              <a:ext uri="{FF2B5EF4-FFF2-40B4-BE49-F238E27FC236}">
                <ns2:creationId id="{8CBB2B90-C710-45B1-B66E-FF04B4F4BCF0}"/>
              </a:ext>
            </a:extLst>
          </p:cNvPr>
          <p:cNvSpPr>
            <a:spLocks noGrp="1"/>
          </p:cNvSpPr>
          <p:nvPr/>
        </p:nvSpPr>
        <p:spPr>
          <a:xfrm>
            <a:off x="11858625" y="7372350"/>
            <a:ext cx="4667250" cy="685800"/>
          </a:xfrm>
          <a:prstGeom prst="rect">
            <a:avLst/>
          </a:prstGeom>
          <a:noFill/>
          <a:ln w="0">
            <a:noFill/>
            <a:prstDash val="solid"/>
          </a:ln>
        </p:spPr>
        <p:txBody>
          <a:bodyPr wrap="none" lIns="0" tIns="0" rIns="0" bIns="0" anchor="ctr">
            <a:noAutofit/>
          </a:bodyPr>
          <a:lstStyle>
            <a:defPPr algn="ctr">
              <a:defRPr sz="2100" b="1" lang="ko-KR">
                <a:solidFill>
                  <a:srgbClr val="111111"/>
                </a:solidFill>
                <a:latin typeface="Calibri"/>
                <a:ea typeface="Calibri"/>
                <a:cs typeface="Calibri"/>
              </a:defRPr>
            </a:defPPr>
            <a:lvl1pPr algn="ctr">
              <a:defRPr sz="2100" b="1" lang="ko-KR">
                <a:solidFill>
                  <a:srgbClr val="111111"/>
                </a:solidFill>
                <a:latin typeface="Calibri"/>
                <a:ea typeface="Calibri"/>
                <a:cs typeface="Calibri"/>
              </a:defRPr>
            </a:lvl1pPr>
            <a:lvl2pPr algn="ctr">
              <a:defRPr sz="2100" b="1" lang="ko-KR">
                <a:solidFill>
                  <a:srgbClr val="111111"/>
                </a:solidFill>
                <a:latin typeface="Calibri"/>
                <a:ea typeface="Calibri"/>
                <a:cs typeface="Calibri"/>
              </a:defRPr>
            </a:lvl2pPr>
            <a:lvl3pPr algn="ctr">
              <a:defRPr sz="2100" b="1" lang="ko-KR">
                <a:solidFill>
                  <a:srgbClr val="111111"/>
                </a:solidFill>
                <a:latin typeface="Calibri"/>
                <a:ea typeface="Calibri"/>
                <a:cs typeface="Calibri"/>
              </a:defRPr>
            </a:lvl3pPr>
            <a:lvl4pPr algn="ctr">
              <a:defRPr sz="2100" b="1" lang="ko-KR">
                <a:solidFill>
                  <a:srgbClr val="111111"/>
                </a:solidFill>
                <a:latin typeface="Calibri"/>
                <a:ea typeface="Calibri"/>
                <a:cs typeface="Calibri"/>
              </a:defRPr>
            </a:lvl4pPr>
            <a:lvl5pPr algn="ctr">
              <a:defRPr sz="2100" b="1" lang="ko-KR">
                <a:solidFill>
                  <a:srgbClr val="111111"/>
                </a:solidFill>
                <a:latin typeface="Calibri"/>
                <a:ea typeface="Calibri"/>
                <a:cs typeface="Calibri"/>
              </a:defRPr>
            </a:lvl5pPr>
            <a:lvl6pPr algn="ctr">
              <a:defRPr sz="2100" b="1" lang="ko-KR">
                <a:solidFill>
                  <a:srgbClr val="111111"/>
                </a:solidFill>
                <a:latin typeface="Calibri"/>
                <a:ea typeface="Calibri"/>
                <a:cs typeface="Calibri"/>
              </a:defRPr>
            </a:lvl6pPr>
            <a:lvl7pPr algn="ctr">
              <a:defRPr sz="2100" b="1" lang="ko-KR">
                <a:solidFill>
                  <a:srgbClr val="111111"/>
                </a:solidFill>
                <a:latin typeface="Calibri"/>
                <a:ea typeface="Calibri"/>
                <a:cs typeface="Calibri"/>
              </a:defRPr>
            </a:lvl7pPr>
            <a:lvl8pPr algn="ctr">
              <a:defRPr sz="2100" b="1" lang="ko-KR">
                <a:solidFill>
                  <a:srgbClr val="111111"/>
                </a:solidFill>
                <a:latin typeface="Calibri"/>
                <a:ea typeface="Calibri"/>
                <a:cs typeface="Calibri"/>
              </a:defRPr>
            </a:lvl8pPr>
            <a:lvl9pPr algn="ctr">
              <a:defRPr sz="2100" b="1" lang="ko-KR">
                <a:solidFill>
                  <a:srgbClr val="111111"/>
                </a:solidFill>
                <a:latin typeface="Calibri"/>
                <a:ea typeface="Calibri"/>
                <a:cs typeface="Calibri"/>
              </a:defRPr>
            </a:lvl9pPr>
          </a:lstStyle>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“오른쪽 것”은 현재 메일인가,</a:t>
            </a:r>
            <a:endParaRPr lang="ko-KR">
              <a:latin typeface="Calibri"/>
              <a:ea typeface="Calibri"/>
              <a:cs typeface="Calibri"/>
            </a:endParaRPr>
          </a:p>
          <a:p>
            <a:pPr algn="ctr">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앞선 PDF의 그래프인가?</a:t>
            </a:r>
            <a:endParaRPr lang="ko-KR">
              <a:latin typeface="Calibri"/>
              <a:ea typeface="Calibri"/>
              <a:cs typeface="Calibri"/>
            </a:endParaRPr>
          </a:p>
        </p:txBody>
      </p:sp>
      <p:sp>
        <p:nvSpPr>
          <p:cNvPr id="65" name="Editable path 61">
            <a:extLst>
              <a:ext uri="{FF2B5EF4-FFF2-40B4-BE49-F238E27FC236}">
                <ns2:creationId id="{843287B6-FFFE-44C9-8943-E56B727FBFF2}"/>
              </a:ext>
            </a:extLst>
          </p:cNvPr>
          <p:cNvSpPr>
            <a:spLocks noGrp="1"/>
          </p:cNvSpPr>
          <p:nvPr/>
        </p:nvSpPr>
        <p:spPr>
          <a:xfrm>
            <a:off x="619125" y="8277225"/>
            <a:ext cx="16811625" cy="953"/>
          </a:xfrm>
          <a:custGeom>
            <a:pathLst>
              <a:path w="16811625" h="953">
                <a:moveTo>
                  <a:pt x="0" y="0"/>
                </a:moveTo>
                <a:lnTo>
                  <a:pt x="16811625" y="0"/>
                </a:lnTo>
              </a:path>
            </a:pathLst>
          </a:custGeom>
          <a:noFill/>
          <a:ln w="14288">
            <a:solidFill>
              <a:srgbClr val="4676CB"/>
            </a:solidFill>
            <a:prstDash val="solid"/>
          </a:ln>
        </p:spPr>
      </p:sp>
      <p:sp>
        <p:nvSpPr>
          <p:cNvPr id="66" name="DP3 object 62">
            <a:extLst>
              <a:ext uri="{FF2B5EF4-FFF2-40B4-BE49-F238E27FC236}">
                <ns2:creationId id="{EBA4DD3F-FC34-4FFE-9396-8EBF31309AB9}"/>
              </a:ext>
            </a:extLst>
          </p:cNvPr>
          <p:cNvSpPr>
            <a:spLocks noGrp="1"/>
          </p:cNvSpPr>
          <p:nvPr/>
        </p:nvSpPr>
        <p:spPr>
          <a:xfrm>
            <a:off x="809625" y="8477250"/>
            <a:ext cx="3238500" cy="66675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VIA가 정리할 요청</a:t>
            </a:r>
            <a:endParaRPr lang="ko-KR">
              <a:latin typeface="Calibri"/>
              <a:ea typeface="Calibri"/>
              <a:cs typeface="Calibri"/>
            </a:endParaRPr>
          </a:p>
        </p:txBody>
      </p:sp>
      <p:sp>
        <p:nvSpPr>
          <p:cNvPr id="67" name="DP3 object 63">
            <a:extLst>
              <a:ext uri="{FF2B5EF4-FFF2-40B4-BE49-F238E27FC236}">
                <ns2:creationId id="{0E2DA960-36F8-45B3-9B90-94D1961E61AD}"/>
              </a:ext>
            </a:extLst>
          </p:cNvPr>
          <p:cNvSpPr>
            <a:spLocks noGrp="1"/>
          </p:cNvSpPr>
          <p:nvPr/>
        </p:nvSpPr>
        <p:spPr>
          <a:xfrm>
            <a:off x="4191000" y="8410575"/>
            <a:ext cx="12620625" cy="7810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“매출 현황.xlsx의 선택 범위와</a:t>
            </a:r>
            <a:endParaRPr lang="ko-KR">
              <a:latin typeface="Calibri"/>
              <a:ea typeface="Calibri"/>
              <a:cs typeface="Calibri"/>
            </a:endParaRPr>
          </a:p>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실적 분석.pdf의 오른쪽 이익 그래프를 비교해줘.”</a:t>
            </a:r>
            <a:endParaRPr lang="ko-KR">
              <a:latin typeface="Calibri"/>
              <a:ea typeface="Calibri"/>
              <a:cs typeface="Calibri"/>
            </a:endParaRPr>
          </a:p>
        </p:txBody>
      </p:sp>
      <p:sp>
        <p:nvSpPr>
          <p:cNvPr id="68" name="DP3 object 64">
            <a:extLst>
              <a:ext uri="{FF2B5EF4-FFF2-40B4-BE49-F238E27FC236}">
                <ns2:creationId id="{384C58C9-1EB4-4588-934A-1EB67C08B1CD}"/>
              </a:ext>
            </a:extLst>
          </p:cNvPr>
          <p:cNvSpPr>
            <a:spLocks noGrp="1"/>
          </p:cNvSpPr>
          <p:nvPr/>
        </p:nvSpPr>
        <p:spPr>
          <a:xfrm>
            <a:off x="4191000" y="9344025"/>
            <a:ext cx="12620625" cy="3524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Excel 범위는 유지하고, PDF 그래프만 두 개에서 오른쪽 하나로 정정한다.</a:t>
            </a:r>
            <a:endParaRPr lang="ko-KR">
              <a:latin typeface="Calibri"/>
              <a:ea typeface="Calibri"/>
              <a:cs typeface="Calibri"/>
            </a:endParaRPr>
          </a:p>
        </p:txBody>
      </p:sp>
    </p:spTree>
    <p:extLst>
      <p:ext uri="{BB962C8B-B14F-4D97-AF65-F5344CB8AC3E}">
        <p14:creationId val="1533718478"/>
      </p:ext>
    </p:extLst>
  </p:cSld>
</p:sld>
</file>

<file path=ppt/slides/slide110.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6" name="DP3 object 65">
            <a:extLst>
              <a:ext uri="{FF2B5EF4-FFF2-40B4-BE49-F238E27FC236}">
                <ns2:creationId id="{B6AABFBC-5D64-4AA2-9C4F-F5B5DFC581E9}"/>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(배경 2/2)</a:t>
            </a:r>
            <a:endParaRPr lang="ko-KR">
              <a:latin typeface="Calibri"/>
              <a:ea typeface="Calibri"/>
              <a:cs typeface="Calibri"/>
            </a:endParaRPr>
          </a:p>
        </p:txBody>
      </p:sp>
      <p:sp>
        <p:nvSpPr>
          <p:cNvPr id="2" name="DP3 object 66">
            <a:extLst>
              <a:ext uri="{FF2B5EF4-FFF2-40B4-BE49-F238E27FC236}">
                <ns2:creationId id="{D2E89210-2F44-414C-9311-BCE1BF2E7AAE}"/>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67">
            <a:extLst>
              <a:ext uri="{FF2B5EF4-FFF2-40B4-BE49-F238E27FC236}">
                <ns2:creationId id="{C85CE4EA-8D4C-48CC-9152-8E26388ED42D}"/>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68">
            <a:extLst>
              <a:ext uri="{FF2B5EF4-FFF2-40B4-BE49-F238E27FC236}">
                <ns2:creationId id="{775E32E7-210C-4B95-8693-1395D24F47AD}"/>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69">
            <a:extLst>
              <a:ext uri="{FF2B5EF4-FFF2-40B4-BE49-F238E27FC236}">
                <ns2:creationId id="{891EF9E1-9C09-48E3-A4CA-08DF3A47E698}"/>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70">
            <a:extLst>
              <a:ext uri="{FF2B5EF4-FFF2-40B4-BE49-F238E27FC236}">
                <ns2:creationId id="{24218F0C-8E1D-4299-988D-8321BF07DB8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71">
            <a:extLst>
              <a:ext uri="{FF2B5EF4-FFF2-40B4-BE49-F238E27FC236}">
                <ns2:creationId id="{DCD7EB46-271C-4B14-86BF-D05E32C57F6F}"/>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72">
            <a:extLst>
              <a:ext uri="{FF2B5EF4-FFF2-40B4-BE49-F238E27FC236}">
                <ns2:creationId id="{2BA37554-8C97-4912-97DE-10E1C2248F48}"/>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73">
            <a:extLst>
              <a:ext uri="{FF2B5EF4-FFF2-40B4-BE49-F238E27FC236}">
                <ns2:creationId id="{E586347A-9D79-498F-B309-661E3BA34997}"/>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74">
            <a:extLst>
              <a:ext uri="{FF2B5EF4-FFF2-40B4-BE49-F238E27FC236}">
                <ns2:creationId id="{08E6194F-D6F5-4E5D-931E-6B6020ECB5E7}"/>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75">
            <a:extLst>
              <a:ext uri="{FF2B5EF4-FFF2-40B4-BE49-F238E27FC236}">
                <ns2:creationId id="{B4F74B21-15ED-4BCD-871F-15F55A6EC0F2}"/>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76">
            <a:extLst>
              <a:ext uri="{FF2B5EF4-FFF2-40B4-BE49-F238E27FC236}">
                <ns2:creationId id="{BE8D5B19-32D9-44AD-832E-4A3BF0055046}"/>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77">
            <a:extLst>
              <a:ext uri="{FF2B5EF4-FFF2-40B4-BE49-F238E27FC236}">
                <ns2:creationId id="{790FBF78-129D-49A5-87E3-56EAC60E519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10 / 17</a:t>
            </a:r>
            <a:endParaRPr lang="ko-KR">
              <a:latin typeface="Calibri"/>
              <a:ea typeface="Calibri"/>
              <a:cs typeface="Calibri"/>
            </a:endParaRPr>
          </a:p>
        </p:txBody>
      </p:sp>
      <p:sp>
        <p:nvSpPr>
          <p:cNvPr id="14" name="DP3 object 78">
            <a:extLst>
              <a:ext uri="{FF2B5EF4-FFF2-40B4-BE49-F238E27FC236}">
                <ns2:creationId id="{31DB147D-DD1F-45BA-B677-111DC08F2E6D}"/>
              </a:ext>
            </a:extLst>
          </p:cNvPr>
          <p:cNvSpPr>
            <a:spLocks noGrp="1"/>
          </p:cNvSpPr>
          <p:nvPr/>
        </p:nvSpPr>
        <p:spPr>
          <a:xfrm>
            <a:off x="628650" y="1381125"/>
            <a:ext cx="17002125" cy="590550"/>
          </a:xfrm>
          <a:prstGeom prst="rect">
            <a:avLst/>
          </a:prstGeom>
          <a:noFill/>
          <a:ln w="0">
            <a:noFill/>
            <a:prstDash val="solid"/>
          </a:ln>
        </p:spPr>
        <p:txBody>
          <a:bodyPr wrap="none" lIns="0" tIns="0" rIns="0" bIns="0" anchor="ctr">
            <a:noAutofit/>
          </a:bodyPr>
          <a:lstStyle>
            <a:defPPr algn="l">
              <a:defRPr sz="3000" b="1" lang="ko-KR">
                <a:solidFill>
                  <a:srgbClr val="111111"/>
                </a:solidFill>
                <a:latin typeface="Calibri"/>
                <a:ea typeface="Calibri"/>
                <a:cs typeface="Calibri"/>
              </a:defRPr>
            </a:defPPr>
            <a:lvl1pPr algn="l">
              <a:defRPr sz="3000" b="1" lang="ko-KR">
                <a:solidFill>
                  <a:srgbClr val="111111"/>
                </a:solidFill>
                <a:latin typeface="Calibri"/>
                <a:ea typeface="Calibri"/>
                <a:cs typeface="Calibri"/>
              </a:defRPr>
            </a:lvl1pPr>
            <a:lvl2pPr algn="l">
              <a:defRPr sz="3000" b="1" lang="ko-KR">
                <a:solidFill>
                  <a:srgbClr val="111111"/>
                </a:solidFill>
                <a:latin typeface="Calibri"/>
                <a:ea typeface="Calibri"/>
                <a:cs typeface="Calibri"/>
              </a:defRPr>
            </a:lvl2pPr>
            <a:lvl3pPr algn="l">
              <a:defRPr sz="3000" b="1" lang="ko-KR">
                <a:solidFill>
                  <a:srgbClr val="111111"/>
                </a:solidFill>
                <a:latin typeface="Calibri"/>
                <a:ea typeface="Calibri"/>
                <a:cs typeface="Calibri"/>
              </a:defRPr>
            </a:lvl3pPr>
            <a:lvl4pPr algn="l">
              <a:defRPr sz="3000" b="1" lang="ko-KR">
                <a:solidFill>
                  <a:srgbClr val="111111"/>
                </a:solidFill>
                <a:latin typeface="Calibri"/>
                <a:ea typeface="Calibri"/>
                <a:cs typeface="Calibri"/>
              </a:defRPr>
            </a:lvl4pPr>
            <a:lvl5pPr algn="l">
              <a:defRPr sz="3000" b="1" lang="ko-KR">
                <a:solidFill>
                  <a:srgbClr val="111111"/>
                </a:solidFill>
                <a:latin typeface="Calibri"/>
                <a:ea typeface="Calibri"/>
                <a:cs typeface="Calibri"/>
              </a:defRPr>
            </a:lvl5pPr>
            <a:lvl6pPr algn="l">
              <a:defRPr sz="3000" b="1" lang="ko-KR">
                <a:solidFill>
                  <a:srgbClr val="111111"/>
                </a:solidFill>
                <a:latin typeface="Calibri"/>
                <a:ea typeface="Calibri"/>
                <a:cs typeface="Calibri"/>
              </a:defRPr>
            </a:lvl6pPr>
            <a:lvl7pPr algn="l">
              <a:defRPr sz="3000" b="1" lang="ko-KR">
                <a:solidFill>
                  <a:srgbClr val="111111"/>
                </a:solidFill>
                <a:latin typeface="Calibri"/>
                <a:ea typeface="Calibri"/>
                <a:cs typeface="Calibri"/>
              </a:defRPr>
            </a:lvl7pPr>
            <a:lvl8pPr algn="l">
              <a:defRPr sz="3000" b="1" lang="ko-KR">
                <a:solidFill>
                  <a:srgbClr val="111111"/>
                </a:solidFill>
                <a:latin typeface="Calibri"/>
                <a:ea typeface="Calibri"/>
                <a:cs typeface="Calibri"/>
              </a:defRPr>
            </a:lvl8pPr>
            <a:lvl9pPr algn="l">
              <a:defRPr sz="3000" b="1" lang="ko-KR">
                <a:solidFill>
                  <a:srgbClr val="111111"/>
                </a:solidFill>
                <a:latin typeface="Calibri"/>
                <a:ea typeface="Calibri"/>
                <a:cs typeface="Calibri"/>
              </a:defRPr>
            </a:lvl9pPr>
          </a:lstStyle>
          <a:p>
            <a:pPr algn="l">
              <a:defRPr sz="3000" b="1" lang="ko-KR">
                <a:solidFill>
                  <a:srgbClr val="111111"/>
                </a:solidFill>
                <a:latin typeface="Calibri"/>
                <a:ea typeface="Calibri"/>
                <a:cs typeface="Calibri"/>
              </a:defRPr>
            </a:pPr>
            <a:r>
              <a:rPr sz="3000" b="1" lang="ko-KR">
                <a:solidFill>
                  <a:srgbClr val="111111"/>
                </a:solidFill>
                <a:latin typeface="Calibri"/>
                <a:ea typeface="Calibri"/>
                <a:cs typeface="Calibri"/>
              </a:rPr>
              <a:t>VIA가 지칭을 잘못 연결하면, Agent가 정확히 일해도 요청은 실패한다</a:t>
            </a:r>
            <a:endParaRPr lang="ko-KR">
              <a:latin typeface="Calibri"/>
              <a:ea typeface="Calibri"/>
              <a:cs typeface="Calibri"/>
            </a:endParaRPr>
          </a:p>
        </p:txBody>
      </p:sp>
      <p:sp>
        <p:nvSpPr>
          <p:cNvPr id="15" name="DP3 object 79">
            <a:extLst>
              <a:ext uri="{FF2B5EF4-FFF2-40B4-BE49-F238E27FC236}">
                <ns2:creationId id="{9ACFED63-FD6C-497E-AC9E-3E31ACF71A6F}"/>
              </a:ext>
            </a:extLst>
          </p:cNvPr>
          <p:cNvSpPr>
            <a:spLocks noGrp="1"/>
          </p:cNvSpPr>
          <p:nvPr/>
        </p:nvSpPr>
        <p:spPr>
          <a:xfrm>
            <a:off x="647700" y="2038350"/>
            <a:ext cx="16954500" cy="400050"/>
          </a:xfrm>
          <a:prstGeom prst="rect">
            <a:avLst/>
          </a:prstGeom>
          <a:noFill/>
          <a:ln w="0">
            <a:noFill/>
            <a:prstDash val="solid"/>
          </a:ln>
        </p:spPr>
        <p:txBody>
          <a:bodyPr wrap="none" lIns="0" tIns="0" rIns="0" bIns="0" anchor="ctr">
            <a:noAutofit/>
          </a:bodyPr>
          <a:lstStyle>
            <a:defPPr algn="l">
              <a:defRPr sz="2100" b="0" lang="ko-KR">
                <a:solidFill>
                  <a:srgbClr val="111111"/>
                </a:solidFill>
                <a:latin typeface="Calibri"/>
                <a:ea typeface="Calibri"/>
                <a:cs typeface="Calibri"/>
              </a:defRPr>
            </a:defPPr>
            <a:lvl1pPr algn="l">
              <a:defRPr sz="2100" b="0" lang="ko-KR">
                <a:solidFill>
                  <a:srgbClr val="111111"/>
                </a:solidFill>
                <a:latin typeface="Calibri"/>
                <a:ea typeface="Calibri"/>
                <a:cs typeface="Calibri"/>
              </a:defRPr>
            </a:lvl1pPr>
            <a:lvl2pPr algn="l">
              <a:defRPr sz="2100" b="0" lang="ko-KR">
                <a:solidFill>
                  <a:srgbClr val="111111"/>
                </a:solidFill>
                <a:latin typeface="Calibri"/>
                <a:ea typeface="Calibri"/>
                <a:cs typeface="Calibri"/>
              </a:defRPr>
            </a:lvl2pPr>
            <a:lvl3pPr algn="l">
              <a:defRPr sz="2100" b="0" lang="ko-KR">
                <a:solidFill>
                  <a:srgbClr val="111111"/>
                </a:solidFill>
                <a:latin typeface="Calibri"/>
                <a:ea typeface="Calibri"/>
                <a:cs typeface="Calibri"/>
              </a:defRPr>
            </a:lvl3pPr>
            <a:lvl4pPr algn="l">
              <a:defRPr sz="2100" b="0" lang="ko-KR">
                <a:solidFill>
                  <a:srgbClr val="111111"/>
                </a:solidFill>
                <a:latin typeface="Calibri"/>
                <a:ea typeface="Calibri"/>
                <a:cs typeface="Calibri"/>
              </a:defRPr>
            </a:lvl4pPr>
            <a:lvl5pPr algn="l">
              <a:defRPr sz="2100" b="0" lang="ko-KR">
                <a:solidFill>
                  <a:srgbClr val="111111"/>
                </a:solidFill>
                <a:latin typeface="Calibri"/>
                <a:ea typeface="Calibri"/>
                <a:cs typeface="Calibri"/>
              </a:defRPr>
            </a:lvl5pPr>
            <a:lvl6pPr algn="l">
              <a:defRPr sz="2100" b="0" lang="ko-KR">
                <a:solidFill>
                  <a:srgbClr val="111111"/>
                </a:solidFill>
                <a:latin typeface="Calibri"/>
                <a:ea typeface="Calibri"/>
                <a:cs typeface="Calibri"/>
              </a:defRPr>
            </a:lvl6pPr>
            <a:lvl7pPr algn="l">
              <a:defRPr sz="2100" b="0" lang="ko-KR">
                <a:solidFill>
                  <a:srgbClr val="111111"/>
                </a:solidFill>
                <a:latin typeface="Calibri"/>
                <a:ea typeface="Calibri"/>
                <a:cs typeface="Calibri"/>
              </a:defRPr>
            </a:lvl7pPr>
            <a:lvl8pPr algn="l">
              <a:defRPr sz="2100" b="0" lang="ko-KR">
                <a:solidFill>
                  <a:srgbClr val="111111"/>
                </a:solidFill>
                <a:latin typeface="Calibri"/>
                <a:ea typeface="Calibri"/>
                <a:cs typeface="Calibri"/>
              </a:defRPr>
            </a:lvl8pPr>
            <a:lvl9pPr algn="l">
              <a:defRPr sz="2100" b="0" lang="ko-KR">
                <a:solidFill>
                  <a:srgbClr val="111111"/>
                </a:solidFill>
                <a:latin typeface="Calibri"/>
                <a:ea typeface="Calibri"/>
                <a:cs typeface="Calibri"/>
              </a:defRPr>
            </a:lvl9pPr>
          </a:lstStyle>
          <a:p>
            <a:pPr algn="l">
              <a:defRPr sz="2100" b="0" lang="ko-KR">
                <a:solidFill>
                  <a:srgbClr val="111111"/>
                </a:solidFill>
                <a:latin typeface="Calibri"/>
                <a:ea typeface="Calibri"/>
                <a:cs typeface="Calibri"/>
              </a:defRPr>
            </a:pPr>
            <a:r>
              <a:rPr sz="2100" b="0" lang="ko-KR">
                <a:solidFill>
                  <a:srgbClr val="111111"/>
                </a:solidFill>
                <a:latin typeface="Calibri"/>
                <a:ea typeface="Calibri"/>
                <a:cs typeface="Calibri"/>
              </a:rPr>
              <a:t>사용자의 말과 행동을 이어받는 VIA가, 실제 업무를 맡길 대상을 명확하게 만들어야 한다.</a:t>
            </a:r>
            <a:endParaRPr lang="ko-KR">
              <a:latin typeface="Calibri"/>
              <a:ea typeface="Calibri"/>
              <a:cs typeface="Calibri"/>
            </a:endParaRPr>
          </a:p>
        </p:txBody>
      </p:sp>
      <p:graphicFrame>
        <p:nvGraphicFramePr>
          <p:cNvPr id="16" name="">
            <a:extLst>
              <a:ext uri="{FF2B5EF4-FFF2-40B4-BE49-F238E27FC236}">
                <ns2:creationId id="{8B70077E-25DA-4238-BA20-BE1E47A9F3A1}"/>
              </a:ext>
            </a:extLst>
          </p:cNvPr>
          <p:cNvGraphicFramePr/>
          <p:nvPr/>
        </p:nvGraphicFramePr>
        <p:xfrm>
          <a:off x="809625" y="2724150"/>
          <a:ext cx="16668750" cy="3667125"/>
        </p:xfrm>
        <a:graphic>
          <a:graphicData uri="http://schemas.openxmlformats.org/drawingml/2006/table">
            <a:tbl>
              <a:tblPr firstRow="0" bandRow="0" bandCol="0"/>
              <a:tblGrid>
                <a:gridCol w="5905500"/>
                <a:gridCol w="10763250"/>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VIA의 연속 상호작용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VIA가 해결해야 할 어려움</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말하면서 앱·페이지를 계속 이동</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화면 대신 보존한 당시 화면·행동으로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한 문장에서 여러 앱의 자료를 지칭</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현재 활성 창을 넘어 자료별 범위와 출처를 연결</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클릭 없이 가리키거나 둘러쌈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정식 선택 객체가 없어도 지칭 동작·범위를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이전 요청의 일부만 정정</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유지할 대상과 교체할 대상, 최신 판본을 구분</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638175">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다른 Agent에게 실제 업무 위임</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100" lang="ko-KR">
                          <a:solidFill>
                            <a:srgbClr val="111111"/>
                          </a:solidFill>
                          <a:latin typeface="Calibri"/>
                          <a:ea typeface="Calibri"/>
                          <a:cs typeface="Calibri"/>
                        </a:rPr>
                        <a:t>지칭한 자료와 조건을 명확한 요청으로 전달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80">
            <a:extLst>
              <a:ext uri="{FF2B5EF4-FFF2-40B4-BE49-F238E27FC236}">
                <ns2:creationId id="{750BE9C8-7A69-4E5C-839D-9B480261479C}"/>
              </a:ext>
            </a:extLst>
          </p:cNvPr>
          <p:cNvSpPr>
            <a:spLocks noGrp="1"/>
          </p:cNvSpPr>
          <p:nvPr/>
        </p:nvSpPr>
        <p:spPr>
          <a:xfrm>
            <a:off x="809625" y="6867525"/>
            <a:ext cx="16383000" cy="438150"/>
          </a:xfrm>
          <a:prstGeom prst="rect">
            <a:avLst/>
          </a:prstGeom>
          <a:noFill/>
          <a:ln w="0">
            <a:noFill/>
            <a:prstDash val="solid"/>
          </a:ln>
        </p:spPr>
        <p:txBody>
          <a:bodyPr wrap="none" lIns="0" tIns="0" rIns="0" bIns="0" anchor="ctr">
            <a:noAutofit/>
          </a:bodyPr>
          <a:lstStyle>
            <a:defPPr algn="l">
              <a:defRPr sz="2600" b="1" lang="ko-KR">
                <a:solidFill>
                  <a:srgbClr val="4676CB"/>
                </a:solidFill>
                <a:latin typeface="Calibri"/>
                <a:ea typeface="Calibri"/>
                <a:cs typeface="Calibri"/>
              </a:defRPr>
            </a:defPPr>
            <a:lvl1pPr algn="l">
              <a:defRPr sz="2600" b="1" lang="ko-KR">
                <a:solidFill>
                  <a:srgbClr val="4676CB"/>
                </a:solidFill>
                <a:latin typeface="Calibri"/>
                <a:ea typeface="Calibri"/>
                <a:cs typeface="Calibri"/>
              </a:defRPr>
            </a:lvl1pPr>
            <a:lvl2pPr algn="l">
              <a:defRPr sz="2600" b="1" lang="ko-KR">
                <a:solidFill>
                  <a:srgbClr val="4676CB"/>
                </a:solidFill>
                <a:latin typeface="Calibri"/>
                <a:ea typeface="Calibri"/>
                <a:cs typeface="Calibri"/>
              </a:defRPr>
            </a:lvl2pPr>
            <a:lvl3pPr algn="l">
              <a:defRPr sz="2600" b="1" lang="ko-KR">
                <a:solidFill>
                  <a:srgbClr val="4676CB"/>
                </a:solidFill>
                <a:latin typeface="Calibri"/>
                <a:ea typeface="Calibri"/>
                <a:cs typeface="Calibri"/>
              </a:defRPr>
            </a:lvl3pPr>
            <a:lvl4pPr algn="l">
              <a:defRPr sz="2600" b="1" lang="ko-KR">
                <a:solidFill>
                  <a:srgbClr val="4676CB"/>
                </a:solidFill>
                <a:latin typeface="Calibri"/>
                <a:ea typeface="Calibri"/>
                <a:cs typeface="Calibri"/>
              </a:defRPr>
            </a:lvl4pPr>
            <a:lvl5pPr algn="l">
              <a:defRPr sz="2600" b="1" lang="ko-KR">
                <a:solidFill>
                  <a:srgbClr val="4676CB"/>
                </a:solidFill>
                <a:latin typeface="Calibri"/>
                <a:ea typeface="Calibri"/>
                <a:cs typeface="Calibri"/>
              </a:defRPr>
            </a:lvl5pPr>
            <a:lvl6pPr algn="l">
              <a:defRPr sz="2600" b="1" lang="ko-KR">
                <a:solidFill>
                  <a:srgbClr val="4676CB"/>
                </a:solidFill>
                <a:latin typeface="Calibri"/>
                <a:ea typeface="Calibri"/>
                <a:cs typeface="Calibri"/>
              </a:defRPr>
            </a:lvl6pPr>
            <a:lvl7pPr algn="l">
              <a:defRPr sz="2600" b="1" lang="ko-KR">
                <a:solidFill>
                  <a:srgbClr val="4676CB"/>
                </a:solidFill>
                <a:latin typeface="Calibri"/>
                <a:ea typeface="Calibri"/>
                <a:cs typeface="Calibri"/>
              </a:defRPr>
            </a:lvl7pPr>
            <a:lvl8pPr algn="l">
              <a:defRPr sz="2600" b="1" lang="ko-KR">
                <a:solidFill>
                  <a:srgbClr val="4676CB"/>
                </a:solidFill>
                <a:latin typeface="Calibri"/>
                <a:ea typeface="Calibri"/>
                <a:cs typeface="Calibri"/>
              </a:defRPr>
            </a:lvl8pPr>
            <a:lvl9pPr algn="l">
              <a:defRPr sz="2600" b="1" lang="ko-KR">
                <a:solidFill>
                  <a:srgbClr val="4676CB"/>
                </a:solidFill>
                <a:latin typeface="Calibri"/>
                <a:ea typeface="Calibri"/>
                <a:cs typeface="Calibri"/>
              </a:defRPr>
            </a:lvl9pPr>
          </a:lstStyle>
          <a:p>
            <a:pPr algn="l">
              <a:defRPr sz="2600" b="1" lang="ko-KR">
                <a:solidFill>
                  <a:srgbClr val="4676CB"/>
                </a:solidFill>
                <a:latin typeface="Calibri"/>
                <a:ea typeface="Calibri"/>
                <a:cs typeface="Calibri"/>
              </a:defRPr>
            </a:pPr>
            <a:r>
              <a:rPr sz="2600" b="1" lang="ko-KR">
                <a:solidFill>
                  <a:srgbClr val="4676CB"/>
                </a:solidFill>
                <a:latin typeface="Calibri"/>
                <a:ea typeface="Calibri"/>
                <a:cs typeface="Calibri"/>
              </a:rPr>
              <a:t>보존할 근거와, 그 근거에서 의미를 만드는 책임을 함께 설계해야 한다</a:t>
            </a:r>
            <a:endParaRPr lang="ko-KR">
              <a:latin typeface="Calibri"/>
              <a:ea typeface="Calibri"/>
              <a:cs typeface="Calibri"/>
            </a:endParaRPr>
          </a:p>
        </p:txBody>
      </p:sp>
      <p:sp>
        <p:nvSpPr>
          <p:cNvPr id="18" name="A/B 공통 기능&#10;당시 화면·선택·포인터·발화 보존&#10;현재 요청과 원본 판본 확인">
            <a:extLst>
              <a:ext uri="{FF2B5EF4-FFF2-40B4-BE49-F238E27FC236}">
                <ns2:creationId id="{7C02B59D-7977-4F7A-8817-FA5575B6016C}"/>
              </a:ext>
            </a:extLst>
          </p:cNvPr>
          <p:cNvSpPr>
            <a:spLocks noGrp="1"/>
          </p:cNvSpPr>
          <p:nvPr/>
        </p:nvSpPr>
        <p:spPr>
          <a:xfrm>
            <a:off x="809625" y="7515225"/>
            <a:ext cx="4953000" cy="1276350"/>
          </a:xfrm>
          <a:prstGeom prst="rect">
            <a:avLst/>
          </a:prstGeom>
          <a:solidFill>
            <a:srgbClr val="FFF6DD"/>
          </a:solidFill>
          <a:ln w="17145">
            <a:solidFill>
              <a:srgbClr val="111111"/>
            </a:solidFill>
            <a:prstDash val="solid"/>
          </a:ln>
        </p:spPr>
      </p:sp>
      <p:sp>
        <p:nvSpPr>
          <p:cNvPr id="19" name="DP3 object 81">
            <a:extLst>
              <a:ext uri="{FF2B5EF4-FFF2-40B4-BE49-F238E27FC236}">
                <ns2:creationId id="{596D8263-9FCB-44FE-99A3-E4FCF45F24F7}"/>
              </a:ext>
            </a:extLst>
          </p:cNvPr>
          <p:cNvSpPr>
            <a:spLocks noGrp="1"/>
          </p:cNvSpPr>
          <p:nvPr/>
        </p:nvSpPr>
        <p:spPr>
          <a:xfrm>
            <a:off x="876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A/B 공통 기능</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당시 화면·선택·포인터·발화 보존</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현재 요청과 원본 판본 확인</a:t>
            </a:r>
            <a:endParaRPr lang="ko-KR">
              <a:latin typeface="Calibri"/>
              <a:ea typeface="Calibri"/>
              <a:cs typeface="Calibri"/>
            </a:endParaRPr>
          </a:p>
        </p:txBody>
      </p:sp>
      <p:sp>
        <p:nvSpPr>
          <p:cNvPr id="20" name="A의 책임 구조&#10;원본을 함께 읽고&#10;대상 범위와 연결 관계를 공동 생산">
            <a:extLst>
              <a:ext uri="{FF2B5EF4-FFF2-40B4-BE49-F238E27FC236}">
                <ns2:creationId id="{6C6C44BF-84F8-4696-94E3-EFC7227ECE87}"/>
              </a:ext>
            </a:extLst>
          </p:cNvPr>
          <p:cNvSpPr>
            <a:spLocks noGrp="1"/>
          </p:cNvSpPr>
          <p:nvPr/>
        </p:nvSpPr>
        <p:spPr>
          <a:xfrm>
            <a:off x="6334125" y="7515225"/>
            <a:ext cx="4953000" cy="1276350"/>
          </a:xfrm>
          <a:prstGeom prst="rect">
            <a:avLst/>
          </a:prstGeom>
          <a:solidFill>
            <a:srgbClr val="F1F6FC"/>
          </a:solidFill>
          <a:ln w="28575">
            <a:solidFill>
              <a:srgbClr val="4676CB"/>
            </a:solidFill>
            <a:prstDash val="solid"/>
          </a:ln>
        </p:spPr>
      </p:sp>
      <p:sp>
        <p:nvSpPr>
          <p:cNvPr id="21" name="DP3 object 82">
            <a:extLst>
              <a:ext uri="{FF2B5EF4-FFF2-40B4-BE49-F238E27FC236}">
                <ns2:creationId id="{D4D4D91C-A6DA-4862-990C-564D3C940754}"/>
              </a:ext>
            </a:extLst>
          </p:cNvPr>
          <p:cNvSpPr>
            <a:spLocks noGrp="1"/>
          </p:cNvSpPr>
          <p:nvPr/>
        </p:nvSpPr>
        <p:spPr>
          <a:xfrm>
            <a:off x="64008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A의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원본을 함께 읽고</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대상 범위와 연결 관계를 공동 생산</a:t>
            </a:r>
            <a:endParaRPr lang="ko-KR">
              <a:latin typeface="Calibri"/>
              <a:ea typeface="Calibri"/>
              <a:cs typeface="Calibri"/>
            </a:endParaRPr>
          </a:p>
        </p:txBody>
      </p:sp>
      <p:sp>
        <p:nvSpPr>
          <p:cNvPr id="22" name="B의 책임 구조&#10;독립 후보를 병렬 생산한 뒤 결합&#10;부족한 범위는 원 생산자가 확장">
            <a:extLst>
              <a:ext uri="{FF2B5EF4-FFF2-40B4-BE49-F238E27FC236}">
                <ns2:creationId id="{7A9E5F82-2039-4E83-A626-730DD8FB130D}"/>
              </a:ext>
            </a:extLst>
          </p:cNvPr>
          <p:cNvSpPr>
            <a:spLocks noGrp="1"/>
          </p:cNvSpPr>
          <p:nvPr/>
        </p:nvSpPr>
        <p:spPr>
          <a:xfrm>
            <a:off x="11858625" y="7515225"/>
            <a:ext cx="4953000" cy="1276350"/>
          </a:xfrm>
          <a:prstGeom prst="rect">
            <a:avLst/>
          </a:prstGeom>
          <a:solidFill>
            <a:srgbClr val="F1F6FC"/>
          </a:solidFill>
          <a:ln w="28575">
            <a:solidFill>
              <a:srgbClr val="4676CB"/>
            </a:solidFill>
            <a:prstDash val="solid"/>
          </a:ln>
        </p:spPr>
      </p:sp>
      <p:sp>
        <p:nvSpPr>
          <p:cNvPr id="23" name="DP3 object 83">
            <a:extLst>
              <a:ext uri="{FF2B5EF4-FFF2-40B4-BE49-F238E27FC236}">
                <ns2:creationId id="{D7755925-7260-4453-869E-F1E233B1115E}"/>
              </a:ext>
            </a:extLst>
          </p:cNvPr>
          <p:cNvSpPr>
            <a:spLocks noGrp="1"/>
          </p:cNvSpPr>
          <p:nvPr/>
        </p:nvSpPr>
        <p:spPr>
          <a:xfrm>
            <a:off x="11925300" y="7553325"/>
            <a:ext cx="4819650" cy="120015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B의 책임 구조</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독립 후보를 병렬 생산한 뒤 결합</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부족한 범위는 원 생산자가 확장</a:t>
            </a:r>
            <a:endParaRPr lang="ko-KR">
              <a:latin typeface="Calibri"/>
              <a:ea typeface="Calibri"/>
              <a:cs typeface="Calibri"/>
            </a:endParaRPr>
          </a:p>
        </p:txBody>
      </p:sp>
      <p:sp>
        <p:nvSpPr>
          <p:cNvPr id="24" name="DP3 object 84">
            <a:extLst>
              <a:ext uri="{FF2B5EF4-FFF2-40B4-BE49-F238E27FC236}">
                <ns2:creationId id="{8DAEFD9F-3130-4276-BDB5-03DE9AB5DD52}"/>
              </a:ext>
            </a:extLst>
          </p:cNvPr>
          <p:cNvSpPr>
            <a:spLocks noGrp="1"/>
          </p:cNvSpPr>
          <p:nvPr/>
        </p:nvSpPr>
        <p:spPr>
          <a:xfrm>
            <a:off x="809625" y="9086850"/>
            <a:ext cx="16573500" cy="457200"/>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선택할 것: 중간 상태·실행 의존·재판단 책임  /  달라지는 것: 응답 대기·정확도·비용·메모리</a:t>
            </a:r>
            <a:endParaRPr lang="ko-KR">
              <a:latin typeface="Calibri"/>
              <a:ea typeface="Calibri"/>
              <a:cs typeface="Calibri"/>
            </a:endParaRPr>
          </a:p>
        </p:txBody>
      </p:sp>
      <p:sp>
        <p:nvSpPr>
          <p:cNvPr id="25" name="DP3 object 85">
            <a:extLst>
              <a:ext uri="{FF2B5EF4-FFF2-40B4-BE49-F238E27FC236}">
                <ns2:creationId id="{9FEFE055-53A4-4250-9CEB-2C23302F4C2C}"/>
              </a:ext>
            </a:extLst>
          </p:cNvPr>
          <p:cNvSpPr>
            <a:spLocks noGrp="1"/>
          </p:cNvSpPr>
          <p:nvPr/>
        </p:nvSpPr>
        <p:spPr>
          <a:xfrm>
            <a:off x="809625" y="9629775"/>
            <a:ext cx="16573500" cy="314325"/>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두 안은 동일한 공통 호출 한도 K를 사용한다. B는 여유가 있으면 독립 생산을 겹치고, 결합은 양쪽 완료를 기다린다.</a:t>
            </a:r>
            <a:endParaRPr lang="ko-KR">
              <a:latin typeface="Calibri"/>
              <a:ea typeface="Calibri"/>
              <a:cs typeface="Calibri"/>
            </a:endParaRPr>
          </a:p>
        </p:txBody>
      </p:sp>
    </p:spTree>
    <p:extLst>
      <p:ext uri="{BB962C8B-B14F-4D97-AF65-F5344CB8AC3E}">
        <p14:creationId val="90329140"/>
      </p:ext>
    </p:extLst>
  </p:cSld>
</p:sld>
</file>

<file path=ppt/slides/slide111.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121" name="DP3 object 86">
            <a:extLst>
              <a:ext uri="{FF2B5EF4-FFF2-40B4-BE49-F238E27FC236}">
                <ns2:creationId id="{1FBF06F0-D833-4FD8-9AD5-604C686CAFC6}"/>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(설계 방안 비교)</a:t>
            </a:r>
            <a:endParaRPr lang="ko-KR">
              <a:latin typeface="Calibri"/>
              <a:ea typeface="Calibri"/>
              <a:cs typeface="Calibri"/>
            </a:endParaRPr>
          </a:p>
        </p:txBody>
      </p:sp>
      <p:sp>
        <p:nvSpPr>
          <p:cNvPr id="2" name="DP3 object 87">
            <a:extLst>
              <a:ext uri="{FF2B5EF4-FFF2-40B4-BE49-F238E27FC236}">
                <ns2:creationId id="{571C4B83-E256-444B-A30B-8A5BB47EED06}"/>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88">
            <a:extLst>
              <a:ext uri="{FF2B5EF4-FFF2-40B4-BE49-F238E27FC236}">
                <ns2:creationId id="{58181025-7658-4250-B58D-54A851F00414}"/>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89">
            <a:extLst>
              <a:ext uri="{FF2B5EF4-FFF2-40B4-BE49-F238E27FC236}">
                <ns2:creationId id="{E7295007-0558-45A0-9D8A-F41CB95C595B}"/>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90">
            <a:extLst>
              <a:ext uri="{FF2B5EF4-FFF2-40B4-BE49-F238E27FC236}">
                <ns2:creationId id="{203BF90E-6E76-414B-8576-1E6405E3D7E5}"/>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91">
            <a:extLst>
              <a:ext uri="{FF2B5EF4-FFF2-40B4-BE49-F238E27FC236}">
                <ns2:creationId id="{43A7C2AA-3E71-42E5-9F5B-5BD123520778}"/>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92">
            <a:extLst>
              <a:ext uri="{FF2B5EF4-FFF2-40B4-BE49-F238E27FC236}">
                <ns2:creationId id="{D0C36FFD-8525-4332-8F04-C7F94A365E62}"/>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93">
            <a:extLst>
              <a:ext uri="{FF2B5EF4-FFF2-40B4-BE49-F238E27FC236}">
                <ns2:creationId id="{74080AA6-BD40-488F-82D7-982915C0121E}"/>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94">
            <a:extLst>
              <a:ext uri="{FF2B5EF4-FFF2-40B4-BE49-F238E27FC236}">
                <ns2:creationId id="{C85D8B06-EEF6-4F21-AAA0-B86561679F14}"/>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95">
            <a:extLst>
              <a:ext uri="{FF2B5EF4-FFF2-40B4-BE49-F238E27FC236}">
                <ns2:creationId id="{BB37A49D-7C34-4DE9-BC60-C6E3F0FFDF6D}"/>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96">
            <a:extLst>
              <a:ext uri="{FF2B5EF4-FFF2-40B4-BE49-F238E27FC236}">
                <ns2:creationId id="{0DB553A0-2828-4D4C-A019-F7F4FB7DCAAA}"/>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97">
            <a:extLst>
              <a:ext uri="{FF2B5EF4-FFF2-40B4-BE49-F238E27FC236}">
                <ns2:creationId id="{BC3C52F0-CFD1-400A-BD1B-BBFE3EF84A62}"/>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98">
            <a:extLst>
              <a:ext uri="{FF2B5EF4-FFF2-40B4-BE49-F238E27FC236}">
                <ns2:creationId id="{98839E26-1060-45E9-A9E6-6F17EE660119}"/>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11 / 17</a:t>
            </a:r>
            <a:endParaRPr lang="ko-KR">
              <a:latin typeface="Calibri"/>
              <a:ea typeface="Calibri"/>
              <a:cs typeface="Calibri"/>
            </a:endParaRPr>
          </a:p>
        </p:txBody>
      </p:sp>
      <p:sp>
        <p:nvSpPr>
          <p:cNvPr id="14" name="DP3 object 99">
            <a:extLst>
              <a:ext uri="{FF2B5EF4-FFF2-40B4-BE49-F238E27FC236}">
                <ns2:creationId id="{FD20AD8F-EA89-44FF-B3F5-B9210681FEF7}"/>
              </a:ext>
            </a:extLst>
          </p:cNvPr>
          <p:cNvSpPr>
            <a:spLocks noGrp="1"/>
          </p:cNvSpPr>
          <p:nvPr/>
        </p:nvSpPr>
        <p:spPr>
          <a:xfrm>
            <a:off x="266700" y="1181100"/>
            <a:ext cx="17478375" cy="371475"/>
          </a:xfrm>
          <a:prstGeom prst="rect">
            <a:avLst/>
          </a:prstGeom>
          <a:noFill/>
          <a:ln w="0">
            <a:noFill/>
            <a:prstDash val="solid"/>
          </a:ln>
        </p:spPr>
        <p:txBody>
          <a:bodyPr wrap="none" lIns="0" tIns="0" rIns="0" bIns="0" anchor="ctr">
            <a:noAutofit/>
          </a:bodyPr>
          <a:lstStyle>
            <a:defPPr algn="l">
              <a:defRPr sz="2100" b="1" lang="ko-KR">
                <a:solidFill>
                  <a:srgbClr val="111111"/>
                </a:solidFill>
                <a:latin typeface="Calibri"/>
                <a:ea typeface="Calibri"/>
                <a:cs typeface="Calibri"/>
              </a:defRPr>
            </a:defPPr>
            <a:lvl1pPr algn="l">
              <a:defRPr sz="2100" b="1" lang="ko-KR">
                <a:solidFill>
                  <a:srgbClr val="111111"/>
                </a:solidFill>
                <a:latin typeface="Calibri"/>
                <a:ea typeface="Calibri"/>
                <a:cs typeface="Calibri"/>
              </a:defRPr>
            </a:lvl1pPr>
            <a:lvl2pPr algn="l">
              <a:defRPr sz="2100" b="1" lang="ko-KR">
                <a:solidFill>
                  <a:srgbClr val="111111"/>
                </a:solidFill>
                <a:latin typeface="Calibri"/>
                <a:ea typeface="Calibri"/>
                <a:cs typeface="Calibri"/>
              </a:defRPr>
            </a:lvl2pPr>
            <a:lvl3pPr algn="l">
              <a:defRPr sz="2100" b="1" lang="ko-KR">
                <a:solidFill>
                  <a:srgbClr val="111111"/>
                </a:solidFill>
                <a:latin typeface="Calibri"/>
                <a:ea typeface="Calibri"/>
                <a:cs typeface="Calibri"/>
              </a:defRPr>
            </a:lvl3pPr>
            <a:lvl4pPr algn="l">
              <a:defRPr sz="2100" b="1" lang="ko-KR">
                <a:solidFill>
                  <a:srgbClr val="111111"/>
                </a:solidFill>
                <a:latin typeface="Calibri"/>
                <a:ea typeface="Calibri"/>
                <a:cs typeface="Calibri"/>
              </a:defRPr>
            </a:lvl4pPr>
            <a:lvl5pPr algn="l">
              <a:defRPr sz="2100" b="1" lang="ko-KR">
                <a:solidFill>
                  <a:srgbClr val="111111"/>
                </a:solidFill>
                <a:latin typeface="Calibri"/>
                <a:ea typeface="Calibri"/>
                <a:cs typeface="Calibri"/>
              </a:defRPr>
            </a:lvl5pPr>
            <a:lvl6pPr algn="l">
              <a:defRPr sz="2100" b="1" lang="ko-KR">
                <a:solidFill>
                  <a:srgbClr val="111111"/>
                </a:solidFill>
                <a:latin typeface="Calibri"/>
                <a:ea typeface="Calibri"/>
                <a:cs typeface="Calibri"/>
              </a:defRPr>
            </a:lvl6pPr>
            <a:lvl7pPr algn="l">
              <a:defRPr sz="2100" b="1" lang="ko-KR">
                <a:solidFill>
                  <a:srgbClr val="111111"/>
                </a:solidFill>
                <a:latin typeface="Calibri"/>
                <a:ea typeface="Calibri"/>
                <a:cs typeface="Calibri"/>
              </a:defRPr>
            </a:lvl7pPr>
            <a:lvl8pPr algn="l">
              <a:defRPr sz="2100" b="1" lang="ko-KR">
                <a:solidFill>
                  <a:srgbClr val="111111"/>
                </a:solidFill>
                <a:latin typeface="Calibri"/>
                <a:ea typeface="Calibri"/>
                <a:cs typeface="Calibri"/>
              </a:defRPr>
            </a:lvl8pPr>
            <a:lvl9pPr algn="l">
              <a:defRPr sz="2100" b="1" lang="ko-KR">
                <a:solidFill>
                  <a:srgbClr val="111111"/>
                </a:solidFill>
                <a:latin typeface="Calibri"/>
                <a:ea typeface="Calibri"/>
                <a:cs typeface="Calibri"/>
              </a:defRPr>
            </a:lvl9pPr>
          </a:lstStyle>
          <a:p>
            <a:pPr algn="l">
              <a:defRPr sz="2100" b="1" lang="ko-KR">
                <a:solidFill>
                  <a:srgbClr val="111111"/>
                </a:solidFill>
                <a:latin typeface="Calibri"/>
                <a:ea typeface="Calibri"/>
                <a:cs typeface="Calibri"/>
              </a:defRPr>
            </a:pPr>
            <a:r>
              <a:rPr sz="2100" b="1" lang="ko-KR">
                <a:solidFill>
                  <a:srgbClr val="111111"/>
                </a:solidFill>
                <a:latin typeface="Calibri"/>
                <a:ea typeface="Calibri"/>
                <a:cs typeface="Calibri"/>
              </a:rPr>
              <a:t>A는 원본에서 공동 판단 / B는 화면·발화 후보를 독립적으로 병렬 생산한 뒤 결합</a:t>
            </a:r>
            <a:endParaRPr lang="ko-KR">
              <a:latin typeface="Calibri"/>
              <a:ea typeface="Calibri"/>
              <a:cs typeface="Calibri"/>
            </a:endParaRPr>
          </a:p>
        </p:txBody>
      </p:sp>
      <p:graphicFrame>
        <p:nvGraphicFramePr>
          <p:cNvPr id="15" name="">
            <a:extLst>
              <a:ext uri="{FF2B5EF4-FFF2-40B4-BE49-F238E27FC236}">
                <ns2:creationId id="{860C8168-25E0-42D7-AAEC-69F5FBE0EE7D}"/>
              </a:ext>
            </a:extLst>
          </p:cNvPr>
          <p:cNvGraphicFramePr/>
          <p:nvPr/>
        </p:nvGraphicFramePr>
        <p:xfrm>
          <a:off x="228600" y="1657350"/>
          <a:ext cx="17830800" cy="7962900"/>
        </p:xfrm>
        <a:graphic>
          <a:graphicData uri="http://schemas.openxmlformats.org/drawingml/2006/table">
            <a:tbl>
              <a:tblPr firstRow="0" bandRow="0" bandCol="0"/>
              <a:tblGrid>
                <a:gridCol w="1638300"/>
                <a:gridCol w="8096250"/>
                <a:gridCol w="8096250"/>
              </a:tblGrid>
              <a:tr h="4381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설계안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(A) 원본 공동 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(B) 독립 후보 병렬 생산 후 결합</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defRPr lang="ko-KR">
                          <a:latin typeface="Calibri"/>
                          <a:ea typeface="Calibri"/>
                          <a:cs typeface="Calibri"/>
                        </a:defRPr>
                      </a:pPr>
                      <a:r>
                        <a:rPr sz="2200" b="1" lang="ko-KR">
                          <a:solidFill>
                            <a:srgbClr val="111111"/>
                          </a:solidFill>
                          <a:latin typeface="Calibri"/>
                          <a:ea typeface="Calibri"/>
                          <a:cs typeface="Calibri"/>
                        </a:rPr>
                        <a:t>구조</a:t>
                      </a:r>
                      <a:endParaRPr lang="ko-KR">
                        <a:latin typeface="Calibri"/>
                        <a:ea typeface="Calibri"/>
                        <a:cs typeface="Calibri"/>
                      </a:endParaRP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장점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별도 후보 게시를 기다리지 않고 대상·관계를 공동 생산</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발화에 맞는 자유로운 범위를 원본에서 직접 판단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화면·발화 생산 대기를 겹침 / 후보를 같은 판단 안에서 재사용</a:t>
                      </a:r>
                      <a:endParaRPr lang="ko-KR">
                        <a:latin typeface="Calibri"/>
                        <a:ea typeface="Calibri"/>
                        <a:cs typeface="Calibri"/>
                      </a:endParaRPr>
                    </a:p>
                    <a:p>
                      <a:pPr algn="ctr">
                        <a:defRPr lang="ko-KR">
                          <a:latin typeface="Calibri"/>
                          <a:ea typeface="Calibri"/>
                          <a:cs typeface="Calibri"/>
                        </a:defRPr>
                      </a:pPr>
                      <a:r>
                        <a:rPr sz="1500" lang="ko-KR">
                          <a:solidFill>
                            <a:srgbClr val="111111"/>
                          </a:solidFill>
                          <a:latin typeface="Calibri"/>
                          <a:ea typeface="Calibri"/>
                          <a:cs typeface="Calibri"/>
                        </a:rPr>
                        <a:t>화면·발화의 해석 근거와 오류 지점을 분리</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단점</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좌표·대상 혼동 시 공동 판단을 다시 수행</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큰 원본과 복합 관계를 함께 처리하는 부담</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C00000"/>
                          </a:solidFill>
                          <a:latin typeface="Calibri"/>
                          <a:ea typeface="Calibri"/>
                          <a:cs typeface="Calibri"/>
                        </a:rPr>
                        <a:t>양쪽 후보 완료 후 결합 / 생산·확장·후보 상태 비용</a:t>
                      </a:r>
                      <a:endParaRPr lang="ko-KR">
                        <a:latin typeface="Calibri"/>
                        <a:ea typeface="Calibri"/>
                        <a:cs typeface="Calibri"/>
                      </a:endParaRPr>
                    </a:p>
                    <a:p>
                      <a:pPr algn="ctr">
                        <a:defRPr lang="ko-KR">
                          <a:latin typeface="Calibri"/>
                          <a:ea typeface="Calibri"/>
                          <a:cs typeface="Calibri"/>
                        </a:defRPr>
                      </a:pPr>
                      <a:r>
                        <a:rPr sz="1500" lang="ko-KR">
                          <a:solidFill>
                            <a:srgbClr val="C00000"/>
                          </a:solidFill>
                          <a:latin typeface="Calibri"/>
                          <a:ea typeface="Calibri"/>
                          <a:cs typeface="Calibri"/>
                        </a:rPr>
                        <a:t>공통 호출 한도와 자원 경쟁에 따라 병렬 이익 제한</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24/24 (100%)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QA05 모델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defRPr lang="ko-KR">
                          <a:latin typeface="Calibri"/>
                          <a:ea typeface="Calibri"/>
                          <a:cs typeface="Calibri"/>
                        </a:defRPr>
                      </a:pPr>
                      <a:r>
                        <a:rPr sz="1400" b="1" lang="ko-KR">
                          <a:solidFill>
                            <a:srgbClr val="111111"/>
                          </a:solidFill>
                          <a:latin typeface="Calibri"/>
                          <a:ea typeface="Calibri"/>
                          <a:cs typeface="Calibri"/>
                        </a:rPr>
                        <a:t>QA06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40.141</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5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00">
            <a:extLst>
              <a:ext uri="{FF2B5EF4-FFF2-40B4-BE49-F238E27FC236}">
                <ns2:creationId id="{AAD88E5D-7A44-4965-8AC9-96DB3D65E1C6}"/>
              </a:ext>
            </a:extLst>
          </p:cNvPr>
          <p:cNvSpPr>
            <a:spLocks noGrp="1"/>
          </p:cNvSpPr>
          <p:nvPr/>
        </p:nvSpPr>
        <p:spPr>
          <a:xfrm>
            <a:off x="381000" y="2781300"/>
            <a:ext cx="1323975" cy="657225"/>
          </a:xfrm>
          <a:prstGeom prst="rect">
            <a:avLst/>
          </a:prstGeom>
          <a:solidFill>
            <a:srgbClr val="FFF6DD"/>
          </a:solidFill>
          <a:ln w="25718">
            <a:solidFill>
              <a:srgbClr val="111111"/>
            </a:solidFill>
            <a:prstDash val="solid"/>
          </a:ln>
        </p:spPr>
      </p:sp>
      <p:sp>
        <p:nvSpPr>
          <p:cNvPr id="17" name="DP3 object 101">
            <a:extLst>
              <a:ext uri="{FF2B5EF4-FFF2-40B4-BE49-F238E27FC236}">
                <ns2:creationId id="{70413168-32E2-4D31-8EC4-C3582FD72C0F}"/>
              </a:ext>
            </a:extLst>
          </p:cNvPr>
          <p:cNvSpPr>
            <a:spLocks noGrp="1"/>
          </p:cNvSpPr>
          <p:nvPr/>
        </p:nvSpPr>
        <p:spPr>
          <a:xfrm>
            <a:off x="419100" y="2800350"/>
            <a:ext cx="1238250" cy="257175"/>
          </a:xfrm>
          <a:prstGeom prst="rect">
            <a:avLst/>
          </a:prstGeom>
          <a:noFill/>
          <a:ln w="0">
            <a:noFill/>
            <a:prstDash val="solid"/>
          </a:ln>
        </p:spPr>
        <p:txBody>
          <a:bodyPr wrap="none" lIns="0" tIns="0" rIns="0" bIns="0" anchor="ctr">
            <a:noAutofit/>
          </a:bodyPr>
          <a:lstStyle>
            <a:defPPr algn="ctr">
              <a:defRPr sz="1500" b="1" lang="ko-KR">
                <a:solidFill>
                  <a:srgbClr val="111111"/>
                </a:solidFill>
                <a:latin typeface="Calibri"/>
                <a:ea typeface="Calibri"/>
                <a:cs typeface="Calibri"/>
              </a:defRPr>
            </a:defPPr>
            <a:lvl1pPr algn="ctr">
              <a:defRPr sz="1500" b="1" lang="ko-KR">
                <a:solidFill>
                  <a:srgbClr val="111111"/>
                </a:solidFill>
                <a:latin typeface="Calibri"/>
                <a:ea typeface="Calibri"/>
                <a:cs typeface="Calibri"/>
              </a:defRPr>
            </a:lvl1pPr>
            <a:lvl2pPr algn="ctr">
              <a:defRPr sz="1500" b="1" lang="ko-KR">
                <a:solidFill>
                  <a:srgbClr val="111111"/>
                </a:solidFill>
                <a:latin typeface="Calibri"/>
                <a:ea typeface="Calibri"/>
                <a:cs typeface="Calibri"/>
              </a:defRPr>
            </a:lvl2pPr>
            <a:lvl3pPr algn="ctr">
              <a:defRPr sz="1500" b="1" lang="ko-KR">
                <a:solidFill>
                  <a:srgbClr val="111111"/>
                </a:solidFill>
                <a:latin typeface="Calibri"/>
                <a:ea typeface="Calibri"/>
                <a:cs typeface="Calibri"/>
              </a:defRPr>
            </a:lvl3pPr>
            <a:lvl4pPr algn="ctr">
              <a:defRPr sz="1500" b="1" lang="ko-KR">
                <a:solidFill>
                  <a:srgbClr val="111111"/>
                </a:solidFill>
                <a:latin typeface="Calibri"/>
                <a:ea typeface="Calibri"/>
                <a:cs typeface="Calibri"/>
              </a:defRPr>
            </a:lvl4pPr>
            <a:lvl5pPr algn="ctr">
              <a:defRPr sz="1500" b="1" lang="ko-KR">
                <a:solidFill>
                  <a:srgbClr val="111111"/>
                </a:solidFill>
                <a:latin typeface="Calibri"/>
                <a:ea typeface="Calibri"/>
                <a:cs typeface="Calibri"/>
              </a:defRPr>
            </a:lvl5pPr>
            <a:lvl6pPr algn="ctr">
              <a:defRPr sz="1500" b="1" lang="ko-KR">
                <a:solidFill>
                  <a:srgbClr val="111111"/>
                </a:solidFill>
                <a:latin typeface="Calibri"/>
                <a:ea typeface="Calibri"/>
                <a:cs typeface="Calibri"/>
              </a:defRPr>
            </a:lvl6pPr>
            <a:lvl7pPr algn="ctr">
              <a:defRPr sz="1500" b="1" lang="ko-KR">
                <a:solidFill>
                  <a:srgbClr val="111111"/>
                </a:solidFill>
                <a:latin typeface="Calibri"/>
                <a:ea typeface="Calibri"/>
                <a:cs typeface="Calibri"/>
              </a:defRPr>
            </a:lvl7pPr>
            <a:lvl8pPr algn="ctr">
              <a:defRPr sz="1500" b="1" lang="ko-KR">
                <a:solidFill>
                  <a:srgbClr val="111111"/>
                </a:solidFill>
                <a:latin typeface="Calibri"/>
                <a:ea typeface="Calibri"/>
                <a:cs typeface="Calibri"/>
              </a:defRPr>
            </a:lvl8pPr>
            <a:lvl9pPr algn="ctr">
              <a:defRPr sz="1500" b="1" lang="ko-KR">
                <a:solidFill>
                  <a:srgbClr val="111111"/>
                </a:solidFill>
                <a:latin typeface="Calibri"/>
                <a:ea typeface="Calibri"/>
                <a:cs typeface="Calibri"/>
              </a:defRPr>
            </a:lvl9pPr>
          </a:lstStyle>
          <a:p>
            <a:pPr algn="ctr">
              <a:defRPr sz="1500" b="1" lang="ko-KR">
                <a:solidFill>
                  <a:srgbClr val="111111"/>
                </a:solidFill>
                <a:latin typeface="Calibri"/>
                <a:ea typeface="Calibri"/>
                <a:cs typeface="Calibri"/>
              </a:defRPr>
            </a:pPr>
            <a:r>
              <a:rPr sz="1500" b="1" lang="ko-KR">
                <a:solidFill>
                  <a:srgbClr val="111111"/>
                </a:solidFill>
                <a:latin typeface="Calibri"/>
                <a:ea typeface="Calibri"/>
                <a:cs typeface="Calibri"/>
              </a:rPr>
              <a:t>Component</a:t>
            </a:r>
            <a:endParaRPr lang="ko-KR">
              <a:latin typeface="Calibri"/>
              <a:ea typeface="Calibri"/>
              <a:cs typeface="Calibri"/>
            </a:endParaRPr>
          </a:p>
        </p:txBody>
      </p:sp>
      <p:sp>
        <p:nvSpPr>
          <p:cNvPr id="18" name="DP3 object 102">
            <a:extLst>
              <a:ext uri="{FF2B5EF4-FFF2-40B4-BE49-F238E27FC236}">
                <ns2:creationId id="{DC9E4A22-4943-4FA1-8BF6-50E94CF1F976}"/>
              </a:ext>
            </a:extLst>
          </p:cNvPr>
          <p:cNvSpPr>
            <a:spLocks noGrp="1"/>
          </p:cNvSpPr>
          <p:nvPr/>
        </p:nvSpPr>
        <p:spPr>
          <a:xfrm>
            <a:off x="466725" y="3105150"/>
            <a:ext cx="1152525" cy="247650"/>
          </a:xfrm>
          <a:prstGeom prst="rect">
            <a:avLst/>
          </a:prstGeom>
          <a:solidFill>
            <a:srgbClr val="FFFFFF"/>
          </a:solidFill>
          <a:ln w="12383">
            <a:solidFill>
              <a:srgbClr val="111111"/>
            </a:solidFill>
            <a:prstDash val="solid"/>
          </a:ln>
        </p:spPr>
      </p:sp>
      <p:sp>
        <p:nvSpPr>
          <p:cNvPr id="19" name="DP3 object 103">
            <a:extLst>
              <a:ext uri="{FF2B5EF4-FFF2-40B4-BE49-F238E27FC236}">
                <ns2:creationId id="{240E7E18-D317-479D-886D-41D8D643C7D0}"/>
              </a:ext>
            </a:extLst>
          </p:cNvPr>
          <p:cNvSpPr>
            <a:spLocks noGrp="1"/>
          </p:cNvSpPr>
          <p:nvPr/>
        </p:nvSpPr>
        <p:spPr>
          <a:xfrm>
            <a:off x="485775" y="3105150"/>
            <a:ext cx="1114425" cy="24765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내부 Module</a:t>
            </a:r>
            <a:endParaRPr lang="ko-KR">
              <a:latin typeface="Calibri"/>
              <a:ea typeface="Calibri"/>
              <a:cs typeface="Calibri"/>
            </a:endParaRPr>
          </a:p>
        </p:txBody>
      </p:sp>
      <p:sp>
        <p:nvSpPr>
          <p:cNvPr id="20" name="보존 상태">
            <a:extLst>
              <a:ext uri="{FF2B5EF4-FFF2-40B4-BE49-F238E27FC236}">
                <ns2:creationId id="{41B63275-CBE7-4C40-8628-409F503CFAAC}"/>
              </a:ext>
            </a:extLst>
          </p:cNvPr>
          <p:cNvSpPr>
            <a:spLocks noGrp="1"/>
          </p:cNvSpPr>
          <p:nvPr/>
        </p:nvSpPr>
        <p:spPr>
          <a:xfrm>
            <a:off x="400050" y="3790950"/>
            <a:ext cx="1285875" cy="571500"/>
          </a:xfrm>
          <a:prstGeom prst="can">
            <a:avLst>
              <a:gd name="adj" fmla="val 16000"/>
            </a:avLst>
          </a:prstGeom>
          <a:solidFill>
            <a:srgbClr val="FFF6DD"/>
          </a:solidFill>
          <a:ln w="17145">
            <a:solidFill>
              <a:srgbClr val="111111"/>
            </a:solidFill>
            <a:prstDash val="solid"/>
          </a:ln>
        </p:spPr>
      </p:sp>
      <p:sp>
        <p:nvSpPr>
          <p:cNvPr id="21" name="DP3 object 104">
            <a:extLst>
              <a:ext uri="{FF2B5EF4-FFF2-40B4-BE49-F238E27FC236}">
                <ns2:creationId id="{8041C191-D2FE-4E4A-8C06-92FA9A4E7A55}"/>
              </a:ext>
            </a:extLst>
          </p:cNvPr>
          <p:cNvSpPr>
            <a:spLocks noGrp="1"/>
          </p:cNvSpPr>
          <p:nvPr/>
        </p:nvSpPr>
        <p:spPr>
          <a:xfrm>
            <a:off x="447675" y="3895725"/>
            <a:ext cx="1190625" cy="4095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보존 상태</a:t>
            </a:r>
            <a:endParaRPr lang="ko-KR">
              <a:latin typeface="Calibri"/>
              <a:ea typeface="Calibri"/>
              <a:cs typeface="Calibri"/>
            </a:endParaRPr>
          </a:p>
        </p:txBody>
      </p:sp>
      <p:sp>
        <p:nvSpPr>
          <p:cNvPr id="22" name="DP3 object 105">
            <a:extLst>
              <a:ext uri="{FF2B5EF4-FFF2-40B4-BE49-F238E27FC236}">
                <ns2:creationId id="{44B9A61C-93E5-4E8A-8480-4F367D317768}"/>
              </a:ext>
            </a:extLst>
          </p:cNvPr>
          <p:cNvSpPr>
            <a:spLocks noGrp="1"/>
          </p:cNvSpPr>
          <p:nvPr/>
        </p:nvSpPr>
        <p:spPr>
          <a:xfrm>
            <a:off x="314325" y="4591050"/>
            <a:ext cx="1495425" cy="533400"/>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실선: 처리·자료</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점선: 조건부 경로</a:t>
            </a:r>
            <a:endParaRPr lang="ko-KR">
              <a:latin typeface="Calibri"/>
              <a:ea typeface="Calibri"/>
              <a:cs typeface="Calibri"/>
            </a:endParaRPr>
          </a:p>
        </p:txBody>
      </p:sp>
      <p:sp>
        <p:nvSpPr>
          <p:cNvPr id="23" name="DP3 object 106">
            <a:extLst>
              <a:ext uri="{FF2B5EF4-FFF2-40B4-BE49-F238E27FC236}">
                <ns2:creationId id="{2A944416-40A8-45BA-B368-B37B845179D1}"/>
              </a:ext>
            </a:extLst>
          </p:cNvPr>
          <p:cNvSpPr>
            <a:spLocks noGrp="1"/>
          </p:cNvSpPr>
          <p:nvPr/>
        </p:nvSpPr>
        <p:spPr>
          <a:xfrm>
            <a:off x="314325" y="5286375"/>
            <a:ext cx="1495425" cy="4667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모듈별 모델 복제나</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독립 process 아님</a:t>
            </a:r>
            <a:endParaRPr lang="ko-KR">
              <a:latin typeface="Calibri"/>
              <a:ea typeface="Calibri"/>
              <a:cs typeface="Calibri"/>
            </a:endParaRPr>
          </a:p>
        </p:txBody>
      </p:sp>
      <p:sp>
        <p:nvSpPr>
          <p:cNvPr id="24" name="DP3 object 107">
            <a:extLst>
              <a:ext uri="{FF2B5EF4-FFF2-40B4-BE49-F238E27FC236}">
                <ns2:creationId id="{802B4E1E-4447-4331-A7E8-53654594A736}"/>
              </a:ext>
            </a:extLst>
          </p:cNvPr>
          <p:cNvSpPr>
            <a:spLocks noGrp="1"/>
          </p:cNvSpPr>
          <p:nvPr/>
        </p:nvSpPr>
        <p:spPr>
          <a:xfrm>
            <a:off x="1971675" y="2190750"/>
            <a:ext cx="788670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대상 범위와 지칭 관계를 한 책임에서 생산</a:t>
            </a:r>
            <a:endParaRPr lang="ko-KR">
              <a:latin typeface="Calibri"/>
              <a:ea typeface="Calibri"/>
              <a:cs typeface="Calibri"/>
            </a:endParaRPr>
          </a:p>
        </p:txBody>
      </p:sp>
      <p:sp>
        <p:nvSpPr>
          <p:cNvPr id="25" name="발화 원문&#10;시각·정정">
            <a:extLst>
              <a:ext uri="{FF2B5EF4-FFF2-40B4-BE49-F238E27FC236}">
                <ns2:creationId id="{AF8B9093-C6DD-4488-9FAD-D3B87AB497EF}"/>
              </a:ext>
            </a:extLst>
          </p:cNvPr>
          <p:cNvSpPr>
            <a:spLocks noGrp="1"/>
          </p:cNvSpPr>
          <p:nvPr/>
        </p:nvSpPr>
        <p:spPr>
          <a:xfrm>
            <a:off x="2038350" y="2943225"/>
            <a:ext cx="1800225" cy="733425"/>
          </a:xfrm>
          <a:prstGeom prst="can">
            <a:avLst>
              <a:gd name="adj" fmla="val 16000"/>
            </a:avLst>
          </a:prstGeom>
          <a:solidFill>
            <a:srgbClr val="FFF6DD"/>
          </a:solidFill>
          <a:ln w="17145">
            <a:solidFill>
              <a:srgbClr val="111111"/>
            </a:solidFill>
            <a:prstDash val="solid"/>
          </a:ln>
        </p:spPr>
      </p:sp>
      <p:sp>
        <p:nvSpPr>
          <p:cNvPr id="26" name="DP3 object 108">
            <a:extLst>
              <a:ext uri="{FF2B5EF4-FFF2-40B4-BE49-F238E27FC236}">
                <ns2:creationId id="{4F7DB75D-47FC-49AB-998A-0AD6334A9B3E}"/>
              </a:ext>
            </a:extLst>
          </p:cNvPr>
          <p:cNvSpPr>
            <a:spLocks noGrp="1"/>
          </p:cNvSpPr>
          <p:nvPr/>
        </p:nvSpPr>
        <p:spPr>
          <a:xfrm>
            <a:off x="2085975" y="3048000"/>
            <a:ext cx="1704975" cy="5715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발화 원문</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시각·정정</a:t>
            </a:r>
            <a:endParaRPr lang="ko-KR">
              <a:latin typeface="Calibri"/>
              <a:ea typeface="Calibri"/>
              <a:cs typeface="Calibri"/>
            </a:endParaRPr>
          </a:p>
        </p:txBody>
      </p:sp>
      <p:sp>
        <p:nvSpPr>
          <p:cNvPr id="27" name="당시 화면&#10;선택·pointer">
            <a:extLst>
              <a:ext uri="{FF2B5EF4-FFF2-40B4-BE49-F238E27FC236}">
                <ns2:creationId id="{14688B6A-7EC9-49C4-B6A7-8C01855E2C8F}"/>
              </a:ext>
            </a:extLst>
          </p:cNvPr>
          <p:cNvSpPr>
            <a:spLocks noGrp="1"/>
          </p:cNvSpPr>
          <p:nvPr/>
        </p:nvSpPr>
        <p:spPr>
          <a:xfrm>
            <a:off x="2038350" y="4000500"/>
            <a:ext cx="1800225" cy="809625"/>
          </a:xfrm>
          <a:prstGeom prst="can">
            <a:avLst>
              <a:gd name="adj" fmla="val 16000"/>
            </a:avLst>
          </a:prstGeom>
          <a:solidFill>
            <a:srgbClr val="FFF6DD"/>
          </a:solidFill>
          <a:ln w="17145">
            <a:solidFill>
              <a:srgbClr val="111111"/>
            </a:solidFill>
            <a:prstDash val="solid"/>
          </a:ln>
        </p:spPr>
      </p:sp>
      <p:sp>
        <p:nvSpPr>
          <p:cNvPr id="28" name="DP3 object 109">
            <a:extLst>
              <a:ext uri="{FF2B5EF4-FFF2-40B4-BE49-F238E27FC236}">
                <ns2:creationId id="{1C5C6C6C-F36C-4E87-9CBA-D0E82E75E33D}"/>
              </a:ext>
            </a:extLst>
          </p:cNvPr>
          <p:cNvSpPr>
            <a:spLocks noGrp="1"/>
          </p:cNvSpPr>
          <p:nvPr/>
        </p:nvSpPr>
        <p:spPr>
          <a:xfrm>
            <a:off x="2085975" y="4105275"/>
            <a:ext cx="1704975" cy="6477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당시 화면</a:t>
            </a:r>
            <a:endParaRPr lang="ko-KR">
              <a:latin typeface="Calibri"/>
              <a:ea typeface="Calibri"/>
              <a:cs typeface="Calibri"/>
            </a:endParaRPr>
          </a:p>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선택·pointer</a:t>
            </a:r>
            <a:endParaRPr lang="ko-KR">
              <a:latin typeface="Calibri"/>
              <a:ea typeface="Calibri"/>
              <a:cs typeface="Calibri"/>
            </a:endParaRPr>
          </a:p>
        </p:txBody>
      </p:sp>
      <p:sp>
        <p:nvSpPr>
          <p:cNvPr id="29" name="Request Interpreter Component">
            <a:extLst>
              <a:ext uri="{FF2B5EF4-FFF2-40B4-BE49-F238E27FC236}">
                <ns2:creationId id="{76CE2E59-1483-4C8A-870A-C6742195B70A}"/>
              </a:ext>
            </a:extLst>
          </p:cNvPr>
          <p:cNvSpPr>
            <a:spLocks noGrp="1"/>
          </p:cNvSpPr>
          <p:nvPr/>
        </p:nvSpPr>
        <p:spPr>
          <a:xfrm>
            <a:off x="4048125" y="2590800"/>
            <a:ext cx="5676900" cy="3009900"/>
          </a:xfrm>
          <a:prstGeom prst="rect">
            <a:avLst/>
          </a:prstGeom>
          <a:solidFill>
            <a:srgbClr val="FFF6DD"/>
          </a:solidFill>
          <a:ln w="25718">
            <a:solidFill>
              <a:srgbClr val="111111"/>
            </a:solidFill>
            <a:prstDash val="solid"/>
          </a:ln>
        </p:spPr>
      </p:sp>
      <p:sp>
        <p:nvSpPr>
          <p:cNvPr id="30" name="DP3 object 110">
            <a:extLst>
              <a:ext uri="{FF2B5EF4-FFF2-40B4-BE49-F238E27FC236}">
                <ns2:creationId id="{F5744BF5-AB35-4599-8FD2-E51E8E9E862C}"/>
              </a:ext>
            </a:extLst>
          </p:cNvPr>
          <p:cNvSpPr>
            <a:spLocks noGrp="1"/>
          </p:cNvSpPr>
          <p:nvPr/>
        </p:nvSpPr>
        <p:spPr>
          <a:xfrm>
            <a:off x="4124325" y="2609850"/>
            <a:ext cx="552450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31" name="Editable path 111">
            <a:extLst>
              <a:ext uri="{FF2B5EF4-FFF2-40B4-BE49-F238E27FC236}">
                <ns2:creationId id="{83DE5B78-F0B0-42ED-B189-475CC6E25C29}"/>
              </a:ext>
            </a:extLst>
          </p:cNvPr>
          <p:cNvSpPr>
            <a:spLocks noGrp="1"/>
          </p:cNvSpPr>
          <p:nvPr/>
        </p:nvSpPr>
        <p:spPr>
          <a:xfrm>
            <a:off x="4048125" y="2933700"/>
            <a:ext cx="5676900" cy="953"/>
          </a:xfrm>
          <a:custGeom>
            <a:pathLst>
              <a:path w="5676900" h="953">
                <a:moveTo>
                  <a:pt x="0" y="0"/>
                </a:moveTo>
                <a:lnTo>
                  <a:pt x="5676900" y="0"/>
                </a:lnTo>
              </a:path>
            </a:pathLst>
          </a:custGeom>
          <a:noFill/>
          <a:ln w="13335">
            <a:solidFill>
              <a:srgbClr val="111111"/>
            </a:solidFill>
            <a:prstDash val="solid"/>
          </a:ln>
        </p:spPr>
      </p:sp>
      <p:sp>
        <p:nvSpPr>
          <p:cNvPr id="32" name="Grounding Attempt Control / Joint Work Queue">
            <a:extLst>
              <a:ext uri="{FF2B5EF4-FFF2-40B4-BE49-F238E27FC236}">
                <ns2:creationId id="{EC523990-FE0F-4963-98AA-B35DDEEF0ABA}"/>
              </a:ext>
            </a:extLst>
          </p:cNvPr>
          <p:cNvSpPr>
            <a:spLocks noGrp="1"/>
          </p:cNvSpPr>
          <p:nvPr/>
        </p:nvSpPr>
        <p:spPr>
          <a:xfrm>
            <a:off x="4238625" y="3000375"/>
            <a:ext cx="5295900" cy="342900"/>
          </a:xfrm>
          <a:prstGeom prst="rect">
            <a:avLst/>
          </a:prstGeom>
          <a:solidFill>
            <a:srgbClr val="FFFFFF"/>
          </a:solidFill>
          <a:ln w="17145">
            <a:solidFill>
              <a:srgbClr val="111111"/>
            </a:solidFill>
            <a:prstDash val="solid"/>
          </a:ln>
        </p:spPr>
      </p:sp>
      <p:sp>
        <p:nvSpPr>
          <p:cNvPr id="33" name="DP3 object 112">
            <a:extLst>
              <a:ext uri="{FF2B5EF4-FFF2-40B4-BE49-F238E27FC236}">
                <ns2:creationId id="{A14EEBA2-AD16-439C-8F16-037F21462820}"/>
              </a:ext>
            </a:extLst>
          </p:cNvPr>
          <p:cNvSpPr>
            <a:spLocks noGrp="1"/>
          </p:cNvSpPr>
          <p:nvPr/>
        </p:nvSpPr>
        <p:spPr>
          <a:xfrm>
            <a:off x="4305300" y="3038475"/>
            <a:ext cx="5162550" cy="266700"/>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Grounding Attempt Control / Joint Work Queue</a:t>
            </a:r>
            <a:endParaRPr lang="ko-KR">
              <a:latin typeface="Calibri"/>
              <a:ea typeface="Calibri"/>
              <a:cs typeface="Calibri"/>
            </a:endParaRPr>
          </a:p>
        </p:txBody>
      </p:sp>
      <p:sp>
        <p:nvSpPr>
          <p:cNvPr id="34" name="Joint Grounding&#10;Interpreter">
            <a:extLst>
              <a:ext uri="{FF2B5EF4-FFF2-40B4-BE49-F238E27FC236}">
                <ns2:creationId id="{4CA90DCC-BE26-4809-A151-9211F0536A13}"/>
              </a:ext>
            </a:extLst>
          </p:cNvPr>
          <p:cNvSpPr>
            <a:spLocks noGrp="1"/>
          </p:cNvSpPr>
          <p:nvPr/>
        </p:nvSpPr>
        <p:spPr>
          <a:xfrm>
            <a:off x="4238625" y="3533775"/>
            <a:ext cx="3238500" cy="838200"/>
          </a:xfrm>
          <a:prstGeom prst="rect">
            <a:avLst/>
          </a:prstGeom>
          <a:solidFill>
            <a:srgbClr val="FFFFFF"/>
          </a:solidFill>
          <a:ln w="17145">
            <a:solidFill>
              <a:srgbClr val="111111"/>
            </a:solidFill>
            <a:prstDash val="solid"/>
          </a:ln>
        </p:spPr>
      </p:sp>
      <p:sp>
        <p:nvSpPr>
          <p:cNvPr id="35" name="DP3 object 113">
            <a:extLst>
              <a:ext uri="{FF2B5EF4-FFF2-40B4-BE49-F238E27FC236}">
                <ns2:creationId id="{8490D65F-9F3C-4629-9337-6EB8896CC34D}"/>
              </a:ext>
            </a:extLst>
          </p:cNvPr>
          <p:cNvSpPr>
            <a:spLocks noGrp="1"/>
          </p:cNvSpPr>
          <p:nvPr/>
        </p:nvSpPr>
        <p:spPr>
          <a:xfrm>
            <a:off x="4305300" y="3571875"/>
            <a:ext cx="3105150" cy="7620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Interpreter</a:t>
            </a:r>
            <a:endParaRPr lang="ko-KR">
              <a:latin typeface="Calibri"/>
              <a:ea typeface="Calibri"/>
              <a:cs typeface="Calibri"/>
            </a:endParaRPr>
          </a:p>
        </p:txBody>
      </p:sp>
      <p:sp>
        <p:nvSpPr>
          <p:cNvPr id="36" name="Joint Grounding&#10;State">
            <a:extLst>
              <a:ext uri="{FF2B5EF4-FFF2-40B4-BE49-F238E27FC236}">
                <ns2:creationId id="{63BA634E-4D0A-4059-9688-14C7F6473F32}"/>
              </a:ext>
            </a:extLst>
          </p:cNvPr>
          <p:cNvSpPr>
            <a:spLocks noGrp="1"/>
          </p:cNvSpPr>
          <p:nvPr/>
        </p:nvSpPr>
        <p:spPr>
          <a:xfrm>
            <a:off x="7762875" y="4000500"/>
            <a:ext cx="1771650" cy="990600"/>
          </a:xfrm>
          <a:prstGeom prst="can">
            <a:avLst>
              <a:gd name="adj" fmla="val 16000"/>
            </a:avLst>
          </a:prstGeom>
          <a:solidFill>
            <a:srgbClr val="FFF6DD"/>
          </a:solidFill>
          <a:ln w="17145">
            <a:solidFill>
              <a:srgbClr val="111111"/>
            </a:solidFill>
            <a:prstDash val="solid"/>
          </a:ln>
        </p:spPr>
      </p:sp>
      <p:sp>
        <p:nvSpPr>
          <p:cNvPr id="37" name="DP3 object 114">
            <a:extLst>
              <a:ext uri="{FF2B5EF4-FFF2-40B4-BE49-F238E27FC236}">
                <ns2:creationId id="{EF893691-432E-460F-A464-1CDD625B2466}"/>
              </a:ext>
            </a:extLst>
          </p:cNvPr>
          <p:cNvSpPr>
            <a:spLocks noGrp="1"/>
          </p:cNvSpPr>
          <p:nvPr/>
        </p:nvSpPr>
        <p:spPr>
          <a:xfrm>
            <a:off x="7810500" y="4105275"/>
            <a:ext cx="1676400" cy="82867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Joint Grounding</a:t>
            </a:r>
            <a:endParaRPr lang="ko-KR">
              <a:latin typeface="Calibri"/>
              <a:ea typeface="Calibri"/>
              <a:cs typeface="Calibri"/>
            </a:endParaRPr>
          </a:p>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State</a:t>
            </a:r>
            <a:endParaRPr lang="ko-KR">
              <a:latin typeface="Calibri"/>
              <a:ea typeface="Calibri"/>
              <a:cs typeface="Calibri"/>
            </a:endParaRPr>
          </a:p>
        </p:txBody>
      </p:sp>
      <p:sp>
        <p:nvSpPr>
          <p:cNvPr id="38" name="Editable path 115">
            <a:extLst>
              <a:ext uri="{FF2B5EF4-FFF2-40B4-BE49-F238E27FC236}">
                <ns2:creationId id="{854EE0EE-79E6-429E-BD2A-05956A86AA0D}"/>
              </a:ext>
            </a:extLst>
          </p:cNvPr>
          <p:cNvSpPr>
            <a:spLocks noGrp="1"/>
          </p:cNvSpPr>
          <p:nvPr/>
        </p:nvSpPr>
        <p:spPr>
          <a:xfrm>
            <a:off x="3838575" y="3295650"/>
            <a:ext cx="400050" cy="466725"/>
          </a:xfrm>
          <a:custGeom>
            <a:pathLst>
              <a:path w="400050" h="466725">
                <a:moveTo>
                  <a:pt x="0" y="0"/>
                </a:moveTo>
                <a:lnTo>
                  <a:pt x="161925" y="0"/>
                </a:lnTo>
                <a:lnTo>
                  <a:pt x="161925" y="466725"/>
                </a:lnTo>
                <a:lnTo>
                  <a:pt x="400050" y="466725"/>
                </a:lnTo>
              </a:path>
            </a:pathLst>
          </a:custGeom>
          <a:noFill/>
          <a:ln w="20955">
            <a:solidFill>
              <a:srgbClr val="111111"/>
            </a:solidFill>
            <a:prstDash val="solid"/>
          </a:ln>
        </p:spPr>
      </p:sp>
      <p:sp>
        <p:nvSpPr>
          <p:cNvPr id="39" name="Editable arrowhead 116">
            <a:extLst>
              <a:ext uri="{FF2B5EF4-FFF2-40B4-BE49-F238E27FC236}">
                <ns2:creationId id="{1FCEB398-2A71-4355-81E2-DEEE5CE7F827}"/>
              </a:ext>
            </a:extLst>
          </p:cNvPr>
          <p:cNvSpPr>
            <a:spLocks noGrp="1"/>
          </p:cNvSpPr>
          <p:nvPr/>
        </p:nvSpPr>
        <p:spPr>
          <a:xfrm>
            <a:off x="4143375" y="371475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0" name="Editable path 117">
            <a:extLst>
              <a:ext uri="{FF2B5EF4-FFF2-40B4-BE49-F238E27FC236}">
                <ns2:creationId id="{DF26FBE5-18F4-4A82-A03F-5BEF585A198E}"/>
              </a:ext>
            </a:extLst>
          </p:cNvPr>
          <p:cNvSpPr>
            <a:spLocks noGrp="1"/>
          </p:cNvSpPr>
          <p:nvPr/>
        </p:nvSpPr>
        <p:spPr>
          <a:xfrm>
            <a:off x="3838575" y="4171950"/>
            <a:ext cx="400050" cy="219075"/>
          </a:xfrm>
          <a:custGeom>
            <a:pathLst>
              <a:path w="400050" h="219075">
                <a:moveTo>
                  <a:pt x="0" y="219075"/>
                </a:moveTo>
                <a:lnTo>
                  <a:pt x="161925" y="219075"/>
                </a:lnTo>
                <a:lnTo>
                  <a:pt x="161925" y="0"/>
                </a:lnTo>
                <a:lnTo>
                  <a:pt x="400050" y="0"/>
                </a:lnTo>
              </a:path>
            </a:pathLst>
          </a:custGeom>
          <a:noFill/>
          <a:ln w="20955">
            <a:solidFill>
              <a:srgbClr val="111111"/>
            </a:solidFill>
            <a:prstDash val="solid"/>
          </a:ln>
        </p:spPr>
      </p:sp>
      <p:sp>
        <p:nvSpPr>
          <p:cNvPr id="41" name="Editable arrowhead 118">
            <a:extLst>
              <a:ext uri="{FF2B5EF4-FFF2-40B4-BE49-F238E27FC236}">
                <ns2:creationId id="{6188A0ED-8128-4D6B-AF94-67B9F07EBA56}"/>
              </a:ext>
            </a:extLst>
          </p:cNvPr>
          <p:cNvSpPr>
            <a:spLocks noGrp="1"/>
          </p:cNvSpPr>
          <p:nvPr/>
        </p:nvSpPr>
        <p:spPr>
          <a:xfrm>
            <a:off x="4143375" y="41243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42" name="Editable path 119">
            <a:extLst>
              <a:ext uri="{FF2B5EF4-FFF2-40B4-BE49-F238E27FC236}">
                <ns2:creationId id="{2E737417-85CF-4E0E-B4F1-D6333A2B3E01}"/>
              </a:ext>
            </a:extLst>
          </p:cNvPr>
          <p:cNvSpPr>
            <a:spLocks noGrp="1"/>
          </p:cNvSpPr>
          <p:nvPr/>
        </p:nvSpPr>
        <p:spPr>
          <a:xfrm>
            <a:off x="5857875" y="3343275"/>
            <a:ext cx="953" cy="190500"/>
          </a:xfrm>
          <a:custGeom>
            <a:pathLst>
              <a:path w="953" h="190500">
                <a:moveTo>
                  <a:pt x="0" y="0"/>
                </a:moveTo>
                <a:lnTo>
                  <a:pt x="0" y="190500"/>
                </a:lnTo>
              </a:path>
            </a:pathLst>
          </a:custGeom>
          <a:noFill/>
          <a:ln w="19050">
            <a:solidFill>
              <a:srgbClr val="111111"/>
            </a:solidFill>
            <a:prstDash val="solid"/>
          </a:ln>
        </p:spPr>
      </p:sp>
      <p:sp>
        <p:nvSpPr>
          <p:cNvPr id="43" name="Editable arrowhead 120">
            <a:extLst>
              <a:ext uri="{FF2B5EF4-FFF2-40B4-BE49-F238E27FC236}">
                <ns2:creationId id="{806D470F-D5CC-4062-9416-9C517A3A7D3C}"/>
              </a:ext>
            </a:extLst>
          </p:cNvPr>
          <p:cNvSpPr>
            <a:spLocks noGrp="1"/>
          </p:cNvSpPr>
          <p:nvPr/>
        </p:nvSpPr>
        <p:spPr>
          <a:xfrm>
            <a:off x="5810250" y="34385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4" name="Editable path 121">
            <a:extLst>
              <a:ext uri="{FF2B5EF4-FFF2-40B4-BE49-F238E27FC236}">
                <ns2:creationId id="{8AC5E055-C3A0-4C89-80C6-BE0717AD091C}"/>
              </a:ext>
            </a:extLst>
          </p:cNvPr>
          <p:cNvSpPr>
            <a:spLocks noGrp="1"/>
          </p:cNvSpPr>
          <p:nvPr/>
        </p:nvSpPr>
        <p:spPr>
          <a:xfrm>
            <a:off x="5857875" y="4371975"/>
            <a:ext cx="953" cy="238125"/>
          </a:xfrm>
          <a:custGeom>
            <a:pathLst>
              <a:path w="953" h="238125">
                <a:moveTo>
                  <a:pt x="0" y="0"/>
                </a:moveTo>
                <a:lnTo>
                  <a:pt x="0" y="238125"/>
                </a:lnTo>
              </a:path>
            </a:pathLst>
          </a:custGeom>
          <a:noFill/>
          <a:ln w="20955">
            <a:solidFill>
              <a:srgbClr val="111111"/>
            </a:solidFill>
            <a:prstDash val="solid"/>
          </a:ln>
        </p:spPr>
      </p:sp>
      <p:sp>
        <p:nvSpPr>
          <p:cNvPr id="45" name="Editable arrowhead 122">
            <a:extLst>
              <a:ext uri="{FF2B5EF4-FFF2-40B4-BE49-F238E27FC236}">
                <ns2:creationId id="{F936AB44-9624-40C5-B317-08C2E9419978}"/>
              </a:ext>
            </a:extLst>
          </p:cNvPr>
          <p:cNvSpPr>
            <a:spLocks noGrp="1"/>
          </p:cNvSpPr>
          <p:nvPr/>
        </p:nvSpPr>
        <p:spPr>
          <a:xfrm>
            <a:off x="5810250" y="45148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46" name="DP3 object 123">
            <a:extLst>
              <a:ext uri="{FF2B5EF4-FFF2-40B4-BE49-F238E27FC236}">
                <ns2:creationId id="{73A052B9-7209-4E4D-95DC-CF653771BC64}"/>
              </a:ext>
            </a:extLst>
          </p:cNvPr>
          <p:cNvSpPr>
            <a:spLocks noGrp="1"/>
          </p:cNvSpPr>
          <p:nvPr/>
        </p:nvSpPr>
        <p:spPr>
          <a:xfrm>
            <a:off x="4257675" y="3400425"/>
            <a:ext cx="266700" cy="276225"/>
          </a:xfrm>
          <a:prstGeom prst="roundRect">
            <a:avLst>
              <a:gd name="adj" fmla="val 28571"/>
            </a:avLst>
          </a:prstGeom>
          <a:solidFill>
            <a:srgbClr val="C9E1B3"/>
          </a:solidFill>
          <a:ln w="17145">
            <a:solidFill>
              <a:srgbClr val="70A843"/>
            </a:solidFill>
            <a:prstDash val="solid"/>
          </a:ln>
        </p:spPr>
      </p:sp>
      <p:sp>
        <p:nvSpPr>
          <p:cNvPr id="47" name="DP3 object 124">
            <a:extLst>
              <a:ext uri="{FF2B5EF4-FFF2-40B4-BE49-F238E27FC236}">
                <ns2:creationId id="{95AD7137-76B1-498D-9E09-15A70E510412}"/>
              </a:ext>
            </a:extLst>
          </p:cNvPr>
          <p:cNvSpPr>
            <a:spLocks noGrp="1"/>
          </p:cNvSpPr>
          <p:nvPr/>
        </p:nvSpPr>
        <p:spPr>
          <a:xfrm>
            <a:off x="4257675" y="340042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48" name="TryApply / 현재성·기하 검증">
            <a:extLst>
              <a:ext uri="{FF2B5EF4-FFF2-40B4-BE49-F238E27FC236}">
                <ns2:creationId id="{976093D2-24D2-4731-B4A9-802F9F18535E}"/>
              </a:ext>
            </a:extLst>
          </p:cNvPr>
          <p:cNvSpPr>
            <a:spLocks noGrp="1"/>
          </p:cNvSpPr>
          <p:nvPr/>
        </p:nvSpPr>
        <p:spPr>
          <a:xfrm>
            <a:off x="4238625" y="4610100"/>
            <a:ext cx="3238500" cy="381000"/>
          </a:xfrm>
          <a:prstGeom prst="rect">
            <a:avLst/>
          </a:prstGeom>
          <a:solidFill>
            <a:srgbClr val="FFFFFF"/>
          </a:solidFill>
          <a:ln w="17145">
            <a:solidFill>
              <a:srgbClr val="111111"/>
            </a:solidFill>
            <a:prstDash val="solid"/>
          </a:ln>
        </p:spPr>
      </p:sp>
      <p:sp>
        <p:nvSpPr>
          <p:cNvPr id="49" name="DP3 object 125">
            <a:extLst>
              <a:ext uri="{FF2B5EF4-FFF2-40B4-BE49-F238E27FC236}">
                <ns2:creationId id="{2C7F1E3E-4040-4839-B4F9-E0A59CE19479}"/>
              </a:ext>
            </a:extLst>
          </p:cNvPr>
          <p:cNvSpPr>
            <a:spLocks noGrp="1"/>
          </p:cNvSpPr>
          <p:nvPr/>
        </p:nvSpPr>
        <p:spPr>
          <a:xfrm>
            <a:off x="4305300" y="4648200"/>
            <a:ext cx="3105150" cy="304800"/>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TryApply / 현재성·기하 검증</a:t>
            </a:r>
            <a:endParaRPr lang="ko-KR">
              <a:latin typeface="Calibri"/>
              <a:ea typeface="Calibri"/>
              <a:cs typeface="Calibri"/>
            </a:endParaRPr>
          </a:p>
        </p:txBody>
      </p:sp>
      <p:sp>
        <p:nvSpPr>
          <p:cNvPr id="50" name="DP3 object 126">
            <a:extLst>
              <a:ext uri="{FF2B5EF4-FFF2-40B4-BE49-F238E27FC236}">
                <ns2:creationId id="{0BA875B1-FF43-4800-8981-AFA34CC966A5}"/>
              </a:ext>
            </a:extLst>
          </p:cNvPr>
          <p:cNvSpPr>
            <a:spLocks noGrp="1"/>
          </p:cNvSpPr>
          <p:nvPr/>
        </p:nvSpPr>
        <p:spPr>
          <a:xfrm>
            <a:off x="4257675" y="4476750"/>
            <a:ext cx="266700" cy="276225"/>
          </a:xfrm>
          <a:prstGeom prst="roundRect">
            <a:avLst>
              <a:gd name="adj" fmla="val 28571"/>
            </a:avLst>
          </a:prstGeom>
          <a:solidFill>
            <a:srgbClr val="C9E1B3"/>
          </a:solidFill>
          <a:ln w="17145">
            <a:solidFill>
              <a:srgbClr val="70A843"/>
            </a:solidFill>
            <a:prstDash val="solid"/>
          </a:ln>
        </p:spPr>
      </p:sp>
      <p:sp>
        <p:nvSpPr>
          <p:cNvPr id="51" name="DP3 object 127">
            <a:extLst>
              <a:ext uri="{FF2B5EF4-FFF2-40B4-BE49-F238E27FC236}">
                <ns2:creationId id="{B2694AE2-5C90-4A41-BA8C-2CE622840355}"/>
              </a:ext>
            </a:extLst>
          </p:cNvPr>
          <p:cNvSpPr>
            <a:spLocks noGrp="1"/>
          </p:cNvSpPr>
          <p:nvPr/>
        </p:nvSpPr>
        <p:spPr>
          <a:xfrm>
            <a:off x="4257675" y="44767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52" name="Editable path 128">
            <a:extLst>
              <a:ext uri="{FF2B5EF4-FFF2-40B4-BE49-F238E27FC236}">
                <ns2:creationId id="{F4D25166-A3E2-4F1D-8CC0-ED3F968D8B29}"/>
              </a:ext>
            </a:extLst>
          </p:cNvPr>
          <p:cNvSpPr>
            <a:spLocks noGrp="1"/>
          </p:cNvSpPr>
          <p:nvPr/>
        </p:nvSpPr>
        <p:spPr>
          <a:xfrm>
            <a:off x="7477125" y="4495800"/>
            <a:ext cx="285750" cy="304800"/>
          </a:xfrm>
          <a:custGeom>
            <a:pathLst>
              <a:path w="285750" h="304800">
                <a:moveTo>
                  <a:pt x="0" y="304800"/>
                </a:moveTo>
                <a:lnTo>
                  <a:pt x="142875" y="304800"/>
                </a:lnTo>
                <a:lnTo>
                  <a:pt x="142875" y="0"/>
                </a:lnTo>
                <a:lnTo>
                  <a:pt x="285750" y="0"/>
                </a:lnTo>
              </a:path>
            </a:pathLst>
          </a:custGeom>
          <a:noFill/>
          <a:ln w="20955">
            <a:solidFill>
              <a:srgbClr val="111111"/>
            </a:solidFill>
            <a:prstDash val="solid"/>
          </a:ln>
        </p:spPr>
      </p:sp>
      <p:sp>
        <p:nvSpPr>
          <p:cNvPr id="53" name="Editable arrowhead 129">
            <a:extLst>
              <a:ext uri="{FF2B5EF4-FFF2-40B4-BE49-F238E27FC236}">
                <ns2:creationId id="{48AFDAEF-8E7E-4B8B-8006-D999393DCE3B}"/>
              </a:ext>
            </a:extLst>
          </p:cNvPr>
          <p:cNvSpPr>
            <a:spLocks noGrp="1"/>
          </p:cNvSpPr>
          <p:nvPr/>
        </p:nvSpPr>
        <p:spPr>
          <a:xfrm>
            <a:off x="7667625" y="444817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4" name="DP3 object 130">
            <a:extLst>
              <a:ext uri="{FF2B5EF4-FFF2-40B4-BE49-F238E27FC236}">
                <ns2:creationId id="{10B4DB88-491D-41E4-B552-BCF64250B1B7}"/>
              </a:ext>
            </a:extLst>
          </p:cNvPr>
          <p:cNvSpPr>
            <a:spLocks noGrp="1"/>
          </p:cNvSpPr>
          <p:nvPr/>
        </p:nvSpPr>
        <p:spPr>
          <a:xfrm>
            <a:off x="7553325" y="3867150"/>
            <a:ext cx="266700" cy="276225"/>
          </a:xfrm>
          <a:prstGeom prst="roundRect">
            <a:avLst>
              <a:gd name="adj" fmla="val 28571"/>
            </a:avLst>
          </a:prstGeom>
          <a:solidFill>
            <a:srgbClr val="C9E1B3"/>
          </a:solidFill>
          <a:ln w="17145">
            <a:solidFill>
              <a:srgbClr val="70A843"/>
            </a:solidFill>
            <a:prstDash val="solid"/>
          </a:ln>
        </p:spPr>
      </p:sp>
      <p:sp>
        <p:nvSpPr>
          <p:cNvPr id="55" name="DP3 object 131">
            <a:extLst>
              <a:ext uri="{FF2B5EF4-FFF2-40B4-BE49-F238E27FC236}">
                <ns2:creationId id="{483E6B56-2F99-4F7B-AF80-CDDAD4A9B1A4}"/>
              </a:ext>
            </a:extLst>
          </p:cNvPr>
          <p:cNvSpPr>
            <a:spLocks noGrp="1"/>
          </p:cNvSpPr>
          <p:nvPr/>
        </p:nvSpPr>
        <p:spPr>
          <a:xfrm>
            <a:off x="7553325" y="38671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56" name="DP3 object 132">
            <a:extLst>
              <a:ext uri="{FF2B5EF4-FFF2-40B4-BE49-F238E27FC236}">
                <ns2:creationId id="{BE60C863-311A-4786-8204-F57D86579971}"/>
              </a:ext>
            </a:extLst>
          </p:cNvPr>
          <p:cNvSpPr>
            <a:spLocks noGrp="1"/>
          </p:cNvSpPr>
          <p:nvPr/>
        </p:nvSpPr>
        <p:spPr>
          <a:xfrm>
            <a:off x="4248150" y="5219700"/>
            <a:ext cx="5286375" cy="285750"/>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추가 근거가 필요하면 같은 책임에서 재판단</a:t>
            </a:r>
            <a:endParaRPr lang="ko-KR">
              <a:latin typeface="Calibri"/>
              <a:ea typeface="Calibri"/>
              <a:cs typeface="Calibri"/>
            </a:endParaRPr>
          </a:p>
        </p:txBody>
      </p:sp>
      <p:sp>
        <p:nvSpPr>
          <p:cNvPr id="57" name="Editable path 133">
            <a:extLst>
              <a:ext uri="{FF2B5EF4-FFF2-40B4-BE49-F238E27FC236}">
                <ns2:creationId id="{DA44BE47-D352-46B7-B19C-61580F04B992}"/>
              </a:ext>
            </a:extLst>
          </p:cNvPr>
          <p:cNvSpPr>
            <a:spLocks noGrp="1"/>
          </p:cNvSpPr>
          <p:nvPr/>
        </p:nvSpPr>
        <p:spPr>
          <a:xfrm>
            <a:off x="4124325" y="4314825"/>
            <a:ext cx="114300" cy="485775"/>
          </a:xfrm>
          <a:custGeom>
            <a:pathLst>
              <a:path w="114300" h="485775">
                <a:moveTo>
                  <a:pt x="114300" y="485775"/>
                </a:moveTo>
                <a:lnTo>
                  <a:pt x="0" y="485775"/>
                </a:lnTo>
                <a:lnTo>
                  <a:pt x="0" y="0"/>
                </a:lnTo>
                <a:lnTo>
                  <a:pt x="114300" y="0"/>
                </a:lnTo>
              </a:path>
            </a:pathLst>
          </a:custGeom>
          <a:noFill/>
          <a:ln w="17145">
            <a:solidFill>
              <a:srgbClr val="111111"/>
            </a:solidFill>
            <a:prstDash val="dash"/>
          </a:ln>
        </p:spPr>
      </p:sp>
      <p:sp>
        <p:nvSpPr>
          <p:cNvPr id="58" name="Editable arrowhead 134">
            <a:extLst>
              <a:ext uri="{FF2B5EF4-FFF2-40B4-BE49-F238E27FC236}">
                <ns2:creationId id="{4E9AD292-3B5B-40E0-9166-D6688BA67790}"/>
              </a:ext>
            </a:extLst>
          </p:cNvPr>
          <p:cNvSpPr>
            <a:spLocks noGrp="1"/>
          </p:cNvSpPr>
          <p:nvPr/>
        </p:nvSpPr>
        <p:spPr>
          <a:xfrm>
            <a:off x="4143375" y="4267200"/>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59" name="Request Controller: 현재성 확인과 최종 채택">
            <a:extLst>
              <a:ext uri="{FF2B5EF4-FFF2-40B4-BE49-F238E27FC236}">
                <ns2:creationId id="{09563DE3-9A7B-465F-82D8-D7CBEDE0D9A9}"/>
              </a:ext>
            </a:extLst>
          </p:cNvPr>
          <p:cNvSpPr>
            <a:spLocks noGrp="1"/>
          </p:cNvSpPr>
          <p:nvPr/>
        </p:nvSpPr>
        <p:spPr>
          <a:xfrm>
            <a:off x="4048125" y="5772150"/>
            <a:ext cx="5676900" cy="304800"/>
          </a:xfrm>
          <a:prstGeom prst="rect">
            <a:avLst/>
          </a:prstGeom>
          <a:solidFill>
            <a:srgbClr val="FFFFFF"/>
          </a:solidFill>
          <a:ln w="17145">
            <a:solidFill>
              <a:srgbClr val="111111"/>
            </a:solidFill>
            <a:prstDash val="solid"/>
          </a:ln>
        </p:spPr>
      </p:sp>
      <p:sp>
        <p:nvSpPr>
          <p:cNvPr id="60" name="DP3 object 135">
            <a:extLst>
              <a:ext uri="{FF2B5EF4-FFF2-40B4-BE49-F238E27FC236}">
                <ns2:creationId id="{6B3D049E-A0CA-461E-BA6B-B60F06589DDC}"/>
              </a:ext>
            </a:extLst>
          </p:cNvPr>
          <p:cNvSpPr>
            <a:spLocks noGrp="1"/>
          </p:cNvSpPr>
          <p:nvPr/>
        </p:nvSpPr>
        <p:spPr>
          <a:xfrm>
            <a:off x="4114800" y="5810250"/>
            <a:ext cx="554355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61" name="Editable path 136">
            <a:extLst>
              <a:ext uri="{FF2B5EF4-FFF2-40B4-BE49-F238E27FC236}">
                <ns2:creationId id="{BE977B8F-5BF0-4102-900A-5CE6F863A3FB}"/>
              </a:ext>
            </a:extLst>
          </p:cNvPr>
          <p:cNvSpPr>
            <a:spLocks noGrp="1"/>
          </p:cNvSpPr>
          <p:nvPr/>
        </p:nvSpPr>
        <p:spPr>
          <a:xfrm>
            <a:off x="9534525" y="4743450"/>
            <a:ext cx="66675" cy="1028700"/>
          </a:xfrm>
          <a:custGeom>
            <a:pathLst>
              <a:path w="66675" h="1028700">
                <a:moveTo>
                  <a:pt x="0" y="0"/>
                </a:moveTo>
                <a:lnTo>
                  <a:pt x="66675" y="0"/>
                </a:lnTo>
                <a:lnTo>
                  <a:pt x="66675" y="1028700"/>
                </a:lnTo>
              </a:path>
            </a:pathLst>
          </a:custGeom>
          <a:noFill/>
          <a:ln w="19050">
            <a:solidFill>
              <a:srgbClr val="111111"/>
            </a:solidFill>
            <a:prstDash val="solid"/>
          </a:ln>
        </p:spPr>
      </p:sp>
      <p:sp>
        <p:nvSpPr>
          <p:cNvPr id="62" name="Editable arrowhead 137">
            <a:extLst>
              <a:ext uri="{FF2B5EF4-FFF2-40B4-BE49-F238E27FC236}">
                <ns2:creationId id="{997F3E28-DDBB-4F92-B6AB-3D6229FE253B}"/>
              </a:ext>
            </a:extLst>
          </p:cNvPr>
          <p:cNvSpPr>
            <a:spLocks noGrp="1"/>
          </p:cNvSpPr>
          <p:nvPr/>
        </p:nvSpPr>
        <p:spPr>
          <a:xfrm>
            <a:off x="95535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63" name="DP3 object 138">
            <a:extLst>
              <a:ext uri="{FF2B5EF4-FFF2-40B4-BE49-F238E27FC236}">
                <ns2:creationId id="{6E39980E-D3F2-468B-A6E6-FEF00B4F5927}"/>
              </a:ext>
            </a:extLst>
          </p:cNvPr>
          <p:cNvSpPr>
            <a:spLocks noGrp="1"/>
          </p:cNvSpPr>
          <p:nvPr/>
        </p:nvSpPr>
        <p:spPr>
          <a:xfrm>
            <a:off x="10058400" y="2190750"/>
            <a:ext cx="7905750" cy="304800"/>
          </a:xfrm>
          <a:prstGeom prst="rect">
            <a:avLst/>
          </a:prstGeom>
          <a:noFill/>
          <a:ln w="0">
            <a:noFill/>
            <a:prstDash val="solid"/>
          </a:ln>
        </p:spPr>
        <p:txBody>
          <a:bodyPr wrap="none" lIns="0" tIns="0" rIns="0" bIns="0" anchor="ctr">
            <a:noAutofit/>
          </a:bodyPr>
          <a:lstStyle>
            <a:defPPr algn="ctr">
              <a:defRPr sz="1900" b="1" lang="ko-KR">
                <a:solidFill>
                  <a:srgbClr val="111111"/>
                </a:solidFill>
                <a:latin typeface="Calibri"/>
                <a:ea typeface="Calibri"/>
                <a:cs typeface="Calibri"/>
              </a:defRPr>
            </a:defPPr>
            <a:lvl1pPr algn="ctr">
              <a:defRPr sz="1900" b="1" lang="ko-KR">
                <a:solidFill>
                  <a:srgbClr val="111111"/>
                </a:solidFill>
                <a:latin typeface="Calibri"/>
                <a:ea typeface="Calibri"/>
                <a:cs typeface="Calibri"/>
              </a:defRPr>
            </a:lvl1pPr>
            <a:lvl2pPr algn="ctr">
              <a:defRPr sz="1900" b="1" lang="ko-KR">
                <a:solidFill>
                  <a:srgbClr val="111111"/>
                </a:solidFill>
                <a:latin typeface="Calibri"/>
                <a:ea typeface="Calibri"/>
                <a:cs typeface="Calibri"/>
              </a:defRPr>
            </a:lvl2pPr>
            <a:lvl3pPr algn="ctr">
              <a:defRPr sz="1900" b="1" lang="ko-KR">
                <a:solidFill>
                  <a:srgbClr val="111111"/>
                </a:solidFill>
                <a:latin typeface="Calibri"/>
                <a:ea typeface="Calibri"/>
                <a:cs typeface="Calibri"/>
              </a:defRPr>
            </a:lvl3pPr>
            <a:lvl4pPr algn="ctr">
              <a:defRPr sz="1900" b="1" lang="ko-KR">
                <a:solidFill>
                  <a:srgbClr val="111111"/>
                </a:solidFill>
                <a:latin typeface="Calibri"/>
                <a:ea typeface="Calibri"/>
                <a:cs typeface="Calibri"/>
              </a:defRPr>
            </a:lvl4pPr>
            <a:lvl5pPr algn="ctr">
              <a:defRPr sz="1900" b="1" lang="ko-KR">
                <a:solidFill>
                  <a:srgbClr val="111111"/>
                </a:solidFill>
                <a:latin typeface="Calibri"/>
                <a:ea typeface="Calibri"/>
                <a:cs typeface="Calibri"/>
              </a:defRPr>
            </a:lvl5pPr>
            <a:lvl6pPr algn="ctr">
              <a:defRPr sz="1900" b="1" lang="ko-KR">
                <a:solidFill>
                  <a:srgbClr val="111111"/>
                </a:solidFill>
                <a:latin typeface="Calibri"/>
                <a:ea typeface="Calibri"/>
                <a:cs typeface="Calibri"/>
              </a:defRPr>
            </a:lvl6pPr>
            <a:lvl7pPr algn="ctr">
              <a:defRPr sz="1900" b="1" lang="ko-KR">
                <a:solidFill>
                  <a:srgbClr val="111111"/>
                </a:solidFill>
                <a:latin typeface="Calibri"/>
                <a:ea typeface="Calibri"/>
                <a:cs typeface="Calibri"/>
              </a:defRPr>
            </a:lvl7pPr>
            <a:lvl8pPr algn="ctr">
              <a:defRPr sz="1900" b="1" lang="ko-KR">
                <a:solidFill>
                  <a:srgbClr val="111111"/>
                </a:solidFill>
                <a:latin typeface="Calibri"/>
                <a:ea typeface="Calibri"/>
                <a:cs typeface="Calibri"/>
              </a:defRPr>
            </a:lvl8pPr>
            <a:lvl9pPr algn="ctr">
              <a:defRPr sz="1900" b="1" lang="ko-KR">
                <a:solidFill>
                  <a:srgbClr val="111111"/>
                </a:solidFill>
                <a:latin typeface="Calibri"/>
                <a:ea typeface="Calibri"/>
                <a:cs typeface="Calibri"/>
              </a:defRPr>
            </a:lvl9pPr>
          </a:lstStyle>
          <a:p>
            <a:pPr algn="ctr">
              <a:defRPr sz="1900" b="1" lang="ko-KR">
                <a:solidFill>
                  <a:srgbClr val="111111"/>
                </a:solidFill>
                <a:latin typeface="Calibri"/>
                <a:ea typeface="Calibri"/>
                <a:cs typeface="Calibri"/>
              </a:defRPr>
            </a:pPr>
            <a:r>
              <a:rPr sz="1900" b="1" lang="ko-KR">
                <a:solidFill>
                  <a:srgbClr val="111111"/>
                </a:solidFill>
                <a:latin typeface="Calibri"/>
                <a:ea typeface="Calibri"/>
                <a:cs typeface="Calibri"/>
              </a:rPr>
              <a:t>독립 생산을 병렬 시작 / 양쪽 준비 후 결합</a:t>
            </a:r>
            <a:endParaRPr lang="ko-KR">
              <a:latin typeface="Calibri"/>
              <a:ea typeface="Calibri"/>
              <a:cs typeface="Calibri"/>
            </a:endParaRPr>
          </a:p>
        </p:txBody>
      </p:sp>
      <p:sp>
        <p:nvSpPr>
          <p:cNvPr id="64" name="DP3 object 139">
            <a:extLst>
              <a:ext uri="{FF2B5EF4-FFF2-40B4-BE49-F238E27FC236}">
                <ns2:creationId id="{D5B38BFD-9729-4857-88FC-CD798EAD1340}"/>
              </a:ext>
            </a:extLst>
          </p:cNvPr>
          <p:cNvSpPr>
            <a:spLocks noGrp="1"/>
          </p:cNvSpPr>
          <p:nvPr/>
        </p:nvSpPr>
        <p:spPr>
          <a:xfrm>
            <a:off x="12287250" y="2562225"/>
            <a:ext cx="21526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발화 원문·시각</a:t>
            </a:r>
            <a:endParaRPr lang="ko-KR">
              <a:latin typeface="Calibri"/>
              <a:ea typeface="Calibri"/>
              <a:cs typeface="Calibri"/>
            </a:endParaRPr>
          </a:p>
        </p:txBody>
      </p:sp>
      <p:sp>
        <p:nvSpPr>
          <p:cNvPr id="65" name="DP3 object 140">
            <a:extLst>
              <a:ext uri="{FF2B5EF4-FFF2-40B4-BE49-F238E27FC236}">
                <ns2:creationId id="{30C02FF4-E8E4-4087-A42B-80EDA0FEA0D5}"/>
              </a:ext>
            </a:extLst>
          </p:cNvPr>
          <p:cNvSpPr>
            <a:spLocks noGrp="1"/>
          </p:cNvSpPr>
          <p:nvPr/>
        </p:nvSpPr>
        <p:spPr>
          <a:xfrm>
            <a:off x="14763750" y="2562225"/>
            <a:ext cx="2876550" cy="276225"/>
          </a:xfrm>
          <a:prstGeom prst="rect">
            <a:avLst/>
          </a:prstGeom>
          <a:noFill/>
          <a:ln w="0">
            <a:noFill/>
            <a:prstDash val="solid"/>
          </a:ln>
        </p:spPr>
        <p:txBody>
          <a:bodyPr wrap="none" lIns="0" tIns="0" rIns="0" bIns="0" anchor="ctr">
            <a:noAutofit/>
          </a:bodyPr>
          <a:lstStyle>
            <a:defPPr algn="ctr">
              <a:defRPr sz="1600" b="0" lang="ko-KR">
                <a:solidFill>
                  <a:srgbClr val="111111"/>
                </a:solidFill>
                <a:latin typeface="Calibri"/>
                <a:ea typeface="Calibri"/>
                <a:cs typeface="Calibri"/>
              </a:defRPr>
            </a:defPPr>
            <a:lvl1pPr algn="ctr">
              <a:defRPr sz="1600" b="0" lang="ko-KR">
                <a:solidFill>
                  <a:srgbClr val="111111"/>
                </a:solidFill>
                <a:latin typeface="Calibri"/>
                <a:ea typeface="Calibri"/>
                <a:cs typeface="Calibri"/>
              </a:defRPr>
            </a:lvl1pPr>
            <a:lvl2pPr algn="ctr">
              <a:defRPr sz="1600" b="0" lang="ko-KR">
                <a:solidFill>
                  <a:srgbClr val="111111"/>
                </a:solidFill>
                <a:latin typeface="Calibri"/>
                <a:ea typeface="Calibri"/>
                <a:cs typeface="Calibri"/>
              </a:defRPr>
            </a:lvl2pPr>
            <a:lvl3pPr algn="ctr">
              <a:defRPr sz="1600" b="0" lang="ko-KR">
                <a:solidFill>
                  <a:srgbClr val="111111"/>
                </a:solidFill>
                <a:latin typeface="Calibri"/>
                <a:ea typeface="Calibri"/>
                <a:cs typeface="Calibri"/>
              </a:defRPr>
            </a:lvl3pPr>
            <a:lvl4pPr algn="ctr">
              <a:defRPr sz="1600" b="0" lang="ko-KR">
                <a:solidFill>
                  <a:srgbClr val="111111"/>
                </a:solidFill>
                <a:latin typeface="Calibri"/>
                <a:ea typeface="Calibri"/>
                <a:cs typeface="Calibri"/>
              </a:defRPr>
            </a:lvl4pPr>
            <a:lvl5pPr algn="ctr">
              <a:defRPr sz="1600" b="0" lang="ko-KR">
                <a:solidFill>
                  <a:srgbClr val="111111"/>
                </a:solidFill>
                <a:latin typeface="Calibri"/>
                <a:ea typeface="Calibri"/>
                <a:cs typeface="Calibri"/>
              </a:defRPr>
            </a:lvl5pPr>
            <a:lvl6pPr algn="ctr">
              <a:defRPr sz="1600" b="0" lang="ko-KR">
                <a:solidFill>
                  <a:srgbClr val="111111"/>
                </a:solidFill>
                <a:latin typeface="Calibri"/>
                <a:ea typeface="Calibri"/>
                <a:cs typeface="Calibri"/>
              </a:defRPr>
            </a:lvl6pPr>
            <a:lvl7pPr algn="ctr">
              <a:defRPr sz="1600" b="0" lang="ko-KR">
                <a:solidFill>
                  <a:srgbClr val="111111"/>
                </a:solidFill>
                <a:latin typeface="Calibri"/>
                <a:ea typeface="Calibri"/>
                <a:cs typeface="Calibri"/>
              </a:defRPr>
            </a:lvl7pPr>
            <a:lvl8pPr algn="ctr">
              <a:defRPr sz="1600" b="0" lang="ko-KR">
                <a:solidFill>
                  <a:srgbClr val="111111"/>
                </a:solidFill>
                <a:latin typeface="Calibri"/>
                <a:ea typeface="Calibri"/>
                <a:cs typeface="Calibri"/>
              </a:defRPr>
            </a:lvl8pPr>
            <a:lvl9pPr algn="ctr">
              <a:defRPr sz="1600" b="0" lang="ko-KR">
                <a:solidFill>
                  <a:srgbClr val="111111"/>
                </a:solidFill>
                <a:latin typeface="Calibri"/>
                <a:ea typeface="Calibri"/>
                <a:cs typeface="Calibri"/>
              </a:defRPr>
            </a:lvl9pPr>
          </a:lstStyle>
          <a:p>
            <a:pPr algn="ctr">
              <a:defRPr sz="1600" b="0" lang="ko-KR">
                <a:solidFill>
                  <a:srgbClr val="111111"/>
                </a:solidFill>
                <a:latin typeface="Calibri"/>
                <a:ea typeface="Calibri"/>
                <a:cs typeface="Calibri"/>
              </a:defRPr>
            </a:pPr>
            <a:r>
              <a:rPr sz="1600" b="0" lang="ko-KR">
                <a:solidFill>
                  <a:srgbClr val="111111"/>
                </a:solidFill>
                <a:latin typeface="Calibri"/>
                <a:ea typeface="Calibri"/>
                <a:cs typeface="Calibri"/>
              </a:rPr>
              <a:t>당시 frame·선택·pointer</a:t>
            </a:r>
            <a:endParaRPr lang="ko-KR">
              <a:latin typeface="Calibri"/>
              <a:ea typeface="Calibri"/>
              <a:cs typeface="Calibri"/>
            </a:endParaRPr>
          </a:p>
        </p:txBody>
      </p:sp>
      <p:sp>
        <p:nvSpPr>
          <p:cNvPr id="66" name="Request Interpreter Component">
            <a:extLst>
              <a:ext uri="{FF2B5EF4-FFF2-40B4-BE49-F238E27FC236}">
                <ns2:creationId id="{321DE0D4-0F59-4A04-80D9-4E8712F258D7}"/>
              </a:ext>
            </a:extLst>
          </p:cNvPr>
          <p:cNvSpPr>
            <a:spLocks noGrp="1"/>
          </p:cNvSpPr>
          <p:nvPr/>
        </p:nvSpPr>
        <p:spPr>
          <a:xfrm>
            <a:off x="10229850" y="2895600"/>
            <a:ext cx="7562850" cy="2705100"/>
          </a:xfrm>
          <a:prstGeom prst="rect">
            <a:avLst/>
          </a:prstGeom>
          <a:solidFill>
            <a:srgbClr val="FFF6DD"/>
          </a:solidFill>
          <a:ln w="25718">
            <a:solidFill>
              <a:srgbClr val="111111"/>
            </a:solidFill>
            <a:prstDash val="solid"/>
          </a:ln>
        </p:spPr>
      </p:sp>
      <p:sp>
        <p:nvSpPr>
          <p:cNvPr id="67" name="DP3 object 141">
            <a:extLst>
              <a:ext uri="{FF2B5EF4-FFF2-40B4-BE49-F238E27FC236}">
                <ns2:creationId id="{56F53786-237A-4873-A0DB-CCBAFC03CEC7}"/>
              </a:ext>
            </a:extLst>
          </p:cNvPr>
          <p:cNvSpPr>
            <a:spLocks noGrp="1"/>
          </p:cNvSpPr>
          <p:nvPr/>
        </p:nvSpPr>
        <p:spPr>
          <a:xfrm>
            <a:off x="10306050" y="2914650"/>
            <a:ext cx="7410450" cy="304800"/>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Request Interpreter</a:t>
            </a:r>
            <a:endParaRPr lang="ko-KR">
              <a:latin typeface="Calibri"/>
              <a:ea typeface="Calibri"/>
              <a:cs typeface="Calibri"/>
            </a:endParaRPr>
          </a:p>
        </p:txBody>
      </p:sp>
      <p:sp>
        <p:nvSpPr>
          <p:cNvPr id="68" name="Editable path 142">
            <a:extLst>
              <a:ext uri="{FF2B5EF4-FFF2-40B4-BE49-F238E27FC236}">
                <ns2:creationId id="{26B9E7B6-0BE9-4271-B2B4-CB0B857C7D21}"/>
              </a:ext>
            </a:extLst>
          </p:cNvPr>
          <p:cNvSpPr>
            <a:spLocks noGrp="1"/>
          </p:cNvSpPr>
          <p:nvPr/>
        </p:nvSpPr>
        <p:spPr>
          <a:xfrm>
            <a:off x="10229850" y="3238500"/>
            <a:ext cx="7562850" cy="953"/>
          </a:xfrm>
          <a:custGeom>
            <a:pathLst>
              <a:path w="7562850" h="953">
                <a:moveTo>
                  <a:pt x="0" y="0"/>
                </a:moveTo>
                <a:lnTo>
                  <a:pt x="7562850" y="0"/>
                </a:lnTo>
              </a:path>
            </a:pathLst>
          </a:custGeom>
          <a:noFill/>
          <a:ln w="13335">
            <a:solidFill>
              <a:srgbClr val="111111"/>
            </a:solidFill>
            <a:prstDash val="solid"/>
          </a:ln>
        </p:spPr>
      </p:sp>
      <p:sp>
        <p:nvSpPr>
          <p:cNvPr id="69" name="Grounding&#10;Coordinator">
            <a:extLst>
              <a:ext uri="{FF2B5EF4-FFF2-40B4-BE49-F238E27FC236}">
                <ns2:creationId id="{7B1701D6-69FE-42AD-B38D-472A67A24CD2}"/>
              </a:ext>
            </a:extLst>
          </p:cNvPr>
          <p:cNvSpPr>
            <a:spLocks noGrp="1"/>
          </p:cNvSpPr>
          <p:nvPr/>
        </p:nvSpPr>
        <p:spPr>
          <a:xfrm>
            <a:off x="10363200" y="3343275"/>
            <a:ext cx="1590675" cy="619125"/>
          </a:xfrm>
          <a:prstGeom prst="rect">
            <a:avLst/>
          </a:prstGeom>
          <a:solidFill>
            <a:srgbClr val="FFFFFF"/>
          </a:solidFill>
          <a:ln w="17145">
            <a:solidFill>
              <a:srgbClr val="111111"/>
            </a:solidFill>
            <a:prstDash val="solid"/>
          </a:ln>
        </p:spPr>
      </p:sp>
      <p:sp>
        <p:nvSpPr>
          <p:cNvPr id="70" name="DP3 object 143">
            <a:extLst>
              <a:ext uri="{FF2B5EF4-FFF2-40B4-BE49-F238E27FC236}">
                <ns2:creationId id="{09420C73-9FD8-41EB-B0CA-CC3D39CB1554}"/>
              </a:ext>
            </a:extLst>
          </p:cNvPr>
          <p:cNvSpPr>
            <a:spLocks noGrp="1"/>
          </p:cNvSpPr>
          <p:nvPr/>
        </p:nvSpPr>
        <p:spPr>
          <a:xfrm>
            <a:off x="10429875" y="3381375"/>
            <a:ext cx="14573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Grounding</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Coordinator</a:t>
            </a:r>
            <a:endParaRPr lang="ko-KR">
              <a:latin typeface="Calibri"/>
              <a:ea typeface="Calibri"/>
              <a:cs typeface="Calibri"/>
            </a:endParaRPr>
          </a:p>
        </p:txBody>
      </p:sp>
      <p:sp>
        <p:nvSpPr>
          <p:cNvPr id="71" name="DP3 object 144">
            <a:extLst>
              <a:ext uri="{FF2B5EF4-FFF2-40B4-BE49-F238E27FC236}">
                <ns2:creationId id="{5DFEBE62-A6D8-46A5-88BB-0BE17AFB8628}"/>
              </a:ext>
            </a:extLst>
          </p:cNvPr>
          <p:cNvSpPr>
            <a:spLocks noGrp="1"/>
          </p:cNvSpPr>
          <p:nvPr/>
        </p:nvSpPr>
        <p:spPr>
          <a:xfrm>
            <a:off x="10401300" y="4095750"/>
            <a:ext cx="1409700" cy="942975"/>
          </a:xfrm>
          <a:prstGeom prst="rect">
            <a:avLst/>
          </a:prstGeom>
          <a:noFill/>
          <a:ln w="0">
            <a:noFill/>
            <a:prstDash val="solid"/>
          </a:ln>
        </p:spPr>
        <p:txBody>
          <a:bodyPr wrap="none" lIns="0" tIns="0" rIns="0" bIns="0" anchor="ctr">
            <a:noAutofit/>
          </a:bodyPr>
          <a:lstStyle>
            <a:defPPr algn="ctr">
              <a:defRPr sz="1500" b="0" lang="ko-KR">
                <a:solidFill>
                  <a:srgbClr val="111111"/>
                </a:solidFill>
                <a:latin typeface="Calibri"/>
                <a:ea typeface="Calibri"/>
                <a:cs typeface="Calibri"/>
              </a:defRPr>
            </a:defPPr>
            <a:lvl1pPr algn="ctr">
              <a:defRPr sz="1500" b="0" lang="ko-KR">
                <a:solidFill>
                  <a:srgbClr val="111111"/>
                </a:solidFill>
                <a:latin typeface="Calibri"/>
                <a:ea typeface="Calibri"/>
                <a:cs typeface="Calibri"/>
              </a:defRPr>
            </a:lvl1pPr>
            <a:lvl2pPr algn="ctr">
              <a:defRPr sz="1500" b="0" lang="ko-KR">
                <a:solidFill>
                  <a:srgbClr val="111111"/>
                </a:solidFill>
                <a:latin typeface="Calibri"/>
                <a:ea typeface="Calibri"/>
                <a:cs typeface="Calibri"/>
              </a:defRPr>
            </a:lvl2pPr>
            <a:lvl3pPr algn="ctr">
              <a:defRPr sz="1500" b="0" lang="ko-KR">
                <a:solidFill>
                  <a:srgbClr val="111111"/>
                </a:solidFill>
                <a:latin typeface="Calibri"/>
                <a:ea typeface="Calibri"/>
                <a:cs typeface="Calibri"/>
              </a:defRPr>
            </a:lvl3pPr>
            <a:lvl4pPr algn="ctr">
              <a:defRPr sz="1500" b="0" lang="ko-KR">
                <a:solidFill>
                  <a:srgbClr val="111111"/>
                </a:solidFill>
                <a:latin typeface="Calibri"/>
                <a:ea typeface="Calibri"/>
                <a:cs typeface="Calibri"/>
              </a:defRPr>
            </a:lvl4pPr>
            <a:lvl5pPr algn="ctr">
              <a:defRPr sz="1500" b="0" lang="ko-KR">
                <a:solidFill>
                  <a:srgbClr val="111111"/>
                </a:solidFill>
                <a:latin typeface="Calibri"/>
                <a:ea typeface="Calibri"/>
                <a:cs typeface="Calibri"/>
              </a:defRPr>
            </a:lvl5pPr>
            <a:lvl6pPr algn="ctr">
              <a:defRPr sz="1500" b="0" lang="ko-KR">
                <a:solidFill>
                  <a:srgbClr val="111111"/>
                </a:solidFill>
                <a:latin typeface="Calibri"/>
                <a:ea typeface="Calibri"/>
                <a:cs typeface="Calibri"/>
              </a:defRPr>
            </a:lvl6pPr>
            <a:lvl7pPr algn="ctr">
              <a:defRPr sz="1500" b="0" lang="ko-KR">
                <a:solidFill>
                  <a:srgbClr val="111111"/>
                </a:solidFill>
                <a:latin typeface="Calibri"/>
                <a:ea typeface="Calibri"/>
                <a:cs typeface="Calibri"/>
              </a:defRPr>
            </a:lvl7pPr>
            <a:lvl8pPr algn="ctr">
              <a:defRPr sz="1500" b="0" lang="ko-KR">
                <a:solidFill>
                  <a:srgbClr val="111111"/>
                </a:solidFill>
                <a:latin typeface="Calibri"/>
                <a:ea typeface="Calibri"/>
                <a:cs typeface="Calibri"/>
              </a:defRPr>
            </a:lvl8pPr>
            <a:lvl9pPr algn="ctr">
              <a:defRPr sz="1500" b="0" lang="ko-KR">
                <a:solidFill>
                  <a:srgbClr val="111111"/>
                </a:solidFill>
                <a:latin typeface="Calibri"/>
                <a:ea typeface="Calibri"/>
                <a:cs typeface="Calibri"/>
              </a:defRPr>
            </a:lvl9pPr>
          </a:lstStyle>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동일 호출 한도 K</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독립 병렬 시작</a:t>
            </a:r>
            <a:endParaRPr lang="ko-KR">
              <a:latin typeface="Calibri"/>
              <a:ea typeface="Calibri"/>
              <a:cs typeface="Calibri"/>
            </a:endParaRPr>
          </a:p>
          <a:p>
            <a:pPr algn="ctr">
              <a:defRPr sz="1500" b="0" lang="ko-KR">
                <a:solidFill>
                  <a:srgbClr val="111111"/>
                </a:solidFill>
                <a:latin typeface="Calibri"/>
                <a:ea typeface="Calibri"/>
                <a:cs typeface="Calibri"/>
              </a:defRPr>
            </a:pPr>
            <a:r>
              <a:rPr sz="1500" b="0" lang="ko-KR">
                <a:solidFill>
                  <a:srgbClr val="111111"/>
                </a:solidFill>
                <a:latin typeface="Calibri"/>
                <a:ea typeface="Calibri"/>
                <a:cs typeface="Calibri"/>
              </a:rPr>
              <a:t>부족한 원본 확장</a:t>
            </a:r>
            <a:endParaRPr lang="ko-KR">
              <a:latin typeface="Calibri"/>
              <a:ea typeface="Calibri"/>
              <a:cs typeface="Calibri"/>
            </a:endParaRPr>
          </a:p>
        </p:txBody>
      </p:sp>
      <p:sp>
        <p:nvSpPr>
          <p:cNvPr id="72" name="Speech Reference&#10;Producer">
            <a:extLst>
              <a:ext uri="{FF2B5EF4-FFF2-40B4-BE49-F238E27FC236}">
                <ns2:creationId id="{027595A3-5D64-41FC-BC9E-BA200D5F01E5}"/>
              </a:ext>
            </a:extLst>
          </p:cNvPr>
          <p:cNvSpPr>
            <a:spLocks noGrp="1"/>
          </p:cNvSpPr>
          <p:nvPr/>
        </p:nvSpPr>
        <p:spPr>
          <a:xfrm>
            <a:off x="12192000" y="3343275"/>
            <a:ext cx="2295525" cy="619125"/>
          </a:xfrm>
          <a:prstGeom prst="rect">
            <a:avLst/>
          </a:prstGeom>
          <a:solidFill>
            <a:srgbClr val="FFFFFF"/>
          </a:solidFill>
          <a:ln w="17145">
            <a:solidFill>
              <a:srgbClr val="111111"/>
            </a:solidFill>
            <a:prstDash val="solid"/>
          </a:ln>
        </p:spPr>
      </p:sp>
      <p:sp>
        <p:nvSpPr>
          <p:cNvPr id="73" name="DP3 object 145">
            <a:extLst>
              <a:ext uri="{FF2B5EF4-FFF2-40B4-BE49-F238E27FC236}">
                <ns2:creationId id="{FD0BE6D7-96BF-4717-9C7B-9E1A1037F6D0}"/>
              </a:ext>
            </a:extLst>
          </p:cNvPr>
          <p:cNvSpPr>
            <a:spLocks noGrp="1"/>
          </p:cNvSpPr>
          <p:nvPr/>
        </p:nvSpPr>
        <p:spPr>
          <a:xfrm>
            <a:off x="12258675" y="3381375"/>
            <a:ext cx="216217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Speech Reference</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4" name="Screen Target&#10;Producer">
            <a:extLst>
              <a:ext uri="{FF2B5EF4-FFF2-40B4-BE49-F238E27FC236}">
                <ns2:creationId id="{A0FE47D7-5843-4265-A41B-1924ADBC3198}"/>
              </a:ext>
            </a:extLst>
          </p:cNvPr>
          <p:cNvSpPr>
            <a:spLocks noGrp="1"/>
          </p:cNvSpPr>
          <p:nvPr/>
        </p:nvSpPr>
        <p:spPr>
          <a:xfrm>
            <a:off x="14735175" y="3343275"/>
            <a:ext cx="2924175" cy="619125"/>
          </a:xfrm>
          <a:prstGeom prst="rect">
            <a:avLst/>
          </a:prstGeom>
          <a:solidFill>
            <a:srgbClr val="FFFFFF"/>
          </a:solidFill>
          <a:ln w="17145">
            <a:solidFill>
              <a:srgbClr val="111111"/>
            </a:solidFill>
            <a:prstDash val="solid"/>
          </a:ln>
        </p:spPr>
      </p:sp>
      <p:sp>
        <p:nvSpPr>
          <p:cNvPr id="75" name="DP3 object 146">
            <a:extLst>
              <a:ext uri="{FF2B5EF4-FFF2-40B4-BE49-F238E27FC236}">
                <ns2:creationId id="{C26C0E7B-8D8A-4BB0-ADFB-9FBC6BBFD371}"/>
              </a:ext>
            </a:extLst>
          </p:cNvPr>
          <p:cNvSpPr>
            <a:spLocks noGrp="1"/>
          </p:cNvSpPr>
          <p:nvPr/>
        </p:nvSpPr>
        <p:spPr>
          <a:xfrm>
            <a:off x="14801850" y="3381375"/>
            <a:ext cx="2790825" cy="542925"/>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Screen Target</a:t>
            </a:r>
            <a:endParaRPr lang="ko-KR">
              <a:latin typeface="Calibri"/>
              <a:ea typeface="Calibri"/>
              <a:cs typeface="Calibri"/>
            </a:endParaRPr>
          </a:p>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Producer</a:t>
            </a:r>
            <a:endParaRPr lang="ko-KR">
              <a:latin typeface="Calibri"/>
              <a:ea typeface="Calibri"/>
              <a:cs typeface="Calibri"/>
            </a:endParaRPr>
          </a:p>
        </p:txBody>
      </p:sp>
      <p:sp>
        <p:nvSpPr>
          <p:cNvPr id="76" name="Editable path 147">
            <a:extLst>
              <a:ext uri="{FF2B5EF4-FFF2-40B4-BE49-F238E27FC236}">
                <ns2:creationId id="{A40BB971-4558-4BCB-87BD-E3AA0386394A}"/>
              </a:ext>
            </a:extLst>
          </p:cNvPr>
          <p:cNvSpPr>
            <a:spLocks noGrp="1"/>
          </p:cNvSpPr>
          <p:nvPr/>
        </p:nvSpPr>
        <p:spPr>
          <a:xfrm>
            <a:off x="13335000" y="2838450"/>
            <a:ext cx="953" cy="504825"/>
          </a:xfrm>
          <a:custGeom>
            <a:pathLst>
              <a:path w="953" h="504825">
                <a:moveTo>
                  <a:pt x="0" y="0"/>
                </a:moveTo>
                <a:lnTo>
                  <a:pt x="0" y="504825"/>
                </a:lnTo>
              </a:path>
            </a:pathLst>
          </a:custGeom>
          <a:noFill/>
          <a:ln w="19050">
            <a:solidFill>
              <a:srgbClr val="111111"/>
            </a:solidFill>
            <a:prstDash val="solid"/>
          </a:ln>
        </p:spPr>
      </p:sp>
      <p:sp>
        <p:nvSpPr>
          <p:cNvPr id="77" name="Editable arrowhead 148">
            <a:extLst>
              <a:ext uri="{FF2B5EF4-FFF2-40B4-BE49-F238E27FC236}">
                <ns2:creationId id="{E6AE5F7B-0D6C-4C5B-83B5-B8E72FAF5A16}"/>
              </a:ext>
            </a:extLst>
          </p:cNvPr>
          <p:cNvSpPr>
            <a:spLocks noGrp="1"/>
          </p:cNvSpPr>
          <p:nvPr/>
        </p:nvSpPr>
        <p:spPr>
          <a:xfrm>
            <a:off x="132873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78" name="Editable path 149">
            <a:extLst>
              <a:ext uri="{FF2B5EF4-FFF2-40B4-BE49-F238E27FC236}">
                <ns2:creationId id="{915B91CD-E464-450C-A1A8-EBC7F8A6FD12}"/>
              </a:ext>
            </a:extLst>
          </p:cNvPr>
          <p:cNvSpPr>
            <a:spLocks noGrp="1"/>
          </p:cNvSpPr>
          <p:nvPr/>
        </p:nvSpPr>
        <p:spPr>
          <a:xfrm>
            <a:off x="16192500" y="2838450"/>
            <a:ext cx="953" cy="504825"/>
          </a:xfrm>
          <a:custGeom>
            <a:pathLst>
              <a:path w="953" h="504825">
                <a:moveTo>
                  <a:pt x="0" y="0"/>
                </a:moveTo>
                <a:lnTo>
                  <a:pt x="0" y="504825"/>
                </a:lnTo>
              </a:path>
            </a:pathLst>
          </a:custGeom>
          <a:noFill/>
          <a:ln w="19050">
            <a:solidFill>
              <a:srgbClr val="111111"/>
            </a:solidFill>
            <a:prstDash val="solid"/>
          </a:ln>
        </p:spPr>
      </p:sp>
      <p:sp>
        <p:nvSpPr>
          <p:cNvPr id="79" name="Editable arrowhead 150">
            <a:extLst>
              <a:ext uri="{FF2B5EF4-FFF2-40B4-BE49-F238E27FC236}">
                <ns2:creationId id="{C6D52CA6-84BA-47D3-8B8F-8B7C01E69648}"/>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0" name="Editable path 151">
            <a:extLst>
              <a:ext uri="{FF2B5EF4-FFF2-40B4-BE49-F238E27FC236}">
                <ns2:creationId id="{205C80A7-80D2-4E48-8441-992D0CB31A66}"/>
              </a:ext>
            </a:extLst>
          </p:cNvPr>
          <p:cNvSpPr>
            <a:spLocks noGrp="1"/>
          </p:cNvSpPr>
          <p:nvPr/>
        </p:nvSpPr>
        <p:spPr>
          <a:xfrm>
            <a:off x="11953875" y="3638550"/>
            <a:ext cx="238125" cy="953"/>
          </a:xfrm>
          <a:custGeom>
            <a:pathLst>
              <a:path w="238125" h="953">
                <a:moveTo>
                  <a:pt x="0" y="0"/>
                </a:moveTo>
                <a:lnTo>
                  <a:pt x="238125" y="0"/>
                </a:lnTo>
              </a:path>
            </a:pathLst>
          </a:custGeom>
          <a:noFill/>
          <a:ln w="17145">
            <a:solidFill>
              <a:srgbClr val="111111"/>
            </a:solidFill>
            <a:prstDash val="dash"/>
          </a:ln>
        </p:spPr>
      </p:sp>
      <p:sp>
        <p:nvSpPr>
          <p:cNvPr id="81" name="Editable arrowhead 152">
            <a:extLst>
              <a:ext uri="{FF2B5EF4-FFF2-40B4-BE49-F238E27FC236}">
                <ns2:creationId id="{A5C26D80-343C-47D9-8EC0-9DC14743B40B}"/>
              </a:ext>
            </a:extLst>
          </p:cNvPr>
          <p:cNvSpPr>
            <a:spLocks noGrp="1"/>
          </p:cNvSpPr>
          <p:nvPr/>
        </p:nvSpPr>
        <p:spPr>
          <a:xfrm>
            <a:off x="12096750" y="3590925"/>
            <a:ext cx="95250" cy="95250"/>
          </a:xfrm>
          <a:custGeom>
            <a:pathLst>
              <a:path w="95250" h="95250">
                <a:moveTo>
                  <a:pt x="95250" y="47625"/>
                </a:moveTo>
                <a:lnTo>
                  <a:pt x="0" y="0"/>
                </a:lnTo>
                <a:lnTo>
                  <a:pt x="0" y="95250"/>
                </a:lnTo>
                <a:close/>
              </a:path>
            </a:pathLst>
          </a:custGeom>
          <a:solidFill>
            <a:srgbClr val="111111"/>
          </a:solidFill>
          <a:ln w="5715">
            <a:solidFill>
              <a:srgbClr val="111111"/>
            </a:solidFill>
            <a:prstDash val="solid"/>
          </a:ln>
        </p:spPr>
      </p:sp>
      <p:sp>
        <p:nvSpPr>
          <p:cNvPr id="82" name="Editable path 153">
            <a:extLst>
              <a:ext uri="{FF2B5EF4-FFF2-40B4-BE49-F238E27FC236}">
                <ns2:creationId id="{0C05FE29-C708-4A02-9E29-F08896C9A07B}"/>
              </a:ext>
            </a:extLst>
          </p:cNvPr>
          <p:cNvSpPr>
            <a:spLocks noGrp="1"/>
          </p:cNvSpPr>
          <p:nvPr/>
        </p:nvSpPr>
        <p:spPr>
          <a:xfrm>
            <a:off x="11153775" y="3286125"/>
            <a:ext cx="5038725" cy="57150"/>
          </a:xfrm>
          <a:custGeom>
            <a:pathLst>
              <a:path w="5038725" h="57150">
                <a:moveTo>
                  <a:pt x="0" y="57150"/>
                </a:moveTo>
                <a:lnTo>
                  <a:pt x="0" y="0"/>
                </a:lnTo>
                <a:lnTo>
                  <a:pt x="5038725" y="0"/>
                </a:lnTo>
                <a:lnTo>
                  <a:pt x="5038725" y="57150"/>
                </a:lnTo>
              </a:path>
            </a:pathLst>
          </a:custGeom>
          <a:noFill/>
          <a:ln w="14288">
            <a:solidFill>
              <a:srgbClr val="111111"/>
            </a:solidFill>
            <a:prstDash val="dash"/>
          </a:ln>
        </p:spPr>
      </p:sp>
      <p:sp>
        <p:nvSpPr>
          <p:cNvPr id="83" name="Editable arrowhead 154">
            <a:extLst>
              <a:ext uri="{FF2B5EF4-FFF2-40B4-BE49-F238E27FC236}">
                <ns2:creationId id="{FB3FF5A6-D806-442E-BCDB-57E58B398EB3}"/>
              </a:ext>
            </a:extLst>
          </p:cNvPr>
          <p:cNvSpPr>
            <a:spLocks noGrp="1"/>
          </p:cNvSpPr>
          <p:nvPr/>
        </p:nvSpPr>
        <p:spPr>
          <a:xfrm>
            <a:off x="16144875" y="324802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84" name="Speech Candidate&#10;Revisions">
            <a:extLst>
              <a:ext uri="{FF2B5EF4-FFF2-40B4-BE49-F238E27FC236}">
                <ns2:creationId id="{475995C1-7D80-4B3D-9E71-50A7555E5607}"/>
              </a:ext>
            </a:extLst>
          </p:cNvPr>
          <p:cNvSpPr>
            <a:spLocks noGrp="1"/>
          </p:cNvSpPr>
          <p:nvPr/>
        </p:nvSpPr>
        <p:spPr>
          <a:xfrm>
            <a:off x="12192000" y="4133850"/>
            <a:ext cx="2295525" cy="457200"/>
          </a:xfrm>
          <a:prstGeom prst="can">
            <a:avLst>
              <a:gd name="adj" fmla="val 16000"/>
            </a:avLst>
          </a:prstGeom>
          <a:solidFill>
            <a:srgbClr val="FFF6DD"/>
          </a:solidFill>
          <a:ln w="17145">
            <a:solidFill>
              <a:srgbClr val="111111"/>
            </a:solidFill>
            <a:prstDash val="solid"/>
          </a:ln>
        </p:spPr>
      </p:sp>
      <p:sp>
        <p:nvSpPr>
          <p:cNvPr id="85" name="DP3 object 155">
            <a:extLst>
              <a:ext uri="{FF2B5EF4-FFF2-40B4-BE49-F238E27FC236}">
                <ns2:creationId id="{0086E838-3BB7-468C-AEC0-7A1B3680F742}"/>
              </a:ext>
            </a:extLst>
          </p:cNvPr>
          <p:cNvSpPr>
            <a:spLocks noGrp="1"/>
          </p:cNvSpPr>
          <p:nvPr/>
        </p:nvSpPr>
        <p:spPr>
          <a:xfrm>
            <a:off x="12239625" y="4238625"/>
            <a:ext cx="220027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Speech Candidate</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Revisions</a:t>
            </a:r>
            <a:endParaRPr lang="ko-KR">
              <a:latin typeface="Calibri"/>
              <a:ea typeface="Calibri"/>
              <a:cs typeface="Calibri"/>
            </a:endParaRPr>
          </a:p>
        </p:txBody>
      </p:sp>
      <p:sp>
        <p:nvSpPr>
          <p:cNvPr id="86" name="Screen Candidate Revisions&#10;범위·관계·coverage">
            <a:extLst>
              <a:ext uri="{FF2B5EF4-FFF2-40B4-BE49-F238E27FC236}">
                <ns2:creationId id="{927E41B1-6C31-4099-B691-7A12255A5ED8}"/>
              </a:ext>
            </a:extLst>
          </p:cNvPr>
          <p:cNvSpPr>
            <a:spLocks noGrp="1"/>
          </p:cNvSpPr>
          <p:nvPr/>
        </p:nvSpPr>
        <p:spPr>
          <a:xfrm>
            <a:off x="14735175" y="4133850"/>
            <a:ext cx="2924175" cy="457200"/>
          </a:xfrm>
          <a:prstGeom prst="can">
            <a:avLst>
              <a:gd name="adj" fmla="val 16000"/>
            </a:avLst>
          </a:prstGeom>
          <a:solidFill>
            <a:srgbClr val="FFF6DD"/>
          </a:solidFill>
          <a:ln w="17145">
            <a:solidFill>
              <a:srgbClr val="111111"/>
            </a:solidFill>
            <a:prstDash val="solid"/>
          </a:ln>
        </p:spPr>
      </p:sp>
      <p:sp>
        <p:nvSpPr>
          <p:cNvPr id="87" name="DP3 object 156">
            <a:extLst>
              <a:ext uri="{FF2B5EF4-FFF2-40B4-BE49-F238E27FC236}">
                <ns2:creationId id="{C234AFC3-50ED-4318-A8FF-8329566B2142}"/>
              </a:ext>
            </a:extLst>
          </p:cNvPr>
          <p:cNvSpPr>
            <a:spLocks noGrp="1"/>
          </p:cNvSpPr>
          <p:nvPr/>
        </p:nvSpPr>
        <p:spPr>
          <a:xfrm>
            <a:off x="14782800" y="4238625"/>
            <a:ext cx="2828925" cy="295275"/>
          </a:xfrm>
          <a:prstGeom prst="rect">
            <a:avLst/>
          </a:prstGeom>
          <a:noFill/>
          <a:ln w="0">
            <a:noFill/>
            <a:prstDash val="solid"/>
          </a:ln>
        </p:spPr>
        <p:txBody>
          <a:bodyPr wrap="none" lIns="0" tIns="0" rIns="0" bIns="0" anchor="ctr">
            <a:noAutofit/>
          </a:bodyPr>
          <a:lstStyle>
            <a:defPPr algn="ctr">
              <a:defRPr sz="1400" b="0" lang="ko-KR">
                <a:solidFill>
                  <a:srgbClr val="111111"/>
                </a:solidFill>
                <a:latin typeface="Calibri"/>
                <a:ea typeface="Calibri"/>
                <a:cs typeface="Calibri"/>
              </a:defRPr>
            </a:defPPr>
            <a:lvl1pPr algn="ctr">
              <a:defRPr sz="1400" b="0" lang="ko-KR">
                <a:solidFill>
                  <a:srgbClr val="111111"/>
                </a:solidFill>
                <a:latin typeface="Calibri"/>
                <a:ea typeface="Calibri"/>
                <a:cs typeface="Calibri"/>
              </a:defRPr>
            </a:lvl1pPr>
            <a:lvl2pPr algn="ctr">
              <a:defRPr sz="1400" b="0" lang="ko-KR">
                <a:solidFill>
                  <a:srgbClr val="111111"/>
                </a:solidFill>
                <a:latin typeface="Calibri"/>
                <a:ea typeface="Calibri"/>
                <a:cs typeface="Calibri"/>
              </a:defRPr>
            </a:lvl2pPr>
            <a:lvl3pPr algn="ctr">
              <a:defRPr sz="1400" b="0" lang="ko-KR">
                <a:solidFill>
                  <a:srgbClr val="111111"/>
                </a:solidFill>
                <a:latin typeface="Calibri"/>
                <a:ea typeface="Calibri"/>
                <a:cs typeface="Calibri"/>
              </a:defRPr>
            </a:lvl3pPr>
            <a:lvl4pPr algn="ctr">
              <a:defRPr sz="1400" b="0" lang="ko-KR">
                <a:solidFill>
                  <a:srgbClr val="111111"/>
                </a:solidFill>
                <a:latin typeface="Calibri"/>
                <a:ea typeface="Calibri"/>
                <a:cs typeface="Calibri"/>
              </a:defRPr>
            </a:lvl4pPr>
            <a:lvl5pPr algn="ctr">
              <a:defRPr sz="1400" b="0" lang="ko-KR">
                <a:solidFill>
                  <a:srgbClr val="111111"/>
                </a:solidFill>
                <a:latin typeface="Calibri"/>
                <a:ea typeface="Calibri"/>
                <a:cs typeface="Calibri"/>
              </a:defRPr>
            </a:lvl5pPr>
            <a:lvl6pPr algn="ctr">
              <a:defRPr sz="1400" b="0" lang="ko-KR">
                <a:solidFill>
                  <a:srgbClr val="111111"/>
                </a:solidFill>
                <a:latin typeface="Calibri"/>
                <a:ea typeface="Calibri"/>
                <a:cs typeface="Calibri"/>
              </a:defRPr>
            </a:lvl6pPr>
            <a:lvl7pPr algn="ctr">
              <a:defRPr sz="1400" b="0" lang="ko-KR">
                <a:solidFill>
                  <a:srgbClr val="111111"/>
                </a:solidFill>
                <a:latin typeface="Calibri"/>
                <a:ea typeface="Calibri"/>
                <a:cs typeface="Calibri"/>
              </a:defRPr>
            </a:lvl7pPr>
            <a:lvl8pPr algn="ctr">
              <a:defRPr sz="1400" b="0" lang="ko-KR">
                <a:solidFill>
                  <a:srgbClr val="111111"/>
                </a:solidFill>
                <a:latin typeface="Calibri"/>
                <a:ea typeface="Calibri"/>
                <a:cs typeface="Calibri"/>
              </a:defRPr>
            </a:lvl8pPr>
            <a:lvl9pPr algn="ctr">
              <a:defRPr sz="1400" b="0" lang="ko-KR">
                <a:solidFill>
                  <a:srgbClr val="111111"/>
                </a:solidFill>
                <a:latin typeface="Calibri"/>
                <a:ea typeface="Calibri"/>
                <a:cs typeface="Calibri"/>
              </a:defRPr>
            </a:lvl9pPr>
          </a:lstStyle>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Screen Candidate Revisions</a:t>
            </a:r>
            <a:endParaRPr lang="ko-KR">
              <a:latin typeface="Calibri"/>
              <a:ea typeface="Calibri"/>
              <a:cs typeface="Calibri"/>
            </a:endParaRPr>
          </a:p>
          <a:p>
            <a:pPr algn="ctr">
              <a:defRPr sz="1400" b="0" lang="ko-KR">
                <a:solidFill>
                  <a:srgbClr val="111111"/>
                </a:solidFill>
                <a:latin typeface="Calibri"/>
                <a:ea typeface="Calibri"/>
                <a:cs typeface="Calibri"/>
              </a:defRPr>
            </a:pPr>
            <a:r>
              <a:rPr sz="1400" b="0" lang="ko-KR">
                <a:solidFill>
                  <a:srgbClr val="111111"/>
                </a:solidFill>
                <a:latin typeface="Calibri"/>
                <a:ea typeface="Calibri"/>
                <a:cs typeface="Calibri"/>
              </a:rPr>
              <a:t>범위·관계·coverage</a:t>
            </a:r>
            <a:endParaRPr lang="ko-KR">
              <a:latin typeface="Calibri"/>
              <a:ea typeface="Calibri"/>
              <a:cs typeface="Calibri"/>
            </a:endParaRPr>
          </a:p>
        </p:txBody>
      </p:sp>
      <p:sp>
        <p:nvSpPr>
          <p:cNvPr id="88" name="Editable path 157">
            <a:extLst>
              <a:ext uri="{FF2B5EF4-FFF2-40B4-BE49-F238E27FC236}">
                <ns2:creationId id="{86E3A8FA-1045-45E7-A55E-62DCE2A1E094}"/>
              </a:ext>
            </a:extLst>
          </p:cNvPr>
          <p:cNvSpPr>
            <a:spLocks noGrp="1"/>
          </p:cNvSpPr>
          <p:nvPr/>
        </p:nvSpPr>
        <p:spPr>
          <a:xfrm>
            <a:off x="13335000" y="3962400"/>
            <a:ext cx="953" cy="171450"/>
          </a:xfrm>
          <a:custGeom>
            <a:pathLst>
              <a:path w="953" h="171450">
                <a:moveTo>
                  <a:pt x="0" y="0"/>
                </a:moveTo>
                <a:lnTo>
                  <a:pt x="0" y="171450"/>
                </a:lnTo>
              </a:path>
            </a:pathLst>
          </a:custGeom>
          <a:noFill/>
          <a:ln w="19050">
            <a:solidFill>
              <a:srgbClr val="111111"/>
            </a:solidFill>
            <a:prstDash val="solid"/>
          </a:ln>
        </p:spPr>
      </p:sp>
      <p:sp>
        <p:nvSpPr>
          <p:cNvPr id="89" name="Editable arrowhead 158">
            <a:extLst>
              <a:ext uri="{FF2B5EF4-FFF2-40B4-BE49-F238E27FC236}">
                <ns2:creationId id="{ECE3820D-0091-4747-A53C-B87700677B7F}"/>
              </a:ext>
            </a:extLst>
          </p:cNvPr>
          <p:cNvSpPr>
            <a:spLocks noGrp="1"/>
          </p:cNvSpPr>
          <p:nvPr/>
        </p:nvSpPr>
        <p:spPr>
          <a:xfrm>
            <a:off x="132873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0" name="Editable path 159">
            <a:extLst>
              <a:ext uri="{FF2B5EF4-FFF2-40B4-BE49-F238E27FC236}">
                <ns2:creationId id="{69BCBA3E-B5F8-4102-A939-39BCC5D13DC4}"/>
              </a:ext>
            </a:extLst>
          </p:cNvPr>
          <p:cNvSpPr>
            <a:spLocks noGrp="1"/>
          </p:cNvSpPr>
          <p:nvPr/>
        </p:nvSpPr>
        <p:spPr>
          <a:xfrm>
            <a:off x="16192500" y="3962400"/>
            <a:ext cx="953" cy="171450"/>
          </a:xfrm>
          <a:custGeom>
            <a:pathLst>
              <a:path w="953" h="171450">
                <a:moveTo>
                  <a:pt x="0" y="0"/>
                </a:moveTo>
                <a:lnTo>
                  <a:pt x="0" y="171450"/>
                </a:lnTo>
              </a:path>
            </a:pathLst>
          </a:custGeom>
          <a:noFill/>
          <a:ln w="19050">
            <a:solidFill>
              <a:srgbClr val="111111"/>
            </a:solidFill>
            <a:prstDash val="solid"/>
          </a:ln>
        </p:spPr>
      </p:sp>
      <p:sp>
        <p:nvSpPr>
          <p:cNvPr id="91" name="Editable arrowhead 160">
            <a:extLst>
              <a:ext uri="{FF2B5EF4-FFF2-40B4-BE49-F238E27FC236}">
                <ns2:creationId id="{1993F688-2C99-4A8F-B8D1-4E3F2263C5C2}"/>
              </a:ext>
            </a:extLst>
          </p:cNvPr>
          <p:cNvSpPr>
            <a:spLocks noGrp="1"/>
          </p:cNvSpPr>
          <p:nvPr/>
        </p:nvSpPr>
        <p:spPr>
          <a:xfrm>
            <a:off x="16144875" y="40386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2" name="Multimodal Binding Resolver">
            <a:extLst>
              <a:ext uri="{FF2B5EF4-FFF2-40B4-BE49-F238E27FC236}">
                <ns2:creationId id="{3A2234FE-2247-4518-973D-2F6C6177CE9B}"/>
              </a:ext>
            </a:extLst>
          </p:cNvPr>
          <p:cNvSpPr>
            <a:spLocks noGrp="1"/>
          </p:cNvSpPr>
          <p:nvPr/>
        </p:nvSpPr>
        <p:spPr>
          <a:xfrm>
            <a:off x="12192000" y="4800600"/>
            <a:ext cx="5467350" cy="361950"/>
          </a:xfrm>
          <a:prstGeom prst="rect">
            <a:avLst/>
          </a:prstGeom>
          <a:solidFill>
            <a:srgbClr val="FFFFFF"/>
          </a:solidFill>
          <a:ln w="17145">
            <a:solidFill>
              <a:srgbClr val="111111"/>
            </a:solidFill>
            <a:prstDash val="solid"/>
          </a:ln>
        </p:spPr>
      </p:sp>
      <p:sp>
        <p:nvSpPr>
          <p:cNvPr id="93" name="DP3 object 161">
            <a:extLst>
              <a:ext uri="{FF2B5EF4-FFF2-40B4-BE49-F238E27FC236}">
                <ns2:creationId id="{B69EB978-BEB7-495A-A26B-DC107D0104C1}"/>
              </a:ext>
            </a:extLst>
          </p:cNvPr>
          <p:cNvSpPr>
            <a:spLocks noGrp="1"/>
          </p:cNvSpPr>
          <p:nvPr/>
        </p:nvSpPr>
        <p:spPr>
          <a:xfrm>
            <a:off x="12258675" y="4838700"/>
            <a:ext cx="5334000" cy="285750"/>
          </a:xfrm>
          <a:prstGeom prst="rect">
            <a:avLst/>
          </a:prstGeom>
          <a:noFill/>
          <a:ln w="0">
            <a:noFill/>
            <a:prstDash val="solid"/>
          </a:ln>
        </p:spPr>
        <p:txBody>
          <a:bodyPr wrap="none" lIns="0" tIns="0" rIns="0" bIns="0" anchor="ctr">
            <a:noAutofit/>
          </a:bodyPr>
          <a:lstStyle>
            <a:defPPr algn="ctr">
              <a:defRPr sz="1800" b="1" lang="ko-KR">
                <a:solidFill>
                  <a:srgbClr val="111111"/>
                </a:solidFill>
                <a:latin typeface="Calibri"/>
                <a:ea typeface="Calibri"/>
                <a:cs typeface="Calibri"/>
              </a:defRPr>
            </a:defPPr>
            <a:lvl1pPr algn="ctr">
              <a:defRPr sz="1800" b="1" lang="ko-KR">
                <a:solidFill>
                  <a:srgbClr val="111111"/>
                </a:solidFill>
                <a:latin typeface="Calibri"/>
                <a:ea typeface="Calibri"/>
                <a:cs typeface="Calibri"/>
              </a:defRPr>
            </a:lvl1pPr>
            <a:lvl2pPr algn="ctr">
              <a:defRPr sz="1800" b="1" lang="ko-KR">
                <a:solidFill>
                  <a:srgbClr val="111111"/>
                </a:solidFill>
                <a:latin typeface="Calibri"/>
                <a:ea typeface="Calibri"/>
                <a:cs typeface="Calibri"/>
              </a:defRPr>
            </a:lvl2pPr>
            <a:lvl3pPr algn="ctr">
              <a:defRPr sz="1800" b="1" lang="ko-KR">
                <a:solidFill>
                  <a:srgbClr val="111111"/>
                </a:solidFill>
                <a:latin typeface="Calibri"/>
                <a:ea typeface="Calibri"/>
                <a:cs typeface="Calibri"/>
              </a:defRPr>
            </a:lvl3pPr>
            <a:lvl4pPr algn="ctr">
              <a:defRPr sz="1800" b="1" lang="ko-KR">
                <a:solidFill>
                  <a:srgbClr val="111111"/>
                </a:solidFill>
                <a:latin typeface="Calibri"/>
                <a:ea typeface="Calibri"/>
                <a:cs typeface="Calibri"/>
              </a:defRPr>
            </a:lvl4pPr>
            <a:lvl5pPr algn="ctr">
              <a:defRPr sz="1800" b="1" lang="ko-KR">
                <a:solidFill>
                  <a:srgbClr val="111111"/>
                </a:solidFill>
                <a:latin typeface="Calibri"/>
                <a:ea typeface="Calibri"/>
                <a:cs typeface="Calibri"/>
              </a:defRPr>
            </a:lvl5pPr>
            <a:lvl6pPr algn="ctr">
              <a:defRPr sz="1800" b="1" lang="ko-KR">
                <a:solidFill>
                  <a:srgbClr val="111111"/>
                </a:solidFill>
                <a:latin typeface="Calibri"/>
                <a:ea typeface="Calibri"/>
                <a:cs typeface="Calibri"/>
              </a:defRPr>
            </a:lvl6pPr>
            <a:lvl7pPr algn="ctr">
              <a:defRPr sz="1800" b="1" lang="ko-KR">
                <a:solidFill>
                  <a:srgbClr val="111111"/>
                </a:solidFill>
                <a:latin typeface="Calibri"/>
                <a:ea typeface="Calibri"/>
                <a:cs typeface="Calibri"/>
              </a:defRPr>
            </a:lvl7pPr>
            <a:lvl8pPr algn="ctr">
              <a:defRPr sz="1800" b="1" lang="ko-KR">
                <a:solidFill>
                  <a:srgbClr val="111111"/>
                </a:solidFill>
                <a:latin typeface="Calibri"/>
                <a:ea typeface="Calibri"/>
                <a:cs typeface="Calibri"/>
              </a:defRPr>
            </a:lvl8pPr>
            <a:lvl9pPr algn="ctr">
              <a:defRPr sz="1800" b="1" lang="ko-KR">
                <a:solidFill>
                  <a:srgbClr val="111111"/>
                </a:solidFill>
                <a:latin typeface="Calibri"/>
                <a:ea typeface="Calibri"/>
                <a:cs typeface="Calibri"/>
              </a:defRPr>
            </a:lvl9pPr>
          </a:lstStyle>
          <a:p>
            <a:pPr algn="ctr">
              <a:defRPr sz="1800" b="1" lang="ko-KR">
                <a:solidFill>
                  <a:srgbClr val="111111"/>
                </a:solidFill>
                <a:latin typeface="Calibri"/>
                <a:ea typeface="Calibri"/>
                <a:cs typeface="Calibri"/>
              </a:defRPr>
            </a:pPr>
            <a:r>
              <a:rPr sz="1800" b="1" lang="ko-KR">
                <a:solidFill>
                  <a:srgbClr val="111111"/>
                </a:solidFill>
                <a:latin typeface="Calibri"/>
                <a:ea typeface="Calibri"/>
                <a:cs typeface="Calibri"/>
              </a:rPr>
              <a:t>Multimodal Binding Resolver</a:t>
            </a:r>
            <a:endParaRPr lang="ko-KR">
              <a:latin typeface="Calibri"/>
              <a:ea typeface="Calibri"/>
              <a:cs typeface="Calibri"/>
            </a:endParaRPr>
          </a:p>
        </p:txBody>
      </p:sp>
      <p:sp>
        <p:nvSpPr>
          <p:cNvPr id="94" name="Editable path 162">
            <a:extLst>
              <a:ext uri="{FF2B5EF4-FFF2-40B4-BE49-F238E27FC236}">
                <ns2:creationId id="{3FF29E80-36AB-46DE-83D9-B02C84E0B81D}"/>
              </a:ext>
            </a:extLst>
          </p:cNvPr>
          <p:cNvSpPr>
            <a:spLocks noGrp="1"/>
          </p:cNvSpPr>
          <p:nvPr/>
        </p:nvSpPr>
        <p:spPr>
          <a:xfrm>
            <a:off x="13335000" y="4591050"/>
            <a:ext cx="953" cy="209550"/>
          </a:xfrm>
          <a:custGeom>
            <a:pathLst>
              <a:path w="953" h="209550">
                <a:moveTo>
                  <a:pt x="0" y="0"/>
                </a:moveTo>
                <a:lnTo>
                  <a:pt x="0" y="209550"/>
                </a:lnTo>
              </a:path>
            </a:pathLst>
          </a:custGeom>
          <a:noFill/>
          <a:ln w="19050">
            <a:solidFill>
              <a:srgbClr val="111111"/>
            </a:solidFill>
            <a:prstDash val="solid"/>
          </a:ln>
        </p:spPr>
      </p:sp>
      <p:sp>
        <p:nvSpPr>
          <p:cNvPr id="95" name="Editable arrowhead 163">
            <a:extLst>
              <a:ext uri="{FF2B5EF4-FFF2-40B4-BE49-F238E27FC236}">
                <ns2:creationId id="{F85B71F4-060F-420E-8CCF-C2344B7AB72A}"/>
              </a:ext>
            </a:extLst>
          </p:cNvPr>
          <p:cNvSpPr>
            <a:spLocks noGrp="1"/>
          </p:cNvSpPr>
          <p:nvPr/>
        </p:nvSpPr>
        <p:spPr>
          <a:xfrm>
            <a:off x="132873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6" name="Editable path 164">
            <a:extLst>
              <a:ext uri="{FF2B5EF4-FFF2-40B4-BE49-F238E27FC236}">
                <ns2:creationId id="{80CD1029-0220-4A53-99C8-10AFD9C170E5}"/>
              </a:ext>
            </a:extLst>
          </p:cNvPr>
          <p:cNvSpPr>
            <a:spLocks noGrp="1"/>
          </p:cNvSpPr>
          <p:nvPr/>
        </p:nvSpPr>
        <p:spPr>
          <a:xfrm>
            <a:off x="16192500" y="4591050"/>
            <a:ext cx="953" cy="209550"/>
          </a:xfrm>
          <a:custGeom>
            <a:pathLst>
              <a:path w="953" h="209550">
                <a:moveTo>
                  <a:pt x="0" y="0"/>
                </a:moveTo>
                <a:lnTo>
                  <a:pt x="0" y="209550"/>
                </a:lnTo>
              </a:path>
            </a:pathLst>
          </a:custGeom>
          <a:noFill/>
          <a:ln w="19050">
            <a:solidFill>
              <a:srgbClr val="111111"/>
            </a:solidFill>
            <a:prstDash val="solid"/>
          </a:ln>
        </p:spPr>
      </p:sp>
      <p:sp>
        <p:nvSpPr>
          <p:cNvPr id="97" name="Editable arrowhead 165">
            <a:extLst>
              <a:ext uri="{FF2B5EF4-FFF2-40B4-BE49-F238E27FC236}">
                <ns2:creationId id="{0746FC53-1C4E-4C85-9613-C5FFA0CF494C}"/>
              </a:ext>
            </a:extLst>
          </p:cNvPr>
          <p:cNvSpPr>
            <a:spLocks noGrp="1"/>
          </p:cNvSpPr>
          <p:nvPr/>
        </p:nvSpPr>
        <p:spPr>
          <a:xfrm>
            <a:off x="16144875" y="470535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98" name="검증 후 Binding Revision State / 후보 read-set">
            <a:extLst>
              <a:ext uri="{FF2B5EF4-FFF2-40B4-BE49-F238E27FC236}">
                <ns2:creationId id="{9A47D5D2-E700-4735-9C20-5A8706703E20}"/>
              </a:ext>
            </a:extLst>
          </p:cNvPr>
          <p:cNvSpPr>
            <a:spLocks noGrp="1"/>
          </p:cNvSpPr>
          <p:nvPr/>
        </p:nvSpPr>
        <p:spPr>
          <a:xfrm>
            <a:off x="12192000" y="5305425"/>
            <a:ext cx="5467350" cy="238125"/>
          </a:xfrm>
          <a:prstGeom prst="can">
            <a:avLst>
              <a:gd name="adj" fmla="val 16000"/>
            </a:avLst>
          </a:prstGeom>
          <a:solidFill>
            <a:srgbClr val="FFF6DD"/>
          </a:solidFill>
          <a:ln w="17145">
            <a:solidFill>
              <a:srgbClr val="111111"/>
            </a:solidFill>
            <a:prstDash val="solid"/>
          </a:ln>
        </p:spPr>
      </p:sp>
      <p:sp>
        <p:nvSpPr>
          <p:cNvPr id="99" name="DP3 object 166">
            <a:extLst>
              <a:ext uri="{FF2B5EF4-FFF2-40B4-BE49-F238E27FC236}">
                <ns2:creationId id="{B91F40D3-8F1E-4CCC-8CB3-1EA917BF42ED}"/>
              </a:ext>
            </a:extLst>
          </p:cNvPr>
          <p:cNvSpPr>
            <a:spLocks noGrp="1"/>
          </p:cNvSpPr>
          <p:nvPr/>
        </p:nvSpPr>
        <p:spPr>
          <a:xfrm>
            <a:off x="12239625" y="5410200"/>
            <a:ext cx="5372100" cy="76200"/>
          </a:xfrm>
          <a:prstGeom prst="rect">
            <a:avLst/>
          </a:prstGeom>
          <a:noFill/>
          <a:ln w="0">
            <a:noFill/>
            <a:prstDash val="solid"/>
          </a:ln>
        </p:spPr>
        <p:txBody>
          <a:bodyPr wrap="none" lIns="0" tIns="0" rIns="0" bIns="0" anchor="ctr">
            <a:noAutofit/>
          </a:bodyPr>
          <a:lstStyle>
            <a:defPPr algn="ctr">
              <a:defRPr sz="1300" b="0" lang="ko-KR">
                <a:solidFill>
                  <a:srgbClr val="111111"/>
                </a:solidFill>
                <a:latin typeface="Calibri"/>
                <a:ea typeface="Calibri"/>
                <a:cs typeface="Calibri"/>
              </a:defRPr>
            </a:defPPr>
            <a:lvl1pPr algn="ctr">
              <a:defRPr sz="1300" b="0" lang="ko-KR">
                <a:solidFill>
                  <a:srgbClr val="111111"/>
                </a:solidFill>
                <a:latin typeface="Calibri"/>
                <a:ea typeface="Calibri"/>
                <a:cs typeface="Calibri"/>
              </a:defRPr>
            </a:lvl1pPr>
            <a:lvl2pPr algn="ctr">
              <a:defRPr sz="1300" b="0" lang="ko-KR">
                <a:solidFill>
                  <a:srgbClr val="111111"/>
                </a:solidFill>
                <a:latin typeface="Calibri"/>
                <a:ea typeface="Calibri"/>
                <a:cs typeface="Calibri"/>
              </a:defRPr>
            </a:lvl2pPr>
            <a:lvl3pPr algn="ctr">
              <a:defRPr sz="1300" b="0" lang="ko-KR">
                <a:solidFill>
                  <a:srgbClr val="111111"/>
                </a:solidFill>
                <a:latin typeface="Calibri"/>
                <a:ea typeface="Calibri"/>
                <a:cs typeface="Calibri"/>
              </a:defRPr>
            </a:lvl3pPr>
            <a:lvl4pPr algn="ctr">
              <a:defRPr sz="1300" b="0" lang="ko-KR">
                <a:solidFill>
                  <a:srgbClr val="111111"/>
                </a:solidFill>
                <a:latin typeface="Calibri"/>
                <a:ea typeface="Calibri"/>
                <a:cs typeface="Calibri"/>
              </a:defRPr>
            </a:lvl4pPr>
            <a:lvl5pPr algn="ctr">
              <a:defRPr sz="1300" b="0" lang="ko-KR">
                <a:solidFill>
                  <a:srgbClr val="111111"/>
                </a:solidFill>
                <a:latin typeface="Calibri"/>
                <a:ea typeface="Calibri"/>
                <a:cs typeface="Calibri"/>
              </a:defRPr>
            </a:lvl5pPr>
            <a:lvl6pPr algn="ctr">
              <a:defRPr sz="1300" b="0" lang="ko-KR">
                <a:solidFill>
                  <a:srgbClr val="111111"/>
                </a:solidFill>
                <a:latin typeface="Calibri"/>
                <a:ea typeface="Calibri"/>
                <a:cs typeface="Calibri"/>
              </a:defRPr>
            </a:lvl6pPr>
            <a:lvl7pPr algn="ctr">
              <a:defRPr sz="1300" b="0" lang="ko-KR">
                <a:solidFill>
                  <a:srgbClr val="111111"/>
                </a:solidFill>
                <a:latin typeface="Calibri"/>
                <a:ea typeface="Calibri"/>
                <a:cs typeface="Calibri"/>
              </a:defRPr>
            </a:lvl7pPr>
            <a:lvl8pPr algn="ctr">
              <a:defRPr sz="1300" b="0" lang="ko-KR">
                <a:solidFill>
                  <a:srgbClr val="111111"/>
                </a:solidFill>
                <a:latin typeface="Calibri"/>
                <a:ea typeface="Calibri"/>
                <a:cs typeface="Calibri"/>
              </a:defRPr>
            </a:lvl8pPr>
            <a:lvl9pPr algn="ctr">
              <a:defRPr sz="1300" b="0" lang="ko-KR">
                <a:solidFill>
                  <a:srgbClr val="111111"/>
                </a:solidFill>
                <a:latin typeface="Calibri"/>
                <a:ea typeface="Calibri"/>
                <a:cs typeface="Calibri"/>
              </a:defRPr>
            </a:lvl9pPr>
          </a:lstStyle>
          <a:p>
            <a:pPr algn="ctr">
              <a:defRPr sz="1300" b="0" lang="ko-KR">
                <a:solidFill>
                  <a:srgbClr val="111111"/>
                </a:solidFill>
                <a:latin typeface="Calibri"/>
                <a:ea typeface="Calibri"/>
                <a:cs typeface="Calibri"/>
              </a:defRPr>
            </a:pPr>
            <a:r>
              <a:rPr sz="1300" b="0" lang="ko-KR">
                <a:solidFill>
                  <a:srgbClr val="111111"/>
                </a:solidFill>
                <a:latin typeface="Calibri"/>
                <a:ea typeface="Calibri"/>
                <a:cs typeface="Calibri"/>
              </a:rPr>
              <a:t>검증 후 Binding Revision State / 후보 read-set</a:t>
            </a:r>
            <a:endParaRPr lang="ko-KR">
              <a:latin typeface="Calibri"/>
              <a:ea typeface="Calibri"/>
              <a:cs typeface="Calibri"/>
            </a:endParaRPr>
          </a:p>
        </p:txBody>
      </p:sp>
      <p:sp>
        <p:nvSpPr>
          <p:cNvPr id="100" name="Editable path 167">
            <a:extLst>
              <a:ext uri="{FF2B5EF4-FFF2-40B4-BE49-F238E27FC236}">
                <ns2:creationId id="{CCC74051-F89D-40B5-93AD-CDED09759A0D}"/>
              </a:ext>
            </a:extLst>
          </p:cNvPr>
          <p:cNvSpPr>
            <a:spLocks noGrp="1"/>
          </p:cNvSpPr>
          <p:nvPr/>
        </p:nvSpPr>
        <p:spPr>
          <a:xfrm>
            <a:off x="14820900" y="5162550"/>
            <a:ext cx="953" cy="142875"/>
          </a:xfrm>
          <a:custGeom>
            <a:pathLst>
              <a:path w="953" h="142875">
                <a:moveTo>
                  <a:pt x="0" y="0"/>
                </a:moveTo>
                <a:lnTo>
                  <a:pt x="0" y="142875"/>
                </a:lnTo>
              </a:path>
            </a:pathLst>
          </a:custGeom>
          <a:noFill/>
          <a:ln w="19050">
            <a:solidFill>
              <a:srgbClr val="111111"/>
            </a:solidFill>
            <a:prstDash val="solid"/>
          </a:ln>
        </p:spPr>
      </p:sp>
      <p:sp>
        <p:nvSpPr>
          <p:cNvPr id="101" name="Editable arrowhead 168">
            <a:extLst>
              <a:ext uri="{FF2B5EF4-FFF2-40B4-BE49-F238E27FC236}">
                <ns2:creationId id="{81FDE63D-A194-402E-B081-03EC783B239A}"/>
              </a:ext>
            </a:extLst>
          </p:cNvPr>
          <p:cNvSpPr>
            <a:spLocks noGrp="1"/>
          </p:cNvSpPr>
          <p:nvPr/>
        </p:nvSpPr>
        <p:spPr>
          <a:xfrm>
            <a:off x="14773275" y="5210175"/>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02" name="Editable path 169">
            <a:extLst>
              <a:ext uri="{FF2B5EF4-FFF2-40B4-BE49-F238E27FC236}">
                <ns2:creationId id="{7A987066-2DDF-476E-93D2-63FBE2C3FCD0}"/>
              </a:ext>
            </a:extLst>
          </p:cNvPr>
          <p:cNvSpPr>
            <a:spLocks noGrp="1"/>
          </p:cNvSpPr>
          <p:nvPr/>
        </p:nvSpPr>
        <p:spPr>
          <a:xfrm>
            <a:off x="17659350" y="3648075"/>
            <a:ext cx="238125" cy="1343025"/>
          </a:xfrm>
          <a:custGeom>
            <a:pathLst>
              <a:path w="238125" h="1343025">
                <a:moveTo>
                  <a:pt x="0" y="1343025"/>
                </a:moveTo>
                <a:lnTo>
                  <a:pt x="238125" y="1343025"/>
                </a:lnTo>
                <a:lnTo>
                  <a:pt x="238125" y="0"/>
                </a:lnTo>
                <a:lnTo>
                  <a:pt x="0" y="0"/>
                </a:lnTo>
              </a:path>
            </a:pathLst>
          </a:custGeom>
          <a:noFill/>
          <a:ln w="17145">
            <a:solidFill>
              <a:srgbClr val="111111"/>
            </a:solidFill>
            <a:prstDash val="dash"/>
          </a:ln>
        </p:spPr>
      </p:sp>
      <p:sp>
        <p:nvSpPr>
          <p:cNvPr id="103" name="Editable arrowhead 170">
            <a:extLst>
              <a:ext uri="{FF2B5EF4-FFF2-40B4-BE49-F238E27FC236}">
                <ns2:creationId id="{C48ABB8D-0970-496F-8A40-8212C59B0504}"/>
              </a:ext>
            </a:extLst>
          </p:cNvPr>
          <p:cNvSpPr>
            <a:spLocks noGrp="1"/>
          </p:cNvSpPr>
          <p:nvPr/>
        </p:nvSpPr>
        <p:spPr>
          <a:xfrm>
            <a:off x="17659350" y="3600450"/>
            <a:ext cx="95250" cy="95250"/>
          </a:xfrm>
          <a:custGeom>
            <a:pathLst>
              <a:path w="95250" h="95250">
                <a:moveTo>
                  <a:pt x="0" y="47625"/>
                </a:moveTo>
                <a:lnTo>
                  <a:pt x="95250" y="95250"/>
                </a:lnTo>
                <a:lnTo>
                  <a:pt x="95250" y="0"/>
                </a:lnTo>
                <a:close/>
              </a:path>
            </a:pathLst>
          </a:custGeom>
          <a:solidFill>
            <a:srgbClr val="111111"/>
          </a:solidFill>
          <a:ln w="5715">
            <a:solidFill>
              <a:srgbClr val="111111"/>
            </a:solidFill>
            <a:prstDash val="solid"/>
          </a:ln>
        </p:spPr>
      </p:sp>
      <p:sp>
        <p:nvSpPr>
          <p:cNvPr id="104" name="DP3 object 171">
            <a:extLst>
              <a:ext uri="{FF2B5EF4-FFF2-40B4-BE49-F238E27FC236}">
                <ns2:creationId id="{1DC650F9-BE2D-42BD-B9D3-2DE8CBD97936}"/>
              </a:ext>
            </a:extLst>
          </p:cNvPr>
          <p:cNvSpPr>
            <a:spLocks noGrp="1"/>
          </p:cNvSpPr>
          <p:nvPr/>
        </p:nvSpPr>
        <p:spPr>
          <a:xfrm>
            <a:off x="10363200" y="5105400"/>
            <a:ext cx="1590675" cy="428625"/>
          </a:xfrm>
          <a:prstGeom prst="rect">
            <a:avLst/>
          </a:prstGeom>
          <a:noFill/>
          <a:ln w="0">
            <a:noFill/>
            <a:prstDash val="solid"/>
          </a:ln>
        </p:spPr>
        <p:txBody>
          <a:bodyPr wrap="none" lIns="0" tIns="0" rIns="0" bIns="0" anchor="ctr">
            <a:noAutofit/>
          </a:bodyPr>
          <a:lstStyle>
            <a:defPPr algn="ctr">
              <a:defRPr sz="1300" b="0" lang="ko-KR">
                <a:solidFill>
                  <a:srgbClr val="50555B"/>
                </a:solidFill>
                <a:latin typeface="Calibri"/>
                <a:ea typeface="Calibri"/>
                <a:cs typeface="Calibri"/>
              </a:defRPr>
            </a:defPPr>
            <a:lvl1pPr algn="ctr">
              <a:defRPr sz="1300" b="0" lang="ko-KR">
                <a:solidFill>
                  <a:srgbClr val="50555B"/>
                </a:solidFill>
                <a:latin typeface="Calibri"/>
                <a:ea typeface="Calibri"/>
                <a:cs typeface="Calibri"/>
              </a:defRPr>
            </a:lvl1pPr>
            <a:lvl2pPr algn="ctr">
              <a:defRPr sz="1300" b="0" lang="ko-KR">
                <a:solidFill>
                  <a:srgbClr val="50555B"/>
                </a:solidFill>
                <a:latin typeface="Calibri"/>
                <a:ea typeface="Calibri"/>
                <a:cs typeface="Calibri"/>
              </a:defRPr>
            </a:lvl2pPr>
            <a:lvl3pPr algn="ctr">
              <a:defRPr sz="1300" b="0" lang="ko-KR">
                <a:solidFill>
                  <a:srgbClr val="50555B"/>
                </a:solidFill>
                <a:latin typeface="Calibri"/>
                <a:ea typeface="Calibri"/>
                <a:cs typeface="Calibri"/>
              </a:defRPr>
            </a:lvl3pPr>
            <a:lvl4pPr algn="ctr">
              <a:defRPr sz="1300" b="0" lang="ko-KR">
                <a:solidFill>
                  <a:srgbClr val="50555B"/>
                </a:solidFill>
                <a:latin typeface="Calibri"/>
                <a:ea typeface="Calibri"/>
                <a:cs typeface="Calibri"/>
              </a:defRPr>
            </a:lvl4pPr>
            <a:lvl5pPr algn="ctr">
              <a:defRPr sz="1300" b="0" lang="ko-KR">
                <a:solidFill>
                  <a:srgbClr val="50555B"/>
                </a:solidFill>
                <a:latin typeface="Calibri"/>
                <a:ea typeface="Calibri"/>
                <a:cs typeface="Calibri"/>
              </a:defRPr>
            </a:lvl5pPr>
            <a:lvl6pPr algn="ctr">
              <a:defRPr sz="1300" b="0" lang="ko-KR">
                <a:solidFill>
                  <a:srgbClr val="50555B"/>
                </a:solidFill>
                <a:latin typeface="Calibri"/>
                <a:ea typeface="Calibri"/>
                <a:cs typeface="Calibri"/>
              </a:defRPr>
            </a:lvl6pPr>
            <a:lvl7pPr algn="ctr">
              <a:defRPr sz="1300" b="0" lang="ko-KR">
                <a:solidFill>
                  <a:srgbClr val="50555B"/>
                </a:solidFill>
                <a:latin typeface="Calibri"/>
                <a:ea typeface="Calibri"/>
                <a:cs typeface="Calibri"/>
              </a:defRPr>
            </a:lvl7pPr>
            <a:lvl8pPr algn="ctr">
              <a:defRPr sz="1300" b="0" lang="ko-KR">
                <a:solidFill>
                  <a:srgbClr val="50555B"/>
                </a:solidFill>
                <a:latin typeface="Calibri"/>
                <a:ea typeface="Calibri"/>
                <a:cs typeface="Calibri"/>
              </a:defRPr>
            </a:lvl8pPr>
            <a:lvl9pPr algn="ctr">
              <a:defRPr sz="1300" b="0" lang="ko-KR">
                <a:solidFill>
                  <a:srgbClr val="50555B"/>
                </a:solidFill>
                <a:latin typeface="Calibri"/>
                <a:ea typeface="Calibri"/>
                <a:cs typeface="Calibri"/>
              </a:defRPr>
            </a:lvl9pPr>
          </a:lstStyle>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공통 현재성 검사 후</a:t>
            </a:r>
            <a:endParaRPr lang="ko-KR">
              <a:latin typeface="Calibri"/>
              <a:ea typeface="Calibri"/>
              <a:cs typeface="Calibri"/>
            </a:endParaRPr>
          </a:p>
          <a:p>
            <a:pPr algn="ct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후보 게시</a:t>
            </a:r>
            <a:endParaRPr lang="ko-KR">
              <a:latin typeface="Calibri"/>
              <a:ea typeface="Calibri"/>
              <a:cs typeface="Calibri"/>
            </a:endParaRPr>
          </a:p>
        </p:txBody>
      </p:sp>
      <p:sp>
        <p:nvSpPr>
          <p:cNvPr id="105" name="DP3 object 172">
            <a:extLst>
              <a:ext uri="{FF2B5EF4-FFF2-40B4-BE49-F238E27FC236}">
                <ns2:creationId id="{9FF2D3E3-661A-4179-A466-F3F61CA8E173}"/>
              </a:ext>
            </a:extLst>
          </p:cNvPr>
          <p:cNvSpPr>
            <a:spLocks noGrp="1"/>
          </p:cNvSpPr>
          <p:nvPr/>
        </p:nvSpPr>
        <p:spPr>
          <a:xfrm>
            <a:off x="12001500" y="3371850"/>
            <a:ext cx="266700" cy="276225"/>
          </a:xfrm>
          <a:prstGeom prst="roundRect">
            <a:avLst>
              <a:gd name="adj" fmla="val 28571"/>
            </a:avLst>
          </a:prstGeom>
          <a:solidFill>
            <a:srgbClr val="C9E1B3"/>
          </a:solidFill>
          <a:ln w="17145">
            <a:solidFill>
              <a:srgbClr val="70A843"/>
            </a:solidFill>
            <a:prstDash val="solid"/>
          </a:ln>
        </p:spPr>
      </p:sp>
      <p:sp>
        <p:nvSpPr>
          <p:cNvPr id="106" name="DP3 object 173">
            <a:extLst>
              <a:ext uri="{FF2B5EF4-FFF2-40B4-BE49-F238E27FC236}">
                <ns2:creationId id="{864F22AF-523C-469F-8FAD-5D7FCA3F6E1D}"/>
              </a:ext>
            </a:extLst>
          </p:cNvPr>
          <p:cNvSpPr>
            <a:spLocks noGrp="1"/>
          </p:cNvSpPr>
          <p:nvPr/>
        </p:nvSpPr>
        <p:spPr>
          <a:xfrm>
            <a:off x="120015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7" name="DP3 object 174">
            <a:extLst>
              <a:ext uri="{FF2B5EF4-FFF2-40B4-BE49-F238E27FC236}">
                <ns2:creationId id="{40838EB2-48EC-4AEB-8921-1547823ACA45}"/>
              </a:ext>
            </a:extLst>
          </p:cNvPr>
          <p:cNvSpPr>
            <a:spLocks noGrp="1"/>
          </p:cNvSpPr>
          <p:nvPr/>
        </p:nvSpPr>
        <p:spPr>
          <a:xfrm>
            <a:off x="14554200" y="3371850"/>
            <a:ext cx="266700" cy="276225"/>
          </a:xfrm>
          <a:prstGeom prst="roundRect">
            <a:avLst>
              <a:gd name="adj" fmla="val 28571"/>
            </a:avLst>
          </a:prstGeom>
          <a:solidFill>
            <a:srgbClr val="C9E1B3"/>
          </a:solidFill>
          <a:ln w="17145">
            <a:solidFill>
              <a:srgbClr val="70A843"/>
            </a:solidFill>
            <a:prstDash val="solid"/>
          </a:ln>
        </p:spPr>
      </p:sp>
      <p:sp>
        <p:nvSpPr>
          <p:cNvPr id="108" name="DP3 object 175">
            <a:extLst>
              <a:ext uri="{FF2B5EF4-FFF2-40B4-BE49-F238E27FC236}">
                <ns2:creationId id="{5BDFCA9D-C636-4FF1-9220-9E63B0917941}"/>
              </a:ext>
            </a:extLst>
          </p:cNvPr>
          <p:cNvSpPr>
            <a:spLocks noGrp="1"/>
          </p:cNvSpPr>
          <p:nvPr/>
        </p:nvSpPr>
        <p:spPr>
          <a:xfrm>
            <a:off x="14554200" y="33718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1</a:t>
            </a:r>
            <a:endParaRPr lang="ko-KR">
              <a:latin typeface="Calibri"/>
              <a:ea typeface="Calibri"/>
              <a:cs typeface="Calibri"/>
            </a:endParaRPr>
          </a:p>
        </p:txBody>
      </p:sp>
      <p:sp>
        <p:nvSpPr>
          <p:cNvPr id="109" name="DP3 object 176">
            <a:extLst>
              <a:ext uri="{FF2B5EF4-FFF2-40B4-BE49-F238E27FC236}">
                <ns2:creationId id="{2EE314CC-3FDA-4137-A055-4F940D5EF955}"/>
              </a:ext>
            </a:extLst>
          </p:cNvPr>
          <p:cNvSpPr>
            <a:spLocks noGrp="1"/>
          </p:cNvSpPr>
          <p:nvPr/>
        </p:nvSpPr>
        <p:spPr>
          <a:xfrm>
            <a:off x="11915775" y="4171950"/>
            <a:ext cx="266700" cy="276225"/>
          </a:xfrm>
          <a:prstGeom prst="roundRect">
            <a:avLst>
              <a:gd name="adj" fmla="val 28571"/>
            </a:avLst>
          </a:prstGeom>
          <a:solidFill>
            <a:srgbClr val="C9E1B3"/>
          </a:solidFill>
          <a:ln w="17145">
            <a:solidFill>
              <a:srgbClr val="70A843"/>
            </a:solidFill>
            <a:prstDash val="solid"/>
          </a:ln>
        </p:spPr>
      </p:sp>
      <p:sp>
        <p:nvSpPr>
          <p:cNvPr id="110" name="DP3 object 177">
            <a:extLst>
              <a:ext uri="{FF2B5EF4-FFF2-40B4-BE49-F238E27FC236}">
                <ns2:creationId id="{4E2EFD69-0B16-41A1-AC55-81E21955D1C9}"/>
              </a:ext>
            </a:extLst>
          </p:cNvPr>
          <p:cNvSpPr>
            <a:spLocks noGrp="1"/>
          </p:cNvSpPr>
          <p:nvPr/>
        </p:nvSpPr>
        <p:spPr>
          <a:xfrm>
            <a:off x="11915775"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1" name="DP3 object 178">
            <a:extLst>
              <a:ext uri="{FF2B5EF4-FFF2-40B4-BE49-F238E27FC236}">
                <ns2:creationId id="{5E7F69CF-0F20-41EE-ADA9-8C26A13DF30D}"/>
              </a:ext>
            </a:extLst>
          </p:cNvPr>
          <p:cNvSpPr>
            <a:spLocks noGrp="1"/>
          </p:cNvSpPr>
          <p:nvPr/>
        </p:nvSpPr>
        <p:spPr>
          <a:xfrm>
            <a:off x="14554200" y="4171950"/>
            <a:ext cx="266700" cy="276225"/>
          </a:xfrm>
          <a:prstGeom prst="roundRect">
            <a:avLst>
              <a:gd name="adj" fmla="val 28571"/>
            </a:avLst>
          </a:prstGeom>
          <a:solidFill>
            <a:srgbClr val="C9E1B3"/>
          </a:solidFill>
          <a:ln w="17145">
            <a:solidFill>
              <a:srgbClr val="70A843"/>
            </a:solidFill>
            <a:prstDash val="solid"/>
          </a:ln>
        </p:spPr>
      </p:sp>
      <p:sp>
        <p:nvSpPr>
          <p:cNvPr id="112" name="DP3 object 179">
            <a:extLst>
              <a:ext uri="{FF2B5EF4-FFF2-40B4-BE49-F238E27FC236}">
                <ns2:creationId id="{C55C2C93-D291-4BCA-B501-AB387F72DBE6}"/>
              </a:ext>
            </a:extLst>
          </p:cNvPr>
          <p:cNvSpPr>
            <a:spLocks noGrp="1"/>
          </p:cNvSpPr>
          <p:nvPr/>
        </p:nvSpPr>
        <p:spPr>
          <a:xfrm>
            <a:off x="14554200" y="4171950"/>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2</a:t>
            </a:r>
            <a:endParaRPr lang="ko-KR">
              <a:latin typeface="Calibri"/>
              <a:ea typeface="Calibri"/>
              <a:cs typeface="Calibri"/>
            </a:endParaRPr>
          </a:p>
        </p:txBody>
      </p:sp>
      <p:sp>
        <p:nvSpPr>
          <p:cNvPr id="113" name="DP3 object 180">
            <a:extLst>
              <a:ext uri="{FF2B5EF4-FFF2-40B4-BE49-F238E27FC236}">
                <ns2:creationId id="{EA997106-6089-41F4-AB09-9EC8BE7AAEBC}"/>
              </a:ext>
            </a:extLst>
          </p:cNvPr>
          <p:cNvSpPr>
            <a:spLocks noGrp="1"/>
          </p:cNvSpPr>
          <p:nvPr/>
        </p:nvSpPr>
        <p:spPr>
          <a:xfrm>
            <a:off x="11915775" y="4829175"/>
            <a:ext cx="266700" cy="276225"/>
          </a:xfrm>
          <a:prstGeom prst="roundRect">
            <a:avLst>
              <a:gd name="adj" fmla="val 28571"/>
            </a:avLst>
          </a:prstGeom>
          <a:solidFill>
            <a:srgbClr val="C9E1B3"/>
          </a:solidFill>
          <a:ln w="17145">
            <a:solidFill>
              <a:srgbClr val="70A843"/>
            </a:solidFill>
            <a:prstDash val="solid"/>
          </a:ln>
        </p:spPr>
      </p:sp>
      <p:sp>
        <p:nvSpPr>
          <p:cNvPr id="114" name="DP3 object 181">
            <a:extLst>
              <a:ext uri="{FF2B5EF4-FFF2-40B4-BE49-F238E27FC236}">
                <ns2:creationId id="{68342F8A-F458-403A-A6A5-144F25D116A8}"/>
              </a:ext>
            </a:extLst>
          </p:cNvPr>
          <p:cNvSpPr>
            <a:spLocks noGrp="1"/>
          </p:cNvSpPr>
          <p:nvPr/>
        </p:nvSpPr>
        <p:spPr>
          <a:xfrm>
            <a:off x="11915775" y="4829175"/>
            <a:ext cx="266700" cy="276225"/>
          </a:xfrm>
          <a:prstGeom prst="rect">
            <a:avLst/>
          </a:prstGeom>
          <a:noFill/>
          <a:ln w="0">
            <a:noFill/>
            <a:prstDash val="solid"/>
          </a:ln>
        </p:spPr>
        <p:txBody>
          <a:bodyPr wrap="none" lIns="0" tIns="0" rIns="0" bIns="0" anchor="ctr">
            <a:noAutofit/>
          </a:bodyPr>
          <a:lstStyle>
            <a:defPPr algn="ctr">
              <a:defRPr sz="1700" b="0" lang="ko-KR">
                <a:solidFill>
                  <a:srgbClr val="111111"/>
                </a:solidFill>
                <a:latin typeface="Calibri"/>
                <a:ea typeface="Calibri"/>
                <a:cs typeface="Calibri"/>
              </a:defRPr>
            </a:defPPr>
            <a:lvl1pPr algn="ctr">
              <a:defRPr sz="1700" b="0" lang="ko-KR">
                <a:solidFill>
                  <a:srgbClr val="111111"/>
                </a:solidFill>
                <a:latin typeface="Calibri"/>
                <a:ea typeface="Calibri"/>
                <a:cs typeface="Calibri"/>
              </a:defRPr>
            </a:lvl1pPr>
            <a:lvl2pPr algn="ctr">
              <a:defRPr sz="1700" b="0" lang="ko-KR">
                <a:solidFill>
                  <a:srgbClr val="111111"/>
                </a:solidFill>
                <a:latin typeface="Calibri"/>
                <a:ea typeface="Calibri"/>
                <a:cs typeface="Calibri"/>
              </a:defRPr>
            </a:lvl2pPr>
            <a:lvl3pPr algn="ctr">
              <a:defRPr sz="1700" b="0" lang="ko-KR">
                <a:solidFill>
                  <a:srgbClr val="111111"/>
                </a:solidFill>
                <a:latin typeface="Calibri"/>
                <a:ea typeface="Calibri"/>
                <a:cs typeface="Calibri"/>
              </a:defRPr>
            </a:lvl3pPr>
            <a:lvl4pPr algn="ctr">
              <a:defRPr sz="1700" b="0" lang="ko-KR">
                <a:solidFill>
                  <a:srgbClr val="111111"/>
                </a:solidFill>
                <a:latin typeface="Calibri"/>
                <a:ea typeface="Calibri"/>
                <a:cs typeface="Calibri"/>
              </a:defRPr>
            </a:lvl4pPr>
            <a:lvl5pPr algn="ctr">
              <a:defRPr sz="1700" b="0" lang="ko-KR">
                <a:solidFill>
                  <a:srgbClr val="111111"/>
                </a:solidFill>
                <a:latin typeface="Calibri"/>
                <a:ea typeface="Calibri"/>
                <a:cs typeface="Calibri"/>
              </a:defRPr>
            </a:lvl5pPr>
            <a:lvl6pPr algn="ctr">
              <a:defRPr sz="1700" b="0" lang="ko-KR">
                <a:solidFill>
                  <a:srgbClr val="111111"/>
                </a:solidFill>
                <a:latin typeface="Calibri"/>
                <a:ea typeface="Calibri"/>
                <a:cs typeface="Calibri"/>
              </a:defRPr>
            </a:lvl6pPr>
            <a:lvl7pPr algn="ctr">
              <a:defRPr sz="1700" b="0" lang="ko-KR">
                <a:solidFill>
                  <a:srgbClr val="111111"/>
                </a:solidFill>
                <a:latin typeface="Calibri"/>
                <a:ea typeface="Calibri"/>
                <a:cs typeface="Calibri"/>
              </a:defRPr>
            </a:lvl7pPr>
            <a:lvl8pPr algn="ctr">
              <a:defRPr sz="1700" b="0" lang="ko-KR">
                <a:solidFill>
                  <a:srgbClr val="111111"/>
                </a:solidFill>
                <a:latin typeface="Calibri"/>
                <a:ea typeface="Calibri"/>
                <a:cs typeface="Calibri"/>
              </a:defRPr>
            </a:lvl8pPr>
            <a:lvl9pPr algn="ctr">
              <a:defRPr sz="1700" b="0" lang="ko-KR">
                <a:solidFill>
                  <a:srgbClr val="111111"/>
                </a:solidFill>
                <a:latin typeface="Calibri"/>
                <a:ea typeface="Calibri"/>
                <a:cs typeface="Calibri"/>
              </a:defRPr>
            </a:lvl9pPr>
          </a:lstStyle>
          <a:p>
            <a:pPr algn="ctr">
              <a:defRPr sz="1700" b="0" lang="ko-KR">
                <a:solidFill>
                  <a:srgbClr val="111111"/>
                </a:solidFill>
                <a:latin typeface="Calibri"/>
                <a:ea typeface="Calibri"/>
                <a:cs typeface="Calibri"/>
              </a:defRPr>
            </a:pPr>
            <a:r>
              <a:rPr sz="1700" b="0" lang="ko-KR">
                <a:solidFill>
                  <a:srgbClr val="111111"/>
                </a:solidFill>
                <a:latin typeface="Calibri"/>
                <a:ea typeface="Calibri"/>
                <a:cs typeface="Calibri"/>
              </a:rPr>
              <a:t>3</a:t>
            </a:r>
            <a:endParaRPr lang="ko-KR">
              <a:latin typeface="Calibri"/>
              <a:ea typeface="Calibri"/>
              <a:cs typeface="Calibri"/>
            </a:endParaRPr>
          </a:p>
        </p:txBody>
      </p:sp>
      <p:sp>
        <p:nvSpPr>
          <p:cNvPr id="115" name="Request Controller: 현재성 확인과 최종 채택">
            <a:extLst>
              <a:ext uri="{FF2B5EF4-FFF2-40B4-BE49-F238E27FC236}">
                <ns2:creationId id="{9BB42370-6813-4E53-954E-FD7E9142695B}"/>
              </a:ext>
            </a:extLst>
          </p:cNvPr>
          <p:cNvSpPr>
            <a:spLocks noGrp="1"/>
          </p:cNvSpPr>
          <p:nvPr/>
        </p:nvSpPr>
        <p:spPr>
          <a:xfrm>
            <a:off x="10229850" y="5772150"/>
            <a:ext cx="7562850" cy="304800"/>
          </a:xfrm>
          <a:prstGeom prst="rect">
            <a:avLst/>
          </a:prstGeom>
          <a:solidFill>
            <a:srgbClr val="FFFFFF"/>
          </a:solidFill>
          <a:ln w="17145">
            <a:solidFill>
              <a:srgbClr val="111111"/>
            </a:solidFill>
            <a:prstDash val="solid"/>
          </a:ln>
        </p:spPr>
      </p:sp>
      <p:sp>
        <p:nvSpPr>
          <p:cNvPr id="116" name="DP3 object 182">
            <a:extLst>
              <a:ext uri="{FF2B5EF4-FFF2-40B4-BE49-F238E27FC236}">
                <ns2:creationId id="{05A5D866-39A2-48CC-88AB-2DB5957E642A}"/>
              </a:ext>
            </a:extLst>
          </p:cNvPr>
          <p:cNvSpPr>
            <a:spLocks noGrp="1"/>
          </p:cNvSpPr>
          <p:nvPr/>
        </p:nvSpPr>
        <p:spPr>
          <a:xfrm>
            <a:off x="10296525" y="5810250"/>
            <a:ext cx="7429500" cy="228600"/>
          </a:xfrm>
          <a:prstGeom prst="rect">
            <a:avLst/>
          </a:prstGeom>
          <a:noFill/>
          <a:ln w="0">
            <a:noFill/>
            <a:prstDash val="solid"/>
          </a:ln>
        </p:spPr>
        <p:txBody>
          <a:bodyPr wrap="none" lIns="0" tIns="0" rIns="0" bIns="0" anchor="ctr">
            <a:noAutofit/>
          </a:bodyPr>
          <a:lstStyle>
            <a:defPPr algn="ctr">
              <a:defRPr sz="1700" b="1" lang="ko-KR">
                <a:solidFill>
                  <a:srgbClr val="111111"/>
                </a:solidFill>
                <a:latin typeface="Calibri"/>
                <a:ea typeface="Calibri"/>
                <a:cs typeface="Calibri"/>
              </a:defRPr>
            </a:defPPr>
            <a:lvl1pPr algn="ctr">
              <a:defRPr sz="1700" b="1" lang="ko-KR">
                <a:solidFill>
                  <a:srgbClr val="111111"/>
                </a:solidFill>
                <a:latin typeface="Calibri"/>
                <a:ea typeface="Calibri"/>
                <a:cs typeface="Calibri"/>
              </a:defRPr>
            </a:lvl1pPr>
            <a:lvl2pPr algn="ctr">
              <a:defRPr sz="1700" b="1" lang="ko-KR">
                <a:solidFill>
                  <a:srgbClr val="111111"/>
                </a:solidFill>
                <a:latin typeface="Calibri"/>
                <a:ea typeface="Calibri"/>
                <a:cs typeface="Calibri"/>
              </a:defRPr>
            </a:lvl2pPr>
            <a:lvl3pPr algn="ctr">
              <a:defRPr sz="1700" b="1" lang="ko-KR">
                <a:solidFill>
                  <a:srgbClr val="111111"/>
                </a:solidFill>
                <a:latin typeface="Calibri"/>
                <a:ea typeface="Calibri"/>
                <a:cs typeface="Calibri"/>
              </a:defRPr>
            </a:lvl3pPr>
            <a:lvl4pPr algn="ctr">
              <a:defRPr sz="1700" b="1" lang="ko-KR">
                <a:solidFill>
                  <a:srgbClr val="111111"/>
                </a:solidFill>
                <a:latin typeface="Calibri"/>
                <a:ea typeface="Calibri"/>
                <a:cs typeface="Calibri"/>
              </a:defRPr>
            </a:lvl4pPr>
            <a:lvl5pPr algn="ctr">
              <a:defRPr sz="1700" b="1" lang="ko-KR">
                <a:solidFill>
                  <a:srgbClr val="111111"/>
                </a:solidFill>
                <a:latin typeface="Calibri"/>
                <a:ea typeface="Calibri"/>
                <a:cs typeface="Calibri"/>
              </a:defRPr>
            </a:lvl5pPr>
            <a:lvl6pPr algn="ctr">
              <a:defRPr sz="1700" b="1" lang="ko-KR">
                <a:solidFill>
                  <a:srgbClr val="111111"/>
                </a:solidFill>
                <a:latin typeface="Calibri"/>
                <a:ea typeface="Calibri"/>
                <a:cs typeface="Calibri"/>
              </a:defRPr>
            </a:lvl6pPr>
            <a:lvl7pPr algn="ctr">
              <a:defRPr sz="1700" b="1" lang="ko-KR">
                <a:solidFill>
                  <a:srgbClr val="111111"/>
                </a:solidFill>
                <a:latin typeface="Calibri"/>
                <a:ea typeface="Calibri"/>
                <a:cs typeface="Calibri"/>
              </a:defRPr>
            </a:lvl7pPr>
            <a:lvl8pPr algn="ctr">
              <a:defRPr sz="1700" b="1" lang="ko-KR">
                <a:solidFill>
                  <a:srgbClr val="111111"/>
                </a:solidFill>
                <a:latin typeface="Calibri"/>
                <a:ea typeface="Calibri"/>
                <a:cs typeface="Calibri"/>
              </a:defRPr>
            </a:lvl8pPr>
            <a:lvl9pPr algn="ctr">
              <a:defRPr sz="1700" b="1" lang="ko-KR">
                <a:solidFill>
                  <a:srgbClr val="111111"/>
                </a:solidFill>
                <a:latin typeface="Calibri"/>
                <a:ea typeface="Calibri"/>
                <a:cs typeface="Calibri"/>
              </a:defRPr>
            </a:lvl9pPr>
          </a:lstStyle>
          <a:p>
            <a:pPr algn="ctr">
              <a:defRPr sz="1700" b="1" lang="ko-KR">
                <a:solidFill>
                  <a:srgbClr val="111111"/>
                </a:solidFill>
                <a:latin typeface="Calibri"/>
                <a:ea typeface="Calibri"/>
                <a:cs typeface="Calibri"/>
              </a:defRPr>
            </a:pPr>
            <a:r>
              <a:rPr sz="1700" b="1" lang="ko-KR">
                <a:solidFill>
                  <a:srgbClr val="111111"/>
                </a:solidFill>
                <a:latin typeface="Calibri"/>
                <a:ea typeface="Calibri"/>
                <a:cs typeface="Calibri"/>
              </a:rPr>
              <a:t>Request Controller: 현재성 확인과 최종 채택</a:t>
            </a:r>
            <a:endParaRPr lang="ko-KR">
              <a:latin typeface="Calibri"/>
              <a:ea typeface="Calibri"/>
              <a:cs typeface="Calibri"/>
            </a:endParaRPr>
          </a:p>
        </p:txBody>
      </p:sp>
      <p:sp>
        <p:nvSpPr>
          <p:cNvPr id="117" name="Editable path 183">
            <a:extLst>
              <a:ext uri="{FF2B5EF4-FFF2-40B4-BE49-F238E27FC236}">
                <ns2:creationId id="{5CFB29B4-2EE0-43FF-BD72-6EB1D5C4764C}"/>
              </a:ext>
            </a:extLst>
          </p:cNvPr>
          <p:cNvSpPr>
            <a:spLocks noGrp="1"/>
          </p:cNvSpPr>
          <p:nvPr/>
        </p:nvSpPr>
        <p:spPr>
          <a:xfrm>
            <a:off x="14820900" y="5543550"/>
            <a:ext cx="953" cy="228600"/>
          </a:xfrm>
          <a:custGeom>
            <a:pathLst>
              <a:path w="953" h="228600">
                <a:moveTo>
                  <a:pt x="0" y="0"/>
                </a:moveTo>
                <a:lnTo>
                  <a:pt x="0" y="228600"/>
                </a:lnTo>
              </a:path>
            </a:pathLst>
          </a:custGeom>
          <a:noFill/>
          <a:ln w="19050">
            <a:solidFill>
              <a:srgbClr val="111111"/>
            </a:solidFill>
            <a:prstDash val="solid"/>
          </a:ln>
        </p:spPr>
      </p:sp>
      <p:sp>
        <p:nvSpPr>
          <p:cNvPr id="118" name="Editable arrowhead 184">
            <a:extLst>
              <a:ext uri="{FF2B5EF4-FFF2-40B4-BE49-F238E27FC236}">
                <ns2:creationId id="{056E5D2A-8C2F-45E8-BA84-E45E3BCC6F2A}"/>
              </a:ext>
            </a:extLst>
          </p:cNvPr>
          <p:cNvSpPr>
            <a:spLocks noGrp="1"/>
          </p:cNvSpPr>
          <p:nvPr/>
        </p:nvSpPr>
        <p:spPr>
          <a:xfrm>
            <a:off x="14773275" y="56769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119" name="DP3 object 185">
            <a:extLst>
              <a:ext uri="{FF2B5EF4-FFF2-40B4-BE49-F238E27FC236}">
                <ns2:creationId id="{C3FF5B46-3476-4160-846D-A5943F5B3A53}"/>
              </a:ext>
            </a:extLst>
          </p:cNvPr>
          <p:cNvSpPr>
            <a:spLocks noGrp="1"/>
          </p:cNvSpPr>
          <p:nvPr/>
        </p:nvSpPr>
        <p:spPr>
          <a:xfrm>
            <a:off x="266700" y="9848850"/>
            <a:ext cx="17526000" cy="219075"/>
          </a:xfrm>
          <a:prstGeom prst="rect">
            <a:avLst/>
          </a:prstGeom>
          <a:noFill/>
          <a:ln w="0">
            <a:noFill/>
            <a:prstDash val="solid"/>
          </a:ln>
        </p:spPr>
        <p:txBody>
          <a:bodyPr wrap="none" lIns="0" tIns="0" rIns="0" bIns="0" anchor="ctr">
            <a:noAutofit/>
          </a:bodyPr>
          <a:lstStyle>
            <a:defPPr algn="l">
              <a:defRPr sz="1400" b="1" lang="ko-KR">
                <a:solidFill>
                  <a:srgbClr val="111111"/>
                </a:solidFill>
                <a:latin typeface="Calibri"/>
                <a:ea typeface="Calibri"/>
                <a:cs typeface="Calibri"/>
              </a:defRPr>
            </a:defPPr>
            <a:lvl1pPr algn="l">
              <a:defRPr sz="1400" b="1" lang="ko-KR">
                <a:solidFill>
                  <a:srgbClr val="111111"/>
                </a:solidFill>
                <a:latin typeface="Calibri"/>
                <a:ea typeface="Calibri"/>
                <a:cs typeface="Calibri"/>
              </a:defRPr>
            </a:lvl1pPr>
            <a:lvl2pPr algn="l">
              <a:defRPr sz="1400" b="1" lang="ko-KR">
                <a:solidFill>
                  <a:srgbClr val="111111"/>
                </a:solidFill>
                <a:latin typeface="Calibri"/>
                <a:ea typeface="Calibri"/>
                <a:cs typeface="Calibri"/>
              </a:defRPr>
            </a:lvl2pPr>
            <a:lvl3pPr algn="l">
              <a:defRPr sz="1400" b="1" lang="ko-KR">
                <a:solidFill>
                  <a:srgbClr val="111111"/>
                </a:solidFill>
                <a:latin typeface="Calibri"/>
                <a:ea typeface="Calibri"/>
                <a:cs typeface="Calibri"/>
              </a:defRPr>
            </a:lvl3pPr>
            <a:lvl4pPr algn="l">
              <a:defRPr sz="1400" b="1" lang="ko-KR">
                <a:solidFill>
                  <a:srgbClr val="111111"/>
                </a:solidFill>
                <a:latin typeface="Calibri"/>
                <a:ea typeface="Calibri"/>
                <a:cs typeface="Calibri"/>
              </a:defRPr>
            </a:lvl4pPr>
            <a:lvl5pPr algn="l">
              <a:defRPr sz="1400" b="1" lang="ko-KR">
                <a:solidFill>
                  <a:srgbClr val="111111"/>
                </a:solidFill>
                <a:latin typeface="Calibri"/>
                <a:ea typeface="Calibri"/>
                <a:cs typeface="Calibri"/>
              </a:defRPr>
            </a:lvl5pPr>
            <a:lvl6pPr algn="l">
              <a:defRPr sz="1400" b="1" lang="ko-KR">
                <a:solidFill>
                  <a:srgbClr val="111111"/>
                </a:solidFill>
                <a:latin typeface="Calibri"/>
                <a:ea typeface="Calibri"/>
                <a:cs typeface="Calibri"/>
              </a:defRPr>
            </a:lvl6pPr>
            <a:lvl7pPr algn="l">
              <a:defRPr sz="1400" b="1" lang="ko-KR">
                <a:solidFill>
                  <a:srgbClr val="111111"/>
                </a:solidFill>
                <a:latin typeface="Calibri"/>
                <a:ea typeface="Calibri"/>
                <a:cs typeface="Calibri"/>
              </a:defRPr>
            </a:lvl7pPr>
            <a:lvl8pPr algn="l">
              <a:defRPr sz="1400" b="1" lang="ko-KR">
                <a:solidFill>
                  <a:srgbClr val="111111"/>
                </a:solidFill>
                <a:latin typeface="Calibri"/>
                <a:ea typeface="Calibri"/>
                <a:cs typeface="Calibri"/>
              </a:defRPr>
            </a:lvl8pPr>
            <a:lvl9pPr algn="l">
              <a:defRPr sz="1400" b="1" lang="ko-KR">
                <a:solidFill>
                  <a:srgbClr val="111111"/>
                </a:solidFill>
                <a:latin typeface="Calibri"/>
                <a:ea typeface="Calibri"/>
                <a:cs typeface="Calibri"/>
              </a:defRPr>
            </a:lvl9pPr>
          </a:lstStyle>
          <a:p>
            <a:pPr algn="l">
              <a:defRPr sz="1400" b="1" lang="ko-KR">
                <a:solidFill>
                  <a:srgbClr val="111111"/>
                </a:solidFill>
                <a:latin typeface="Calibri"/>
                <a:ea typeface="Calibri"/>
                <a:cs typeface="Calibri"/>
              </a:defRPr>
            </a:pPr>
            <a:r>
              <a:rPr sz="1400" b="1" lang="ko-KR">
                <a:solidFill>
                  <a:srgbClr val="111111"/>
                </a:solidFill>
                <a:latin typeface="Calibri"/>
                <a:ea typeface="Calibri"/>
                <a:cs typeface="Calibri"/>
              </a:rPr>
              <a:t>공통 K가 허용하면 B는 독립 생산 병렬 실행. 충분한 후보는 코드 결합. 모호하거나 부족하면 의미 판단·원 생산자 확장.</a:t>
            </a:r>
            <a:endParaRPr lang="ko-KR">
              <a:latin typeface="Calibri"/>
              <a:ea typeface="Calibri"/>
              <a:cs typeface="Calibri"/>
            </a:endParaRPr>
          </a:p>
        </p:txBody>
      </p:sp>
      <p:sp>
        <p:nvSpPr>
          <p:cNvPr id="120" name="DP3 object 186">
            <a:extLst>
              <a:ext uri="{FF2B5EF4-FFF2-40B4-BE49-F238E27FC236}">
                <ns2:creationId id="{D2EF0BA9-23A1-4EAC-970C-8A1C052F1A08}"/>
              </a:ext>
            </a:extLst>
          </p:cNvPr>
          <p:cNvSpPr>
            <a:spLocks noGrp="1"/>
          </p:cNvSpPr>
          <p:nvPr/>
        </p:nvSpPr>
        <p:spPr>
          <a:xfrm>
            <a:off x="266700" y="10077450"/>
            <a:ext cx="17192625" cy="180975"/>
          </a:xfrm>
          <a:prstGeom prst="rect">
            <a:avLst/>
          </a:prstGeom>
          <a:noFill/>
          <a:ln w="0">
            <a:noFill/>
            <a:prstDash val="solid"/>
          </a:ln>
        </p:spPr>
        <p:txBody>
          <a:bodyPr wrap="none" lIns="0" tIns="0" rIns="0" bIns="0" anchor="ctr">
            <a:noAutofit/>
          </a:bodyPr>
          <a:lstStyle>
            <a:defPPr algn="l">
              <a:defRPr sz="1200" b="0" lang="ko-KR">
                <a:solidFill>
                  <a:srgbClr val="50555B"/>
                </a:solidFill>
                <a:latin typeface="Calibri"/>
                <a:ea typeface="Calibri"/>
                <a:cs typeface="Calibri"/>
              </a:defRPr>
            </a:defPPr>
            <a:lvl1pPr algn="l">
              <a:defRPr sz="1200" b="0" lang="ko-KR">
                <a:solidFill>
                  <a:srgbClr val="50555B"/>
                </a:solidFill>
                <a:latin typeface="Calibri"/>
                <a:ea typeface="Calibri"/>
                <a:cs typeface="Calibri"/>
              </a:defRPr>
            </a:lvl1pPr>
            <a:lvl2pPr algn="l">
              <a:defRPr sz="1200" b="0" lang="ko-KR">
                <a:solidFill>
                  <a:srgbClr val="50555B"/>
                </a:solidFill>
                <a:latin typeface="Calibri"/>
                <a:ea typeface="Calibri"/>
                <a:cs typeface="Calibri"/>
              </a:defRPr>
            </a:lvl2pPr>
            <a:lvl3pPr algn="l">
              <a:defRPr sz="1200" b="0" lang="ko-KR">
                <a:solidFill>
                  <a:srgbClr val="50555B"/>
                </a:solidFill>
                <a:latin typeface="Calibri"/>
                <a:ea typeface="Calibri"/>
                <a:cs typeface="Calibri"/>
              </a:defRPr>
            </a:lvl3pPr>
            <a:lvl4pPr algn="l">
              <a:defRPr sz="1200" b="0" lang="ko-KR">
                <a:solidFill>
                  <a:srgbClr val="50555B"/>
                </a:solidFill>
                <a:latin typeface="Calibri"/>
                <a:ea typeface="Calibri"/>
                <a:cs typeface="Calibri"/>
              </a:defRPr>
            </a:lvl4pPr>
            <a:lvl5pPr algn="l">
              <a:defRPr sz="1200" b="0" lang="ko-KR">
                <a:solidFill>
                  <a:srgbClr val="50555B"/>
                </a:solidFill>
                <a:latin typeface="Calibri"/>
                <a:ea typeface="Calibri"/>
                <a:cs typeface="Calibri"/>
              </a:defRPr>
            </a:lvl5pPr>
            <a:lvl6pPr algn="l">
              <a:defRPr sz="1200" b="0" lang="ko-KR">
                <a:solidFill>
                  <a:srgbClr val="50555B"/>
                </a:solidFill>
                <a:latin typeface="Calibri"/>
                <a:ea typeface="Calibri"/>
                <a:cs typeface="Calibri"/>
              </a:defRPr>
            </a:lvl6pPr>
            <a:lvl7pPr algn="l">
              <a:defRPr sz="1200" b="0" lang="ko-KR">
                <a:solidFill>
                  <a:srgbClr val="50555B"/>
                </a:solidFill>
                <a:latin typeface="Calibri"/>
                <a:ea typeface="Calibri"/>
                <a:cs typeface="Calibri"/>
              </a:defRPr>
            </a:lvl7pPr>
            <a:lvl8pPr algn="l">
              <a:defRPr sz="1200" b="0" lang="ko-KR">
                <a:solidFill>
                  <a:srgbClr val="50555B"/>
                </a:solidFill>
                <a:latin typeface="Calibri"/>
                <a:ea typeface="Calibri"/>
                <a:cs typeface="Calibri"/>
              </a:defRPr>
            </a:lvl8pPr>
            <a:lvl9pPr algn="l">
              <a:defRPr sz="1200" b="0" lang="ko-KR">
                <a:solidFill>
                  <a:srgbClr val="50555B"/>
                </a:solidFill>
                <a:latin typeface="Calibri"/>
                <a:ea typeface="Calibri"/>
                <a:cs typeface="Calibri"/>
              </a:defRPr>
            </a:lvl9pPr>
          </a:lstStyle>
          <a:p>
            <a:pPr algn="l">
              <a:defRPr sz="1200" b="0" lang="ko-KR">
                <a:solidFill>
                  <a:srgbClr val="50555B"/>
                </a:solidFill>
                <a:latin typeface="Calibri"/>
                <a:ea typeface="Calibri"/>
                <a:cs typeface="Calibri"/>
              </a:defRPr>
            </a:pPr>
            <a:r>
              <a:rPr sz="1200" b="0" lang="ko-KR">
                <a:solidFill>
                  <a:srgbClr val="50555B"/>
                </a:solidFill>
                <a:latin typeface="Calibri"/>
                <a:ea typeface="Calibri"/>
                <a:cs typeface="Calibri"/>
              </a:rPr>
              <a:t>A열은 기존 정규화 관측 참고. 새 병렬 기본 B와의 재비교 미실행. 이전 순차 B 결과는 다음 장에 이력으로 보존.</a:t>
            </a:r>
            <a:endParaRPr lang="ko-KR">
              <a:latin typeface="Calibri"/>
              <a:ea typeface="Calibri"/>
              <a:cs typeface="Calibri"/>
            </a:endParaRPr>
          </a:p>
        </p:txBody>
      </p:sp>
    </p:spTree>
    <p:extLst>
      <p:ext uri="{BB962C8B-B14F-4D97-AF65-F5344CB8AC3E}">
        <p14:creationId val="806327515"/>
      </p:ext>
    </p:extLst>
  </p:cSld>
</p:sld>
</file>

<file path=ppt/slides/slide112.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24" name="DP3 object 187">
            <a:extLst>
              <a:ext uri="{FF2B5EF4-FFF2-40B4-BE49-F238E27FC236}">
                <ns2:creationId id="{600515F7-7E4F-46D9-86AB-81B13686F4A6}"/>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(기존 관측과 비교 범위)</a:t>
            </a:r>
            <a:endParaRPr lang="ko-KR">
              <a:latin typeface="Calibri"/>
              <a:ea typeface="Calibri"/>
              <a:cs typeface="Calibri"/>
            </a:endParaRPr>
          </a:p>
        </p:txBody>
      </p:sp>
      <p:sp>
        <p:nvSpPr>
          <p:cNvPr id="2" name="DP3 object 188">
            <a:extLst>
              <a:ext uri="{FF2B5EF4-FFF2-40B4-BE49-F238E27FC236}">
                <ns2:creationId id="{58A149BA-A298-47ED-9522-E416B80B63A7}"/>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189">
            <a:extLst>
              <a:ext uri="{FF2B5EF4-FFF2-40B4-BE49-F238E27FC236}">
                <ns2:creationId id="{33635554-144E-49FB-A4F3-D38448DBF954}"/>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190">
            <a:extLst>
              <a:ext uri="{FF2B5EF4-FFF2-40B4-BE49-F238E27FC236}">
                <ns2:creationId id="{F471EFB5-CF0C-4877-884A-5CC82EA89EEF}"/>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191">
            <a:extLst>
              <a:ext uri="{FF2B5EF4-FFF2-40B4-BE49-F238E27FC236}">
                <ns2:creationId id="{43591E30-D25F-42EA-982F-5F7E19590443}"/>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192">
            <a:extLst>
              <a:ext uri="{FF2B5EF4-FFF2-40B4-BE49-F238E27FC236}">
                <ns2:creationId id="{20998178-D2A4-44A0-8BA9-C95455251B10}"/>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193">
            <a:extLst>
              <a:ext uri="{FF2B5EF4-FFF2-40B4-BE49-F238E27FC236}">
                <ns2:creationId id="{9E4ABF91-F5F8-4078-9A8D-6137BDB2F5D7}"/>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194">
            <a:extLst>
              <a:ext uri="{FF2B5EF4-FFF2-40B4-BE49-F238E27FC236}">
                <ns2:creationId id="{748C02FA-A3B9-4661-A199-54C61672EFE2}"/>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195">
            <a:extLst>
              <a:ext uri="{FF2B5EF4-FFF2-40B4-BE49-F238E27FC236}">
                <ns2:creationId id="{E1DAC0DB-B6E1-40F9-A65E-027D82A96C8F}"/>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196">
            <a:extLst>
              <a:ext uri="{FF2B5EF4-FFF2-40B4-BE49-F238E27FC236}">
                <ns2:creationId id="{F4B766F1-FBBE-420F-8B2D-7A69961CD948}"/>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197">
            <a:extLst>
              <a:ext uri="{FF2B5EF4-FFF2-40B4-BE49-F238E27FC236}">
                <ns2:creationId id="{5471BE08-644E-48E9-AC53-E2C64EE7C805}"/>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198">
            <a:extLst>
              <a:ext uri="{FF2B5EF4-FFF2-40B4-BE49-F238E27FC236}">
                <ns2:creationId id="{5F531900-8449-4C74-BDE5-36886CA6BC60}"/>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199">
            <a:extLst>
              <a:ext uri="{FF2B5EF4-FFF2-40B4-BE49-F238E27FC236}">
                <ns2:creationId id="{D205B169-22D0-4A56-BB80-33DB2BB70EBC}"/>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12 / 17</a:t>
            </a:r>
            <a:endParaRPr lang="ko-KR">
              <a:latin typeface="Calibri"/>
              <a:ea typeface="Calibri"/>
              <a:cs typeface="Calibri"/>
            </a:endParaRPr>
          </a:p>
        </p:txBody>
      </p:sp>
      <p:sp>
        <p:nvSpPr>
          <p:cNvPr id="14" name="DP3 object 200">
            <a:extLst>
              <a:ext uri="{FF2B5EF4-FFF2-40B4-BE49-F238E27FC236}">
                <ns2:creationId id="{203D97B3-7D6C-4E44-A5B2-BA9C0B191FE4}"/>
              </a:ext>
            </a:extLst>
          </p:cNvPr>
          <p:cNvSpPr>
            <a:spLocks noGrp="1"/>
          </p:cNvSpPr>
          <p:nvPr/>
        </p:nvSpPr>
        <p:spPr>
          <a:xfrm>
            <a:off x="428625" y="1323975"/>
            <a:ext cx="17430750" cy="581025"/>
          </a:xfrm>
          <a:prstGeom prst="rect">
            <a:avLst/>
          </a:prstGeom>
          <a:noFill/>
          <a:ln w="0">
            <a:noFill/>
            <a:prstDash val="solid"/>
          </a:ln>
        </p:spPr>
        <p:txBody>
          <a:bodyPr wrap="none" lIns="0" tIns="0" rIns="0" bIns="0" anchor="ctr">
            <a:noAutofit/>
          </a:bodyPr>
          <a:lstStyle>
            <a:defPPr algn="l">
              <a:defRPr sz="2700" b="1" lang="ko-KR">
                <a:solidFill>
                  <a:srgbClr val="4676CB"/>
                </a:solidFill>
                <a:latin typeface="Calibri"/>
                <a:ea typeface="Calibri"/>
                <a:cs typeface="Calibri"/>
              </a:defRPr>
            </a:defPPr>
            <a:lvl1pPr algn="l">
              <a:defRPr sz="2700" b="1" lang="ko-KR">
                <a:solidFill>
                  <a:srgbClr val="4676CB"/>
                </a:solidFill>
                <a:latin typeface="Calibri"/>
                <a:ea typeface="Calibri"/>
                <a:cs typeface="Calibri"/>
              </a:defRPr>
            </a:lvl1pPr>
            <a:lvl2pPr algn="l">
              <a:defRPr sz="2700" b="1" lang="ko-KR">
                <a:solidFill>
                  <a:srgbClr val="4676CB"/>
                </a:solidFill>
                <a:latin typeface="Calibri"/>
                <a:ea typeface="Calibri"/>
                <a:cs typeface="Calibri"/>
              </a:defRPr>
            </a:lvl2pPr>
            <a:lvl3pPr algn="l">
              <a:defRPr sz="2700" b="1" lang="ko-KR">
                <a:solidFill>
                  <a:srgbClr val="4676CB"/>
                </a:solidFill>
                <a:latin typeface="Calibri"/>
                <a:ea typeface="Calibri"/>
                <a:cs typeface="Calibri"/>
              </a:defRPr>
            </a:lvl3pPr>
            <a:lvl4pPr algn="l">
              <a:defRPr sz="2700" b="1" lang="ko-KR">
                <a:solidFill>
                  <a:srgbClr val="4676CB"/>
                </a:solidFill>
                <a:latin typeface="Calibri"/>
                <a:ea typeface="Calibri"/>
                <a:cs typeface="Calibri"/>
              </a:defRPr>
            </a:lvl4pPr>
            <a:lvl5pPr algn="l">
              <a:defRPr sz="2700" b="1" lang="ko-KR">
                <a:solidFill>
                  <a:srgbClr val="4676CB"/>
                </a:solidFill>
                <a:latin typeface="Calibri"/>
                <a:ea typeface="Calibri"/>
                <a:cs typeface="Calibri"/>
              </a:defRPr>
            </a:lvl5pPr>
            <a:lvl6pPr algn="l">
              <a:defRPr sz="2700" b="1" lang="ko-KR">
                <a:solidFill>
                  <a:srgbClr val="4676CB"/>
                </a:solidFill>
                <a:latin typeface="Calibri"/>
                <a:ea typeface="Calibri"/>
                <a:cs typeface="Calibri"/>
              </a:defRPr>
            </a:lvl6pPr>
            <a:lvl7pPr algn="l">
              <a:defRPr sz="2700" b="1" lang="ko-KR">
                <a:solidFill>
                  <a:srgbClr val="4676CB"/>
                </a:solidFill>
                <a:latin typeface="Calibri"/>
                <a:ea typeface="Calibri"/>
                <a:cs typeface="Calibri"/>
              </a:defRPr>
            </a:lvl7pPr>
            <a:lvl8pPr algn="l">
              <a:defRPr sz="2700" b="1" lang="ko-KR">
                <a:solidFill>
                  <a:srgbClr val="4676CB"/>
                </a:solidFill>
                <a:latin typeface="Calibri"/>
                <a:ea typeface="Calibri"/>
                <a:cs typeface="Calibri"/>
              </a:defRPr>
            </a:lvl8pPr>
            <a:lvl9pPr algn="l">
              <a:defRPr sz="2700" b="1" lang="ko-KR">
                <a:solidFill>
                  <a:srgbClr val="4676CB"/>
                </a:solidFill>
                <a:latin typeface="Calibri"/>
                <a:ea typeface="Calibri"/>
                <a:cs typeface="Calibri"/>
              </a:defRPr>
            </a:lvl9pPr>
          </a:lstStyle>
          <a:p>
            <a:pPr algn="l">
              <a:defRPr sz="2700" b="1" lang="ko-KR">
                <a:solidFill>
                  <a:srgbClr val="4676CB"/>
                </a:solidFill>
                <a:latin typeface="Calibri"/>
                <a:ea typeface="Calibri"/>
                <a:cs typeface="Calibri"/>
              </a:defRPr>
            </a:pPr>
            <a:r>
              <a:rPr sz="2700" b="1" lang="ko-KR">
                <a:solidFill>
                  <a:srgbClr val="4676CB"/>
                </a:solidFill>
                <a:latin typeface="Calibri"/>
                <a:ea typeface="Calibri"/>
                <a:cs typeface="Calibri"/>
              </a:rPr>
              <a:t>병렬 기본 B로 설계를 정정한다. 기존 순차 실측으로 새 A/B 승자를 정하지 않는다.</a:t>
            </a:r>
            <a:endParaRPr lang="ko-KR">
              <a:latin typeface="Calibri"/>
              <a:ea typeface="Calibri"/>
              <a:cs typeface="Calibri"/>
            </a:endParaRPr>
          </a:p>
        </p:txBody>
      </p:sp>
      <p:sp>
        <p:nvSpPr>
          <p:cNvPr id="15" name="DP3 object 201">
            <a:extLst>
              <a:ext uri="{FF2B5EF4-FFF2-40B4-BE49-F238E27FC236}">
                <ns2:creationId id="{A3E8E192-5058-4D38-A64E-4013C91C0973}"/>
              </a:ext>
            </a:extLst>
          </p:cNvPr>
          <p:cNvSpPr>
            <a:spLocks noGrp="1"/>
          </p:cNvSpPr>
          <p:nvPr/>
        </p:nvSpPr>
        <p:spPr>
          <a:xfrm>
            <a:off x="619125" y="21526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이전 정규화 비교 — 당시 실행한 A와 순차 B의 이력</a:t>
            </a:r>
            <a:endParaRPr lang="ko-KR">
              <a:latin typeface="Calibri"/>
              <a:ea typeface="Calibri"/>
              <a:cs typeface="Calibri"/>
            </a:endParaRPr>
          </a:p>
        </p:txBody>
      </p:sp>
      <p:graphicFrame>
        <p:nvGraphicFramePr>
          <p:cNvPr id="16" name="">
            <a:extLst>
              <a:ext uri="{FF2B5EF4-FFF2-40B4-BE49-F238E27FC236}">
                <ns2:creationId id="{E848173C-52C8-436B-AAE0-824B5869B2EF}"/>
              </a:ext>
            </a:extLst>
          </p:cNvPr>
          <p:cNvGraphicFramePr/>
          <p:nvPr/>
        </p:nvGraphicFramePr>
        <p:xfrm>
          <a:off x="619125" y="2724150"/>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A 공동 판단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7.716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9.646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15 / 0.0254572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 생산</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18.774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25.033 (9/12)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42 / 0.0650212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7" name="DP3 object 202">
            <a:extLst>
              <a:ext uri="{FF2B5EF4-FFF2-40B4-BE49-F238E27FC236}">
                <ns2:creationId id="{049117DB-0967-440D-88ED-F8D97D583A79}"/>
              </a:ext>
            </a:extLst>
          </p:cNvPr>
          <p:cNvSpPr>
            <a:spLocks noGrp="1"/>
          </p:cNvSpPr>
          <p:nvPr/>
        </p:nvSpPr>
        <p:spPr>
          <a:xfrm>
            <a:off x="619125" y="4819650"/>
            <a:ext cx="17049750" cy="381000"/>
          </a:xfrm>
          <a:prstGeom prst="rect">
            <a:avLst/>
          </a:prstGeom>
          <a:noFill/>
          <a:ln w="0">
            <a:noFill/>
            <a:prstDash val="solid"/>
          </a:ln>
        </p:spPr>
        <p:txBody>
          <a:bodyPr wrap="none" lIns="0" tIns="0" rIns="0" bIns="0" anchor="ctr">
            <a:noAutofit/>
          </a:bodyPr>
          <a:lstStyle>
            <a:defPPr algn="l">
              <a:defRPr sz="1900" b="0" lang="ko-KR">
                <a:solidFill>
                  <a:srgbClr val="C00000"/>
                </a:solidFill>
                <a:latin typeface="Calibri"/>
                <a:ea typeface="Calibri"/>
                <a:cs typeface="Calibri"/>
              </a:defRPr>
            </a:defPPr>
            <a:lvl1pPr algn="l">
              <a:defRPr sz="1900" b="0" lang="ko-KR">
                <a:solidFill>
                  <a:srgbClr val="C00000"/>
                </a:solidFill>
                <a:latin typeface="Calibri"/>
                <a:ea typeface="Calibri"/>
                <a:cs typeface="Calibri"/>
              </a:defRPr>
            </a:lvl1pPr>
            <a:lvl2pPr algn="l">
              <a:defRPr sz="1900" b="0" lang="ko-KR">
                <a:solidFill>
                  <a:srgbClr val="C00000"/>
                </a:solidFill>
                <a:latin typeface="Calibri"/>
                <a:ea typeface="Calibri"/>
                <a:cs typeface="Calibri"/>
              </a:defRPr>
            </a:lvl2pPr>
            <a:lvl3pPr algn="l">
              <a:defRPr sz="1900" b="0" lang="ko-KR">
                <a:solidFill>
                  <a:srgbClr val="C00000"/>
                </a:solidFill>
                <a:latin typeface="Calibri"/>
                <a:ea typeface="Calibri"/>
                <a:cs typeface="Calibri"/>
              </a:defRPr>
            </a:lvl3pPr>
            <a:lvl4pPr algn="l">
              <a:defRPr sz="1900" b="0" lang="ko-KR">
                <a:solidFill>
                  <a:srgbClr val="C00000"/>
                </a:solidFill>
                <a:latin typeface="Calibri"/>
                <a:ea typeface="Calibri"/>
                <a:cs typeface="Calibri"/>
              </a:defRPr>
            </a:lvl4pPr>
            <a:lvl5pPr algn="l">
              <a:defRPr sz="1900" b="0" lang="ko-KR">
                <a:solidFill>
                  <a:srgbClr val="C00000"/>
                </a:solidFill>
                <a:latin typeface="Calibri"/>
                <a:ea typeface="Calibri"/>
                <a:cs typeface="Calibri"/>
              </a:defRPr>
            </a:lvl5pPr>
            <a:lvl6pPr algn="l">
              <a:defRPr sz="1900" b="0" lang="ko-KR">
                <a:solidFill>
                  <a:srgbClr val="C00000"/>
                </a:solidFill>
                <a:latin typeface="Calibri"/>
                <a:ea typeface="Calibri"/>
                <a:cs typeface="Calibri"/>
              </a:defRPr>
            </a:lvl6pPr>
            <a:lvl7pPr algn="l">
              <a:defRPr sz="1900" b="0" lang="ko-KR">
                <a:solidFill>
                  <a:srgbClr val="C00000"/>
                </a:solidFill>
                <a:latin typeface="Calibri"/>
                <a:ea typeface="Calibri"/>
                <a:cs typeface="Calibri"/>
              </a:defRPr>
            </a:lvl7pPr>
            <a:lvl8pPr algn="l">
              <a:defRPr sz="1900" b="0" lang="ko-KR">
                <a:solidFill>
                  <a:srgbClr val="C00000"/>
                </a:solidFill>
                <a:latin typeface="Calibri"/>
                <a:ea typeface="Calibri"/>
                <a:cs typeface="Calibri"/>
              </a:defRPr>
            </a:lvl8pPr>
            <a:lvl9pPr algn="l">
              <a:defRPr sz="1900" b="0" lang="ko-KR">
                <a:solidFill>
                  <a:srgbClr val="C00000"/>
                </a:solidFill>
                <a:latin typeface="Calibri"/>
                <a:ea typeface="Calibri"/>
                <a:cs typeface="Calibri"/>
              </a:defRPr>
            </a:lvl9pPr>
          </a:lstStyle>
          <a:p>
            <a:pPr algn="l">
              <a:defRPr sz="1900" b="0" lang="ko-KR">
                <a:solidFill>
                  <a:srgbClr val="C00000"/>
                </a:solidFill>
                <a:latin typeface="Calibri"/>
                <a:ea typeface="Calibri"/>
                <a:cs typeface="Calibri"/>
              </a:defRPr>
            </a:pPr>
            <a:r>
              <a:rPr sz="1900" b="0" lang="ko-KR">
                <a:solidFill>
                  <a:srgbClr val="C00000"/>
                </a:solidFill>
                <a:latin typeface="Calibri"/>
                <a:ea typeface="Calibri"/>
                <a:cs typeface="Calibri"/>
              </a:rPr>
              <a:t>B의 밀집 화면 3회 미완료 유지. 정답 대상 ID를 제안했어도 공간 근거가 지시점을 포함하지 못했다.</a:t>
            </a:r>
            <a:endParaRPr lang="ko-KR">
              <a:latin typeface="Calibri"/>
              <a:ea typeface="Calibri"/>
              <a:cs typeface="Calibri"/>
            </a:endParaRPr>
          </a:p>
        </p:txBody>
      </p:sp>
      <p:sp>
        <p:nvSpPr>
          <p:cNvPr id="18" name="DP3 object 203">
            <a:extLst>
              <a:ext uri="{FF2B5EF4-FFF2-40B4-BE49-F238E27FC236}">
                <ns2:creationId id="{6D2E64BA-E548-48A0-B20D-4A92B10B131E}"/>
              </a:ext>
            </a:extLst>
          </p:cNvPr>
          <p:cNvSpPr>
            <a:spLocks noGrp="1"/>
          </p:cNvSpPr>
          <p:nvPr/>
        </p:nvSpPr>
        <p:spPr>
          <a:xfrm>
            <a:off x="619125" y="5467350"/>
            <a:ext cx="17049750" cy="438150"/>
          </a:xfrm>
          <a:prstGeom prst="rect">
            <a:avLst/>
          </a:prstGeom>
          <a:noFill/>
          <a:ln w="0">
            <a:noFill/>
            <a:prstDash val="solid"/>
          </a:ln>
        </p:spPr>
        <p:txBody>
          <a:bodyPr wrap="none" lIns="0" tIns="0" rIns="0" bIns="0" anchor="ctr">
            <a:noAutofit/>
          </a:bodyPr>
          <a:lstStyle>
            <a:defPPr algn="l">
              <a:defRPr sz="2400" b="1" lang="ko-KR">
                <a:solidFill>
                  <a:srgbClr val="111111"/>
                </a:solidFill>
                <a:latin typeface="Calibri"/>
                <a:ea typeface="Calibri"/>
                <a:cs typeface="Calibri"/>
              </a:defRPr>
            </a:defPPr>
            <a:lvl1pPr algn="l">
              <a:defRPr sz="2400" b="1" lang="ko-KR">
                <a:solidFill>
                  <a:srgbClr val="111111"/>
                </a:solidFill>
                <a:latin typeface="Calibri"/>
                <a:ea typeface="Calibri"/>
                <a:cs typeface="Calibri"/>
              </a:defRPr>
            </a:lvl1pPr>
            <a:lvl2pPr algn="l">
              <a:defRPr sz="2400" b="1" lang="ko-KR">
                <a:solidFill>
                  <a:srgbClr val="111111"/>
                </a:solidFill>
                <a:latin typeface="Calibri"/>
                <a:ea typeface="Calibri"/>
                <a:cs typeface="Calibri"/>
              </a:defRPr>
            </a:lvl2pPr>
            <a:lvl3pPr algn="l">
              <a:defRPr sz="2400" b="1" lang="ko-KR">
                <a:solidFill>
                  <a:srgbClr val="111111"/>
                </a:solidFill>
                <a:latin typeface="Calibri"/>
                <a:ea typeface="Calibri"/>
                <a:cs typeface="Calibri"/>
              </a:defRPr>
            </a:lvl3pPr>
            <a:lvl4pPr algn="l">
              <a:defRPr sz="2400" b="1" lang="ko-KR">
                <a:solidFill>
                  <a:srgbClr val="111111"/>
                </a:solidFill>
                <a:latin typeface="Calibri"/>
                <a:ea typeface="Calibri"/>
                <a:cs typeface="Calibri"/>
              </a:defRPr>
            </a:lvl4pPr>
            <a:lvl5pPr algn="l">
              <a:defRPr sz="2400" b="1" lang="ko-KR">
                <a:solidFill>
                  <a:srgbClr val="111111"/>
                </a:solidFill>
                <a:latin typeface="Calibri"/>
                <a:ea typeface="Calibri"/>
                <a:cs typeface="Calibri"/>
              </a:defRPr>
            </a:lvl5pPr>
            <a:lvl6pPr algn="l">
              <a:defRPr sz="2400" b="1" lang="ko-KR">
                <a:solidFill>
                  <a:srgbClr val="111111"/>
                </a:solidFill>
                <a:latin typeface="Calibri"/>
                <a:ea typeface="Calibri"/>
                <a:cs typeface="Calibri"/>
              </a:defRPr>
            </a:lvl6pPr>
            <a:lvl7pPr algn="l">
              <a:defRPr sz="2400" b="1" lang="ko-KR">
                <a:solidFill>
                  <a:srgbClr val="111111"/>
                </a:solidFill>
                <a:latin typeface="Calibri"/>
                <a:ea typeface="Calibri"/>
                <a:cs typeface="Calibri"/>
              </a:defRPr>
            </a:lvl7pPr>
            <a:lvl8pPr algn="l">
              <a:defRPr sz="2400" b="1" lang="ko-KR">
                <a:solidFill>
                  <a:srgbClr val="111111"/>
                </a:solidFill>
                <a:latin typeface="Calibri"/>
                <a:ea typeface="Calibri"/>
                <a:cs typeface="Calibri"/>
              </a:defRPr>
            </a:lvl8pPr>
            <a:lvl9pPr algn="l">
              <a:defRPr sz="2400" b="1" lang="ko-KR">
                <a:solidFill>
                  <a:srgbClr val="111111"/>
                </a:solidFill>
                <a:latin typeface="Calibri"/>
                <a:ea typeface="Calibri"/>
                <a:cs typeface="Calibri"/>
              </a:defRPr>
            </a:lvl9pPr>
          </a:lstStyle>
          <a:p>
            <a:pPr algn="l">
              <a:defRPr sz="2400" b="1" lang="ko-KR">
                <a:solidFill>
                  <a:srgbClr val="111111"/>
                </a:solidFill>
                <a:latin typeface="Calibri"/>
                <a:ea typeface="Calibri"/>
                <a:cs typeface="Calibri"/>
              </a:defRPr>
            </a:pPr>
            <a:r>
              <a:rPr sz="2400" b="1" lang="ko-KR">
                <a:solidFill>
                  <a:srgbClr val="111111"/>
                </a:solidFill>
                <a:latin typeface="Calibri"/>
                <a:ea typeface="Calibri"/>
                <a:cs typeface="Calibri"/>
              </a:rPr>
              <a:t>별도 pixel 비교 — 이전 B4는 독립 병렬 생산을 실제 실행한 구성</a:t>
            </a:r>
            <a:endParaRPr lang="ko-KR">
              <a:latin typeface="Calibri"/>
              <a:ea typeface="Calibri"/>
              <a:cs typeface="Calibri"/>
            </a:endParaRPr>
          </a:p>
        </p:txBody>
      </p:sp>
      <p:graphicFrame>
        <p:nvGraphicFramePr>
          <p:cNvPr id="19" name="">
            <a:extLst>
              <a:ext uri="{FF2B5EF4-FFF2-40B4-BE49-F238E27FC236}">
                <ns2:creationId id="{9FD59B85-6713-4BD2-829B-1558BD8A2B72}"/>
              </a:ext>
            </a:extLst>
          </p:cNvPr>
          <p:cNvGraphicFramePr/>
          <p:nvPr/>
        </p:nvGraphicFramePr>
        <p:xfrm>
          <a:off x="619125" y="6048375"/>
          <a:ext cx="17383125" cy="1924050"/>
        </p:xfrm>
        <a:graphic>
          <a:graphicData uri="http://schemas.openxmlformats.org/drawingml/2006/table">
            <a:tbl>
              <a:tblPr firstRow="0" bandRow="0" bandCol="0"/>
              <a:tblGrid>
                <a:gridCol w="3333750"/>
                <a:gridCol w="3619500"/>
                <a:gridCol w="3333750"/>
                <a:gridCol w="3714750"/>
                <a:gridCol w="3381375"/>
              </a:tblGrid>
              <a:tr h="476250">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구성</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첫 응답 초 (관측/15)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지칭 집합 (정답/24)</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VIA 처리 초 (완료/12)</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호출 / 비용 USD</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 순차</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18.922 (14/15)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22.622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38 / 0.0446804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23900">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이전 B4 병렬</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13.881 (13/15)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20/24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17.604 (11/12)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2000" lang="ko-KR">
                          <a:solidFill>
                            <a:srgbClr val="111111"/>
                          </a:solidFill>
                          <a:latin typeface="Calibri"/>
                          <a:ea typeface="Calibri"/>
                          <a:cs typeface="Calibri"/>
                        </a:rPr>
                        <a:t>40 / 0.0459164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0" name="DP3 object 204">
            <a:extLst>
              <a:ext uri="{FF2B5EF4-FFF2-40B4-BE49-F238E27FC236}">
                <ns2:creationId id="{C82C2AB7-F2DC-44D2-B2EE-63AB42BAE434}"/>
              </a:ext>
            </a:extLst>
          </p:cNvPr>
          <p:cNvSpPr>
            <a:spLocks noGrp="1"/>
          </p:cNvSpPr>
          <p:nvPr/>
        </p:nvSpPr>
        <p:spPr>
          <a:xfrm>
            <a:off x="619125" y="8105775"/>
            <a:ext cx="17049750" cy="390525"/>
          </a:xfrm>
          <a:prstGeom prst="rect">
            <a:avLst/>
          </a:prstGeom>
          <a:noFill/>
          <a:ln w="0">
            <a:noFill/>
            <a:prstDash val="solid"/>
          </a:ln>
        </p:spPr>
        <p:txBody>
          <a:bodyPr wrap="none" lIns="0" tIns="0" rIns="0" bIns="0" anchor="ctr">
            <a:noAutofit/>
          </a:bodyPr>
          <a:lstStyle>
            <a:defPPr algn="l">
              <a:defRPr sz="1900" b="0" lang="ko-KR">
                <a:solidFill>
                  <a:srgbClr val="50555B"/>
                </a:solidFill>
                <a:latin typeface="Calibri"/>
                <a:ea typeface="Calibri"/>
                <a:cs typeface="Calibri"/>
              </a:defRPr>
            </a:defPPr>
            <a:lvl1pPr algn="l">
              <a:defRPr sz="1900" b="0" lang="ko-KR">
                <a:solidFill>
                  <a:srgbClr val="50555B"/>
                </a:solidFill>
                <a:latin typeface="Calibri"/>
                <a:ea typeface="Calibri"/>
                <a:cs typeface="Calibri"/>
              </a:defRPr>
            </a:lvl1pPr>
            <a:lvl2pPr algn="l">
              <a:defRPr sz="1900" b="0" lang="ko-KR">
                <a:solidFill>
                  <a:srgbClr val="50555B"/>
                </a:solidFill>
                <a:latin typeface="Calibri"/>
                <a:ea typeface="Calibri"/>
                <a:cs typeface="Calibri"/>
              </a:defRPr>
            </a:lvl2pPr>
            <a:lvl3pPr algn="l">
              <a:defRPr sz="1900" b="0" lang="ko-KR">
                <a:solidFill>
                  <a:srgbClr val="50555B"/>
                </a:solidFill>
                <a:latin typeface="Calibri"/>
                <a:ea typeface="Calibri"/>
                <a:cs typeface="Calibri"/>
              </a:defRPr>
            </a:lvl3pPr>
            <a:lvl4pPr algn="l">
              <a:defRPr sz="1900" b="0" lang="ko-KR">
                <a:solidFill>
                  <a:srgbClr val="50555B"/>
                </a:solidFill>
                <a:latin typeface="Calibri"/>
                <a:ea typeface="Calibri"/>
                <a:cs typeface="Calibri"/>
              </a:defRPr>
            </a:lvl4pPr>
            <a:lvl5pPr algn="l">
              <a:defRPr sz="1900" b="0" lang="ko-KR">
                <a:solidFill>
                  <a:srgbClr val="50555B"/>
                </a:solidFill>
                <a:latin typeface="Calibri"/>
                <a:ea typeface="Calibri"/>
                <a:cs typeface="Calibri"/>
              </a:defRPr>
            </a:lvl5pPr>
            <a:lvl6pPr algn="l">
              <a:defRPr sz="1900" b="0" lang="ko-KR">
                <a:solidFill>
                  <a:srgbClr val="50555B"/>
                </a:solidFill>
                <a:latin typeface="Calibri"/>
                <a:ea typeface="Calibri"/>
                <a:cs typeface="Calibri"/>
              </a:defRPr>
            </a:lvl6pPr>
            <a:lvl7pPr algn="l">
              <a:defRPr sz="1900" b="0" lang="ko-KR">
                <a:solidFill>
                  <a:srgbClr val="50555B"/>
                </a:solidFill>
                <a:latin typeface="Calibri"/>
                <a:ea typeface="Calibri"/>
                <a:cs typeface="Calibri"/>
              </a:defRPr>
            </a:lvl7pPr>
            <a:lvl8pPr algn="l">
              <a:defRPr sz="1900" b="0" lang="ko-KR">
                <a:solidFill>
                  <a:srgbClr val="50555B"/>
                </a:solidFill>
                <a:latin typeface="Calibri"/>
                <a:ea typeface="Calibri"/>
                <a:cs typeface="Calibri"/>
              </a:defRPr>
            </a:lvl8pPr>
            <a:lvl9pPr algn="l">
              <a:defRPr sz="1900" b="0" lang="ko-KR">
                <a:solidFill>
                  <a:srgbClr val="50555B"/>
                </a:solidFill>
                <a:latin typeface="Calibri"/>
                <a:ea typeface="Calibri"/>
                <a:cs typeface="Calibri"/>
              </a:defRPr>
            </a:lvl9pPr>
          </a:lstStyle>
          <a:p>
            <a:pPr algn="l">
              <a:defRPr sz="1900" b="0" lang="ko-KR">
                <a:solidFill>
                  <a:srgbClr val="50555B"/>
                </a:solidFill>
                <a:latin typeface="Calibri"/>
                <a:ea typeface="Calibri"/>
                <a:cs typeface="Calibri"/>
              </a:defRPr>
            </a:pPr>
            <a:r>
              <a:rPr sz="1900" b="0" lang="ko-KR">
                <a:solidFill>
                  <a:srgbClr val="50555B"/>
                </a:solidFill>
                <a:latin typeface="Calibri"/>
                <a:ea typeface="Calibri"/>
                <a:cs typeface="Calibri"/>
              </a:rPr>
              <a:t>병렬은 독립 대기를 겹친다. 두 구성 모두 미완료가 있어 위 성공 평균으로 전체 속도 우위를 확정하지 않는다.</a:t>
            </a:r>
            <a:endParaRPr lang="ko-KR">
              <a:latin typeface="Calibri"/>
              <a:ea typeface="Calibri"/>
              <a:cs typeface="Calibri"/>
            </a:endParaRPr>
          </a:p>
        </p:txBody>
      </p:sp>
      <p:sp>
        <p:nvSpPr>
          <p:cNvPr id="21" name="DP3 object 205">
            <a:extLst>
              <a:ext uri="{FF2B5EF4-FFF2-40B4-BE49-F238E27FC236}">
                <ns2:creationId id="{1EC81A4C-434D-4FD8-82B2-2E31AAFA80C7}"/>
              </a:ext>
            </a:extLst>
          </p:cNvPr>
          <p:cNvSpPr>
            <a:spLocks noGrp="1"/>
          </p:cNvSpPr>
          <p:nvPr/>
        </p:nvSpPr>
        <p:spPr>
          <a:xfrm>
            <a:off x="619125" y="8848725"/>
            <a:ext cx="2381250" cy="466725"/>
          </a:xfrm>
          <a:prstGeom prst="rect">
            <a:avLst/>
          </a:prstGeom>
          <a:noFill/>
          <a:ln w="0">
            <a:noFill/>
            <a:prstDash val="solid"/>
          </a:ln>
        </p:spPr>
        <p:txBody>
          <a:bodyPr wrap="none" lIns="0" tIns="0" rIns="0" bIns="0" anchor="ctr">
            <a:noAutofit/>
          </a:bodyPr>
          <a:lstStyle>
            <a:defPPr algn="l">
              <a:defRPr sz="2400" b="1" lang="ko-KR">
                <a:solidFill>
                  <a:srgbClr val="4676CB"/>
                </a:solidFill>
                <a:latin typeface="Calibri"/>
                <a:ea typeface="Calibri"/>
                <a:cs typeface="Calibri"/>
              </a:defRPr>
            </a:defPPr>
            <a:lvl1pPr algn="l">
              <a:defRPr sz="2400" b="1" lang="ko-KR">
                <a:solidFill>
                  <a:srgbClr val="4676CB"/>
                </a:solidFill>
                <a:latin typeface="Calibri"/>
                <a:ea typeface="Calibri"/>
                <a:cs typeface="Calibri"/>
              </a:defRPr>
            </a:lvl1pPr>
            <a:lvl2pPr algn="l">
              <a:defRPr sz="2400" b="1" lang="ko-KR">
                <a:solidFill>
                  <a:srgbClr val="4676CB"/>
                </a:solidFill>
                <a:latin typeface="Calibri"/>
                <a:ea typeface="Calibri"/>
                <a:cs typeface="Calibri"/>
              </a:defRPr>
            </a:lvl2pPr>
            <a:lvl3pPr algn="l">
              <a:defRPr sz="2400" b="1" lang="ko-KR">
                <a:solidFill>
                  <a:srgbClr val="4676CB"/>
                </a:solidFill>
                <a:latin typeface="Calibri"/>
                <a:ea typeface="Calibri"/>
                <a:cs typeface="Calibri"/>
              </a:defRPr>
            </a:lvl3pPr>
            <a:lvl4pPr algn="l">
              <a:defRPr sz="2400" b="1" lang="ko-KR">
                <a:solidFill>
                  <a:srgbClr val="4676CB"/>
                </a:solidFill>
                <a:latin typeface="Calibri"/>
                <a:ea typeface="Calibri"/>
                <a:cs typeface="Calibri"/>
              </a:defRPr>
            </a:lvl4pPr>
            <a:lvl5pPr algn="l">
              <a:defRPr sz="2400" b="1" lang="ko-KR">
                <a:solidFill>
                  <a:srgbClr val="4676CB"/>
                </a:solidFill>
                <a:latin typeface="Calibri"/>
                <a:ea typeface="Calibri"/>
                <a:cs typeface="Calibri"/>
              </a:defRPr>
            </a:lvl5pPr>
            <a:lvl6pPr algn="l">
              <a:defRPr sz="2400" b="1" lang="ko-KR">
                <a:solidFill>
                  <a:srgbClr val="4676CB"/>
                </a:solidFill>
                <a:latin typeface="Calibri"/>
                <a:ea typeface="Calibri"/>
                <a:cs typeface="Calibri"/>
              </a:defRPr>
            </a:lvl6pPr>
            <a:lvl7pPr algn="l">
              <a:defRPr sz="2400" b="1" lang="ko-KR">
                <a:solidFill>
                  <a:srgbClr val="4676CB"/>
                </a:solidFill>
                <a:latin typeface="Calibri"/>
                <a:ea typeface="Calibri"/>
                <a:cs typeface="Calibri"/>
              </a:defRPr>
            </a:lvl7pPr>
            <a:lvl8pPr algn="l">
              <a:defRPr sz="2400" b="1" lang="ko-KR">
                <a:solidFill>
                  <a:srgbClr val="4676CB"/>
                </a:solidFill>
                <a:latin typeface="Calibri"/>
                <a:ea typeface="Calibri"/>
                <a:cs typeface="Calibri"/>
              </a:defRPr>
            </a:lvl8pPr>
            <a:lvl9pPr algn="l">
              <a:defRPr sz="2400" b="1" lang="ko-KR">
                <a:solidFill>
                  <a:srgbClr val="4676CB"/>
                </a:solidFill>
                <a:latin typeface="Calibri"/>
                <a:ea typeface="Calibri"/>
                <a:cs typeface="Calibri"/>
              </a:defRPr>
            </a:lvl9pPr>
          </a:lstStyle>
          <a:p>
            <a:pPr algn="l">
              <a:defRPr sz="2400" b="1" lang="ko-KR">
                <a:solidFill>
                  <a:srgbClr val="4676CB"/>
                </a:solidFill>
                <a:latin typeface="Calibri"/>
                <a:ea typeface="Calibri"/>
                <a:cs typeface="Calibri"/>
              </a:defRPr>
            </a:pPr>
            <a:r>
              <a:rPr sz="2400" b="1" lang="ko-KR">
                <a:solidFill>
                  <a:srgbClr val="4676CB"/>
                </a:solidFill>
                <a:latin typeface="Calibri"/>
                <a:ea typeface="Calibri"/>
                <a:cs typeface="Calibri"/>
              </a:rPr>
              <a:t>현재 판단</a:t>
            </a:r>
            <a:endParaRPr lang="ko-KR">
              <a:latin typeface="Calibri"/>
              <a:ea typeface="Calibri"/>
              <a:cs typeface="Calibri"/>
            </a:endParaRPr>
          </a:p>
        </p:txBody>
      </p:sp>
      <p:sp>
        <p:nvSpPr>
          <p:cNvPr id="22" name="DP3 object 206">
            <a:extLst>
              <a:ext uri="{FF2B5EF4-FFF2-40B4-BE49-F238E27FC236}">
                <ns2:creationId id="{6F77881D-0667-4062-A0A3-E8AC41E17E17}"/>
              </a:ext>
            </a:extLst>
          </p:cNvPr>
          <p:cNvSpPr>
            <a:spLocks noGrp="1"/>
          </p:cNvSpPr>
          <p:nvPr/>
        </p:nvSpPr>
        <p:spPr>
          <a:xfrm>
            <a:off x="3048000" y="8848725"/>
            <a:ext cx="14287500" cy="466725"/>
          </a:xfrm>
          <a:prstGeom prst="rect">
            <a:avLst/>
          </a:prstGeom>
          <a:noFill/>
          <a:ln w="0">
            <a:noFill/>
            <a:prstDash val="solid"/>
          </a:ln>
        </p:spPr>
        <p:txBody>
          <a:bodyPr wrap="none" lIns="0" tIns="0" rIns="0" bIns="0" anchor="ctr">
            <a:noAutofit/>
          </a:bodyPr>
          <a:lstStyle>
            <a:defPPr algn="l">
              <a:defRPr sz="2300" b="1" lang="ko-KR">
                <a:solidFill>
                  <a:srgbClr val="111111"/>
                </a:solidFill>
                <a:latin typeface="Calibri"/>
                <a:ea typeface="Calibri"/>
                <a:cs typeface="Calibri"/>
              </a:defRPr>
            </a:defPPr>
            <a:lvl1pPr algn="l">
              <a:defRPr sz="2300" b="1" lang="ko-KR">
                <a:solidFill>
                  <a:srgbClr val="111111"/>
                </a:solidFill>
                <a:latin typeface="Calibri"/>
                <a:ea typeface="Calibri"/>
                <a:cs typeface="Calibri"/>
              </a:defRPr>
            </a:lvl1pPr>
            <a:lvl2pPr algn="l">
              <a:defRPr sz="2300" b="1" lang="ko-KR">
                <a:solidFill>
                  <a:srgbClr val="111111"/>
                </a:solidFill>
                <a:latin typeface="Calibri"/>
                <a:ea typeface="Calibri"/>
                <a:cs typeface="Calibri"/>
              </a:defRPr>
            </a:lvl2pPr>
            <a:lvl3pPr algn="l">
              <a:defRPr sz="2300" b="1" lang="ko-KR">
                <a:solidFill>
                  <a:srgbClr val="111111"/>
                </a:solidFill>
                <a:latin typeface="Calibri"/>
                <a:ea typeface="Calibri"/>
                <a:cs typeface="Calibri"/>
              </a:defRPr>
            </a:lvl3pPr>
            <a:lvl4pPr algn="l">
              <a:defRPr sz="2300" b="1" lang="ko-KR">
                <a:solidFill>
                  <a:srgbClr val="111111"/>
                </a:solidFill>
                <a:latin typeface="Calibri"/>
                <a:ea typeface="Calibri"/>
                <a:cs typeface="Calibri"/>
              </a:defRPr>
            </a:lvl4pPr>
            <a:lvl5pPr algn="l">
              <a:defRPr sz="2300" b="1" lang="ko-KR">
                <a:solidFill>
                  <a:srgbClr val="111111"/>
                </a:solidFill>
                <a:latin typeface="Calibri"/>
                <a:ea typeface="Calibri"/>
                <a:cs typeface="Calibri"/>
              </a:defRPr>
            </a:lvl5pPr>
            <a:lvl6pPr algn="l">
              <a:defRPr sz="2300" b="1" lang="ko-KR">
                <a:solidFill>
                  <a:srgbClr val="111111"/>
                </a:solidFill>
                <a:latin typeface="Calibri"/>
                <a:ea typeface="Calibri"/>
                <a:cs typeface="Calibri"/>
              </a:defRPr>
            </a:lvl6pPr>
            <a:lvl7pPr algn="l">
              <a:defRPr sz="2300" b="1" lang="ko-KR">
                <a:solidFill>
                  <a:srgbClr val="111111"/>
                </a:solidFill>
                <a:latin typeface="Calibri"/>
                <a:ea typeface="Calibri"/>
                <a:cs typeface="Calibri"/>
              </a:defRPr>
            </a:lvl7pPr>
            <a:lvl8pPr algn="l">
              <a:defRPr sz="2300" b="1" lang="ko-KR">
                <a:solidFill>
                  <a:srgbClr val="111111"/>
                </a:solidFill>
                <a:latin typeface="Calibri"/>
                <a:ea typeface="Calibri"/>
                <a:cs typeface="Calibri"/>
              </a:defRPr>
            </a:lvl8pPr>
            <a:lvl9pPr algn="l">
              <a:defRPr sz="2300" b="1" lang="ko-KR">
                <a:solidFill>
                  <a:srgbClr val="111111"/>
                </a:solidFill>
                <a:latin typeface="Calibri"/>
                <a:ea typeface="Calibri"/>
                <a:cs typeface="Calibri"/>
              </a:defRPr>
            </a:lvl9pPr>
          </a:lstStyle>
          <a:p>
            <a:pPr algn="l">
              <a:defRPr sz="2300" b="1" lang="ko-KR">
                <a:solidFill>
                  <a:srgbClr val="111111"/>
                </a:solidFill>
                <a:latin typeface="Calibri"/>
                <a:ea typeface="Calibri"/>
                <a:cs typeface="Calibri"/>
              </a:defRPr>
            </a:pPr>
            <a:r>
              <a:rPr sz="2300" b="1" lang="ko-KR">
                <a:solidFill>
                  <a:srgbClr val="111111"/>
                </a:solidFill>
                <a:latin typeface="Calibri"/>
                <a:ea typeface="Calibri"/>
                <a:cs typeface="Calibri"/>
              </a:rPr>
              <a:t>A의 기존 관측은 보존. 정규화 병렬 기본 B와의 최종 선택은 재비교 전까지 미확정.</a:t>
            </a:r>
            <a:endParaRPr lang="ko-KR">
              <a:latin typeface="Calibri"/>
              <a:ea typeface="Calibri"/>
              <a:cs typeface="Calibri"/>
            </a:endParaRPr>
          </a:p>
        </p:txBody>
      </p:sp>
      <p:sp>
        <p:nvSpPr>
          <p:cNvPr id="23" name="DP3 object 207">
            <a:extLst>
              <a:ext uri="{FF2B5EF4-FFF2-40B4-BE49-F238E27FC236}">
                <ns2:creationId id="{B6E0947E-39FD-4547-8E6F-428685A91607}"/>
              </a:ext>
            </a:extLst>
          </p:cNvPr>
          <p:cNvSpPr>
            <a:spLocks noGrp="1"/>
          </p:cNvSpPr>
          <p:nvPr/>
        </p:nvSpPr>
        <p:spPr>
          <a:xfrm>
            <a:off x="619125" y="9601200"/>
            <a:ext cx="17049750" cy="342900"/>
          </a:xfrm>
          <a:prstGeom prst="rect">
            <a:avLst/>
          </a:prstGeom>
          <a:noFill/>
          <a:ln w="0">
            <a:noFill/>
            <a:prstDash val="solid"/>
          </a:ln>
        </p:spPr>
        <p:txBody>
          <a:bodyPr wrap="none" lIns="0" tIns="0" rIns="0" bIns="0" anchor="ctr">
            <a:noAutofit/>
          </a:bodyPr>
          <a:lstStyle>
            <a:defPPr algn="l">
              <a:defRPr sz="1800" b="0" lang="ko-KR">
                <a:solidFill>
                  <a:srgbClr val="50555B"/>
                </a:solidFill>
                <a:latin typeface="Calibri"/>
                <a:ea typeface="Calibri"/>
                <a:cs typeface="Calibri"/>
              </a:defRPr>
            </a:defPPr>
            <a:lvl1pPr algn="l">
              <a:defRPr sz="1800" b="0" lang="ko-KR">
                <a:solidFill>
                  <a:srgbClr val="50555B"/>
                </a:solidFill>
                <a:latin typeface="Calibri"/>
                <a:ea typeface="Calibri"/>
                <a:cs typeface="Calibri"/>
              </a:defRPr>
            </a:lvl1pPr>
            <a:lvl2pPr algn="l">
              <a:defRPr sz="1800" b="0" lang="ko-KR">
                <a:solidFill>
                  <a:srgbClr val="50555B"/>
                </a:solidFill>
                <a:latin typeface="Calibri"/>
                <a:ea typeface="Calibri"/>
                <a:cs typeface="Calibri"/>
              </a:defRPr>
            </a:lvl2pPr>
            <a:lvl3pPr algn="l">
              <a:defRPr sz="1800" b="0" lang="ko-KR">
                <a:solidFill>
                  <a:srgbClr val="50555B"/>
                </a:solidFill>
                <a:latin typeface="Calibri"/>
                <a:ea typeface="Calibri"/>
                <a:cs typeface="Calibri"/>
              </a:defRPr>
            </a:lvl3pPr>
            <a:lvl4pPr algn="l">
              <a:defRPr sz="1800" b="0" lang="ko-KR">
                <a:solidFill>
                  <a:srgbClr val="50555B"/>
                </a:solidFill>
                <a:latin typeface="Calibri"/>
                <a:ea typeface="Calibri"/>
                <a:cs typeface="Calibri"/>
              </a:defRPr>
            </a:lvl4pPr>
            <a:lvl5pPr algn="l">
              <a:defRPr sz="1800" b="0" lang="ko-KR">
                <a:solidFill>
                  <a:srgbClr val="50555B"/>
                </a:solidFill>
                <a:latin typeface="Calibri"/>
                <a:ea typeface="Calibri"/>
                <a:cs typeface="Calibri"/>
              </a:defRPr>
            </a:lvl5pPr>
            <a:lvl6pPr algn="l">
              <a:defRPr sz="1800" b="0" lang="ko-KR">
                <a:solidFill>
                  <a:srgbClr val="50555B"/>
                </a:solidFill>
                <a:latin typeface="Calibri"/>
                <a:ea typeface="Calibri"/>
                <a:cs typeface="Calibri"/>
              </a:defRPr>
            </a:lvl6pPr>
            <a:lvl7pPr algn="l">
              <a:defRPr sz="1800" b="0" lang="ko-KR">
                <a:solidFill>
                  <a:srgbClr val="50555B"/>
                </a:solidFill>
                <a:latin typeface="Calibri"/>
                <a:ea typeface="Calibri"/>
                <a:cs typeface="Calibri"/>
              </a:defRPr>
            </a:lvl7pPr>
            <a:lvl8pPr algn="l">
              <a:defRPr sz="1800" b="0" lang="ko-KR">
                <a:solidFill>
                  <a:srgbClr val="50555B"/>
                </a:solidFill>
                <a:latin typeface="Calibri"/>
                <a:ea typeface="Calibri"/>
                <a:cs typeface="Calibri"/>
              </a:defRPr>
            </a:lvl8pPr>
            <a:lvl9pPr algn="l">
              <a:defRPr sz="1800" b="0" lang="ko-KR">
                <a:solidFill>
                  <a:srgbClr val="50555B"/>
                </a:solidFill>
                <a:latin typeface="Calibri"/>
                <a:ea typeface="Calibri"/>
                <a:cs typeface="Calibri"/>
              </a:defRPr>
            </a:lvl9pPr>
          </a:lstStyle>
          <a:p>
            <a:pPr algn="l">
              <a:defRPr sz="1800" b="0" lang="ko-KR">
                <a:solidFill>
                  <a:srgbClr val="50555B"/>
                </a:solidFill>
                <a:latin typeface="Calibri"/>
                <a:ea typeface="Calibri"/>
                <a:cs typeface="Calibri"/>
              </a:defRPr>
            </a:pPr>
            <a:r>
              <a:rPr sz="1800" b="0" lang="ko-KR">
                <a:solidFill>
                  <a:srgbClr val="50555B"/>
                </a:solidFill>
                <a:latin typeface="Calibri"/>
                <a:ea typeface="Calibri"/>
                <a:cs typeface="Calibri"/>
              </a:rPr>
              <a:t>B4는 과거 실행 식별자이며 새 기본 B의 수치로 소급하지 않는다. 병렬화만으로 정확도·호출 수·비용·RSS가 같다고 가정하지 않는다.</a:t>
            </a:r>
            <a:endParaRPr lang="ko-KR">
              <a:latin typeface="Calibri"/>
              <a:ea typeface="Calibri"/>
              <a:cs typeface="Calibri"/>
            </a:endParaRPr>
          </a:p>
        </p:txBody>
      </p:sp>
    </p:spTree>
    <p:extLst>
      <p:ext uri="{BB962C8B-B14F-4D97-AF65-F5344CB8AC3E}">
        <p14:creationId val="139478394"/>
      </p:ext>
    </p:extLst>
  </p:cSld>
</p:sld>
</file>

<file path=ppt/slides/slide113.xml><?xml version="1.0" encoding="utf-8"?>
<p:sld xmlns:a="http://schemas.openxmlformats.org/drawingml/2006/main" xmlns:ns2="http://schemas.microsoft.com/office/drawing/2014/main" xmlns:p="http://schemas.openxmlformats.org/presentationml/2006/main" xmlns:p14="http://schemas.microsoft.com/office/powerpoint/2010/main">
  <p:cSld>
    <p:bg>
      <p:bgPr>
        <a:solidFill>
          <a:srgbClr val="FFFFFF"/>
        </a:solidFill>
      </p:bgPr>
    </p:bg>
    <p:spTree>
      <p:nvGrpSpPr>
        <p:cNvPr id="1" name=""/>
        <p:cNvGrpSpPr/>
        <p:nvPr/>
      </p:nvGrpSpPr>
      <p:grpSpPr>
        <a:xfrm/>
      </p:grpSpPr>
      <p:sp>
        <p:nvSpPr>
          <p:cNvPr id="47" name="DP3 object 208">
            <a:extLst>
              <a:ext uri="{FF2B5EF4-FFF2-40B4-BE49-F238E27FC236}">
                <ns2:creationId id="{1E11F977-6B64-472F-BBBD-2BCC3C9B0E47}"/>
              </a:ext>
            </a:extLst>
          </p:cNvPr>
          <p:cNvSpPr>
            <a:spLocks noGrp="1"/>
          </p:cNvSpPr>
          <p:nvPr/>
        </p:nvSpPr>
        <p:spPr>
          <a:xfrm>
            <a:off x="571500" y="276225"/>
            <a:ext cx="11430000" cy="647700"/>
          </a:xfrm>
          <a:prstGeom prst="rect">
            <a:avLst/>
          </a:prstGeom>
          <a:noFill/>
          <a:ln w="0">
            <a:noFill/>
            <a:prstDash val="solid"/>
          </a:ln>
        </p:spPr>
        <p:txBody>
          <a:bodyPr wrap="none" lIns="0" tIns="0" rIns="0" bIns="0" anchor="ctr">
            <a:noAutofit/>
          </a:bodyPr>
          <a:lstStyle>
            <a:defPPr algn="l">
              <a:defRPr sz="3600" b="1" lang="ko-KR">
                <a:solidFill>
                  <a:srgbClr val="111111"/>
                </a:solidFill>
                <a:latin typeface="Calibri"/>
                <a:ea typeface="Calibri"/>
                <a:cs typeface="Calibri"/>
              </a:defRPr>
            </a:defPPr>
            <a:lvl1pPr algn="l">
              <a:defRPr sz="3600" b="1" lang="ko-KR">
                <a:solidFill>
                  <a:srgbClr val="111111"/>
                </a:solidFill>
                <a:latin typeface="Calibri"/>
                <a:ea typeface="Calibri"/>
                <a:cs typeface="Calibri"/>
              </a:defRPr>
            </a:lvl1pPr>
            <a:lvl2pPr algn="l">
              <a:defRPr sz="3600" b="1" lang="ko-KR">
                <a:solidFill>
                  <a:srgbClr val="111111"/>
                </a:solidFill>
                <a:latin typeface="Calibri"/>
                <a:ea typeface="Calibri"/>
                <a:cs typeface="Calibri"/>
              </a:defRPr>
            </a:lvl2pPr>
            <a:lvl3pPr algn="l">
              <a:defRPr sz="3600" b="1" lang="ko-KR">
                <a:solidFill>
                  <a:srgbClr val="111111"/>
                </a:solidFill>
                <a:latin typeface="Calibri"/>
                <a:ea typeface="Calibri"/>
                <a:cs typeface="Calibri"/>
              </a:defRPr>
            </a:lvl3pPr>
            <a:lvl4pPr algn="l">
              <a:defRPr sz="3600" b="1" lang="ko-KR">
                <a:solidFill>
                  <a:srgbClr val="111111"/>
                </a:solidFill>
                <a:latin typeface="Calibri"/>
                <a:ea typeface="Calibri"/>
                <a:cs typeface="Calibri"/>
              </a:defRPr>
            </a:lvl4pPr>
            <a:lvl5pPr algn="l">
              <a:defRPr sz="3600" b="1" lang="ko-KR">
                <a:solidFill>
                  <a:srgbClr val="111111"/>
                </a:solidFill>
                <a:latin typeface="Calibri"/>
                <a:ea typeface="Calibri"/>
                <a:cs typeface="Calibri"/>
              </a:defRPr>
            </a:lvl5pPr>
            <a:lvl6pPr algn="l">
              <a:defRPr sz="3600" b="1" lang="ko-KR">
                <a:solidFill>
                  <a:srgbClr val="111111"/>
                </a:solidFill>
                <a:latin typeface="Calibri"/>
                <a:ea typeface="Calibri"/>
                <a:cs typeface="Calibri"/>
              </a:defRPr>
            </a:lvl6pPr>
            <a:lvl7pPr algn="l">
              <a:defRPr sz="3600" b="1" lang="ko-KR">
                <a:solidFill>
                  <a:srgbClr val="111111"/>
                </a:solidFill>
                <a:latin typeface="Calibri"/>
                <a:ea typeface="Calibri"/>
                <a:cs typeface="Calibri"/>
              </a:defRPr>
            </a:lvl7pPr>
            <a:lvl8pPr algn="l">
              <a:defRPr sz="3600" b="1" lang="ko-KR">
                <a:solidFill>
                  <a:srgbClr val="111111"/>
                </a:solidFill>
                <a:latin typeface="Calibri"/>
                <a:ea typeface="Calibri"/>
                <a:cs typeface="Calibri"/>
              </a:defRPr>
            </a:lvl8pPr>
            <a:lvl9pPr algn="l">
              <a:defRPr sz="3600" b="1" lang="ko-KR">
                <a:solidFill>
                  <a:srgbClr val="111111"/>
                </a:solidFill>
                <a:latin typeface="Calibri"/>
                <a:ea typeface="Calibri"/>
                <a:cs typeface="Calibri"/>
              </a:defRPr>
            </a:lvl9pPr>
          </a:lstStyle>
          <a:p>
            <a:pPr algn="l">
              <a:defRPr sz="3600" b="1" lang="ko-KR">
                <a:solidFill>
                  <a:srgbClr val="111111"/>
                </a:solidFill>
                <a:latin typeface="Calibri"/>
                <a:ea typeface="Calibri"/>
                <a:cs typeface="Calibri"/>
              </a:defRPr>
            </a:pPr>
            <a:r>
              <a:rPr sz="3600" b="1" lang="ko-KR">
                <a:solidFill>
                  <a:srgbClr val="111111"/>
                </a:solidFill>
                <a:latin typeface="Calibri"/>
                <a:ea typeface="Calibri"/>
                <a:cs typeface="Calibri"/>
              </a:rPr>
              <a:t>DP3. 화면과 발화의 지칭 결합 방안 (별도 복구 관측)</a:t>
            </a:r>
            <a:endParaRPr lang="ko-KR">
              <a:latin typeface="Calibri"/>
              <a:ea typeface="Calibri"/>
              <a:cs typeface="Calibri"/>
            </a:endParaRPr>
          </a:p>
        </p:txBody>
      </p:sp>
      <p:sp>
        <p:nvSpPr>
          <p:cNvPr id="2" name="DP3 object 209">
            <a:extLst>
              <a:ext uri="{FF2B5EF4-FFF2-40B4-BE49-F238E27FC236}">
                <ns2:creationId id="{15DD4C06-C365-438B-99C4-CA41DF8DBECA}"/>
              </a:ext>
            </a:extLst>
          </p:cNvPr>
          <p:cNvSpPr>
            <a:spLocks noGrp="1"/>
          </p:cNvSpPr>
          <p:nvPr/>
        </p:nvSpPr>
        <p:spPr>
          <a:xfrm>
            <a:off x="11525250" y="314325"/>
            <a:ext cx="1362075" cy="419100"/>
          </a:xfrm>
          <a:prstGeom prst="chevron">
            <a:avLst/>
          </a:prstGeom>
          <a:solidFill>
            <a:srgbClr val="98999B"/>
          </a:solidFill>
          <a:ln w="19050">
            <a:solidFill>
              <a:srgbClr val="FFFFFF"/>
            </a:solidFill>
            <a:prstDash val="solid"/>
          </a:ln>
        </p:spPr>
      </p:sp>
      <p:sp>
        <p:nvSpPr>
          <p:cNvPr id="3" name="DP3 object 210">
            <a:extLst>
              <a:ext uri="{FF2B5EF4-FFF2-40B4-BE49-F238E27FC236}">
                <ns2:creationId id="{3465C85E-59A8-4C1C-9599-0C227013DC87}"/>
              </a:ext>
            </a:extLst>
          </p:cNvPr>
          <p:cNvSpPr>
            <a:spLocks noGrp="1"/>
          </p:cNvSpPr>
          <p:nvPr/>
        </p:nvSpPr>
        <p:spPr>
          <a:xfrm>
            <a:off x="116586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과제 소개</a:t>
            </a:r>
            <a:endParaRPr lang="ko-KR">
              <a:latin typeface="Calibri"/>
              <a:ea typeface="Calibri"/>
              <a:cs typeface="Calibri"/>
            </a:endParaRPr>
          </a:p>
        </p:txBody>
      </p:sp>
      <p:sp>
        <p:nvSpPr>
          <p:cNvPr id="4" name="DP3 object 211">
            <a:extLst>
              <a:ext uri="{FF2B5EF4-FFF2-40B4-BE49-F238E27FC236}">
                <ns2:creationId id="{2D29BDC2-30D1-4A27-B723-EAF715206ECA}"/>
              </a:ext>
            </a:extLst>
          </p:cNvPr>
          <p:cNvSpPr>
            <a:spLocks noGrp="1"/>
          </p:cNvSpPr>
          <p:nvPr/>
        </p:nvSpPr>
        <p:spPr>
          <a:xfrm>
            <a:off x="12801600" y="314325"/>
            <a:ext cx="1362075" cy="419100"/>
          </a:xfrm>
          <a:prstGeom prst="chevron">
            <a:avLst/>
          </a:prstGeom>
          <a:solidFill>
            <a:srgbClr val="98999B"/>
          </a:solidFill>
          <a:ln w="19050">
            <a:solidFill>
              <a:srgbClr val="FFFFFF"/>
            </a:solidFill>
            <a:prstDash val="solid"/>
          </a:ln>
        </p:spPr>
      </p:sp>
      <p:sp>
        <p:nvSpPr>
          <p:cNvPr id="5" name="DP3 object 212">
            <a:extLst>
              <a:ext uri="{FF2B5EF4-FFF2-40B4-BE49-F238E27FC236}">
                <ns2:creationId id="{4E767B31-2CAA-4728-A4EA-A4F7CAC157B6}"/>
              </a:ext>
            </a:extLst>
          </p:cNvPr>
          <p:cNvSpPr>
            <a:spLocks noGrp="1"/>
          </p:cNvSpPr>
          <p:nvPr/>
        </p:nvSpPr>
        <p:spPr>
          <a:xfrm>
            <a:off x="129349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요구사항 분석</a:t>
            </a:r>
            <a:endParaRPr lang="ko-KR">
              <a:latin typeface="Calibri"/>
              <a:ea typeface="Calibri"/>
              <a:cs typeface="Calibri"/>
            </a:endParaRPr>
          </a:p>
        </p:txBody>
      </p:sp>
      <p:sp>
        <p:nvSpPr>
          <p:cNvPr id="6" name="DP3 object 213">
            <a:extLst>
              <a:ext uri="{FF2B5EF4-FFF2-40B4-BE49-F238E27FC236}">
                <ns2:creationId id="{F65E62BD-3CD5-48F9-99FD-A89553E8774E}"/>
              </a:ext>
            </a:extLst>
          </p:cNvPr>
          <p:cNvSpPr>
            <a:spLocks noGrp="1"/>
          </p:cNvSpPr>
          <p:nvPr/>
        </p:nvSpPr>
        <p:spPr>
          <a:xfrm>
            <a:off x="14077950" y="314325"/>
            <a:ext cx="1362075" cy="419100"/>
          </a:xfrm>
          <a:prstGeom prst="chevron">
            <a:avLst/>
          </a:prstGeom>
          <a:solidFill>
            <a:srgbClr val="35A8CD"/>
          </a:solidFill>
          <a:ln w="19050">
            <a:solidFill>
              <a:srgbClr val="FFFFFF"/>
            </a:solidFill>
            <a:prstDash val="solid"/>
          </a:ln>
        </p:spPr>
      </p:sp>
      <p:sp>
        <p:nvSpPr>
          <p:cNvPr id="7" name="DP3 object 214">
            <a:extLst>
              <a:ext uri="{FF2B5EF4-FFF2-40B4-BE49-F238E27FC236}">
                <ns2:creationId id="{22ACB1C5-4F2E-4262-9ED7-1CFF3D92D3D3}"/>
              </a:ext>
            </a:extLst>
          </p:cNvPr>
          <p:cNvSpPr>
            <a:spLocks noGrp="1"/>
          </p:cNvSpPr>
          <p:nvPr/>
        </p:nvSpPr>
        <p:spPr>
          <a:xfrm>
            <a:off x="142113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설계</a:t>
            </a:r>
            <a:endParaRPr lang="ko-KR">
              <a:latin typeface="Calibri"/>
              <a:ea typeface="Calibri"/>
              <a:cs typeface="Calibri"/>
            </a:endParaRPr>
          </a:p>
        </p:txBody>
      </p:sp>
      <p:sp>
        <p:nvSpPr>
          <p:cNvPr id="8" name="DP3 object 215">
            <a:extLst>
              <a:ext uri="{FF2B5EF4-FFF2-40B4-BE49-F238E27FC236}">
                <ns2:creationId id="{94B4F1EB-7883-4EAA-860E-83B4C76F31BA}"/>
              </a:ext>
            </a:extLst>
          </p:cNvPr>
          <p:cNvSpPr>
            <a:spLocks noGrp="1"/>
          </p:cNvSpPr>
          <p:nvPr/>
        </p:nvSpPr>
        <p:spPr>
          <a:xfrm>
            <a:off x="15354300" y="314325"/>
            <a:ext cx="1362075" cy="419100"/>
          </a:xfrm>
          <a:prstGeom prst="chevron">
            <a:avLst/>
          </a:prstGeom>
          <a:solidFill>
            <a:srgbClr val="98999B"/>
          </a:solidFill>
          <a:ln w="19050">
            <a:solidFill>
              <a:srgbClr val="FFFFFF"/>
            </a:solidFill>
            <a:prstDash val="solid"/>
          </a:ln>
        </p:spPr>
      </p:sp>
      <p:sp>
        <p:nvSpPr>
          <p:cNvPr id="9" name="DP3 object 216">
            <a:extLst>
              <a:ext uri="{FF2B5EF4-FFF2-40B4-BE49-F238E27FC236}">
                <ns2:creationId id="{75B53C2C-E6D9-4418-830F-E1BCE7D39058}"/>
              </a:ext>
            </a:extLst>
          </p:cNvPr>
          <p:cNvSpPr>
            <a:spLocks noGrp="1"/>
          </p:cNvSpPr>
          <p:nvPr/>
        </p:nvSpPr>
        <p:spPr>
          <a:xfrm>
            <a:off x="1548765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구현 및 검증</a:t>
            </a:r>
            <a:endParaRPr lang="ko-KR">
              <a:latin typeface="Calibri"/>
              <a:ea typeface="Calibri"/>
              <a:cs typeface="Calibri"/>
            </a:endParaRPr>
          </a:p>
        </p:txBody>
      </p:sp>
      <p:sp>
        <p:nvSpPr>
          <p:cNvPr id="10" name="DP3 object 217">
            <a:extLst>
              <a:ext uri="{FF2B5EF4-FFF2-40B4-BE49-F238E27FC236}">
                <ns2:creationId id="{6FCFF921-EC95-44D6-AB89-E14B7A0DE2BB}"/>
              </a:ext>
            </a:extLst>
          </p:cNvPr>
          <p:cNvSpPr>
            <a:spLocks noGrp="1"/>
          </p:cNvSpPr>
          <p:nvPr/>
        </p:nvSpPr>
        <p:spPr>
          <a:xfrm>
            <a:off x="16630650" y="314325"/>
            <a:ext cx="1362075" cy="419100"/>
          </a:xfrm>
          <a:prstGeom prst="chevron">
            <a:avLst/>
          </a:prstGeom>
          <a:solidFill>
            <a:srgbClr val="98999B"/>
          </a:solidFill>
          <a:ln w="19050">
            <a:solidFill>
              <a:srgbClr val="FFFFFF"/>
            </a:solidFill>
            <a:prstDash val="solid"/>
          </a:ln>
        </p:spPr>
      </p:sp>
      <p:sp>
        <p:nvSpPr>
          <p:cNvPr id="11" name="DP3 object 218">
            <a:extLst>
              <a:ext uri="{FF2B5EF4-FFF2-40B4-BE49-F238E27FC236}">
                <ns2:creationId id="{A2CB1478-3796-41E8-A330-BD95E26617E6}"/>
              </a:ext>
            </a:extLst>
          </p:cNvPr>
          <p:cNvSpPr>
            <a:spLocks noGrp="1"/>
          </p:cNvSpPr>
          <p:nvPr/>
        </p:nvSpPr>
        <p:spPr>
          <a:xfrm>
            <a:off x="16764000" y="314325"/>
            <a:ext cx="1057275" cy="419100"/>
          </a:xfrm>
          <a:prstGeom prst="rect">
            <a:avLst/>
          </a:prstGeom>
          <a:noFill/>
          <a:ln w="0">
            <a:noFill/>
            <a:prstDash val="solid"/>
          </a:ln>
        </p:spPr>
        <p:txBody>
          <a:bodyPr wrap="none" lIns="0" tIns="0" rIns="0" bIns="0" anchor="ctr">
            <a:noAutofit/>
          </a:bodyPr>
          <a:lstStyle>
            <a:defPPr algn="ctr">
              <a:defRPr sz="1400" b="1" lang="ko-KR">
                <a:solidFill>
                  <a:srgbClr val="FFFFFF"/>
                </a:solidFill>
                <a:latin typeface="Calibri"/>
                <a:ea typeface="Calibri"/>
                <a:cs typeface="Calibri"/>
              </a:defRPr>
            </a:defPPr>
            <a:lvl1pPr algn="ctr">
              <a:defRPr sz="1400" b="1" lang="ko-KR">
                <a:solidFill>
                  <a:srgbClr val="FFFFFF"/>
                </a:solidFill>
                <a:latin typeface="Calibri"/>
                <a:ea typeface="Calibri"/>
                <a:cs typeface="Calibri"/>
              </a:defRPr>
            </a:lvl1pPr>
            <a:lvl2pPr algn="ctr">
              <a:defRPr sz="1400" b="1" lang="ko-KR">
                <a:solidFill>
                  <a:srgbClr val="FFFFFF"/>
                </a:solidFill>
                <a:latin typeface="Calibri"/>
                <a:ea typeface="Calibri"/>
                <a:cs typeface="Calibri"/>
              </a:defRPr>
            </a:lvl2pPr>
            <a:lvl3pPr algn="ctr">
              <a:defRPr sz="1400" b="1" lang="ko-KR">
                <a:solidFill>
                  <a:srgbClr val="FFFFFF"/>
                </a:solidFill>
                <a:latin typeface="Calibri"/>
                <a:ea typeface="Calibri"/>
                <a:cs typeface="Calibri"/>
              </a:defRPr>
            </a:lvl3pPr>
            <a:lvl4pPr algn="ctr">
              <a:defRPr sz="1400" b="1" lang="ko-KR">
                <a:solidFill>
                  <a:srgbClr val="FFFFFF"/>
                </a:solidFill>
                <a:latin typeface="Calibri"/>
                <a:ea typeface="Calibri"/>
                <a:cs typeface="Calibri"/>
              </a:defRPr>
            </a:lvl4pPr>
            <a:lvl5pPr algn="ctr">
              <a:defRPr sz="1400" b="1" lang="ko-KR">
                <a:solidFill>
                  <a:srgbClr val="FFFFFF"/>
                </a:solidFill>
                <a:latin typeface="Calibri"/>
                <a:ea typeface="Calibri"/>
                <a:cs typeface="Calibri"/>
              </a:defRPr>
            </a:lvl5pPr>
            <a:lvl6pPr algn="ctr">
              <a:defRPr sz="1400" b="1" lang="ko-KR">
                <a:solidFill>
                  <a:srgbClr val="FFFFFF"/>
                </a:solidFill>
                <a:latin typeface="Calibri"/>
                <a:ea typeface="Calibri"/>
                <a:cs typeface="Calibri"/>
              </a:defRPr>
            </a:lvl6pPr>
            <a:lvl7pPr algn="ctr">
              <a:defRPr sz="1400" b="1" lang="ko-KR">
                <a:solidFill>
                  <a:srgbClr val="FFFFFF"/>
                </a:solidFill>
                <a:latin typeface="Calibri"/>
                <a:ea typeface="Calibri"/>
                <a:cs typeface="Calibri"/>
              </a:defRPr>
            </a:lvl7pPr>
            <a:lvl8pPr algn="ctr">
              <a:defRPr sz="1400" b="1" lang="ko-KR">
                <a:solidFill>
                  <a:srgbClr val="FFFFFF"/>
                </a:solidFill>
                <a:latin typeface="Calibri"/>
                <a:ea typeface="Calibri"/>
                <a:cs typeface="Calibri"/>
              </a:defRPr>
            </a:lvl8pPr>
            <a:lvl9pPr algn="ctr">
              <a:defRPr sz="1400" b="1" lang="ko-KR">
                <a:solidFill>
                  <a:srgbClr val="FFFFFF"/>
                </a:solidFill>
                <a:latin typeface="Calibri"/>
                <a:ea typeface="Calibri"/>
                <a:cs typeface="Calibri"/>
              </a:defRPr>
            </a:lvl9pPr>
          </a:lstStyle>
          <a:p>
            <a:pPr algn="ctr">
              <a:defRPr sz="1400" b="1" lang="ko-KR">
                <a:solidFill>
                  <a:srgbClr val="FFFFFF"/>
                </a:solidFill>
                <a:latin typeface="Calibri"/>
                <a:ea typeface="Calibri"/>
                <a:cs typeface="Calibri"/>
              </a:defRPr>
            </a:pPr>
            <a:r>
              <a:rPr sz="1400" b="1" lang="ko-KR">
                <a:solidFill>
                  <a:srgbClr val="FFFFFF"/>
                </a:solidFill>
                <a:latin typeface="Calibri"/>
                <a:ea typeface="Calibri"/>
                <a:cs typeface="Calibri"/>
              </a:rPr>
              <a:t>결론</a:t>
            </a:r>
            <a:endParaRPr lang="ko-KR">
              <a:latin typeface="Calibri"/>
              <a:ea typeface="Calibri"/>
              <a:cs typeface="Calibri"/>
            </a:endParaRPr>
          </a:p>
        </p:txBody>
      </p:sp>
      <p:sp>
        <p:nvSpPr>
          <p:cNvPr id="12" name="Editable path 219">
            <a:extLst>
              <a:ext uri="{FF2B5EF4-FFF2-40B4-BE49-F238E27FC236}">
                <ns2:creationId id="{C74A436A-864C-41E4-96D1-6EDA38B42359}"/>
              </a:ext>
            </a:extLst>
          </p:cNvPr>
          <p:cNvSpPr>
            <a:spLocks noGrp="1"/>
          </p:cNvSpPr>
          <p:nvPr/>
        </p:nvSpPr>
        <p:spPr>
          <a:xfrm>
            <a:off x="552450" y="1028700"/>
            <a:ext cx="17164050" cy="953"/>
          </a:xfrm>
          <a:custGeom>
            <a:pathLst>
              <a:path w="17164050" h="953">
                <a:moveTo>
                  <a:pt x="0" y="0"/>
                </a:moveTo>
                <a:lnTo>
                  <a:pt x="17164050" y="0"/>
                </a:lnTo>
              </a:path>
            </a:pathLst>
          </a:custGeom>
          <a:noFill/>
          <a:ln w="28575">
            <a:solidFill>
              <a:srgbClr val="A7A7A7"/>
            </a:solidFill>
            <a:prstDash val="solid"/>
          </a:ln>
        </p:spPr>
      </p:sp>
      <p:sp>
        <p:nvSpPr>
          <p:cNvPr id="13" name="DP3 object 220">
            <a:extLst>
              <a:ext uri="{FF2B5EF4-FFF2-40B4-BE49-F238E27FC236}">
                <ns2:creationId id="{DB66FEA6-8953-4485-8CC9-EA182F316AD8}"/>
              </a:ext>
            </a:extLst>
          </p:cNvPr>
          <p:cNvSpPr>
            <a:spLocks noGrp="1"/>
          </p:cNvSpPr>
          <p:nvPr/>
        </p:nvSpPr>
        <p:spPr>
          <a:xfrm>
            <a:off x="17487900" y="10020300"/>
            <a:ext cx="590550" cy="200025"/>
          </a:xfrm>
          <a:prstGeom prst="rect">
            <a:avLst/>
          </a:prstGeom>
          <a:noFill/>
          <a:ln w="0">
            <a:noFill/>
            <a:prstDash val="solid"/>
          </a:ln>
        </p:spPr>
        <p:txBody>
          <a:bodyPr wrap="none" lIns="0" tIns="0" rIns="0" bIns="0" anchor="ctr">
            <a:noAutofit/>
          </a:bodyPr>
          <a:lstStyle>
            <a:defPPr algn="r">
              <a:defRPr sz="1300" b="0" lang="ko-KR">
                <a:solidFill>
                  <a:srgbClr val="50555B"/>
                </a:solidFill>
                <a:latin typeface="Calibri"/>
                <a:ea typeface="Calibri"/>
                <a:cs typeface="Calibri"/>
              </a:defRPr>
            </a:defPPr>
            <a:lvl1pPr algn="r">
              <a:defRPr sz="1300" b="0" lang="ko-KR">
                <a:solidFill>
                  <a:srgbClr val="50555B"/>
                </a:solidFill>
                <a:latin typeface="Calibri"/>
                <a:ea typeface="Calibri"/>
                <a:cs typeface="Calibri"/>
              </a:defRPr>
            </a:lvl1pPr>
            <a:lvl2pPr algn="r">
              <a:defRPr sz="1300" b="0" lang="ko-KR">
                <a:solidFill>
                  <a:srgbClr val="50555B"/>
                </a:solidFill>
                <a:latin typeface="Calibri"/>
                <a:ea typeface="Calibri"/>
                <a:cs typeface="Calibri"/>
              </a:defRPr>
            </a:lvl2pPr>
            <a:lvl3pPr algn="r">
              <a:defRPr sz="1300" b="0" lang="ko-KR">
                <a:solidFill>
                  <a:srgbClr val="50555B"/>
                </a:solidFill>
                <a:latin typeface="Calibri"/>
                <a:ea typeface="Calibri"/>
                <a:cs typeface="Calibri"/>
              </a:defRPr>
            </a:lvl3pPr>
            <a:lvl4pPr algn="r">
              <a:defRPr sz="1300" b="0" lang="ko-KR">
                <a:solidFill>
                  <a:srgbClr val="50555B"/>
                </a:solidFill>
                <a:latin typeface="Calibri"/>
                <a:ea typeface="Calibri"/>
                <a:cs typeface="Calibri"/>
              </a:defRPr>
            </a:lvl4pPr>
            <a:lvl5pPr algn="r">
              <a:defRPr sz="1300" b="0" lang="ko-KR">
                <a:solidFill>
                  <a:srgbClr val="50555B"/>
                </a:solidFill>
                <a:latin typeface="Calibri"/>
                <a:ea typeface="Calibri"/>
                <a:cs typeface="Calibri"/>
              </a:defRPr>
            </a:lvl5pPr>
            <a:lvl6pPr algn="r">
              <a:defRPr sz="1300" b="0" lang="ko-KR">
                <a:solidFill>
                  <a:srgbClr val="50555B"/>
                </a:solidFill>
                <a:latin typeface="Calibri"/>
                <a:ea typeface="Calibri"/>
                <a:cs typeface="Calibri"/>
              </a:defRPr>
            </a:lvl6pPr>
            <a:lvl7pPr algn="r">
              <a:defRPr sz="1300" b="0" lang="ko-KR">
                <a:solidFill>
                  <a:srgbClr val="50555B"/>
                </a:solidFill>
                <a:latin typeface="Calibri"/>
                <a:ea typeface="Calibri"/>
                <a:cs typeface="Calibri"/>
              </a:defRPr>
            </a:lvl7pPr>
            <a:lvl8pPr algn="r">
              <a:defRPr sz="1300" b="0" lang="ko-KR">
                <a:solidFill>
                  <a:srgbClr val="50555B"/>
                </a:solidFill>
                <a:latin typeface="Calibri"/>
                <a:ea typeface="Calibri"/>
                <a:cs typeface="Calibri"/>
              </a:defRPr>
            </a:lvl8pPr>
            <a:lvl9pPr algn="r">
              <a:defRPr sz="1300" b="0" lang="ko-KR">
                <a:solidFill>
                  <a:srgbClr val="50555B"/>
                </a:solidFill>
                <a:latin typeface="Calibri"/>
                <a:ea typeface="Calibri"/>
                <a:cs typeface="Calibri"/>
              </a:defRPr>
            </a:lvl9pPr>
          </a:lstStyle>
          <a:p>
            <a:pPr algn="r">
              <a:defRPr sz="1300" b="0" lang="ko-KR">
                <a:solidFill>
                  <a:srgbClr val="50555B"/>
                </a:solidFill>
                <a:latin typeface="Calibri"/>
                <a:ea typeface="Calibri"/>
                <a:cs typeface="Calibri"/>
              </a:defRPr>
            </a:pPr>
            <a:r>
              <a:rPr sz="1300" b="0" lang="ko-KR">
                <a:solidFill>
                  <a:srgbClr val="50555B"/>
                </a:solidFill>
                <a:latin typeface="Calibri"/>
                <a:ea typeface="Calibri"/>
                <a:cs typeface="Calibri"/>
              </a:rPr>
              <a:t>13 / 17</a:t>
            </a:r>
            <a:endParaRPr lang="ko-KR">
              <a:latin typeface="Calibri"/>
              <a:ea typeface="Calibri"/>
              <a:cs typeface="Calibri"/>
            </a:endParaRPr>
          </a:p>
        </p:txBody>
      </p:sp>
      <p:sp>
        <p:nvSpPr>
          <p:cNvPr id="14" name="DP3 object 221">
            <a:extLst>
              <a:ext uri="{FF2B5EF4-FFF2-40B4-BE49-F238E27FC236}">
                <ns2:creationId id="{49779ED7-B4FA-4661-9EDC-629928077141}"/>
              </a:ext>
            </a:extLst>
          </p:cNvPr>
          <p:cNvSpPr>
            <a:spLocks noGrp="1"/>
          </p:cNvSpPr>
          <p:nvPr/>
        </p:nvSpPr>
        <p:spPr>
          <a:xfrm>
            <a:off x="266700" y="1200150"/>
            <a:ext cx="17526000" cy="419100"/>
          </a:xfrm>
          <a:prstGeom prst="rect">
            <a:avLst/>
          </a:prstGeom>
          <a:noFill/>
          <a:ln w="0">
            <a:noFill/>
            <a:prstDash val="solid"/>
          </a:ln>
        </p:spPr>
        <p:txBody>
          <a:bodyPr wrap="none" lIns="0" tIns="0" rIns="0" bIns="0" anchor="ctr">
            <a:noAutofit/>
          </a:bodyPr>
          <a:lstStyle>
            <a:defPPr algn="l">
              <a:defRPr sz="2300" b="1" lang="ko-KR">
                <a:solidFill>
                  <a:srgbClr val="4676CB"/>
                </a:solidFill>
                <a:latin typeface="Calibri"/>
                <a:ea typeface="Calibri"/>
                <a:cs typeface="Calibri"/>
              </a:defRPr>
            </a:defPPr>
            <a:lvl1pPr algn="l">
              <a:defRPr sz="2300" b="1" lang="ko-KR">
                <a:solidFill>
                  <a:srgbClr val="4676CB"/>
                </a:solidFill>
                <a:latin typeface="Calibri"/>
                <a:ea typeface="Calibri"/>
                <a:cs typeface="Calibri"/>
              </a:defRPr>
            </a:lvl1pPr>
            <a:lvl2pPr algn="l">
              <a:defRPr sz="2300" b="1" lang="ko-KR">
                <a:solidFill>
                  <a:srgbClr val="4676CB"/>
                </a:solidFill>
                <a:latin typeface="Calibri"/>
                <a:ea typeface="Calibri"/>
                <a:cs typeface="Calibri"/>
              </a:defRPr>
            </a:lvl2pPr>
            <a:lvl3pPr algn="l">
              <a:defRPr sz="2300" b="1" lang="ko-KR">
                <a:solidFill>
                  <a:srgbClr val="4676CB"/>
                </a:solidFill>
                <a:latin typeface="Calibri"/>
                <a:ea typeface="Calibri"/>
                <a:cs typeface="Calibri"/>
              </a:defRPr>
            </a:lvl3pPr>
            <a:lvl4pPr algn="l">
              <a:defRPr sz="2300" b="1" lang="ko-KR">
                <a:solidFill>
                  <a:srgbClr val="4676CB"/>
                </a:solidFill>
                <a:latin typeface="Calibri"/>
                <a:ea typeface="Calibri"/>
                <a:cs typeface="Calibri"/>
              </a:defRPr>
            </a:lvl4pPr>
            <a:lvl5pPr algn="l">
              <a:defRPr sz="2300" b="1" lang="ko-KR">
                <a:solidFill>
                  <a:srgbClr val="4676CB"/>
                </a:solidFill>
                <a:latin typeface="Calibri"/>
                <a:ea typeface="Calibri"/>
                <a:cs typeface="Calibri"/>
              </a:defRPr>
            </a:lvl5pPr>
            <a:lvl6pPr algn="l">
              <a:defRPr sz="2300" b="1" lang="ko-KR">
                <a:solidFill>
                  <a:srgbClr val="4676CB"/>
                </a:solidFill>
                <a:latin typeface="Calibri"/>
                <a:ea typeface="Calibri"/>
                <a:cs typeface="Calibri"/>
              </a:defRPr>
            </a:lvl6pPr>
            <a:lvl7pPr algn="l">
              <a:defRPr sz="2300" b="1" lang="ko-KR">
                <a:solidFill>
                  <a:srgbClr val="4676CB"/>
                </a:solidFill>
                <a:latin typeface="Calibri"/>
                <a:ea typeface="Calibri"/>
                <a:cs typeface="Calibri"/>
              </a:defRPr>
            </a:lvl7pPr>
            <a:lvl8pPr algn="l">
              <a:defRPr sz="2300" b="1" lang="ko-KR">
                <a:solidFill>
                  <a:srgbClr val="4676CB"/>
                </a:solidFill>
                <a:latin typeface="Calibri"/>
                <a:ea typeface="Calibri"/>
                <a:cs typeface="Calibri"/>
              </a:defRPr>
            </a:lvl8pPr>
            <a:lvl9pPr algn="l">
              <a:defRPr sz="2300" b="1" lang="ko-KR">
                <a:solidFill>
                  <a:srgbClr val="4676CB"/>
                </a:solidFill>
                <a:latin typeface="Calibri"/>
                <a:ea typeface="Calibri"/>
                <a:cs typeface="Calibri"/>
              </a:defRPr>
            </a:lvl9pPr>
          </a:lstStyle>
          <a:p>
            <a:pPr algn="l">
              <a:defRPr sz="2300" b="1" lang="ko-KR">
                <a:solidFill>
                  <a:srgbClr val="4676CB"/>
                </a:solidFill>
                <a:latin typeface="Calibri"/>
                <a:ea typeface="Calibri"/>
                <a:cs typeface="Calibri"/>
              </a:defRPr>
            </a:pPr>
            <a:r>
              <a:rPr sz="2300" b="1" lang="ko-KR">
                <a:solidFill>
                  <a:srgbClr val="4676CB"/>
                </a:solidFill>
                <a:latin typeface="Calibri"/>
                <a:ea typeface="Calibri"/>
                <a:cs typeface="Calibri"/>
              </a:rPr>
              <a:t>pixel 좌표 계약의 A2+A5: 거절된 지칭을 복구하되 지연과 메모리를 더 사용</a:t>
            </a:r>
            <a:endParaRPr lang="ko-KR">
              <a:latin typeface="Calibri"/>
              <a:ea typeface="Calibri"/>
              <a:cs typeface="Calibri"/>
            </a:endParaRPr>
          </a:p>
        </p:txBody>
      </p:sp>
      <p:sp>
        <p:nvSpPr>
          <p:cNvPr id="15" name="DP3 object 222">
            <a:extLst>
              <a:ext uri="{FF2B5EF4-FFF2-40B4-BE49-F238E27FC236}">
                <ns2:creationId id="{2D2A1F5A-13ED-424A-B52D-5974B74AA398}"/>
              </a:ext>
            </a:extLst>
          </p:cNvPr>
          <p:cNvSpPr>
            <a:spLocks noGrp="1"/>
          </p:cNvSpPr>
          <p:nvPr/>
        </p:nvSpPr>
        <p:spPr>
          <a:xfrm>
            <a:off x="266700" y="1695450"/>
            <a:ext cx="17430750" cy="333375"/>
          </a:xfrm>
          <a:prstGeom prst="rect">
            <a:avLst/>
          </a:prstGeom>
          <a:noFill/>
          <a:ln w="0">
            <a:noFill/>
            <a:prstDash val="solid"/>
          </a:ln>
        </p:spPr>
        <p:txBody>
          <a:bodyPr wrap="none" lIns="0" tIns="0" rIns="0" bIns="0" anchor="ctr">
            <a:noAutofit/>
          </a:bodyPr>
          <a:lstStyle>
            <a:defPPr algn="l">
              <a:defRPr sz="2000" b="0" lang="ko-KR">
                <a:solidFill>
                  <a:srgbClr val="111111"/>
                </a:solidFill>
                <a:latin typeface="Calibri"/>
                <a:ea typeface="Calibri"/>
                <a:cs typeface="Calibri"/>
              </a:defRPr>
            </a:defPPr>
            <a:lvl1pPr algn="l">
              <a:defRPr sz="2000" b="0" lang="ko-KR">
                <a:solidFill>
                  <a:srgbClr val="111111"/>
                </a:solidFill>
                <a:latin typeface="Calibri"/>
                <a:ea typeface="Calibri"/>
                <a:cs typeface="Calibri"/>
              </a:defRPr>
            </a:lvl1pPr>
            <a:lvl2pPr algn="l">
              <a:defRPr sz="2000" b="0" lang="ko-KR">
                <a:solidFill>
                  <a:srgbClr val="111111"/>
                </a:solidFill>
                <a:latin typeface="Calibri"/>
                <a:ea typeface="Calibri"/>
                <a:cs typeface="Calibri"/>
              </a:defRPr>
            </a:lvl2pPr>
            <a:lvl3pPr algn="l">
              <a:defRPr sz="2000" b="0" lang="ko-KR">
                <a:solidFill>
                  <a:srgbClr val="111111"/>
                </a:solidFill>
                <a:latin typeface="Calibri"/>
                <a:ea typeface="Calibri"/>
                <a:cs typeface="Calibri"/>
              </a:defRPr>
            </a:lvl3pPr>
            <a:lvl4pPr algn="l">
              <a:defRPr sz="2000" b="0" lang="ko-KR">
                <a:solidFill>
                  <a:srgbClr val="111111"/>
                </a:solidFill>
                <a:latin typeface="Calibri"/>
                <a:ea typeface="Calibri"/>
                <a:cs typeface="Calibri"/>
              </a:defRPr>
            </a:lvl4pPr>
            <a:lvl5pPr algn="l">
              <a:defRPr sz="2000" b="0" lang="ko-KR">
                <a:solidFill>
                  <a:srgbClr val="111111"/>
                </a:solidFill>
                <a:latin typeface="Calibri"/>
                <a:ea typeface="Calibri"/>
                <a:cs typeface="Calibri"/>
              </a:defRPr>
            </a:lvl5pPr>
            <a:lvl6pPr algn="l">
              <a:defRPr sz="2000" b="0" lang="ko-KR">
                <a:solidFill>
                  <a:srgbClr val="111111"/>
                </a:solidFill>
                <a:latin typeface="Calibri"/>
                <a:ea typeface="Calibri"/>
                <a:cs typeface="Calibri"/>
              </a:defRPr>
            </a:lvl6pPr>
            <a:lvl7pPr algn="l">
              <a:defRPr sz="2000" b="0" lang="ko-KR">
                <a:solidFill>
                  <a:srgbClr val="111111"/>
                </a:solidFill>
                <a:latin typeface="Calibri"/>
                <a:ea typeface="Calibri"/>
                <a:cs typeface="Calibri"/>
              </a:defRPr>
            </a:lvl7pPr>
            <a:lvl8pPr algn="l">
              <a:defRPr sz="2000" b="0" lang="ko-KR">
                <a:solidFill>
                  <a:srgbClr val="111111"/>
                </a:solidFill>
                <a:latin typeface="Calibri"/>
                <a:ea typeface="Calibri"/>
                <a:cs typeface="Calibri"/>
              </a:defRPr>
            </a:lvl8pPr>
            <a:lvl9pPr algn="l">
              <a:defRPr sz="2000" b="0" lang="ko-KR">
                <a:solidFill>
                  <a:srgbClr val="111111"/>
                </a:solidFill>
                <a:latin typeface="Calibri"/>
                <a:ea typeface="Calibri"/>
                <a:cs typeface="Calibri"/>
              </a:defRPr>
            </a:lvl9pPr>
          </a:lstStyle>
          <a:p>
            <a:pPr algn="l">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별도 pixel 실험의 A와 A2+A5 비교. 정규화 병렬 기본 B와의 재비교 결과는 아니다.</a:t>
            </a:r>
            <a:endParaRPr lang="ko-KR">
              <a:latin typeface="Calibri"/>
              <a:ea typeface="Calibri"/>
              <a:cs typeface="Calibri"/>
            </a:endParaRPr>
          </a:p>
        </p:txBody>
      </p:sp>
      <p:sp>
        <p:nvSpPr>
          <p:cNvPr id="16" name="DP3 object 223">
            <a:extLst>
              <a:ext uri="{FF2B5EF4-FFF2-40B4-BE49-F238E27FC236}">
                <ns2:creationId id="{1FC7F556-3973-4FAD-AFDE-6306A53DB952}"/>
              </a:ext>
            </a:extLst>
          </p:cNvPr>
          <p:cNvSpPr>
            <a:spLocks noGrp="1"/>
          </p:cNvSpPr>
          <p:nvPr/>
        </p:nvSpPr>
        <p:spPr>
          <a:xfrm>
            <a:off x="228600" y="2209800"/>
            <a:ext cx="5829300" cy="7067550"/>
          </a:xfrm>
          <a:prstGeom prst="rect">
            <a:avLst/>
          </a:prstGeom>
          <a:noFill/>
          <a:ln w="28575">
            <a:solidFill>
              <a:srgbClr val="4676CB"/>
            </a:solidFill>
            <a:prstDash val="solid"/>
          </a:ln>
        </p:spPr>
      </p:sp>
      <p:sp>
        <p:nvSpPr>
          <p:cNvPr id="17" name="DP3 object 224">
            <a:extLst>
              <a:ext uri="{FF2B5EF4-FFF2-40B4-BE49-F238E27FC236}">
                <ns2:creationId id="{FB2F2FE7-5A42-47D8-9D84-56968F5FF914}"/>
              </a:ext>
            </a:extLst>
          </p:cNvPr>
          <p:cNvSpPr>
            <a:spLocks noGrp="1"/>
          </p:cNvSpPr>
          <p:nvPr/>
        </p:nvSpPr>
        <p:spPr>
          <a:xfrm>
            <a:off x="228600" y="2209800"/>
            <a:ext cx="5829300" cy="476250"/>
          </a:xfrm>
          <a:prstGeom prst="rect">
            <a:avLst/>
          </a:prstGeom>
          <a:solidFill>
            <a:srgbClr val="C9E1B3"/>
          </a:solidFill>
          <a:ln w="0">
            <a:noFill/>
            <a:prstDash val="solid"/>
          </a:ln>
        </p:spPr>
      </p:sp>
      <p:sp>
        <p:nvSpPr>
          <p:cNvPr id="18" name="DP3 object 225">
            <a:extLst>
              <a:ext uri="{FF2B5EF4-FFF2-40B4-BE49-F238E27FC236}">
                <ns2:creationId id="{3D1FCCCE-2444-471F-B39F-F18981CFBE2C}"/>
              </a:ext>
            </a:extLst>
          </p:cNvPr>
          <p:cNvSpPr>
            <a:spLocks noGrp="1"/>
          </p:cNvSpPr>
          <p:nvPr/>
        </p:nvSpPr>
        <p:spPr>
          <a:xfrm>
            <a:off x="419100" y="2257425"/>
            <a:ext cx="5448300" cy="381000"/>
          </a:xfrm>
          <a:prstGeom prst="rect">
            <a:avLst/>
          </a:prstGeom>
          <a:noFill/>
          <a:ln w="0">
            <a:noFill/>
            <a:prstDash val="solid"/>
          </a:ln>
        </p:spPr>
        <p:txBody>
          <a:bodyPr wrap="none" lIns="0" tIns="0" rIns="0" bIns="0" anchor="ctr">
            <a:noAutofit/>
          </a:bodyPr>
          <a:lstStyle>
            <a:defPPr algn="ctr">
              <a:defRPr sz="2200" b="1" lang="ko-KR">
                <a:solidFill>
                  <a:srgbClr val="111111"/>
                </a:solidFill>
                <a:latin typeface="Calibri"/>
                <a:ea typeface="Calibri"/>
                <a:cs typeface="Calibri"/>
              </a:defRPr>
            </a:defPPr>
            <a:lvl1pPr algn="ctr">
              <a:defRPr sz="2200" b="1" lang="ko-KR">
                <a:solidFill>
                  <a:srgbClr val="111111"/>
                </a:solidFill>
                <a:latin typeface="Calibri"/>
                <a:ea typeface="Calibri"/>
                <a:cs typeface="Calibri"/>
              </a:defRPr>
            </a:lvl1pPr>
            <a:lvl2pPr algn="ctr">
              <a:defRPr sz="2200" b="1" lang="ko-KR">
                <a:solidFill>
                  <a:srgbClr val="111111"/>
                </a:solidFill>
                <a:latin typeface="Calibri"/>
                <a:ea typeface="Calibri"/>
                <a:cs typeface="Calibri"/>
              </a:defRPr>
            </a:lvl2pPr>
            <a:lvl3pPr algn="ctr">
              <a:defRPr sz="2200" b="1" lang="ko-KR">
                <a:solidFill>
                  <a:srgbClr val="111111"/>
                </a:solidFill>
                <a:latin typeface="Calibri"/>
                <a:ea typeface="Calibri"/>
                <a:cs typeface="Calibri"/>
              </a:defRPr>
            </a:lvl3pPr>
            <a:lvl4pPr algn="ctr">
              <a:defRPr sz="2200" b="1" lang="ko-KR">
                <a:solidFill>
                  <a:srgbClr val="111111"/>
                </a:solidFill>
                <a:latin typeface="Calibri"/>
                <a:ea typeface="Calibri"/>
                <a:cs typeface="Calibri"/>
              </a:defRPr>
            </a:lvl4pPr>
            <a:lvl5pPr algn="ctr">
              <a:defRPr sz="2200" b="1" lang="ko-KR">
                <a:solidFill>
                  <a:srgbClr val="111111"/>
                </a:solidFill>
                <a:latin typeface="Calibri"/>
                <a:ea typeface="Calibri"/>
                <a:cs typeface="Calibri"/>
              </a:defRPr>
            </a:lvl5pPr>
            <a:lvl6pPr algn="ctr">
              <a:defRPr sz="2200" b="1" lang="ko-KR">
                <a:solidFill>
                  <a:srgbClr val="111111"/>
                </a:solidFill>
                <a:latin typeface="Calibri"/>
                <a:ea typeface="Calibri"/>
                <a:cs typeface="Calibri"/>
              </a:defRPr>
            </a:lvl6pPr>
            <a:lvl7pPr algn="ctr">
              <a:defRPr sz="2200" b="1" lang="ko-KR">
                <a:solidFill>
                  <a:srgbClr val="111111"/>
                </a:solidFill>
                <a:latin typeface="Calibri"/>
                <a:ea typeface="Calibri"/>
                <a:cs typeface="Calibri"/>
              </a:defRPr>
            </a:lvl7pPr>
            <a:lvl8pPr algn="ctr">
              <a:defRPr sz="2200" b="1" lang="ko-KR">
                <a:solidFill>
                  <a:srgbClr val="111111"/>
                </a:solidFill>
                <a:latin typeface="Calibri"/>
                <a:ea typeface="Calibri"/>
                <a:cs typeface="Calibri"/>
              </a:defRPr>
            </a:lvl8pPr>
            <a:lvl9pPr algn="ctr">
              <a:defRPr sz="2200" b="1" lang="ko-KR">
                <a:solidFill>
                  <a:srgbClr val="111111"/>
                </a:solidFill>
                <a:latin typeface="Calibri"/>
                <a:ea typeface="Calibri"/>
                <a:cs typeface="Calibri"/>
              </a:defRPr>
            </a:lvl9pPr>
          </a:lstStyle>
          <a:p>
            <a:pPr algn="ctr">
              <a:defRPr sz="2200" b="1" lang="ko-KR">
                <a:solidFill>
                  <a:srgbClr val="111111"/>
                </a:solidFill>
                <a:latin typeface="Calibri"/>
                <a:ea typeface="Calibri"/>
                <a:cs typeface="Calibri"/>
              </a:defRPr>
            </a:pPr>
            <a:r>
              <a:rPr sz="2200" b="1" lang="ko-KR">
                <a:solidFill>
                  <a:srgbClr val="111111"/>
                </a:solidFill>
                <a:latin typeface="Calibri"/>
                <a:ea typeface="Calibri"/>
                <a:cs typeface="Calibri"/>
              </a:rPr>
              <a:t>거절 시 실행하는 복구 경로</a:t>
            </a:r>
            <a:endParaRPr lang="ko-KR">
              <a:latin typeface="Calibri"/>
              <a:ea typeface="Calibri"/>
              <a:cs typeface="Calibri"/>
            </a:endParaRPr>
          </a:p>
        </p:txBody>
      </p:sp>
      <p:sp>
        <p:nvSpPr>
          <p:cNvPr id="19" name="Joint Grounding Interpreter&#10;원본에서 대상과 관계 판단">
            <a:extLst>
              <a:ext uri="{FF2B5EF4-FFF2-40B4-BE49-F238E27FC236}">
                <ns2:creationId id="{7A36DB25-30D3-4075-A7AE-9834E99F28A9}"/>
              </a:ext>
            </a:extLst>
          </p:cNvPr>
          <p:cNvSpPr>
            <a:spLocks noGrp="1"/>
          </p:cNvSpPr>
          <p:nvPr/>
        </p:nvSpPr>
        <p:spPr>
          <a:xfrm>
            <a:off x="752475" y="2933700"/>
            <a:ext cx="4781550" cy="771525"/>
          </a:xfrm>
          <a:prstGeom prst="rect">
            <a:avLst/>
          </a:prstGeom>
          <a:solidFill>
            <a:srgbClr val="FFFFFF"/>
          </a:solidFill>
          <a:ln w="17145">
            <a:solidFill>
              <a:srgbClr val="111111"/>
            </a:solidFill>
            <a:prstDash val="solid"/>
          </a:ln>
        </p:spPr>
      </p:sp>
      <p:sp>
        <p:nvSpPr>
          <p:cNvPr id="20" name="DP3 object 226">
            <a:extLst>
              <a:ext uri="{FF2B5EF4-FFF2-40B4-BE49-F238E27FC236}">
                <ns2:creationId id="{A10C82CD-CB0A-4D8D-9904-F1CE964B290A}"/>
              </a:ext>
            </a:extLst>
          </p:cNvPr>
          <p:cNvSpPr>
            <a:spLocks noGrp="1"/>
          </p:cNvSpPr>
          <p:nvPr/>
        </p:nvSpPr>
        <p:spPr>
          <a:xfrm>
            <a:off x="819150" y="2971800"/>
            <a:ext cx="4648200" cy="6953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Joint Grounding Interpreter</a:t>
            </a:r>
            <a:endParaRPr lang="ko-KR">
              <a:latin typeface="Calibri"/>
              <a:ea typeface="Calibri"/>
              <a:cs typeface="Calibri"/>
            </a:endParaRPr>
          </a:p>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원본에서 대상과 관계 판단</a:t>
            </a:r>
            <a:endParaRPr lang="ko-KR">
              <a:latin typeface="Calibri"/>
              <a:ea typeface="Calibri"/>
              <a:cs typeface="Calibri"/>
            </a:endParaRPr>
          </a:p>
        </p:txBody>
      </p:sp>
      <p:sp>
        <p:nvSpPr>
          <p:cNvPr id="21" name="Editable path 227">
            <a:extLst>
              <a:ext uri="{FF2B5EF4-FFF2-40B4-BE49-F238E27FC236}">
                <ns2:creationId id="{80682205-90FF-45A1-B555-62049A19E6B3}"/>
              </a:ext>
            </a:extLst>
          </p:cNvPr>
          <p:cNvSpPr>
            <a:spLocks noGrp="1"/>
          </p:cNvSpPr>
          <p:nvPr/>
        </p:nvSpPr>
        <p:spPr>
          <a:xfrm>
            <a:off x="3143250" y="3705225"/>
            <a:ext cx="953" cy="314325"/>
          </a:xfrm>
          <a:custGeom>
            <a:pathLst>
              <a:path w="953" h="314325">
                <a:moveTo>
                  <a:pt x="0" y="0"/>
                </a:moveTo>
                <a:lnTo>
                  <a:pt x="0" y="314325"/>
                </a:lnTo>
              </a:path>
            </a:pathLst>
          </a:custGeom>
          <a:noFill/>
          <a:ln w="22860">
            <a:solidFill>
              <a:srgbClr val="111111"/>
            </a:solidFill>
            <a:prstDash val="solid"/>
          </a:ln>
        </p:spPr>
      </p:sp>
      <p:sp>
        <p:nvSpPr>
          <p:cNvPr id="22" name="Editable arrowhead 228">
            <a:extLst>
              <a:ext uri="{FF2B5EF4-FFF2-40B4-BE49-F238E27FC236}">
                <ns2:creationId id="{D0D69C65-AF69-4AD7-ADBB-ACA6B4D960EF}"/>
              </a:ext>
            </a:extLst>
          </p:cNvPr>
          <p:cNvSpPr>
            <a:spLocks noGrp="1"/>
          </p:cNvSpPr>
          <p:nvPr/>
        </p:nvSpPr>
        <p:spPr>
          <a:xfrm>
            <a:off x="3095625" y="3924300"/>
            <a:ext cx="95250" cy="95250"/>
          </a:xfrm>
          <a:custGeom>
            <a:pathLst>
              <a:path w="95250" h="95250">
                <a:moveTo>
                  <a:pt x="47625" y="95250"/>
                </a:moveTo>
                <a:lnTo>
                  <a:pt x="95250" y="0"/>
                </a:lnTo>
                <a:lnTo>
                  <a:pt x="0" y="0"/>
                </a:lnTo>
                <a:close/>
              </a:path>
            </a:pathLst>
          </a:custGeom>
          <a:solidFill>
            <a:srgbClr val="111111"/>
          </a:solidFill>
          <a:ln w="5715">
            <a:solidFill>
              <a:srgbClr val="111111"/>
            </a:solidFill>
            <a:prstDash val="solid"/>
          </a:ln>
        </p:spPr>
      </p:sp>
      <p:sp>
        <p:nvSpPr>
          <p:cNvPr id="23" name="source·revision·기하 검증">
            <a:extLst>
              <a:ext uri="{FF2B5EF4-FFF2-40B4-BE49-F238E27FC236}">
                <ns2:creationId id="{3240CFE7-26E3-42D9-9DB1-93DBD44BFA26}"/>
              </a:ext>
            </a:extLst>
          </p:cNvPr>
          <p:cNvSpPr>
            <a:spLocks noGrp="1"/>
          </p:cNvSpPr>
          <p:nvPr/>
        </p:nvSpPr>
        <p:spPr>
          <a:xfrm>
            <a:off x="752475" y="4019550"/>
            <a:ext cx="4781550" cy="495300"/>
          </a:xfrm>
          <a:prstGeom prst="rect">
            <a:avLst/>
          </a:prstGeom>
          <a:solidFill>
            <a:srgbClr val="FFFFFF"/>
          </a:solidFill>
          <a:ln w="17145">
            <a:solidFill>
              <a:srgbClr val="111111"/>
            </a:solidFill>
            <a:prstDash val="solid"/>
          </a:ln>
        </p:spPr>
      </p:sp>
      <p:sp>
        <p:nvSpPr>
          <p:cNvPr id="24" name="DP3 object 229">
            <a:extLst>
              <a:ext uri="{FF2B5EF4-FFF2-40B4-BE49-F238E27FC236}">
                <ns2:creationId id="{736F2A80-9774-4EE3-9A30-6FA7403B0E40}"/>
              </a:ext>
            </a:extLst>
          </p:cNvPr>
          <p:cNvSpPr>
            <a:spLocks noGrp="1"/>
          </p:cNvSpPr>
          <p:nvPr/>
        </p:nvSpPr>
        <p:spPr>
          <a:xfrm>
            <a:off x="819150" y="4057650"/>
            <a:ext cx="4648200" cy="419100"/>
          </a:xfrm>
          <a:prstGeom prst="rect">
            <a:avLst/>
          </a:prstGeom>
          <a:noFill/>
          <a:ln w="0">
            <a:noFill/>
            <a:prstDash val="solid"/>
          </a:ln>
        </p:spPr>
        <p:txBody>
          <a:bodyPr wrap="none" lIns="0" tIns="0" rIns="0" bIns="0" anchor="ctr">
            <a:noAutofit/>
          </a:bodyPr>
          <a:lstStyle>
            <a:defPPr algn="ctr">
              <a:defRPr sz="2000" b="0" lang="ko-KR">
                <a:solidFill>
                  <a:srgbClr val="111111"/>
                </a:solidFill>
                <a:latin typeface="Calibri"/>
                <a:ea typeface="Calibri"/>
                <a:cs typeface="Calibri"/>
              </a:defRPr>
            </a:defPPr>
            <a:lvl1pPr algn="ctr">
              <a:defRPr sz="2000" b="0" lang="ko-KR">
                <a:solidFill>
                  <a:srgbClr val="111111"/>
                </a:solidFill>
                <a:latin typeface="Calibri"/>
                <a:ea typeface="Calibri"/>
                <a:cs typeface="Calibri"/>
              </a:defRPr>
            </a:lvl1pPr>
            <a:lvl2pPr algn="ctr">
              <a:defRPr sz="2000" b="0" lang="ko-KR">
                <a:solidFill>
                  <a:srgbClr val="111111"/>
                </a:solidFill>
                <a:latin typeface="Calibri"/>
                <a:ea typeface="Calibri"/>
                <a:cs typeface="Calibri"/>
              </a:defRPr>
            </a:lvl2pPr>
            <a:lvl3pPr algn="ctr">
              <a:defRPr sz="2000" b="0" lang="ko-KR">
                <a:solidFill>
                  <a:srgbClr val="111111"/>
                </a:solidFill>
                <a:latin typeface="Calibri"/>
                <a:ea typeface="Calibri"/>
                <a:cs typeface="Calibri"/>
              </a:defRPr>
            </a:lvl3pPr>
            <a:lvl4pPr algn="ctr">
              <a:defRPr sz="2000" b="0" lang="ko-KR">
                <a:solidFill>
                  <a:srgbClr val="111111"/>
                </a:solidFill>
                <a:latin typeface="Calibri"/>
                <a:ea typeface="Calibri"/>
                <a:cs typeface="Calibri"/>
              </a:defRPr>
            </a:lvl4pPr>
            <a:lvl5pPr algn="ctr">
              <a:defRPr sz="2000" b="0" lang="ko-KR">
                <a:solidFill>
                  <a:srgbClr val="111111"/>
                </a:solidFill>
                <a:latin typeface="Calibri"/>
                <a:ea typeface="Calibri"/>
                <a:cs typeface="Calibri"/>
              </a:defRPr>
            </a:lvl5pPr>
            <a:lvl6pPr algn="ctr">
              <a:defRPr sz="2000" b="0" lang="ko-KR">
                <a:solidFill>
                  <a:srgbClr val="111111"/>
                </a:solidFill>
                <a:latin typeface="Calibri"/>
                <a:ea typeface="Calibri"/>
                <a:cs typeface="Calibri"/>
              </a:defRPr>
            </a:lvl6pPr>
            <a:lvl7pPr algn="ctr">
              <a:defRPr sz="2000" b="0" lang="ko-KR">
                <a:solidFill>
                  <a:srgbClr val="111111"/>
                </a:solidFill>
                <a:latin typeface="Calibri"/>
                <a:ea typeface="Calibri"/>
                <a:cs typeface="Calibri"/>
              </a:defRPr>
            </a:lvl7pPr>
            <a:lvl8pPr algn="ctr">
              <a:defRPr sz="2000" b="0" lang="ko-KR">
                <a:solidFill>
                  <a:srgbClr val="111111"/>
                </a:solidFill>
                <a:latin typeface="Calibri"/>
                <a:ea typeface="Calibri"/>
                <a:cs typeface="Calibri"/>
              </a:defRPr>
            </a:lvl8pPr>
            <a:lvl9pPr algn="ctr">
              <a:defRPr sz="2000" b="0" lang="ko-KR">
                <a:solidFill>
                  <a:srgbClr val="111111"/>
                </a:solidFill>
                <a:latin typeface="Calibri"/>
                <a:ea typeface="Calibri"/>
                <a:cs typeface="Calibri"/>
              </a:defRPr>
            </a:lvl9pPr>
          </a:lstStyle>
          <a:p>
            <a:pPr algn="ctr">
              <a:defRPr sz="2000" b="0" lang="ko-KR">
                <a:solidFill>
                  <a:srgbClr val="111111"/>
                </a:solidFill>
                <a:latin typeface="Calibri"/>
                <a:ea typeface="Calibri"/>
                <a:cs typeface="Calibri"/>
              </a:defRPr>
            </a:pPr>
            <a:r>
              <a:rPr sz="2000" b="0" lang="ko-KR">
                <a:solidFill>
                  <a:srgbClr val="111111"/>
                </a:solidFill>
                <a:latin typeface="Calibri"/>
                <a:ea typeface="Calibri"/>
                <a:cs typeface="Calibri"/>
              </a:rPr>
              <a:t>source·revision·기하 검증</a:t>
            </a:r>
            <a:endParaRPr lang="ko-KR">
              <a:latin typeface="Calibri"/>
              <a:ea typeface="Calibri"/>
              <a:cs typeface="Calibri"/>
            </a:endParaRPr>
          </a:p>
        </p:txBody>
      </p:sp>
      <p:sp>
        <p:nvSpPr>
          <p:cNvPr id="25" name="DP3 object 230">
            <a:extLst>
              <a:ext uri="{FF2B5EF4-FFF2-40B4-BE49-F238E27FC236}">
                <ns2:creationId id="{C7D0B92A-7946-4D78-8C5C-BEC31E5F0D9C}"/>
              </a:ext>
            </a:extLst>
          </p:cNvPr>
          <p:cNvSpPr>
            <a:spLocks noGrp="1"/>
          </p:cNvSpPr>
          <p:nvPr/>
        </p:nvSpPr>
        <p:spPr>
          <a:xfrm>
            <a:off x="3314700" y="4610100"/>
            <a:ext cx="2095500" cy="276225"/>
          </a:xfrm>
          <a:prstGeom prst="rect">
            <a:avLst/>
          </a:prstGeom>
          <a:noFill/>
          <a:ln w="0">
            <a:noFill/>
            <a:prstDash val="solid"/>
          </a:ln>
        </p:spPr>
        <p:txBody>
          <a:bodyPr wrap="none" lIns="0" tIns="0" rIns="0" bIns="0" anchor="ctr">
            <a:noAutofit/>
          </a:bodyPr>
          <a:lstStyle>
            <a:defPPr algn="l">
              <a:defRPr sz="1700" b="1" lang="ko-KR">
                <a:solidFill>
                  <a:srgbClr val="C00000"/>
                </a:solidFill>
                <a:latin typeface="Calibri"/>
                <a:ea typeface="Calibri"/>
                <a:cs typeface="Calibri"/>
              </a:defRPr>
            </a:defPPr>
            <a:lvl1pPr algn="l">
              <a:defRPr sz="1700" b="1" lang="ko-KR">
                <a:solidFill>
                  <a:srgbClr val="C00000"/>
                </a:solidFill>
                <a:latin typeface="Calibri"/>
                <a:ea typeface="Calibri"/>
                <a:cs typeface="Calibri"/>
              </a:defRPr>
            </a:lvl1pPr>
            <a:lvl2pPr algn="l">
              <a:defRPr sz="1700" b="1" lang="ko-KR">
                <a:solidFill>
                  <a:srgbClr val="C00000"/>
                </a:solidFill>
                <a:latin typeface="Calibri"/>
                <a:ea typeface="Calibri"/>
                <a:cs typeface="Calibri"/>
              </a:defRPr>
            </a:lvl2pPr>
            <a:lvl3pPr algn="l">
              <a:defRPr sz="1700" b="1" lang="ko-KR">
                <a:solidFill>
                  <a:srgbClr val="C00000"/>
                </a:solidFill>
                <a:latin typeface="Calibri"/>
                <a:ea typeface="Calibri"/>
                <a:cs typeface="Calibri"/>
              </a:defRPr>
            </a:lvl3pPr>
            <a:lvl4pPr algn="l">
              <a:defRPr sz="1700" b="1" lang="ko-KR">
                <a:solidFill>
                  <a:srgbClr val="C00000"/>
                </a:solidFill>
                <a:latin typeface="Calibri"/>
                <a:ea typeface="Calibri"/>
                <a:cs typeface="Calibri"/>
              </a:defRPr>
            </a:lvl4pPr>
            <a:lvl5pPr algn="l">
              <a:defRPr sz="1700" b="1" lang="ko-KR">
                <a:solidFill>
                  <a:srgbClr val="C00000"/>
                </a:solidFill>
                <a:latin typeface="Calibri"/>
                <a:ea typeface="Calibri"/>
                <a:cs typeface="Calibri"/>
              </a:defRPr>
            </a:lvl5pPr>
            <a:lvl6pPr algn="l">
              <a:defRPr sz="1700" b="1" lang="ko-KR">
                <a:solidFill>
                  <a:srgbClr val="C00000"/>
                </a:solidFill>
                <a:latin typeface="Calibri"/>
                <a:ea typeface="Calibri"/>
                <a:cs typeface="Calibri"/>
              </a:defRPr>
            </a:lvl6pPr>
            <a:lvl7pPr algn="l">
              <a:defRPr sz="1700" b="1" lang="ko-KR">
                <a:solidFill>
                  <a:srgbClr val="C00000"/>
                </a:solidFill>
                <a:latin typeface="Calibri"/>
                <a:ea typeface="Calibri"/>
                <a:cs typeface="Calibri"/>
              </a:defRPr>
            </a:lvl7pPr>
            <a:lvl8pPr algn="l">
              <a:defRPr sz="1700" b="1" lang="ko-KR">
                <a:solidFill>
                  <a:srgbClr val="C00000"/>
                </a:solidFill>
                <a:latin typeface="Calibri"/>
                <a:ea typeface="Calibri"/>
                <a:cs typeface="Calibri"/>
              </a:defRPr>
            </a:lvl8pPr>
            <a:lvl9pPr algn="l">
              <a:defRPr sz="1700" b="1" lang="ko-KR">
                <a:solidFill>
                  <a:srgbClr val="C00000"/>
                </a:solidFill>
                <a:latin typeface="Calibri"/>
                <a:ea typeface="Calibri"/>
                <a:cs typeface="Calibri"/>
              </a:defRPr>
            </a:lvl9pPr>
          </a:lstStyle>
          <a:p>
            <a:pPr algn="l">
              <a:defRPr sz="1700" b="1" lang="ko-KR">
                <a:solidFill>
                  <a:srgbClr val="C00000"/>
                </a:solidFill>
                <a:latin typeface="Calibri"/>
                <a:ea typeface="Calibri"/>
                <a:cs typeface="Calibri"/>
              </a:defRPr>
            </a:pPr>
            <a:r>
              <a:rPr sz="1700" b="1" lang="ko-KR">
                <a:solidFill>
                  <a:srgbClr val="C00000"/>
                </a:solidFill>
                <a:latin typeface="Calibri"/>
                <a:ea typeface="Calibri"/>
                <a:cs typeface="Calibri"/>
              </a:rPr>
              <a:t>검증 거절</a:t>
            </a:r>
            <a:endParaRPr lang="ko-KR">
              <a:latin typeface="Calibri"/>
              <a:ea typeface="Calibri"/>
              <a:cs typeface="Calibri"/>
            </a:endParaRPr>
          </a:p>
        </p:txBody>
      </p:sp>
      <p:sp>
        <p:nvSpPr>
          <p:cNvPr id="26" name="Editable path 231">
            <a:extLst>
              <a:ext uri="{FF2B5EF4-FFF2-40B4-BE49-F238E27FC236}">
                <ns2:creationId id="{9183996B-DD21-4E43-9845-4620A09B298F}"/>
              </a:ext>
            </a:extLst>
          </p:cNvPr>
          <p:cNvSpPr>
            <a:spLocks noGrp="1"/>
          </p:cNvSpPr>
          <p:nvPr/>
        </p:nvSpPr>
        <p:spPr>
          <a:xfrm>
            <a:off x="3143250" y="4514850"/>
            <a:ext cx="953" cy="523875"/>
          </a:xfrm>
          <a:custGeom>
            <a:pathLst>
              <a:path w="953" h="523875">
                <a:moveTo>
                  <a:pt x="0" y="0"/>
                </a:moveTo>
                <a:lnTo>
                  <a:pt x="0" y="523875"/>
                </a:lnTo>
              </a:path>
            </a:pathLst>
          </a:custGeom>
          <a:noFill/>
          <a:ln w="23813">
            <a:solidFill>
              <a:srgbClr val="C00000"/>
            </a:solidFill>
            <a:prstDash val="dash"/>
          </a:ln>
        </p:spPr>
      </p:sp>
      <p:sp>
        <p:nvSpPr>
          <p:cNvPr id="27" name="Editable arrowhead 232">
            <a:extLst>
              <a:ext uri="{FF2B5EF4-FFF2-40B4-BE49-F238E27FC236}">
                <ns2:creationId id="{0F0A8A15-6048-46F0-9507-EAB9463630BD}"/>
              </a:ext>
            </a:extLst>
          </p:cNvPr>
          <p:cNvSpPr>
            <a:spLocks noGrp="1"/>
          </p:cNvSpPr>
          <p:nvPr/>
        </p:nvSpPr>
        <p:spPr>
          <a:xfrm>
            <a:off x="3095625" y="4943475"/>
            <a:ext cx="95250" cy="95250"/>
          </a:xfrm>
          <a:custGeom>
            <a:pathLst>
              <a:path w="95250" h="95250">
                <a:moveTo>
                  <a:pt x="47625" y="95250"/>
                </a:moveTo>
                <a:lnTo>
                  <a:pt x="95250" y="0"/>
                </a:lnTo>
                <a:lnTo>
                  <a:pt x="0" y="0"/>
                </a:lnTo>
                <a:close/>
              </a:path>
            </a:pathLst>
          </a:custGeom>
          <a:solidFill>
            <a:srgbClr val="C00000"/>
          </a:solidFill>
          <a:ln w="5715">
            <a:solidFill>
              <a:srgbClr val="C00000"/>
            </a:solidFill>
            <a:prstDash val="solid"/>
          </a:ln>
        </p:spPr>
      </p:sp>
      <p:sp>
        <p:nvSpPr>
          <p:cNvPr id="28" name="A5  영향 범위의 좌표 view&#10;raw 지시점 crop 또는 전체 격자">
            <a:extLst>
              <a:ext uri="{FF2B5EF4-FFF2-40B4-BE49-F238E27FC236}">
                <ns2:creationId id="{27B14237-0709-4250-AB7F-EA0C9742F10F}"/>
              </a:ext>
            </a:extLst>
          </p:cNvPr>
          <p:cNvSpPr>
            <a:spLocks noGrp="1"/>
          </p:cNvSpPr>
          <p:nvPr/>
        </p:nvSpPr>
        <p:spPr>
          <a:xfrm>
            <a:off x="752475" y="5038725"/>
            <a:ext cx="4781550" cy="866775"/>
          </a:xfrm>
          <a:prstGeom prst="rect">
            <a:avLst/>
          </a:prstGeom>
          <a:solidFill>
            <a:srgbClr val="F1F6FC"/>
          </a:solidFill>
          <a:ln w="28575">
            <a:solidFill>
              <a:srgbClr val="4676CB"/>
            </a:solidFill>
            <a:prstDash val="solid"/>
          </a:ln>
        </p:spPr>
      </p:sp>
      <p:sp>
        <p:nvSpPr>
          <p:cNvPr id="29" name="DP3 object 233">
            <a:extLst>
              <a:ext uri="{FF2B5EF4-FFF2-40B4-BE49-F238E27FC236}">
                <ns2:creationId id="{4FC06F8E-A421-4D4E-88BD-05AAD476477B}"/>
              </a:ext>
            </a:extLst>
          </p:cNvPr>
          <p:cNvSpPr>
            <a:spLocks noGrp="1"/>
          </p:cNvSpPr>
          <p:nvPr/>
        </p:nvSpPr>
        <p:spPr>
          <a:xfrm>
            <a:off x="819150" y="50768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A5  영향 범위의 좌표 view</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raw 지시점 crop 또는 전체 격자</a:t>
            </a:r>
            <a:endParaRPr lang="ko-KR">
              <a:latin typeface="Calibri"/>
              <a:ea typeface="Calibri"/>
              <a:cs typeface="Calibri"/>
            </a:endParaRPr>
          </a:p>
        </p:txBody>
      </p:sp>
      <p:sp>
        <p:nvSpPr>
          <p:cNvPr id="30" name="Editable path 234">
            <a:extLst>
              <a:ext uri="{FF2B5EF4-FFF2-40B4-BE49-F238E27FC236}">
                <ns2:creationId id="{DEED5534-BBB4-4FC9-8E54-F0E39A2B84F4}"/>
              </a:ext>
            </a:extLst>
          </p:cNvPr>
          <p:cNvSpPr>
            <a:spLocks noGrp="1"/>
          </p:cNvSpPr>
          <p:nvPr/>
        </p:nvSpPr>
        <p:spPr>
          <a:xfrm>
            <a:off x="3143250" y="5905500"/>
            <a:ext cx="953" cy="352425"/>
          </a:xfrm>
          <a:custGeom>
            <a:pathLst>
              <a:path w="953" h="352425">
                <a:moveTo>
                  <a:pt x="0" y="0"/>
                </a:moveTo>
                <a:lnTo>
                  <a:pt x="0" y="352425"/>
                </a:lnTo>
              </a:path>
            </a:pathLst>
          </a:custGeom>
          <a:noFill/>
          <a:ln w="24765">
            <a:solidFill>
              <a:srgbClr val="4676CB"/>
            </a:solidFill>
            <a:prstDash val="solid"/>
          </a:ln>
        </p:spPr>
      </p:sp>
      <p:sp>
        <p:nvSpPr>
          <p:cNvPr id="31" name="Editable arrowhead 235">
            <a:extLst>
              <a:ext uri="{FF2B5EF4-FFF2-40B4-BE49-F238E27FC236}">
                <ns2:creationId id="{560B33B3-70A2-4C35-BD01-FA2F5780F9B2}"/>
              </a:ext>
            </a:extLst>
          </p:cNvPr>
          <p:cNvSpPr>
            <a:spLocks noGrp="1"/>
          </p:cNvSpPr>
          <p:nvPr/>
        </p:nvSpPr>
        <p:spPr>
          <a:xfrm>
            <a:off x="3095625" y="6162675"/>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2" name="A2  영향 표현만 다시 판단·패치&#10;비영향 표현의 binding은 유지">
            <a:extLst>
              <a:ext uri="{FF2B5EF4-FFF2-40B4-BE49-F238E27FC236}">
                <ns2:creationId id="{9A5CEE75-6B0E-42BE-8A0A-9F88B19C8A7C}"/>
              </a:ext>
            </a:extLst>
          </p:cNvPr>
          <p:cNvSpPr>
            <a:spLocks noGrp="1"/>
          </p:cNvSpPr>
          <p:nvPr/>
        </p:nvSpPr>
        <p:spPr>
          <a:xfrm>
            <a:off x="752475" y="6257925"/>
            <a:ext cx="4781550" cy="866775"/>
          </a:xfrm>
          <a:prstGeom prst="rect">
            <a:avLst/>
          </a:prstGeom>
          <a:solidFill>
            <a:srgbClr val="F1F6FC"/>
          </a:solidFill>
          <a:ln w="28575">
            <a:solidFill>
              <a:srgbClr val="4676CB"/>
            </a:solidFill>
            <a:prstDash val="solid"/>
          </a:ln>
        </p:spPr>
      </p:sp>
      <p:sp>
        <p:nvSpPr>
          <p:cNvPr id="33" name="DP3 object 236">
            <a:extLst>
              <a:ext uri="{FF2B5EF4-FFF2-40B4-BE49-F238E27FC236}">
                <ns2:creationId id="{E426F728-1D48-4AD0-83AC-CF0FACB5501F}"/>
              </a:ext>
            </a:extLst>
          </p:cNvPr>
          <p:cNvSpPr>
            <a:spLocks noGrp="1"/>
          </p:cNvSpPr>
          <p:nvPr/>
        </p:nvSpPr>
        <p:spPr>
          <a:xfrm>
            <a:off x="819150" y="6296025"/>
            <a:ext cx="4648200" cy="790575"/>
          </a:xfrm>
          <a:prstGeom prst="rect">
            <a:avLst/>
          </a:prstGeom>
          <a:noFill/>
          <a:ln w="0">
            <a:noFill/>
            <a:prstDash val="solid"/>
          </a:ln>
        </p:spPr>
        <p:txBody>
          <a:bodyPr wrap="none" lIns="0" tIns="0" rIns="0" bIns="0" anchor="ctr">
            <a:noAutofit/>
          </a:bodyPr>
          <a:lstStyle>
            <a:defPPr algn="ctr">
              <a:defRPr sz="1900" b="1" lang="ko-KR">
                <a:solidFill>
                  <a:srgbClr val="4676CB"/>
                </a:solidFill>
                <a:latin typeface="Calibri"/>
                <a:ea typeface="Calibri"/>
                <a:cs typeface="Calibri"/>
              </a:defRPr>
            </a:defPPr>
            <a:lvl1pPr algn="ctr">
              <a:defRPr sz="1900" b="1" lang="ko-KR">
                <a:solidFill>
                  <a:srgbClr val="4676CB"/>
                </a:solidFill>
                <a:latin typeface="Calibri"/>
                <a:ea typeface="Calibri"/>
                <a:cs typeface="Calibri"/>
              </a:defRPr>
            </a:lvl1pPr>
            <a:lvl2pPr algn="ctr">
              <a:defRPr sz="1900" b="1" lang="ko-KR">
                <a:solidFill>
                  <a:srgbClr val="4676CB"/>
                </a:solidFill>
                <a:latin typeface="Calibri"/>
                <a:ea typeface="Calibri"/>
                <a:cs typeface="Calibri"/>
              </a:defRPr>
            </a:lvl2pPr>
            <a:lvl3pPr algn="ctr">
              <a:defRPr sz="1900" b="1" lang="ko-KR">
                <a:solidFill>
                  <a:srgbClr val="4676CB"/>
                </a:solidFill>
                <a:latin typeface="Calibri"/>
                <a:ea typeface="Calibri"/>
                <a:cs typeface="Calibri"/>
              </a:defRPr>
            </a:lvl3pPr>
            <a:lvl4pPr algn="ctr">
              <a:defRPr sz="1900" b="1" lang="ko-KR">
                <a:solidFill>
                  <a:srgbClr val="4676CB"/>
                </a:solidFill>
                <a:latin typeface="Calibri"/>
                <a:ea typeface="Calibri"/>
                <a:cs typeface="Calibri"/>
              </a:defRPr>
            </a:lvl4pPr>
            <a:lvl5pPr algn="ctr">
              <a:defRPr sz="1900" b="1" lang="ko-KR">
                <a:solidFill>
                  <a:srgbClr val="4676CB"/>
                </a:solidFill>
                <a:latin typeface="Calibri"/>
                <a:ea typeface="Calibri"/>
                <a:cs typeface="Calibri"/>
              </a:defRPr>
            </a:lvl5pPr>
            <a:lvl6pPr algn="ctr">
              <a:defRPr sz="1900" b="1" lang="ko-KR">
                <a:solidFill>
                  <a:srgbClr val="4676CB"/>
                </a:solidFill>
                <a:latin typeface="Calibri"/>
                <a:ea typeface="Calibri"/>
                <a:cs typeface="Calibri"/>
              </a:defRPr>
            </a:lvl6pPr>
            <a:lvl7pPr algn="ctr">
              <a:defRPr sz="1900" b="1" lang="ko-KR">
                <a:solidFill>
                  <a:srgbClr val="4676CB"/>
                </a:solidFill>
                <a:latin typeface="Calibri"/>
                <a:ea typeface="Calibri"/>
                <a:cs typeface="Calibri"/>
              </a:defRPr>
            </a:lvl7pPr>
            <a:lvl8pPr algn="ctr">
              <a:defRPr sz="1900" b="1" lang="ko-KR">
                <a:solidFill>
                  <a:srgbClr val="4676CB"/>
                </a:solidFill>
                <a:latin typeface="Calibri"/>
                <a:ea typeface="Calibri"/>
                <a:cs typeface="Calibri"/>
              </a:defRPr>
            </a:lvl8pPr>
            <a:lvl9pPr algn="ctr">
              <a:defRPr sz="1900" b="1" lang="ko-KR">
                <a:solidFill>
                  <a:srgbClr val="4676CB"/>
                </a:solidFill>
                <a:latin typeface="Calibri"/>
                <a:ea typeface="Calibri"/>
                <a:cs typeface="Calibri"/>
              </a:defRPr>
            </a:lvl9pPr>
          </a:lstStyle>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A2  영향 표현만 다시 판단·패치</a:t>
            </a:r>
            <a:endParaRPr lang="ko-KR">
              <a:latin typeface="Calibri"/>
              <a:ea typeface="Calibri"/>
              <a:cs typeface="Calibri"/>
            </a:endParaRPr>
          </a:p>
          <a:p>
            <a:pPr algn="ctr">
              <a:defRPr sz="1900" b="1" lang="ko-KR">
                <a:solidFill>
                  <a:srgbClr val="4676CB"/>
                </a:solidFill>
                <a:latin typeface="Calibri"/>
                <a:ea typeface="Calibri"/>
                <a:cs typeface="Calibri"/>
              </a:defRPr>
            </a:pPr>
            <a:r>
              <a:rPr sz="1900" b="1" lang="ko-KR">
                <a:solidFill>
                  <a:srgbClr val="4676CB"/>
                </a:solidFill>
                <a:latin typeface="Calibri"/>
                <a:ea typeface="Calibri"/>
                <a:cs typeface="Calibri"/>
              </a:rPr>
              <a:t>비영향 표현의 binding은 유지</a:t>
            </a:r>
            <a:endParaRPr lang="ko-KR">
              <a:latin typeface="Calibri"/>
              <a:ea typeface="Calibri"/>
              <a:cs typeface="Calibri"/>
            </a:endParaRPr>
          </a:p>
        </p:txBody>
      </p:sp>
      <p:sp>
        <p:nvSpPr>
          <p:cNvPr id="34" name="Editable path 237">
            <a:extLst>
              <a:ext uri="{FF2B5EF4-FFF2-40B4-BE49-F238E27FC236}">
                <ns2:creationId id="{6F229266-777A-4CF4-BFC1-FC172BD8467B}"/>
              </a:ext>
            </a:extLst>
          </p:cNvPr>
          <p:cNvSpPr>
            <a:spLocks noGrp="1"/>
          </p:cNvSpPr>
          <p:nvPr/>
        </p:nvSpPr>
        <p:spPr>
          <a:xfrm>
            <a:off x="3143250" y="7124700"/>
            <a:ext cx="953" cy="361950"/>
          </a:xfrm>
          <a:custGeom>
            <a:pathLst>
              <a:path w="953" h="361950">
                <a:moveTo>
                  <a:pt x="0" y="0"/>
                </a:moveTo>
                <a:lnTo>
                  <a:pt x="0" y="361950"/>
                </a:lnTo>
              </a:path>
            </a:pathLst>
          </a:custGeom>
          <a:noFill/>
          <a:ln w="24765">
            <a:solidFill>
              <a:srgbClr val="4676CB"/>
            </a:solidFill>
            <a:prstDash val="solid"/>
          </a:ln>
        </p:spPr>
      </p:sp>
      <p:sp>
        <p:nvSpPr>
          <p:cNvPr id="35" name="Editable arrowhead 238">
            <a:extLst>
              <a:ext uri="{FF2B5EF4-FFF2-40B4-BE49-F238E27FC236}">
                <ns2:creationId id="{9F96C3C3-48C7-4571-A94C-87D84DE3661B}"/>
              </a:ext>
            </a:extLst>
          </p:cNvPr>
          <p:cNvSpPr>
            <a:spLocks noGrp="1"/>
          </p:cNvSpPr>
          <p:nvPr/>
        </p:nvSpPr>
        <p:spPr>
          <a:xfrm>
            <a:off x="3095625" y="7391400"/>
            <a:ext cx="95250" cy="95250"/>
          </a:xfrm>
          <a:custGeom>
            <a:pathLst>
              <a:path w="95250" h="95250">
                <a:moveTo>
                  <a:pt x="47625" y="95250"/>
                </a:moveTo>
                <a:lnTo>
                  <a:pt x="95250" y="0"/>
                </a:lnTo>
                <a:lnTo>
                  <a:pt x="0" y="0"/>
                </a:lnTo>
                <a:close/>
              </a:path>
            </a:pathLst>
          </a:custGeom>
          <a:solidFill>
            <a:srgbClr val="4676CB"/>
          </a:solidFill>
          <a:ln w="5715">
            <a:solidFill>
              <a:srgbClr val="4676CB"/>
            </a:solidFill>
            <a:prstDash val="solid"/>
          </a:ln>
        </p:spPr>
      </p:sp>
      <p:sp>
        <p:nvSpPr>
          <p:cNvPr id="36" name="전체 현재성 재검증 후 채택">
            <a:extLst>
              <a:ext uri="{FF2B5EF4-FFF2-40B4-BE49-F238E27FC236}">
                <ns2:creationId id="{BF131AD5-22D1-41EA-BB34-82CAB69E02C3}"/>
              </a:ext>
            </a:extLst>
          </p:cNvPr>
          <p:cNvSpPr>
            <a:spLocks noGrp="1"/>
          </p:cNvSpPr>
          <p:nvPr/>
        </p:nvSpPr>
        <p:spPr>
          <a:xfrm>
            <a:off x="752475" y="7486650"/>
            <a:ext cx="4781550" cy="542925"/>
          </a:xfrm>
          <a:prstGeom prst="rect">
            <a:avLst/>
          </a:prstGeom>
          <a:solidFill>
            <a:srgbClr val="FFFFFF"/>
          </a:solidFill>
          <a:ln w="17145">
            <a:solidFill>
              <a:srgbClr val="111111"/>
            </a:solidFill>
            <a:prstDash val="solid"/>
          </a:ln>
        </p:spPr>
      </p:sp>
      <p:sp>
        <p:nvSpPr>
          <p:cNvPr id="37" name="DP3 object 239">
            <a:extLst>
              <a:ext uri="{FF2B5EF4-FFF2-40B4-BE49-F238E27FC236}">
                <ns2:creationId id="{0CC44AAC-76EF-4290-A7DB-55DE72681AFE}"/>
              </a:ext>
            </a:extLst>
          </p:cNvPr>
          <p:cNvSpPr>
            <a:spLocks noGrp="1"/>
          </p:cNvSpPr>
          <p:nvPr/>
        </p:nvSpPr>
        <p:spPr>
          <a:xfrm>
            <a:off x="819150" y="7524750"/>
            <a:ext cx="4648200" cy="466725"/>
          </a:xfrm>
          <a:prstGeom prst="rect">
            <a:avLst/>
          </a:prstGeom>
          <a:noFill/>
          <a:ln w="0">
            <a:noFill/>
            <a:prstDash val="solid"/>
          </a:ln>
        </p:spPr>
        <p:txBody>
          <a:bodyPr wrap="none" lIns="0" tIns="0" rIns="0" bIns="0" anchor="ctr">
            <a:noAutofit/>
          </a:bodyPr>
          <a:lstStyle>
            <a:defPPr algn="ctr">
              <a:defRPr sz="2000" b="1" lang="ko-KR">
                <a:solidFill>
                  <a:srgbClr val="111111"/>
                </a:solidFill>
                <a:latin typeface="Calibri"/>
                <a:ea typeface="Calibri"/>
                <a:cs typeface="Calibri"/>
              </a:defRPr>
            </a:defPPr>
            <a:lvl1pPr algn="ctr">
              <a:defRPr sz="2000" b="1" lang="ko-KR">
                <a:solidFill>
                  <a:srgbClr val="111111"/>
                </a:solidFill>
                <a:latin typeface="Calibri"/>
                <a:ea typeface="Calibri"/>
                <a:cs typeface="Calibri"/>
              </a:defRPr>
            </a:lvl1pPr>
            <a:lvl2pPr algn="ctr">
              <a:defRPr sz="2000" b="1" lang="ko-KR">
                <a:solidFill>
                  <a:srgbClr val="111111"/>
                </a:solidFill>
                <a:latin typeface="Calibri"/>
                <a:ea typeface="Calibri"/>
                <a:cs typeface="Calibri"/>
              </a:defRPr>
            </a:lvl2pPr>
            <a:lvl3pPr algn="ctr">
              <a:defRPr sz="2000" b="1" lang="ko-KR">
                <a:solidFill>
                  <a:srgbClr val="111111"/>
                </a:solidFill>
                <a:latin typeface="Calibri"/>
                <a:ea typeface="Calibri"/>
                <a:cs typeface="Calibri"/>
              </a:defRPr>
            </a:lvl3pPr>
            <a:lvl4pPr algn="ctr">
              <a:defRPr sz="2000" b="1" lang="ko-KR">
                <a:solidFill>
                  <a:srgbClr val="111111"/>
                </a:solidFill>
                <a:latin typeface="Calibri"/>
                <a:ea typeface="Calibri"/>
                <a:cs typeface="Calibri"/>
              </a:defRPr>
            </a:lvl4pPr>
            <a:lvl5pPr algn="ctr">
              <a:defRPr sz="2000" b="1" lang="ko-KR">
                <a:solidFill>
                  <a:srgbClr val="111111"/>
                </a:solidFill>
                <a:latin typeface="Calibri"/>
                <a:ea typeface="Calibri"/>
                <a:cs typeface="Calibri"/>
              </a:defRPr>
            </a:lvl5pPr>
            <a:lvl6pPr algn="ctr">
              <a:defRPr sz="2000" b="1" lang="ko-KR">
                <a:solidFill>
                  <a:srgbClr val="111111"/>
                </a:solidFill>
                <a:latin typeface="Calibri"/>
                <a:ea typeface="Calibri"/>
                <a:cs typeface="Calibri"/>
              </a:defRPr>
            </a:lvl6pPr>
            <a:lvl7pPr algn="ctr">
              <a:defRPr sz="2000" b="1" lang="ko-KR">
                <a:solidFill>
                  <a:srgbClr val="111111"/>
                </a:solidFill>
                <a:latin typeface="Calibri"/>
                <a:ea typeface="Calibri"/>
                <a:cs typeface="Calibri"/>
              </a:defRPr>
            </a:lvl7pPr>
            <a:lvl8pPr algn="ctr">
              <a:defRPr sz="2000" b="1" lang="ko-KR">
                <a:solidFill>
                  <a:srgbClr val="111111"/>
                </a:solidFill>
                <a:latin typeface="Calibri"/>
                <a:ea typeface="Calibri"/>
                <a:cs typeface="Calibri"/>
              </a:defRPr>
            </a:lvl8pPr>
            <a:lvl9pPr algn="ctr">
              <a:defRPr sz="2000" b="1" lang="ko-KR">
                <a:solidFill>
                  <a:srgbClr val="111111"/>
                </a:solidFill>
                <a:latin typeface="Calibri"/>
                <a:ea typeface="Calibri"/>
                <a:cs typeface="Calibri"/>
              </a:defRPr>
            </a:lvl9pPr>
          </a:lstStyle>
          <a:p>
            <a:pPr algn="ctr">
              <a:defRPr sz="2000" b="1" lang="ko-KR">
                <a:solidFill>
                  <a:srgbClr val="111111"/>
                </a:solidFill>
                <a:latin typeface="Calibri"/>
                <a:ea typeface="Calibri"/>
                <a:cs typeface="Calibri"/>
              </a:defRPr>
            </a:pPr>
            <a:r>
              <a:rPr sz="2000" b="1" lang="ko-KR">
                <a:solidFill>
                  <a:srgbClr val="111111"/>
                </a:solidFill>
                <a:latin typeface="Calibri"/>
                <a:ea typeface="Calibri"/>
                <a:cs typeface="Calibri"/>
              </a:rPr>
              <a:t>전체 현재성 재검증 후 채택</a:t>
            </a:r>
            <a:endParaRPr lang="ko-KR">
              <a:latin typeface="Calibri"/>
              <a:ea typeface="Calibri"/>
              <a:cs typeface="Calibri"/>
            </a:endParaRPr>
          </a:p>
        </p:txBody>
      </p:sp>
      <p:sp>
        <p:nvSpPr>
          <p:cNvPr id="38" name="DP3 object 240">
            <a:extLst>
              <a:ext uri="{FF2B5EF4-FFF2-40B4-BE49-F238E27FC236}">
                <ns2:creationId id="{58D13B71-8126-41C5-B466-567114ECF4A5}"/>
              </a:ext>
            </a:extLst>
          </p:cNvPr>
          <p:cNvSpPr>
            <a:spLocks noGrp="1"/>
          </p:cNvSpPr>
          <p:nvPr/>
        </p:nvSpPr>
        <p:spPr>
          <a:xfrm>
            <a:off x="495300" y="8305800"/>
            <a:ext cx="5314950" cy="638175"/>
          </a:xfrm>
          <a:prstGeom prst="rect">
            <a:avLst/>
          </a:prstGeom>
          <a:noFill/>
          <a:ln w="0">
            <a:noFill/>
            <a:prstDash val="solid"/>
          </a:ln>
        </p:spPr>
        <p:txBody>
          <a:bodyPr wrap="none" lIns="0" tIns="0" rIns="0" bIns="0" anchor="ctr">
            <a:noAutofit/>
          </a:bodyPr>
          <a:lstStyle>
            <a:defPPr algn="ctr">
              <a:defRPr sz="1900" b="0" lang="ko-KR">
                <a:solidFill>
                  <a:srgbClr val="111111"/>
                </a:solidFill>
                <a:latin typeface="Calibri"/>
                <a:ea typeface="Calibri"/>
                <a:cs typeface="Calibri"/>
              </a:defRPr>
            </a:defPPr>
            <a:lvl1pPr algn="ctr">
              <a:defRPr sz="1900" b="0" lang="ko-KR">
                <a:solidFill>
                  <a:srgbClr val="111111"/>
                </a:solidFill>
                <a:latin typeface="Calibri"/>
                <a:ea typeface="Calibri"/>
                <a:cs typeface="Calibri"/>
              </a:defRPr>
            </a:lvl1pPr>
            <a:lvl2pPr algn="ctr">
              <a:defRPr sz="1900" b="0" lang="ko-KR">
                <a:solidFill>
                  <a:srgbClr val="111111"/>
                </a:solidFill>
                <a:latin typeface="Calibri"/>
                <a:ea typeface="Calibri"/>
                <a:cs typeface="Calibri"/>
              </a:defRPr>
            </a:lvl2pPr>
            <a:lvl3pPr algn="ctr">
              <a:defRPr sz="1900" b="0" lang="ko-KR">
                <a:solidFill>
                  <a:srgbClr val="111111"/>
                </a:solidFill>
                <a:latin typeface="Calibri"/>
                <a:ea typeface="Calibri"/>
                <a:cs typeface="Calibri"/>
              </a:defRPr>
            </a:lvl3pPr>
            <a:lvl4pPr algn="ctr">
              <a:defRPr sz="1900" b="0" lang="ko-KR">
                <a:solidFill>
                  <a:srgbClr val="111111"/>
                </a:solidFill>
                <a:latin typeface="Calibri"/>
                <a:ea typeface="Calibri"/>
                <a:cs typeface="Calibri"/>
              </a:defRPr>
            </a:lvl4pPr>
            <a:lvl5pPr algn="ctr">
              <a:defRPr sz="1900" b="0" lang="ko-KR">
                <a:solidFill>
                  <a:srgbClr val="111111"/>
                </a:solidFill>
                <a:latin typeface="Calibri"/>
                <a:ea typeface="Calibri"/>
                <a:cs typeface="Calibri"/>
              </a:defRPr>
            </a:lvl5pPr>
            <a:lvl6pPr algn="ctr">
              <a:defRPr sz="1900" b="0" lang="ko-KR">
                <a:solidFill>
                  <a:srgbClr val="111111"/>
                </a:solidFill>
                <a:latin typeface="Calibri"/>
                <a:ea typeface="Calibri"/>
                <a:cs typeface="Calibri"/>
              </a:defRPr>
            </a:lvl6pPr>
            <a:lvl7pPr algn="ctr">
              <a:defRPr sz="1900" b="0" lang="ko-KR">
                <a:solidFill>
                  <a:srgbClr val="111111"/>
                </a:solidFill>
                <a:latin typeface="Calibri"/>
                <a:ea typeface="Calibri"/>
                <a:cs typeface="Calibri"/>
              </a:defRPr>
            </a:lvl7pPr>
            <a:lvl8pPr algn="ctr">
              <a:defRPr sz="1900" b="0" lang="ko-KR">
                <a:solidFill>
                  <a:srgbClr val="111111"/>
                </a:solidFill>
                <a:latin typeface="Calibri"/>
                <a:ea typeface="Calibri"/>
                <a:cs typeface="Calibri"/>
              </a:defRPr>
            </a:lvl8pPr>
            <a:lvl9pPr algn="ctr">
              <a:defRPr sz="1900" b="0" lang="ko-KR">
                <a:solidFill>
                  <a:srgbClr val="111111"/>
                </a:solidFill>
                <a:latin typeface="Calibri"/>
                <a:ea typeface="Calibri"/>
                <a:cs typeface="Calibri"/>
              </a:defRPr>
            </a:lvl9pPr>
          </a:lstStyle>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동일 Joint 책임에서 수행</a:t>
            </a:r>
            <a:endParaRPr lang="ko-KR">
              <a:latin typeface="Calibri"/>
              <a:ea typeface="Calibri"/>
              <a:cs typeface="Calibri"/>
            </a:endParaRPr>
          </a:p>
          <a:p>
            <a:pPr algn="ctr">
              <a:defRPr sz="1900" b="0" lang="ko-KR">
                <a:solidFill>
                  <a:srgbClr val="111111"/>
                </a:solidFill>
                <a:latin typeface="Calibri"/>
                <a:ea typeface="Calibri"/>
                <a:cs typeface="Calibri"/>
              </a:defRPr>
            </a:pPr>
            <a:r>
              <a:rPr sz="1900" b="0" lang="ko-KR">
                <a:solidFill>
                  <a:srgbClr val="111111"/>
                </a:solidFill>
                <a:latin typeface="Calibri"/>
                <a:ea typeface="Calibri"/>
                <a:cs typeface="Calibri"/>
              </a:rPr>
              <a:t>원본 PNG와 overlay 유지</a:t>
            </a:r>
            <a:endParaRPr lang="ko-KR">
              <a:latin typeface="Calibri"/>
              <a:ea typeface="Calibri"/>
              <a:cs typeface="Calibri"/>
            </a:endParaRPr>
          </a:p>
        </p:txBody>
      </p:sp>
      <p:sp>
        <p:nvSpPr>
          <p:cNvPr id="39" name="DP3 object 241">
            <a:extLst>
              <a:ext uri="{FF2B5EF4-FFF2-40B4-BE49-F238E27FC236}">
                <ns2:creationId id="{3F69A802-81F4-40E1-9E6E-08F6B2B7BC23}"/>
              </a:ext>
            </a:extLst>
          </p:cNvPr>
          <p:cNvSpPr>
            <a:spLocks noGrp="1"/>
          </p:cNvSpPr>
          <p:nvPr/>
        </p:nvSpPr>
        <p:spPr>
          <a:xfrm>
            <a:off x="6391275" y="2209800"/>
            <a:ext cx="11582400" cy="495300"/>
          </a:xfrm>
          <a:prstGeom prst="rect">
            <a:avLst/>
          </a:prstGeom>
          <a:noFill/>
          <a:ln w="0">
            <a:noFill/>
            <a:prstDash val="solid"/>
          </a:ln>
        </p:spPr>
        <p:txBody>
          <a:bodyPr wrap="none" lIns="0" tIns="0" rIns="0" bIns="0" anchor="ctr">
            <a:noAutofit/>
          </a:bodyPr>
          <a:lstStyle>
            <a:defPPr algn="l">
              <a:defRPr sz="2800" b="1" lang="ko-KR">
                <a:solidFill>
                  <a:srgbClr val="4676CB"/>
                </a:solidFill>
                <a:latin typeface="Calibri"/>
                <a:ea typeface="Calibri"/>
                <a:cs typeface="Calibri"/>
              </a:defRPr>
            </a:defPPr>
            <a:lvl1pPr algn="l">
              <a:defRPr sz="2800" b="1" lang="ko-KR">
                <a:solidFill>
                  <a:srgbClr val="4676CB"/>
                </a:solidFill>
                <a:latin typeface="Calibri"/>
                <a:ea typeface="Calibri"/>
                <a:cs typeface="Calibri"/>
              </a:defRPr>
            </a:lvl1pPr>
            <a:lvl2pPr algn="l">
              <a:defRPr sz="2800" b="1" lang="ko-KR">
                <a:solidFill>
                  <a:srgbClr val="4676CB"/>
                </a:solidFill>
                <a:latin typeface="Calibri"/>
                <a:ea typeface="Calibri"/>
                <a:cs typeface="Calibri"/>
              </a:defRPr>
            </a:lvl2pPr>
            <a:lvl3pPr algn="l">
              <a:defRPr sz="2800" b="1" lang="ko-KR">
                <a:solidFill>
                  <a:srgbClr val="4676CB"/>
                </a:solidFill>
                <a:latin typeface="Calibri"/>
                <a:ea typeface="Calibri"/>
                <a:cs typeface="Calibri"/>
              </a:defRPr>
            </a:lvl3pPr>
            <a:lvl4pPr algn="l">
              <a:defRPr sz="2800" b="1" lang="ko-KR">
                <a:solidFill>
                  <a:srgbClr val="4676CB"/>
                </a:solidFill>
                <a:latin typeface="Calibri"/>
                <a:ea typeface="Calibri"/>
                <a:cs typeface="Calibri"/>
              </a:defRPr>
            </a:lvl4pPr>
            <a:lvl5pPr algn="l">
              <a:defRPr sz="2800" b="1" lang="ko-KR">
                <a:solidFill>
                  <a:srgbClr val="4676CB"/>
                </a:solidFill>
                <a:latin typeface="Calibri"/>
                <a:ea typeface="Calibri"/>
                <a:cs typeface="Calibri"/>
              </a:defRPr>
            </a:lvl5pPr>
            <a:lvl6pPr algn="l">
              <a:defRPr sz="2800" b="1" lang="ko-KR">
                <a:solidFill>
                  <a:srgbClr val="4676CB"/>
                </a:solidFill>
                <a:latin typeface="Calibri"/>
                <a:ea typeface="Calibri"/>
                <a:cs typeface="Calibri"/>
              </a:defRPr>
            </a:lvl6pPr>
            <a:lvl7pPr algn="l">
              <a:defRPr sz="2800" b="1" lang="ko-KR">
                <a:solidFill>
                  <a:srgbClr val="4676CB"/>
                </a:solidFill>
                <a:latin typeface="Calibri"/>
                <a:ea typeface="Calibri"/>
                <a:cs typeface="Calibri"/>
              </a:defRPr>
            </a:lvl7pPr>
            <a:lvl8pPr algn="l">
              <a:defRPr sz="2800" b="1" lang="ko-KR">
                <a:solidFill>
                  <a:srgbClr val="4676CB"/>
                </a:solidFill>
                <a:latin typeface="Calibri"/>
                <a:ea typeface="Calibri"/>
                <a:cs typeface="Calibri"/>
              </a:defRPr>
            </a:lvl8pPr>
            <a:lvl9pPr algn="l">
              <a:defRPr sz="2800" b="1" lang="ko-KR">
                <a:solidFill>
                  <a:srgbClr val="4676CB"/>
                </a:solidFill>
                <a:latin typeface="Calibri"/>
                <a:ea typeface="Calibri"/>
                <a:cs typeface="Calibri"/>
              </a:defRPr>
            </a:lvl9pPr>
          </a:lstStyle>
          <a:p>
            <a:pPr algn="l">
              <a:defRPr sz="2800" b="1" lang="ko-KR">
                <a:solidFill>
                  <a:srgbClr val="4676CB"/>
                </a:solidFill>
                <a:latin typeface="Calibri"/>
                <a:ea typeface="Calibri"/>
                <a:cs typeface="Calibri"/>
              </a:defRPr>
            </a:pPr>
            <a:r>
              <a:rPr sz="2800" b="1" lang="ko-KR">
                <a:solidFill>
                  <a:srgbClr val="4676CB"/>
                </a:solidFill>
                <a:latin typeface="Calibri"/>
                <a:ea typeface="Calibri"/>
                <a:cs typeface="Calibri"/>
              </a:rPr>
              <a:t>QA02 지칭 집합  19/24 → 24/24</a:t>
            </a:r>
            <a:endParaRPr lang="ko-KR">
              <a:latin typeface="Calibri"/>
              <a:ea typeface="Calibri"/>
              <a:cs typeface="Calibri"/>
            </a:endParaRPr>
          </a:p>
        </p:txBody>
      </p:sp>
      <p:graphicFrame>
        <p:nvGraphicFramePr>
          <p:cNvPr id="40" name="">
            <a:extLst>
              <a:ext uri="{FF2B5EF4-FFF2-40B4-BE49-F238E27FC236}">
                <ns2:creationId id="{DEB6BFBA-F524-425F-9CB1-14076074810B}"/>
              </a:ext>
            </a:extLst>
          </p:cNvPr>
          <p:cNvGraphicFramePr/>
          <p:nvPr/>
        </p:nvGraphicFramePr>
        <p:xfrm>
          <a:off x="6391275" y="2914650"/>
          <a:ext cx="11658600" cy="4829175"/>
        </p:xfrm>
        <a:graphic>
          <a:graphicData uri="http://schemas.openxmlformats.org/drawingml/2006/table">
            <a:tbl>
              <a:tblPr firstRow="0" bandRow="0" bandCol="0"/>
              <a:tblGrid>
                <a:gridCol w="3209925"/>
                <a:gridCol w="2667000"/>
                <a:gridCol w="2667000"/>
                <a:gridCol w="3114675"/>
              </a:tblGrid>
              <a:tr h="409575">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지표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pixel A2+A5</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defRPr lang="ko-KR">
                          <a:latin typeface="Calibri"/>
                          <a:ea typeface="Calibri"/>
                          <a:cs typeface="Calibri"/>
                        </a:defRPr>
                      </a:pPr>
                      <a:r>
                        <a:rPr sz="1900" b="1" lang="ko-KR">
                          <a:solidFill>
                            <a:srgbClr val="111111"/>
                          </a:solidFill>
                          <a:latin typeface="Calibri"/>
                          <a:ea typeface="Calibri"/>
                          <a:cs typeface="Calibri"/>
                        </a:rPr>
                        <a:t>해석</a:t>
                      </a:r>
                      <a:endParaRPr lang="ko-KR">
                        <a:latin typeface="Calibri"/>
                        <a:ea typeface="Calibri"/>
                        <a:cs typeface="Calibri"/>
                      </a:endParaRP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QA01 첫 응답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 (12/15)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11.036 (15/15)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미관측 3건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같은 관측 12건의 QA01</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9.268</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10.875</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+1.607초 (+17.33%)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QA02 지칭 집합</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19/24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24/24</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5건 추가 정답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QA03 처리 (초)</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12.559 (10/12)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13.795 (12/12)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4676CB"/>
                          </a:solidFill>
                          <a:latin typeface="Calibri"/>
                          <a:ea typeface="Calibri"/>
                          <a:cs typeface="Calibri"/>
                        </a:rPr>
                        <a:t>미완료 2건 회복</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QA04 변경 (개)</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미측정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이전 값을 전용하지 않음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QA05 확정 비용 ($)</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0.0339156</a:t>
                      </a:r>
                      <a:endParaRPr lang="ko-KR">
                        <a:latin typeface="Calibri"/>
                        <a:ea typeface="Calibri"/>
                        <a:cs typeface="Calibri"/>
                      </a:endParaRPr>
                    </a:p>
                    <a:p>
                      <a:pPr algn="ctr">
                        <a:defRPr lang="ko-KR">
                          <a:latin typeface="Calibri"/>
                          <a:ea typeface="Calibri"/>
                          <a:cs typeface="Calibri"/>
                        </a:defRPr>
                      </a:pPr>
                      <a:r>
                        <a:rPr sz="1700" lang="ko-KR">
                          <a:solidFill>
                            <a:srgbClr val="111111"/>
                          </a:solidFill>
                          <a:latin typeface="Calibri"/>
                          <a:ea typeface="Calibri"/>
                          <a:cs typeface="Calibri"/>
                        </a:rPr>
                        <a:t>+ 사용량 미확정 1회</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0.0413400</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총비용 증감 미확정</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QA06 최고 RSS (MB)</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41.452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50.037</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defRPr lang="ko-KR">
                          <a:latin typeface="Calibri"/>
                          <a:ea typeface="Calibri"/>
                          <a:cs typeface="Calibri"/>
                        </a:defRPr>
                      </a:pPr>
                      <a:r>
                        <a:rPr sz="1700" b="1" lang="ko-KR">
                          <a:solidFill>
                            <a:srgbClr val="C00000"/>
                          </a:solidFill>
                          <a:latin typeface="Calibri"/>
                          <a:ea typeface="Calibri"/>
                          <a:cs typeface="Calibri"/>
                        </a:rPr>
                        <a:t>+8.585 MB</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실제 모델 요청 (회)</a:t>
                      </a:r>
                      <a:endParaRPr lang="ko-KR">
                        <a:latin typeface="Calibri"/>
                        <a:ea typeface="Calibri"/>
                        <a:cs typeface="Calibri"/>
                      </a:endParaRP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22</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23</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defRPr lang="ko-KR">
                          <a:latin typeface="Calibri"/>
                          <a:ea typeface="Calibri"/>
                          <a:cs typeface="Calibri"/>
                        </a:defRPr>
                      </a:pPr>
                      <a:r>
                        <a:rPr sz="1700" lang="ko-KR">
                          <a:solidFill>
                            <a:srgbClr val="111111"/>
                          </a:solidFill>
                          <a:latin typeface="Calibri"/>
                          <a:ea typeface="Calibri"/>
                          <a:cs typeface="Calibri"/>
                        </a:rPr>
                        <a:t>거절·복구 포함</a:t>
                      </a:r>
                      <a:endParaRPr lang="ko-KR">
                        <a:latin typeface="Calibri"/>
                        <a:ea typeface="Calibri"/>
                        <a:cs typeface="Calibri"/>
                      </a:endParaRP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42">
            <a:extLst>
              <a:ext uri="{FF2B5EF4-FFF2-40B4-BE49-F238E27FC236}">
                <ns2:creationId id="{A6096AA2-3316-4759-9F41-3ABB262E12B2}"/>
              </a:ext>
            </a:extLst>
          </p:cNvPr>
          <p:cNvSpPr>
            <a:spLocks noGrp="1"/>
          </p:cNvSpPr>
          <p:nvPr/>
        </p:nvSpPr>
        <p:spPr>
          <a:xfrm>
            <a:off x="6419850" y="7972425"/>
            <a:ext cx="11525250" cy="352425"/>
          </a:xfrm>
          <a:prstGeom prst="rect">
            <a:avLst/>
          </a:prstGeom>
          <a:noFill/>
          <a:ln w="0">
            <a:noFill/>
            <a:prstDash val="solid"/>
          </a:ln>
        </p:spPr>
        <p:txBody>
          <a:bodyPr wrap="none" lIns="0" tIns="0" rIns="0" bIns="0" anchor="ctr">
            <a:noAutofit/>
          </a:bodyPr>
          <a:lstStyle>
            <a:defPPr algn="l">
              <a:defRPr sz="1700" b="0" lang="ko-KR">
                <a:solidFill>
                  <a:srgbClr val="C00000"/>
                </a:solidFill>
                <a:latin typeface="Calibri"/>
                <a:ea typeface="Calibri"/>
                <a:cs typeface="Calibri"/>
              </a:defRPr>
            </a:defPPr>
            <a:lvl1pPr algn="l">
              <a:defRPr sz="1700" b="0" lang="ko-KR">
                <a:solidFill>
                  <a:srgbClr val="C00000"/>
                </a:solidFill>
                <a:latin typeface="Calibri"/>
                <a:ea typeface="Calibri"/>
                <a:cs typeface="Calibri"/>
              </a:defRPr>
            </a:lvl1pPr>
            <a:lvl2pPr algn="l">
              <a:defRPr sz="1700" b="0" lang="ko-KR">
                <a:solidFill>
                  <a:srgbClr val="C00000"/>
                </a:solidFill>
                <a:latin typeface="Calibri"/>
                <a:ea typeface="Calibri"/>
                <a:cs typeface="Calibri"/>
              </a:defRPr>
            </a:lvl2pPr>
            <a:lvl3pPr algn="l">
              <a:defRPr sz="1700" b="0" lang="ko-KR">
                <a:solidFill>
                  <a:srgbClr val="C00000"/>
                </a:solidFill>
                <a:latin typeface="Calibri"/>
                <a:ea typeface="Calibri"/>
                <a:cs typeface="Calibri"/>
              </a:defRPr>
            </a:lvl3pPr>
            <a:lvl4pPr algn="l">
              <a:defRPr sz="1700" b="0" lang="ko-KR">
                <a:solidFill>
                  <a:srgbClr val="C00000"/>
                </a:solidFill>
                <a:latin typeface="Calibri"/>
                <a:ea typeface="Calibri"/>
                <a:cs typeface="Calibri"/>
              </a:defRPr>
            </a:lvl4pPr>
            <a:lvl5pPr algn="l">
              <a:defRPr sz="1700" b="0" lang="ko-KR">
                <a:solidFill>
                  <a:srgbClr val="C00000"/>
                </a:solidFill>
                <a:latin typeface="Calibri"/>
                <a:ea typeface="Calibri"/>
                <a:cs typeface="Calibri"/>
              </a:defRPr>
            </a:lvl5pPr>
            <a:lvl6pPr algn="l">
              <a:defRPr sz="1700" b="0" lang="ko-KR">
                <a:solidFill>
                  <a:srgbClr val="C00000"/>
                </a:solidFill>
                <a:latin typeface="Calibri"/>
                <a:ea typeface="Calibri"/>
                <a:cs typeface="Calibri"/>
              </a:defRPr>
            </a:lvl6pPr>
            <a:lvl7pPr algn="l">
              <a:defRPr sz="1700" b="0" lang="ko-KR">
                <a:solidFill>
                  <a:srgbClr val="C00000"/>
                </a:solidFill>
                <a:latin typeface="Calibri"/>
                <a:ea typeface="Calibri"/>
                <a:cs typeface="Calibri"/>
              </a:defRPr>
            </a:lvl7pPr>
            <a:lvl8pPr algn="l">
              <a:defRPr sz="1700" b="0" lang="ko-KR">
                <a:solidFill>
                  <a:srgbClr val="C00000"/>
                </a:solidFill>
                <a:latin typeface="Calibri"/>
                <a:ea typeface="Calibri"/>
                <a:cs typeface="Calibri"/>
              </a:defRPr>
            </a:lvl8pPr>
            <a:lvl9pPr algn="l">
              <a:defRPr sz="1700" b="0" lang="ko-KR">
                <a:solidFill>
                  <a:srgbClr val="C00000"/>
                </a:solidFill>
                <a:latin typeface="Calibri"/>
                <a:ea typeface="Calibri"/>
                <a:cs typeface="Calibri"/>
              </a:defRPr>
            </a:lvl9pPr>
          </a:lstStyle>
          <a:p>
            <a:pPr algn="l">
              <a:defRPr sz="1700" b="0" lang="ko-KR">
                <a:solidFill>
                  <a:srgbClr val="C00000"/>
                </a:solidFill>
                <a:latin typeface="Calibri"/>
                <a:ea typeface="Calibri"/>
                <a:cs typeface="Calibri"/>
              </a:defRPr>
            </a:pPr>
            <a:r>
              <a:rPr sz="1700" b="0" lang="ko-KR">
                <a:solidFill>
                  <a:srgbClr val="C00000"/>
                </a:solidFill>
                <a:latin typeface="Calibri"/>
                <a:ea typeface="Calibri"/>
                <a:cs typeface="Calibri"/>
              </a:rPr>
              <a:t>비용 미확정 1회는 예약 상한 $0.0729404를 별도 보존. 실제 청구액이 아님.</a:t>
            </a:r>
            <a:endParaRPr lang="ko-KR">
              <a:latin typeface="Calibri"/>
              <a:ea typeface="Calibri"/>
              <a:cs typeface="Calibri"/>
            </a:endParaRPr>
          </a:p>
        </p:txBody>
      </p:sp>
      <p:sp>
        <p:nvSpPr>
          <p:cNvPr id="42" name="DP3 object 243">
            <a:extLst>
              <a:ext uri="{FF2B5EF4-FFF2-40B4-BE49-F238E27FC236}">
                <ns2:creationId id="{9E2368F3-1905-4E00-99B6-EB543C0C22E9}"/>
              </a:ext>
            </a:extLst>
          </p:cNvPr>
          <p:cNvSpPr>
            <a:spLocks noGrp="1"/>
          </p:cNvSpPr>
          <p:nvPr/>
        </p:nvSpPr>
        <p:spPr>
          <a:xfrm>
            <a:off x="6419850" y="8410575"/>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네 사례×3회씩 비교. A2와 A5 각각의 효과를 분리한 실험은 아님.</a:t>
            </a:r>
            <a:endParaRPr lang="ko-KR">
              <a:latin typeface="Calibri"/>
              <a:ea typeface="Calibri"/>
              <a:cs typeface="Calibri"/>
            </a:endParaRPr>
          </a:p>
        </p:txBody>
      </p:sp>
      <p:sp>
        <p:nvSpPr>
          <p:cNvPr id="43" name="DP3 object 244">
            <a:extLst>
              <a:ext uri="{FF2B5EF4-FFF2-40B4-BE49-F238E27FC236}">
                <ns2:creationId id="{05F475E0-CE1C-4D25-9206-044ABABC82B2}"/>
              </a:ext>
            </a:extLst>
          </p:cNvPr>
          <p:cNvSpPr>
            <a:spLocks noGrp="1"/>
          </p:cNvSpPr>
          <p:nvPr/>
        </p:nvSpPr>
        <p:spPr>
          <a:xfrm>
            <a:off x="6419850" y="8858250"/>
            <a:ext cx="11525250" cy="323850"/>
          </a:xfrm>
          <a:prstGeom prst="rect">
            <a:avLst/>
          </a:prstGeom>
          <a:noFill/>
          <a:ln w="0">
            <a:noFill/>
            <a:prstDash val="solid"/>
          </a:ln>
        </p:spPr>
        <p:txBody>
          <a:bodyPr wrap="none" lIns="0" tIns="0" rIns="0" bIns="0" anchor="ctr">
            <a:noAutofit/>
          </a:bodyPr>
          <a:lstStyle>
            <a:defPPr algn="l">
              <a:defRPr sz="1800" b="0" lang="ko-KR">
                <a:solidFill>
                  <a:srgbClr val="111111"/>
                </a:solidFill>
                <a:latin typeface="Calibri"/>
                <a:ea typeface="Calibri"/>
                <a:cs typeface="Calibri"/>
              </a:defRPr>
            </a:defPPr>
            <a:lvl1pPr algn="l">
              <a:defRPr sz="1800" b="0" lang="ko-KR">
                <a:solidFill>
                  <a:srgbClr val="111111"/>
                </a:solidFill>
                <a:latin typeface="Calibri"/>
                <a:ea typeface="Calibri"/>
                <a:cs typeface="Calibri"/>
              </a:defRPr>
            </a:lvl1pPr>
            <a:lvl2pPr algn="l">
              <a:defRPr sz="1800" b="0" lang="ko-KR">
                <a:solidFill>
                  <a:srgbClr val="111111"/>
                </a:solidFill>
                <a:latin typeface="Calibri"/>
                <a:ea typeface="Calibri"/>
                <a:cs typeface="Calibri"/>
              </a:defRPr>
            </a:lvl2pPr>
            <a:lvl3pPr algn="l">
              <a:defRPr sz="1800" b="0" lang="ko-KR">
                <a:solidFill>
                  <a:srgbClr val="111111"/>
                </a:solidFill>
                <a:latin typeface="Calibri"/>
                <a:ea typeface="Calibri"/>
                <a:cs typeface="Calibri"/>
              </a:defRPr>
            </a:lvl3pPr>
            <a:lvl4pPr algn="l">
              <a:defRPr sz="1800" b="0" lang="ko-KR">
                <a:solidFill>
                  <a:srgbClr val="111111"/>
                </a:solidFill>
                <a:latin typeface="Calibri"/>
                <a:ea typeface="Calibri"/>
                <a:cs typeface="Calibri"/>
              </a:defRPr>
            </a:lvl4pPr>
            <a:lvl5pPr algn="l">
              <a:defRPr sz="1800" b="0" lang="ko-KR">
                <a:solidFill>
                  <a:srgbClr val="111111"/>
                </a:solidFill>
                <a:latin typeface="Calibri"/>
                <a:ea typeface="Calibri"/>
                <a:cs typeface="Calibri"/>
              </a:defRPr>
            </a:lvl5pPr>
            <a:lvl6pPr algn="l">
              <a:defRPr sz="1800" b="0" lang="ko-KR">
                <a:solidFill>
                  <a:srgbClr val="111111"/>
                </a:solidFill>
                <a:latin typeface="Calibri"/>
                <a:ea typeface="Calibri"/>
                <a:cs typeface="Calibri"/>
              </a:defRPr>
            </a:lvl6pPr>
            <a:lvl7pPr algn="l">
              <a:defRPr sz="1800" b="0" lang="ko-KR">
                <a:solidFill>
                  <a:srgbClr val="111111"/>
                </a:solidFill>
                <a:latin typeface="Calibri"/>
                <a:ea typeface="Calibri"/>
                <a:cs typeface="Calibri"/>
              </a:defRPr>
            </a:lvl7pPr>
            <a:lvl8pPr algn="l">
              <a:defRPr sz="1800" b="0" lang="ko-KR">
                <a:solidFill>
                  <a:srgbClr val="111111"/>
                </a:solidFill>
                <a:latin typeface="Calibri"/>
                <a:ea typeface="Calibri"/>
                <a:cs typeface="Calibri"/>
              </a:defRPr>
            </a:lvl8pPr>
            <a:lvl9pPr algn="l">
              <a:defRPr sz="1800" b="0" lang="ko-KR">
                <a:solidFill>
                  <a:srgbClr val="111111"/>
                </a:solidFill>
                <a:latin typeface="Calibri"/>
                <a:ea typeface="Calibri"/>
                <a:cs typeface="Calibri"/>
              </a:defRPr>
            </a:lvl9pPr>
          </a:lstStyle>
          <a:p>
            <a:pPr algn="l">
              <a:defRPr sz="1800" b="0" lang="ko-KR">
                <a:solidFill>
                  <a:srgbClr val="111111"/>
                </a:solidFill>
                <a:latin typeface="Calibri"/>
                <a:ea typeface="Calibri"/>
                <a:cs typeface="Calibri"/>
              </a:defRPr>
            </a:pPr>
            <a:r>
              <a:rPr sz="1800" b="0" lang="ko-KR">
                <a:solidFill>
                  <a:srgbClr val="111111"/>
                </a:solidFill>
                <a:latin typeface="Calibri"/>
                <a:ea typeface="Calibri"/>
                <a:cs typeface="Calibri"/>
              </a:rPr>
              <a:t>정답 bbox 미공급. 좌표 오류·공급자 오류를 포함한 기본 실패도 보존.</a:t>
            </a:r>
            <a:endParaRPr lang="ko-KR">
              <a:latin typeface="Calibri"/>
              <a:ea typeface="Calibri"/>
              <a:cs typeface="Calibri"/>
            </a:endParaRPr>
          </a:p>
        </p:txBody>
      </p:sp>
      <p:sp>
        <p:nvSpPr>
          <p:cNvPr id="44" name="Editable path 245">
            <a:extLst>
              <a:ext uri="{FF2B5EF4-FFF2-40B4-BE49-F238E27FC236}">
                <ns2:creationId id="{66D3C9A2-3653-481E-9E0A-FC43F310C394}"/>
              </a:ext>
            </a:extLst>
          </p:cNvPr>
          <p:cNvSpPr>
            <a:spLocks noGrp="1"/>
          </p:cNvSpPr>
          <p:nvPr/>
        </p:nvSpPr>
        <p:spPr>
          <a:xfrm>
            <a:off x="266700" y="9496425"/>
            <a:ext cx="17773650" cy="953"/>
          </a:xfrm>
          <a:custGeom>
            <a:pathLst>
              <a:path w="17773650" h="953">
                <a:moveTo>
                  <a:pt x="0" y="0"/>
                </a:moveTo>
                <a:lnTo>
                  <a:pt x="17773650" y="0"/>
                </a:lnTo>
              </a:path>
            </a:pathLst>
          </a:custGeom>
          <a:noFill/>
          <a:ln w="13335">
            <a:solidFill>
              <a:srgbClr val="4676CB"/>
            </a:solidFill>
            <a:prstDash val="solid"/>
          </a:ln>
        </p:spPr>
      </p:sp>
      <p:sp>
        <p:nvSpPr>
          <p:cNvPr id="45" name="DP3 object 246">
            <a:extLst>
              <a:ext uri="{FF2B5EF4-FFF2-40B4-BE49-F238E27FC236}">
                <ns2:creationId id="{56C1AC4D-C726-4991-B411-3DF3417D3C3C}"/>
              </a:ext>
            </a:extLst>
          </p:cNvPr>
          <p:cNvSpPr>
            <a:spLocks noGrp="1"/>
          </p:cNvSpPr>
          <p:nvPr/>
        </p:nvSpPr>
        <p:spPr>
          <a:xfrm>
            <a:off x="266700" y="9620250"/>
            <a:ext cx="17240250" cy="295275"/>
          </a:xfrm>
          <a:prstGeom prst="rect">
            <a:avLst/>
          </a:prstGeom>
          <a:noFill/>
          <a:ln w="0">
            <a:noFill/>
            <a:prstDash val="solid"/>
          </a:ln>
        </p:spPr>
        <p:txBody>
          <a:bodyPr wrap="none" lIns="0" tIns="0" rIns="0" bIns="0" anchor="ctr">
            <a:noAutofit/>
          </a:bodyPr>
          <a:lstStyle>
            <a:defPPr algn="l">
              <a:defRPr sz="1600" b="1" lang="ko-KR">
                <a:solidFill>
                  <a:srgbClr val="111111"/>
                </a:solidFill>
                <a:latin typeface="Calibri"/>
                <a:ea typeface="Calibri"/>
                <a:cs typeface="Calibri"/>
              </a:defRPr>
            </a:defPPr>
            <a:lvl1pPr algn="l">
              <a:defRPr sz="1600" b="1" lang="ko-KR">
                <a:solidFill>
                  <a:srgbClr val="111111"/>
                </a:solidFill>
                <a:latin typeface="Calibri"/>
                <a:ea typeface="Calibri"/>
                <a:cs typeface="Calibri"/>
              </a:defRPr>
            </a:lvl1pPr>
            <a:lvl2pPr algn="l">
              <a:defRPr sz="1600" b="1" lang="ko-KR">
                <a:solidFill>
                  <a:srgbClr val="111111"/>
                </a:solidFill>
                <a:latin typeface="Calibri"/>
                <a:ea typeface="Calibri"/>
                <a:cs typeface="Calibri"/>
              </a:defRPr>
            </a:lvl2pPr>
            <a:lvl3pPr algn="l">
              <a:defRPr sz="1600" b="1" lang="ko-KR">
                <a:solidFill>
                  <a:srgbClr val="111111"/>
                </a:solidFill>
                <a:latin typeface="Calibri"/>
                <a:ea typeface="Calibri"/>
                <a:cs typeface="Calibri"/>
              </a:defRPr>
            </a:lvl3pPr>
            <a:lvl4pPr algn="l">
              <a:defRPr sz="1600" b="1" lang="ko-KR">
                <a:solidFill>
                  <a:srgbClr val="111111"/>
                </a:solidFill>
                <a:latin typeface="Calibri"/>
                <a:ea typeface="Calibri"/>
                <a:cs typeface="Calibri"/>
              </a:defRPr>
            </a:lvl4pPr>
            <a:lvl5pPr algn="l">
              <a:defRPr sz="1600" b="1" lang="ko-KR">
                <a:solidFill>
                  <a:srgbClr val="111111"/>
                </a:solidFill>
                <a:latin typeface="Calibri"/>
                <a:ea typeface="Calibri"/>
                <a:cs typeface="Calibri"/>
              </a:defRPr>
            </a:lvl5pPr>
            <a:lvl6pPr algn="l">
              <a:defRPr sz="1600" b="1" lang="ko-KR">
                <a:solidFill>
                  <a:srgbClr val="111111"/>
                </a:solidFill>
                <a:latin typeface="Calibri"/>
                <a:ea typeface="Calibri"/>
                <a:cs typeface="Calibri"/>
              </a:defRPr>
            </a:lvl6pPr>
            <a:lvl7pPr algn="l">
              <a:defRPr sz="1600" b="1" lang="ko-KR">
                <a:solidFill>
                  <a:srgbClr val="111111"/>
                </a:solidFill>
                <a:latin typeface="Calibri"/>
                <a:ea typeface="Calibri"/>
                <a:cs typeface="Calibri"/>
              </a:defRPr>
            </a:lvl7pPr>
            <a:lvl8pPr algn="l">
              <a:defRPr sz="1600" b="1" lang="ko-KR">
                <a:solidFill>
                  <a:srgbClr val="111111"/>
                </a:solidFill>
                <a:latin typeface="Calibri"/>
                <a:ea typeface="Calibri"/>
                <a:cs typeface="Calibri"/>
              </a:defRPr>
            </a:lvl8pPr>
            <a:lvl9pPr algn="l">
              <a:defRPr sz="1600" b="1" lang="ko-KR">
                <a:solidFill>
                  <a:srgbClr val="111111"/>
                </a:solidFill>
                <a:latin typeface="Calibri"/>
                <a:ea typeface="Calibri"/>
                <a:cs typeface="Calibri"/>
              </a:defRPr>
            </a:lvl9pPr>
          </a:lstStyle>
          <a:p>
            <a:pPr algn="l">
              <a:defRPr sz="1600" b="1" lang="ko-KR">
                <a:solidFill>
                  <a:srgbClr val="111111"/>
                </a:solidFill>
                <a:latin typeface="Calibri"/>
                <a:ea typeface="Calibri"/>
                <a:cs typeface="Calibri"/>
              </a:defRPr>
            </a:pPr>
            <a:r>
              <a:rPr sz="1600" b="1" lang="ko-KR">
                <a:solidFill>
                  <a:srgbClr val="111111"/>
                </a:solidFill>
                <a:latin typeface="Calibri"/>
                <a:ea typeface="Calibri"/>
                <a:cs typeface="Calibri"/>
              </a:rPr>
              <a:t>정규화 A + A2+A5는 미실행. 정규화 계약의 24/24와 pixel 복구의 24/24를 합산하거나 같은 조합의 성과로 해석하지 않는다.</a:t>
            </a:r>
            <a:endParaRPr lang="ko-KR">
              <a:latin typeface="Calibri"/>
              <a:ea typeface="Calibri"/>
              <a:cs typeface="Calibri"/>
            </a:endParaRPr>
          </a:p>
        </p:txBody>
      </p:sp>
      <p:sp>
        <p:nvSpPr>
          <p:cNvPr id="46" name="DP3 object 247">
            <a:extLst>
              <a:ext uri="{FF2B5EF4-FFF2-40B4-BE49-F238E27FC236}">
                <ns2:creationId id="{6A9D4292-5F13-4B9A-945F-37229768616C}"/>
              </a:ext>
            </a:extLst>
          </p:cNvPr>
          <p:cNvSpPr>
            <a:spLocks noGrp="1"/>
          </p:cNvSpPr>
          <p:nvPr/>
        </p:nvSpPr>
        <p:spPr>
          <a:xfrm>
            <a:off x="266700" y="9944100"/>
            <a:ext cx="17145000" cy="247650"/>
          </a:xfrm>
          <a:prstGeom prst="rect">
            <a:avLst/>
          </a:prstGeom>
          <a:noFill/>
          <a:ln w="0">
            <a:noFill/>
            <a:prstDash val="solid"/>
          </a:ln>
        </p:spPr>
        <p:txBody>
          <a:bodyPr wrap="none" lIns="0" tIns="0" rIns="0" bIns="0" anchor="ctr">
            <a:noAutofit/>
          </a:bodyPr>
          <a:lstStyle>
            <a:defPPr algn="l">
              <a:defRPr sz="1400" b="0" lang="ko-KR">
                <a:solidFill>
                  <a:srgbClr val="50555B"/>
                </a:solidFill>
                <a:latin typeface="Calibri"/>
                <a:ea typeface="Calibri"/>
                <a:cs typeface="Calibri"/>
              </a:defRPr>
            </a:defPPr>
            <a:lvl1pPr algn="l">
              <a:defRPr sz="1400" b="0" lang="ko-KR">
                <a:solidFill>
                  <a:srgbClr val="50555B"/>
                </a:solidFill>
                <a:latin typeface="Calibri"/>
                <a:ea typeface="Calibri"/>
                <a:cs typeface="Calibri"/>
              </a:defRPr>
            </a:lvl1pPr>
            <a:lvl2pPr algn="l">
              <a:defRPr sz="1400" b="0" lang="ko-KR">
                <a:solidFill>
                  <a:srgbClr val="50555B"/>
                </a:solidFill>
                <a:latin typeface="Calibri"/>
                <a:ea typeface="Calibri"/>
                <a:cs typeface="Calibri"/>
              </a:defRPr>
            </a:lvl2pPr>
            <a:lvl3pPr algn="l">
              <a:defRPr sz="1400" b="0" lang="ko-KR">
                <a:solidFill>
                  <a:srgbClr val="50555B"/>
                </a:solidFill>
                <a:latin typeface="Calibri"/>
                <a:ea typeface="Calibri"/>
                <a:cs typeface="Calibri"/>
              </a:defRPr>
            </a:lvl3pPr>
            <a:lvl4pPr algn="l">
              <a:defRPr sz="1400" b="0" lang="ko-KR">
                <a:solidFill>
                  <a:srgbClr val="50555B"/>
                </a:solidFill>
                <a:latin typeface="Calibri"/>
                <a:ea typeface="Calibri"/>
                <a:cs typeface="Calibri"/>
              </a:defRPr>
            </a:lvl4pPr>
            <a:lvl5pPr algn="l">
              <a:defRPr sz="1400" b="0" lang="ko-KR">
                <a:solidFill>
                  <a:srgbClr val="50555B"/>
                </a:solidFill>
                <a:latin typeface="Calibri"/>
                <a:ea typeface="Calibri"/>
                <a:cs typeface="Calibri"/>
              </a:defRPr>
            </a:lvl5pPr>
            <a:lvl6pPr algn="l">
              <a:defRPr sz="1400" b="0" lang="ko-KR">
                <a:solidFill>
                  <a:srgbClr val="50555B"/>
                </a:solidFill>
                <a:latin typeface="Calibri"/>
                <a:ea typeface="Calibri"/>
                <a:cs typeface="Calibri"/>
              </a:defRPr>
            </a:lvl6pPr>
            <a:lvl7pPr algn="l">
              <a:defRPr sz="1400" b="0" lang="ko-KR">
                <a:solidFill>
                  <a:srgbClr val="50555B"/>
                </a:solidFill>
                <a:latin typeface="Calibri"/>
                <a:ea typeface="Calibri"/>
                <a:cs typeface="Calibri"/>
              </a:defRPr>
            </a:lvl7pPr>
            <a:lvl8pPr algn="l">
              <a:defRPr sz="1400" b="0" lang="ko-KR">
                <a:solidFill>
                  <a:srgbClr val="50555B"/>
                </a:solidFill>
                <a:latin typeface="Calibri"/>
                <a:ea typeface="Calibri"/>
                <a:cs typeface="Calibri"/>
              </a:defRPr>
            </a:lvl8pPr>
            <a:lvl9pPr algn="l">
              <a:defRPr sz="1400" b="0" lang="ko-KR">
                <a:solidFill>
                  <a:srgbClr val="50555B"/>
                </a:solidFill>
                <a:latin typeface="Calibri"/>
                <a:ea typeface="Calibri"/>
                <a:cs typeface="Calibri"/>
              </a:defRPr>
            </a:lvl9pPr>
          </a:lstStyle>
          <a:p>
            <a:pPr algn="l">
              <a:defRPr sz="1400" b="0" lang="ko-KR">
                <a:solidFill>
                  <a:srgbClr val="50555B"/>
                </a:solidFill>
                <a:latin typeface="Calibri"/>
                <a:ea typeface="Calibri"/>
                <a:cs typeface="Calibri"/>
              </a:defRPr>
            </a:pPr>
            <a:r>
              <a:rPr sz="1400" b="0" lang="ko-KR">
                <a:solidFill>
                  <a:srgbClr val="50555B"/>
                </a:solidFill>
                <a:latin typeface="Calibri"/>
                <a:ea typeface="Calibri"/>
                <a:cs typeface="Calibri"/>
              </a:rPr>
              <a:t>기존 완료 발표 캠페인의 별도 실험. 실제 UI·음성·전체 VIA와 원격 모델 가중치는 측정 범위 밖.</a:t>
            </a:r>
            <a:endParaRPr lang="ko-KR">
              <a:latin typeface="Calibri"/>
              <a:ea typeface="Calibri"/>
              <a:cs typeface="Calibri"/>
            </a:endParaRPr>
          </a:p>
        </p:txBody>
      </p:sp>
    </p:spTree>
    <p:extLst>
      <p:ext uri="{BB962C8B-B14F-4D97-AF65-F5344CB8AC3E}">
        <p14:creationId val="1601468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17</ns0:Slides>
  <ns0:Notes>17</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2026-10-19T08:13:29.1690000Z</ns2:created>
  <ns2:modified xsi:type="dcterms:W3CDTF">2026-10-19T08:13:29.1690000Z</ns2:modified>
  <dc:language>ko-KR</dc:language>
</ns0:coreProperties>
</file>