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media/initial01_image.gif" ContentType="image/gif"/>
  <Override PartName="/ppt/media/initial01_image2.gif" ContentType="image/gif"/>
  <Override PartName="/ppt/notesMasters/initial01_notesMaster1.xml" ContentType="application/vnd.openxmlformats-officedocument.presentationml.notesMaster+xml"/>
  <Override PartName="/ppt/notesMasters/theme/initial01_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initial01_slideLayout1.xml" ContentType="application/vnd.openxmlformats-officedocument.presentationml.slideLayout+xml"/>
  <Override PartName="/ppt/slideMasters/initial01_slideMaster1.xml" ContentType="application/vnd.openxmlformats-officedocument.presentationml.slideMaster+xml"/>
  <Override PartName="/ppt/slideMasters/theme/initial01_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media/initial02_image.png" ContentType="image/png"/>
  <Override PartName="/ppt/media/initial02_image2.png" ContentType="image/png"/>
  <Override PartName="/ppt/media/initial02_image3.png" ContentType="image/png"/>
  <Override PartName="/ppt/media/initial02_image4.png" ContentType="image/png"/>
  <Override PartName="/ppt/media/initial02_image5.png" ContentType="image/png"/>
  <Override PartName="/ppt/notesMasters/initial02_notesMaster1.xml" ContentType="application/vnd.openxmlformats-officedocument.presentationml.notesMaster+xml"/>
  <Override PartName="/ppt/notesMasters/theme/initial02_theme3.xml" ContentType="application/vnd.openxmlformats-officedocument.theme+xml"/>
  <Override PartName="/ppt/notesSlides/notesSlide4.xml" ContentType="application/vnd.openxmlformats-officedocument.presentationml.notesSlide+xml"/>
  <Override PartName="/ppt/slideLayouts/initial02_slideLayout1.xml" ContentType="application/vnd.openxmlformats-officedocument.presentationml.slideLayout+xml"/>
  <Override PartName="/ppt/slideMasters/initial02_slideMaster1.xml" ContentType="application/vnd.openxmlformats-officedocument.presentationml.slideMaster+xml"/>
  <Override PartName="/ppt/slideMasters/theme/initial02_theme2.xml" ContentType="application/vnd.openxmlformats-officedocument.theme+xml"/>
  <Override PartName="/ppt/slides/slide4.xml" ContentType="application/vnd.openxmlformats-officedocument.presentationml.slide+xml"/>
  <Override PartName="/ppt/notesMasters/initial03_notesMaster1.xml" ContentType="application/vnd.openxmlformats-officedocument.presentationml.notesMaster+xml"/>
  <Override PartName="/ppt/notesMasters/theme/initial03_theme3.xml" ContentType="application/vnd.openxmlformats-officedocument.theme+xml"/>
  <Override PartName="/ppt/notesSlides/notesSlide5.xml" ContentType="application/vnd.openxmlformats-officedocument.presentationml.notesSlide+xml"/>
  <Override PartName="/ppt/slideLayouts/initial03_slideLayout1.xml" ContentType="application/vnd.openxmlformats-officedocument.presentationml.slideLayout+xml"/>
  <Override PartName="/ppt/slideMasters/initial03_slideMaster1.xml" ContentType="application/vnd.openxmlformats-officedocument.presentationml.slideMaster+xml"/>
  <Override PartName="/ppt/slideMasters/theme/initial03_theme2.xml" ContentType="application/vnd.openxmlformats-officedocument.theme+xml"/>
  <Override PartName="/ppt/slides/slide5.xml" ContentType="application/vnd.openxmlformats-officedocument.presentationml.slide+xml"/>
  <Override PartName="/ppt/notesMasters/initial04_notesMaster1.xml" ContentType="application/vnd.openxmlformats-officedocument.presentationml.notesMaster+xml"/>
  <Override PartName="/ppt/notesMasters/theme/initial04_theme3.xml" ContentType="application/vnd.openxmlformats-officedocument.them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initial04_slideLayout1.xml" ContentType="application/vnd.openxmlformats-officedocument.presentationml.slideLayout+xml"/>
  <Override PartName="/ppt/slideMasters/initial04_slideMaster1.xml" ContentType="application/vnd.openxmlformats-officedocument.presentationml.slideMaster+xml"/>
  <Override PartName="/ppt/slideMasters/theme/initial04_theme2.xml" ContentType="application/vnd.openxmlformats-officedocument.them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initial05_notesMaster1.xml" ContentType="application/vnd.openxmlformats-officedocument.presentationml.notesMaster+xml"/>
  <Override PartName="/ppt/notesMasters/theme/initial05_theme3.xml" ContentType="application/vnd.openxmlformats-officedocument.them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Layouts/initial05_slideLayout1.xml" ContentType="application/vnd.openxmlformats-officedocument.presentationml.slideLayout+xml"/>
  <Override PartName="/ppt/slideMasters/initial05_slideMaster1.xml" ContentType="application/vnd.openxmlformats-officedocument.presentationml.slideMaster+xml"/>
  <Override PartName="/ppt/slideMasters/theme/initial05_theme2.xml" ContentType="application/vnd.openxmlformats-officedocument.them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initial06_notesMaster1.xml" ContentType="application/vnd.openxmlformats-officedocument.presentationml.notesMaster+xml"/>
  <Override PartName="/ppt/notesMasters/theme/initial06_theme3.xml" ContentType="application/vnd.openxmlformats-officedocument.theme+xml"/>
  <Override PartName="/ppt/notesSlides/notesSlide18.xml" ContentType="application/vnd.openxmlformats-officedocument.presentationml.notesSlide+xml"/>
  <Override PartName="/ppt/slideLayouts/initial06_slideLayout1.xml" ContentType="application/vnd.openxmlformats-officedocument.presentationml.slideLayout+xml"/>
  <Override PartName="/ppt/slideMasters/initial06_slideMaster1.xml" ContentType="application/vnd.openxmlformats-officedocument.presentationml.slideMaster+xml"/>
  <Override PartName="/ppt/slideMasters/theme/initial06_theme2.xml" ContentType="application/vnd.openxmlformats-officedocument.theme+xml"/>
  <Override PartName="/ppt/slides/slide18.xml" ContentType="application/vnd.openxmlformats-officedocument.presentationml.slide+xml"/>
  <Override PartName="/ppt/media/initial07_via-v2-bg41-1.png" ContentType="image/png"/>
  <Override PartName="/ppt/media/initial07_via-v2-bg41-2.png" ContentType="image/png"/>
  <Override PartName="/ppt/media/initial07_via-v2-bg41-3.png" ContentType="image/png"/>
  <Override PartName="/ppt/media/initial07_via-v2-bg42-1.png" ContentType="image/png"/>
  <Override PartName="/ppt/media/initial07_via-v2-bg42-2.png" ContentType="image/png"/>
  <Override PartName="/ppt/media/initial07_via-v2-bg42-3.png" ContentType="image/png"/>
  <Override PartName="/ppt/media/initial07_via-v2-bg44-1.png" ContentType="image/png"/>
  <Override PartName="/ppt/media/initial07_via-v2-bg44-2.png" ContentType="image/png"/>
  <Override PartName="/ppt/media/initial07_via-v2-bg44-3.png" ContentType="image/png"/>
  <Override PartName="/ppt/media/initial07_via-v2-bg45-1.png" ContentType="image/png"/>
  <Override PartName="/ppt/media/initial07_via-v2-bg45-2.png" ContentType="image/png"/>
  <Override PartName="/ppt/media/initial07_via-v2-bg45-3.png" ContentType="image/png"/>
  <Override PartName="/ppt/media/initial07_via-v2-intro-1-1.png" ContentType="image/png"/>
  <Override PartName="/ppt/media/initial07_via-v2-intro-1-2.png" ContentType="image/png"/>
  <Override PartName="/ppt/media/initial07_via-v2-intro-1-3.png" ContentType="image/png"/>
  <Override PartName="/ppt/media/initial07_via-v2-intro-2-1.png" ContentType="image/png"/>
  <Override PartName="/ppt/media/initial07_via-v2-intro-2-2.png" ContentType="image/png"/>
  <Override PartName="/ppt/media/initial07_via-v2-intro-2-3.png" ContentType="image/png"/>
  <Override PartName="/ppt/notesMasters/initial07_notesMaster1.xml" ContentType="application/vnd.openxmlformats-officedocument.presentationml.notesMaster+xml"/>
  <Override PartName="/ppt/notesMasters/theme/initial07_theme3.xml" ContentType="application/vnd.openxmlformats-officedocument.theme+xml"/>
  <Override PartName="/ppt/notesSlides/notesSlide21.xml" ContentType="application/vnd.openxmlformats-officedocument.presentationml.notesSlide+xml"/>
  <Override PartName="/ppt/notesSlides/notesSlide2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22.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slideLayouts/initial07_slideLayout1.xml" ContentType="application/vnd.openxmlformats-officedocument.presentationml.slideLayout+xml"/>
  <Override PartName="/ppt/slideMasters/initial07_slideMaster1.xml" ContentType="application/vnd.openxmlformats-officedocument.presentationml.slideMaster+xml"/>
  <Override PartName="/ppt/slideMasters/theme/initial07_theme2.xml" ContentType="application/vnd.openxmlformats-officedocument.theme+xml"/>
  <Override PartName="/ppt/slides/slide21.xml" ContentType="application/vnd.openxmlformats-officedocument.presentationml.slide+xml"/>
  <Override PartName="/ppt/slides/slide2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slides/slide32.xml" ContentType="application/vnd.openxmlformats-officedocument.presentationml.slide+xml"/>
  <Override PartName="/ppt/slides/slide2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notesMasters/V2Clone_initial01_notesMaster1.xml" ContentType="application/vnd.openxmlformats-officedocument.presentationml.notesMaster+xml"/>
  <Override PartName="/ppt/notesMasters/V2Clone_initial02_notesMaster1.xml" ContentType="application/vnd.openxmlformats-officedocument.presentationml.notesMaster+xml"/>
  <Override PartName="/ppt/notesMasters/V2Clone_initial03_notesMaster1.xml" ContentType="application/vnd.openxmlformats-officedocument.presentationml.notesMaster+xml"/>
  <Override PartName="/ppt/notesMasters/V2Clone_initial04_notesMaster1.xml" ContentType="application/vnd.openxmlformats-officedocument.presentationml.notesMaster+xml"/>
  <Override PartName="/ppt/notesMasters/V2Clone_initial06_notesMaster1.xml" ContentType="application/vnd.openxmlformats-officedocument.presentationml.notesMaster+xml"/>
  <Override PartName="/ppt/notesMasters/V2Clone_initial07_notesMaster1.xml" ContentType="application/vnd.openxmlformats-officedocument.presentationml.notesMaster+xml"/>
  <Override PartName="/ppt/notesMasters/theme/V2Clone_initial01_theme3.xml" ContentType="application/vnd.openxmlformats-officedocument.theme+xml"/>
  <Override PartName="/ppt/notesMasters/theme/V2Clone_initial02_theme3.xml" ContentType="application/vnd.openxmlformats-officedocument.theme+xml"/>
  <Override PartName="/ppt/notesMasters/theme/V2Clone_initial03_theme3.xml" ContentType="application/vnd.openxmlformats-officedocument.theme+xml"/>
  <Override PartName="/ppt/notesMasters/theme/V2Clone_initial04_theme3.xml" ContentType="application/vnd.openxmlformats-officedocument.theme+xml"/>
  <Override PartName="/ppt/notesMasters/theme/V2Clone_initial06_theme3.xml" ContentType="application/vnd.openxmlformats-officedocument.theme+xml"/>
  <Override PartName="/ppt/notesMasters/theme/V2Clone_initial07_theme3.xml" ContentType="application/vnd.openxmlformats-officedocument.theme+xml"/>
  <Override PartName="/ppt/notesSlides/notesSlide33.xml" ContentType="application/vnd.openxmlformats-officedocument.presentationml.notesSlide+xml"/>
  <Override PartName="/ppt/notesSlides/notesSlide40.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slideLayouts/V2Clone_initial01_slideLayout1.xml" ContentType="application/vnd.openxmlformats-officedocument.presentationml.slideLayout+xml"/>
  <Override PartName="/ppt/slideLayouts/V2Clone_initial02_slideLayout1.xml" ContentType="application/vnd.openxmlformats-officedocument.presentationml.slideLayout+xml"/>
  <Override PartName="/ppt/slideLayouts/V2Clone_initial03_slideLayout1.xml" ContentType="application/vnd.openxmlformats-officedocument.presentationml.slideLayout+xml"/>
  <Override PartName="/ppt/slideLayouts/V2Clone_initial04_slideLayout1.xml" ContentType="application/vnd.openxmlformats-officedocument.presentationml.slideLayout+xml"/>
  <Override PartName="/ppt/slideLayouts/V2Clone_initial06_slideLayout1.xml" ContentType="application/vnd.openxmlformats-officedocument.presentationml.slideLayout+xml"/>
  <Override PartName="/ppt/slideLayouts/V2Clone_initial07_slideLayout1.xml" ContentType="application/vnd.openxmlformats-officedocument.presentationml.slideLayout+xml"/>
  <Override PartName="/ppt/slideMasters/V2Clone_initial01_slideMaster1.xml" ContentType="application/vnd.openxmlformats-officedocument.presentationml.slideMaster+xml"/>
  <Override PartName="/ppt/slideMasters/V2Clone_initial02_slideMaster1.xml" ContentType="application/vnd.openxmlformats-officedocument.presentationml.slideMaster+xml"/>
  <Override PartName="/ppt/slideMasters/V2Clone_initial03_slideMaster1.xml" ContentType="application/vnd.openxmlformats-officedocument.presentationml.slideMaster+xml"/>
  <Override PartName="/ppt/slideMasters/V2Clone_initial04_slideMaster1.xml" ContentType="application/vnd.openxmlformats-officedocument.presentationml.slideMaster+xml"/>
  <Override PartName="/ppt/slideMasters/V2Clone_initial06_slideMaster1.xml" ContentType="application/vnd.openxmlformats-officedocument.presentationml.slideMaster+xml"/>
  <Override PartName="/ppt/slideMasters/V2Clone_initial07_slideMaster1.xml" ContentType="application/vnd.openxmlformats-officedocument.presentationml.slideMaster+xml"/>
  <Override PartName="/ppt/slideMasters/theme/V2Clone_initial01_theme2.xml" ContentType="application/vnd.openxmlformats-officedocument.theme+xml"/>
  <Override PartName="/ppt/slideMasters/theme/V2Clone_initial02_theme2.xml" ContentType="application/vnd.openxmlformats-officedocument.theme+xml"/>
  <Override PartName="/ppt/slideMasters/theme/V2Clone_initial03_theme2.xml" ContentType="application/vnd.openxmlformats-officedocument.theme+xml"/>
  <Override PartName="/ppt/slideMasters/theme/V2Clone_initial04_theme2.xml" ContentType="application/vnd.openxmlformats-officedocument.theme+xml"/>
  <Override PartName="/ppt/slideMasters/theme/V2Clone_initial06_theme2.xml" ContentType="application/vnd.openxmlformats-officedocument.theme+xml"/>
  <Override PartName="/ppt/slideMasters/theme/V2Clone_initial07_theme2.xml" ContentType="application/vnd.openxmlformats-officedocument.theme+xml"/>
  <Override PartName="/ppt/slides/slide33.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V2Native_notesMaster1.xml" ContentType="application/vnd.openxmlformats-officedocument.presentationml.notesMaster+xml"/>
  <Override PartName="/ppt/notesMasters/theme/V2Native_theme3.xml" ContentType="application/vnd.openxmlformats-officedocument.theme+xml"/>
  <Override PartName="/ppt/notesSlides/notesSlide46.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V2Native_slideLayout1.xml" ContentType="application/vnd.openxmlformats-officedocument.presentationml.slideLayout+xml"/>
  <Override PartName="/ppt/slideMasters/V2Native_slideMaster1.xml" ContentType="application/vnd.openxmlformats-officedocument.presentationml.slideMaster+xml"/>
  <Override PartName="/ppt/slideMasters/theme/V2Native_theme2.xml" ContentType="application/vnd.openxmlformats-officedocument.theme+xml"/>
  <Override PartName="/ppt/slides/slide46.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V3Background_notesMaster1.xml" ContentType="application/vnd.openxmlformats-officedocument.presentationml.notesMaster+xml"/>
  <Override PartName="/ppt/notesMasters/theme/V3Background_theme3.xml" ContentType="application/vnd.openxmlformats-officedocument.them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slideLayouts/V3Background_slideLayout1.xml" ContentType="application/vnd.openxmlformats-officedocument.presentationml.slideLayout+xml"/>
  <Override PartName="/ppt/slideMasters/V3Background_slideMaster1.xml" ContentType="application/vnd.openxmlformats-officedocument.presentationml.slideMaster+xml"/>
  <Override PartName="/ppt/slideMasters/theme/V3Background_theme2.xml" ContentType="application/vnd.openxmlformats-officedocument.them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media/v7_claude_cowork_browser_20260826.gif" ContentType="image/gif"/>
  <Override PartName="/ppt/slides/slide62.xml" ContentType="application/vnd.openxmlformats-officedocument.presentationml.slide+xml"/>
  <Override PartName="/ppt/notesSlides/notesSlideV818.xml" ContentType="application/vnd.openxmlformats-officedocument.presentationml.notesSlide+xml"/>
  <Override PartName="/ppt/slides/slide63.xml" ContentType="application/vnd.openxmlformats-officedocument.presentationml.slide+xml"/>
  <Override PartName="/ppt/notesSlides/notesSlideV822.xml" ContentType="application/vnd.openxmlformats-officedocument.presentationml.notesSlide+xml"/>
  <Override PartName="/ppt/media/intro_v9_image.gif" ContentType="image/gif"/>
  <Override PartName="/ppt/media/intro_v9_image2.gif" ContentType="image/gif"/>
  <Override PartName="/ppt/slides/charts/intro_v9_chart1.xml" ContentType="application/vnd.openxmlformats-officedocument.drawingml.chart+xml"/>
  <Override PartName="/ppt/embeddings/intro_v9_chart-data-snapshot-001.xlsx" ContentType="application/vnd.openxmlformats-officedocument.spreadsheetml.sheet"/>
  <Override PartName="/ppt/media/intro_v9_image.png" ContentType="image/png"/>
  <Override PartName="/ppt/media/intro_v9_image2.png" ContentType="image/png"/>
  <Override PartName="/ppt/media/intro_v9_image3.png" ContentType="image/png"/>
  <Override PartName="/ppt/slides/charts/intro_v10_chart1.xml" ContentType="application/vnd.openxmlformats-officedocument.drawingml.chart+xml"/>
</Types>
</file>

<file path=_rels/.rels>&#65279;<?xml version="1.0" encoding="utf-8"?><Relationships xmlns="http://schemas.openxmlformats.org/package/2006/relationships"><Relationship Type="http://schemas.openxmlformats.org/package/2006/relationships/metadata/core-properties" Target="/docProps/core.xml" Id="R0a8029ed0b384474" /><Relationship Type="http://schemas.openxmlformats.org/officeDocument/2006/relationships/extended-properties" Target="/docProps/app.xml" Id="Ra8f6692c0b7a4ddc" /><Relationship Type="http://schemas.openxmlformats.org/officeDocument/2006/relationships/officeDocument" Target="/ppt/presentation.xml" Id="R6dc060f69a6f410f" /></Relationships>
</file>

<file path=ppt/presentation.xml><?xml version="1.0" encoding="utf-8"?>
<p:presentation xmlns:a="http://schemas.openxmlformats.org/drawingml/2006/main" xmlns:p="http://schemas.openxmlformats.org/presentationml/2006/main" xmlns:p14="http://schemas.microsoft.com/office/powerpoint/2010/main" xmlns:r="http://schemas.openxmlformats.org/officeDocument/2006/relationships">
  <p:sldMasterIdLst>
    <p:sldMasterId r:id="Via_ppt_slideMasters_initial01_slideMaster1_xml" id="2147483648"/>
    <p:sldMasterId r:id="Via_ppt_slideMasters_initial02_slideMaster1_xml" id="2147483649"/>
    <p:sldMasterId r:id="Via_ppt_slideMasters_initial03_slideMaster1_xml" id="2147483650"/>
    <p:sldMasterId r:id="Via_ppt_slideMasters_initial04_slideMaster1_xml" id="2147483651"/>
    <p:sldMasterId r:id="Via_ppt_slideMasters_initial05_slideMaster1_xml" id="2147483652"/>
    <p:sldMasterId r:id="Via_ppt_slideMasters_initial06_slideMaster1_xml" id="2147483653"/>
    <p:sldMasterId r:id="Via_ppt_slideMasters_initial07_slideMaster1_xml" id="2147483654"/>
    <p:sldMasterId r:id="Via_ppt_slideMasters_V2Clone_initial01_slideMaster1_xml" id="2147483655"/>
    <p:sldMasterId r:id="Via_ppt_slideMasters_V2Clone_initial02_slideMaster1_xml" id="2147483656"/>
    <p:sldMasterId r:id="Via_ppt_slideMasters_V2Clone_initial03_slideMaster1_xml" id="2147483657"/>
    <p:sldMasterId r:id="Via_ppt_slideMasters_V2Clone_initial04_slideMaster1_xml" id="2147483658"/>
    <p:sldMasterId r:id="Via_ppt_slideMasters_V2Clone_initial06_slideMaster1_xml" id="2147483659"/>
    <p:sldMasterId r:id="Via_ppt_slideMasters_V2Clone_initial07_slideMaster1_xml" id="2147483660"/>
    <p:sldMasterId r:id="Via_ppt_slideMasters_V2Native_slideMaster1_xml" id="2147483661"/>
    <p:sldMasterId r:id="Via_ppt_slideMasters_V3Background_slideMaster1_xml" id="2147483662"/>
  </p:sldMasterIdLst>
  <p:notesMasterIdLst>
    <p:notesMasterId r:id="Via_ppt_notesMasters_initial01_notesMaster1_xml"/>
  </p:notesMasterIdLst>
  <p:sldIdLst>
    <p:sldId id="256" r:id="V8Slide1"/>
    <p:sldId id="257" r:id="V8Slide2"/>
    <p:sldId id="258" r:id="V8Slide3"/>
    <p:sldId id="259" r:id="V8Slide4"/>
    <p:sldId id="260" r:id="V8Slide5"/>
    <p:sldId id="261" r:id="V8Slide6"/>
    <p:sldId id="262" r:id="V8Slide7"/>
    <p:sldId id="263" r:id="V8Slide8"/>
    <p:sldId id="264" r:id="V8Slide9"/>
    <p:sldId id="265" r:id="V8Slide10"/>
    <p:sldId id="266" r:id="V8Slide11"/>
    <p:sldId id="267" r:id="V8Slide12"/>
    <p:sldId id="268" r:id="V8Slide13"/>
    <p:sldId id="269" r:id="V8Slide14"/>
    <p:sldId id="314" r:id="V8Slide15"/>
    <p:sldId id="273" r:id="V8Slide16"/>
    <p:sldId id="315" r:id="V8Slide17"/>
    <p:sldId id="317" r:id="V8Slide18"/>
    <p:sldId id="275" r:id="V8Slide19"/>
    <p:sldId id="316" r:id="V8Slide20"/>
    <p:sldId id="277" r:id="V8Slide21"/>
    <p:sldId id="318" r:id="V8Slide22"/>
    <p:sldId id="278" r:id="V8Slide23"/>
    <p:sldId id="279" r:id="V8Slide24"/>
    <p:sldId id="280" r:id="V8Slide25"/>
    <p:sldId id="281" r:id="V8Slide26"/>
    <p:sldId id="282" r:id="V8Slide27"/>
    <p:sldId id="283" r:id="V8Slide28"/>
    <p:sldId id="284" r:id="V8Slide29"/>
    <p:sldId id="285" r:id="V8Slide30"/>
    <p:sldId id="286" r:id="V8Slide31"/>
    <p:sldId id="287" r:id="V8Slide32"/>
    <p:sldId id="288" r:id="V8Slide33"/>
    <p:sldId id="289" r:id="V8Slide34"/>
    <p:sldId id="290" r:id="V8Slide35"/>
    <p:sldId id="291" r:id="V8Slide36"/>
    <p:sldId id="292" r:id="V8Slide37"/>
    <p:sldId id="293" r:id="V8Slide38"/>
    <p:sldId id="294" r:id="V8Slide39"/>
    <p:sldId id="295" r:id="V8Slide40"/>
    <p:sldId id="296" r:id="V8Slide41"/>
    <p:sldId id="297" r:id="V8Slide42"/>
    <p:sldId id="298" r:id="V8Slide43"/>
    <p:sldId id="299" r:id="V8Slide44"/>
    <p:sldId id="300" r:id="V8Slide45"/>
    <p:sldId id="301" r:id="V8Slide46"/>
    <p:sldId id="302" r:id="V8Slide47"/>
    <p:sldId id="303" r:id="V8Slide48"/>
    <p:sldId id="304" r:id="V8Slide49"/>
    <p:sldId id="305" r:id="V8Slide50"/>
    <p:sldId id="306" r:id="V8Slide51"/>
    <p:sldId id="307" r:id="V8Slide52"/>
    <p:sldId id="308" r:id="V8Slide53"/>
    <p:sldId id="309" r:id="V8Slide54"/>
    <p:sldId id="310" r:id="V8Slide55"/>
    <p:sldId id="311" r:id="V8Slide56"/>
    <p:sldId id="312" r:id="V8Slide57"/>
    <p:sldId id="270" r:id="V8Slide58"/>
    <p:sldId id="272" r:id="V8Slide59"/>
    <p:sldId id="274" r:id="V8Slide60"/>
    <p:sldId id="276" r:id="V8Slide61"/>
    <p:sldId id="313" r:id="V8Slide62"/>
    <p:sldId id="271" r:id="V8Slide63"/>
  </p:sldIdLst>
  <p:sldSz cx="18288000" cy="10287000"/>
  <p:notesSz cx="6858000" cy="9144000"/>
  <p:defaultTextStyle>
    <a:defPPr>
      <a:defRPr lang="ko-KR">
        <a:solidFill>
          <a:srgbClr val="000000"/>
        </a:solidFill>
        <a:latin typeface="Calibri"/>
        <a:ea typeface="Calibri"/>
        <a:cs typeface="Calibri"/>
      </a:defRPr>
    </a:defPPr>
    <a:lvl1pPr>
      <a:defRPr lang="ko-KR">
        <a:solidFill>
          <a:srgbClr val="000000"/>
        </a:solidFill>
        <a:latin typeface="Calibri"/>
        <a:ea typeface="Calibri"/>
        <a:cs typeface="Calibri"/>
      </a:defRPr>
    </a:lvl1pPr>
    <a:lvl2pPr>
      <a:defRPr lang="ko-KR">
        <a:solidFill>
          <a:srgbClr val="000000"/>
        </a:solidFill>
        <a:latin typeface="Calibri"/>
        <a:ea typeface="Calibri"/>
        <a:cs typeface="Calibri"/>
      </a:defRPr>
    </a:lvl2pPr>
    <a:lvl3pPr>
      <a:defRPr lang="ko-KR">
        <a:solidFill>
          <a:srgbClr val="000000"/>
        </a:solidFill>
        <a:latin typeface="Calibri"/>
        <a:ea typeface="Calibri"/>
        <a:cs typeface="Calibri"/>
      </a:defRPr>
    </a:lvl3pPr>
    <a:lvl4pPr>
      <a:defRPr lang="ko-KR">
        <a:solidFill>
          <a:srgbClr val="000000"/>
        </a:solidFill>
        <a:latin typeface="Calibri"/>
        <a:ea typeface="Calibri"/>
        <a:cs typeface="Calibri"/>
      </a:defRPr>
    </a:lvl4pPr>
    <a:lvl5pPr>
      <a:defRPr lang="ko-KR">
        <a:solidFill>
          <a:srgbClr val="000000"/>
        </a:solidFill>
        <a:latin typeface="Calibri"/>
        <a:ea typeface="Calibri"/>
        <a:cs typeface="Calibri"/>
      </a:defRPr>
    </a:lvl5pPr>
    <a:lvl6pPr>
      <a:defRPr lang="ko-KR">
        <a:solidFill>
          <a:srgbClr val="000000"/>
        </a:solidFill>
        <a:latin typeface="Calibri"/>
        <a:ea typeface="Calibri"/>
        <a:cs typeface="Calibri"/>
      </a:defRPr>
    </a:lvl6pPr>
    <a:lvl7pPr>
      <a:defRPr lang="ko-KR">
        <a:solidFill>
          <a:srgbClr val="000000"/>
        </a:solidFill>
        <a:latin typeface="Calibri"/>
        <a:ea typeface="Calibri"/>
        <a:cs typeface="Calibri"/>
      </a:defRPr>
    </a:lvl7pPr>
    <a:lvl8pPr>
      <a:defRPr lang="ko-KR">
        <a:solidFill>
          <a:srgbClr val="000000"/>
        </a:solidFill>
        <a:latin typeface="Calibri"/>
        <a:ea typeface="Calibri"/>
        <a:cs typeface="Calibri"/>
      </a:defRPr>
    </a:lvl8pPr>
    <a:lvl9pPr>
      <a:defRPr lang="ko-KR">
        <a:solidFill>
          <a:srgbClr val="000000"/>
        </a:solidFill>
        <a:latin typeface="Calibri"/>
        <a:ea typeface="Calibri"/>
        <a:cs typeface="Calibri"/>
      </a:defRPr>
    </a:lvl9pPr>
  </p:defaultTextStyle>
  <p:extLst>
    <p:ext uri="{521415D9-36F7-43E2-AB2F-B90AF26B5E84}">
      <p14:sectionLst>
        <p14:section name="배경과 소개" id="{BF07F05A-BF13-5AB7-B9BE-F5A754F113C4}">
          <p14:sldIdLst>
            <p14:sldId id="256"/>
            <p14:sldId id="257"/>
            <p14:sldId id="258"/>
            <p14:sldId id="259"/>
            <p14:sldId id="260"/>
            <p14:sldId id="261"/>
          </p14:sldIdLst>
        </p14:section>
        <p14:section name="요구사항과 QA" id="{6BD64F58-F509-5BD6-881E-78C36D9BD6E0}">
          <p14:sldIdLst>
            <p14:sldId id="262"/>
            <p14:sldId id="263"/>
            <p14:sldId id="264"/>
            <p14:sldId id="265"/>
            <p14:sldId id="266"/>
          </p14:sldIdLst>
        </p14:section>
        <p14:section name="설계 도입" id="{BADB073F-D26C-5440-BCE1-F24801B79769}">
          <p14:sldIdLst>
            <p14:sldId id="267"/>
            <p14:sldId id="268"/>
          </p14:sldIdLst>
        </p14:section>
        <p14:section name="설계 비교" id="{C2CC35AB-62B7-5854-A663-46D5BEDA6A93}">
          <p14:sldIdLst>
            <p14:sldId id="269"/>
            <p14:sldId id="314"/>
            <p14:sldId id="315"/>
            <p14:sldId id="317"/>
            <p14:sldId id="316"/>
            <p14:sldId id="318"/>
          </p14:sldIdLst>
        </p14:section>
        <p14:section name="DP44" id="{F4C3989D-9536-5CCB-A94E-06927D5C930E}">
          <p14:sldIdLst>
            <p14:sldId id="273"/>
          </p14:sldIdLst>
        </p14:section>
        <p14:section name="DP45" id="{538386C1-0ABD-5E2D-A506-9BE9D21D3644}">
          <p14:sldIdLst>
            <p14:sldId id="275"/>
          </p14:sldIdLst>
        </p14:section>
        <p14:section name="DP42" id="{57525D45-9E09-5850-9E22-CA4FBEC95BF0}">
          <p14:sldIdLst>
            <p14:sldId id="277"/>
          </p14:sldIdLst>
        </p14:section>
        <p14:section name="검토 요약" id="{52E3FD45-20B0-5694-81DF-1265EFB4E1D9}">
          <p14:sldIdLst>
            <p14:sldId id="278"/>
            <p14:sldId id="279"/>
          </p14:sldIdLst>
        </p14:section>
        <p14:section name="Appendix 안내" id="{CA7042C1-6F41-5D95-B171-AB13C029EBA2}">
          <p14:sldIdLst>
            <p14:sldId id="280"/>
          </p14:sldIdLst>
        </p14:section>
        <p14:section name="Appendix / QA 상세" id="{55C81105-8847-51EA-9AE6-8EF454FF1690}">
          <p14:sldIdLst>
            <p14:sldId id="281"/>
            <p14:sldId id="282"/>
            <p14:sldId id="283"/>
            <p14:sldId id="284"/>
            <p14:sldId id="285"/>
            <p14:sldId id="286"/>
            <p14:sldId id="287"/>
            <p14:sldId id="288"/>
            <p14:sldId id="289"/>
            <p14:sldId id="290"/>
          </p14:sldIdLst>
        </p14:section>
        <p14:section name="Appendix / 원본 보존" id="{BF536283-29C9-529D-B4D6-D56CC2CD401A}">
          <p14:sldIdLst>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 name="Appendix / v2 DP 배경 보존" id="{CE2EDA3D-67E0-56C0-AEF2-A98E3D703333}">
          <p14:sldIdLst>
            <p14:sldId id="270"/>
            <p14:sldId id="272"/>
            <p14:sldId id="274"/>
            <p14:sldId id="276"/>
          </p14:sldIdLst>
        </p14:section>
        <p14:section name="Appendix / 제외 주제 41 보존" id="{CE6199B2-A6B6-5483-96AF-2990DDA032A7}">
          <p14:sldIdLst>
            <p14:sldId id="313"/>
            <p14:sldId id="271"/>
          </p14:sldIdLst>
        </p14:section>
      </p14:sectionLst>
    </p:ext>
  </p:extLst>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f496b857b614f3d" /><Relationship Type="http://schemas.openxmlformats.org/officeDocument/2006/relationships/presProps" Target="/ppt/presProps.xml" Id="Redb3f196f8f14e33" /><Relationship Type="http://schemas.openxmlformats.org/officeDocument/2006/relationships/tableStyles" Target="/ppt/tableStyles.xml" Id="R52f455e510f14b18" /><Relationship Id="Via_ppt_slideMasters_initial01_slideMaster1_xml" Type="http://schemas.openxmlformats.org/officeDocument/2006/relationships/slideMaster" Target="/ppt/slideMasters/initial01_slideMaster1.xml" /><Relationship Id="Via_ppt_slideMasters_initial02_slideMaster1_xml" Type="http://schemas.openxmlformats.org/officeDocument/2006/relationships/slideMaster" Target="/ppt/slideMasters/initial02_slideMaster1.xml" /><Relationship Id="Via_ppt_slideMasters_initial03_slideMaster1_xml" Type="http://schemas.openxmlformats.org/officeDocument/2006/relationships/slideMaster" Target="/ppt/slideMasters/initial03_slideMaster1.xml" /><Relationship Id="Via_ppt_slideMasters_initial04_slideMaster1_xml" Type="http://schemas.openxmlformats.org/officeDocument/2006/relationships/slideMaster" Target="/ppt/slideMasters/initial04_slideMaster1.xml" /><Relationship Id="Via_ppt_slideMasters_initial05_slideMaster1_xml" Type="http://schemas.openxmlformats.org/officeDocument/2006/relationships/slideMaster" Target="/ppt/slideMasters/initial05_slideMaster1.xml" /><Relationship Id="Via_ppt_slideMasters_initial06_slideMaster1_xml" Type="http://schemas.openxmlformats.org/officeDocument/2006/relationships/slideMaster" Target="/ppt/slideMasters/initial06_slideMaster1.xml" /><Relationship Id="Via_ppt_slideMasters_initial07_slideMaster1_xml" Type="http://schemas.openxmlformats.org/officeDocument/2006/relationships/slideMaster" Target="/ppt/slideMasters/initial07_slideMaster1.xml" /><Relationship Id="Via_ppt_notesMasters_initial01_notesMaster1_xml" Type="http://schemas.openxmlformats.org/officeDocument/2006/relationships/notesMaster" Target="/ppt/notesMasters/initial01_notesMaster1.xml" /><Relationship Id="Via_ppt_slideMasters_V2Clone_initial01_slideMaster1_xml" Type="http://schemas.openxmlformats.org/officeDocument/2006/relationships/slideMaster" Target="/ppt/slideMasters/V2Clone_initial01_slideMaster1.xml" /><Relationship Id="Via_ppt_slideMasters_V2Clone_initial02_slideMaster1_xml" Type="http://schemas.openxmlformats.org/officeDocument/2006/relationships/slideMaster" Target="/ppt/slideMasters/V2Clone_initial02_slideMaster1.xml" /><Relationship Id="Via_ppt_slideMasters_V2Clone_initial03_slideMaster1_xml" Type="http://schemas.openxmlformats.org/officeDocument/2006/relationships/slideMaster" Target="/ppt/slideMasters/V2Clone_initial03_slideMaster1.xml" /><Relationship Id="Via_ppt_slideMasters_V2Clone_initial04_slideMaster1_xml" Type="http://schemas.openxmlformats.org/officeDocument/2006/relationships/slideMaster" Target="/ppt/slideMasters/V2Clone_initial04_slideMaster1.xml" /><Relationship Id="Via_ppt_slideMasters_V2Clone_initial06_slideMaster1_xml" Type="http://schemas.openxmlformats.org/officeDocument/2006/relationships/slideMaster" Target="/ppt/slideMasters/V2Clone_initial06_slideMaster1.xml" /><Relationship Id="Via_ppt_slideMasters_V2Clone_initial07_slideMaster1_xml" Type="http://schemas.openxmlformats.org/officeDocument/2006/relationships/slideMaster" Target="/ppt/slideMasters/V2Clone_initial07_slideMaster1.xml" /><Relationship Id="Via_ppt_slideMasters_V2Native_slideMaster1_xml" Type="http://schemas.openxmlformats.org/officeDocument/2006/relationships/slideMaster" Target="/ppt/slideMasters/V2Native_slideMaster1.xml" /><Relationship Id="Via_ppt_slideMasters_V3Background_slideMaster1_xml" Type="http://schemas.openxmlformats.org/officeDocument/2006/relationships/slideMaster" Target="/ppt/slideMasters/V3Background_slideMaster1.xml" /><Relationship Id="V8Slide1" Type="http://schemas.openxmlformats.org/officeDocument/2006/relationships/slide" Target="/ppt/slides/slide33.xml" /><Relationship Id="V8Slide2" Type="http://schemas.openxmlformats.org/officeDocument/2006/relationships/slide" Target="/ppt/slides/slide46.xml" /><Relationship Id="V8Slide3" Type="http://schemas.openxmlformats.org/officeDocument/2006/relationships/slide" Target="/ppt/slides/slide34.xml" /><Relationship Id="V8Slide4" Type="http://schemas.openxmlformats.org/officeDocument/2006/relationships/slide" Target="/ppt/slides/slide47.xml" /><Relationship Id="V8Slide5" Type="http://schemas.openxmlformats.org/officeDocument/2006/relationships/slide" Target="/ppt/slides/slide35.xml" /><Relationship Id="V8Slide6" Type="http://schemas.openxmlformats.org/officeDocument/2006/relationships/slide" Target="/ppt/slides/slide36.xml" /><Relationship Id="V8Slide7" Type="http://schemas.openxmlformats.org/officeDocument/2006/relationships/slide" Target="/ppt/slides/slide48.xml" /><Relationship Id="V8Slide8" Type="http://schemas.openxmlformats.org/officeDocument/2006/relationships/slide" Target="/ppt/slides/slide37.xml" /><Relationship Id="V8Slide9" Type="http://schemas.openxmlformats.org/officeDocument/2006/relationships/slide" Target="/ppt/slides/slide38.xml" /><Relationship Id="V8Slide10" Type="http://schemas.openxmlformats.org/officeDocument/2006/relationships/slide" Target="/ppt/slides/slide39.xml" /><Relationship Id="V8Slide11" Type="http://schemas.openxmlformats.org/officeDocument/2006/relationships/slide" Target="/ppt/slides/slide49.xml" /><Relationship Id="V8Slide12" Type="http://schemas.openxmlformats.org/officeDocument/2006/relationships/slide" Target="/ppt/slides/slide50.xml" /><Relationship Id="V8Slide13" Type="http://schemas.openxmlformats.org/officeDocument/2006/relationships/slide" Target="/ppt/slides/slide40.xml" /><Relationship Id="V8Slide14" Type="http://schemas.openxmlformats.org/officeDocument/2006/relationships/slide" Target="/ppt/slides/slide41.xml" /><Relationship Id="V8Slide15" Type="http://schemas.openxmlformats.org/officeDocument/2006/relationships/slide" Target="/ppt/slides/slide59.xml" /><Relationship Id="V8Slide16" Type="http://schemas.openxmlformats.org/officeDocument/2006/relationships/slide" Target="/ppt/slides/slide52.xml" /><Relationship Id="V8Slide17" Type="http://schemas.openxmlformats.org/officeDocument/2006/relationships/slide" Target="/ppt/slides/slide60.xml" /><Relationship Id="V8Slide18" Type="http://schemas.openxmlformats.org/officeDocument/2006/relationships/slide" Target="/ppt/slides/slide62.xml" /><Relationship Id="V8Slide19" Type="http://schemas.openxmlformats.org/officeDocument/2006/relationships/slide" Target="/ppt/slides/slide53.xml" /><Relationship Id="V8Slide20" Type="http://schemas.openxmlformats.org/officeDocument/2006/relationships/slide" Target="/ppt/slides/slide61.xml" /><Relationship Id="V8Slide21" Type="http://schemas.openxmlformats.org/officeDocument/2006/relationships/slide" Target="/ppt/slides/slide54.xml" /><Relationship Id="V8Slide22" Type="http://schemas.openxmlformats.org/officeDocument/2006/relationships/slide" Target="/ppt/slides/slide63.xml" /><Relationship Id="V8Slide23" Type="http://schemas.openxmlformats.org/officeDocument/2006/relationships/slide" Target="/ppt/slides/slide55.xml" /><Relationship Id="V8Slide24" Type="http://schemas.openxmlformats.org/officeDocument/2006/relationships/slide" Target="/ppt/slides/slide56.xml" /><Relationship Id="V8Slide25" Type="http://schemas.openxmlformats.org/officeDocument/2006/relationships/slide" Target="/ppt/slides/slide57.xml" /><Relationship Id="V8Slide26" Type="http://schemas.openxmlformats.org/officeDocument/2006/relationships/slide" Target="/ppt/slides/slide8.xml" /><Relationship Id="V8Slide27" Type="http://schemas.openxmlformats.org/officeDocument/2006/relationships/slide" Target="/ppt/slides/slide9.xml" /><Relationship Id="V8Slide28" Type="http://schemas.openxmlformats.org/officeDocument/2006/relationships/slide" Target="/ppt/slides/slide10.xml" /><Relationship Id="V8Slide29" Type="http://schemas.openxmlformats.org/officeDocument/2006/relationships/slide" Target="/ppt/slides/slide11.xml" /><Relationship Id="V8Slide30" Type="http://schemas.openxmlformats.org/officeDocument/2006/relationships/slide" Target="/ppt/slides/slide12.xml" /><Relationship Id="V8Slide31" Type="http://schemas.openxmlformats.org/officeDocument/2006/relationships/slide" Target="/ppt/slides/slide13.xml" /><Relationship Id="V8Slide32" Type="http://schemas.openxmlformats.org/officeDocument/2006/relationships/slide" Target="/ppt/slides/slide14.xml" /><Relationship Id="V8Slide33" Type="http://schemas.openxmlformats.org/officeDocument/2006/relationships/slide" Target="/ppt/slides/slide15.xml" /><Relationship Id="V8Slide34" Type="http://schemas.openxmlformats.org/officeDocument/2006/relationships/slide" Target="/ppt/slides/slide16.xml" /><Relationship Id="V8Slide35" Type="http://schemas.openxmlformats.org/officeDocument/2006/relationships/slide" Target="/ppt/slides/slide17.xml" /><Relationship Id="V8Slide36" Type="http://schemas.openxmlformats.org/officeDocument/2006/relationships/slide" Target="/ppt/slides/slide1.xml" /><Relationship Id="V8Slide37" Type="http://schemas.openxmlformats.org/officeDocument/2006/relationships/slide" Target="/ppt/slides/slide2.xml" /><Relationship Id="V8Slide38" Type="http://schemas.openxmlformats.org/officeDocument/2006/relationships/slide" Target="/ppt/slides/slide3.xml" /><Relationship Id="V8Slide39" Type="http://schemas.openxmlformats.org/officeDocument/2006/relationships/slide" Target="/ppt/slides/slide4.xml" /><Relationship Id="V8Slide40" Type="http://schemas.openxmlformats.org/officeDocument/2006/relationships/slide" Target="/ppt/slides/slide5.xml" /><Relationship Id="V8Slide41" Type="http://schemas.openxmlformats.org/officeDocument/2006/relationships/slide" Target="/ppt/slides/slide6.xml" /><Relationship Id="V8Slide42" Type="http://schemas.openxmlformats.org/officeDocument/2006/relationships/slide" Target="/ppt/slides/slide7.xml" /><Relationship Id="V8Slide43" Type="http://schemas.openxmlformats.org/officeDocument/2006/relationships/slide" Target="/ppt/slides/slide18.xml" /><Relationship Id="V8Slide44" Type="http://schemas.openxmlformats.org/officeDocument/2006/relationships/slide" Target="/ppt/slides/slide19.xml" /><Relationship Id="V8Slide45" Type="http://schemas.openxmlformats.org/officeDocument/2006/relationships/slide" Target="/ppt/slides/slide20.xml" /><Relationship Id="V8Slide46" Type="http://schemas.openxmlformats.org/officeDocument/2006/relationships/slide" Target="/ppt/slides/slide21.xml" /><Relationship Id="V8Slide47" Type="http://schemas.openxmlformats.org/officeDocument/2006/relationships/slide" Target="/ppt/slides/slide22.xml" /><Relationship Id="V8Slide48" Type="http://schemas.openxmlformats.org/officeDocument/2006/relationships/slide" Target="/ppt/slides/slide23.xml" /><Relationship Id="V8Slide49" Type="http://schemas.openxmlformats.org/officeDocument/2006/relationships/slide" Target="/ppt/slides/slide24.xml" /><Relationship Id="V8Slide50" Type="http://schemas.openxmlformats.org/officeDocument/2006/relationships/slide" Target="/ppt/slides/slide25.xml" /><Relationship Id="V8Slide51" Type="http://schemas.openxmlformats.org/officeDocument/2006/relationships/slide" Target="/ppt/slides/slide26.xml" /><Relationship Id="V8Slide52" Type="http://schemas.openxmlformats.org/officeDocument/2006/relationships/slide" Target="/ppt/slides/slide27.xml" /><Relationship Id="V8Slide53" Type="http://schemas.openxmlformats.org/officeDocument/2006/relationships/slide" Target="/ppt/slides/slide28.xml" /><Relationship Id="V8Slide54" Type="http://schemas.openxmlformats.org/officeDocument/2006/relationships/slide" Target="/ppt/slides/slide29.xml" /><Relationship Id="V8Slide55" Type="http://schemas.openxmlformats.org/officeDocument/2006/relationships/slide" Target="/ppt/slides/slide30.xml" /><Relationship Id="V8Slide56" Type="http://schemas.openxmlformats.org/officeDocument/2006/relationships/slide" Target="/ppt/slides/slide31.xml" /><Relationship Id="V8Slide57" Type="http://schemas.openxmlformats.org/officeDocument/2006/relationships/slide" Target="/ppt/slides/slide32.xml" /><Relationship Id="V8Slide58" Type="http://schemas.openxmlformats.org/officeDocument/2006/relationships/slide" Target="/ppt/slides/slide42.xml" /><Relationship Id="V8Slide59" Type="http://schemas.openxmlformats.org/officeDocument/2006/relationships/slide" Target="/ppt/slides/slide43.xml" /><Relationship Id="V8Slide60" Type="http://schemas.openxmlformats.org/officeDocument/2006/relationships/slide" Target="/ppt/slides/slide44.xml" /><Relationship Id="V8Slide61" Type="http://schemas.openxmlformats.org/officeDocument/2006/relationships/slide" Target="/ppt/slides/slide45.xml" /><Relationship Id="V8Slide62" Type="http://schemas.openxmlformats.org/officeDocument/2006/relationships/slide" Target="/ppt/slides/slide58.xml" /><Relationship Id="V8Slide63" Type="http://schemas.openxmlformats.org/officeDocument/2006/relationships/slide" Target="/ppt/slides/slide51.xml" /></Relationships>
</file>

<file path=ppt/notesMasters/V2Clone_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2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4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7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Native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3Background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_rels/V2Clone_initial01_notesMaster1.xml.rels><?xml version='1.0' encoding='utf-8'?>
<Relationships xmlns="http://schemas.openxmlformats.org/package/2006/relationships"><Relationship Type="http://schemas.openxmlformats.org/officeDocument/2006/relationships/theme" Target="/ppt/notesMasters/theme/V2Clone_initial01_theme3.xml" Id="R84c38049fec14e69" /></Relationships>
</file>

<file path=ppt/notesMasters/_rels/V2Clone_initial02_notesMaster1.xml.rels><?xml version='1.0' encoding='utf-8'?>
<Relationships xmlns="http://schemas.openxmlformats.org/package/2006/relationships"><Relationship Type="http://schemas.openxmlformats.org/officeDocument/2006/relationships/theme" Target="/ppt/notesMasters/theme/V2Clone_initial02_theme3.xml" Id="Rdd1d059cf55e4b6f" /></Relationships>
</file>

<file path=ppt/notesMasters/_rels/V2Clone_initial03_notesMaster1.xml.rels><?xml version='1.0' encoding='utf-8'?>
<Relationships xmlns="http://schemas.openxmlformats.org/package/2006/relationships"><Relationship Type="http://schemas.openxmlformats.org/officeDocument/2006/relationships/theme" Target="/ppt/notesMasters/theme/V2Clone_initial03_theme3.xml" Id="Rc0807e829f2d4888" /></Relationships>
</file>

<file path=ppt/notesMasters/_rels/V2Clone_initial04_notesMaster1.xml.rels><?xml version='1.0' encoding='utf-8'?>
<Relationships xmlns="http://schemas.openxmlformats.org/package/2006/relationships"><Relationship Type="http://schemas.openxmlformats.org/officeDocument/2006/relationships/theme" Target="/ppt/notesMasters/theme/V2Clone_initial04_theme3.xml" Id="R931d06c04bee431f" /></Relationships>
</file>

<file path=ppt/notesMasters/_rels/V2Clone_initial06_notesMaster1.xml.rels><?xml version='1.0' encoding='utf-8'?>
<Relationships xmlns="http://schemas.openxmlformats.org/package/2006/relationships"><Relationship Type="http://schemas.openxmlformats.org/officeDocument/2006/relationships/theme" Target="/ppt/notesMasters/theme/V2Clone_initial06_theme3.xml" Id="R003d515494d44032" /></Relationships>
</file>

<file path=ppt/notesMasters/_rels/V2Clone_initial07_notesMaster1.xml.rels><?xml version='1.0' encoding='utf-8'?>
<Relationships xmlns="http://schemas.openxmlformats.org/package/2006/relationships"><Relationship Type="http://schemas.openxmlformats.org/officeDocument/2006/relationships/theme" Target="/ppt/notesMasters/theme/V2Clone_initial07_theme3.xml" Id="R58e00c7f09bf478e" /></Relationships>
</file>

<file path=ppt/notesMasters/_rels/V2Native_notesMaster1.xml.rels><?xml version='1.0' encoding='utf-8'?>
<Relationships xmlns="http://schemas.openxmlformats.org/package/2006/relationships"><Relationship Type="http://schemas.openxmlformats.org/officeDocument/2006/relationships/theme" Target="/ppt/notesMasters/theme/V2Native_theme3.xml" Id="Rf5150de32f754054" /></Relationships>
</file>

<file path=ppt/notesMasters/_rels/V3Background_notesMaster1.xml.rels><?xml version='1.0' encoding='utf-8'?>
<Relationships xmlns="http://schemas.openxmlformats.org/package/2006/relationships"><Relationship Type="http://schemas.openxmlformats.org/officeDocument/2006/relationships/theme" Target="/ppt/notesMasters/theme/V3Background_theme3.xml" Id="R32d20cab243d46f3" /></Relationships>
</file>

<file path=ppt/notesMasters/_rels/initial01_notesMaster1.xml.rels><?xml version='1.0' encoding='utf-8'?>
<Relationships xmlns="http://schemas.openxmlformats.org/package/2006/relationships"><Relationship Type="http://schemas.openxmlformats.org/officeDocument/2006/relationships/theme" Target="/ppt/notesMasters/theme/initial01_theme3.xml" Id="R84c38049fec14e69" /></Relationships>
</file>

<file path=ppt/notesMasters/_rels/initial02_notesMaster1.xml.rels><?xml version='1.0' encoding='utf-8'?>
<Relationships xmlns="http://schemas.openxmlformats.org/package/2006/relationships"><Relationship Type="http://schemas.openxmlformats.org/officeDocument/2006/relationships/theme" Target="/ppt/notesMasters/theme/initial02_theme3.xml" Id="Rdd1d059cf55e4b6f" /></Relationships>
</file>

<file path=ppt/notesMasters/_rels/initial03_notesMaster1.xml.rels><?xml version='1.0' encoding='utf-8'?>
<Relationships xmlns="http://schemas.openxmlformats.org/package/2006/relationships"><Relationship Type="http://schemas.openxmlformats.org/officeDocument/2006/relationships/theme" Target="/ppt/notesMasters/theme/initial03_theme3.xml" Id="Rc0807e829f2d4888" /></Relationships>
</file>

<file path=ppt/notesMasters/_rels/initial04_notesMaster1.xml.rels><?xml version='1.0' encoding='utf-8'?>
<Relationships xmlns="http://schemas.openxmlformats.org/package/2006/relationships"><Relationship Type="http://schemas.openxmlformats.org/officeDocument/2006/relationships/theme" Target="/ppt/notesMasters/theme/initial04_theme3.xml" Id="R931d06c04bee431f" /></Relationships>
</file>

<file path=ppt/notesMasters/_rels/initial05_notesMaster1.xml.rels><?xml version='1.0' encoding='utf-8'?>
<Relationships xmlns="http://schemas.openxmlformats.org/package/2006/relationships"><Relationship Type="http://schemas.openxmlformats.org/officeDocument/2006/relationships/theme" Target="/ppt/notesMasters/theme/initial05_theme3.xml" Id="Rfeb8b06d49e94032" /></Relationships>
</file>

<file path=ppt/notesMasters/_rels/initial06_notesMaster1.xml.rels><?xml version='1.0' encoding='utf-8'?>
<Relationships xmlns="http://schemas.openxmlformats.org/package/2006/relationships"><Relationship Type="http://schemas.openxmlformats.org/officeDocument/2006/relationships/theme" Target="/ppt/notesMasters/theme/initial06_theme3.xml" Id="R003d515494d44032" /></Relationships>
</file>

<file path=ppt/notesMasters/_rels/initial07_notesMaster1.xml.rels><?xml version='1.0' encoding='utf-8'?>
<Relationships xmlns="http://schemas.openxmlformats.org/package/2006/relationships"><Relationship Type="http://schemas.openxmlformats.org/officeDocument/2006/relationships/theme" Target="/ppt/notesMasters/theme/initial07_theme3.xml" Id="R58e00c7f09bf478e" /></Relationships>
</file>

<file path=ppt/notesMasters/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2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4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5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7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theme/V2Clone_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Nativ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3Background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Relationships xmlns="http://schemas.openxmlformats.org/package/2006/relationships"><Relationship Type="http://schemas.openxmlformats.org/officeDocument/2006/relationships/slide" Target="/ppt/slides/slide1.xml" Id="Re324a483f3ba4c66" /><Relationship Type="http://schemas.openxmlformats.org/officeDocument/2006/relationships/notesMaster" Target="/ppt/notesMasters/initial01_notesMaster1.xml" Id="R832cbe33023d47f0" /></Relationships>
</file>

<file path=ppt/notesSlides/_rels/notesSlide2.xml.rels><?xml version='1.0' encoding='utf-8'?>
<Relationships xmlns="http://schemas.openxmlformats.org/package/2006/relationships"><Relationship Type="http://schemas.openxmlformats.org/officeDocument/2006/relationships/slide" Target="/ppt/slides/slide2.xml" Id="R09dea20ce3ff4ae4" /><Relationship Type="http://schemas.openxmlformats.org/officeDocument/2006/relationships/notesMaster" Target="/ppt/notesMasters/initial01_notesMaster1.xml" Id="Ra9bb3611ae484615" /></Relationships>
</file>

<file path=ppt/notesSlides/_rels/notesSlide3.xml.rels><?xml version='1.0' encoding='utf-8'?>
<Relationships xmlns="http://schemas.openxmlformats.org/package/2006/relationships"><Relationship Type="http://schemas.openxmlformats.org/officeDocument/2006/relationships/slide" Target="/ppt/slides/slide3.xml" Id="Rc9aee0f833084acd" /><Relationship Type="http://schemas.openxmlformats.org/officeDocument/2006/relationships/notesMaster" Target="/ppt/notesMasters/initial01_notesMaster1.xml" Id="R2fbd8ed86add4231" /></Relationships>
</file>

<file path=ppt/notesSlides/_rels/notesSlide4.xml.rels><?xml version='1.0' encoding='utf-8'?>
<Relationships xmlns="http://schemas.openxmlformats.org/package/2006/relationships"><Relationship Type="http://schemas.openxmlformats.org/officeDocument/2006/relationships/slide" Target="/ppt/slides/slide4.xml" Id="R333ade01b54a4d1d" /><Relationship Type="http://schemas.openxmlformats.org/officeDocument/2006/relationships/notesMaster" Target="/ppt/notesMasters/initial01_notesMaster1.xml" Id="R7830ed428e614bc0" /></Relationships>
</file>

<file path=ppt/notesSlides/_rels/notesSlide5.xml.rels><?xml version='1.0' encoding='utf-8'?>
<Relationships xmlns="http://schemas.openxmlformats.org/package/2006/relationships"><Relationship Type="http://schemas.openxmlformats.org/officeDocument/2006/relationships/slide" Target="/ppt/slides/slide5.xml" Id="R614577add6f0455f" /><Relationship Type="http://schemas.openxmlformats.org/officeDocument/2006/relationships/notesMaster" Target="/ppt/notesMasters/initial01_notesMaster1.xml" Id="Rb9101b88cdb34bab" /></Relationships>
</file>

<file path=ppt/notesSlides/_rels/notesSlide6.xml.rels><?xml version='1.0' encoding='utf-8'?>
<Relationships xmlns="http://schemas.openxmlformats.org/package/2006/relationships"><Relationship Type="http://schemas.openxmlformats.org/officeDocument/2006/relationships/slide" Target="/ppt/slides/slide6.xml" Id="R73d0757a73ae48e1" /><Relationship Type="http://schemas.openxmlformats.org/officeDocument/2006/relationships/notesMaster" Target="/ppt/notesMasters/initial01_notesMaster1.xml" Id="Rb62d330d4c93413a" /></Relationships>
</file>

<file path=ppt/notesSlides/_rels/notesSlide7.xml.rels><?xml version='1.0' encoding='utf-8'?>
<Relationships xmlns="http://schemas.openxmlformats.org/package/2006/relationships"><Relationship Type="http://schemas.openxmlformats.org/officeDocument/2006/relationships/slide" Target="/ppt/slides/slide7.xml" Id="R29b23ce273b24b3a" /><Relationship Type="http://schemas.openxmlformats.org/officeDocument/2006/relationships/notesMaster" Target="/ppt/notesMasters/initial01_notesMaster1.xml" Id="Rceb66a052a024527" /></Relationships>
</file>

<file path=ppt/notesSlides/_rels/notesSlide8.xml.rels><?xml version='1.0' encoding='utf-8'?>
<Relationships xmlns="http://schemas.openxmlformats.org/package/2006/relationships"><Relationship Type="http://schemas.openxmlformats.org/officeDocument/2006/relationships/slide" Target="/ppt/slides/slide8.xml" Id="Rcd109bbe344c436f" /><Relationship Type="http://schemas.openxmlformats.org/officeDocument/2006/relationships/notesMaster" Target="/ppt/notesMasters/initial01_notesMaster1.xml" Id="Rc95130aed6b5489b" /></Relationships>
</file>

<file path=ppt/notesSlides/_rels/notesSlide9.xml.rels><?xml version='1.0' encoding='utf-8'?>
<Relationships xmlns="http://schemas.openxmlformats.org/package/2006/relationships"><Relationship Type="http://schemas.openxmlformats.org/officeDocument/2006/relationships/slide" Target="/ppt/slides/slide9.xml" Id="R17ea05df72764fd9" /><Relationship Type="http://schemas.openxmlformats.org/officeDocument/2006/relationships/notesMaster" Target="/ppt/notesMasters/initial01_notesMaster1.xml" Id="R4a80eaab4f314218" /></Relationships>
</file>

<file path=ppt/notesSlides/_rels/notesSlide10.xml.rels><?xml version='1.0' encoding='utf-8'?>
<Relationships xmlns="http://schemas.openxmlformats.org/package/2006/relationships"><Relationship Type="http://schemas.openxmlformats.org/officeDocument/2006/relationships/slide" Target="/ppt/slides/slide10.xml" Id="R8e77636d89124496" /><Relationship Type="http://schemas.openxmlformats.org/officeDocument/2006/relationships/notesMaster" Target="/ppt/notesMasters/initial01_notesMaster1.xml" Id="R647253f0b3824a7b" /></Relationships>
</file>

<file path=ppt/notesSlides/_rels/notesSlide11.xml.rels><?xml version='1.0' encoding='utf-8'?>
<Relationships xmlns="http://schemas.openxmlformats.org/package/2006/relationships"><Relationship Type="http://schemas.openxmlformats.org/officeDocument/2006/relationships/slide" Target="/ppt/slides/slide11.xml" Id="Rf166a0090eeb4245" /><Relationship Type="http://schemas.openxmlformats.org/officeDocument/2006/relationships/notesMaster" Target="/ppt/notesMasters/initial01_notesMaster1.xml" Id="R9ef1ba984f3f4123" /></Relationships>
</file>

<file path=ppt/notesSlides/_rels/notesSlide12.xml.rels><?xml version='1.0' encoding='utf-8'?>
<Relationships xmlns="http://schemas.openxmlformats.org/package/2006/relationships"><Relationship Type="http://schemas.openxmlformats.org/officeDocument/2006/relationships/slide" Target="/ppt/slides/slide12.xml" Id="R4c1edebeefa0448e" /><Relationship Type="http://schemas.openxmlformats.org/officeDocument/2006/relationships/notesMaster" Target="/ppt/notesMasters/initial01_notesMaster1.xml" Id="Rab6910f14f964350" /></Relationships>
</file>

<file path=ppt/notesSlides/_rels/notesSlide13.xml.rels><?xml version='1.0' encoding='utf-8'?>
<Relationships xmlns="http://schemas.openxmlformats.org/package/2006/relationships"><Relationship Type="http://schemas.openxmlformats.org/officeDocument/2006/relationships/slide" Target="/ppt/slides/slide13.xml" Id="R6d6c62a520ac40d9" /><Relationship Type="http://schemas.openxmlformats.org/officeDocument/2006/relationships/notesMaster" Target="/ppt/notesMasters/initial01_notesMaster1.xml" Id="R50722d4c00ae402a" /></Relationships>
</file>

<file path=ppt/notesSlides/_rels/notesSlide14.xml.rels><?xml version='1.0' encoding='utf-8'?>
<Relationships xmlns="http://schemas.openxmlformats.org/package/2006/relationships"><Relationship Type="http://schemas.openxmlformats.org/officeDocument/2006/relationships/slide" Target="/ppt/slides/slide14.xml" Id="Ree8e75784b4b47af" /><Relationship Type="http://schemas.openxmlformats.org/officeDocument/2006/relationships/notesMaster" Target="/ppt/notesMasters/initial01_notesMaster1.xml" Id="R92681360458749fc" /></Relationships>
</file>

<file path=ppt/notesSlides/_rels/notesSlide15.xml.rels><?xml version='1.0' encoding='utf-8'?>
<Relationships xmlns="http://schemas.openxmlformats.org/package/2006/relationships"><Relationship Type="http://schemas.openxmlformats.org/officeDocument/2006/relationships/slide" Target="/ppt/slides/slide15.xml" Id="Rbbee4146c3e948b0" /><Relationship Type="http://schemas.openxmlformats.org/officeDocument/2006/relationships/notesMaster" Target="/ppt/notesMasters/initial01_notesMaster1.xml" Id="Re35f50fbd93746e3" /></Relationships>
</file>

<file path=ppt/notesSlides/_rels/notesSlide16.xml.rels><?xml version='1.0' encoding='utf-8'?>
<Relationships xmlns="http://schemas.openxmlformats.org/package/2006/relationships"><Relationship Type="http://schemas.openxmlformats.org/officeDocument/2006/relationships/slide" Target="/ppt/slides/slide16.xml" Id="R50bd3d1598b5472b" /><Relationship Type="http://schemas.openxmlformats.org/officeDocument/2006/relationships/notesMaster" Target="/ppt/notesMasters/initial01_notesMaster1.xml" Id="Rf325e51b83884016" /></Relationships>
</file>

<file path=ppt/notesSlides/_rels/notesSlide17.xml.rels><?xml version='1.0' encoding='utf-8'?>
<Relationships xmlns="http://schemas.openxmlformats.org/package/2006/relationships"><Relationship Type="http://schemas.openxmlformats.org/officeDocument/2006/relationships/slide" Target="/ppt/slides/slide17.xml" Id="Rfa9dabd8028b40cd" /><Relationship Type="http://schemas.openxmlformats.org/officeDocument/2006/relationships/notesMaster" Target="/ppt/notesMasters/initial01_notesMaster1.xml" Id="R7ae6329e8e3840b7" /></Relationships>
</file>

<file path=ppt/notesSlides/_rels/notesSlide18.xml.rels><?xml version='1.0' encoding='utf-8'?>
<Relationships xmlns="http://schemas.openxmlformats.org/package/2006/relationships"><Relationship Type="http://schemas.openxmlformats.org/officeDocument/2006/relationships/slide" Target="/ppt/slides/slide18.xml" Id="Raac8767870db40f4" /><Relationship Type="http://schemas.openxmlformats.org/officeDocument/2006/relationships/notesMaster" Target="/ppt/notesMasters/initial01_notesMaster1.xml" Id="R5618c6dfb63f4d6c" /></Relationships>
</file>

<file path=ppt/notesSlides/_rels/notesSlide19.xml.rels><?xml version='1.0' encoding='utf-8'?>
<Relationships xmlns="http://schemas.openxmlformats.org/package/2006/relationships"><Relationship Type="http://schemas.openxmlformats.org/officeDocument/2006/relationships/slide" Target="/ppt/slides/slide19.xml" Id="Rc125f551bf0c4525" /><Relationship Type="http://schemas.openxmlformats.org/officeDocument/2006/relationships/notesMaster" Target="/ppt/notesMasters/initial01_notesMaster1.xml" Id="R325333de39404226" /></Relationships>
</file>

<file path=ppt/notesSlides/_rels/notesSlide20.xml.rels><?xml version='1.0' encoding='utf-8'?>
<Relationships xmlns="http://schemas.openxmlformats.org/package/2006/relationships"><Relationship Type="http://schemas.openxmlformats.org/officeDocument/2006/relationships/slide" Target="/ppt/slides/slide20.xml" Id="Rc125f551bf0c4525" /><Relationship Type="http://schemas.openxmlformats.org/officeDocument/2006/relationships/notesMaster" Target="/ppt/notesMasters/initial01_notesMaster1.xml" Id="R325333de39404226" /></Relationships>
</file>

<file path=ppt/notesSlides/_rels/notesSlide21.xml.rels><?xml version='1.0' encoding='utf-8'?>
<Relationships xmlns="http://schemas.openxmlformats.org/package/2006/relationships"><Relationship Type="http://schemas.openxmlformats.org/officeDocument/2006/relationships/slide" Target="/ppt/slides/slide21.xml" Id="R18411b37618c4e8a" /><Relationship Type="http://schemas.openxmlformats.org/officeDocument/2006/relationships/notesMaster" Target="/ppt/notesMasters/initial01_notesMaster1.xml" Id="Rd94b16226d97425e" /></Relationships>
</file>

<file path=ppt/notesSlides/_rels/notesSlide22.xml.rels><?xml version='1.0' encoding='utf-8'?>
<Relationships xmlns="http://schemas.openxmlformats.org/package/2006/relationships"><Relationship Type="http://schemas.openxmlformats.org/officeDocument/2006/relationships/slide" Target="/ppt/slides/slide22.xml" Id="Rf5695a13ef524abb" /><Relationship Type="http://schemas.openxmlformats.org/officeDocument/2006/relationships/notesMaster" Target="/ppt/notesMasters/initial01_notesMaster1.xml" Id="Rf7dd7de0035d414d" /></Relationships>
</file>

<file path=ppt/notesSlides/_rels/notesSlide23.xml.rels><?xml version='1.0' encoding='utf-8'?>
<Relationships xmlns="http://schemas.openxmlformats.org/package/2006/relationships"><Relationship Type="http://schemas.openxmlformats.org/officeDocument/2006/relationships/slide" Target="/ppt/slides/slide23.xml" Id="Rf5695a13ef524abb" /><Relationship Type="http://schemas.openxmlformats.org/officeDocument/2006/relationships/notesMaster" Target="/ppt/notesMasters/initial01_notesMaster1.xml" Id="Rf7dd7de0035d414d" /></Relationships>
</file>

<file path=ppt/notesSlides/_rels/notesSlide24.xml.rels><?xml version='1.0' encoding='utf-8'?>
<Relationships xmlns="http://schemas.openxmlformats.org/package/2006/relationships"><Relationship Type="http://schemas.openxmlformats.org/officeDocument/2006/relationships/slide" Target="/ppt/slides/slide24.xml" Id="R627a3ac7c4c14f76" /><Relationship Type="http://schemas.openxmlformats.org/officeDocument/2006/relationships/notesMaster" Target="/ppt/notesMasters/initial01_notesMaster1.xml" Id="Rad29ecd59eaa4ae4" /></Relationships>
</file>

<file path=ppt/notesSlides/_rels/notesSlide25.xml.rels><?xml version='1.0' encoding='utf-8'?>
<Relationships xmlns="http://schemas.openxmlformats.org/package/2006/relationships"><Relationship Type="http://schemas.openxmlformats.org/officeDocument/2006/relationships/slide" Target="/ppt/slides/slide25.xml" Id="R406046e19a934426" /><Relationship Type="http://schemas.openxmlformats.org/officeDocument/2006/relationships/notesMaster" Target="/ppt/notesMasters/initial01_notesMaster1.xml" Id="R39514067d3f64c00" /></Relationships>
</file>

<file path=ppt/notesSlides/_rels/notesSlide26.xml.rels><?xml version='1.0' encoding='utf-8'?>
<Relationships xmlns="http://schemas.openxmlformats.org/package/2006/relationships"><Relationship Type="http://schemas.openxmlformats.org/officeDocument/2006/relationships/slide" Target="/ppt/slides/slide26.xml" Id="R406046e19a934426" /><Relationship Type="http://schemas.openxmlformats.org/officeDocument/2006/relationships/notesMaster" Target="/ppt/notesMasters/initial01_notesMaster1.xml" Id="R39514067d3f64c00" /></Relationships>
</file>

<file path=ppt/notesSlides/_rels/notesSlide27.xml.rels><?xml version='1.0' encoding='utf-8'?>
<Relationships xmlns="http://schemas.openxmlformats.org/package/2006/relationships"><Relationship Type="http://schemas.openxmlformats.org/officeDocument/2006/relationships/slide" Target="/ppt/slides/slide27.xml" Id="R8b722c512a9c466b" /><Relationship Type="http://schemas.openxmlformats.org/officeDocument/2006/relationships/notesMaster" Target="/ppt/notesMasters/initial01_notesMaster1.xml" Id="R6877b8abd8454a72" /></Relationships>
</file>

<file path=ppt/notesSlides/_rels/notesSlide28.xml.rels><?xml version='1.0' encoding='utf-8'?>
<Relationships xmlns="http://schemas.openxmlformats.org/package/2006/relationships"><Relationship Type="http://schemas.openxmlformats.org/officeDocument/2006/relationships/slide" Target="/ppt/slides/slide28.xml" Id="Rfa706b4d6e834580" /><Relationship Type="http://schemas.openxmlformats.org/officeDocument/2006/relationships/notesMaster" Target="/ppt/notesMasters/initial01_notesMaster1.xml" Id="R1a32d61983b14d1a" /></Relationships>
</file>

<file path=ppt/notesSlides/_rels/notesSlide29.xml.rels><?xml version='1.0' encoding='utf-8'?>
<Relationships xmlns="http://schemas.openxmlformats.org/package/2006/relationships"><Relationship Type="http://schemas.openxmlformats.org/officeDocument/2006/relationships/slide" Target="/ppt/slides/slide29.xml" Id="Rfa706b4d6e834580" /><Relationship Type="http://schemas.openxmlformats.org/officeDocument/2006/relationships/notesMaster" Target="/ppt/notesMasters/initial01_notesMaster1.xml" Id="R1a32d61983b14d1a" /></Relationships>
</file>

<file path=ppt/notesSlides/_rels/notesSlide30.xml.rels><?xml version='1.0' encoding='utf-8'?>
<Relationships xmlns="http://schemas.openxmlformats.org/package/2006/relationships"><Relationship Type="http://schemas.openxmlformats.org/officeDocument/2006/relationships/slide" Target="/ppt/slides/slide30.xml" Id="R2930f09d8a244954" /><Relationship Type="http://schemas.openxmlformats.org/officeDocument/2006/relationships/notesMaster" Target="/ppt/notesMasters/initial01_notesMaster1.xml" Id="Rf3499972cade4e59" /></Relationships>
</file>

<file path=ppt/notesSlides/_rels/notesSlide31.xml.rels><?xml version='1.0' encoding='utf-8'?>
<Relationships xmlns="http://schemas.openxmlformats.org/package/2006/relationships"><Relationship Type="http://schemas.openxmlformats.org/officeDocument/2006/relationships/slide" Target="/ppt/slides/slide31.xml" Id="Rabea582a54c24c83" /><Relationship Type="http://schemas.openxmlformats.org/officeDocument/2006/relationships/notesMaster" Target="/ppt/notesMasters/initial01_notesMaster1.xml" Id="R24a2b618dbd7401b" /></Relationships>
</file>

<file path=ppt/notesSlides/_rels/notesSlide32.xml.rels><?xml version='1.0' encoding='utf-8'?>
<Relationships xmlns="http://schemas.openxmlformats.org/package/2006/relationships"><Relationship Type="http://schemas.openxmlformats.org/officeDocument/2006/relationships/slide" Target="/ppt/slides/slide32.xml" Id="Rabea582a54c24c83" /><Relationship Type="http://schemas.openxmlformats.org/officeDocument/2006/relationships/notesMaster" Target="/ppt/notesMasters/initial01_notesMaster1.xml" Id="R24a2b618dbd7401b" /></Relationships>
</file>

<file path=ppt/notesSlides/_rels/notesSlide33.xml.rels><?xml version='1.0' encoding='utf-8'?>
<Relationships xmlns="http://schemas.openxmlformats.org/package/2006/relationships"><Relationship Type="http://schemas.openxmlformats.org/officeDocument/2006/relationships/slide" Target="/ppt/slides/slide33.xml" Id="Re324a483f3ba4c66" /><Relationship Type="http://schemas.openxmlformats.org/officeDocument/2006/relationships/notesMaster" Target="/ppt/notesMasters/initial01_notesMaster1.xml" Id="R832cbe33023d47f0" /></Relationships>
</file>

<file path=ppt/notesSlides/_rels/notesSlide34.xml.rels><?xml version='1.0' encoding='utf-8'?>
<Relationships xmlns="http://schemas.openxmlformats.org/package/2006/relationships"><Relationship Type="http://schemas.openxmlformats.org/officeDocument/2006/relationships/slide" Target="/ppt/slides/slide34.xml" Id="R09dea20ce3ff4ae4" /><Relationship Type="http://schemas.openxmlformats.org/officeDocument/2006/relationships/notesMaster" Target="/ppt/notesMasters/initial01_notesMaster1.xml" Id="Ra9bb3611ae484615" /></Relationships>
</file>

<file path=ppt/notesSlides/_rels/notesSlide35.xml.rels><?xml version='1.0' encoding='utf-8'?>
<Relationships xmlns="http://schemas.openxmlformats.org/package/2006/relationships"><Relationship Type="http://schemas.openxmlformats.org/officeDocument/2006/relationships/slide" Target="/ppt/slides/slide35.xml" Id="R333ade01b54a4d1d" /><Relationship Type="http://schemas.openxmlformats.org/officeDocument/2006/relationships/notesMaster" Target="/ppt/notesMasters/initial01_notesMaster1.xml" Id="R7830ed428e614bc0" /></Relationships>
</file>

<file path=ppt/notesSlides/_rels/notesSlide36.xml.rels><?xml version='1.0' encoding='utf-8'?>
<Relationships xmlns="http://schemas.openxmlformats.org/package/2006/relationships"><Relationship Type="http://schemas.openxmlformats.org/officeDocument/2006/relationships/slide" Target="/ppt/slides/slide36.xml" Id="Rc125f551bf0c4525" /><Relationship Type="http://schemas.openxmlformats.org/officeDocument/2006/relationships/notesMaster" Target="/ppt/notesMasters/initial01_notesMaster1.xml" Id="R325333de39404226" /></Relationships>
</file>

<file path=ppt/notesSlides/_rels/notesSlide37.xml.rels><?xml version='1.0' encoding='utf-8'?>
<Relationships xmlns="http://schemas.openxmlformats.org/package/2006/relationships"><Relationship Type="http://schemas.openxmlformats.org/officeDocument/2006/relationships/slide" Target="/ppt/slides/slide37.xml" Id="R614577add6f0455f" /><Relationship Type="http://schemas.openxmlformats.org/officeDocument/2006/relationships/notesMaster" Target="/ppt/notesMasters/initial01_notesMaster1.xml" Id="Rb9101b88cdb34bab" /></Relationships>
</file>

<file path=ppt/notesSlides/_rels/notesSlide38.xml.rels><?xml version='1.0' encoding='utf-8'?>
<Relationships xmlns="http://schemas.openxmlformats.org/package/2006/relationships"><Relationship Type="http://schemas.openxmlformats.org/officeDocument/2006/relationships/slide" Target="/ppt/slides/slide38.xml" Id="R73d0757a73ae48e1" /><Relationship Type="http://schemas.openxmlformats.org/officeDocument/2006/relationships/notesMaster" Target="/ppt/notesMasters/initial01_notesMaster1.xml" Id="Rb62d330d4c93413a" /></Relationships>
</file>

<file path=ppt/notesSlides/_rels/notesSlide39.xml.rels><?xml version='1.0' encoding='utf-8'?>
<Relationships xmlns="http://schemas.openxmlformats.org/package/2006/relationships"><Relationship Type="http://schemas.openxmlformats.org/officeDocument/2006/relationships/slide" Target="/ppt/slides/slide39.xml" Id="R29b23ce273b24b3a" /><Relationship Type="http://schemas.openxmlformats.org/officeDocument/2006/relationships/notesMaster" Target="/ppt/notesMasters/initial01_notesMaster1.xml" Id="Rceb66a052a024527" /></Relationships>
</file>

<file path=ppt/notesSlides/_rels/notesSlide40.xml.rels><?xml version='1.0' encoding='utf-8'?>
<Relationships xmlns="http://schemas.openxmlformats.org/package/2006/relationships"><Relationship Type="http://schemas.openxmlformats.org/officeDocument/2006/relationships/slide" Target="/ppt/slides/slide40.xml" Id="Raac8767870db40f4" /><Relationship Type="http://schemas.openxmlformats.org/officeDocument/2006/relationships/notesMaster" Target="/ppt/notesMasters/initial01_notesMaster1.xml" Id="R5618c6dfb63f4d6c" /></Relationships>
</file>

<file path=ppt/notesSlides/_rels/notesSlide41.xml.rels><?xml version='1.0' encoding='utf-8'?>
<Relationships xmlns="http://schemas.openxmlformats.org/package/2006/relationships"><Relationship Type="http://schemas.openxmlformats.org/officeDocument/2006/relationships/slide" Target="/ppt/slides/slide41.xml" Id="Rc125f551bf0c4525" /><Relationship Type="http://schemas.openxmlformats.org/officeDocument/2006/relationships/notesMaster" Target="/ppt/notesMasters/initial01_notesMaster1.xml" Id="R325333de39404226" /></Relationships>
</file>

<file path=ppt/notesSlides/_rels/notesSlide42.xml.rels><?xml version='1.0' encoding='utf-8'?>
<Relationships xmlns="http://schemas.openxmlformats.org/package/2006/relationships"><Relationship Type="http://schemas.openxmlformats.org/officeDocument/2006/relationships/slide" Target="/ppt/slides/slide42.xml" Id="R18411b37618c4e8a" /><Relationship Type="http://schemas.openxmlformats.org/officeDocument/2006/relationships/notesMaster" Target="/ppt/notesMasters/initial01_notesMaster1.xml" Id="Rd94b16226d97425e" /></Relationships>
</file>

<file path=ppt/notesSlides/_rels/notesSlide43.xml.rels><?xml version='1.0' encoding='utf-8'?>
<Relationships xmlns="http://schemas.openxmlformats.org/package/2006/relationships"><Relationship Type="http://schemas.openxmlformats.org/officeDocument/2006/relationships/slide" Target="/ppt/slides/slide43.xml" Id="R627a3ac7c4c14f76" /><Relationship Type="http://schemas.openxmlformats.org/officeDocument/2006/relationships/notesMaster" Target="/ppt/notesMasters/initial01_notesMaster1.xml" Id="Rad29ecd59eaa4ae4" /></Relationships>
</file>

<file path=ppt/notesSlides/_rels/notesSlide44.xml.rels><?xml version='1.0' encoding='utf-8'?>
<Relationships xmlns="http://schemas.openxmlformats.org/package/2006/relationships"><Relationship Type="http://schemas.openxmlformats.org/officeDocument/2006/relationships/slide" Target="/ppt/slides/slide44.xml" Id="R8b722c512a9c466b" /><Relationship Type="http://schemas.openxmlformats.org/officeDocument/2006/relationships/notesMaster" Target="/ppt/notesMasters/initial01_notesMaster1.xml" Id="R6877b8abd8454a72" /></Relationships>
</file>

<file path=ppt/notesSlides/_rels/notesSlide45.xml.rels><?xml version='1.0' encoding='utf-8'?>
<Relationships xmlns="http://schemas.openxmlformats.org/package/2006/relationships"><Relationship Type="http://schemas.openxmlformats.org/officeDocument/2006/relationships/slide" Target="/ppt/slides/slide45.xml" Id="R2930f09d8a244954" /><Relationship Type="http://schemas.openxmlformats.org/officeDocument/2006/relationships/notesMaster" Target="/ppt/notesMasters/initial01_notesMaster1.xml" Id="Rf3499972cade4e59" /></Relationships>
</file>

<file path=ppt/notesSlides/_rels/notesSlide46.xml.rels><?xml version='1.0' encoding='utf-8'?>
<Relationships xmlns="http://schemas.openxmlformats.org/package/2006/relationships"><Relationship Type="http://schemas.openxmlformats.org/officeDocument/2006/relationships/slide" Target="/ppt/slides/slide46.xml" Id="Rb75ef203052c4df7" /><Relationship Type="http://schemas.openxmlformats.org/officeDocument/2006/relationships/notesMaster" Target="/ppt/notesMasters/initial01_notesMaster1.xml" Id="R0630c734da4e42d5" /></Relationships>
</file>

<file path=ppt/notesSlides/_rels/notesSlide47.xml.rels><?xml version='1.0' encoding='utf-8'?>
<Relationships xmlns="http://schemas.openxmlformats.org/package/2006/relationships"><Relationship Type="http://schemas.openxmlformats.org/officeDocument/2006/relationships/slide" Target="/ppt/slides/slide47.xml" Id="R27dec9aa931d4ad5" /><Relationship Type="http://schemas.openxmlformats.org/officeDocument/2006/relationships/notesMaster" Target="/ppt/notesMasters/initial01_notesMaster1.xml" Id="Rbea3e8d21195454d" /></Relationships>
</file>

<file path=ppt/notesSlides/_rels/notesSlide48.xml.rels><?xml version='1.0' encoding='utf-8'?>
<Relationships xmlns="http://schemas.openxmlformats.org/package/2006/relationships"><Relationship Type="http://schemas.openxmlformats.org/officeDocument/2006/relationships/slide" Target="/ppt/slides/slide48.xml" Id="Rd5469a5f4d184043" /><Relationship Type="http://schemas.openxmlformats.org/officeDocument/2006/relationships/notesMaster" Target="/ppt/notesMasters/initial01_notesMaster1.xml" Id="Rf6824e0fc2804797" /></Relationships>
</file>

<file path=ppt/notesSlides/_rels/notesSlide49.xml.rels><?xml version='1.0' encoding='utf-8'?>
<Relationships xmlns="http://schemas.openxmlformats.org/package/2006/relationships"><Relationship Type="http://schemas.openxmlformats.org/officeDocument/2006/relationships/slide" Target="/ppt/slides/slide49.xml" Id="R1ccadcc076f44982" /><Relationship Type="http://schemas.openxmlformats.org/officeDocument/2006/relationships/notesMaster" Target="/ppt/notesMasters/initial01_notesMaster1.xml" Id="R93a9a18a9e104022" /></Relationships>
</file>

<file path=ppt/notesSlides/_rels/notesSlide50.xml.rels><?xml version='1.0' encoding='utf-8'?>
<Relationships xmlns="http://schemas.openxmlformats.org/package/2006/relationships"><Relationship Type="http://schemas.openxmlformats.org/officeDocument/2006/relationships/slide" Target="/ppt/slides/slide50.xml" Id="R3108cced72264d5b" /><Relationship Type="http://schemas.openxmlformats.org/officeDocument/2006/relationships/notesMaster" Target="/ppt/notesMasters/initial01_notesMaster1.xml" Id="R418fccd5d8d645a5" /></Relationships>
</file>

<file path=ppt/notesSlides/_rels/notesSlide51.xml.rels><?xml version='1.0' encoding='utf-8'?>
<Relationships xmlns="http://schemas.openxmlformats.org/package/2006/relationships"><Relationship Type="http://schemas.openxmlformats.org/officeDocument/2006/relationships/slide" Target="/ppt/slides/slide51.xml" Id="R52918a1ea70e4561" /><Relationship Type="http://schemas.openxmlformats.org/officeDocument/2006/relationships/notesMaster" Target="/ppt/notesMasters/initial01_notesMaster1.xml" Id="R469d6cd0e7b74c5b" /></Relationships>
</file>

<file path=ppt/notesSlides/_rels/notesSlide52.xml.rels><?xml version='1.0' encoding='utf-8'?>
<Relationships xmlns="http://schemas.openxmlformats.org/package/2006/relationships"><Relationship Type="http://schemas.openxmlformats.org/officeDocument/2006/relationships/slide" Target="/ppt/slides/slide52.xml" Id="Ra8b15d5094a14d4b" /><Relationship Type="http://schemas.openxmlformats.org/officeDocument/2006/relationships/notesMaster" Target="/ppt/notesMasters/initial01_notesMaster1.xml" Id="R1fb821f15a584471" /></Relationships>
</file>

<file path=ppt/notesSlides/_rels/notesSlide53.xml.rels><?xml version='1.0' encoding='utf-8'?>
<Relationships xmlns="http://schemas.openxmlformats.org/package/2006/relationships"><Relationship Type="http://schemas.openxmlformats.org/officeDocument/2006/relationships/slide" Target="/ppt/slides/slide53.xml" Id="R2b25c045fb184256" /><Relationship Type="http://schemas.openxmlformats.org/officeDocument/2006/relationships/notesMaster" Target="/ppt/notesMasters/initial01_notesMaster1.xml" Id="R47e7f6720f28451b" /></Relationships>
</file>

<file path=ppt/notesSlides/_rels/notesSlide54.xml.rels><?xml version='1.0' encoding='utf-8'?>
<Relationships xmlns="http://schemas.openxmlformats.org/package/2006/relationships"><Relationship Type="http://schemas.openxmlformats.org/officeDocument/2006/relationships/slide" Target="/ppt/slides/slide54.xml" Id="Re84686c239194219" /><Relationship Type="http://schemas.openxmlformats.org/officeDocument/2006/relationships/notesMaster" Target="/ppt/notesMasters/initial01_notesMaster1.xml" Id="R4298d6d64f1f40d6" /></Relationships>
</file>

<file path=ppt/notesSlides/_rels/notesSlide55.xml.rels><?xml version='1.0' encoding='utf-8'?>
<Relationships xmlns="http://schemas.openxmlformats.org/package/2006/relationships"><Relationship Type="http://schemas.openxmlformats.org/officeDocument/2006/relationships/slide" Target="/ppt/slides/slide55.xml" Id="R8c9fff8b742b4a8a" /><Relationship Type="http://schemas.openxmlformats.org/officeDocument/2006/relationships/notesMaster" Target="/ppt/notesMasters/initial01_notesMaster1.xml" Id="R655ea69de16d4567" /></Relationships>
</file>

<file path=ppt/notesSlides/_rels/notesSlide56.xml.rels><?xml version='1.0' encoding='utf-8'?>
<Relationships xmlns="http://schemas.openxmlformats.org/package/2006/relationships"><Relationship Type="http://schemas.openxmlformats.org/officeDocument/2006/relationships/slide" Target="/ppt/slides/slide56.xml" Id="R5787007f63224326" /><Relationship Type="http://schemas.openxmlformats.org/officeDocument/2006/relationships/notesMaster" Target="/ppt/notesMasters/initial01_notesMaster1.xml" Id="Rbd8acf48482644d0" /></Relationships>
</file>

<file path=ppt/notesSlides/_rels/notesSlide57.xml.rels><?xml version='1.0' encoding='utf-8'?>
<Relationships xmlns="http://schemas.openxmlformats.org/package/2006/relationships"><Relationship Type="http://schemas.openxmlformats.org/officeDocument/2006/relationships/slide" Target="/ppt/slides/slide57.xml" Id="R79544567ed0d4759" /><Relationship Type="http://schemas.openxmlformats.org/officeDocument/2006/relationships/notesMaster" Target="/ppt/notesMasters/initial01_notesMaster1.xml" Id="R3283956db45b4b55" /></Relationships>
</file>

<file path=ppt/notesSlides/_rels/notesSlide58.xml.rels><?xml version='1.0' encoding='utf-8'?>
<Relationships xmlns="http://schemas.openxmlformats.org/package/2006/relationships"><Relationship Type="http://schemas.openxmlformats.org/officeDocument/2006/relationships/slide" Target="/ppt/slides/slide58.xml" Id="Rbfad0ebab03e4997" /><Relationship Type="http://schemas.openxmlformats.org/officeDocument/2006/relationships/notesMaster" Target="/ppt/notesMasters/initial01_notesMaster1.xml" Id="Rc30e836de1974c8d" /></Relationships>
</file>

<file path=ppt/notesSlides/_rels/notesSlide59.xml.rels><?xml version='1.0' encoding='utf-8'?>
<Relationships xmlns="http://schemas.openxmlformats.org/package/2006/relationships"><Relationship Type="http://schemas.openxmlformats.org/officeDocument/2006/relationships/slide" Target="/ppt/slides/slide59.xml" Id="Ra3d5abb872ec4fde" /><Relationship Type="http://schemas.openxmlformats.org/officeDocument/2006/relationships/notesMaster" Target="/ppt/notesMasters/initial01_notesMaster1.xml" Id="R9a9965ab79474116" /></Relationships>
</file>

<file path=ppt/notesSlides/_rels/notesSlide60.xml.rels><?xml version='1.0' encoding='utf-8'?>
<Relationships xmlns="http://schemas.openxmlformats.org/package/2006/relationships"><Relationship Type="http://schemas.openxmlformats.org/officeDocument/2006/relationships/slide" Target="/ppt/slides/slide60.xml" Id="R3101f47bf5554b5b" /><Relationship Type="http://schemas.openxmlformats.org/officeDocument/2006/relationships/notesMaster" Target="/ppt/notesMasters/initial01_notesMaster1.xml" Id="Racd41ae3df46426d" /></Relationships>
</file>

<file path=ppt/notesSlides/_rels/notesSlide61.xml.rels><?xml version='1.0' encoding='utf-8'?>
<Relationships xmlns="http://schemas.openxmlformats.org/package/2006/relationships"><Relationship Type="http://schemas.openxmlformats.org/officeDocument/2006/relationships/slide" Target="/ppt/slides/slide61.xml" Id="Rfab19986da9a4871" /><Relationship Type="http://schemas.openxmlformats.org/officeDocument/2006/relationships/notesMaster" Target="/ppt/notesMasters/initial01_notesMaster1.xml" Id="Ra3de0961eadd4bbd" /></Relationships>
</file>

<file path=ppt/notesSlides/_rels/notesSlideV818.xml.rels><?xml version='1.0' encoding='utf-8'?>
<Relationships xmlns="http://schemas.openxmlformats.org/package/2006/relationships"><Relationship Id="rId1" Type="http://schemas.openxmlformats.org/officeDocument/2006/relationships/slide" Target="/ppt/slides/slide62.xml" /><Relationship Id="rId2" Type="http://schemas.openxmlformats.org/officeDocument/2006/relationships/notesMaster" Target="/ppt/notesMasters/initial01_notesMaster1.xml" /></Relationships>
</file>

<file path=ppt/notesSlides/_rels/notesSlideV822.xml.rels><?xml version='1.0' encoding='utf-8'?>
<Relationships xmlns="http://schemas.openxmlformats.org/package/2006/relationships"><Relationship Id="rId1" Type="http://schemas.openxmlformats.org/officeDocument/2006/relationships/slide" Target="/ppt/slides/slide63.xml" /><Relationship Id="rId2" Type="http://schemas.openxmlformats.org/officeDocument/2006/relationships/notesMaster" Target="/ppt/notesMasters/initial01_notesMaster1.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official demonstration: https://www.linkedin.com/posts/this-gpt-6-astra-ugcPost-7501364077496221696-H8XE . Official post identifies GPT-6 Astra. 17–41 seconds, 1.5x, 8fps, silent. These external demonstrations are not implementation or performance evidence for this project.</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화면과 대화, 진행 중인 Task를 함께 해석해 사용자 의도대로 요청을 처리해야 한다. 후속 정정은 바꿀 범위를 구분하고 기존 조건을 유지한다.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첫 사례는 선택한 표와 앞선 Conversation을 현재 정정 Request에 연결한다. 메일 내용은 보고서 결론에서 선택한 표로 바꾸고, 보고서 PDF와 메일 초안 조건은 유지한다. 실제 문서 및 메일 업무 수행은 Downstream Agent 책임이다.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가운데 시간축은 업무 요청, 진행 확인, 결과 도착의 개념도다. 위치와 구간 길이는 실제 시간이나 처리 비율이 아니다. 최초 해석과 위임 이후 외부 보고서 작성이 진행되는 동안 VIA는 확인된 상태로 진행 질문에 답한다. 새 Agent Execution을 만들어야 한다는 뜻이 아니다. 실제 접수와 완료, 결과 도착 및 사용자 전달은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첫 반응과 준비된 결과의 전달에는 VIA의 해석, 조회, 검증 및 출력 시간이 필요하다. 외부 업무만 기다리는 시간은 VIA 처리시간과 구별한다. 입력과 인식의 지속은 해석 및 외부 실행과 병행해야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오른쪽은 기술 발전의 범위와 연동 확장의 개념도다. 네 영역은 기술 범위이며 Component 배치, 독립 모델 수나 선택된 대안이 아니다. 연두색 기억 영역은 변경 영향의 범위를 설명하는 예시다. 학습과 모델 내부 알고리즘 개발은 본 과제의 Architecture 범위 밖이다. VIA 내부 기술의 발전과 Downstream Agent의 변화가 모두 설계 변경의 동기가 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배경의 세 축은 뒤에서 제시할 품질 요구사항 및 DP 검토의 배경이다. 현재 페이지에서는 품질 이름과 ID를 먼저 표시하지 않는다. 특정 구조의 우열이나 성능 수치, 대안 선택 결과를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문안 근거: docs/architecture/03-fixed-architecture-scope.md; docs/architecture/05-representative-use-cases.md; docs/presentations_files/quality-attributes.md; docs/architecture/12-decisions/decision-packages/04-40-common-execution-contract.md; 04-41-request-resolution-control.md; 04-42-lifecycle-ownership.md; 04-44-continuous-interaction.md; 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레이아웃 참조: docs/presentations_files/presentation_example1/03-과제필요성.png</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⑤는 정상적인 Voice 종료와 Text 전환이다. 기존 Task의 검증된 상태를 확인하는 예이며 재시작 또는 장애 복구 성공의 증거는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 기능 요구사항 및 제약사항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docs/presentations_files/functional-requirements-and-constraints.md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FR1 지속 대화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요청을 처리하거나 응답하는 동안에도 사용자의 음성 또는 텍스트 입력을 받아 대화를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FR2 맥락 기반 요청 해석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 자료와 대화 맥락을 이용해 사용자 입력을 목표, 대상, 조건과 관련 업무가 식별된 요청으로 해석할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FR3 복합 요청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한 입력에 포함된 여러 요청을 사용자가 명시한 순서, 조건과 결과 의존 관계에 따라 처리할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FR4 다중 업무 상호작용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여러 업무의 질문, 진행 상황, 결과와 사용자 후속 지시를 각각 해당 업무에 연결할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FR5 업무 연속성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연결 종료, 대화 전환 또는 VIA 재시작 이후에도 기존 업무를 중복 실행 없이 확인 가능한 상태로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FR6 과거 맥락 활용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이전 대화의 정정 내용, 업무 결과와 허용된 사용자 기억을 현재 요청에 필요한 맥락으로 활용할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C1 음성과 의미 모델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VIA와 VAD는 사용자 PC에서 실행하고, 음성과 의미 해석은 별도 클라우드 모델을 Model Access를 통해 사용해야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C2 업무 실행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실제 업무 수행에 필요한 도메인 추론, 계획, 도구 선택과 실행은 Downstream Agent에 위임해야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설계 문서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[04-41 요청 의미 해결](../architecture/12-decisions/decision-packages/04-41-request-resolution-control.md)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[04-42 대화와 업무의 수명](../architecture/12-decisions/decision-packages/04-42-lifecycle-ownership.md)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[04-44 지속 대화 실행](../architecture/12-decisions/decision-packages/04-44-continuous-interaction.md)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[04-45 기억과 Context](../architecture/12-decisions/decision-packages/04-45-memory-and-context.md)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사용자의 의도와 확인된 사실에 맞게 요청을 처리하는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필수 정답 조건 충족률(%) = P21의 21개 × 5회 × C1~C6, 630조건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98% 이상, 정답 618/630 이상</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조건 오류 50개당 1개 이내. 전체 시나리오/상황군/조건 유형 ≥95%, 필수 위반 0건. 재사용·동시 부하·최종 tail도 채점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3.1 정의와 평가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 사례 선정과 QA 대응표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3.2.1 선정 근거, 중복과 누락 검토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 | 사례 수 | 해당 수의 근거 / 기존 검토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 지칭/근거 연결 | 5 | 현재 복수 지칭, 교차원본/예외, 과거version, 유효 재사용, 새 원본 첫 사용은 서로 다른 조회/생산/검증 비용. 41/45 민감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 복합 관계 | 3 | 독립/결과 의존/조건 변경은 실행 의존성이 서로 달라 병합하지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 정정/제어 | 3 | 부분 정정, local stop, 특정 취소의 효과/종료가 서로 달라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 Agent 사건 | 4 | 질문 철회, 결과 역전/중복, Voice 재연결, 입력과4사건 집중 도착은 서로 다른 상태/queue/window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 확인/판단 유보 | 4 | 모호한 요청, 철회/미제시 답변, 접근 거부, 정상 유효 답변을 분리. 특히42의 정상 접수 비용 대 경합을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합계 | **21** | 균등 배치나 제품 빈도 가중이 아니라 메커니즘/오류 경로의 포괄로 선택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주제 | 선정 근거 / DP 경로 | QA-02 시작 → 유효 반응 | QA-03 완료 / 제외 이유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제한된 정보 조회 | 단순 직접/위임의 공통 기준 경로; DP-41/42/44; CONTROL | 발화 종료 → D1의 정확한 날짜 답변 전달 | D1 마감일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3.2.2 초기 상황, 입력, 사건과 정답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“D1에 적힌 마감일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목표=지정 문서의 마감일 조회. VIA Core 직접 응답 또는 Agent의 한정 조회 위임 중 하나를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D1@v1을 사용하며 마감일=2026-10-15. 담당자나 다른 날짜를 마감일로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조회의 New Task에 연결한다. T보호 연결/수정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조회 범위=D1의 마감일. 문서 수정/새 조사/일정 생성으로 확장하지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직접 경로는 조회/응답만, 위임 경로는 동일 목표의 외부 접수/결과 반영만 발생한다.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“올해 3분기 매출 보고서를 표 형식으로 작성해줘.”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목표=2026년 3분기 매출 보고서 작성, 처리=Agent 위임. 단순 매출 조회 답변으로 완료를 대신하지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자료=Sales2026Q3@v1, 월 범위=7~9월. 다른 연도/분기 자료 추가나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New Task에 이 보고서 요청/외부 실행을 연결한다. T보호와 별개이며 중복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연도=2026, 분기=3, 형식=표가 실제 인계에 모두 남는다. Agent의 표 디자인/분석 품질은 채점하지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보고서 작성의 고유 외부 효과=1회 접수. 상태=외부 접수됨/진행 예정 또는 진행 중이며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사실=“올해 3분기 매출 보고서를 표로 작성하도록 맡겼고 접수됐다”. 완료/보고서 생성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“이 표와 저 표를 비교해줘.” 첫 “이 표” span=0.4~0.8초, “저 표” span=1.1~1.5초.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목표=발화에서 지정한 두 표 비교. 현재 화면 C 설명으로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첫 지칭=A@v1/300억원, 둘째=B@v1/240억원. C나 대상 순서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비교의 New Task. 기존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비교의 기간=2026년 3분기, 대상 집합={A,B}, 역할=첫 A/둘째 B. 화면 이동을 대상 정정으로 해석하지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올바른 A/B 비교 답변 또는 같은 근거를 보존한 위임/결과 반영. 화면 표/외부 자료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“아까 들은 기준과 두 업무 결과로 새 제안서를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제안서 작성의 Agent 위임. 과거 비교/견적 업무의 추가 수정으로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근거=실제로 들은 E1의 첫 두 문장, 현재 D2@v2와 D3@v1. D2@v1/미재생 문장을 들은 기준으로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“그때 보여준 값으로 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목표=과거 표시 값에 기반한 새 표 작성 위임.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P1→D1@v1→기준값 100의 연결이 실제 처리에 사용된다. 현재 v2/120으로 치환하면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표 작성은 New Task. T원본 완료 상태/결과는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입력 데이터/시점=과거 표시된 v1의 100, 산출물=표. 최신 값으로 갱신하라는 조건을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100과 과거 참조를 사용한 표 작성의 고유 접수=1회. v2를 쓰는 인계/이전 업무 수정=0.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사실=“당시 보여준 100으로 표 작성을 맡겼다”. 120/최신 값 사용 또는 작성 완료 주장은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“같은 평가 기준, 제품 비교와 견적으로 새 제안서 하나 더 만들어줘. 메일은 보내지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목표=동일 근거로 별도의 새 제안서 작성, Agent 위임. 이전 제안서 수정이나 메일 발송으로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E1의 실제 전달 범위와 D2@v2/D3@v1, 가격 제외를 사용. cache/관계 hit도 원본/권한 검사 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두 번째 새 Task/Execution에 연결. 첫 제안서 Task와 무관 T보호 유지. 재사용을 중복 전송 재시도로 오인하지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기준/비교/견적 역할과 가격 제외 보존. 메일 발송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별도 새 작성 접수 한 번, 결과=ProposalRepeat@v1. 첫 제안서 변경/메일 SEND=0.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id="s2-05"&gt;&lt;/a&gt;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“전에 들은 기준과 방금 도착한 제품 비교, 견적으로 제안서 만들어줘. 가격은 평가하지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근거 기반 제안서 작성 위임. 아직 준비되지 않은 자료를 이미 준비됐다고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E새의 납기 2주/가격 제외와 두 새 원본 v1. 기존 S2-02 관계로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이번 새 제안서 Task/Execution, 이전 제안서와 T보호에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납기 기준/가격 제외와 비교·견적의 역할 보존. 견적 금액의 존재와 가격 평가 제외를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실제 근거/접수와 최종 결과를 전달. backfill/지원 한계로 완료 못하면 해당 조건 실패와 시간 누락을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 요약해주고, 내일 일정도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 두 개=D1의 한정 요약과 10월 13일 일정 조회. 각각 Core 직접 처리/Agent 위임을 허용하며 둘 중 하나를 누락하면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마감일/담당자와 Cal13@v1의 팀 회의. 다른 날짜/문서/일정 추가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 요약의 10월 15일/민수와 내일 09:00 팀 회의. 두 결과의 대상을 구별하며 두 목표 모두 실제 전달한다.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“D1을 요약한 다음, 그 요약을 민수에게 메일로 보내줘.”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D1 요약과 그 요약의 민수 메일 전송. 요약만 답하거나 원문 메일로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 민수 주소, 현재 요청의 실제 요약 산출물 K현재@v1. R옛/K옛@v0 또는 다른 요약 사용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“금요일 3시가 비어 있으면 회의 잡고, 아니면 가능한 시간만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목표=유효한 일정 상태에 따른 생성/대체 시간 안내. 이번 정답 분기=BUSY의 안내만.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Cal16@v2, 금요일 15:00~16:00 BUSY, 대체 16:00~17:00. 과거 FREE를 현재 사실로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일정 요청과 조건/결과를 연결하며 무관 Task 수정 없음. 직접 조건 조회/Agent 조건 위임의 논리적 관계를 보존한다.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“보고서는 표로 바꾸고 메일은 그대로.”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보고서 형식 정정 및 메일 지시 유지. 새 보고서 목표/새 조사로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보고서 대상=D1@v1, 메일 대상=D메일@v1/민수. 원본/version/수신자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변경은 T보고서/X보고서에 연결. T메일/X메일은 그대로 보존하고 중복 Task/Execution을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변경=보고서 형식 표, 보존=2026년 3분기/자료/메일의 기존 대상/수신자/지시. 원래 문장 형식 재채택/메일 취소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사실=“보고서 형식 변경이 접수됐고 메일 지시는 유지된다”. 보고서 변경 완료나 메일 취소/재발송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그 수치부터 설명해줘.”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음성 중단과 방금 들은 150억원의 설명. Agent 업무 취소로 해석하면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지칭 수치=150억원/2026년 3분기 매출, 근거=D매출@v1. 미재생 20%를 “방금 들은 수치”로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같은 Conversation의 후속 설명이며 T보고서 실행은 유지. 취소 명령/새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설명 범위=150억원의 기간/의미/근거. 20%를 보조 설명으로 새로 말하는 것은 허용하지만 이미 들었다고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“메일 업무만 취소해줘.”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목표=메일 업무만 취소. 음성 중단/두 업무 전체 취소로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취소 대상=T메일/X메일 및 현재 취소/원래 접수 사실. 보고서 실행이나 다른 메일을 선택하면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취소를 T메일/X메일에만 연결하고 T보고서/X보고서 유지. 새 메일 Task/실행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취소 범위=메일 업무. 접수는 종료와 다르고 기존 보고서/원래 메일 자료와 수신자는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사용자 발화 없음. Agent 질문은 아래 원문으로 제공한다. 이 사례에서는 사용자가 답변하지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목표=각 Agent 질문을 VIA interaction에 연결하고 철회된 질문을 현재 답변 대상으로 사용하지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원천=Q보고서@v1/기간/철회 사실, Q메일@v1/수신자/유효 사실. 원천 질문 내용을 서로 교체하지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기간 질문→T보고서/X보고서, 수신자 질문→T메일/X메일. 최종 유효 질문 focus는 Q메일을 가리키며 Task 연결이 섞이지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사용자 발화 없음. 결과 사건은 아래 순서로 제공한다.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목표=두 현재 업무 결과의 수신/안내. 다시 보고서 작성/메일 전송을 시작하지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메일=D메일결과@v1, 보고서=D보고서결과@v2. 오래된 문장 보고서를 현재 결과로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결과를 원래 Task/Execution/Conversation에 연결하며 도착 순서로 업무를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결과 역할/요청 revision 유지. 중복 Email1과 request@v1의 stale 보고서는 새 완료/현행 결과로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발화 없음. 결과 Text의 실제 표시 receipt 뒤 1초에 새 Voice로 연결해 “방금 도착한 보고서 결과 알려줘.”라고 2초 동안 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목표=음성 OFF 중 결과 유지/표시와 재연결 후 기존 결과 안내. 새 작성 업무로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확인된 D보고서결과@v1/2026년 3분기 표 보고서. 다른 결과/옛 version 사용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C현재와 T보고서/X보고서를 유지하며 V이전/V새를 새 Task/Conversation identity로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Voice OFF이면 Text 전달, 다시 요청하면 같은 결과 안내. 음성 해제로 업무를 취소하거나 자동 재실행하지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보고서는 표로 바꾸고 메일은 그대로 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보고서 표 형식 정정과 기존 음성 중단, 네 외부 사건 처리. 무관 업무 취소/임의 질문 답변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정정은 T보고서, 메일 유지. 네 사건은 각 Task/Execution/질문에 연결. T보호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목표=대상/내용 확인, 답변 뒤 목표=기존 3분기 보고서 형식 변경. 확인 없이 가장 최근/임의 업무를 확정하면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답변이 지정한 T3분기의 SalesQ3@v1과 기존 자료/결과. 4분기 자료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답변은 원래 수정 요청/실제 제시 질문과 T3분기/X3분기에 연결. T4분기/X4분기 유지. 새 보고서 Task 생성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변경=3분기 보고서 형식 표, 보존=2026년 3분기/자료/4분기 지시. 질문 문장 자체는 일치 불필요.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답변 전 외부 변경=0. 답변 뒤 고유 UPDATE 접수=1회이며 대상=T3분기. 4분기 변경=0. 접수만 있고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Q1@v1의 철회, Q1@v2의 목적/실제 제시 receipt, 현재 권한과 민수 주소. Q2를 “응”의 대상으로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재확인/후속 답변→현재 Q1@v2와 T메일/X메일. Q2/다른 Task에 답변이나 승인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동의 범위=민수 연락처 조회 및 이 메일 업무에 주소 제공. SEND/다른 연락처/다른 목적의 제공으로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“D1의 계약 금액을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목표=접근 불가 안내/유보. 확인되지 않은 금액 답변/조사 성공으로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존재/접근 거부 사실만 사용. 비공개 500이나 다른 문서 금액을 답의 근거로 사용하면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원래 D1 문의에 연결. 금액 조회 우회용 새 Agent 업무나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금지 content read/외부 제공/업무 Action 효과=0. 조회 요청의 ACCESS_DENIED 자체는 정상이며 정확한 유보로 처리한다.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“응, 상반기로 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유효 기간 질문의 답변 처리. 새 보고서 작성/새 승인 요청으로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실제 제시 Q기간@v7, SalesH1@v1과 2026년1~6월. 과거 철회 질문/다른 분기와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답변을 Q기간/T보고서/X보고서에 연결. T메일/T보호 무변경.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기간만 상반기로 확정하고 나머지 조건 유지. 정보 동의나 메일 SEND 승인으로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답변 접수/전달 한 번, 질문=답변됨/기간=상반기. 외부 미접수를 접수로 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“보고서 기간을 2026년 상반기로 답변했고 접수됐다”를 실제 전달. 보고서 작성 완료라고 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3.2.3 단일 반복과 분모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시나리오:21×5=105회, 정확성 조건:105×6=630개.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상황군의 조건 분모:S1=60, S2=150, S3=90, S4=90, S5=120, S6=120.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 유형 C 각각105개. 후속 답변/Agent4사건을 별도 시나리오로 쪼개 정확성 분모를 늘리지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재사용/집중 도착과 final tail 모두 같은6조건으로 채점. 원천 준비/유휴 tick은 신규 사용자 시나리오가 아니며 원장/필수 위반 검사에 포함.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 공통 정답 조건과 판별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3.3.1 재사용할 정답 조건 유형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유형 | 정답으로 기술할 사실 | 대표 판정 예시와 관측 경계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조건을 작성하는 공통 규칙</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모든 항목의 통과/실패 판정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3.4 측정 지표와 목표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3.5 차이 인정과 관찰 절차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3.6 DP별 중요한 경로와 대등한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 활성화 사례 / 수치 관측 | 강한 반대안과 차이가 줄어드는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유효 반응시간(초) = 전 21개 사례의 지정 반응 27개 × 5회, 135관측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 모든 local stop 0.1초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H20 속도 benchmark: https://qwen.readthedocs.io/en/latest/getting_started/speed_benchmark.html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VIA 귀속 사이클 시간(초) = 사용자 목표가 있는 19개 × 5회, 95관측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의미6 + 연결1 + 전달1 + 재검증2초의 작성자 예산. 15초 이내 ≥95%, 미전달 0건. Agent 발신 두 사례는 QA-02에 적용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사용자 활동을 처리하는 동안 VIA의 음성/의미 모델 사용에 드는 금액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P21 1묶음 평균 총 모델 비용(USD/P21) = 동일 활동 5회 총액의 평균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$0.50/P21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Alibaba Qwen Instruct-2507 공식 단가: https://docs.modelstudio.console.alibabacloud.com/en/model-studio/qwen3-30b-a3b-instruct-2507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GPT Realtime 공식 단가: https://developers.openai.com/api/docs/models/gpt-realtime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Realtime 청구: https://developers.openai.com/api/docs/guides/voice-latency-cost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5.2 같은 활동의 사용량과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5.3 목표값과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P21 기준 계산 | USD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의미62호출, 입력124,000/출력12,400 token | 0.034720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신규 audio 입력50초/출력예산179초 | 0.245120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청구 Text/context 입력10,000/출력2,000 token | 0.072000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신규 audio·청구 Text를 포함한 기본 소계 | **0.351840**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이력 audio 재입력/추가생산/재시도 여유 | **0.148160**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목표 | **0.50/P21**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5.4 수치 차이와 민감도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모델/Agent/정보원/기능 계약의 변화를 다른 사용자 기능을 유지하면서 수용하는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변경 기능 책임 단위 수(개/과제) = 6개 변경의 고유 수정 책임 수 합/6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과제별5개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adapter/생산/소비 약3개 책임에 일상 변경을 국소화. 동일 U01~18 registry와 기존 기능/권한/P21 회귀 유지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**관리 ID: ASR-QA-05 —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```text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u_j = 과제 M-j에서 실제로 수정해야 하는 고유 책임 단위 ID의 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 (u_1 + ... + u_6) / 6, 낮을수록 좋음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6.2 공통 변경 책임 registry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 수정 여부를 검사하는 책임 | 실제 owner/경로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U01 | 자연어 의미 생산 prompt/해석 규칙 | Request Interpreter의 A 모델 제어 또는 B frame/부분 해석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U02 | 유한 표현의 dispatch/항목 해결/코드 결합 | 41B Request Resolution Engine. A에 같은 코드 책임이 없으면 변경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U03 | 의미/frame/조건 표현의 공통 검증 계약 | Request Interpreter의 공통 의미 제안 검증기와 해당 schema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U04 | 요청 채택/질문 focus/입력 hold 규칙 | Request Controller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U05 | 입력/전달 시각과 실제 재생 제어 | Interaction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U06 | 응답 내용/게시/실제 전달 원장 | Response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U07 | Task/Execution/업무 명령/질문 현재성 | Task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U08 | 중앙 continuation 또는 Stage/window 흐름 | Request Controller의 44A/B 진행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U09 | 근거 source adapter와 정규 원본 port | Context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U10 | 요청별 원본 조합/검색/cache 의미 | 45A Context Composer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U11 | 공통 과거 관계 생산/coverage/무효화 | 45B Memory Publisher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U12 | 게시 관계 조회/부분 범위 보완 | 45B Evidence Reader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U13 | 대화↔업무 명령/접수/반영 계약 | 42A 내부 공동 확정 또는 42B 독립 hand-off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U14 | 저장 schema/이행/복원 | State Store와 해당 논리 owner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U15 | cloud provider wire/usage/중단 adapter | Model Access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U16 | 외부 Agent protocol/capability adapter | Agent Gateway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U17 | 허용/동의/삭제 정책의 판정 | Policy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U18 | 삭제/정정의 소비자 파생물 처리 계약 | 해당 cache/게시/Context owner. 동일 U10~12 내부 수정이면 그 단위만 세고 U18 중복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6.3 여섯 변경 과제의 입력과 완료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과제 | 고정한 변경 요구 | 완료 판별과 필수 회귀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6.4 목표와 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6.5 수행 절차와 DP 영향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U01~18 각각에 `CHANGED 또는 UNCHANGED, 이유, 변경 전/후 계약, patch/evidence_ref`를 채운다. 비참여 단위도 공란 대신 동일 계약 유지 이유를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여섯 변경 집합/개수와 평균, 최대값을 보고한다. 변경량과 별도로 이행/배포/검증 부담을 서술한다.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추가 기능 회귀: 명시적 선호 등록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“앞으로 비교 결과는 표로 보여주는 걸 선호한다고 기억해줘.”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저장 뒤 공통 User Memory 조회 port로 사용자/적용 범위/값을 확인한다. 외부 Agent 사건이나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목표=지속적인 비교 결과 형식 선호 등록. 일회성 표 응답이나 외부 문서 작성으로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근거=이번 발화. 선호의 대상=비교 결과, 형식=표. 다른 사용자의 Memory를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사용자/설정 관리에 연결. 새 외부 업무나 T보호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지속 범위=이 사용자의 향후 비교 결과. 모든 답변을 표로 제한하거나 M언어를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공통 조회에서 비교 결과 형식 선호=표가 확인된다. 중복/다른 선호 변경과 외부 Action=0.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사실=“비교 결과는 표로 보여주는 선호를 기억했다”. 모든 답변/다른 사용자에 적용했다고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활동과 동시 부하에서 VIA가 로컬 PC에 할당해 유지하는 메모리의 최대량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최대 전체 commit 메모리(MiB) = 동일 P21 5회 중 전체 process/고유 공유 allocation 동시 합 최대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4,096MiB(4GiB)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32GB급 Windows PC의 OS8/업무앱16/VIA4/여유4GiB 계획. 공통 allocation1792 + 추가여유2304MiB, 실제 RAM residency와 구별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Samsung NP960UJH-XG3IN 공식 사양: https://www.samsung.com/in/computers/galaxy-book/galaxy-book6-ultra-ultra-7-32gb-1tb-np960ujh-xg3in/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Microsoft PrivateUsage/commit 정의: https://learn.microsoft.com/en-us/windows/win32/api/psapi/ns-psapi-process_memory_counters_ex</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7.1 정의와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7.2 공통 사용량과 단일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7.3 목표값과 장치/과제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설명용 동시 할당 예산 | MiB | 포함할 것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UI/Core/runtime 기본 | 512 | process heap/언어 runtime/화면 UI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capture/전달 buffer | 512 | 같은 원본 보관/복사/전사/audio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원문 Context/cache | 256 | source 발췌/현재/준비된 과거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Task/요청/전달 상태 | 128 | 활성 상태와 pending 질문/receipt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DB/cache/영속 읽기 buffer | 128 | 디스크 DB bytes와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cloud call 임시 상태 | 64 | 최대 4호출 × 16MiB의 가정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queue/직렬화/동시 burst | 128 | 제한 inbox/outbox/결과 copy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VAD/연동 helper 여유 | 64 | 실제 learned helper weights 있으면 그 안에 계상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기본 합계 | **1,792** | 위 항목들의 동시 상한 예시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추가 상태/큰 Context/변동 여유 | **2,304** | 4,096에서 남는 예산. 실제 측정값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7.4 차이 기준과 자원 판정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사용자의 의도와 확인된 사실에 맞게 요청을 처리하는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필수 정답 조건 충족률(%) = P21의 21개 × 5회 × C1~C6, 630조건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98% 이상, 정답 618/630 이상</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조건 오류 50개당 1개 이내. 전체 시나리오/상황군/조건 유형 ≥95%, 필수 위반 0건. 재사용·동시 부하·최종 tail도 채점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3.1 정의와 평가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 사례 선정과 QA 대응표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3.2.1 선정 근거, 중복과 누락 검토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 | 사례 수 | 해당 수의 근거 / 기존 검토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 지칭/근거 연결 | 5 | 현재 복수 지칭, 교차원본/예외, 과거version, 유효 재사용, 새 원본 첫 사용은 서로 다른 조회/생산/검증 비용. 41/45 민감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 복합 관계 | 3 | 독립/결과 의존/조건 변경은 실행 의존성이 서로 달라 병합하지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 정정/제어 | 3 | 부분 정정, local stop, 특정 취소의 효과/종료가 서로 달라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 Agent 사건 | 4 | 질문 철회, 결과 역전/중복, Voice 재연결, 입력과4사건 집중 도착은 서로 다른 상태/queue/window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 확인/판단 유보 | 4 | 모호한 요청, 철회/미제시 답변, 접근 거부, 정상 유효 답변을 분리. 특히42의 정상 접수 비용 대 경합을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합계 | **21** | 균등 배치나 제품 빈도 가중이 아니라 메커니즘/오류 경로의 포괄로 선택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주제 | 선정 근거 / DP 경로 | QA-02 시작 → 유효 반응 | QA-03 완료 / 제외 이유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제한된 정보 조회 | 단순 직접/위임의 공통 기준 경로; DP-41/42/44; CONTROL | 발화 종료 → D1의 정확한 날짜 답변 전달 | D1 마감일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3.2.2 초기 상황, 입력, 사건과 정답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“D1에 적힌 마감일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목표=지정 문서의 마감일 조회. VIA Core 직접 응답 또는 Agent의 한정 조회 위임 중 하나를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D1@v1을 사용하며 마감일=2026-10-15. 담당자나 다른 날짜를 마감일로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조회의 New Task에 연결한다. T보호 연결/수정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조회 범위=D1의 마감일. 문서 수정/새 조사/일정 생성으로 확장하지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직접 경로는 조회/응답만, 위임 경로는 동일 목표의 외부 접수/결과 반영만 발생한다.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“올해 3분기 매출 보고서를 표 형식으로 작성해줘.”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목표=2026년 3분기 매출 보고서 작성, 처리=Agent 위임. 단순 매출 조회 답변으로 완료를 대신하지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자료=Sales2026Q3@v1, 월 범위=7~9월. 다른 연도/분기 자료 추가나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New Task에 이 보고서 요청/외부 실행을 연결한다. T보호와 별개이며 중복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연도=2026, 분기=3, 형식=표가 실제 인계에 모두 남는다. Agent의 표 디자인/분석 품질은 채점하지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보고서 작성의 고유 외부 효과=1회 접수. 상태=외부 접수됨/진행 예정 또는 진행 중이며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사실=“올해 3분기 매출 보고서를 표로 작성하도록 맡겼고 접수됐다”. 완료/보고서 생성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“이 표와 저 표를 비교해줘.” 첫 “이 표” span=0.4~0.8초, “저 표” span=1.1~1.5초.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목표=발화에서 지정한 두 표 비교. 현재 화면 C 설명으로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첫 지칭=A@v1/300억원, 둘째=B@v1/240억원. C나 대상 순서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비교의 New Task. 기존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비교의 기간=2026년 3분기, 대상 집합={A,B}, 역할=첫 A/둘째 B. 화면 이동을 대상 정정으로 해석하지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올바른 A/B 비교 답변 또는 같은 근거를 보존한 위임/결과 반영. 화면 표/외부 자료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“아까 들은 기준과 두 업무 결과로 새 제안서를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제안서 작성의 Agent 위임. 과거 비교/견적 업무의 추가 수정으로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근거=실제로 들은 E1의 첫 두 문장, 현재 D2@v2와 D3@v1. D2@v1/미재생 문장을 들은 기준으로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“그때 보여준 값으로 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목표=과거 표시 값에 기반한 새 표 작성 위임.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P1→D1@v1→기준값 100의 연결이 실제 처리에 사용된다. 현재 v2/120으로 치환하면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표 작성은 New Task. T원본 완료 상태/결과는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입력 데이터/시점=과거 표시된 v1의 100, 산출물=표. 최신 값으로 갱신하라는 조건을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100과 과거 참조를 사용한 표 작성의 고유 접수=1회. v2를 쓰는 인계/이전 업무 수정=0.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사실=“당시 보여준 100으로 표 작성을 맡겼다”. 120/최신 값 사용 또는 작성 완료 주장은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“같은 평가 기준, 제품 비교와 견적으로 새 제안서 하나 더 만들어줘. 메일은 보내지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목표=동일 근거로 별도의 새 제안서 작성, Agent 위임. 이전 제안서 수정이나 메일 발송으로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E1의 실제 전달 범위와 D2@v2/D3@v1, 가격 제외를 사용. cache/관계 hit도 원본/권한 검사 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두 번째 새 Task/Execution에 연결. 첫 제안서 Task와 무관 T보호 유지. 재사용을 중복 전송 재시도로 오인하지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기준/비교/견적 역할과 가격 제외 보존. 메일 발송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별도 새 작성 접수 한 번, 결과=ProposalRepeat@v1. 첫 제안서 변경/메일 SEND=0.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id="s2-05"&gt;&lt;/a&gt;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“전에 들은 기준과 방금 도착한 제품 비교, 견적으로 제안서 만들어줘. 가격은 평가하지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근거 기반 제안서 작성 위임. 아직 준비되지 않은 자료를 이미 준비됐다고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E새의 납기 2주/가격 제외와 두 새 원본 v1. 기존 S2-02 관계로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이번 새 제안서 Task/Execution, 이전 제안서와 T보호에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납기 기준/가격 제외와 비교·견적의 역할 보존. 견적 금액의 존재와 가격 평가 제외를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실제 근거/접수와 최종 결과를 전달. backfill/지원 한계로 완료 못하면 해당 조건 실패와 시간 누락을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 요약해주고, 내일 일정도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 두 개=D1의 한정 요약과 10월 13일 일정 조회. 각각 Core 직접 처리/Agent 위임을 허용하며 둘 중 하나를 누락하면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마감일/담당자와 Cal13@v1의 팀 회의. 다른 날짜/문서/일정 추가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 요약의 10월 15일/민수와 내일 09:00 팀 회의. 두 결과의 대상을 구별하며 두 목표 모두 실제 전달한다.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“D1을 요약한 다음, 그 요약을 민수에게 메일로 보내줘.”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D1 요약과 그 요약의 민수 메일 전송. 요약만 답하거나 원문 메일로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 민수 주소, 현재 요청의 실제 요약 산출물 K현재@v1. R옛/K옛@v0 또는 다른 요약 사용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“금요일 3시가 비어 있으면 회의 잡고, 아니면 가능한 시간만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목표=유효한 일정 상태에 따른 생성/대체 시간 안내. 이번 정답 분기=BUSY의 안내만.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Cal16@v2, 금요일 15:00~16:00 BUSY, 대체 16:00~17:00. 과거 FREE를 현재 사실로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일정 요청과 조건/결과를 연결하며 무관 Task 수정 없음. 직접 조건 조회/Agent 조건 위임의 논리적 관계를 보존한다.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“보고서는 표로 바꾸고 메일은 그대로.”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보고서 형식 정정 및 메일 지시 유지. 새 보고서 목표/새 조사로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보고서 대상=D1@v1, 메일 대상=D메일@v1/민수. 원본/version/수신자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변경은 T보고서/X보고서에 연결. T메일/X메일은 그대로 보존하고 중복 Task/Execution을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변경=보고서 형식 표, 보존=2026년 3분기/자료/메일의 기존 대상/수신자/지시. 원래 문장 형식 재채택/메일 취소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사실=“보고서 형식 변경이 접수됐고 메일 지시는 유지된다”. 보고서 변경 완료나 메일 취소/재발송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그 수치부터 설명해줘.”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음성 중단과 방금 들은 150억원의 설명. Agent 업무 취소로 해석하면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지칭 수치=150억원/2026년 3분기 매출, 근거=D매출@v1. 미재생 20%를 “방금 들은 수치”로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같은 Conversation의 후속 설명이며 T보고서 실행은 유지. 취소 명령/새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설명 범위=150억원의 기간/의미/근거. 20%를 보조 설명으로 새로 말하는 것은 허용하지만 이미 들었다고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“메일 업무만 취소해줘.”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목표=메일 업무만 취소. 음성 중단/두 업무 전체 취소로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취소 대상=T메일/X메일 및 현재 취소/원래 접수 사실. 보고서 실행이나 다른 메일을 선택하면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취소를 T메일/X메일에만 연결하고 T보고서/X보고서 유지. 새 메일 Task/실행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취소 범위=메일 업무. 접수는 종료와 다르고 기존 보고서/원래 메일 자료와 수신자는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사용자 발화 없음. Agent 질문은 아래 원문으로 제공한다. 이 사례에서는 사용자가 답변하지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목표=각 Agent 질문을 VIA interaction에 연결하고 철회된 질문을 현재 답변 대상으로 사용하지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원천=Q보고서@v1/기간/철회 사실, Q메일@v1/수신자/유효 사실. 원천 질문 내용을 서로 교체하지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기간 질문→T보고서/X보고서, 수신자 질문→T메일/X메일. 최종 유효 질문 focus는 Q메일을 가리키며 Task 연결이 섞이지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사용자 발화 없음. 결과 사건은 아래 순서로 제공한다.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목표=두 현재 업무 결과의 수신/안내. 다시 보고서 작성/메일 전송을 시작하지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메일=D메일결과@v1, 보고서=D보고서결과@v2. 오래된 문장 보고서를 현재 결과로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결과를 원래 Task/Execution/Conversation에 연결하며 도착 순서로 업무를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결과 역할/요청 revision 유지. 중복 Email1과 request@v1의 stale 보고서는 새 완료/현행 결과로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발화 없음. 결과 Text의 실제 표시 receipt 뒤 1초에 새 Voice로 연결해 “방금 도착한 보고서 결과 알려줘.”라고 2초 동안 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목표=음성 OFF 중 결과 유지/표시와 재연결 후 기존 결과 안내. 새 작성 업무로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확인된 D보고서결과@v1/2026년 3분기 표 보고서. 다른 결과/옛 version 사용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C현재와 T보고서/X보고서를 유지하며 V이전/V새를 새 Task/Conversation identity로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Voice OFF이면 Text 전달, 다시 요청하면 같은 결과 안내. 음성 해제로 업무를 취소하거나 자동 재실행하지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보고서는 표로 바꾸고 메일은 그대로 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보고서 표 형식 정정과 기존 음성 중단, 네 외부 사건 처리. 무관 업무 취소/임의 질문 답변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정정은 T보고서, 메일 유지. 네 사건은 각 Task/Execution/질문에 연결. T보호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목표=대상/내용 확인, 답변 뒤 목표=기존 3분기 보고서 형식 변경. 확인 없이 가장 최근/임의 업무를 확정하면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답변이 지정한 T3분기의 SalesQ3@v1과 기존 자료/결과. 4분기 자료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답변은 원래 수정 요청/실제 제시 질문과 T3분기/X3분기에 연결. T4분기/X4분기 유지. 새 보고서 Task 생성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변경=3분기 보고서 형식 표, 보존=2026년 3분기/자료/4분기 지시. 질문 문장 자체는 일치 불필요.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답변 전 외부 변경=0. 답변 뒤 고유 UPDATE 접수=1회이며 대상=T3분기. 4분기 변경=0. 접수만 있고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Q1@v1의 철회, Q1@v2의 목적/실제 제시 receipt, 현재 권한과 민수 주소. Q2를 “응”의 대상으로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재확인/후속 답변→현재 Q1@v2와 T메일/X메일. Q2/다른 Task에 답변이나 승인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동의 범위=민수 연락처 조회 및 이 메일 업무에 주소 제공. SEND/다른 연락처/다른 목적의 제공으로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“D1의 계약 금액을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목표=접근 불가 안내/유보. 확인되지 않은 금액 답변/조사 성공으로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존재/접근 거부 사실만 사용. 비공개 500이나 다른 문서 금액을 답의 근거로 사용하면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원래 D1 문의에 연결. 금액 조회 우회용 새 Agent 업무나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금지 content read/외부 제공/업무 Action 효과=0. 조회 요청의 ACCESS_DENIED 자체는 정상이며 정확한 유보로 처리한다.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“응, 상반기로 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유효 기간 질문의 답변 처리. 새 보고서 작성/새 승인 요청으로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실제 제시 Q기간@v7, SalesH1@v1과 2026년1~6월. 과거 철회 질문/다른 분기와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답변을 Q기간/T보고서/X보고서에 연결. T메일/T보호 무변경.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기간만 상반기로 확정하고 나머지 조건 유지. 정보 동의나 메일 SEND 승인으로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답변 접수/전달 한 번, 질문=답변됨/기간=상반기. 외부 미접수를 접수로 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“보고서 기간을 2026년 상반기로 답변했고 접수됐다”를 실제 전달. 보고서 작성 완료라고 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3.2.3 단일 반복과 분모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시나리오:21×5=105회, 정확성 조건:105×6=630개.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상황군의 조건 분모:S1=60, S2=150, S3=90, S4=90, S5=120, S6=120.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 유형 C 각각105개. 후속 답변/Agent4사건을 별도 시나리오로 쪼개 정확성 분모를 늘리지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재사용/집중 도착과 final tail 모두 같은6조건으로 채점. 원천 준비/유휴 tick은 신규 사용자 시나리오가 아니며 원장/필수 위반 검사에 포함.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 공통 정답 조건과 판별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3.3.1 재사용할 정답 조건 유형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유형 | 정답으로 기술할 사실 | 대표 판정 예시와 관측 경계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조건을 작성하는 공통 규칙</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모든 항목의 통과/실패 판정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3.4 측정 지표와 목표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3.5 차이 인정과 관찰 절차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3.6 DP별 중요한 경로와 대등한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 활성화 사례 / 수치 관측 | 강한 반대안과 차이가 줄어드는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유효 반응시간(초) = 전 21개 사례의 지정 반응 27개 × 5회, 135관측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 모든 local stop 0.1초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H20 속도 benchmark: https://qwen.readthedocs.io/en/latest/getting_started/speed_benchmark.html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VIA 귀속 사이클 시간(초) = 사용자 목표가 있는 19개 × 5회, 95관측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의미6 + 연결1 + 전달1 + 재검증2초의 작성자 예산. 15초 이내 ≥95%, 미전달 0건. Agent 발신 두 사례는 QA-02에 적용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사용자 활동을 처리하는 동안 VIA의 음성/의미 모델 사용에 드는 금액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P21 1묶음 평균 총 모델 비용(USD/P21) = 동일 활동 5회 총액의 평균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$0.50/P21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Alibaba Qwen Instruct-2507 공식 단가: https://docs.modelstudio.console.alibabacloud.com/en/model-studio/qwen3-30b-a3b-instruct-2507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GPT Realtime 공식 단가: https://developers.openai.com/api/docs/models/gpt-realtime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Realtime 청구: https://developers.openai.com/api/docs/guides/voice-latency-cost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5.2 같은 활동의 사용량과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5.3 목표값과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P21 기준 계산 | USD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의미62호출, 입력124,000/출력12,400 token | 0.034720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신규 audio 입력50초/출력예산179초 | 0.245120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청구 Text/context 입력10,000/출력2,000 token | 0.072000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신규 audio·청구 Text를 포함한 기본 소계 | **0.351840**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이력 audio 재입력/추가생산/재시도 여유 | **0.148160**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목표 | **0.50/P21**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5.4 수치 차이와 민감도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모델/Agent/정보원/기능 계약의 변화를 다른 사용자 기능을 유지하면서 수용하는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변경 기능 책임 단위 수(개/과제) = 6개 변경의 고유 수정 책임 수 합/6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과제별5개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adapter/생산/소비 약3개 책임에 일상 변경을 국소화. 동일 U01~18 registry와 기존 기능/권한/P21 회귀 유지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**관리 ID: ASR-QA-05 —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```text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u_j = 과제 M-j에서 실제로 수정해야 하는 고유 책임 단위 ID의 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 (u_1 + ... + u_6) / 6, 낮을수록 좋음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6.2 공통 변경 책임 registry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 수정 여부를 검사하는 책임 | 실제 owner/경로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U01 | 자연어 의미 생산 prompt/해석 규칙 | Request Interpreter의 A 모델 제어 또는 B frame/부분 해석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U02 | 유한 표현의 dispatch/항목 해결/코드 결합 | 41B Request Resolution Engine. A에 같은 코드 책임이 없으면 변경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U03 | 의미/frame/조건 표현의 공통 검증 계약 | Request Interpreter의 공통 의미 제안 검증기와 해당 schema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U04 | 요청 채택/질문 focus/입력 hold 규칙 | Request Controller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U05 | 입력/전달 시각과 실제 재생 제어 | Interaction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U06 | 응답 내용/게시/실제 전달 원장 | Response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U07 | Task/Execution/업무 명령/질문 현재성 | Task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U08 | 중앙 continuation 또는 Stage/window 흐름 | Request Controller의 44A/B 진행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U09 | 근거 source adapter와 정규 원본 port | Context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U10 | 요청별 원본 조합/검색/cache 의미 | 45A Context Composer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U11 | 공통 과거 관계 생산/coverage/무효화 | 45B Memory Publisher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U12 | 게시 관계 조회/부분 범위 보완 | 45B Evidence Reader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U13 | 대화↔업무 명령/접수/반영 계약 | 42A 내부 공동 확정 또는 42B 독립 hand-off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U14 | 저장 schema/이행/복원 | State Store와 해당 논리 owner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U15 | cloud provider wire/usage/중단 adapter | Model Access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U16 | 외부 Agent protocol/capability adapter | Agent Gateway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U17 | 허용/동의/삭제 정책의 판정 | Policy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U18 | 삭제/정정의 소비자 파생물 처리 계약 | 해당 cache/게시/Context owner. 동일 U10~12 내부 수정이면 그 단위만 세고 U18 중복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6.3 여섯 변경 과제의 입력과 완료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과제 | 고정한 변경 요구 | 완료 판별과 필수 회귀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6.4 목표와 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6.5 수행 절차와 DP 영향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U01~18 각각에 `CHANGED 또는 UNCHANGED, 이유, 변경 전/후 계약, patch/evidence_ref`를 채운다. 비참여 단위도 공란 대신 동일 계약 유지 이유를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여섯 변경 집합/개수와 평균, 최대값을 보고한다. 변경량과 별도로 이행/배포/검증 부담을 서술한다.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추가 기능 회귀: 명시적 선호 등록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“앞으로 비교 결과는 표로 보여주는 걸 선호한다고 기억해줘.”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저장 뒤 공통 User Memory 조회 port로 사용자/적용 범위/값을 확인한다. 외부 Agent 사건이나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목표=지속적인 비교 결과 형식 선호 등록. 일회성 표 응답이나 외부 문서 작성으로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근거=이번 발화. 선호의 대상=비교 결과, 형식=표. 다른 사용자의 Memory를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사용자/설정 관리에 연결. 새 외부 업무나 T보호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지속 범위=이 사용자의 향후 비교 결과. 모든 답변을 표로 제한하거나 M언어를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공통 조회에서 비교 결과 형식 선호=표가 확인된다. 중복/다른 선호 변경과 외부 Action=0.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사실=“비교 결과는 표로 보여주는 선호를 기억했다”. 모든 답변/다른 사용자에 적용했다고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활동과 동시 부하에서 VIA가 로컬 PC에 할당해 유지하는 메모리의 최대량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최대 전체 commit 메모리(MiB) = 동일 P21 5회 중 전체 process/고유 공유 allocation 동시 합 최대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4,096MiB(4GiB)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32GB급 Windows PC의 OS8/업무앱16/VIA4/여유4GiB 계획. 공통 allocation1792 + 추가여유2304MiB, 실제 RAM residency와 구별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Samsung NP960UJH-XG3IN 공식 사양: https://www.samsung.com/in/computers/galaxy-book/galaxy-book6-ultra-ultra-7-32gb-1tb-np960ujh-xg3in/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Microsoft PrivateUsage/commit 정의: https://learn.microsoft.com/en-us/windows/win32/api/psapi/ns-psapi-process_memory_counters_ex</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7.1 정의와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7.2 공통 사용량과 단일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7.3 목표값과 장치/과제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설명용 동시 할당 예산 | MiB | 포함할 것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UI/Core/runtime 기본 | 512 | process heap/언어 runtime/화면 UI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capture/전달 buffer | 512 | 같은 원본 보관/복사/전사/audio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원문 Context/cache | 256 | source 발췌/현재/준비된 과거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Task/요청/전달 상태 | 128 | 활성 상태와 pending 질문/receipt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DB/cache/영속 읽기 buffer | 128 | 디스크 DB bytes와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cloud call 임시 상태 | 64 | 최대 4호출 × 16MiB의 가정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queue/직렬화/동시 burst | 128 | 제한 inbox/outbox/결과 copy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VAD/연동 helper 여유 | 64 | 실제 learned helper weights 있으면 그 안에 계상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기본 합계 | **1,792** | 위 항목들의 동시 상한 예시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추가 상태/큰 Context/변동 여유 | **2,304** | 4,096에서 남는 예산. 실제 측정값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7.4 차이 기준과 자원 판정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설계 Overview: VIA 공통 책임과 41 → 44 → 45 → 42의 주요 비교 위치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제공 VIA overall architecture(1000001540.jpg)의 경계, 영역, Component 이름과 배치를 편집 가능한 도형으로 재구성했다. NOS 레퍼런스(1000001497.png)의 품질 목표, DP 목록, 색상 점선과 반복 번호 표기 방식을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https://github.com/cbyche/via-sw-architecture/blob/main/docs/architecture/12-decisions/decision-packages/04-40-common-execution-contract.md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https://github.com/cbyche/via-sw-architecture/blob/main/docs/architecture/12-decisions/target-architecture/architecture.md#4-component와-상태-소유권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04-41: https://github.com/cbyche/via-sw-architecture/blob/main/docs/architecture/12-decisions/decision-packages/04-41-request-resolution-control.md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04-42: https://github.com/cbyche/via-sw-architecture/blob/main/docs/architecture/12-decisions/decision-packages/04-42-lifecycle-ownership.md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04-44: https://github.com/cbyche/via-sw-architecture/blob/main/docs/architecture/12-decisions/decision-packages/04-44-continuous-interaction.md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04-45: https://github.com/cbyche/via-sw-architecture/blob/main/docs/architecture/12-decisions/decision-packages/04-45-memory-and-context.md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1: VIA의 책임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docs/architecture/01-system-mission-and-boundary.md §1.1~1.2, docs/architecture/05-representative-use-cases.md UC-03/05/06/08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2: 계속되는 입력과 비동기 업무 결과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장면은 요청과 관계의 이해, 계속되는 실행 연결, 대화·업무 맥락의 유지, 서로 다른 업무 상태 추적이 필요한 이유를 소개한다. DP 번호와 세부 상태 schema는 다음 비교 페이지에서 다룬다.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docs/architecture/05-representative-use-cases.md UC-09/10/11/13/14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04-41. VIA Request 이해의 모델 판단 반복과 코드 해결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https://github.com/cbyche/via-sw-architecture/blob/main/docs/presentations_files/dp-comparison/dp41-comparison.svg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비교 / 미선정 / 미측정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도구 조회 자체는 모델 호출이 아니다. Context 의미 가공, 응답 구성, 음성/전사, 실패/재시도/폐기된 호출의 실제 사용량도 비용에 포함한다. 조건별 trade-off는 가설이며 품질 우열을 측정하지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A에서 조회 결과는 모델에 제공할 해석 맥락으로 돌아간다. 그림에서 실제 클라우드 LLM으로 다시 올라가는 호출선과 다음 행동을 받는 반환선을 분리했다. 첫 모델 판단의 task_retrieve/context_retrieve와 그 조회 결과를 받은 다음 판단의 interaction_retrieve는 서로 다른 차례의 출력 예시다. 추가 조회 결과도 큰 반환 경로로 같은 맥락에 반영되어 모델이 다시 판단한다. 항상 정해진 도구를 정해진 횟수로 호출하는 구조를 뜻하지 않는다. 모호하면 확인 질문으로 현재 반복을 끝내며 실제 답변 이후에만 Task1을 확정한다. 로컬 해석 제어기는 호출과 도구 대응을 관리하고 클라우드 모델이 다음 행동과 전체 의미를 제안한다. B에서 조회 결과는 항목별 해결 상태로 돌아간다. Engine 내부 프레임 / 항목 검사기, 미해결 항목 처리기, 관계 결합기는 기존 Engine 책임을 펼친 코드 Module이며 독립 Component가 아니다. 검사기가 프레임과 부분 결과를 상태에 반영하고 해결 상태를 다시 검사한다. 필요한 항목만 구조화기를 통해 모델에 부분 해석을 요청한다. 자연어 정답을 코드가 추측하거나 전체 모델 판단을 복사하는 경로를 순수 B로 보지 않는다. 위쪽은 Module 협력 구조이고 아래 순서도는 설명용 동작과 분기다.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다음 주제로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요청을 이해하는 중에도 새 입력과 업무 알림은 계속 들어옵니다. 다음으로, 겹친 사건과 여러 처리를 이어가는 실행 구조를 설명하겠습니다.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충분한 typed 근거에서만 A 2호출/B 1호출. B의 추가 해석 또는 A의 cache로 차이가 줄어든다.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S2-01, S2-02, S2-03, S2-05, S3-02, S3-03, S4-01, S6-01,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S2-01: A 4.197초 / B 2.398초. 충분한 typed 근거와 2/1호출 가정이며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전체 의미 결합과 부분 갱신. B: 요청 틀의 표현 범위와 부분 결합.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 후 재판단과 실제 첫 반응. B: 지원 항목의 코드 해결과 추가 해석.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조회와 전체 판단의 반복 경로. B: 항목별 해결과 코드 결합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재판단 token과 폐기 청구. B: 부분 해석 호출과 전체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모델 지침과 검증의 실제 수정. B: 요청 틀과 Engine 규칙의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Context와 조회 buffer의 동시 할당. B: 요청 틀과 해결 상태의 동시 할당.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충분한 typed 근거에서만 A 2호출/B 1호출. B의 추가 해석 또는 A의 cache로 차이가 줄어든다.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S2-01, S2-02, S2-03, S2-05, S3-02, S3-03, S4-01, S6-01,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S2-01: A 4.197초 / B 2.398초. 충분한 typed 근거와 2/1호출 가정이며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전체 의미 결합과 부분 갱신. B: 요청 틀의 표현 범위와 부분 결합.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 후 재판단과 실제 첫 반응. B: 지원 항목의 코드 해결과 추가 해석.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조회와 전체 판단의 반복 경로. B: 항목별 해결과 코드 결합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재판단 token과 폐기 청구. B: 부분 해석 호출과 전체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모델 지침과 검증의 실제 수정. B: 요청 틀과 Engine 규칙의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Context와 조회 buffer의 동시 할당. B: 요청 틀과 해결 상태의 동시 할당.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04-44. VIA 지속 입력과 Task 알림의 후속 실행 구조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https://github.com/cbyche/via-sw-architecture/blob/main/docs/presentations_files/dp-comparison/dp44-comparison.svg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비교 / 미선정 / 미측정. 표는 최신 여섯 ASR의 조건부 영향이며 수치 점수 또는 우열 측정이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다음 주제로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들어온 사건을 처리하는 데 더해, 현재 요청이 가리키는 과거 설명과 업무 결과를 연결해야 합니다. 다음으로, 여러 활동의 과거 맥락을 제공하는 방식을 설명하겠습니다.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양안의 async, 우선순위와 병렬 실행을 허용한다. S5-04의 실제 queue와 Join 경합을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S3-02, S4-01, S4-02, S5-01, S5-02,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S5-04: 전이 6회 A 0.060초 / B 0.050초. 실제 queue와 음성 차례 비용은 별도다.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현재성 검사와 올바른 후속 지시. B: window와 Join의 현재성 검사.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queue와 회수 대기. B: credit와 Stage 및 Join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완료 회수와 다음 실행의 연결. B: Stage 활성화와 publication Join.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호출과 retry 및 폐기 청구. B: 실제 호출과 retry 및 폐기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후속 규칙과 사건 계약의 수정. B: 단계와 Join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진행 상태와 실행 대기열. B: window와 credit 및 envelope copy.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양안의 async, 우선순위와 병렬 실행을 허용한다. S5-04의 실제 queue와 Join 경합을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S3-02, S4-01, S4-02, S5-01, S5-02,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S5-04: 전이 6회 A 0.060초 / B 0.050초. 실제 queue와 음성 차례 비용은 별도다.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현재성 검사와 올바른 후속 지시. B: window와 Join의 현재성 검사.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queue와 회수 대기. B: credit와 Stage 및 Join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완료 회수와 다음 실행의 연결. B: Stage 활성화와 publication Join.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호출과 retry 및 폐기 청구. B: 실제 호출과 retry 및 폐기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후속 규칙과 사건 계약의 수정. B: 단계와 Join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진행 상태와 실행 대기열. B: window와 credit 및 envelope copy.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04-45. VIA 과거 정보의 Request별 구성과 공통 생산 및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https://github.com/cbyche/via-sw-architecture/blob/main/docs/presentations_files/dp-comparison/dp45-comparison.svg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trade-off이며 최종 선정 또는 품질 측정이 아니다. 첫 요청, 반복 R24, 정정 직후와 표현 밖 새 관계를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공식 Reference (본문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https://docs.langchain.com/oss/python/deepagents/retrieval — 현재 질문의 원본 획득 선례. VIA Task/실제 전달/정정 계약 전체 구현 사례 아님.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실행 https://langchain-ai.github.io/langmem/guides/delayed_processing/ — 대기 생산/재예약 선례. thread/지연값/배치를 채택하지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연결 참고 https://docs.mem0.ai/platform/features/graph-memory — 공통 개체 연결 선례이며 typed 정정/대체/실제 전달 관계 구현 증거 아님. cloud/embedding/helper를 도입하지 않는다. 공식 사례는 VIA 성능 우위의 증거가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v3 집중 그림의 Task1 제품 조사 / Task2 견적은 기존 JSON T21/T22의 표시용 별칭이며 제품 결과/견적 결과는 D21 개정 2/D22 개정 1이다. 설명 원문/실제 전달은 E20/P20이며 원문 구간을 바꾸지 않았다. 원본 변경과 현재 Query의 서로 다른 시작점을 그렸으며 별도 순서도는 Architecture Module이 아니다. 여섯 ASR 표는 최신 03-02의 조건별 영향으로 고정 성능 우열이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다음 주제로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연결을 유지하려면 대화·요청·업무·실행의 상태를 각자의 수명에 맞게 관리해야 합니다. 마지막으로, 서로 다른 수명과 상태 관리 책임을 설명하겠습니다.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A의 유효 cache와 부분 갱신을 인정한다. B의 초기/미사용 생산과 backfill도 같은 P21에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S2-02, S2-03, S2-04, S2-05,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과거 처리만 계산: A 3miss $0.00288, cache 1miss $0.00096 / B 4생산 $0.00608. 중복 청구는 제거한다.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원문과 유효 cache의 조건 보존. B: 게시 관계의 coverage와 예외 보존.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최초 조합과 재사용 cache 대기. B: 준비된 조회와 미게시 backfill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첫 사용과 반복 및 갱신 후 조합. B: 조회와 원문검증 및 동기 backfill.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cache miss와 실제 추가 해석 청구. B: 초기와 미사용 갱신 및 철회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조합과 cache의 철회 처리 수정. B: 생산자와 조회자의 철회 처리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 Context와 선택 cache. B: 관계 index와 생산 상태 및 원문.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A의 유효 cache와 부분 갱신을 인정한다. B의 초기/미사용 생산과 backfill도 같은 P21에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S2-02, S2-03, S2-04, S2-05,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과거 처리만 계산: A 3miss $0.00288, cache 1miss $0.00096 / B 4생산 $0.00608. 중복 청구는 제거한다.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원문과 유효 cache의 조건 보존. B: 게시 관계의 coverage와 예외 보존.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최초 조합과 재사용 cache 대기. B: 준비된 조회와 미게시 backfill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첫 사용과 반복 및 갱신 후 조합. B: 조회와 원문검증 및 동기 backfill.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cache miss와 실제 추가 해석 청구. B: 초기와 미사용 갱신 및 철회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조합과 cache의 철회 처리 수정. B: 생산자와 조회자의 철회 처리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 Context와 선택 cache. B: 관계 index와 생산 상태 및 원문.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04-42. 대화와 Task 상태의 소유 및 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https://github.com/cbyche/via-sw-architecture/blob/main/docs/presentations_files/dp-comparison/dp42-comparison.svg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비교 / 미선정 / 미측정. 같은 Conversation/Request/Task/Execution 논리 수명은 양안 공통이다. A는 모듈형 통합 Core이며 State Store 안 트랜잭션 관리자가 검증된 Request 질문 연결+Task 질문 답변+명령 준비를 공동 확정한다. B는 대화와 업무가 독립 상태 권위/실행 수명/State Store scope를 갖고 대화 의도 저장→업무 접수/원본+명령+접수결과 저장→AcceptanceReceipt의 대화 반영을 별도로 확정한다. ACCEPTED는 내부 접수이고 실제 외부 Agent 접수와 실제 사용자 전달은 별도 확인한다. Request Controller의 관계, Task Manager 업무/전송gate, Agent Gateway transmission, Response Manager 실제 전달 원장을 구별한다. 새 대화 처리기 Component나 Voice Runtime Component를 만들지 않는다. Input1/Request1/Task1/Question1/Command1/Publication1은 u2/R2/T1/Q1/K1/P1의 설명용 ID다.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사례는 contracts/dp42-handoff-examples.json, 프로토콜 본문 §4.2다. B hold 요청 시각과 업무 gate의 적용 ACK 시각은 다르며 CAS가 먼저면 DISPATCHING/UNKNOWN과 실제 외부 상태 확인을 보존한다. hold가 먼저면 PENDING 명령을 차단하고 현재 의미 reconciliation 뒤 선택적 release한다. control_session/sequence/gate revision과 command ID+immutable payload, 늦은 ACK/유실/재시작을 구별한다. 모델/네트워크 호출은 transaction 밖이고 API 내부 접수로 외부 exactly-once를 보증하지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비용은 같은 의미 판단을 고정하면 코드 인계가 추가 LLM 호출이 아니다. B 정상 사용 자동 정확성·응답성·변경 우위는 없다. 독립 업무 수명/저장 계약 변경 조건의 이익과 왕복/pending/heap/복구 비용을 같이 본다. 로컬 VIA/VAD/원본과 클라우드 음성·의미 의존성은 공통이다. 전체 MAIN과 집중 scene은 별도 source이며 기존 전체 그림을 대체하지 않는다. 문서/고정 예시 검사는 구현·모델·품질 측정의 증명이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v3 위쪽 Conversation1/Request1/Task1/Execution1 막대는 양안의 공통 논리 수명이며 길이는 측정값이 아니다. 가운데 큰 살구색 실선/점선은 실행과 저장 확정의 경계이며 새 Component가 아니다. 아래 A의 두 owner 변경은 한 번에 확정하거나 모두 미반영된다. B는 의도 저장, Task 접수 저장, 대화 receipt 반영의 세 로컬 사실이다. Task 접수 후 외부 전송은 대화 receipt 반영을 기다리지 않고 가능하며 외부 Agent 접수/사용자 전달은 별도 확인한다. 7은 고정 Question1의 예상 질문 개정이며 형식 버전이 아니다. 여섯 ASR 표는 최신 03-02의 조건별 구조 영향이다.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독립 process만으로 정확성이나 모델 비용 이익을 부여하지 않는다. 정상 접수와 경합을 함께 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S6-04, S4-03, S5-01, S6-02, S5-03,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S6-04: 확정/접수 A 0.010초 / B 0.025초. 모델과 외부 접수는 공통이며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의미와 접수 및 현재성 검사. B: 동일 검사와 receipt의 올바른 반영.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commit과 대화 반영 대기. B: 독립 접수와 receipt 반영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관련 상태의 공동 확정 경로. B: 인계와 reconciliation의 전체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코드 저장 외 실제 모델 청구. B: IPC 외 실제 모델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상태 계약의 실제 수정. B: 독립 인계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통합 실행체의 상태와 대기열. B: 추가 process와 receipt 상태.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독립 process만으로 정확성이나 모델 비용 이익을 부여하지 않는다. 정상 접수와 경합을 함께 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S6-04, S4-03, S5-01, S6-02, S5-03,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S6-04: 확정/접수 A 0.010초 / B 0.025초. 모델과 외부 접수는 공통이며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의미와 접수 및 현재성 검사. B: 동일 검사와 receipt의 올바른 반영.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commit과 대화 반영 대기. B: 독립 접수와 receipt 반영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관련 상태의 공동 확정 경로. B: 인계와 reconciliation의 전체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코드 저장 외 실제 모델 청구. B: IPC 외 실제 모델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상태 계약의 실제 수정. B: 독립 인계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통합 실행체의 상태와 대기열. B: 추가 process와 receipt 상태.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관련 동향 편집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PC 업무 수행 Agent의 발전과 음성 사용자 접점 경쟁, 삼성 VIA의 역할을 연결하는 구성. 삼성 및 외부 Downstream Agent의 업무 실행 능력 활용. VIA의 책임은 사용자와의 대화 및 인터페이스, 대화와 업무의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Mordor Intelligence, Voice Assistant Application Market. 2026 추정 USD 9.02 billion, 2031 전망 USD 18.36 billion, CAGR 15.27%. 2026-08-05 갱신. 전 산업의 음성 비서 애플리케이션 소프트웨어와 관련 서비스 기준. 하드웨어 제외. PC 전용 시장이나 삼성 매출 전망으로 해석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https://www.mordorintelligence.com/industry-reports/voice-assistant-application-market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기업 사례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Google Gemini Live: 2025-08-20. 카메라/화면과 음성 대화, Calendar/Keep/Tasks 연동. 기능과 지역별 제공 차이 존재.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https://blog.google/products-and-platforms/products/gemini/gemini-live-updates-august-2025/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Amazon Alexa+: 2026-09-01 갱신. 미국 제공, 자연어 대화와 개인화된 서비스 실행.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https://www.aboutamazon.com/news/devices/alexa-plus-available-free-prime-members-us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Apple Siri AI: 2026-09-14. 개인 맥락, 화면 이해와 앱 동작. 출시 시 영어 베타, 지역/언어별 단계적 제공.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https://www.apple.com/newsroom/2026/09/siri-ai-a-profoundly-more-capable-and-personal-assistant-is-here/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GPT-6 Astra: 기존 v8의 공개 시연 GIF 보존. 공개 시연상의 음성 수정과 후속 작업 연결. 일반 서비스의 전 지역 상용 제공 주장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https://www.linkedin.com/posts/this-gpt-6-astra-ugcPost-7501364077496221696-H8XE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GIF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Anthropic Claude Cowork built-in browser 공개 시연. 2026-08-26. 기존 GIF 바이트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https://claude.com/resources/articles/cowork-built-in-browser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https://www.youtube.com/watch?v=63GVebZvqok</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시연: v8의 128프레임 GIF 보존. 원본 영상 17~41초 발췌, 1.5배속 무음.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CTO 메시지 출처와 구분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사용자가 제공한 윤장현 사장(CTO), 2026.06 발언 문구를 그대로 인용. 공개 검증된 기사 발언으로 표현하지 않음. 직책 확인 보조 자료는 삼성 뉴스룸의 2025-11-21 사장단 인사이며, 해당 기사에 이 발언은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https://news.samsung.com/kr/473579-2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확인일: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범위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음성 기반 상호작용 소프트웨어라는 점에서 이 시장과 관련. 다만 보고서는 PC 전용 VIA 시장을 별도로 산정하지 않으며, 자동차, 고객상담 등 여러 산업의 음성 비서 소프트웨어와 관련 서비스를 포함. 따라서 상위 관련 시장의 성장 방향을 보여주는 근거로 사용. PC용 VIA의 직접 TAM/SAM이나 삼성의 확보 가능한 매출 규모로 해석 불가. 보고서 수치와 포함 관계를 근거로 한 분류 판단이며 조사사의 VIA 제품 분류 결과가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날짜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공식 발표일 2026-09-03을 시연 캡션에 명시. 영상 촬영일을 뜻하지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https://help.openai.com/en/articles/6825453-chatgpt-release-notes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September 3, 2026: Introducing GPT-6 Astra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https://www.youtube.com/watch?v=1QNsdr-Qx_I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시연 GIF의 원본 바이트와 발췌 조건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⑤는 정상적인 Voice 종료와 Text 전환이다. 기존 Task의 검증된 상태를 확인하는 예이며 재시작 또는 장애 복구 성공의 증거는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1: VIA의 책임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docs/architecture/01-system-mission-and-boundary.md §1.1~1.2, docs/architecture/05-representative-use-cases.md UC-03/05/06/08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 기능 요구사항 및 제약사항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docs/presentations_files/functional-requirements-and-constraints.md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FR1 지속 대화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요청을 처리하거나 응답하는 동안에도 사용자의 음성 또는 텍스트 입력을 받아 대화를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FR2 맥락 기반 요청 해석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 자료와 대화 맥락을 이용해 사용자 입력을 목표, 대상, 조건과 관련 업무가 식별된 요청으로 해석할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FR3 복합 요청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한 입력에 포함된 여러 요청을 사용자가 명시한 순서, 조건과 결과 의존 관계에 따라 처리할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FR4 다중 업무 상호작용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여러 업무의 질문, 진행 상황, 결과와 사용자 후속 지시를 각각 해당 업무에 연결할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FR5 업무 연속성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연결 종료, 대화 전환 또는 VIA 재시작 이후에도 기존 업무를 중복 실행 없이 확인 가능한 상태로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FR6 과거 맥락 활용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이전 대화의 정정 내용, 업무 결과와 허용된 사용자 기억을 현재 요청에 필요한 맥락으로 활용할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C1 음성과 의미 모델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VIA와 VAD는 사용자 PC에서 실행하고, 음성과 의미 해석은 별도 클라우드 모델을 Model Access를 통해 사용해야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C2 업무 실행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실제 업무 수행에 필요한 도메인 추론, 계획, 도구 선택과 실행은 Downstream Agent에 위임해야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설계 문서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[04-41 요청 의미 해결](../architecture/12-decisions/decision-packages/04-41-request-resolution-control.md)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[04-42 대화와 업무의 수명](../architecture/12-decisions/decision-packages/04-42-lifecycle-ownership.md)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[04-44 지속 대화 실행](../architecture/12-decisions/decision-packages/04-44-continuous-interaction.md)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[04-45 기억과 Context](../architecture/12-decisions/decision-packages/04-45-memory-and-context.md)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사용자의 의도와 확인된 사실에 맞게 요청을 처리하는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필수 정답 조건 충족률(%) = P21의 21개 × 5회 × C1~C6, 630조건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98% 이상, 정답 618/630 이상</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조건 오류 50개당 1개 이내. 전체 시나리오/상황군/조건 유형 ≥95%, 필수 위반 0건. 재사용·동시 부하·최종 tail도 채점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3.1 정의와 평가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 사례 선정과 QA 대응표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3.2.1 선정 근거, 중복과 누락 검토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 | 사례 수 | 해당 수의 근거 / 기존 검토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 지칭/근거 연결 | 5 | 현재 복수 지칭, 교차원본/예외, 과거version, 유효 재사용, 새 원본 첫 사용은 서로 다른 조회/생산/검증 비용. 41/45 민감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 복합 관계 | 3 | 독립/결과 의존/조건 변경은 실행 의존성이 서로 달라 병합하지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 정정/제어 | 3 | 부분 정정, local stop, 특정 취소의 효과/종료가 서로 달라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 Agent 사건 | 4 | 질문 철회, 결과 역전/중복, Voice 재연결, 입력과4사건 집중 도착은 서로 다른 상태/queue/window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 확인/판단 유보 | 4 | 모호한 요청, 철회/미제시 답변, 접근 거부, 정상 유효 답변을 분리. 특히42의 정상 접수 비용 대 경합을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합계 | **21** | 균등 배치나 제품 빈도 가중이 아니라 메커니즘/오류 경로의 포괄로 선택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주제 | 선정 근거 / DP 경로 | QA-02 시작 → 유효 반응 | QA-03 완료 / 제외 이유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제한된 정보 조회 | 단순 직접/위임의 공통 기준 경로; DP-41/42/44; CONTROL | 발화 종료 → D1의 정확한 날짜 답변 전달 | D1 마감일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3.2.2 초기 상황, 입력, 사건과 정답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“D1에 적힌 마감일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목표=지정 문서의 마감일 조회. VIA Core 직접 응답 또는 Agent의 한정 조회 위임 중 하나를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D1@v1을 사용하며 마감일=2026-10-15. 담당자나 다른 날짜를 마감일로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조회의 New Task에 연결한다. T보호 연결/수정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조회 범위=D1의 마감일. 문서 수정/새 조사/일정 생성으로 확장하지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직접 경로는 조회/응답만, 위임 경로는 동일 목표의 외부 접수/결과 반영만 발생한다.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“올해 3분기 매출 보고서를 표 형식으로 작성해줘.”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목표=2026년 3분기 매출 보고서 작성, 처리=Agent 위임. 단순 매출 조회 답변으로 완료를 대신하지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자료=Sales2026Q3@v1, 월 범위=7~9월. 다른 연도/분기 자료 추가나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New Task에 이 보고서 요청/외부 실행을 연결한다. T보호와 별개이며 중복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연도=2026, 분기=3, 형식=표가 실제 인계에 모두 남는다. Agent의 표 디자인/분석 품질은 채점하지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보고서 작성의 고유 외부 효과=1회 접수. 상태=외부 접수됨/진행 예정 또는 진행 중이며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사실=“올해 3분기 매출 보고서를 표로 작성하도록 맡겼고 접수됐다”. 완료/보고서 생성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“이 표와 저 표를 비교해줘.” 첫 “이 표” span=0.4~0.8초, “저 표” span=1.1~1.5초.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목표=발화에서 지정한 두 표 비교. 현재 화면 C 설명으로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첫 지칭=A@v1/300억원, 둘째=B@v1/240억원. C나 대상 순서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비교의 New Task. 기존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비교의 기간=2026년 3분기, 대상 집합={A,B}, 역할=첫 A/둘째 B. 화면 이동을 대상 정정으로 해석하지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올바른 A/B 비교 답변 또는 같은 근거를 보존한 위임/결과 반영. 화면 표/외부 자료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“아까 들은 기준과 두 업무 결과로 새 제안서를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제안서 작성의 Agent 위임. 과거 비교/견적 업무의 추가 수정으로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근거=실제로 들은 E1의 첫 두 문장, 현재 D2@v2와 D3@v1. D2@v1/미재생 문장을 들은 기준으로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“그때 보여준 값으로 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목표=과거 표시 값에 기반한 새 표 작성 위임.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P1→D1@v1→기준값 100의 연결이 실제 처리에 사용된다. 현재 v2/120으로 치환하면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표 작성은 New Task. T원본 완료 상태/결과는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입력 데이터/시점=과거 표시된 v1의 100, 산출물=표. 최신 값으로 갱신하라는 조건을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100과 과거 참조를 사용한 표 작성의 고유 접수=1회. v2를 쓰는 인계/이전 업무 수정=0.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사실=“당시 보여준 100으로 표 작성을 맡겼다”. 120/최신 값 사용 또는 작성 완료 주장은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“같은 평가 기준, 제품 비교와 견적으로 새 제안서 하나 더 만들어줘. 메일은 보내지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목표=동일 근거로 별도의 새 제안서 작성, Agent 위임. 이전 제안서 수정이나 메일 발송으로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E1의 실제 전달 범위와 D2@v2/D3@v1, 가격 제외를 사용. cache/관계 hit도 원본/권한 검사 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두 번째 새 Task/Execution에 연결. 첫 제안서 Task와 무관 T보호 유지. 재사용을 중복 전송 재시도로 오인하지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기준/비교/견적 역할과 가격 제외 보존. 메일 발송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별도 새 작성 접수 한 번, 결과=ProposalRepeat@v1. 첫 제안서 변경/메일 SEND=0.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id="s2-05"&gt;&lt;/a&gt;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“전에 들은 기준과 방금 도착한 제품 비교, 견적으로 제안서 만들어줘. 가격은 평가하지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근거 기반 제안서 작성 위임. 아직 준비되지 않은 자료를 이미 준비됐다고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E새의 납기 2주/가격 제외와 두 새 원본 v1. 기존 S2-02 관계로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이번 새 제안서 Task/Execution, 이전 제안서와 T보호에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납기 기준/가격 제외와 비교·견적의 역할 보존. 견적 금액의 존재와 가격 평가 제외를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실제 근거/접수와 최종 결과를 전달. backfill/지원 한계로 완료 못하면 해당 조건 실패와 시간 누락을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 요약해주고, 내일 일정도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 두 개=D1의 한정 요약과 10월 13일 일정 조회. 각각 Core 직접 처리/Agent 위임을 허용하며 둘 중 하나를 누락하면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마감일/담당자와 Cal13@v1의 팀 회의. 다른 날짜/문서/일정 추가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 요약의 10월 15일/민수와 내일 09:00 팀 회의. 두 결과의 대상을 구별하며 두 목표 모두 실제 전달한다.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“D1을 요약한 다음, 그 요약을 민수에게 메일로 보내줘.”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D1 요약과 그 요약의 민수 메일 전송. 요약만 답하거나 원문 메일로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 민수 주소, 현재 요청의 실제 요약 산출물 K현재@v1. R옛/K옛@v0 또는 다른 요약 사용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“금요일 3시가 비어 있으면 회의 잡고, 아니면 가능한 시간만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목표=유효한 일정 상태에 따른 생성/대체 시간 안내. 이번 정답 분기=BUSY의 안내만.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Cal16@v2, 금요일 15:00~16:00 BUSY, 대체 16:00~17:00. 과거 FREE를 현재 사실로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일정 요청과 조건/결과를 연결하며 무관 Task 수정 없음. 직접 조건 조회/Agent 조건 위임의 논리적 관계를 보존한다.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“보고서는 표로 바꾸고 메일은 그대로.”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보고서 형식 정정 및 메일 지시 유지. 새 보고서 목표/새 조사로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보고서 대상=D1@v1, 메일 대상=D메일@v1/민수. 원본/version/수신자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변경은 T보고서/X보고서에 연결. T메일/X메일은 그대로 보존하고 중복 Task/Execution을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변경=보고서 형식 표, 보존=2026년 3분기/자료/메일의 기존 대상/수신자/지시. 원래 문장 형식 재채택/메일 취소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사실=“보고서 형식 변경이 접수됐고 메일 지시는 유지된다”. 보고서 변경 완료나 메일 취소/재발송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그 수치부터 설명해줘.”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음성 중단과 방금 들은 150억원의 설명. Agent 업무 취소로 해석하면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지칭 수치=150억원/2026년 3분기 매출, 근거=D매출@v1. 미재생 20%를 “방금 들은 수치”로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같은 Conversation의 후속 설명이며 T보고서 실행은 유지. 취소 명령/새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설명 범위=150억원의 기간/의미/근거. 20%를 보조 설명으로 새로 말하는 것은 허용하지만 이미 들었다고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“메일 업무만 취소해줘.”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목표=메일 업무만 취소. 음성 중단/두 업무 전체 취소로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취소 대상=T메일/X메일 및 현재 취소/원래 접수 사실. 보고서 실행이나 다른 메일을 선택하면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취소를 T메일/X메일에만 연결하고 T보고서/X보고서 유지. 새 메일 Task/실행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취소 범위=메일 업무. 접수는 종료와 다르고 기존 보고서/원래 메일 자료와 수신자는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사용자 발화 없음. Agent 질문은 아래 원문으로 제공한다. 이 사례에서는 사용자가 답변하지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목표=각 Agent 질문을 VIA interaction에 연결하고 철회된 질문을 현재 답변 대상으로 사용하지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원천=Q보고서@v1/기간/철회 사실, Q메일@v1/수신자/유효 사실. 원천 질문 내용을 서로 교체하지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기간 질문→T보고서/X보고서, 수신자 질문→T메일/X메일. 최종 유효 질문 focus는 Q메일을 가리키며 Task 연결이 섞이지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사용자 발화 없음. 결과 사건은 아래 순서로 제공한다.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목표=두 현재 업무 결과의 수신/안내. 다시 보고서 작성/메일 전송을 시작하지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메일=D메일결과@v1, 보고서=D보고서결과@v2. 오래된 문장 보고서를 현재 결과로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결과를 원래 Task/Execution/Conversation에 연결하며 도착 순서로 업무를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결과 역할/요청 revision 유지. 중복 Email1과 request@v1의 stale 보고서는 새 완료/현행 결과로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발화 없음. 결과 Text의 실제 표시 receipt 뒤 1초에 새 Voice로 연결해 “방금 도착한 보고서 결과 알려줘.”라고 2초 동안 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목표=음성 OFF 중 결과 유지/표시와 재연결 후 기존 결과 안내. 새 작성 업무로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확인된 D보고서결과@v1/2026년 3분기 표 보고서. 다른 결과/옛 version 사용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C현재와 T보고서/X보고서를 유지하며 V이전/V새를 새 Task/Conversation identity로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Voice OFF이면 Text 전달, 다시 요청하면 같은 결과 안내. 음성 해제로 업무를 취소하거나 자동 재실행하지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보고서는 표로 바꾸고 메일은 그대로 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보고서 표 형식 정정과 기존 음성 중단, 네 외부 사건 처리. 무관 업무 취소/임의 질문 답변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정정은 T보고서, 메일 유지. 네 사건은 각 Task/Execution/질문에 연결. T보호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목표=대상/내용 확인, 답변 뒤 목표=기존 3분기 보고서 형식 변경. 확인 없이 가장 최근/임의 업무를 확정하면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답변이 지정한 T3분기의 SalesQ3@v1과 기존 자료/결과. 4분기 자료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답변은 원래 수정 요청/실제 제시 질문과 T3분기/X3분기에 연결. T4분기/X4분기 유지. 새 보고서 Task 생성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변경=3분기 보고서 형식 표, 보존=2026년 3분기/자료/4분기 지시. 질문 문장 자체는 일치 불필요.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답변 전 외부 변경=0. 답변 뒤 고유 UPDATE 접수=1회이며 대상=T3분기. 4분기 변경=0. 접수만 있고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Q1@v1의 철회, Q1@v2의 목적/실제 제시 receipt, 현재 권한과 민수 주소. Q2를 “응”의 대상으로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재확인/후속 답변→현재 Q1@v2와 T메일/X메일. Q2/다른 Task에 답변이나 승인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동의 범위=민수 연락처 조회 및 이 메일 업무에 주소 제공. SEND/다른 연락처/다른 목적의 제공으로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“D1의 계약 금액을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목표=접근 불가 안내/유보. 확인되지 않은 금액 답변/조사 성공으로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존재/접근 거부 사실만 사용. 비공개 500이나 다른 문서 금액을 답의 근거로 사용하면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원래 D1 문의에 연결. 금액 조회 우회용 새 Agent 업무나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금지 content read/외부 제공/업무 Action 효과=0. 조회 요청의 ACCESS_DENIED 자체는 정상이며 정확한 유보로 처리한다.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“응, 상반기로 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유효 기간 질문의 답변 처리. 새 보고서 작성/새 승인 요청으로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실제 제시 Q기간@v7, SalesH1@v1과 2026년1~6월. 과거 철회 질문/다른 분기와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답변을 Q기간/T보고서/X보고서에 연결. T메일/T보호 무변경.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기간만 상반기로 확정하고 나머지 조건 유지. 정보 동의나 메일 SEND 승인으로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답변 접수/전달 한 번, 질문=답변됨/기간=상반기. 외부 미접수를 접수로 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“보고서 기간을 2026년 상반기로 답변했고 접수됐다”를 실제 전달. 보고서 작성 완료라고 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3.2.3 단일 반복과 분모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시나리오:21×5=105회, 정확성 조건:105×6=630개.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상황군의 조건 분모:S1=60, S2=150, S3=90, S4=90, S5=120, S6=120.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 유형 C 각각105개. 후속 답변/Agent4사건을 별도 시나리오로 쪼개 정확성 분모를 늘리지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재사용/집중 도착과 final tail 모두 같은6조건으로 채점. 원천 준비/유휴 tick은 신규 사용자 시나리오가 아니며 원장/필수 위반 검사에 포함.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 공통 정답 조건과 판별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3.3.1 재사용할 정답 조건 유형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유형 | 정답으로 기술할 사실 | 대표 판정 예시와 관측 경계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조건을 작성하는 공통 규칙</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모든 항목의 통과/실패 판정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3.4 측정 지표와 목표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3.5 차이 인정과 관찰 절차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3.6 DP별 중요한 경로와 대등한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 활성화 사례 / 수치 관측 | 강한 반대안과 차이가 줄어드는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유효 반응시간(초) = 전 21개 사례의 지정 반응 27개 × 5회, 135관측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 모든 local stop 0.1초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H20 속도 benchmark: https://qwen.readthedocs.io/en/latest/getting_started/speed_benchmark.html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VIA 귀속 사이클 시간(초) = 사용자 목표가 있는 19개 × 5회, 95관측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의미6 + 연결1 + 전달1 + 재검증2초의 작성자 예산. 15초 이내 ≥95%, 미전달 0건. Agent 발신 두 사례는 QA-02에 적용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사용자 활동을 처리하는 동안 VIA의 음성/의미 모델 사용에 드는 금액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P21 1묶음 평균 총 모델 비용(USD/P21) = 동일 활동 5회 총액의 평균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$0.50/P21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Alibaba Qwen Instruct-2507 공식 단가: https://docs.modelstudio.console.alibabacloud.com/en/model-studio/qwen3-30b-a3b-instruct-2507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GPT Realtime 공식 단가: https://developers.openai.com/api/docs/models/gpt-realtime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Realtime 청구: https://developers.openai.com/api/docs/guides/voice-latency-cost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5.2 같은 활동의 사용량과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5.3 목표값과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P21 기준 계산 | USD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의미62호출, 입력124,000/출력12,400 token | 0.034720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신규 audio 입력50초/출력예산179초 | 0.245120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청구 Text/context 입력10,000/출력2,000 token | 0.072000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신규 audio·청구 Text를 포함한 기본 소계 | **0.351840**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이력 audio 재입력/추가생산/재시도 여유 | **0.148160**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목표 | **0.50/P21**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5.4 수치 차이와 민감도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모델/Agent/정보원/기능 계약의 변화를 다른 사용자 기능을 유지하면서 수용하는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변경 기능 책임 단위 수(개/과제) = 6개 변경의 고유 수정 책임 수 합/6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과제별5개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adapter/생산/소비 약3개 책임에 일상 변경을 국소화. 동일 U01~18 registry와 기존 기능/권한/P21 회귀 유지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**관리 ID: ASR-QA-05 —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```text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u_j = 과제 M-j에서 실제로 수정해야 하는 고유 책임 단위 ID의 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 (u_1 + ... + u_6) / 6, 낮을수록 좋음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6.2 공통 변경 책임 registry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 수정 여부를 검사하는 책임 | 실제 owner/경로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U01 | 자연어 의미 생산 prompt/해석 규칙 | Request Interpreter의 A 모델 제어 또는 B frame/부분 해석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U02 | 유한 표현의 dispatch/항목 해결/코드 결합 | 41B Request Resolution Engine. A에 같은 코드 책임이 없으면 변경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U03 | 의미/frame/조건 표현의 공통 검증 계약 | Request Interpreter의 공통 의미 제안 검증기와 해당 schema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U04 | 요청 채택/질문 focus/입력 hold 규칙 | Request Controller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U05 | 입력/전달 시각과 실제 재생 제어 | Interaction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U06 | 응답 내용/게시/실제 전달 원장 | Response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U07 | Task/Execution/업무 명령/질문 현재성 | Task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U08 | 중앙 continuation 또는 Stage/window 흐름 | Request Controller의 44A/B 진행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U09 | 근거 source adapter와 정규 원본 port | Context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U10 | 요청별 원본 조합/검색/cache 의미 | 45A Context Composer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U11 | 공통 과거 관계 생산/coverage/무효화 | 45B Memory Publisher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U12 | 게시 관계 조회/부분 범위 보완 | 45B Evidence Reader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U13 | 대화↔업무 명령/접수/반영 계약 | 42A 내부 공동 확정 또는 42B 독립 hand-off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U14 | 저장 schema/이행/복원 | State Store와 해당 논리 owner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U15 | cloud provider wire/usage/중단 adapter | Model Access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U16 | 외부 Agent protocol/capability adapter | Agent Gateway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U17 | 허용/동의/삭제 정책의 판정 | Policy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U18 | 삭제/정정의 소비자 파생물 처리 계약 | 해당 cache/게시/Context owner. 동일 U10~12 내부 수정이면 그 단위만 세고 U18 중복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6.3 여섯 변경 과제의 입력과 완료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과제 | 고정한 변경 요구 | 완료 판별과 필수 회귀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6.4 목표와 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6.5 수행 절차와 DP 영향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U01~18 각각에 `CHANGED 또는 UNCHANGED, 이유, 변경 전/후 계약, patch/evidence_ref`를 채운다. 비참여 단위도 공란 대신 동일 계약 유지 이유를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여섯 변경 집합/개수와 평균, 최대값을 보고한다. 변경량과 별도로 이행/배포/검증 부담을 서술한다.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추가 기능 회귀: 명시적 선호 등록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“앞으로 비교 결과는 표로 보여주는 걸 선호한다고 기억해줘.”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저장 뒤 공통 User Memory 조회 port로 사용자/적용 범위/값을 확인한다. 외부 Agent 사건이나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목표=지속적인 비교 결과 형식 선호 등록. 일회성 표 응답이나 외부 문서 작성으로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근거=이번 발화. 선호의 대상=비교 결과, 형식=표. 다른 사용자의 Memory를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사용자/설정 관리에 연결. 새 외부 업무나 T보호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지속 범위=이 사용자의 향후 비교 결과. 모든 답변을 표로 제한하거나 M언어를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공통 조회에서 비교 결과 형식 선호=표가 확인된다. 중복/다른 선호 변경과 외부 Action=0.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사실=“비교 결과는 표로 보여주는 선호를 기억했다”. 모든 답변/다른 사용자에 적용했다고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활동과 동시 부하에서 VIA가 로컬 PC에 할당해 유지하는 메모리의 최대량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최대 전체 commit 메모리(MiB) = 동일 P21 5회 중 전체 process/고유 공유 allocation 동시 합 최대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4,096MiB(4GiB)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32GB급 Windows PC의 OS8/업무앱16/VIA4/여유4GiB 계획. 공통 allocation1792 + 추가여유2304MiB, 실제 RAM residency와 구별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Samsung NP960UJH-XG3IN 공식 사양: https://www.samsung.com/in/computers/galaxy-book/galaxy-book6-ultra-ultra-7-32gb-1tb-np960ujh-xg3in/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Microsoft PrivateUsage/commit 정의: https://learn.microsoft.com/en-us/windows/win32/api/psapi/ns-psapi-process_memory_counters_ex</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7.1 정의와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7.2 공통 사용량과 단일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7.3 목표값과 장치/과제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설명용 동시 할당 예산 | MiB | 포함할 것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UI/Core/runtime 기본 | 512 | process heap/언어 runtime/화면 UI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capture/전달 buffer | 512 | 같은 원본 보관/복사/전사/audio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원문 Context/cache | 256 | source 발췌/현재/준비된 과거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Task/요청/전달 상태 | 128 | 활성 상태와 pending 질문/receipt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DB/cache/영속 읽기 buffer | 128 | 디스크 DB bytes와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cloud call 임시 상태 | 64 | 최대 4호출 × 16MiB의 가정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queue/직렬화/동시 burst | 128 | 제한 inbox/outbox/결과 copy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VAD/연동 helper 여유 | 64 | 실제 learned helper weights 있으면 그 안에 계상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기본 합계 | **1,792** | 위 항목들의 동시 상한 예시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추가 상태/큰 Context/변동 여유 | **2,304** | 4,096에서 남는 예산. 실제 측정값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7.4 차이 기준과 자원 판정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설계 Overview: VIA 공통 책임과 41 → 44 → 45 → 42의 주요 비교 위치</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사용자 제공 VIA overall architecture(1000001540.jpg)의 경계, 영역, Component 이름과 배치를 편집 가능한 도형으로 재구성했다. NOS 레퍼런스(1000001497.png)의 품질 목표, DP 목록, 색상 점선과 반복 번호 표기 방식을 따른다.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https://github.com/cbyche/via-sw-architecture/blob/main/docs/architecture/12-decisions/decision-packages/04-40-common-execution-contract.md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https://github.com/cbyche/via-sw-architecture/blob/main/docs/architecture/12-decisions/decision-packages/03-02-quality-attribute-definitions.md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https://github.com/cbyche/via-sw-architecture/blob/main/docs/architecture/12-decisions/target-architecture/architecture.md#4-component와-상태-소유권</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04-41: https://github.com/cbyche/via-sw-architecture/blob/main/docs/architecture/12-decisions/decision-packages/04-41-request-resolution-control.md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04-42: https://github.com/cbyche/via-sw-architecture/blob/main/docs/architecture/12-decisions/decision-packages/04-42-lifecycle-ownership.md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04-44: https://github.com/cbyche/via-sw-architecture/blob/main/docs/architecture/12-decisions/decision-packages/04-44-continuous-interaction.md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04-45: https://github.com/cbyche/via-sw-architecture/blob/main/docs/architecture/12-decisions/decision-packages/04-45-memory-and-context.md</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2026-10-13 v8 구성: 41은 사용자 주제 선정으로 주요 비교에서 제외하고 이전 자료를 Appendix로 보존한다. 44·45·42의 기존 A/B 기제 및 QA 정의/목표/평가 상태는 유지한다. 화면·음성 지칭은 DP 번호와 A/B가 미정인 문제 탐색이다. 이 발표 편집은 새 구현, 모델 실행, 측정 또는 최종 선정의 승인이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사용자는 실행 ID나 자료 경로를 지정하지 않는다. 화면 지칭, 이전 대화와 진행 업무를 섞어 말하고 일부만 정정한다. 표 대상과 보고서 업무 연결은 해석의 결과이며 입력에 정답으로 제공하지 않는다. “두 번째 표만”은 대상 범위의 정정이고 메일 발송 금지는 보존한다. VIA는 입력과 근거를 연결하고 요청·정정·기존 제약을 정리한다. 보고서 작성의 도메인 추론, 계획, 도구 선택과 실제 실행은 Downstream Agent 책임이다. 이 공통 요구 장면은 주요 DP에서 제외한 41을 복원하지 않는다. 44의 사건 연결, 45의 과거 맥락, 42의 서로 다른 수명과 새 화면·음성 지칭 문제로 이어진다.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대화 연속성과 관계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발화, 끼어들기와 정정, Downstream Agent의 질문과 결과가 시간상 겹치는 조건. 질문과 결과가 도착하더라도 사용자 입력을 계속 수용하고 적절한 응답 시점을 결정할 필요. 아래 관계도는 대화, 요청, 질문, 업무, Agent 실행을 연결하는 정보 관계의 축약 표현. 단일 요청과 질문의 엄격한 소유 관계나 일대일 카디널리티, 처리 순서, 프로세스 분리를 규정하지 않음. FR1과 FR4, DP44와 DP42의 공통 문제 배경.</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요청의 맥락 이해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발화 내용과 정정, 발화 당시 화면의 활성 창과 포인터 및 클릭과 선택 범위, 과거 대화와 업무 결과가 입력 근거. 현재 요청에 관련된 근거를 사용해 대상, 조건, 관련 업무와 정정 범위를 이해할 필요. 화면과 발화의 시간상 근접만으로 의도 확정 불가. 모든 앱에서 객체나 선택 범위의 완전한 수집을 보장하는 그림이 아님. FR2와 FR3, DP47와 DP45의 공통 문제 배경.</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지속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지속적인 대화와 맥락 처리는 모델 사용 비용, 화면 기록과 대화 및 업무 상태는 PC 메모리 사용, 모델과 Agent의 기능 및 규격 변화는 수정과 재검증 부담의 원인. 비용과 메모리의 수치 목표, 특정 모델 배치, 저장 방식이나 분리 구조를 선택하는 내용이 아님. 필요한 정확도와 응답성을 유지하면서 운영 부담과 변경 범위의 관리 필요.</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문서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docs/architecture/12-decisions/decision-packages/03-03-qa-dp-evaluation-plan.md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기능 요구사항은 사용자 합의 FR1~4 기준. 품질 목표와 설계 대안의 최종 선정은 별도 검토 대상.</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간단한 전체 흐름을 먼저 설명한 뒤 요구사항, QA와 상세 Component 지도 순서로 확대한다. local VAD는 음성 인식 모델이 아니다. Context와 Task는 Component 이름이 아니라 데이터/개념이다. 클라우드 모델 서비스가 영속 업무 상태의 유일 원본이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근거는 docs/architecture/03-fixed-architecture-scope.md, 05-representative-use-cases.md, 04-40 공통 계약과 03-02 여섯 품질 정의다. 요구 수집 인터뷰를 수행했다는 주장을 추가하지 않는다. 원래 기능/제약과 DP 직접 영향 매핑은 다음 원본 슬라이드에 그대로 유지된다.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QA-02는 135관측, QA-03은 95사이클의 기존 정의를 유지한다. 10초 목표를 외부 보고서 작성 완료 보장으로 설명하지 않는다. 병렬 구간의 중복 합산을 피하는 기존 귀속 계약과 보호 조건은 appendix 원본 metric에 남아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기존 FR/C → DP 직접 영향 표를 유지하며 앞의 필요성, 고정 QA와 실제 구조 질문을 연결한다. 상호작용 응답/처리/비용/메모리의 직접 경로를 숨기지 않는다. 42의 서비스 분리가 자동 정확성/변경 우위라는 주장으로 사용하지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2026-10-13 v8 구성: 41은 사용자 주제 선정으로 주요 비교에서 제외하고 이전 자료를 Appendix로 보존한다. 44·45·42의 기존 A/B 기제 및 QA 정의/목표/평가 상태는 유지한다. 화면·음성 지칭은 DP 번호와 A/B가 미정인 문제 탐색이다. 이 발표 편집은 새 구현, 모델 실행, 측정 또는 최종 선정의 승인이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22장의 구조/흐름/schema는 appendix에 보존한다. 이 본문은 실제 다른 실행 책임과 반환 상태를 확대했다. A 모델이 다음 조회/전체 의미를 결정하고 B Engine 코드가 항목 상태로 조회/부분 해석/전체 결합을 결정한다. B는 한 번 호출 보장이 아니다. 전체 QA는 평가 전. A/B 메모리는 공통 계약 예산 1792/1760MiB이다.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B의 Request Interpreter 출력이 바로 게시되는 것이 아니다. 의미 제안은 Input Resolution Stage/Request Controller에서 채택하고, 채택 의미 또는 Task Notice Stage의 유효 Notice를 입력으로 Response Composer가 후보를 생산한다. 이후 입력/알림/전달 조건과 Join한다. 중앙 완료 회수와 단계별 진행이 핵심 대비다. 실제 표시/재생 원장을 생성 완료와 구별한다. 지역 0.060/0.050초는 appendix 계산 가정이며 전체 QA-02 실측 차이가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 current Query 수명의 구성 책임과 B 공통 관계 생산/Repository/Coverage 유지 및 독립 현재 Reader가 다르다. 원본 owner는 그대로다. 예외 문구와 결과 참조 일부만 생산하는 PARTIAL 예시이며 현재 요청의 정답은 저장하지 않는다. Model Access는 공통 cloud adapter로 B Publisher의 필요한 의미 생산에도 사용된다. 지역 과거 처리 비용은 전체 P21 청구가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DP42 title의 정확성은 semantic model 우위가 아니라 대화/질문/Task 관계와 receipt 반영의 정확성이다. A strong modular local Core retains separate logical lifetimes. B has distinct local state authorities and execution lifetimes; command/receipt and reconciliation are actual costs. No automatic semantic/modifiability win. Local commit 0.010/0.025 seconds in appendix is an assumption, not whole QA03 measurement. ACK 전 DISPATCHING은 UNKNOWN이며 업무 gate 적용 ACK와 hold 요청 시각을 혼동하지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기존 요구 매핑을 재확인한다. 여섯 QA 우선순위는 원본 그대로이며 새 기준을 추가하지 않는다. C1/C2와 공통 실행 계약을 유지한다. 이 요약을 최종 Architecture 선택으로 읽지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2026-10-13 v8 구성: 41은 사용자 주제 선정으로 주요 비교에서 제외하고 이전 자료를 Appendix로 보존한다. 44·45·42의 기존 A/B 기제 및 QA 정의/목표/평가 상태는 유지한다. 화면·음성 지칭은 DP 번호와 A/B가 미정인 문제 탐색이다. 이 발표 편집은 새 구현, 모델 실행, 측정 또는 최종 선정의 승인이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참고 발표자료의 구현/평가/채택 결론을 VIA의 사실로 복사하지 않는다. 현재 단계에 맞는 검토 종료와 향후 확인 사항을 설명한다. 향후 실행을 자동 승인하는 문서가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2026-10-13 v8 구성: 41은 사용자 주제 선정으로 주요 비교에서 제외하고 이전 자료를 Appendix로 보존한다. 44·45·42의 기존 A/B 기제 및 QA 정의/목표/평가 상태는 유지한다. 화면·음성 지칭은 DP 번호와 A/B가 미정인 문제 탐색이다. 이 발표 편집은 새 구현, 모델 실행, 측정 또는 최종 선정의 승인이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기존 내용을 삭제하지 말라는 사용자 지시를 위해 원본 32장을 전부 byte-identical로 보존했다. 원본 8~17은 appendix 첫 상세 구역에 배치한다. 새 본문으로 대체된 원본 비교 22/25/28/31도 여기에 남는다.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2026-10-13 v8 구성: 41은 사용자 주제 선정으로 주요 비교에서 제외하고 이전 자료를 Appendix로 보존한다. 44·45·42의 기존 A/B 기제 및 QA 정의/목표/평가 상태는 유지한다. 화면·음성 지칭은 DP 번호와 A/B가 미정인 문제 탐색이다. 이 발표 편집은 새 구현, 모델 실행, 측정 또는 최종 선정의 승인이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이번 입력의 지칭, Task 연결, 요청 간 순서와 유지 조건을 함께 완성해야 하는 문제다. 표의 오른쪽은 확인 후 완성해야 할 내용이며 최초 입력에 정답 Task를 제공한다는 뜻이 아니다. 추가 조회와 뜻 해석은 서로 영향을 준다. 최종 의미의 검증/채택과 실제 업무 실행을 구별한다. 보고서 수정과 메일 초안 작성은 Downstream Agent가 담당한다. 45의 과거 근거 공급 방식은 여기서 선택하지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docs/architecture/12-decisions/decision-packages/04-41-request-resolution-control.md; 04-40-common-execution-contract.md. A/B 미선정, 미구현, 미측정 상태의 공통 문제를 설명한다.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구조 비교의 비용과 조건: 모델의 유연한 재판단과 반복 비용 / 코드의 추적 가능성, 유한 표현의 지원 범위와 추가 해석 비용</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설명용 사건 순서이며 간격과 선 길이는 측정 시간이 아니다. 보고서 설명 중 정정, 별도 메일 업무의 수신자 질문, 정정 전 응답 후보의 늦은 준비를 함께 보여준다. 발화 시작 때 로컬 음성 중단과 지속 입력은 공통 기능이다. 음성 중단은 업무 취소 완료가 아니다. 질문은 해당 업무와 연결하고 실제 제시 확인 뒤에 답변 focus의 근거로 쓴다. 도착·후보 준비·게시 허용·실제 전달은 다르다. 고정 전달 우선순위나 특정 A/B의 실행 조직을 선택하지 않는다. 강한 A의 비동기 실행과 B의 Window/Join 비용, 현재성 및 권한 검사 계약은 기존 비교에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C20/P20, T21/D21@v2, T22/D22@v1 사례를 쉬운 말로 표현한다. 직접 설명은 Task 없는 응답일 수 있고 제품 비교와 견적은 서로 다른 Agent의 확인된 결과다. 생성 원문과 실제 표시·재생 범위, 결과 본문과 허용 참조는 다르다. 정정과 삭제는 사용 가능한 근거를 바꾼다. 현재 의미·Task 연결의 제안/채택은 기존 owner에 남는다. 자료 분석·기준 적용·제안서 작성은 Downstream Agent 책임이다. 원본 수정·삭제와 현재 권한 및 실제 전달 확인은 양안 공통 요구다. A의 선별·요약·색인·cache와 B의 갱신 택틱을 다음 기본 구조 페이지에서 분리하며 기존 MAIN은 유지한다.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위임 Request 처리 종료는 외부 Agent의 접수 확인 뒤이며 실제 보고서 완료와 다르다. 진행 확인은 별도 Request이고 새 작성 실행을 시작하지 않는다. Voice를 끄는 동안에도 대화 기록·Task·외부 실행·질문은 남는다. 질문은 답변/만료를 기다린다. 재연결 후 유효 질문에 답하고 최초 작성이 완료된 뒤, 결론 수정의 새 실행을 같은 업무에 연결할 수 있다. 선은 설명용 순서이며 측정 시간이나 자동 실행 조건이 아니다. 대화·Request·Task·Execution·질문은 개념과 상태이며 Component/process가 아니다. 강한 A도 논리 수명 분리, 비동기 실행과 background Core를 허용한다. 다른 논리 수명만으로 B의 서비스 분리 필요성이나 우위가 성립하지 않는다. 부모 세션의 B 강화와 기존 MAIN은 변경하지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45 A/B의 기본을 먼저 설명하는 추가 페이지다. A는 원본 owner의 읽기를 현재 요청에서 조합한다. 요약·색인·관계 cache와 부분 갱신을 허용하며 모든 이력을 재처리하지 않는다. B는 생산자가 유지하는 공통 과거 관계의 조회 계약에 정상 요청이 의존한다. 선택적 cache만으로 B가 되지 않는다. 상자는 기능/데이터 설명이며 새 Component/배치가 아니다. 수정·삭제·권한 철회와 실제 전달 범위는 공통 요구다. B의 미생산·표현 밖·접근 불가, 생산 후 재조회와 명시적 B+ 원본 조합 우회는 기존 계약과 비용을 따른다. 택틱은 기본 구조와 별도로 비교한다. A/B 미선정이며 구현이나 수치 우세를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새 주제의 공통 문제이며 DP 번호와 A/B 미정이다. 46의 A/B나 32의 제외된 소유권 비교를 계승하지 않는다. 첫 문서 표를 가리키며 “이 표와”라고 하고 다른 문서로 옮겨 “저 표를 비교해줘”라고 한다. 전사 도착 때 첫 표는 사라졌거나 pointer가 벗어났을 수 있다. “아니, 여기”는 둘째 지칭을 아래 표로 정정하는 사례다. 실제 발화 시간과 오차, 당시 화면/문서 identity, pointer 경로와 선택 범위가 근거다. 시간 겹침은 후보 근거이며 의도 확정이 아니다. 정보 누락/우연한 이동은 확인이 필요할 수 있다. 사전 선택도 고정 UC이며 상시 수집·새 helper·시선 추적은 전제하지 않는다. 저장·생산·분해 기제는 부모 세션의 대안 탐색에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slideLayouts/V2Clone_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Native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3Background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_rels/V2Clone_initial01_slideLayout1.xml.rels><?xml version='1.0' encoding='utf-8'?>
<Relationships xmlns="http://schemas.openxmlformats.org/package/2006/relationships"><Relationship Type="http://schemas.openxmlformats.org/officeDocument/2006/relationships/slideMaster" Target="/ppt/slideMasters/V2Clone_initial01_slideMaster1.xml" Id="R7c330a515c6646fd" /></Relationships>
</file>

<file path=ppt/slideLayouts/_rels/V2Clone_initial02_slideLayout1.xml.rels><?xml version='1.0' encoding='utf-8'?>
<Relationships xmlns="http://schemas.openxmlformats.org/package/2006/relationships"><Relationship Type="http://schemas.openxmlformats.org/officeDocument/2006/relationships/slideMaster" Target="/ppt/slideMasters/V2Clone_initial02_slideMaster1.xml" Id="R2b13747055da46e6" /></Relationships>
</file>

<file path=ppt/slideLayouts/_rels/V2Clone_initial03_slideLayout1.xml.rels><?xml version='1.0' encoding='utf-8'?>
<Relationships xmlns="http://schemas.openxmlformats.org/package/2006/relationships"><Relationship Type="http://schemas.openxmlformats.org/officeDocument/2006/relationships/slideMaster" Target="/ppt/slideMasters/V2Clone_initial03_slideMaster1.xml" Id="R8512ea0de36046cd" /></Relationships>
</file>

<file path=ppt/slideLayouts/_rels/V2Clone_initial04_slideLayout1.xml.rels><?xml version='1.0' encoding='utf-8'?>
<Relationships xmlns="http://schemas.openxmlformats.org/package/2006/relationships"><Relationship Type="http://schemas.openxmlformats.org/officeDocument/2006/relationships/slideMaster" Target="/ppt/slideMasters/V2Clone_initial04_slideMaster1.xml" Id="R9946d4d6106041c7" /></Relationships>
</file>

<file path=ppt/slideLayouts/_rels/V2Clone_initial06_slideLayout1.xml.rels><?xml version='1.0' encoding='utf-8'?>
<Relationships xmlns="http://schemas.openxmlformats.org/package/2006/relationships"><Relationship Type="http://schemas.openxmlformats.org/officeDocument/2006/relationships/slideMaster" Target="/ppt/slideMasters/V2Clone_initial06_slideMaster1.xml" Id="Rb06a3028b24f458a" /></Relationships>
</file>

<file path=ppt/slideLayouts/_rels/V2Clone_initial07_slideLayout1.xml.rels><?xml version='1.0' encoding='utf-8'?>
<Relationships xmlns="http://schemas.openxmlformats.org/package/2006/relationships"><Relationship Type="http://schemas.openxmlformats.org/officeDocument/2006/relationships/slideMaster" Target="/ppt/slideMasters/V2Clone_initial07_slideMaster1.xml" Id="R60f07e463daf47c5" /></Relationships>
</file>

<file path=ppt/slideLayouts/_rels/V2Native_slideLayout1.xml.rels><?xml version='1.0' encoding='utf-8'?>
<Relationships xmlns="http://schemas.openxmlformats.org/package/2006/relationships"><Relationship Type="http://schemas.openxmlformats.org/officeDocument/2006/relationships/slideMaster" Target="/ppt/slideMasters/V2Native_slideMaster1.xml" Id="Rca441595d45945ab" /></Relationships>
</file>

<file path=ppt/slideLayouts/_rels/V3Background_slideLayout1.xml.rels><?xml version='1.0' encoding='utf-8'?>
<Relationships xmlns="http://schemas.openxmlformats.org/package/2006/relationships"><Relationship Type="http://schemas.openxmlformats.org/officeDocument/2006/relationships/slideMaster" Target="/ppt/slideMasters/V3Background_slideMaster1.xml" Id="Rb5493df7cbeb464a" /></Relationships>
</file>

<file path=ppt/slideLayouts/_rels/initial01_slideLayout1.xml.rels><?xml version='1.0' encoding='utf-8'?>
<Relationships xmlns="http://schemas.openxmlformats.org/package/2006/relationships"><Relationship Type="http://schemas.openxmlformats.org/officeDocument/2006/relationships/slideMaster" Target="/ppt/slideMasters/initial01_slideMaster1.xml" Id="R7c330a515c6646fd" /></Relationships>
</file>

<file path=ppt/slideLayouts/_rels/initial02_slideLayout1.xml.rels><?xml version='1.0' encoding='utf-8'?>
<Relationships xmlns="http://schemas.openxmlformats.org/package/2006/relationships"><Relationship Type="http://schemas.openxmlformats.org/officeDocument/2006/relationships/slideMaster" Target="/ppt/slideMasters/initial02_slideMaster1.xml" Id="R2b13747055da46e6" /></Relationships>
</file>

<file path=ppt/slideLayouts/_rels/initial03_slideLayout1.xml.rels><?xml version='1.0' encoding='utf-8'?>
<Relationships xmlns="http://schemas.openxmlformats.org/package/2006/relationships"><Relationship Type="http://schemas.openxmlformats.org/officeDocument/2006/relationships/slideMaster" Target="/ppt/slideMasters/initial03_slideMaster1.xml" Id="R8512ea0de36046cd" /></Relationships>
</file>

<file path=ppt/slideLayouts/_rels/initial04_slideLayout1.xml.rels><?xml version='1.0' encoding='utf-8'?>
<Relationships xmlns="http://schemas.openxmlformats.org/package/2006/relationships"><Relationship Type="http://schemas.openxmlformats.org/officeDocument/2006/relationships/slideMaster" Target="/ppt/slideMasters/initial04_slideMaster1.xml" Id="R9946d4d6106041c7" /></Relationships>
</file>

<file path=ppt/slideLayouts/_rels/initial05_slideLayout1.xml.rels><?xml version='1.0' encoding='utf-8'?>
<Relationships xmlns="http://schemas.openxmlformats.org/package/2006/relationships"><Relationship Type="http://schemas.openxmlformats.org/officeDocument/2006/relationships/slideMaster" Target="/ppt/slideMasters/initial05_slideMaster1.xml" Id="R5f2b456172734a7e" /></Relationships>
</file>

<file path=ppt/slideLayouts/_rels/initial06_slideLayout1.xml.rels><?xml version='1.0' encoding='utf-8'?>
<Relationships xmlns="http://schemas.openxmlformats.org/package/2006/relationships"><Relationship Type="http://schemas.openxmlformats.org/officeDocument/2006/relationships/slideMaster" Target="/ppt/slideMasters/initial06_slideMaster1.xml" Id="Rb06a3028b24f458a" /></Relationships>
</file>

<file path=ppt/slideLayouts/_rels/initial07_slideLayout1.xml.rels><?xml version='1.0' encoding='utf-8'?>
<Relationships xmlns="http://schemas.openxmlformats.org/package/2006/relationships"><Relationship Type="http://schemas.openxmlformats.org/officeDocument/2006/relationships/slideMaster" Target="/ppt/slideMasters/initial07_slideMaster1.xml" Id="R60f07e463daf47c5" /></Relationships>
</file>

<file path=ppt/slideLayouts/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5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Masters/V2Clone_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Native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a57349d498f64ab8"/>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3Background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c20388dacb748c0"/>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_rels/V2Clone_initial01_slideMaster1.xml.rels><?xml version='1.0' encoding='utf-8'?>
<Relationships xmlns="http://schemas.openxmlformats.org/package/2006/relationships"><Relationship Type="http://schemas.openxmlformats.org/officeDocument/2006/relationships/theme" Target="/ppt/slideMasters/theme/V2Clone_initial01_theme2.xml" Id="R40a1210cbd774ebb" /><Relationship Type="http://schemas.openxmlformats.org/officeDocument/2006/relationships/slideLayout" Target="/ppt/slideLayouts/V2Clone_initial01_slideLayout1.xml" Id="R7bb00c503edd4a1a" /></Relationships>
</file>

<file path=ppt/slideMasters/_rels/V2Clone_initial02_slideMaster1.xml.rels><?xml version='1.0' encoding='utf-8'?>
<Relationships xmlns="http://schemas.openxmlformats.org/package/2006/relationships"><Relationship Type="http://schemas.openxmlformats.org/officeDocument/2006/relationships/theme" Target="/ppt/slideMasters/theme/V2Clone_initial02_theme2.xml" Id="Rece829bda44f467e" /><Relationship Type="http://schemas.openxmlformats.org/officeDocument/2006/relationships/slideLayout" Target="/ppt/slideLayouts/V2Clone_initial02_slideLayout1.xml" Id="R791a9a63be60469d" /></Relationships>
</file>

<file path=ppt/slideMasters/_rels/V2Clone_initial03_slideMaster1.xml.rels><?xml version='1.0' encoding='utf-8'?>
<Relationships xmlns="http://schemas.openxmlformats.org/package/2006/relationships"><Relationship Type="http://schemas.openxmlformats.org/officeDocument/2006/relationships/theme" Target="/ppt/slideMasters/theme/V2Clone_initial03_theme2.xml" Id="Rba453d37e7d8423c" /><Relationship Type="http://schemas.openxmlformats.org/officeDocument/2006/relationships/slideLayout" Target="/ppt/slideLayouts/V2Clone_initial03_slideLayout1.xml" Id="R0cce4c37d09c4e32" /></Relationships>
</file>

<file path=ppt/slideMasters/_rels/V2Clone_initial04_slideMaster1.xml.rels><?xml version='1.0' encoding='utf-8'?>
<Relationships xmlns="http://schemas.openxmlformats.org/package/2006/relationships"><Relationship Type="http://schemas.openxmlformats.org/officeDocument/2006/relationships/theme" Target="/ppt/slideMasters/theme/V2Clone_initial04_theme2.xml" Id="R40dbccbf082240e3" /><Relationship Type="http://schemas.openxmlformats.org/officeDocument/2006/relationships/slideLayout" Target="/ppt/slideLayouts/V2Clone_initial04_slideLayout1.xml" Id="R20d68b1743b848c6" /></Relationships>
</file>

<file path=ppt/slideMasters/_rels/V2Clone_initial06_slideMaster1.xml.rels><?xml version='1.0' encoding='utf-8'?>
<Relationships xmlns="http://schemas.openxmlformats.org/package/2006/relationships"><Relationship Type="http://schemas.openxmlformats.org/officeDocument/2006/relationships/theme" Target="/ppt/slideMasters/theme/V2Clone_initial06_theme2.xml" Id="R877c5e2df2b94e66" /><Relationship Type="http://schemas.openxmlformats.org/officeDocument/2006/relationships/slideLayout" Target="/ppt/slideLayouts/V2Clone_initial06_slideLayout1.xml" Id="R4e847fe89cb840f6" /></Relationships>
</file>

<file path=ppt/slideMasters/_rels/V2Clone_initial07_slideMaster1.xml.rels><?xml version='1.0' encoding='utf-8'?>
<Relationships xmlns="http://schemas.openxmlformats.org/package/2006/relationships"><Relationship Type="http://schemas.openxmlformats.org/officeDocument/2006/relationships/theme" Target="/ppt/slideMasters/theme/V2Clone_initial07_theme2.xml" Id="Rb786413db9a24cbc" /><Relationship Type="http://schemas.openxmlformats.org/officeDocument/2006/relationships/slideLayout" Target="/ppt/slideLayouts/V2Clone_initial07_slideLayout1.xml" Id="R663e5bb2ae2c4856" /></Relationships>
</file>

<file path=ppt/slideMasters/_rels/V2Native_slideMaster1.xml.rels><?xml version='1.0' encoding='utf-8'?>
<Relationships xmlns="http://schemas.openxmlformats.org/package/2006/relationships"><Relationship Type="http://schemas.openxmlformats.org/officeDocument/2006/relationships/theme" Target="/ppt/slideMasters/theme/V2Native_theme2.xml" Id="R910bdccab4c74909" /><Relationship Type="http://schemas.openxmlformats.org/officeDocument/2006/relationships/slideLayout" Target="/ppt/slideLayouts/V2Native_slideLayout1.xml" Id="Ra57349d498f64ab8" /></Relationships>
</file>

<file path=ppt/slideMasters/_rels/V3Background_slideMaster1.xml.rels><?xml version='1.0' encoding='utf-8'?>
<Relationships xmlns="http://schemas.openxmlformats.org/package/2006/relationships"><Relationship Type="http://schemas.openxmlformats.org/officeDocument/2006/relationships/theme" Target="/ppt/slideMasters/theme/V3Background_theme2.xml" Id="R4201d011ac344b33" /><Relationship Type="http://schemas.openxmlformats.org/officeDocument/2006/relationships/slideLayout" Target="/ppt/slideLayouts/V3Background_slideLayout1.xml" Id="Rec20388dacb748c0" /></Relationships>
</file>

<file path=ppt/slideMasters/_rels/initial01_slideMaster1.xml.rels><?xml version='1.0' encoding='utf-8'?>
<Relationships xmlns="http://schemas.openxmlformats.org/package/2006/relationships"><Relationship Type="http://schemas.openxmlformats.org/officeDocument/2006/relationships/theme" Target="/ppt/slideMasters/theme/initial01_theme2.xml" Id="R40a1210cbd774ebb" /><Relationship Type="http://schemas.openxmlformats.org/officeDocument/2006/relationships/slideLayout" Target="/ppt/slideLayouts/initial01_slideLayout1.xml" Id="R7bb00c503edd4a1a" /></Relationships>
</file>

<file path=ppt/slideMasters/_rels/initial02_slideMaster1.xml.rels><?xml version='1.0' encoding='utf-8'?>
<Relationships xmlns="http://schemas.openxmlformats.org/package/2006/relationships"><Relationship Type="http://schemas.openxmlformats.org/officeDocument/2006/relationships/theme" Target="/ppt/slideMasters/theme/initial02_theme2.xml" Id="Rece829bda44f467e" /><Relationship Type="http://schemas.openxmlformats.org/officeDocument/2006/relationships/slideLayout" Target="/ppt/slideLayouts/initial02_slideLayout1.xml" Id="R791a9a63be60469d" /></Relationships>
</file>

<file path=ppt/slideMasters/_rels/initial03_slideMaster1.xml.rels><?xml version='1.0' encoding='utf-8'?>
<Relationships xmlns="http://schemas.openxmlformats.org/package/2006/relationships"><Relationship Type="http://schemas.openxmlformats.org/officeDocument/2006/relationships/theme" Target="/ppt/slideMasters/theme/initial03_theme2.xml" Id="Rba453d37e7d8423c" /><Relationship Type="http://schemas.openxmlformats.org/officeDocument/2006/relationships/slideLayout" Target="/ppt/slideLayouts/initial03_slideLayout1.xml" Id="R0cce4c37d09c4e32" /></Relationships>
</file>

<file path=ppt/slideMasters/_rels/initial04_slideMaster1.xml.rels><?xml version='1.0' encoding='utf-8'?>
<Relationships xmlns="http://schemas.openxmlformats.org/package/2006/relationships"><Relationship Type="http://schemas.openxmlformats.org/officeDocument/2006/relationships/theme" Target="/ppt/slideMasters/theme/initial04_theme2.xml" Id="R40dbccbf082240e3" /><Relationship Type="http://schemas.openxmlformats.org/officeDocument/2006/relationships/slideLayout" Target="/ppt/slideLayouts/initial04_slideLayout1.xml" Id="R20d68b1743b848c6" /></Relationships>
</file>

<file path=ppt/slideMasters/_rels/initial05_slideMaster1.xml.rels><?xml version='1.0' encoding='utf-8'?>
<Relationships xmlns="http://schemas.openxmlformats.org/package/2006/relationships"><Relationship Type="http://schemas.openxmlformats.org/officeDocument/2006/relationships/theme" Target="/ppt/slideMasters/theme/initial05_theme2.xml" Id="Ra65a0265d7a041e6" /><Relationship Type="http://schemas.openxmlformats.org/officeDocument/2006/relationships/slideLayout" Target="/ppt/slideLayouts/initial05_slideLayout1.xml" Id="Rce0be6436b114e2a" /></Relationships>
</file>

<file path=ppt/slideMasters/_rels/initial06_slideMaster1.xml.rels><?xml version='1.0' encoding='utf-8'?>
<Relationships xmlns="http://schemas.openxmlformats.org/package/2006/relationships"><Relationship Type="http://schemas.openxmlformats.org/officeDocument/2006/relationships/theme" Target="/ppt/slideMasters/theme/initial06_theme2.xml" Id="R877c5e2df2b94e66" /><Relationship Type="http://schemas.openxmlformats.org/officeDocument/2006/relationships/slideLayout" Target="/ppt/slideLayouts/initial06_slideLayout1.xml" Id="R4e847fe89cb840f6" /></Relationships>
</file>

<file path=ppt/slideMasters/_rels/initial07_slideMaster1.xml.rels><?xml version='1.0' encoding='utf-8'?>
<Relationships xmlns="http://schemas.openxmlformats.org/package/2006/relationships"><Relationship Type="http://schemas.openxmlformats.org/officeDocument/2006/relationships/theme" Target="/ppt/slideMasters/theme/initial07_theme2.xml" Id="Rb786413db9a24cbc" /><Relationship Type="http://schemas.openxmlformats.org/officeDocument/2006/relationships/slideLayout" Target="/ppt/slideLayouts/initial07_slideLayout1.xml" Id="R663e5bb2ae2c4856" /></Relationships>
</file>

<file path=ppt/slideMasters/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ce0be6436b114e2a"/>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theme/V2Clone_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Nativ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3Backgroun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ppt/slideLayouts/initial01_slideLayout1.xml" Id="R37f5e41819554ae7" /><Relationship Type="http://schemas.openxmlformats.org/officeDocument/2006/relationships/image" Target="/ppt/media/initial01_image.gif" Id="R413be209bf6b450f" /><Relationship Type="http://schemas.openxmlformats.org/officeDocument/2006/relationships/image" Target="/ppt/media/initial01_image2.gif" Id="R34900b255bd54306" /><Relationship Type="http://schemas.openxmlformats.org/officeDocument/2006/relationships/notesSlide" Target="/ppt/notesSlides/notesSlide1.xml" Id="R0f2a51639d8749e0" /></Relationships>
</file>

<file path=ppt/slides/_rels/slide2.xml.rels><?xml version='1.0' encoding='utf-8'?>
<Relationships xmlns="http://schemas.openxmlformats.org/package/2006/relationships"><Relationship Type="http://schemas.openxmlformats.org/officeDocument/2006/relationships/slideLayout" Target="/ppt/slideLayouts/initial01_slideLayout1.xml" Id="Rd0f64148ace44f45" /><Relationship Type="http://schemas.openxmlformats.org/officeDocument/2006/relationships/notesSlide" Target="/ppt/notesSlides/notesSlide2.xml" Id="R2eb99875954241f5" /></Relationships>
</file>

<file path=ppt/slides/_rels/slide3.xml.rels><?xml version='1.0' encoding='utf-8'?>
<Relationships xmlns="http://schemas.openxmlformats.org/package/2006/relationships"><Relationship Type="http://schemas.openxmlformats.org/officeDocument/2006/relationships/slideLayout" Target="/ppt/slideLayouts/initial01_slideLayout1.xml" Id="R4829457547904210" /><Relationship Type="http://schemas.openxmlformats.org/officeDocument/2006/relationships/notesSlide" Target="/ppt/notesSlides/notesSlide3.xml" Id="R5c747439b9b242a7" /></Relationships>
</file>

<file path=ppt/slides/_rels/slide4.xml.rels><?xml version='1.0' encoding='utf-8'?>
<Relationships xmlns="http://schemas.openxmlformats.org/package/2006/relationships"><Relationship Type="http://schemas.openxmlformats.org/officeDocument/2006/relationships/slideLayout" Target="/ppt/slideLayouts/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4.xml" Id="Rf514f23f1304440f" /></Relationships>
</file>

<file path=ppt/slides/_rels/slide5.xml.rels><?xml version='1.0' encoding='utf-8'?>
<Relationships xmlns="http://schemas.openxmlformats.org/package/2006/relationships"><Relationship Type="http://schemas.openxmlformats.org/officeDocument/2006/relationships/slideLayout" Target="/ppt/slideLayouts/initial03_slideLayout1.xml" Id="R9d0162de70694709" /><Relationship Type="http://schemas.openxmlformats.org/officeDocument/2006/relationships/notesSlide" Target="/ppt/notesSlides/notesSlide5.xml" Id="Rcbc28d37b1124b19" /></Relationships>
</file>

<file path=ppt/slides/_rels/slide6.xml.rels><?xml version='1.0' encoding='utf-8'?>
<Relationships xmlns="http://schemas.openxmlformats.org/package/2006/relationships"><Relationship Type="http://schemas.openxmlformats.org/officeDocument/2006/relationships/slideLayout" Target="/ppt/slideLayouts/initial04_slideLayout1.xml" Id="R2214569c2ae44d8c" /><Relationship Type="http://schemas.openxmlformats.org/officeDocument/2006/relationships/notesSlide" Target="/ppt/notesSlides/notesSlide6.xml" Id="Rcf859bf5832c4da9" /></Relationships>
</file>

<file path=ppt/slides/_rels/slide7.xml.rels><?xml version='1.0' encoding='utf-8'?>
<Relationships xmlns="http://schemas.openxmlformats.org/package/2006/relationships"><Relationship Type="http://schemas.openxmlformats.org/officeDocument/2006/relationships/slideLayout" Target="/ppt/slideLayouts/initial04_slideLayout1.xml" Id="Rce24996370bc4668" /><Relationship Type="http://schemas.openxmlformats.org/officeDocument/2006/relationships/notesSlide" Target="/ppt/notesSlides/notesSlide7.xml" Id="Rd4c26c943fae4a96" /></Relationships>
</file>

<file path=ppt/slides/_rels/slide8.xml.rels><?xml version='1.0' encoding='utf-8'?>
<Relationships xmlns="http://schemas.openxmlformats.org/package/2006/relationships"><Relationship Type="http://schemas.openxmlformats.org/officeDocument/2006/relationships/slideLayout" Target="/ppt/slideLayouts/initial04_slideLayout1.xml" Id="R1bfaee4c1fcc4ff6" /><Relationship Type="http://schemas.openxmlformats.org/officeDocument/2006/relationships/notesSlide" Target="/ppt/notesSlides/notesSlide8.xml" Id="R32d396509d35425f" /></Relationships>
</file>

<file path=ppt/slides/_rels/slide9.xml.rels><?xml version='1.0' encoding='utf-8'?>
<Relationships xmlns="http://schemas.openxmlformats.org/package/2006/relationships"><Relationship Type="http://schemas.openxmlformats.org/officeDocument/2006/relationships/slideLayout" Target="/ppt/slideLayouts/initial04_slideLayout1.xml" Id="R7562ff7d0f3d4567" /><Relationship Type="http://schemas.openxmlformats.org/officeDocument/2006/relationships/notesSlide" Target="/ppt/notesSlides/notesSlide9.xml" Id="R85c59196b95d4994" /></Relationships>
</file>

<file path=ppt/slides/_rels/slide10.xml.rels><?xml version='1.0' encoding='utf-8'?>
<Relationships xmlns="http://schemas.openxmlformats.org/package/2006/relationships"><Relationship Type="http://schemas.openxmlformats.org/officeDocument/2006/relationships/slideLayout" Target="/ppt/slideLayouts/initial04_slideLayout1.xml" Id="R57f83f8b387f4d57" /><Relationship Type="http://schemas.openxmlformats.org/officeDocument/2006/relationships/notesSlide" Target="/ppt/notesSlides/notesSlide10.xml" Id="R00838209b4274b6f" /></Relationships>
</file>

<file path=ppt/slides/_rels/slide11.xml.rels><?xml version='1.0' encoding='utf-8'?>
<Relationships xmlns="http://schemas.openxmlformats.org/package/2006/relationships"><Relationship Type="http://schemas.openxmlformats.org/officeDocument/2006/relationships/slideLayout" Target="/ppt/slideLayouts/initial04_slideLayout1.xml" Id="R59e31f4a06de49d1" /><Relationship Type="http://schemas.openxmlformats.org/officeDocument/2006/relationships/notesSlide" Target="/ppt/notesSlides/notesSlide11.xml" Id="Ra6d0092a416b4ccf" /></Relationships>
</file>

<file path=ppt/slides/_rels/slide12.xml.rels><?xml version='1.0' encoding='utf-8'?>
<Relationships xmlns="http://schemas.openxmlformats.org/package/2006/relationships"><Relationship Type="http://schemas.openxmlformats.org/officeDocument/2006/relationships/slideLayout" Target="/ppt/slideLayouts/initial05_slideLayout1.xml" Id="R9dd93ba01d01409a" /><Relationship Type="http://schemas.openxmlformats.org/officeDocument/2006/relationships/notesSlide" Target="/ppt/notesSlides/notesSlide12.xml" Id="Rff7e06d47592458b" /></Relationships>
</file>

<file path=ppt/slides/_rels/slide13.xml.rels><?xml version='1.0' encoding='utf-8'?>
<Relationships xmlns="http://schemas.openxmlformats.org/package/2006/relationships"><Relationship Type="http://schemas.openxmlformats.org/officeDocument/2006/relationships/slideLayout" Target="/ppt/slideLayouts/initial05_slideLayout1.xml" Id="R16853777c1e04b82" /><Relationship Type="http://schemas.openxmlformats.org/officeDocument/2006/relationships/notesSlide" Target="/ppt/notesSlides/notesSlide13.xml" Id="R46ca691da5944e9f" /></Relationships>
</file>

<file path=ppt/slides/_rels/slide14.xml.rels><?xml version='1.0' encoding='utf-8'?>
<Relationships xmlns="http://schemas.openxmlformats.org/package/2006/relationships"><Relationship Type="http://schemas.openxmlformats.org/officeDocument/2006/relationships/slideLayout" Target="/ppt/slideLayouts/initial05_slideLayout1.xml" Id="R2cbdd2c01e554610" /><Relationship Type="http://schemas.openxmlformats.org/officeDocument/2006/relationships/notesSlide" Target="/ppt/notesSlides/notesSlide14.xml" Id="R82c8ecd989a2477f" /></Relationships>
</file>

<file path=ppt/slides/_rels/slide15.xml.rels><?xml version='1.0' encoding='utf-8'?>
<Relationships xmlns="http://schemas.openxmlformats.org/package/2006/relationships"><Relationship Type="http://schemas.openxmlformats.org/officeDocument/2006/relationships/slideLayout" Target="/ppt/slideLayouts/initial05_slideLayout1.xml" Id="R73263e1504684615" /><Relationship Type="http://schemas.openxmlformats.org/officeDocument/2006/relationships/notesSlide" Target="/ppt/notesSlides/notesSlide15.xml" Id="Ra4323febceb24ece" /></Relationships>
</file>

<file path=ppt/slides/_rels/slide16.xml.rels><?xml version='1.0' encoding='utf-8'?>
<Relationships xmlns="http://schemas.openxmlformats.org/package/2006/relationships"><Relationship Type="http://schemas.openxmlformats.org/officeDocument/2006/relationships/slideLayout" Target="/ppt/slideLayouts/initial05_slideLayout1.xml" Id="Re45b00dd19204a08" /><Relationship Type="http://schemas.openxmlformats.org/officeDocument/2006/relationships/notesSlide" Target="/ppt/notesSlides/notesSlide16.xml" Id="R70bca6db5a19418b" /></Relationships>
</file>

<file path=ppt/slides/_rels/slide17.xml.rels><?xml version='1.0' encoding='utf-8'?>
<Relationships xmlns="http://schemas.openxmlformats.org/package/2006/relationships"><Relationship Type="http://schemas.openxmlformats.org/officeDocument/2006/relationships/slideLayout" Target="/ppt/slideLayouts/initial05_slideLayout1.xml" Id="Recb134abe2b54909" /><Relationship Type="http://schemas.openxmlformats.org/officeDocument/2006/relationships/notesSlide" Target="/ppt/notesSlides/notesSlide17.xml" Id="R6d1fc86b163347ce" /></Relationships>
</file>

<file path=ppt/slides/_rels/slide18.xml.rels><?xml version='1.0' encoding='utf-8'?>
<Relationships xmlns="http://schemas.openxmlformats.org/package/2006/relationships"><Relationship Type="http://schemas.openxmlformats.org/officeDocument/2006/relationships/slideLayout" Target="/ppt/slideLayouts/initial06_slideLayout1.xml" Id="R818d34c941a64a51" /><Relationship Type="http://schemas.openxmlformats.org/officeDocument/2006/relationships/notesSlide" Target="/ppt/notesSlides/notesSlide18.xml" Id="R25f18e35b91a4b9d" /></Relationships>
</file>

<file path=ppt/slides/_rels/slide19.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19.xml" Id="R59bf0a34ca3b4002" /><Relationship Id="RviaIntroImage1" Type="http://schemas.openxmlformats.org/officeDocument/2006/relationships/image" Target="/ppt/media/initial07_via-v2-intro-1-1.png" /><Relationship Id="RviaIntroImage2" Type="http://schemas.openxmlformats.org/officeDocument/2006/relationships/image" Target="/ppt/media/initial07_via-v2-intro-1-2.png" /><Relationship Id="RviaIntroImage3" Type="http://schemas.openxmlformats.org/officeDocument/2006/relationships/image" Target="/ppt/media/initial07_via-v2-intro-1-3.png" /></Relationships>
</file>

<file path=ppt/slides/_rels/slide20.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20.xml" Id="R59bf0a34ca3b4002" /><Relationship Id="RviaIntroImage1" Type="http://schemas.openxmlformats.org/officeDocument/2006/relationships/image" Target="/ppt/media/initial07_via-v2-intro-2-1.png" /><Relationship Id="RviaIntroImage2" Type="http://schemas.openxmlformats.org/officeDocument/2006/relationships/image" Target="/ppt/media/initial07_via-v2-intro-2-2.png" /><Relationship Id="RviaIntroImage3" Type="http://schemas.openxmlformats.org/officeDocument/2006/relationships/image" Target="/ppt/media/initial07_via-v2-intro-2-3.png" /></Relationships>
</file>

<file path=ppt/slides/_rels/slide21.xml.rels><?xml version='1.0' encoding='utf-8'?>
<Relationships xmlns="http://schemas.openxmlformats.org/package/2006/relationships"><Relationship Type="http://schemas.openxmlformats.org/officeDocument/2006/relationships/slideLayout" Target="/ppt/slideLayouts/initial07_slideLayout1.xml" Id="R1f054bf24ee64584" /><Relationship Type="http://schemas.openxmlformats.org/officeDocument/2006/relationships/notesSlide" Target="/ppt/notesSlides/notesSlide21.xml" Id="R0fb64cd22d524375" /><Relationship Id="RviaBackgroundImage1" Type="http://schemas.openxmlformats.org/officeDocument/2006/relationships/image" Target="/ppt/media/initial07_via-v2-bg41-1.png" /><Relationship Id="RviaBackgroundImage2" Type="http://schemas.openxmlformats.org/officeDocument/2006/relationships/image" Target="/ppt/media/initial07_via-v2-bg41-2.png" /><Relationship Id="RviaBackgroundImage3" Type="http://schemas.openxmlformats.org/officeDocument/2006/relationships/image" Target="/ppt/media/initial07_via-v2-bg41-3.png" /></Relationships>
</file>

<file path=ppt/slides/_rels/slide22.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2.xml" Id="R704ed05a7b664af2" /></Relationships>
</file>

<file path=ppt/slides/_rels/slide23.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3.xml" Id="R704ed05a7b664af2" /></Relationships>
</file>

<file path=ppt/slides/_rels/slide24.xml.rels><?xml version='1.0' encoding='utf-8'?>
<Relationships xmlns="http://schemas.openxmlformats.org/package/2006/relationships"><Relationship Type="http://schemas.openxmlformats.org/officeDocument/2006/relationships/slideLayout" Target="/ppt/slideLayouts/initial07_slideLayout1.xml" Id="Rb9084e82e5dd4339" /><Relationship Type="http://schemas.openxmlformats.org/officeDocument/2006/relationships/notesSlide" Target="/ppt/notesSlides/notesSlide24.xml" Id="R73212bb7779f42af" /><Relationship Id="RviaBackgroundImage1" Type="http://schemas.openxmlformats.org/officeDocument/2006/relationships/image" Target="/ppt/media/initial07_via-v2-bg44-1.png" /><Relationship Id="RviaBackgroundImage2" Type="http://schemas.openxmlformats.org/officeDocument/2006/relationships/image" Target="/ppt/media/initial07_via-v2-bg44-2.png" /><Relationship Id="RviaBackgroundImage3" Type="http://schemas.openxmlformats.org/officeDocument/2006/relationships/image" Target="/ppt/media/initial07_via-v2-bg44-3.png" /></Relationships>
</file>

<file path=ppt/slides/_rels/slide25.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5.xml" Id="R776926d34d01485a" /></Relationships>
</file>

<file path=ppt/slides/_rels/slide26.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6.xml" Id="R776926d34d01485a" /></Relationships>
</file>

<file path=ppt/slides/_rels/slide27.xml.rels><?xml version='1.0' encoding='utf-8'?>
<Relationships xmlns="http://schemas.openxmlformats.org/package/2006/relationships"><Relationship Type="http://schemas.openxmlformats.org/officeDocument/2006/relationships/slideLayout" Target="/ppt/slideLayouts/initial07_slideLayout1.xml" Id="Re9b73f500e104ec9" /><Relationship Type="http://schemas.openxmlformats.org/officeDocument/2006/relationships/notesSlide" Target="/ppt/notesSlides/notesSlide27.xml" Id="Reb3935ab28774dd7" /><Relationship Id="RviaBackgroundImage1" Type="http://schemas.openxmlformats.org/officeDocument/2006/relationships/image" Target="/ppt/media/initial07_via-v2-bg45-1.png" /><Relationship Id="RviaBackgroundImage2" Type="http://schemas.openxmlformats.org/officeDocument/2006/relationships/image" Target="/ppt/media/initial07_via-v2-bg45-2.png" /><Relationship Id="RviaBackgroundImage3" Type="http://schemas.openxmlformats.org/officeDocument/2006/relationships/image" Target="/ppt/media/initial07_via-v2-bg45-3.png" /></Relationships>
</file>

<file path=ppt/slides/_rels/slide28.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8.xml" Id="Rdf7f7506b1884c7e" /></Relationships>
</file>

<file path=ppt/slides/_rels/slide29.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9.xml" Id="Rdf7f7506b1884c7e" /></Relationships>
</file>

<file path=ppt/slides/_rels/slide30.xml.rels><?xml version='1.0' encoding='utf-8'?>
<Relationships xmlns="http://schemas.openxmlformats.org/package/2006/relationships"><Relationship Type="http://schemas.openxmlformats.org/officeDocument/2006/relationships/slideLayout" Target="/ppt/slideLayouts/initial07_slideLayout1.xml" Id="R4b5772cdc81b41b9" /><Relationship Type="http://schemas.openxmlformats.org/officeDocument/2006/relationships/notesSlide" Target="/ppt/notesSlides/notesSlide30.xml" Id="R22430df242ca4bf6" /><Relationship Id="RviaBackgroundImage1" Type="http://schemas.openxmlformats.org/officeDocument/2006/relationships/image" Target="/ppt/media/initial07_via-v2-bg42-1.png" /><Relationship Id="RviaBackgroundImage2" Type="http://schemas.openxmlformats.org/officeDocument/2006/relationships/image" Target="/ppt/media/initial07_via-v2-bg42-2.png" /><Relationship Id="RviaBackgroundImage3" Type="http://schemas.openxmlformats.org/officeDocument/2006/relationships/image" Target="/ppt/media/initial07_via-v2-bg42-3.png" /></Relationships>
</file>

<file path=ppt/slides/_rels/slide31.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1.xml" Id="Rc06947a345af4d75" /></Relationships>
</file>

<file path=ppt/slides/_rels/slide32.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2.xml" Id="Rc06947a345af4d75" /></Relationships>
</file>

<file path=ppt/slides/_rels/slide33.xml.rels><?xml version='1.0' encoding='utf-8'?>
<Relationships xmlns="http://schemas.openxmlformats.org/package/2006/relationships"><Relationship Id="V10SourceLayout" Type="http://schemas.openxmlformats.org/officeDocument/2006/relationships/slideLayout" Target="/ppt/slideLayouts/V2Clone_initial01_slideLayout1.xml" /><Relationship Id="V10SourceNote" Type="http://schemas.openxmlformats.org/officeDocument/2006/relationships/notesSlide" Target="/ppt/notesSlides/notesSlide33.xml" /><Relationship Type="http://schemas.openxmlformats.org/officeDocument/2006/relationships/image" Target="/ppt/media/intro_v9_image.gif" Id="R437653e567e04d29" /><Relationship Type="http://schemas.openxmlformats.org/officeDocument/2006/relationships/image" Target="/ppt/media/intro_v9_image2.gif" Id="R5ebd9b7fc25b4c2e" /><Relationship Type="http://schemas.openxmlformats.org/officeDocument/2006/relationships/chart" Target="/ppt/slides/charts/intro_v10_chart1.xml" Id="R5568b160e74c4c6b" /></Relationships>
</file>

<file path=ppt/slides/_rels/slide34.xml.rels><?xml version='1.0' encoding='utf-8'?>
<Relationships xmlns="http://schemas.openxmlformats.org/package/2006/relationships"><Relationship Type="http://schemas.openxmlformats.org/officeDocument/2006/relationships/slideLayout" Target="/ppt/slideLayouts/V2Clone_initial01_slideLayout1.xml" Id="Rd0f64148ace44f45" /><Relationship Type="http://schemas.openxmlformats.org/officeDocument/2006/relationships/notesSlide" Target="/ppt/notesSlides/notesSlide34.xml" Id="R2eb99875954241f5" /></Relationships>
</file>

<file path=ppt/slides/_rels/slide35.xml.rels><?xml version='1.0' encoding='utf-8'?>
<Relationships xmlns="http://schemas.openxmlformats.org/package/2006/relationships"><Relationship Type="http://schemas.openxmlformats.org/officeDocument/2006/relationships/slideLayout" Target="/ppt/slideLayouts/V2Clone_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35.xml" Id="Rf514f23f1304440f" /></Relationships>
</file>

<file path=ppt/slides/_rels/slide36.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36.xml" Id="R59bf0a34ca3b4002" /><Relationship Id="RviaIntroImage1" Type="http://schemas.openxmlformats.org/officeDocument/2006/relationships/image" Target="/ppt/media/initial07_via-v2-intro-1-3.png" /><Relationship Id="RviaIntroImage2" Type="http://schemas.openxmlformats.org/officeDocument/2006/relationships/image" Target="/ppt/media/initial07_via-v2-intro-1-3.png" /><Relationship Id="RviaIntroImage3" Type="http://schemas.openxmlformats.org/officeDocument/2006/relationships/image" Target="/ppt/media/initial07_via-v2-intro-1-3.png" /></Relationships>
</file>

<file path=ppt/slides/_rels/slide37.xml.rels><?xml version='1.0' encoding='utf-8'?>
<Relationships xmlns="http://schemas.openxmlformats.org/package/2006/relationships"><Relationship Type="http://schemas.openxmlformats.org/officeDocument/2006/relationships/slideLayout" Target="/ppt/slideLayouts/V2Clone_initial03_slideLayout1.xml" Id="R9d0162de70694709" /><Relationship Type="http://schemas.openxmlformats.org/officeDocument/2006/relationships/notesSlide" Target="/ppt/notesSlides/notesSlide37.xml" Id="Rcbc28d37b1124b19" /></Relationships>
</file>

<file path=ppt/slides/_rels/slide38.xml.rels><?xml version='1.0' encoding='utf-8'?>
<Relationships xmlns="http://schemas.openxmlformats.org/package/2006/relationships"><Relationship Type="http://schemas.openxmlformats.org/officeDocument/2006/relationships/slideLayout" Target="/ppt/slideLayouts/V2Clone_initial04_slideLayout1.xml" Id="R2214569c2ae44d8c" /><Relationship Type="http://schemas.openxmlformats.org/officeDocument/2006/relationships/notesSlide" Target="/ppt/notesSlides/notesSlide38.xml" Id="Rcf859bf5832c4da9" /></Relationships>
</file>

<file path=ppt/slides/_rels/slide39.xml.rels><?xml version='1.0' encoding='utf-8'?>
<Relationships xmlns="http://schemas.openxmlformats.org/package/2006/relationships"><Relationship Type="http://schemas.openxmlformats.org/officeDocument/2006/relationships/slideLayout" Target="/ppt/slideLayouts/V2Clone_initial04_slideLayout1.xml" Id="Rce24996370bc4668" /><Relationship Type="http://schemas.openxmlformats.org/officeDocument/2006/relationships/notesSlide" Target="/ppt/notesSlides/notesSlide39.xml" Id="Rd4c26c943fae4a96" /></Relationships>
</file>

<file path=ppt/slides/_rels/slide40.xml.rels><?xml version='1.0' encoding='utf-8'?>
<Relationships xmlns="http://schemas.openxmlformats.org/package/2006/relationships"><Relationship Type="http://schemas.openxmlformats.org/officeDocument/2006/relationships/slideLayout" Target="/ppt/slideLayouts/V2Clone_initial06_slideLayout1.xml" Id="R818d34c941a64a51" /><Relationship Type="http://schemas.openxmlformats.org/officeDocument/2006/relationships/notesSlide" Target="/ppt/notesSlides/notesSlide40.xml" Id="R25f18e35b91a4b9d" /></Relationships>
</file>

<file path=ppt/slides/_rels/slide41.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41.xml" Id="R59bf0a34ca3b4002" /><Relationship Id="RviaIntroImage1" Type="http://schemas.openxmlformats.org/officeDocument/2006/relationships/image" Target="/ppt/media/initial07_via-v2-intro-2-3.png" /><Relationship Id="RviaIntroImage2" Type="http://schemas.openxmlformats.org/officeDocument/2006/relationships/image" Target="/ppt/media/initial07_via-v2-intro-2-3.png" /><Relationship Id="RviaIntroImage3" Type="http://schemas.openxmlformats.org/officeDocument/2006/relationships/image" Target="/ppt/media/initial07_via-v2-intro-2-3.png" /></Relationships>
</file>

<file path=ppt/slides/_rels/slide42.xml.rels><?xml version='1.0' encoding='utf-8'?>
<Relationships xmlns="http://schemas.openxmlformats.org/package/2006/relationships"><Relationship Type="http://schemas.openxmlformats.org/officeDocument/2006/relationships/slideLayout" Target="/ppt/slideLayouts/V2Clone_initial07_slideLayout1.xml" Id="R1f054bf24ee64584" /><Relationship Type="http://schemas.openxmlformats.org/officeDocument/2006/relationships/notesSlide" Target="/ppt/notesSlides/notesSlide42.xml" Id="R0fb64cd22d524375" /><Relationship Id="RviaBackgroundImage1" Type="http://schemas.openxmlformats.org/officeDocument/2006/relationships/image" Target="/ppt/media/initial07_via-v2-bg41-3.png" /><Relationship Id="RviaBackgroundImage2" Type="http://schemas.openxmlformats.org/officeDocument/2006/relationships/image" Target="/ppt/media/initial07_via-v2-bg41-3.png" /><Relationship Id="RviaBackgroundImage3" Type="http://schemas.openxmlformats.org/officeDocument/2006/relationships/image" Target="/ppt/media/initial07_via-v2-bg41-3.png" /></Relationships>
</file>

<file path=ppt/slides/_rels/slide43.xml.rels><?xml version='1.0' encoding='utf-8'?>
<Relationships xmlns="http://schemas.openxmlformats.org/package/2006/relationships"><Relationship Type="http://schemas.openxmlformats.org/officeDocument/2006/relationships/slideLayout" Target="/ppt/slideLayouts/V2Clone_initial07_slideLayout1.xml" Id="Rb9084e82e5dd4339" /><Relationship Type="http://schemas.openxmlformats.org/officeDocument/2006/relationships/notesSlide" Target="/ppt/notesSlides/notesSlide43.xml" Id="R73212bb7779f42af" /><Relationship Id="RviaBackgroundImage1" Type="http://schemas.openxmlformats.org/officeDocument/2006/relationships/image" Target="/ppt/media/initial07_via-v2-bg44-3.png" /><Relationship Id="RviaBackgroundImage2" Type="http://schemas.openxmlformats.org/officeDocument/2006/relationships/image" Target="/ppt/media/initial07_via-v2-bg44-3.png" /><Relationship Id="RviaBackgroundImage3" Type="http://schemas.openxmlformats.org/officeDocument/2006/relationships/image" Target="/ppt/media/initial07_via-v2-bg44-3.png" /></Relationships>
</file>

<file path=ppt/slides/_rels/slide44.xml.rels><?xml version='1.0' encoding='utf-8'?>
<Relationships xmlns="http://schemas.openxmlformats.org/package/2006/relationships"><Relationship Type="http://schemas.openxmlformats.org/officeDocument/2006/relationships/slideLayout" Target="/ppt/slideLayouts/V2Clone_initial07_slideLayout1.xml" Id="Re9b73f500e104ec9" /><Relationship Type="http://schemas.openxmlformats.org/officeDocument/2006/relationships/notesSlide" Target="/ppt/notesSlides/notesSlide44.xml" Id="Reb3935ab28774dd7" /><Relationship Id="RviaBackgroundImage1" Type="http://schemas.openxmlformats.org/officeDocument/2006/relationships/image" Target="/ppt/media/initial07_via-v2-bg45-3.png" /><Relationship Id="RviaBackgroundImage2" Type="http://schemas.openxmlformats.org/officeDocument/2006/relationships/image" Target="/ppt/media/initial07_via-v2-bg45-3.png" /><Relationship Id="RviaBackgroundImage3" Type="http://schemas.openxmlformats.org/officeDocument/2006/relationships/image" Target="/ppt/media/initial07_via-v2-bg45-3.png" /></Relationships>
</file>

<file path=ppt/slides/_rels/slide45.xml.rels><?xml version='1.0' encoding='utf-8'?>
<Relationships xmlns="http://schemas.openxmlformats.org/package/2006/relationships"><Relationship Type="http://schemas.openxmlformats.org/officeDocument/2006/relationships/slideLayout" Target="/ppt/slideLayouts/V2Clone_initial07_slideLayout1.xml" Id="R4b5772cdc81b41b9" /><Relationship Type="http://schemas.openxmlformats.org/officeDocument/2006/relationships/notesSlide" Target="/ppt/notesSlides/notesSlide45.xml" Id="R22430df242ca4bf6" /><Relationship Id="RviaBackgroundImage1" Type="http://schemas.openxmlformats.org/officeDocument/2006/relationships/image" Target="/ppt/media/initial07_via-v2-bg42-3.png" /><Relationship Id="RviaBackgroundImage2" Type="http://schemas.openxmlformats.org/officeDocument/2006/relationships/image" Target="/ppt/media/initial07_via-v2-bg42-3.png" /><Relationship Id="RviaBackgroundImage3" Type="http://schemas.openxmlformats.org/officeDocument/2006/relationships/image" Target="/ppt/media/initial07_via-v2-bg42-3.png" /></Relationships>
</file>

<file path=ppt/slides/_rels/slide46.xml.rels><?xml version='1.0' encoding='utf-8'?>
<Relationships xmlns="http://schemas.openxmlformats.org/package/2006/relationships"><Relationship Id="V10SourceLayout" Type="http://schemas.openxmlformats.org/officeDocument/2006/relationships/slideLayout" Target="/ppt/slideLayouts/V2Native_slideLayout1.xml" /><Relationship Id="V10SourceNote" Type="http://schemas.openxmlformats.org/officeDocument/2006/relationships/notesSlide" Target="/ppt/notesSlides/notesSlide46.xml" /></Relationships>
</file>

<file path=ppt/slides/_rels/slide47.xml.rels><?xml version='1.0' encoding='utf-8'?>
<Relationships xmlns="http://schemas.openxmlformats.org/package/2006/relationships"><Relationship Type="http://schemas.openxmlformats.org/officeDocument/2006/relationships/slideLayout" Target="/ppt/slideLayouts/V2Native_slideLayout1.xml" Id="R1be3b44bea804c85" /><Relationship Type="http://schemas.openxmlformats.org/officeDocument/2006/relationships/notesSlide" Target="/ppt/notesSlides/notesSlide47.xml" Id="R6e0e6ed37b3f4601" /></Relationships>
</file>

<file path=ppt/slides/_rels/slide48.xml.rels><?xml version='1.0' encoding='utf-8'?>
<Relationships xmlns="http://schemas.openxmlformats.org/package/2006/relationships"><Relationship Type="http://schemas.openxmlformats.org/officeDocument/2006/relationships/slideLayout" Target="/ppt/slideLayouts/V2Native_slideLayout1.xml" Id="R1d2e8babc6ab472f" /><Relationship Type="http://schemas.openxmlformats.org/officeDocument/2006/relationships/notesSlide" Target="/ppt/notesSlides/notesSlide48.xml" Id="R88df1d16040b4bb7" /></Relationships>
</file>

<file path=ppt/slides/_rels/slide49.xml.rels><?xml version='1.0' encoding='utf-8'?>
<Relationships xmlns="http://schemas.openxmlformats.org/package/2006/relationships"><Relationship Type="http://schemas.openxmlformats.org/officeDocument/2006/relationships/slideLayout" Target="/ppt/slideLayouts/V2Native_slideLayout1.xml" Id="Rd203d21a33bf4380" /><Relationship Type="http://schemas.openxmlformats.org/officeDocument/2006/relationships/notesSlide" Target="/ppt/notesSlides/notesSlide49.xml" Id="Rcadd760b058c4992" /></Relationships>
</file>

<file path=ppt/slides/_rels/slide50.xml.rels><?xml version='1.0' encoding='utf-8'?>
<Relationships xmlns="http://schemas.openxmlformats.org/package/2006/relationships"><Relationship Type="http://schemas.openxmlformats.org/officeDocument/2006/relationships/slideLayout" Target="/ppt/slideLayouts/V2Native_slideLayout1.xml" Id="Re53d252ac6b8411e" /><Relationship Type="http://schemas.openxmlformats.org/officeDocument/2006/relationships/notesSlide" Target="/ppt/notesSlides/notesSlide50.xml" Id="R88d0a4da973e4833" /></Relationships>
</file>

<file path=ppt/slides/_rels/slide51.xml.rels><?xml version='1.0' encoding='utf-8'?>
<Relationships xmlns="http://schemas.openxmlformats.org/package/2006/relationships"><Relationship Type="http://schemas.openxmlformats.org/officeDocument/2006/relationships/slideLayout" Target="/ppt/slideLayouts/V2Native_slideLayout1.xml" Id="R08de1b7e3e9a4c89" /><Relationship Type="http://schemas.openxmlformats.org/officeDocument/2006/relationships/notesSlide" Target="/ppt/notesSlides/notesSlide51.xml" Id="R8ad761e2691d40bd" /></Relationships>
</file>

<file path=ppt/slides/_rels/slide52.xml.rels><?xml version='1.0' encoding='utf-8'?>
<Relationships xmlns="http://schemas.openxmlformats.org/package/2006/relationships"><Relationship Type="http://schemas.openxmlformats.org/officeDocument/2006/relationships/slideLayout" Target="/ppt/slideLayouts/V2Native_slideLayout1.xml" Id="Rae0e8f8c425c42ec" /><Relationship Type="http://schemas.openxmlformats.org/officeDocument/2006/relationships/notesSlide" Target="/ppt/notesSlides/notesSlide52.xml" Id="R8ecb8a084b3a4a2a" /></Relationships>
</file>

<file path=ppt/slides/_rels/slide53.xml.rels><?xml version='1.0' encoding='utf-8'?>
<Relationships xmlns="http://schemas.openxmlformats.org/package/2006/relationships"><Relationship Type="http://schemas.openxmlformats.org/officeDocument/2006/relationships/slideLayout" Target="/ppt/slideLayouts/V2Native_slideLayout1.xml" Id="R834d5541c8ae4526" /><Relationship Type="http://schemas.openxmlformats.org/officeDocument/2006/relationships/notesSlide" Target="/ppt/notesSlides/notesSlide53.xml" Id="R0aba2a5e1d9748ef" /></Relationships>
</file>

<file path=ppt/slides/_rels/slide54.xml.rels><?xml version='1.0' encoding='utf-8'?>
<Relationships xmlns="http://schemas.openxmlformats.org/package/2006/relationships"><Relationship Type="http://schemas.openxmlformats.org/officeDocument/2006/relationships/slideLayout" Target="/ppt/slideLayouts/V2Native_slideLayout1.xml" Id="R7a1f32304d97416c" /><Relationship Type="http://schemas.openxmlformats.org/officeDocument/2006/relationships/notesSlide" Target="/ppt/notesSlides/notesSlide54.xml" Id="R91d610c19d3b45fd" /></Relationships>
</file>

<file path=ppt/slides/_rels/slide55.xml.rels><?xml version='1.0' encoding='utf-8'?>
<Relationships xmlns="http://schemas.openxmlformats.org/package/2006/relationships"><Relationship Type="http://schemas.openxmlformats.org/officeDocument/2006/relationships/slideLayout" Target="/ppt/slideLayouts/V2Native_slideLayout1.xml" Id="R97e01adfba12490a" /><Relationship Type="http://schemas.openxmlformats.org/officeDocument/2006/relationships/notesSlide" Target="/ppt/notesSlides/notesSlide55.xml" Id="Rd4a8433dd7104a27" /></Relationships>
</file>

<file path=ppt/slides/_rels/slide56.xml.rels><?xml version='1.0' encoding='utf-8'?>
<Relationships xmlns="http://schemas.openxmlformats.org/package/2006/relationships"><Relationship Type="http://schemas.openxmlformats.org/officeDocument/2006/relationships/slideLayout" Target="/ppt/slideLayouts/V2Native_slideLayout1.xml" Id="R3e465fb3dcb543d6" /><Relationship Type="http://schemas.openxmlformats.org/officeDocument/2006/relationships/notesSlide" Target="/ppt/notesSlides/notesSlide56.xml" Id="Ra9c3719d06f44123" /></Relationships>
</file>

<file path=ppt/slides/_rels/slide57.xml.rels><?xml version='1.0' encoding='utf-8'?>
<Relationships xmlns="http://schemas.openxmlformats.org/package/2006/relationships"><Relationship Type="http://schemas.openxmlformats.org/officeDocument/2006/relationships/slideLayout" Target="/ppt/slideLayouts/V2Native_slideLayout1.xml" Id="R60c69ee25ee34de7" /><Relationship Type="http://schemas.openxmlformats.org/officeDocument/2006/relationships/notesSlide" Target="/ppt/notesSlides/notesSlide57.xml" Id="R19596b57fef2433b" /></Relationships>
</file>

<file path=ppt/slides/_rels/slide58.xml.rels><?xml version='1.0' encoding='utf-8'?>
<Relationships xmlns="http://schemas.openxmlformats.org/package/2006/relationships"><Relationship Type="http://schemas.openxmlformats.org/officeDocument/2006/relationships/slideLayout" Target="/ppt/slideLayouts/V3Background_slideLayout1.xml" Id="Rf23a624af69c4014" /><Relationship Type="http://schemas.openxmlformats.org/officeDocument/2006/relationships/notesSlide" Target="/ppt/notesSlides/notesSlide58.xml" Id="R992f4e67ae3f4078" /></Relationships>
</file>

<file path=ppt/slides/_rels/slide59.xml.rels><?xml version='1.0' encoding='utf-8'?>
<Relationships xmlns="http://schemas.openxmlformats.org/package/2006/relationships"><Relationship Type="http://schemas.openxmlformats.org/officeDocument/2006/relationships/slideLayout" Target="/ppt/slideLayouts/V3Background_slideLayout1.xml" Id="R91fa53774c3f4f50" /><Relationship Type="http://schemas.openxmlformats.org/officeDocument/2006/relationships/notesSlide" Target="/ppt/notesSlides/notesSlide59.xml" Id="R4d843b9261274b1b" /></Relationships>
</file>

<file path=ppt/slides/_rels/slide60.xml.rels><?xml version='1.0' encoding='utf-8'?>
<Relationships xmlns="http://schemas.openxmlformats.org/package/2006/relationships"><Relationship Type="http://schemas.openxmlformats.org/officeDocument/2006/relationships/slideLayout" Target="/ppt/slideLayouts/V3Background_slideLayout1.xml" Id="R8db02b3c75d74d06" /><Relationship Type="http://schemas.openxmlformats.org/officeDocument/2006/relationships/notesSlide" Target="/ppt/notesSlides/notesSlide60.xml" Id="R0af0bd8a2cc74967" /></Relationships>
</file>

<file path=ppt/slides/_rels/slide61.xml.rels><?xml version='1.0' encoding='utf-8'?>
<Relationships xmlns="http://schemas.openxmlformats.org/package/2006/relationships"><Relationship Type="http://schemas.openxmlformats.org/officeDocument/2006/relationships/slideLayout" Target="/ppt/slideLayouts/V3Background_slideLayout1.xml" Id="R9d775e58ac684168" /><Relationship Type="http://schemas.openxmlformats.org/officeDocument/2006/relationships/notesSlide" Target="/ppt/notesSlides/notesSlide61.xml" Id="R61ccefeb093e4094" /></Relationships>
</file>

<file path=ppt/slides/_rels/slide62.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18.xml" /></Relationships>
</file>

<file path=ppt/slides/_rels/slide63.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22.xml" /></Relationships>
</file>

<file path=ppt/slides/charts/_rels/intro_v9_chart1.xml.rels><?xml version='1.0' encoding='utf-8'?>
<Relationships xmlns="http://schemas.openxmlformats.org/package/2006/relationships"><Relationship Id="rIdChartSnapshot1" Type="http://schemas.openxmlformats.org/officeDocument/2006/relationships/package" Target="/ppt/embeddings/intro_v9_chart-data-snapshot-001.xlsx" /></Relationships>
</file>

<file path=ppt/slides/charts/_rels/intro_v10_chart1.xml.rels><?xml version='1.0' encoding='utf-8'?>
<Relationships xmlns="http://schemas.openxmlformats.org/package/2006/relationships"><Relationship Id="rIdChartSnapshot1" Type="http://schemas.openxmlformats.org/officeDocument/2006/relationships/package" Target="/ppt/embeddings/intro_v9_chart-data-snapshot-001.xlsx" /></Relationships>
</file>

<file path=ppt/slides/charts/intro_v9_chart1.xml><?xml version="1.0" encoding="utf-8"?>
<ns0:chartSpace xmlns:a="http://schemas.openxmlformats.org/drawingml/2006/main" xmlns:ns0="http://schemas.openxmlformats.org/drawingml/2006/chart" xmlns:r="http://schemas.openxmlformats.org/officeDocument/2006/relationships">
  <ns0:lang val="en-US"/>
  <ns0:chart>
    <ns0:plotArea>
      <ns0:barChart>
        <ns0:barDir val="col"/>
        <ns0:grouping val="clustered"/>
        <ns0:varyColors val="1"/>
        <ns0:ser>
          <ns0:idx val="0"/>
          <ns0:order val="0"/>
          <ns0:tx>
            <ns0:v>시장 규모 (십억 달러)</ns0:v>
          </ns0:tx>
          <ns0:spPr>
            <a:solidFill>
              <a:srgbClr val="082759"/>
            </a:solidFill>
          </ns0:spPr>
          <ns0:invertIfNegative val="0"/>
          <ns0:dPt>
            <ns0:idx val="0"/>
            <ns0:invertIfNegative val="0"/>
            <ns0:spPr>
              <a:solidFill>
                <a:srgbClr val="A3B4CA"/>
              </a:solidFill>
            </ns0:spPr>
          </ns0:dPt>
          <ns0:dPt>
            <ns0:idx val="1"/>
            <ns0:invertIfNegative val="0"/>
            <ns0:spPr>
              <a:solidFill>
                <a:srgbClr val="082759"/>
              </a:solidFill>
            </ns0:spPr>
          </ns0:dPt>
          <ns0:cat>
            <ns0:strRef>
              <ns0:f>'Chart Data'!$A$2:$A$3</ns0:f>
              <ns0:strCache>
                <ns0:ptCount val="2"/>
                <ns0:pt idx="0">
                  <ns0:v>2026 추정</ns0:v>
                </ns0:pt>
                <ns0:pt idx="1">
                  <ns0:v>2031 전망</ns0:v>
                </ns0:pt>
              </ns0:strCache>
            </ns0:strRef>
          </ns0:cat>
          <ns0:val>
            <ns0:numRef>
              <ns0:f>'Chart Data'!$B$2:$B$3</ns0:f>
              <ns0:numCache>
                <ns0:formatCode>General</ns0:formatCode>
                <ns0:ptCount val="2"/>
                <ns0:pt idx="0">
                  <ns0:v>9.02</ns0:v>
                </ns0:pt>
                <ns0:pt idx="1">
                  <ns0:v>18.36</ns0:v>
                </ns0:pt>
              </ns0:numCache>
            </ns0:numRef>
          </ns0:val>
        </ns0:ser>
        <ns0:dLbls>
          <ns0:numFmt formatCode="0.00" sourceLinked="0"/>
          <ns0:txPr>
            <a:bodyPr anchorCtr="1"/>
            <a:lstStyle/>
            <a:p>
              <a:pPr>
                <a:defRPr sz="2000" b="1" lang="ko-KR">
                  <a:solidFill>
                    <a:srgbClr val="000000"/>
                  </a:solidFill>
                  <a:latin typeface="Calibri"/>
                  <a:ea typeface="Calibri"/>
                  <a:cs typeface="Calibri"/>
                </a:defRPr>
              </a:pPr>
              <a:endParaRPr lang="ko-KR">
                <a:latin typeface="Calibri"/>
                <a:ea typeface="Calibri"/>
                <a:cs typeface="Calibri"/>
              </a:endParaRPr>
            </a:p>
          </ns0:txPr>
          <ns0:dLblPos val="outEnd"/>
          <ns0:showLegendKey val="0"/>
          <ns0:showVal val="1"/>
          <ns0:showCatName val="0"/>
          <ns0:showSerName val="0"/>
          <ns0:showPercent val="0"/>
          <ns0:showBubbleSize val="0"/>
          <ns0:showLeaderLines val="0"/>
        </ns0:dLbls>
        <ns0:gapWidth val="80"/>
        <ns0:axId val="48650112"/>
        <ns0:axId val="48672768"/>
      </ns0:barChart>
      <ns0:catAx>
        <ns0:axId val="48650112"/>
        <ns0:scaling>
          <ns0:orientation val="minMax"/>
        </ns0:scaling>
        <ns0:delete val="0"/>
        <ns0:axPos val="b"/>
        <ns0:numFmt formatCode="General"/>
        <ns0:majorTickMark val="none"/>
        <ns0:minorTickMark val="none"/>
        <ns0:spPr>
          <a:ln w="9525">
            <a:solidFill>
              <a:srgbClr val="D4DBE4"/>
            </a:solidFill>
          </a:ln>
        </ns0:spPr>
        <ns0:txPr>
          <a:bodyPr anchorCtr="1"/>
          <a:lstStyle/>
          <a:p>
            <a:pPr>
              <a:defRPr sz="1500" lang="ko-KR">
                <a:solidFill>
                  <a:srgbClr val="000000"/>
                </a:solidFill>
                <a:latin typeface="Calibri"/>
                <a:ea typeface="Calibri"/>
                <a:cs typeface="Calibri"/>
              </a:defRPr>
            </a:pPr>
            <a:endParaRPr lang="ko-KR">
              <a:latin typeface="Calibri"/>
              <a:ea typeface="Calibri"/>
              <a:cs typeface="Calibri"/>
            </a:endParaRPr>
          </a:p>
        </ns0:txPr>
        <ns0:crossAx val="48672768"/>
      </ns0:catAx>
      <ns0:valAx>
        <ns0:axId val="48672768"/>
        <ns0:scaling>
          <ns0:orientation val="minMax"/>
          <ns0:max val="20"/>
          <ns0:min val="0"/>
        </ns0:scaling>
        <ns0:delete val="0"/>
        <ns0:axPos val="l"/>
        <ns0:majorGridlines>
          <ns0:spPr>
            <a:ln w="9525">
              <a:solidFill>
                <a:srgbClr val="E7EBEF"/>
              </a:solidFill>
            </a:ln>
          </ns0:spPr>
        </ns0:majorGridlines>
        <ns0:numFmt formatCode="General"/>
        <ns0:majorTickMark val="none"/>
        <ns0:minorTickMark val="none"/>
        <ns0:spPr>
          <a:ln w="0">
            <a:noFill/>
          </a:ln>
        </ns0:spPr>
        <ns0:txPr>
          <a:bodyPr anchorCtr="1"/>
          <a:lstStyle/>
          <a:p>
            <a:pPr>
              <a:defRPr sz="1200" lang="ko-KR">
                <a:solidFill>
                  <a:srgbClr val="4A5563"/>
                </a:solidFill>
                <a:latin typeface="Calibri"/>
                <a:ea typeface="Calibri"/>
                <a:cs typeface="Calibri"/>
              </a:defRPr>
            </a:pPr>
            <a:endParaRPr lang="ko-KR">
              <a:latin typeface="Calibri"/>
              <a:ea typeface="Calibri"/>
              <a:cs typeface="Calibri"/>
            </a:endParaRPr>
          </a:p>
        </ns0:txPr>
        <ns0:crossAx val="48650112"/>
        <ns0:crossBetween val="between"/>
        <ns0:majorUnit val="10"/>
      </ns0:valAx>
      <ns0:spPr>
        <a:solidFill>
          <a:srgbClr val="FFFFFF"/>
        </a:solidFill>
        <a:ln w="0">
          <a:noFill/>
        </a:ln>
      </ns0:spPr>
    </ns0:plotArea>
    <ns0:plotVisOnly val="1"/>
  </ns0:chart>
  <ns0:spPr>
    <a:solidFill>
      <a:srgbClr val="FFFFFF"/>
    </a:solidFill>
    <a:ln w="0">
      <a:noFill/>
    </a:ln>
  </ns0:spPr>
  <ns0:externalData r:id="rIdChartSnapshot1">
    <ns0:autoUpdate val="0"/>
  </ns0:externalData>
</ns0:chartSpace>
</file>

<file path=ppt/slides/charts/intro_v10_chart1.xml><?xml version="1.0" encoding="utf-8"?>
<ns0:chartSpace xmlns:a="http://schemas.openxmlformats.org/drawingml/2006/main" xmlns:ns0="http://schemas.openxmlformats.org/drawingml/2006/chart" xmlns:r="http://schemas.openxmlformats.org/officeDocument/2006/relationships">
  <ns0:lang val="en-US"/>
  <ns0:chart>
    <ns0:plotArea>
      <ns0:barChart>
        <ns0:barDir val="col"/>
        <ns0:grouping val="clustered"/>
        <ns0:varyColors val="1"/>
        <ns0:ser>
          <ns0:idx val="0"/>
          <ns0:order val="0"/>
          <ns0:tx>
            <ns0:v>시장 규모 (십억 달러)</ns0:v>
          </ns0:tx>
          <ns0:spPr>
            <a:solidFill>
              <a:srgbClr val="082759"/>
            </a:solidFill>
          </ns0:spPr>
          <ns0:invertIfNegative val="0"/>
          <ns0:dPt>
            <ns0:idx val="0"/>
            <ns0:invertIfNegative val="0"/>
            <ns0:spPr>
              <a:solidFill>
                <a:srgbClr val="A3B4CA"/>
              </a:solidFill>
            </ns0:spPr>
          </ns0:dPt>
          <ns0:dPt>
            <ns0:idx val="1"/>
            <ns0:invertIfNegative val="0"/>
            <ns0:spPr>
              <a:solidFill>
                <a:srgbClr val="082759"/>
              </a:solidFill>
            </ns0:spPr>
          </ns0:dPt>
          <ns0:cat>
            <ns0:strRef>
              <ns0:f>'Chart Data'!$A$2:$A$3</ns0:f>
              <ns0:strCache>
                <ns0:ptCount val="2"/>
                <ns0:pt idx="0">
                  <ns0:v>2026 추정</ns0:v>
                </ns0:pt>
                <ns0:pt idx="1">
                  <ns0:v>2031 전망</ns0:v>
                </ns0:pt>
              </ns0:strCache>
            </ns0:strRef>
          </ns0:cat>
          <ns0:val>
            <ns0:numRef>
              <ns0:f>'Chart Data'!$B$2:$B$3</ns0:f>
              <ns0:numCache>
                <ns0:formatCode>General</ns0:formatCode>
                <ns0:ptCount val="2"/>
                <ns0:pt idx="0">
                  <ns0:v>9.02</ns0:v>
                </ns0:pt>
                <ns0:pt idx="1">
                  <ns0:v>18.36</ns0:v>
                </ns0:pt>
              </ns0:numCache>
            </ns0:numRef>
          </ns0:val>
        </ns0:ser>
        <ns0:dLbls>
          <ns0:numFmt formatCode="0.00" sourceLinked="0"/>
          <ns0:txPr>
            <a:bodyPr anchorCtr="1"/>
            <a:lstStyle/>
            <a:p>
              <a:pPr>
                <a:defRPr sz="2000" b="1" lang="ko-KR">
                  <a:solidFill>
                    <a:srgbClr val="000000"/>
                  </a:solidFill>
                  <a:latin typeface="Calibri"/>
                  <a:ea typeface="Calibri"/>
                  <a:cs typeface="Calibri"/>
                </a:defRPr>
              </a:pPr>
              <a:endParaRPr lang="ko-KR">
                <a:latin typeface="Calibri"/>
                <a:ea typeface="Calibri"/>
                <a:cs typeface="Calibri"/>
              </a:endParaRPr>
            </a:p>
          </ns0:txPr>
          <ns0:dLblPos val="outEnd"/>
          <ns0:showLegendKey val="0"/>
          <ns0:showVal val="1"/>
          <ns0:showCatName val="0"/>
          <ns0:showSerName val="0"/>
          <ns0:showPercent val="0"/>
          <ns0:showBubbleSize val="0"/>
          <ns0:showLeaderLines val="0"/>
        </ns0:dLbls>
        <ns0:gapWidth val="80"/>
        <ns0:axId val="48650112"/>
        <ns0:axId val="48672768"/>
      </ns0:barChart>
      <ns0:catAx>
        <ns0:axId val="48650112"/>
        <ns0:scaling>
          <ns0:orientation val="minMax"/>
        </ns0:scaling>
        <ns0:delete val="0"/>
        <ns0:axPos val="b"/>
        <ns0:numFmt formatCode="General"/>
        <ns0:majorTickMark val="none"/>
        <ns0:minorTickMark val="none"/>
        <ns0:spPr>
          <a:ln w="9525">
            <a:solidFill>
              <a:srgbClr val="D4DBE4"/>
            </a:solidFill>
          </a:ln>
        </ns0:spPr>
        <ns0:txPr>
          <a:bodyPr anchorCtr="1"/>
          <a:lstStyle/>
          <a:p>
            <a:pPr>
              <a:defRPr sz="1500" lang="ko-KR">
                <a:solidFill>
                  <a:srgbClr val="000000"/>
                </a:solidFill>
                <a:latin typeface="Calibri"/>
                <a:ea typeface="Calibri"/>
                <a:cs typeface="Calibri"/>
              </a:defRPr>
            </a:pPr>
            <a:endParaRPr lang="ko-KR">
              <a:latin typeface="Calibri"/>
              <a:ea typeface="Calibri"/>
              <a:cs typeface="Calibri"/>
            </a:endParaRPr>
          </a:p>
        </ns0:txPr>
        <ns0:crossAx val="48672768"/>
      </ns0:catAx>
      <ns0:valAx>
        <ns0:axId val="48672768"/>
        <ns0:scaling>
          <ns0:orientation val="minMax"/>
          <ns0:max val="20"/>
          <ns0:min val="0"/>
        </ns0:scaling>
        <ns0:delete val="0"/>
        <ns0:axPos val="l"/>
        <ns0:majorGridlines>
          <ns0:spPr>
            <a:ln w="9525">
              <a:solidFill>
                <a:srgbClr val="E7EBEF"/>
              </a:solidFill>
            </a:ln>
          </ns0:spPr>
        </ns0:majorGridlines>
        <ns0:numFmt formatCode="General"/>
        <ns0:majorTickMark val="none"/>
        <ns0:minorTickMark val="none"/>
        <ns0:spPr>
          <a:ln w="0">
            <a:noFill/>
          </a:ln>
        </ns0:spPr>
        <ns0:txPr>
          <a:bodyPr anchorCtr="1"/>
          <a:lstStyle/>
          <a:p>
            <a:pPr>
              <a:defRPr sz="1200" lang="ko-KR">
                <a:solidFill>
                  <a:srgbClr val="4A5563"/>
                </a:solidFill>
                <a:latin typeface="Calibri"/>
                <a:ea typeface="Calibri"/>
                <a:cs typeface="Calibri"/>
              </a:defRPr>
            </a:pPr>
            <a:endParaRPr lang="ko-KR">
              <a:latin typeface="Calibri"/>
              <a:ea typeface="Calibri"/>
              <a:cs typeface="Calibri"/>
            </a:endParaRPr>
          </a:p>
        </ns0:txPr>
        <ns0:crossAx val="48650112"/>
        <ns0:crossBetween val="between"/>
        <ns0:majorUnit val="10"/>
      </ns0:valAx>
      <ns0:spPr>
        <a:solidFill>
          <a:srgbClr val="FFFFFF"/>
        </a:solidFill>
        <a:ln w="0">
          <a:noFill/>
        </a:ln>
      </ns0:spPr>
    </ns0:plotArea>
    <ns0:plotVisOnly val="1"/>
  </ns0:chart>
  <ns0:spPr>
    <a:solidFill>
      <a:srgbClr val="FFFFFF"/>
    </a:solidFill>
    <a:ln w="0">
      <a:noFill/>
    </a:ln>
  </ns0:spPr>
  <ns0:externalData r:id="rIdChartSnapshot1">
    <ns0:autoUpdate val="0"/>
  </ns0:externalData>
</ns0:chartSpace>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project-background">
    <p:bg>
      <p:bgPr>
        <a:solidFill>
          <a:srgbClr val="FFFFFF"/>
        </a:solidFill>
      </p:bgPr>
    </p:bg>
    <p:spTree>
      <p:nvGrpSpPr>
        <p:cNvPr id="1" name=""/>
        <p:cNvGrpSpPr/>
        <p:nvPr/>
      </p:nvGrpSpPr>
      <p:grpSpPr>
        <a:xfrm/>
      </p:grpSpPr>
      <p:sp>
        <p:nvSpPr>
          <p:cNvPr id="13" name="r3-13">
            <a:extLst>
              <a:ext uri="{FF2B5EF4-FFF2-40B4-BE49-F238E27FC236}">
                <ns2:creationId id="{AB55F528-45A3-4A2D-8761-301EFBA5BB19}"/>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14" name="r3-14">
            <a:extLst>
              <a:ext uri="{FF2B5EF4-FFF2-40B4-BE49-F238E27FC236}">
                <ns2:creationId id="{BEF4A735-9C7D-41E2-A1CB-553DC08DA2FF}"/>
              </a:ext>
            </a:extLst>
          </p:cNvPr>
          <p:cNvSpPr>
            <a:spLocks noGrp="1"/>
          </p:cNvSpPr>
          <p:nvPr/>
        </p:nvSpPr>
        <p:spPr>
          <a:xfrm>
            <a:off x="971550" y="1314450"/>
            <a:ext cx="7500938" cy="685800"/>
          </a:xfrm>
          <a:prstGeom prst="roundRect">
            <a:avLst>
              <a:gd name="adj" fmla="val 16667"/>
            </a:avLst>
          </a:prstGeom>
          <a:solidFill>
            <a:srgbClr val="EEEEEE"/>
          </a:solidFill>
          <a:ln w="14288">
            <a:solidFill>
              <a:srgbClr val="CAD2D9"/>
            </a:solidFill>
          </a:ln>
        </p:spPr>
        <p:txBody>
          <a:bodyPr wrap="none" lIns="114300" tIns="71438" rIns="114300" bIns="71437"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PC 업무를 수행하는 AI의 등장</a:t>
            </a:r>
            <a:endParaRPr lang="ko-KR">
              <a:solidFill>
                <a:srgbClr val="000000"/>
              </a:solidFill>
              <a:latin typeface="Calibri"/>
              <a:ea typeface="Calibri"/>
              <a:cs typeface="Calibri"/>
            </a:endParaRPr>
          </a:p>
        </p:txBody>
      </p:sp>
      <p:sp>
        <p:nvSpPr>
          <p:cNvPr id="16" name="r3-16">
            <a:extLst>
              <a:ext uri="{FF2B5EF4-FFF2-40B4-BE49-F238E27FC236}">
                <ns2:creationId id="{61C8B37E-4868-4E50-93C4-9E5E29EA9A86}"/>
              </a:ext>
            </a:extLst>
          </p:cNvPr>
          <p:cNvSpPr>
            <a:spLocks noGrp="1"/>
          </p:cNvSpPr>
          <p:nvPr/>
        </p:nvSpPr>
        <p:spPr>
          <a:xfrm>
            <a:off x="9815512" y="1314450"/>
            <a:ext cx="7500938" cy="685800"/>
          </a:xfrm>
          <a:prstGeom prst="roundRect">
            <a:avLst>
              <a:gd name="adj" fmla="val 16667"/>
            </a:avLst>
          </a:prstGeom>
          <a:solidFill>
            <a:srgbClr val="EEEEEE"/>
          </a:solidFill>
          <a:ln w="14288">
            <a:solidFill>
              <a:srgbClr val="CAD2D9"/>
            </a:solidFill>
          </a:ln>
        </p:spPr>
        <p:txBody>
          <a:bodyPr wrap="none" lIns="114300" tIns="71438" rIns="114300" bIns="71437"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화면을 보며 말로 지시하는 상호작용</a:t>
            </a:r>
            <a:endParaRPr lang="ko-KR">
              <a:solidFill>
                <a:srgbClr val="000000"/>
              </a:solidFill>
              <a:latin typeface="Calibri"/>
              <a:ea typeface="Calibri"/>
              <a:cs typeface="Calibri"/>
            </a:endParaRPr>
          </a:p>
        </p:txBody>
      </p:sp>
      <p:sp>
        <p:nvSpPr>
          <p:cNvPr id="18" name="line-18">
            <a:extLst>
              <a:ext uri="{FF2B5EF4-FFF2-40B4-BE49-F238E27FC236}">
                <ns2:creationId id="{C974F878-DB1A-4342-B659-4A99052540B8}"/>
              </a:ext>
            </a:extLst>
          </p:cNvPr>
          <p:cNvSpPr>
            <a:spLocks noGrp="1"/>
          </p:cNvSpPr>
          <p:nvPr/>
        </p:nvSpPr>
        <p:spPr>
          <a:xfrm flipH="0">
            <a:off x="9144000" y="2157412"/>
            <a:ext cx="0" cy="7386638"/>
          </a:xfrm>
          <a:prstGeom prst="line">
            <a:avLst/>
          </a:prstGeom>
          <a:noFill/>
          <a:ln w="14288">
            <a:solidFill>
              <a:srgbClr val="BDC4CA"/>
            </a:solidFill>
          </a:ln>
        </p:spPr>
      </p:sp>
      <p:sp>
        <p:nvSpPr>
          <p:cNvPr id="19" name="r3-19">
            <a:extLst>
              <a:ext uri="{FF2B5EF4-FFF2-40B4-BE49-F238E27FC236}">
                <ns2:creationId id="{84A506B7-C72B-481E-8802-96982FF4C1E1}"/>
              </a:ext>
            </a:extLst>
          </p:cNvPr>
          <p:cNvSpPr>
            <a:spLocks noGrp="1"/>
          </p:cNvSpPr>
          <p:nvPr/>
        </p:nvSpPr>
        <p:spPr>
          <a:xfrm>
            <a:off x="528638" y="2343150"/>
            <a:ext cx="71438" cy="71438"/>
          </a:xfrm>
          <a:prstGeom prst="rect">
            <a:avLst/>
          </a:prstGeom>
          <a:solidFill>
            <a:srgbClr val="EEEEEE"/>
          </a:solidFill>
          <a:ln w="0">
            <a:noFill/>
          </a:ln>
        </p:spPr>
      </p:sp>
      <p:sp>
        <p:nvSpPr>
          <p:cNvPr id="20" name="r3-20">
            <a:extLst>
              <a:ext uri="{FF2B5EF4-FFF2-40B4-BE49-F238E27FC236}">
                <ns2:creationId id="{50EC78CD-D629-4070-9782-EFF3746CB20E}"/>
              </a:ext>
            </a:extLst>
          </p:cNvPr>
          <p:cNvSpPr>
            <a:spLocks noGrp="1"/>
          </p:cNvSpPr>
          <p:nvPr/>
        </p:nvSpPr>
        <p:spPr>
          <a:xfrm>
            <a:off x="757238" y="2185988"/>
            <a:ext cx="8115300" cy="442912"/>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자료를 찾아 업무 앱까지 조작하는 AI</a:t>
            </a:r>
            <a:endParaRPr lang="ko-KR">
              <a:solidFill>
                <a:srgbClr val="000000"/>
              </a:solidFill>
              <a:latin typeface="Calibri"/>
              <a:ea typeface="Calibri"/>
              <a:cs typeface="Calibri"/>
            </a:endParaRPr>
          </a:p>
        </p:txBody>
      </p:sp>
      <p:sp>
        <p:nvSpPr>
          <p:cNvPr id="21" name="r3-21">
            <a:extLst>
              <a:ext uri="{FF2B5EF4-FFF2-40B4-BE49-F238E27FC236}">
                <ns2:creationId id="{16AA4A4D-C1BC-471A-A0C1-2709618E782F}"/>
              </a:ext>
            </a:extLst>
          </p:cNvPr>
          <p:cNvSpPr>
            <a:spLocks noGrp="1"/>
          </p:cNvSpPr>
          <p:nvPr/>
        </p:nvSpPr>
        <p:spPr>
          <a:xfrm>
            <a:off x="757238" y="2628900"/>
            <a:ext cx="8001000" cy="385762"/>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화면을 읽고, 필요한 정보를 찾아 신청서에 입력</a:t>
            </a:r>
            <a:endParaRPr lang="ko-KR">
              <a:solidFill>
                <a:srgbClr val="000000"/>
              </a:solidFill>
              <a:latin typeface="Calibri"/>
              <a:ea typeface="Calibri"/>
              <a:cs typeface="Calibri"/>
            </a:endParaRPr>
          </a:p>
        </p:txBody>
      </p:sp>
      <p:pic>
        <p:nvPicPr>
          <p:cNvPr id="78" name=""/>
          <p:cNvPicPr>
            <a:picLocks noChangeAspect="1"/>
          </p:cNvPicPr>
          <p:nvPr/>
        </p:nvPicPr>
        <p:blipFill>
          <a:blip r:embed="R413be209bf6b450f"/>
          <a:stretch/>
        </p:blipFill>
        <p:spPr>
          <a:xfrm>
            <a:off x="1725612" y="3071812"/>
            <a:ext cx="5892800" cy="3314700"/>
          </a:xfrm>
          <a:prstGeom prst="rect">
            <a:avLst/>
          </a:prstGeom>
        </p:spPr>
      </p:pic>
      <p:sp>
        <p:nvSpPr>
          <p:cNvPr id="23" name="r3-22">
            <a:extLst>
              <a:ext uri="{FF2B5EF4-FFF2-40B4-BE49-F238E27FC236}">
                <ns2:creationId id="{5B55BA97-B98F-45F7-A1C9-E074B279CC81}"/>
              </a:ext>
            </a:extLst>
          </p:cNvPr>
          <p:cNvSpPr>
            <a:spLocks noGrp="1"/>
          </p:cNvSpPr>
          <p:nvPr/>
        </p:nvSpPr>
        <p:spPr>
          <a:xfrm>
            <a:off x="785812" y="6443662"/>
            <a:ext cx="78581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거래처 검색 → 정보 확인 → 신청서 입력</a:t>
            </a:r>
            <a:endParaRPr lang="ko-KR">
              <a:solidFill>
                <a:srgbClr val="000000"/>
              </a:solidFill>
              <a:latin typeface="Calibri"/>
              <a:ea typeface="Calibri"/>
              <a:cs typeface="Calibri"/>
            </a:endParaRPr>
          </a:p>
        </p:txBody>
      </p:sp>
      <p:sp>
        <p:nvSpPr>
          <p:cNvPr id="24" name="r3-23">
            <a:extLst>
              <a:ext uri="{FF2B5EF4-FFF2-40B4-BE49-F238E27FC236}">
                <ns2:creationId id="{DABE3B1C-A404-4AF5-8982-3C4E453A15F4}"/>
              </a:ext>
            </a:extLst>
          </p:cNvPr>
          <p:cNvSpPr>
            <a:spLocks noGrp="1"/>
          </p:cNvSpPr>
          <p:nvPr/>
        </p:nvSpPr>
        <p:spPr>
          <a:xfrm>
            <a:off x="642938" y="6829425"/>
            <a:ext cx="8072438" cy="285750"/>
          </a:xfrm>
          <a:prstGeom prst="rect">
            <a:avLst/>
          </a:prstGeom>
          <a:noFill/>
          <a:ln w="0">
            <a:noFill/>
          </a:ln>
        </p:spPr>
        <p:txBody>
          <a:bodyPr wrap="none" lIns="0" tIns="0" rIns="0" bIns="0" anchor="ctr">
            <a:noAutofit/>
          </a:bodyPr>
          <a:lstStyle/>
          <a:p>
            <a:pPr algn="ct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 Anthropic computer use 공개 시연, 2024.10 / 발췌, 3배속 ]</a:t>
            </a:r>
            <a:endParaRPr lang="ko-KR">
              <a:solidFill>
                <a:srgbClr val="000000"/>
              </a:solidFill>
              <a:latin typeface="Calibri"/>
              <a:ea typeface="Calibri"/>
              <a:cs typeface="Calibri"/>
            </a:endParaRPr>
          </a:p>
        </p:txBody>
      </p:sp>
      <p:sp>
        <p:nvSpPr>
          <p:cNvPr id="25" name="line-24">
            <a:extLst>
              <a:ext uri="{FF2B5EF4-FFF2-40B4-BE49-F238E27FC236}">
                <ns2:creationId id="{231CF7CE-1A9C-421A-8932-22EA46C7245B}"/>
              </a:ext>
            </a:extLst>
          </p:cNvPr>
          <p:cNvSpPr>
            <a:spLocks noGrp="1"/>
          </p:cNvSpPr>
          <p:nvPr/>
        </p:nvSpPr>
        <p:spPr>
          <a:xfrm flipH="0">
            <a:off x="542925" y="7300912"/>
            <a:ext cx="8201025" cy="0"/>
          </a:xfrm>
          <a:prstGeom prst="line">
            <a:avLst/>
          </a:prstGeom>
          <a:noFill/>
          <a:ln w="14288">
            <a:solidFill>
              <a:srgbClr val="BDC4CA"/>
            </a:solidFill>
          </a:ln>
        </p:spPr>
      </p:sp>
      <p:sp>
        <p:nvSpPr>
          <p:cNvPr id="26" name="r3-25">
            <a:extLst>
              <a:ext uri="{FF2B5EF4-FFF2-40B4-BE49-F238E27FC236}">
                <ns2:creationId id="{E7A4B1B7-62E3-4E28-907F-C78A10BBE8C7}"/>
              </a:ext>
            </a:extLst>
          </p:cNvPr>
          <p:cNvSpPr>
            <a:spLocks noGrp="1"/>
          </p:cNvSpPr>
          <p:nvPr/>
        </p:nvSpPr>
        <p:spPr>
          <a:xfrm>
            <a:off x="542925" y="7600950"/>
            <a:ext cx="71438" cy="71438"/>
          </a:xfrm>
          <a:prstGeom prst="rect">
            <a:avLst/>
          </a:prstGeom>
          <a:solidFill>
            <a:srgbClr val="EEEEEE"/>
          </a:solidFill>
          <a:ln w="0">
            <a:noFill/>
          </a:ln>
        </p:spPr>
      </p:sp>
      <p:sp>
        <p:nvSpPr>
          <p:cNvPr id="27" name="r3-26">
            <a:extLst>
              <a:ext uri="{FF2B5EF4-FFF2-40B4-BE49-F238E27FC236}">
                <ns2:creationId id="{2F451365-CB00-4AD6-A81A-61AB976AE3F2}"/>
              </a:ext>
            </a:extLst>
          </p:cNvPr>
          <p:cNvSpPr>
            <a:spLocks noGrp="1"/>
          </p:cNvSpPr>
          <p:nvPr/>
        </p:nvSpPr>
        <p:spPr>
          <a:xfrm>
            <a:off x="771525" y="7443788"/>
            <a:ext cx="8086725" cy="442912"/>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사무 업무부터 개발 업무까지 적용 영역 확대</a:t>
            </a:r>
            <a:endParaRPr lang="ko-KR">
              <a:solidFill>
                <a:srgbClr val="000000"/>
              </a:solidFill>
              <a:latin typeface="Calibri"/>
              <a:ea typeface="Calibri"/>
              <a:cs typeface="Calibri"/>
            </a:endParaRPr>
          </a:p>
        </p:txBody>
      </p:sp>
      <p:sp>
        <p:nvSpPr>
          <p:cNvPr id="28" name="r3-27">
            <a:extLst>
              <a:ext uri="{FF2B5EF4-FFF2-40B4-BE49-F238E27FC236}">
                <ns2:creationId id="{27EF8A4F-288C-484E-81E0-0A870D63EC45}"/>
              </a:ext>
            </a:extLst>
          </p:cNvPr>
          <p:cNvSpPr>
            <a:spLocks noGrp="1"/>
          </p:cNvSpPr>
          <p:nvPr/>
        </p:nvSpPr>
        <p:spPr>
          <a:xfrm>
            <a:off x="785812" y="7986712"/>
            <a:ext cx="3586162" cy="385762"/>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여러 앱을 활용한 사무 업무</a:t>
            </a:r>
            <a:endParaRPr lang="ko-KR">
              <a:solidFill>
                <a:srgbClr val="000000"/>
              </a:solidFill>
              <a:latin typeface="Calibri"/>
              <a:ea typeface="Calibri"/>
              <a:cs typeface="Calibri"/>
            </a:endParaRPr>
          </a:p>
        </p:txBody>
      </p:sp>
      <p:sp>
        <p:nvSpPr>
          <p:cNvPr id="29" name="r3-28">
            <a:extLst>
              <a:ext uri="{FF2B5EF4-FFF2-40B4-BE49-F238E27FC236}">
                <ns2:creationId id="{6330F366-2F4A-4B16-AE85-794E022A42E9}"/>
              </a:ext>
            </a:extLst>
          </p:cNvPr>
          <p:cNvSpPr>
            <a:spLocks noGrp="1"/>
          </p:cNvSpPr>
          <p:nvPr/>
        </p:nvSpPr>
        <p:spPr>
          <a:xfrm>
            <a:off x="785812" y="8443912"/>
            <a:ext cx="3457575" cy="3429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Claude Cowork 사례</a:t>
            </a:r>
            <a:endParaRPr lang="ko-KR">
              <a:solidFill>
                <a:srgbClr val="000000"/>
              </a:solidFill>
              <a:latin typeface="Calibri"/>
              <a:ea typeface="Calibri"/>
              <a:cs typeface="Calibri"/>
            </a:endParaRPr>
          </a:p>
        </p:txBody>
      </p:sp>
      <p:sp>
        <p:nvSpPr>
          <p:cNvPr id="30" name="r3-29">
            <a:extLst>
              <a:ext uri="{FF2B5EF4-FFF2-40B4-BE49-F238E27FC236}">
                <ns2:creationId id="{1B93C5E3-B5D3-452F-B8C1-35571A5F0141}"/>
              </a:ext>
            </a:extLst>
          </p:cNvPr>
          <p:cNvSpPr>
            <a:spLocks noGrp="1"/>
          </p:cNvSpPr>
          <p:nvPr/>
        </p:nvSpPr>
        <p:spPr>
          <a:xfrm>
            <a:off x="4529138" y="7972425"/>
            <a:ext cx="4186238" cy="814388"/>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파일과 앱의 자료로 보고서 작성</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자료를 비교해 표와 발표자료 생성</a:t>
            </a:r>
            <a:endParaRPr lang="ko-KR">
              <a:solidFill>
                <a:srgbClr val="000000"/>
              </a:solidFill>
              <a:latin typeface="Calibri"/>
              <a:ea typeface="Calibri"/>
              <a:cs typeface="Calibri"/>
            </a:endParaRPr>
          </a:p>
        </p:txBody>
      </p:sp>
      <p:sp>
        <p:nvSpPr>
          <p:cNvPr id="31" name="r3-30">
            <a:extLst>
              <a:ext uri="{FF2B5EF4-FFF2-40B4-BE49-F238E27FC236}">
                <ns2:creationId id="{316986EB-7558-4CC4-B891-E55FE877AA0C}"/>
              </a:ext>
            </a:extLst>
          </p:cNvPr>
          <p:cNvSpPr>
            <a:spLocks noGrp="1"/>
          </p:cNvSpPr>
          <p:nvPr/>
        </p:nvSpPr>
        <p:spPr>
          <a:xfrm>
            <a:off x="785812" y="8901112"/>
            <a:ext cx="3586162" cy="385762"/>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개발에 필요한 전문 업무</a:t>
            </a:r>
            <a:endParaRPr lang="ko-KR">
              <a:solidFill>
                <a:srgbClr val="000000"/>
              </a:solidFill>
              <a:latin typeface="Calibri"/>
              <a:ea typeface="Calibri"/>
              <a:cs typeface="Calibri"/>
            </a:endParaRPr>
          </a:p>
        </p:txBody>
      </p:sp>
      <p:sp>
        <p:nvSpPr>
          <p:cNvPr id="32" name="r3-31">
            <a:extLst>
              <a:ext uri="{FF2B5EF4-FFF2-40B4-BE49-F238E27FC236}">
                <ns2:creationId id="{E452EDDA-800B-402C-AA12-50B6A3D07A8A}"/>
              </a:ext>
            </a:extLst>
          </p:cNvPr>
          <p:cNvSpPr>
            <a:spLocks noGrp="1"/>
          </p:cNvSpPr>
          <p:nvPr/>
        </p:nvSpPr>
        <p:spPr>
          <a:xfrm>
            <a:off x="785812" y="9329738"/>
            <a:ext cx="3457575" cy="3143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Claude Code 사례</a:t>
            </a:r>
            <a:endParaRPr lang="ko-KR">
              <a:solidFill>
                <a:srgbClr val="000000"/>
              </a:solidFill>
              <a:latin typeface="Calibri"/>
              <a:ea typeface="Calibri"/>
              <a:cs typeface="Calibri"/>
            </a:endParaRPr>
          </a:p>
        </p:txBody>
      </p:sp>
      <p:sp>
        <p:nvSpPr>
          <p:cNvPr id="33" name="r3-32">
            <a:extLst>
              <a:ext uri="{FF2B5EF4-FFF2-40B4-BE49-F238E27FC236}">
                <ns2:creationId id="{C30D22F9-AEEF-40DF-947E-DBA6ED786212}"/>
              </a:ext>
            </a:extLst>
          </p:cNvPr>
          <p:cNvSpPr>
            <a:spLocks noGrp="1"/>
          </p:cNvSpPr>
          <p:nvPr/>
        </p:nvSpPr>
        <p:spPr>
          <a:xfrm>
            <a:off x="4529138" y="8858250"/>
            <a:ext cx="4186238" cy="814388"/>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코드를 탐색하고 수정</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테스트로 문제를 확인하고 보완</a:t>
            </a:r>
            <a:endParaRPr lang="ko-KR">
              <a:solidFill>
                <a:srgbClr val="000000"/>
              </a:solidFill>
              <a:latin typeface="Calibri"/>
              <a:ea typeface="Calibri"/>
              <a:cs typeface="Calibri"/>
            </a:endParaRPr>
          </a:p>
        </p:txBody>
      </p:sp>
      <p:sp>
        <p:nvSpPr>
          <p:cNvPr id="34" name="r3-33">
            <a:extLst>
              <a:ext uri="{FF2B5EF4-FFF2-40B4-BE49-F238E27FC236}">
                <ns2:creationId id="{A7944648-61B7-4E08-A627-38FC846E8FAC}"/>
              </a:ext>
            </a:extLst>
          </p:cNvPr>
          <p:cNvSpPr>
            <a:spLocks noGrp="1"/>
          </p:cNvSpPr>
          <p:nvPr/>
        </p:nvSpPr>
        <p:spPr>
          <a:xfrm>
            <a:off x="9444038" y="2343150"/>
            <a:ext cx="71438" cy="71438"/>
          </a:xfrm>
          <a:prstGeom prst="rect">
            <a:avLst/>
          </a:prstGeom>
          <a:solidFill>
            <a:srgbClr val="EEEEEE"/>
          </a:solidFill>
          <a:ln w="0">
            <a:noFill/>
          </a:ln>
        </p:spPr>
      </p:sp>
      <p:sp>
        <p:nvSpPr>
          <p:cNvPr id="35" name="r3-34">
            <a:extLst>
              <a:ext uri="{FF2B5EF4-FFF2-40B4-BE49-F238E27FC236}">
                <ns2:creationId id="{84B4062C-A917-4375-BCDE-44E482943E56}"/>
              </a:ext>
            </a:extLst>
          </p:cNvPr>
          <p:cNvSpPr>
            <a:spLocks noGrp="1"/>
          </p:cNvSpPr>
          <p:nvPr/>
        </p:nvSpPr>
        <p:spPr>
          <a:xfrm>
            <a:off x="9672638" y="2185988"/>
            <a:ext cx="8115300" cy="442912"/>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화면의 대상을 가리키며 음성으로 요청</a:t>
            </a:r>
            <a:endParaRPr lang="ko-KR">
              <a:solidFill>
                <a:srgbClr val="000000"/>
              </a:solidFill>
              <a:latin typeface="Calibri"/>
              <a:ea typeface="Calibri"/>
              <a:cs typeface="Calibri"/>
            </a:endParaRPr>
          </a:p>
        </p:txBody>
      </p:sp>
      <p:sp>
        <p:nvSpPr>
          <p:cNvPr id="36" name="r3-35">
            <a:extLst>
              <a:ext uri="{FF2B5EF4-FFF2-40B4-BE49-F238E27FC236}">
                <ns2:creationId id="{A8E87FF4-F385-470C-B346-108803DE37C1}"/>
              </a:ext>
            </a:extLst>
          </p:cNvPr>
          <p:cNvSpPr>
            <a:spLocks noGrp="1"/>
          </p:cNvSpPr>
          <p:nvPr/>
        </p:nvSpPr>
        <p:spPr>
          <a:xfrm>
            <a:off x="9672638" y="2628900"/>
            <a:ext cx="8001000" cy="385762"/>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결과를 보며 수정하고, 다음 작업으로 연결</a:t>
            </a:r>
            <a:endParaRPr lang="ko-KR">
              <a:solidFill>
                <a:srgbClr val="000000"/>
              </a:solidFill>
              <a:latin typeface="Calibri"/>
              <a:ea typeface="Calibri"/>
              <a:cs typeface="Calibri"/>
            </a:endParaRPr>
          </a:p>
        </p:txBody>
      </p:sp>
      <p:pic>
        <p:nvPicPr>
          <p:cNvPr id="93" name=""/>
          <p:cNvPicPr>
            <a:picLocks noChangeAspect="1"/>
          </p:cNvPicPr>
          <p:nvPr/>
        </p:nvPicPr>
        <p:blipFill>
          <a:blip r:embed="R34900b255bd54306"/>
          <a:stretch/>
        </p:blipFill>
        <p:spPr>
          <a:xfrm>
            <a:off x="10641012" y="3071812"/>
            <a:ext cx="5892800" cy="3314700"/>
          </a:xfrm>
          <a:prstGeom prst="rect">
            <a:avLst/>
          </a:prstGeom>
        </p:spPr>
      </p:pic>
      <p:sp>
        <p:nvSpPr>
          <p:cNvPr id="38" name="r3-36">
            <a:extLst>
              <a:ext uri="{FF2B5EF4-FFF2-40B4-BE49-F238E27FC236}">
                <ns2:creationId id="{9AA92321-4FD3-4FFE-9653-A54A05BBFA1D}"/>
              </a:ext>
            </a:extLst>
          </p:cNvPr>
          <p:cNvSpPr>
            <a:spLocks noGrp="1"/>
          </p:cNvSpPr>
          <p:nvPr/>
        </p:nvSpPr>
        <p:spPr>
          <a:xfrm>
            <a:off x="9601200" y="6443662"/>
            <a:ext cx="80867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원을 로켓 창문으로 수정 → 3D 모델 작업으로 연결</a:t>
            </a:r>
            <a:endParaRPr lang="ko-KR">
              <a:solidFill>
                <a:srgbClr val="000000"/>
              </a:solidFill>
              <a:latin typeface="Calibri"/>
              <a:ea typeface="Calibri"/>
              <a:cs typeface="Calibri"/>
            </a:endParaRPr>
          </a:p>
        </p:txBody>
      </p:sp>
      <p:sp>
        <p:nvSpPr>
          <p:cNvPr id="39" name="r3-37">
            <a:extLst>
              <a:ext uri="{FF2B5EF4-FFF2-40B4-BE49-F238E27FC236}">
                <ns2:creationId id="{B5C7B68F-E39C-4C7E-8D6B-4402BDD85459}"/>
              </a:ext>
            </a:extLst>
          </p:cNvPr>
          <p:cNvSpPr>
            <a:spLocks noGrp="1"/>
          </p:cNvSpPr>
          <p:nvPr/>
        </p:nvSpPr>
        <p:spPr>
          <a:xfrm>
            <a:off x="9572625" y="6829425"/>
            <a:ext cx="8101012" cy="285750"/>
          </a:xfrm>
          <a:prstGeom prst="rect">
            <a:avLst/>
          </a:prstGeom>
          <a:noFill/>
          <a:ln w="0">
            <a:noFill/>
          </a:ln>
        </p:spPr>
        <p:txBody>
          <a:bodyPr wrap="none" lIns="0" tIns="0" rIns="0" bIns="0" anchor="ctr">
            <a:noAutofit/>
          </a:bodyPr>
          <a:lstStyle/>
          <a:p>
            <a:pPr algn="ct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 OpenAI GPT-6 Astra 공개 시연 / 발췌, 1.5배속 ]</a:t>
            </a:r>
            <a:endParaRPr lang="ko-KR">
              <a:solidFill>
                <a:srgbClr val="000000"/>
              </a:solidFill>
              <a:latin typeface="Calibri"/>
              <a:ea typeface="Calibri"/>
              <a:cs typeface="Calibri"/>
            </a:endParaRPr>
          </a:p>
        </p:txBody>
      </p:sp>
      <p:sp>
        <p:nvSpPr>
          <p:cNvPr id="40" name="line-38">
            <a:extLst>
              <a:ext uri="{FF2B5EF4-FFF2-40B4-BE49-F238E27FC236}">
                <ns2:creationId id="{564B0083-A8EE-498F-99EC-388616B7ECD6}"/>
              </a:ext>
            </a:extLst>
          </p:cNvPr>
          <p:cNvSpPr>
            <a:spLocks noGrp="1"/>
          </p:cNvSpPr>
          <p:nvPr/>
        </p:nvSpPr>
        <p:spPr>
          <a:xfrm flipH="0">
            <a:off x="9472612" y="7300912"/>
            <a:ext cx="8258175" cy="0"/>
          </a:xfrm>
          <a:prstGeom prst="line">
            <a:avLst/>
          </a:prstGeom>
          <a:noFill/>
          <a:ln w="14288">
            <a:solidFill>
              <a:srgbClr val="BDC4CA"/>
            </a:solidFill>
          </a:ln>
        </p:spPr>
      </p:sp>
      <p:sp>
        <p:nvSpPr>
          <p:cNvPr id="41" name="r3-39">
            <a:extLst>
              <a:ext uri="{FF2B5EF4-FFF2-40B4-BE49-F238E27FC236}">
                <ns2:creationId id="{EC5D3A82-B1FE-459D-85A9-26B246119ABF}"/>
              </a:ext>
            </a:extLst>
          </p:cNvPr>
          <p:cNvSpPr>
            <a:spLocks noGrp="1"/>
          </p:cNvSpPr>
          <p:nvPr/>
        </p:nvSpPr>
        <p:spPr>
          <a:xfrm>
            <a:off x="9458325" y="7600950"/>
            <a:ext cx="71438" cy="71438"/>
          </a:xfrm>
          <a:prstGeom prst="rect">
            <a:avLst/>
          </a:prstGeom>
          <a:solidFill>
            <a:srgbClr val="EEEEEE"/>
          </a:solidFill>
          <a:ln w="0">
            <a:noFill/>
          </a:ln>
        </p:spPr>
      </p:sp>
      <p:sp>
        <p:nvSpPr>
          <p:cNvPr id="42" name="r3-40">
            <a:extLst>
              <a:ext uri="{FF2B5EF4-FFF2-40B4-BE49-F238E27FC236}">
                <ns2:creationId id="{36348711-F72A-46A0-BB6A-78115DBFD9E9}"/>
              </a:ext>
            </a:extLst>
          </p:cNvPr>
          <p:cNvSpPr>
            <a:spLocks noGrp="1"/>
          </p:cNvSpPr>
          <p:nvPr/>
        </p:nvSpPr>
        <p:spPr>
          <a:xfrm>
            <a:off x="9686925" y="7443788"/>
            <a:ext cx="8115300" cy="442912"/>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당사 PC에서 시작하고 이어가는 음성 사용자 접점</a:t>
            </a:r>
            <a:endParaRPr lang="ko-KR">
              <a:solidFill>
                <a:srgbClr val="000000"/>
              </a:solidFill>
              <a:latin typeface="Calibri"/>
              <a:ea typeface="Calibri"/>
              <a:cs typeface="Calibri"/>
            </a:endParaRPr>
          </a:p>
        </p:txBody>
      </p:sp>
      <p:sp>
        <p:nvSpPr>
          <p:cNvPr id="43" name="r3-41">
            <a:extLst>
              <a:ext uri="{FF2B5EF4-FFF2-40B4-BE49-F238E27FC236}">
                <ns2:creationId id="{2300BCE2-BB9A-44C1-9B72-7D224AD151AA}"/>
              </a:ext>
            </a:extLst>
          </p:cNvPr>
          <p:cNvSpPr>
            <a:spLocks noGrp="1"/>
          </p:cNvSpPr>
          <p:nvPr/>
        </p:nvSpPr>
        <p:spPr>
          <a:xfrm>
            <a:off x="9758362" y="8029575"/>
            <a:ext cx="1328738"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44" name="line-42">
            <a:extLst>
              <a:ext uri="{FF2B5EF4-FFF2-40B4-BE49-F238E27FC236}">
                <ns2:creationId id="{73C5E6C1-8A8B-4EF7-BE80-02E4104DAB5E}"/>
              </a:ext>
            </a:extLst>
          </p:cNvPr>
          <p:cNvSpPr>
            <a:spLocks noGrp="1"/>
          </p:cNvSpPr>
          <p:nvPr/>
        </p:nvSpPr>
        <p:spPr>
          <a:xfrm flipH="0">
            <a:off x="11144250" y="8229600"/>
            <a:ext cx="471488" cy="0"/>
          </a:xfrm>
          <a:prstGeom prst="line">
            <a:avLst/>
          </a:prstGeom>
          <a:noFill/>
          <a:ln w="24290">
            <a:solidFill>
              <a:srgbClr val="657079"/>
            </a:solidFill>
          </a:ln>
        </p:spPr>
      </p:sp>
      <p:sp>
        <p:nvSpPr>
          <p:cNvPr id="45" name="line-43">
            <a:extLst>
              <a:ext uri="{FF2B5EF4-FFF2-40B4-BE49-F238E27FC236}">
                <ns2:creationId id="{B2EF9791-C410-48FC-A314-5A5EFA255C9D}"/>
              </a:ext>
            </a:extLst>
          </p:cNvPr>
          <p:cNvSpPr>
            <a:spLocks noGrp="1"/>
          </p:cNvSpPr>
          <p:nvPr/>
        </p:nvSpPr>
        <p:spPr>
          <a:xfrm flipH="0">
            <a:off x="11515725" y="8172450"/>
            <a:ext cx="100012" cy="57150"/>
          </a:xfrm>
          <a:prstGeom prst="line">
            <a:avLst/>
          </a:prstGeom>
          <a:noFill/>
          <a:ln w="24290">
            <a:solidFill>
              <a:srgbClr val="657079"/>
            </a:solidFill>
          </a:ln>
        </p:spPr>
      </p:sp>
      <p:sp>
        <p:nvSpPr>
          <p:cNvPr id="46" name="line-44">
            <a:extLst>
              <a:ext uri="{FF2B5EF4-FFF2-40B4-BE49-F238E27FC236}">
                <ns2:creationId id="{D742EDBC-825D-4CB4-A1BC-DEB68A47001E}"/>
              </a:ext>
            </a:extLst>
          </p:cNvPr>
          <p:cNvSpPr>
            <a:spLocks noGrp="1"/>
          </p:cNvSpPr>
          <p:nvPr/>
        </p:nvSpPr>
        <p:spPr>
          <a:xfrm flipH="1">
            <a:off x="11515725" y="8229600"/>
            <a:ext cx="100012" cy="57150"/>
          </a:xfrm>
          <a:prstGeom prst="line">
            <a:avLst/>
          </a:prstGeom>
          <a:noFill/>
          <a:ln w="24290">
            <a:solidFill>
              <a:srgbClr val="657079"/>
            </a:solidFill>
          </a:ln>
        </p:spPr>
      </p:sp>
      <p:sp>
        <p:nvSpPr>
          <p:cNvPr id="47" name="r3-45">
            <a:extLst>
              <a:ext uri="{FF2B5EF4-FFF2-40B4-BE49-F238E27FC236}">
                <ns2:creationId id="{23621611-551D-49AB-AB12-82F7CBBF2D7A}"/>
              </a:ext>
            </a:extLst>
          </p:cNvPr>
          <p:cNvSpPr>
            <a:spLocks noGrp="1"/>
          </p:cNvSpPr>
          <p:nvPr/>
        </p:nvSpPr>
        <p:spPr>
          <a:xfrm>
            <a:off x="11730038" y="7943850"/>
            <a:ext cx="3228975" cy="5572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당사 PC의 대화 접점</a:t>
            </a:r>
            <a:endParaRPr lang="ko-KR">
              <a:solidFill>
                <a:srgbClr val="000000"/>
              </a:solidFill>
              <a:latin typeface="Calibri"/>
              <a:ea typeface="Calibri"/>
              <a:cs typeface="Calibri"/>
            </a:endParaRPr>
          </a:p>
        </p:txBody>
      </p:sp>
      <p:sp>
        <p:nvSpPr>
          <p:cNvPr id="48" name="line-46">
            <a:extLst>
              <a:ext uri="{FF2B5EF4-FFF2-40B4-BE49-F238E27FC236}">
                <ns2:creationId id="{2BB66DF6-A73C-4141-A022-DF984FB5EF5D}"/>
              </a:ext>
            </a:extLst>
          </p:cNvPr>
          <p:cNvSpPr>
            <a:spLocks noGrp="1"/>
          </p:cNvSpPr>
          <p:nvPr/>
        </p:nvSpPr>
        <p:spPr>
          <a:xfrm flipH="0">
            <a:off x="11772900" y="8486775"/>
            <a:ext cx="3171825" cy="0"/>
          </a:xfrm>
          <a:prstGeom prst="line">
            <a:avLst/>
          </a:prstGeom>
          <a:noFill/>
          <a:ln w="42862">
            <a:solidFill>
              <a:srgbClr val="258FAF"/>
            </a:solidFill>
          </a:ln>
        </p:spPr>
      </p:sp>
      <p:sp>
        <p:nvSpPr>
          <p:cNvPr id="49" name="line-47">
            <a:extLst>
              <a:ext uri="{FF2B5EF4-FFF2-40B4-BE49-F238E27FC236}">
                <ns2:creationId id="{2FDCE490-5E8B-4311-9D90-48E8BFD886A2}"/>
              </a:ext>
            </a:extLst>
          </p:cNvPr>
          <p:cNvSpPr>
            <a:spLocks noGrp="1"/>
          </p:cNvSpPr>
          <p:nvPr/>
        </p:nvSpPr>
        <p:spPr>
          <a:xfrm flipH="0">
            <a:off x="15116175" y="8229600"/>
            <a:ext cx="500062" cy="0"/>
          </a:xfrm>
          <a:prstGeom prst="line">
            <a:avLst/>
          </a:prstGeom>
          <a:noFill/>
          <a:ln w="24290">
            <a:solidFill>
              <a:srgbClr val="657079"/>
            </a:solidFill>
          </a:ln>
        </p:spPr>
      </p:sp>
      <p:sp>
        <p:nvSpPr>
          <p:cNvPr id="50" name="line-48">
            <a:extLst>
              <a:ext uri="{FF2B5EF4-FFF2-40B4-BE49-F238E27FC236}">
                <ns2:creationId id="{4FF32530-C279-432C-BBE0-F06FB0A1C0B1}"/>
              </a:ext>
            </a:extLst>
          </p:cNvPr>
          <p:cNvSpPr>
            <a:spLocks noGrp="1"/>
          </p:cNvSpPr>
          <p:nvPr/>
        </p:nvSpPr>
        <p:spPr>
          <a:xfrm flipH="0">
            <a:off x="15516225" y="8172450"/>
            <a:ext cx="100012" cy="57150"/>
          </a:xfrm>
          <a:prstGeom prst="line">
            <a:avLst/>
          </a:prstGeom>
          <a:noFill/>
          <a:ln w="24290">
            <a:solidFill>
              <a:srgbClr val="657079"/>
            </a:solidFill>
          </a:ln>
        </p:spPr>
      </p:sp>
      <p:sp>
        <p:nvSpPr>
          <p:cNvPr id="51" name="line-49">
            <a:extLst>
              <a:ext uri="{FF2B5EF4-FFF2-40B4-BE49-F238E27FC236}">
                <ns2:creationId id="{E52BA8A0-EA87-4430-BE84-AC0C9408A40D}"/>
              </a:ext>
            </a:extLst>
          </p:cNvPr>
          <p:cNvSpPr>
            <a:spLocks noGrp="1"/>
          </p:cNvSpPr>
          <p:nvPr/>
        </p:nvSpPr>
        <p:spPr>
          <a:xfrm flipH="1">
            <a:off x="15516225" y="8229600"/>
            <a:ext cx="100012" cy="57150"/>
          </a:xfrm>
          <a:prstGeom prst="line">
            <a:avLst/>
          </a:prstGeom>
          <a:noFill/>
          <a:ln w="24290">
            <a:solidFill>
              <a:srgbClr val="657079"/>
            </a:solidFill>
          </a:ln>
        </p:spPr>
      </p:sp>
      <p:sp>
        <p:nvSpPr>
          <p:cNvPr id="52" name="r3-50">
            <a:extLst>
              <a:ext uri="{FF2B5EF4-FFF2-40B4-BE49-F238E27FC236}">
                <ns2:creationId id="{68805C55-94CB-482C-9BFC-F074F6560010}"/>
              </a:ext>
            </a:extLst>
          </p:cNvPr>
          <p:cNvSpPr>
            <a:spLocks noGrp="1"/>
          </p:cNvSpPr>
          <p:nvPr/>
        </p:nvSpPr>
        <p:spPr>
          <a:xfrm>
            <a:off x="15730538" y="8029575"/>
            <a:ext cx="20288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다양한 업무 AI</a:t>
            </a:r>
            <a:endParaRPr lang="ko-KR">
              <a:solidFill>
                <a:srgbClr val="000000"/>
              </a:solidFill>
              <a:latin typeface="Calibri"/>
              <a:ea typeface="Calibri"/>
              <a:cs typeface="Calibri"/>
            </a:endParaRPr>
          </a:p>
        </p:txBody>
      </p:sp>
      <p:sp>
        <p:nvSpPr>
          <p:cNvPr id="53" name="r3-51">
            <a:extLst>
              <a:ext uri="{FF2B5EF4-FFF2-40B4-BE49-F238E27FC236}">
                <ns2:creationId id="{841ABB6A-B999-476F-952D-03233F1C2705}"/>
              </a:ext>
            </a:extLst>
          </p:cNvPr>
          <p:cNvSpPr>
            <a:spLocks noGrp="1"/>
          </p:cNvSpPr>
          <p:nvPr/>
        </p:nvSpPr>
        <p:spPr>
          <a:xfrm>
            <a:off x="9715500" y="8586788"/>
            <a:ext cx="7972425" cy="4000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화면과 대화의 맥락을 기기 경험과 연결하고,</a:t>
            </a:r>
            <a:endParaRPr lang="ko-KR">
              <a:solidFill>
                <a:srgbClr val="000000"/>
              </a:solidFill>
              <a:latin typeface="Calibri"/>
              <a:ea typeface="Calibri"/>
              <a:cs typeface="Calibri"/>
            </a:endParaRPr>
          </a:p>
        </p:txBody>
      </p:sp>
      <p:sp>
        <p:nvSpPr>
          <p:cNvPr id="54" name="r3-52">
            <a:extLst>
              <a:ext uri="{FF2B5EF4-FFF2-40B4-BE49-F238E27FC236}">
                <ns2:creationId id="{20F49BFE-5DEA-42C5-A84F-D7E8800E8A93}"/>
              </a:ext>
            </a:extLst>
          </p:cNvPr>
          <p:cNvSpPr>
            <a:spLocks noGrp="1"/>
          </p:cNvSpPr>
          <p:nvPr/>
        </p:nvSpPr>
        <p:spPr>
          <a:xfrm>
            <a:off x="9715500" y="9329738"/>
            <a:ext cx="7943850" cy="171450"/>
          </a:xfrm>
          <a:prstGeom prst="rect">
            <a:avLst/>
          </a:prstGeom>
          <a:solidFill>
            <a:srgbClr val="C6E0B4"/>
          </a:solidFill>
          <a:ln w="0">
            <a:noFill/>
          </a:ln>
        </p:spPr>
      </p:sp>
      <p:sp>
        <p:nvSpPr>
          <p:cNvPr id="55" name="r3-53">
            <a:extLst>
              <a:ext uri="{FF2B5EF4-FFF2-40B4-BE49-F238E27FC236}">
                <ns2:creationId id="{2E26D995-0B1C-4856-BC72-44FB678EBD05}"/>
              </a:ext>
            </a:extLst>
          </p:cNvPr>
          <p:cNvSpPr>
            <a:spLocks noGrp="1"/>
          </p:cNvSpPr>
          <p:nvPr/>
        </p:nvSpPr>
        <p:spPr>
          <a:xfrm>
            <a:off x="9715500" y="9072562"/>
            <a:ext cx="7943850" cy="471488"/>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AI가 달라도 요청과 진행, 결과는 같은 대화로 제공</a:t>
            </a:r>
            <a:endParaRPr lang="ko-KR">
              <a:solidFill>
                <a:srgbClr val="000000"/>
              </a:solidFill>
              <a:latin typeface="Calibri"/>
              <a:ea typeface="Calibri"/>
              <a:cs typeface="Calibri"/>
            </a:endParaRPr>
          </a:p>
        </p:txBody>
      </p:sp>
      <p:sp>
        <p:nvSpPr>
          <p:cNvPr id="56" name="r3-54">
            <a:extLst>
              <a:ext uri="{FF2B5EF4-FFF2-40B4-BE49-F238E27FC236}">
                <ns2:creationId id="{3507CB38-7C61-41ED-8BA4-75D8965A2F4B}"/>
              </a:ext>
            </a:extLst>
          </p:cNvPr>
          <p:cNvSpPr>
            <a:spLocks noGrp="1"/>
          </p:cNvSpPr>
          <p:nvPr/>
        </p:nvSpPr>
        <p:spPr>
          <a:xfrm>
            <a:off x="657225" y="9786938"/>
            <a:ext cx="16002000" cy="257175"/>
          </a:xfrm>
          <a:prstGeom prst="rect">
            <a:avLst/>
          </a:prstGeom>
          <a:noFill/>
          <a:ln w="0">
            <a:noFill/>
          </a:ln>
        </p:spPr>
        <p:txBody>
          <a:bodyPr wrap="none" lIns="0" tIns="0" rIns="0" bIns="0" anchor="ctr">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좌: Anthropic 공개 제품 사례 / 우: 사용자가 전달한 CTO 방향을 바탕으로 정리</a:t>
            </a:r>
            <a:endParaRPr lang="ko-KR">
              <a:solidFill>
                <a:srgbClr val="000000"/>
              </a:solidFill>
              <a:latin typeface="Calibri"/>
              <a:ea typeface="Calibri"/>
              <a:cs typeface="Calibri"/>
            </a:endParaRPr>
          </a:p>
        </p:txBody>
      </p:sp>
      <p:sp>
        <p:nvSpPr>
          <p:cNvPr id="94" name="v6-header-title">
            <a:extLst>
              <a:ext uri="{FF2B5EF4-FFF2-40B4-BE49-F238E27FC236}">
                <ns2:creationId id="{30C0D31D-EA38-4ABA-8EB7-B3EC34DD29D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배경 | 관련 동향 (원본)</a:t>
            </a:r>
            <a:endParaRPr lang="ko-KR">
              <a:latin typeface="Calibri"/>
              <a:ea typeface="Calibri"/>
              <a:cs typeface="Calibri"/>
            </a:endParaRPr>
          </a:p>
        </p:txBody>
      </p:sp>
      <p:sp>
        <p:nvSpPr>
          <p:cNvPr id="95" name="v6-header-rule">
            <a:extLst>
              <a:ext uri="{FF2B5EF4-FFF2-40B4-BE49-F238E27FC236}">
                <ns2:creationId id="{4832A3D0-1EA9-4FB1-B394-32A555FE63FA}"/>
              </a:ext>
            </a:extLst>
          </p:cNvPr>
          <p:cNvSpPr>
            <a:spLocks noGrp="1"/>
          </p:cNvSpPr>
          <p:nvPr/>
        </p:nvSpPr>
        <p:spPr>
          <a:xfrm>
            <a:off x="495300" y="990600"/>
            <a:ext cx="17335500" cy="0"/>
          </a:xfrm>
          <a:prstGeom prst="line">
            <a:avLst/>
          </a:prstGeom>
          <a:noFill/>
          <a:ln w="19050">
            <a:solidFill>
              <a:srgbClr val="A6A6A6"/>
            </a:solidFill>
          </a:ln>
        </p:spPr>
      </p:sp>
      <p:sp>
        <p:nvSpPr>
          <p:cNvPr id="96" name="v6-header-stage-0">
            <a:extLst>
              <a:ext uri="{FF2B5EF4-FFF2-40B4-BE49-F238E27FC236}">
                <ns2:creationId id="{4791BB94-9932-4490-B0B2-8925B3B33EC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97" name="v6-header-stage-1">
            <a:extLst>
              <a:ext uri="{FF2B5EF4-FFF2-40B4-BE49-F238E27FC236}">
                <ns2:creationId id="{815241EB-E4A3-4270-B3EA-511A6B081B4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98" name="v6-header-stage-2">
            <a:extLst>
              <a:ext uri="{FF2B5EF4-FFF2-40B4-BE49-F238E27FC236}">
                <ns2:creationId id="{8964BFA3-ACF1-4679-A3DD-AF4639E23BE7}"/>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99" name="v6-header-stage-3">
            <a:extLst>
              <a:ext uri="{FF2B5EF4-FFF2-40B4-BE49-F238E27FC236}">
                <ns2:creationId id="{E4B76E8F-EA2F-4991-8168-CB066E76D24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00" name="v6-header-stage-4">
            <a:extLst>
              <a:ext uri="{FF2B5EF4-FFF2-40B4-BE49-F238E27FC236}">
                <ns2:creationId id="{788FDC93-3F8A-498A-ABE2-00F537F2A9B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01" name="v6-header-page">
            <a:extLst>
              <a:ext uri="{FF2B5EF4-FFF2-40B4-BE49-F238E27FC236}">
                <ns2:creationId id="{EE4CDFF8-1407-40AC-B17E-A30CFB084C0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36 / 63</a:t>
            </a:r>
            <a:endParaRPr lang="ko-KR">
              <a:latin typeface="Calibri"/>
              <a:ea typeface="Calibri"/>
              <a:cs typeface="Calibri"/>
            </a:endParaRPr>
          </a:p>
        </p:txBody>
      </p:sp>
    </p:spTree>
    <p:extLst>
      <p:ext uri="{BB962C8B-B14F-4D97-AF65-F5344CB8AC3E}">
        <p14:creationId val="182525647"/>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name="via-role">
    <p:bg>
      <p:bgPr>
        <a:solidFill>
          <a:srgbClr val="FFFFFF"/>
        </a:solidFill>
      </p:bgPr>
    </p:bg>
    <p:spTree>
      <p:nvGrpSpPr>
        <p:cNvPr id="1" name=""/>
        <p:cNvGrpSpPr/>
        <p:nvPr/>
      </p:nvGrpSpPr>
      <p:grpSpPr>
        <a:xfrm/>
      </p:grpSpPr>
      <p:sp>
        <p:nvSpPr>
          <p:cNvPr id="13" name="r3-67">
            <a:extLst>
              <a:ext uri="{FF2B5EF4-FFF2-40B4-BE49-F238E27FC236}">
                <ns2:creationId id="{9F97487A-F1C4-41C1-8065-DC043571BB71}"/>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VIA는 사용자의 요청과 AI의 업무 수행을 같은 대화와 업무 맥락으로 연결</a:t>
            </a:r>
            <a:endParaRPr lang="ko-KR">
              <a:solidFill>
                <a:srgbClr val="000000"/>
              </a:solidFill>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 PC에서 대화와 업무 연결을 담당</a:t>
            </a:r>
            <a:endParaRPr lang="ko-KR">
              <a:solidFill>
                <a:srgbClr val="000000"/>
              </a:solidFill>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연결된 AI: 맡은 업무를 수행</a:t>
            </a:r>
            <a:endParaRPr lang="ko-KR">
              <a:solidFill>
                <a:srgbClr val="000000"/>
              </a:solidFill>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음성 또는 텍스트 + 당시 화면 + 앞선 대화와 진행 업무</a:t>
            </a:r>
            <a:endParaRPr lang="ko-KR">
              <a:solidFill>
                <a:srgbClr val="000000"/>
              </a:solidFill>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요청의 의미와 대상 확정</a:t>
            </a:r>
            <a:endParaRPr lang="ko-KR">
              <a:solidFill>
                <a:srgbClr val="000000"/>
              </a:solidFill>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목표와 조건, 정정 내용 파악</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업무인지 기존 업무인지 판단</a:t>
            </a:r>
            <a:endParaRPr lang="ko-KR">
              <a:solidFill>
                <a:srgbClr val="000000"/>
              </a:solidFill>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직접 응답 또는 업무 위임</a:t>
            </a:r>
            <a:endParaRPr lang="ko-KR">
              <a:solidFill>
                <a:srgbClr val="000000"/>
              </a:solidFill>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범위가 명확한 설명은 직접 답하고, 실제 업무는 AI에 위임</a:t>
            </a:r>
            <a:endParaRPr lang="ko-KR">
              <a:solidFill>
                <a:srgbClr val="000000"/>
              </a:solidFill>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대화와 업무 상태 관리</a:t>
            </a:r>
            <a:endParaRPr lang="ko-KR">
              <a:solidFill>
                <a:srgbClr val="000000"/>
              </a:solidFill>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질문과 추가 지시, 취소를 해당 업무에 연결</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진행 상황과 결과도 같은 업무에서 관리</a:t>
            </a:r>
            <a:endParaRPr lang="ko-KR">
              <a:solidFill>
                <a:srgbClr val="000000"/>
              </a:solidFill>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목표와 조건</a:t>
            </a:r>
            <a:endParaRPr lang="ko-KR">
              <a:solidFill>
                <a:srgbClr val="000000"/>
              </a:solidFill>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질문과 상태</a:t>
            </a:r>
            <a:endParaRPr lang="ko-KR">
              <a:solidFill>
                <a:srgbClr val="000000"/>
              </a:solidFill>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a:t>
            </a:r>
            <a:endParaRPr lang="ko-KR">
              <a:solidFill>
                <a:srgbClr val="000000"/>
              </a:solidFill>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방법과 도구 선택</a:t>
            </a:r>
            <a:endParaRPr lang="ko-KR">
              <a:solidFill>
                <a:srgbClr val="000000"/>
              </a:solidFill>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 조사와 문서 작성</a:t>
            </a:r>
            <a:endParaRPr lang="ko-KR">
              <a:solidFill>
                <a:srgbClr val="000000"/>
              </a:solidFill>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앱 조작, 코드 수정과 시험 등</a:t>
            </a:r>
            <a:endParaRPr lang="ko-KR">
              <a:solidFill>
                <a:srgbClr val="000000"/>
              </a:solidFill>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결과를 확인하고 작업을 이어감</a:t>
            </a:r>
            <a:endParaRPr lang="ko-KR">
              <a:solidFill>
                <a:srgbClr val="000000"/>
              </a:solidFill>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같은 대화 안에서 두 업무를 구분하는 예</a:t>
            </a:r>
            <a:endParaRPr lang="ko-KR">
              <a:solidFill>
                <a:srgbClr val="000000"/>
              </a:solidFill>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 요청</a:t>
            </a:r>
            <a:endParaRPr lang="ko-KR">
              <a:solidFill>
                <a:srgbClr val="000000"/>
              </a:solidFill>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표로 보고서 만들어줘.</a:t>
            </a:r>
            <a:endParaRPr lang="ko-KR">
              <a:solidFill>
                <a:srgbClr val="000000"/>
              </a:solidFill>
              <a:latin typeface="Calibri"/>
              <a:ea typeface="Calibri"/>
              <a:cs typeface="Calibri"/>
            </a:endParaRPr>
          </a:p>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아까 자료 조사는 계속해.”</a:t>
            </a:r>
            <a:endParaRPr lang="ko-KR">
              <a:solidFill>
                <a:srgbClr val="000000"/>
              </a:solidFill>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새 업무로 위임</a:t>
            </a:r>
            <a:endParaRPr lang="ko-KR">
              <a:solidFill>
                <a:srgbClr val="000000"/>
              </a:solidFill>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기존 자료 조사</a:t>
            </a:r>
            <a:endParaRPr lang="ko-KR">
              <a:solidFill>
                <a:srgbClr val="000000"/>
              </a:solidFill>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진행 상태를 유지하며 별도로 추적</a:t>
            </a:r>
            <a:endParaRPr lang="ko-KR">
              <a:solidFill>
                <a:srgbClr val="000000"/>
              </a:solidFill>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C6E0B4"/>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후속 지시 “보고서만 취소해줘”도 해당 업무에 연결하고, 확인된 처리 상태를 전달</a:t>
            </a:r>
            <a:endParaRPr lang="ko-KR">
              <a:solidFill>
                <a:srgbClr val="000000"/>
              </a:solidFill>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본 과제 범위: 요청 판단과 상호작용, 업무 연결과 상태 관리</a:t>
            </a:r>
            <a:endParaRPr lang="ko-KR">
              <a:solidFill>
                <a:srgbClr val="000000"/>
              </a:solidFill>
              <a:latin typeface="Calibri"/>
              <a:ea typeface="Calibri"/>
              <a:cs typeface="Calibri"/>
            </a:endParaRPr>
          </a:p>
        </p:txBody>
      </p:sp>
      <p:sp>
        <p:nvSpPr>
          <p:cNvPr id="66" name="v6-header-title">
            <a:extLst>
              <a:ext uri="{FF2B5EF4-FFF2-40B4-BE49-F238E27FC236}">
                <ns2:creationId id="{FFFEC974-89B3-4320-A203-F8D23F31015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VIA 역할과 범위 (원본)</a:t>
            </a:r>
            <a:endParaRPr lang="ko-KR">
              <a:latin typeface="Calibri"/>
              <a:ea typeface="Calibri"/>
              <a:cs typeface="Calibri"/>
            </a:endParaRPr>
          </a:p>
        </p:txBody>
      </p:sp>
      <p:sp>
        <p:nvSpPr>
          <p:cNvPr id="67" name="v6-header-rule">
            <a:extLst>
              <a:ext uri="{FF2B5EF4-FFF2-40B4-BE49-F238E27FC236}">
                <ns2:creationId id="{BFDF1D72-420D-4211-A2EC-4F2B80781F14}"/>
              </a:ext>
            </a:extLst>
          </p:cNvPr>
          <p:cNvSpPr>
            <a:spLocks noGrp="1"/>
          </p:cNvSpPr>
          <p:nvPr/>
        </p:nvSpPr>
        <p:spPr>
          <a:xfrm>
            <a:off x="495300" y="990600"/>
            <a:ext cx="17335500" cy="0"/>
          </a:xfrm>
          <a:prstGeom prst="line">
            <a:avLst/>
          </a:prstGeom>
          <a:noFill/>
          <a:ln w="19050">
            <a:solidFill>
              <a:srgbClr val="A6A6A6"/>
            </a:solidFill>
          </a:ln>
        </p:spPr>
      </p:sp>
      <p:sp>
        <p:nvSpPr>
          <p:cNvPr id="68" name="v6-header-stage-0">
            <a:extLst>
              <a:ext uri="{FF2B5EF4-FFF2-40B4-BE49-F238E27FC236}">
                <ns2:creationId id="{2B662E0A-F855-4C3A-8279-BF5A2571D6FA}"/>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9" name="v6-header-stage-1">
            <a:extLst>
              <a:ext uri="{FF2B5EF4-FFF2-40B4-BE49-F238E27FC236}">
                <ns2:creationId id="{9D9BF813-29EA-4EBD-83B9-645F5B66CB6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0" name="v6-header-stage-2">
            <a:extLst>
              <a:ext uri="{FF2B5EF4-FFF2-40B4-BE49-F238E27FC236}">
                <ns2:creationId id="{F27CD243-63FF-4773-990C-E96B9E25275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1" name="v6-header-stage-3">
            <a:extLst>
              <a:ext uri="{FF2B5EF4-FFF2-40B4-BE49-F238E27FC236}">
                <ns2:creationId id="{6EF1D172-2080-40E3-8B25-AB36CA02728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2" name="v6-header-stage-4">
            <a:extLst>
              <a:ext uri="{FF2B5EF4-FFF2-40B4-BE49-F238E27FC236}">
                <ns2:creationId id="{3D239E34-10E4-4A13-B2F8-A53F81B5306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3" name="v6-header-page">
            <a:extLst>
              <a:ext uri="{FF2B5EF4-FFF2-40B4-BE49-F238E27FC236}">
                <ns2:creationId id="{6E7A514D-E881-4E04-A86F-B48004747DD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37 / 63</a:t>
            </a:r>
            <a:endParaRPr lang="ko-KR">
              <a:latin typeface="Calibri"/>
              <a:ea typeface="Calibri"/>
              <a:cs typeface="Calibri"/>
            </a:endParaRPr>
          </a:p>
        </p:txBody>
      </p:sp>
    </p:spTree>
    <p:extLst>
      <p:ext uri="{BB962C8B-B14F-4D97-AF65-F5344CB8AC3E}">
        <p14:creationId val="763265530"/>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name="project-necessity">
    <p:bg>
      <p:bgPr>
        <a:solidFill>
          <a:srgbClr val="FFFFFF"/>
        </a:solidFill>
      </p:bgPr>
    </p:bg>
    <p:spTree>
      <p:nvGrpSpPr>
        <p:cNvPr id="1" name=""/>
        <p:cNvGrpSpPr/>
        <p:nvPr/>
      </p:nvGrpSpPr>
      <p:grpSpPr>
        <a:xfrm/>
      </p:grpSpPr>
      <p:sp>
        <p:nvSpPr>
          <p:cNvPr id="13" name="r3-132">
            <a:extLst>
              <a:ext uri="{FF2B5EF4-FFF2-40B4-BE49-F238E27FC236}">
                <ns2:creationId id="{9C914759-83B1-4DA9-B1B3-9DBD0CB3AE44}"/>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1000" name="necessity-v7-frame-0">
            <a:extLst>
              <a:ext uri="{FF2B5EF4-FFF2-40B4-BE49-F238E27FC236}">
                <ns2:creationId id="{FC0BF294-337D-464D-BEF8-3C5A69E2A1A4}"/>
              </a:ext>
            </a:extLst>
          </p:cNvPr>
          <p:cNvSpPr>
            <a:spLocks noGrp="1"/>
          </p:cNvSpPr>
          <p:nvPr/>
        </p:nvSpPr>
        <p:spPr>
          <a:xfrm>
            <a:off x="228600" y="2143125"/>
            <a:ext cx="5772150" cy="7615238"/>
          </a:xfrm>
          <a:prstGeom prst="roundRect">
            <a:avLst>
              <a:gd name="adj" fmla="val 2723"/>
            </a:avLst>
          </a:prstGeom>
          <a:solidFill>
            <a:srgbClr val="FFFFFF"/>
          </a:solidFill>
          <a:ln w="22860">
            <a:solidFill>
              <a:srgbClr val="D5DCE5"/>
            </a:solidFill>
            <a:prstDash val="solid"/>
          </a:ln>
        </p:spPr>
      </p:sp>
      <p:sp>
        <p:nvSpPr>
          <p:cNvPr id="1001" name="necessity-v7-tab-0">
            <a:extLst>
              <a:ext uri="{FF2B5EF4-FFF2-40B4-BE49-F238E27FC236}">
                <ns2:creationId id="{4B263459-A8F1-4334-9264-5701B92C7787}"/>
              </a:ext>
            </a:extLst>
          </p:cNvPr>
          <p:cNvSpPr>
            <a:spLocks noGrp="1"/>
          </p:cNvSpPr>
          <p:nvPr/>
        </p:nvSpPr>
        <p:spPr>
          <a:xfrm>
            <a:off x="571500" y="1485900"/>
            <a:ext cx="5086350" cy="742950"/>
          </a:xfrm>
          <a:prstGeom prst="roundRect">
            <a:avLst>
              <a:gd name="adj" fmla="val 23077"/>
            </a:avLst>
          </a:prstGeom>
          <a:solidFill>
            <a:srgbClr val="EEEEEE"/>
          </a:solidFill>
          <a:ln w="25718">
            <a:solidFill>
              <a:srgbClr val="FFFFFF"/>
            </a:solidFill>
            <a:prstDash val="solid"/>
          </a:ln>
        </p:spPr>
        <p:style>
          <a:lnRef idx="0"/>
          <a:fillRef idx="0"/>
          <a:effectRef idx="10"/>
          <a:fontRef idx="major"/>
        </p:style>
        <p:txBody>
          <a:bodyPr wrap="none" lIns="100012" tIns="100012" rIns="100013" bIns="100013"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의도에 맞는 정확한 처리 필요</a:t>
            </a:r>
            <a:endParaRPr lang="ko-KR">
              <a:solidFill>
                <a:srgbClr val="000000"/>
              </a:solidFill>
              <a:latin typeface="Calibri"/>
              <a:ea typeface="Calibri"/>
              <a:cs typeface="Calibri"/>
            </a:endParaRPr>
          </a:p>
        </p:txBody>
      </p:sp>
      <p:sp>
        <p:nvSpPr>
          <p:cNvPr id="1003" name="necessity-v7-frame-1">
            <a:extLst>
              <a:ext uri="{FF2B5EF4-FFF2-40B4-BE49-F238E27FC236}">
                <ns2:creationId id="{CA8FCD03-0459-4702-99FE-AFA05D615BE3}"/>
              </a:ext>
            </a:extLst>
          </p:cNvPr>
          <p:cNvSpPr>
            <a:spLocks noGrp="1"/>
          </p:cNvSpPr>
          <p:nvPr/>
        </p:nvSpPr>
        <p:spPr>
          <a:xfrm>
            <a:off x="6257925" y="2143125"/>
            <a:ext cx="5772150" cy="7615238"/>
          </a:xfrm>
          <a:prstGeom prst="roundRect">
            <a:avLst>
              <a:gd name="adj" fmla="val 2723"/>
            </a:avLst>
          </a:prstGeom>
          <a:solidFill>
            <a:srgbClr val="FFFFFF"/>
          </a:solidFill>
          <a:ln w="22860">
            <a:solidFill>
              <a:srgbClr val="D5DCE5"/>
            </a:solidFill>
            <a:prstDash val="solid"/>
          </a:ln>
        </p:spPr>
      </p:sp>
      <p:sp>
        <p:nvSpPr>
          <p:cNvPr id="1004" name="necessity-v7-tab-1">
            <a:extLst>
              <a:ext uri="{FF2B5EF4-FFF2-40B4-BE49-F238E27FC236}">
                <ns2:creationId id="{1F248CD0-8EC7-40AD-9F5F-765FAF558C5E}"/>
              </a:ext>
            </a:extLst>
          </p:cNvPr>
          <p:cNvSpPr>
            <a:spLocks noGrp="1"/>
          </p:cNvSpPr>
          <p:nvPr/>
        </p:nvSpPr>
        <p:spPr>
          <a:xfrm>
            <a:off x="6600825" y="1485900"/>
            <a:ext cx="5086350" cy="742950"/>
          </a:xfrm>
          <a:prstGeom prst="roundRect">
            <a:avLst>
              <a:gd name="adj" fmla="val 23077"/>
            </a:avLst>
          </a:prstGeom>
          <a:solidFill>
            <a:srgbClr val="EEEEEE"/>
          </a:solidFill>
          <a:ln w="25718">
            <a:solidFill>
              <a:srgbClr val="FFFFFF"/>
            </a:solidFill>
            <a:prstDash val="solid"/>
          </a:ln>
        </p:spPr>
        <p:style>
          <a:lnRef idx="0"/>
          <a:fillRef idx="0"/>
          <a:effectRef idx="10"/>
          <a:fontRef idx="major"/>
        </p:style>
        <p:txBody>
          <a:bodyPr wrap="none" lIns="100013" tIns="100012" rIns="100012" bIns="100013"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대화를 이어가는 빠른 처리 필요</a:t>
            </a:r>
            <a:endParaRPr lang="ko-KR">
              <a:solidFill>
                <a:srgbClr val="000000"/>
              </a:solidFill>
              <a:latin typeface="Calibri"/>
              <a:ea typeface="Calibri"/>
              <a:cs typeface="Calibri"/>
            </a:endParaRPr>
          </a:p>
        </p:txBody>
      </p:sp>
      <p:sp>
        <p:nvSpPr>
          <p:cNvPr id="1006" name="necessity-v7-frame-2">
            <a:extLst>
              <a:ext uri="{FF2B5EF4-FFF2-40B4-BE49-F238E27FC236}">
                <ns2:creationId id="{C76E352C-EF75-4750-A727-B51A2EFA1875}"/>
              </a:ext>
            </a:extLst>
          </p:cNvPr>
          <p:cNvSpPr>
            <a:spLocks noGrp="1"/>
          </p:cNvSpPr>
          <p:nvPr/>
        </p:nvSpPr>
        <p:spPr>
          <a:xfrm>
            <a:off x="12287250" y="2143125"/>
            <a:ext cx="5772150" cy="7615238"/>
          </a:xfrm>
          <a:prstGeom prst="roundRect">
            <a:avLst>
              <a:gd name="adj" fmla="val 2723"/>
            </a:avLst>
          </a:prstGeom>
          <a:solidFill>
            <a:srgbClr val="FFFFFF"/>
          </a:solidFill>
          <a:ln w="22860">
            <a:solidFill>
              <a:srgbClr val="D5DCE5"/>
            </a:solidFill>
            <a:prstDash val="solid"/>
          </a:ln>
        </p:spPr>
      </p:sp>
      <p:sp>
        <p:nvSpPr>
          <p:cNvPr id="1007" name="necessity-v7-tab-2">
            <a:extLst>
              <a:ext uri="{FF2B5EF4-FFF2-40B4-BE49-F238E27FC236}">
                <ns2:creationId id="{AEF38FB8-D7DB-4313-B180-79337923E5FE}"/>
              </a:ext>
            </a:extLst>
          </p:cNvPr>
          <p:cNvSpPr>
            <a:spLocks noGrp="1"/>
          </p:cNvSpPr>
          <p:nvPr/>
        </p:nvSpPr>
        <p:spPr>
          <a:xfrm>
            <a:off x="12630150" y="1485900"/>
            <a:ext cx="5086350" cy="742950"/>
          </a:xfrm>
          <a:prstGeom prst="roundRect">
            <a:avLst>
              <a:gd name="adj" fmla="val 23077"/>
            </a:avLst>
          </a:prstGeom>
          <a:solidFill>
            <a:srgbClr val="EEEEEE"/>
          </a:solidFill>
          <a:ln w="25718">
            <a:solidFill>
              <a:srgbClr val="FFFFFF"/>
            </a:solidFill>
            <a:prstDash val="solid"/>
          </a:ln>
        </p:spPr>
        <p:style>
          <a:lnRef idx="0"/>
          <a:fillRef idx="0"/>
          <a:effectRef idx="10"/>
          <a:fontRef idx="major"/>
        </p:style>
        <p:txBody>
          <a:bodyPr wrap="none" lIns="100012" tIns="100012" rIns="100013" bIns="100013"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Agent 기술 발전에 대응 필요</a:t>
            </a:r>
            <a:endParaRPr lang="ko-KR">
              <a:solidFill>
                <a:srgbClr val="000000"/>
              </a:solidFill>
              <a:latin typeface="Calibri"/>
              <a:ea typeface="Calibri"/>
              <a:cs typeface="Calibri"/>
            </a:endParaRPr>
          </a:p>
        </p:txBody>
      </p:sp>
      <p:sp>
        <p:nvSpPr>
          <p:cNvPr id="1009" name="necessity-v7-accuracy-heading-1">
            <a:extLst>
              <a:ext uri="{FF2B5EF4-FFF2-40B4-BE49-F238E27FC236}">
                <ns2:creationId id="{9E713DAB-C456-4763-A34A-637690E29ED6}"/>
              </a:ext>
            </a:extLst>
          </p:cNvPr>
          <p:cNvSpPr>
            <a:spLocks noGrp="1"/>
          </p:cNvSpPr>
          <p:nvPr/>
        </p:nvSpPr>
        <p:spPr>
          <a:xfrm>
            <a:off x="414338"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짧은 요청에도 여러 판단이 필요</a:t>
            </a:r>
            <a:endParaRPr lang="ko-KR">
              <a:solidFill>
                <a:srgbClr val="000000"/>
              </a:solidFill>
              <a:latin typeface="Calibri"/>
              <a:ea typeface="Calibri"/>
              <a:cs typeface="Calibri"/>
            </a:endParaRPr>
          </a:p>
        </p:txBody>
      </p:sp>
      <p:sp>
        <p:nvSpPr>
          <p:cNvPr id="1010" name="necessity-v7-accuracy-desc-1">
            <a:extLst>
              <a:ext uri="{FF2B5EF4-FFF2-40B4-BE49-F238E27FC236}">
                <ns2:creationId id="{CACDB8CC-4A3B-46D4-BAF0-79892FFAB262}"/>
              </a:ext>
            </a:extLst>
          </p:cNvPr>
          <p:cNvSpPr>
            <a:spLocks noGrp="1"/>
          </p:cNvSpPr>
          <p:nvPr/>
        </p:nvSpPr>
        <p:spPr>
          <a:xfrm>
            <a:off x="671512"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화면과 대화, 진행 중인 Task를
함께 해석</a:t>
            </a:r>
            <a:endParaRPr lang="ko-KR">
              <a:solidFill>
                <a:srgbClr val="000000"/>
              </a:solidFill>
              <a:latin typeface="Calibri"/>
              <a:ea typeface="Calibri"/>
              <a:cs typeface="Calibri"/>
            </a:endParaRPr>
          </a:p>
        </p:txBody>
      </p:sp>
      <p:sp>
        <p:nvSpPr>
          <p:cNvPr id="1011" name="necessity-v7-screen-label">
            <a:extLst>
              <a:ext uri="{FF2B5EF4-FFF2-40B4-BE49-F238E27FC236}">
                <ns2:creationId id="{C54FFCE3-C3F0-485F-998B-C18171DE5E5D}"/>
              </a:ext>
            </a:extLst>
          </p:cNvPr>
          <p:cNvSpPr>
            <a:spLocks noGrp="1"/>
          </p:cNvSpPr>
          <p:nvPr/>
        </p:nvSpPr>
        <p:spPr>
          <a:xfrm>
            <a:off x="671512" y="3986212"/>
            <a:ext cx="1585912" cy="328612"/>
          </a:xfrm>
          <a:prstGeom prst="rect">
            <a:avLst/>
          </a:prstGeom>
          <a:noFill/>
          <a:ln w="0">
            <a:noFill/>
            <a:prstDash val="solid"/>
          </a:ln>
        </p:spPr>
        <p:txBody>
          <a:bodyPr wrap="none" lIns="0" tIns="0" rIns="0" bIns="0" anchor="ctr">
            <a:noAutofit/>
          </a:bodyPr>
          <a:lstStyle/>
          <a:p>
            <a:pPr algn="l">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화면</a:t>
            </a:r>
            <a:endParaRPr lang="ko-KR">
              <a:solidFill>
                <a:srgbClr val="000000"/>
              </a:solidFill>
              <a:latin typeface="Calibri"/>
              <a:ea typeface="Calibri"/>
              <a:cs typeface="Calibri"/>
            </a:endParaRPr>
          </a:p>
        </p:txBody>
      </p:sp>
      <p:sp>
        <p:nvSpPr>
          <p:cNvPr id="1012" name="necessity-v7-conversation-label">
            <a:extLst>
              <a:ext uri="{FF2B5EF4-FFF2-40B4-BE49-F238E27FC236}">
                <ns2:creationId id="{8F5F3459-D000-4948-BA5E-F757331030D6}"/>
              </a:ext>
            </a:extLst>
          </p:cNvPr>
          <p:cNvSpPr>
            <a:spLocks noGrp="1"/>
          </p:cNvSpPr>
          <p:nvPr/>
        </p:nvSpPr>
        <p:spPr>
          <a:xfrm>
            <a:off x="2586038" y="3986212"/>
            <a:ext cx="3100388" cy="328612"/>
          </a:xfrm>
          <a:prstGeom prst="rect">
            <a:avLst/>
          </a:prstGeom>
          <a:noFill/>
          <a:ln w="0">
            <a:noFill/>
            <a:prstDash val="solid"/>
          </a:ln>
        </p:spPr>
        <p:txBody>
          <a:bodyPr wrap="none" lIns="0" tIns="0" rIns="0" bIns="0" anchor="ctr">
            <a:noAutofit/>
          </a:bodyPr>
          <a:lstStyle/>
          <a:p>
            <a:pPr algn="l">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Conversation</a:t>
            </a:r>
            <a:endParaRPr lang="ko-KR">
              <a:solidFill>
                <a:srgbClr val="000000"/>
              </a:solidFill>
              <a:latin typeface="Calibri"/>
              <a:ea typeface="Calibri"/>
              <a:cs typeface="Calibri"/>
            </a:endParaRPr>
          </a:p>
        </p:txBody>
      </p:sp>
      <p:sp>
        <p:nvSpPr>
          <p:cNvPr id="1013" name="necessity-v7-screen-evidence">
            <a:extLst>
              <a:ext uri="{FF2B5EF4-FFF2-40B4-BE49-F238E27FC236}">
                <ns2:creationId id="{D99F6DFA-22F4-4AFF-92A1-37E833ACCFA1}"/>
              </a:ext>
            </a:extLst>
          </p:cNvPr>
          <p:cNvSpPr>
            <a:spLocks noGrp="1"/>
          </p:cNvSpPr>
          <p:nvPr/>
        </p:nvSpPr>
        <p:spPr>
          <a:xfrm>
            <a:off x="671512" y="4386262"/>
            <a:ext cx="1614488" cy="1042988"/>
          </a:xfrm>
          <a:prstGeom prst="roundRect">
            <a:avLst>
              <a:gd name="adj" fmla="val 4110"/>
            </a:avLst>
          </a:prstGeom>
          <a:solidFill>
            <a:srgbClr val="FFFFFF"/>
          </a:solidFill>
          <a:ln w="14288">
            <a:solidFill>
              <a:srgbClr val="AEBBC8"/>
            </a:solidFill>
            <a:prstDash val="solid"/>
          </a:ln>
        </p:spPr>
      </p:sp>
      <p:sp>
        <p:nvSpPr>
          <p:cNvPr id="1014" name="necessity-v7-screen-titlebar">
            <a:extLst>
              <a:ext uri="{FF2B5EF4-FFF2-40B4-BE49-F238E27FC236}">
                <ns2:creationId id="{7A2CAE18-E637-4F15-9005-74083D50E503}"/>
              </a:ext>
            </a:extLst>
          </p:cNvPr>
          <p:cNvSpPr>
            <a:spLocks noGrp="1"/>
          </p:cNvSpPr>
          <p:nvPr/>
        </p:nvSpPr>
        <p:spPr>
          <a:xfrm>
            <a:off x="671512" y="4386262"/>
            <a:ext cx="1614488" cy="171450"/>
          </a:xfrm>
          <a:prstGeom prst="rect">
            <a:avLst/>
          </a:prstGeom>
          <a:solidFill>
            <a:srgbClr val="E8EEF7"/>
          </a:solidFill>
          <a:ln w="0">
            <a:noFill/>
            <a:prstDash val="solid"/>
          </a:ln>
        </p:spPr>
      </p:sp>
      <p:sp>
        <p:nvSpPr>
          <p:cNvPr id="1015" name="necessity-v7-table-grid-h-1">
            <a:extLst>
              <a:ext uri="{FF2B5EF4-FFF2-40B4-BE49-F238E27FC236}">
                <ns2:creationId id="{CDDE4B5A-0F83-4199-A022-CC8981034A16}"/>
              </a:ext>
            </a:extLst>
          </p:cNvPr>
          <p:cNvSpPr>
            <a:spLocks noGrp="1"/>
          </p:cNvSpPr>
          <p:nvPr/>
        </p:nvSpPr>
        <p:spPr>
          <a:xfrm>
            <a:off x="814388" y="4714875"/>
            <a:ext cx="1328738" cy="0"/>
          </a:xfrm>
          <a:prstGeom prst="line">
            <a:avLst/>
          </a:prstGeom>
          <a:noFill/>
          <a:ln w="14288">
            <a:solidFill>
              <a:srgbClr val="C4CED6"/>
            </a:solidFill>
            <a:prstDash val="solid"/>
          </a:ln>
        </p:spPr>
      </p:sp>
      <p:sp>
        <p:nvSpPr>
          <p:cNvPr id="1016" name="necessity-v7-table-grid-h-2">
            <a:extLst>
              <a:ext uri="{FF2B5EF4-FFF2-40B4-BE49-F238E27FC236}">
                <ns2:creationId id="{59D72349-605F-4F77-8107-82381B576ACF}"/>
              </a:ext>
            </a:extLst>
          </p:cNvPr>
          <p:cNvSpPr>
            <a:spLocks noGrp="1"/>
          </p:cNvSpPr>
          <p:nvPr/>
        </p:nvSpPr>
        <p:spPr>
          <a:xfrm>
            <a:off x="814388" y="4914900"/>
            <a:ext cx="1328738" cy="0"/>
          </a:xfrm>
          <a:prstGeom prst="line">
            <a:avLst/>
          </a:prstGeom>
          <a:noFill/>
          <a:ln w="14288">
            <a:solidFill>
              <a:srgbClr val="C4CED6"/>
            </a:solidFill>
            <a:prstDash val="solid"/>
          </a:ln>
        </p:spPr>
      </p:sp>
      <p:sp>
        <p:nvSpPr>
          <p:cNvPr id="1017" name="necessity-v7-table-grid-v">
            <a:extLst>
              <a:ext uri="{FF2B5EF4-FFF2-40B4-BE49-F238E27FC236}">
                <ns2:creationId id="{B52831AA-93C9-4656-9FBB-8819C79D7D33}"/>
              </a:ext>
            </a:extLst>
          </p:cNvPr>
          <p:cNvSpPr>
            <a:spLocks noGrp="1"/>
          </p:cNvSpPr>
          <p:nvPr/>
        </p:nvSpPr>
        <p:spPr>
          <a:xfrm>
            <a:off x="1371600" y="4600575"/>
            <a:ext cx="0" cy="700088"/>
          </a:xfrm>
          <a:prstGeom prst="line">
            <a:avLst/>
          </a:prstGeom>
          <a:noFill/>
          <a:ln w="14288">
            <a:solidFill>
              <a:srgbClr val="C4CED6"/>
            </a:solidFill>
            <a:prstDash val="solid"/>
          </a:ln>
        </p:spPr>
      </p:sp>
      <p:sp>
        <p:nvSpPr>
          <p:cNvPr id="1018" name="necessity-v7-selected-table">
            <a:extLst>
              <a:ext uri="{FF2B5EF4-FFF2-40B4-BE49-F238E27FC236}">
                <ns2:creationId id="{D7AF5EA7-B61E-4CF9-B90C-90FEDA65C511}"/>
              </a:ext>
            </a:extLst>
          </p:cNvPr>
          <p:cNvSpPr>
            <a:spLocks noGrp="1"/>
          </p:cNvSpPr>
          <p:nvPr/>
        </p:nvSpPr>
        <p:spPr>
          <a:xfrm>
            <a:off x="785812" y="4943475"/>
            <a:ext cx="1385888" cy="371475"/>
          </a:xfrm>
          <a:prstGeom prst="rect">
            <a:avLst/>
          </a:prstGeom>
          <a:solidFill>
            <a:srgbClr val="E8EEF7"/>
          </a:solidFill>
          <a:ln w="20002">
            <a:solidFill>
              <a:srgbClr val="218FAF"/>
            </a:solidFill>
            <a:prstDash val="solid"/>
          </a:ln>
        </p:spPr>
        <p:txBody>
          <a:bodyPr wrap="none" lIns="28576" tIns="14287" rIns="28574" bIns="14288"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선택한 표</a:t>
            </a:r>
            <a:endParaRPr lang="ko-KR">
              <a:solidFill>
                <a:srgbClr val="000000"/>
              </a:solidFill>
              <a:latin typeface="Calibri"/>
              <a:ea typeface="Calibri"/>
              <a:cs typeface="Calibri"/>
            </a:endParaRPr>
          </a:p>
        </p:txBody>
      </p:sp>
      <p:sp>
        <p:nvSpPr>
          <p:cNvPr id="1020" name="necessity-v7-previous-request">
            <a:extLst>
              <a:ext uri="{FF2B5EF4-FFF2-40B4-BE49-F238E27FC236}">
                <ns2:creationId id="{436931CA-1B56-4A73-B7C5-944C45C14686}"/>
              </a:ext>
            </a:extLst>
          </p:cNvPr>
          <p:cNvSpPr>
            <a:spLocks noGrp="1"/>
          </p:cNvSpPr>
          <p:nvPr/>
        </p:nvSpPr>
        <p:spPr>
          <a:xfrm>
            <a:off x="2586038" y="4386262"/>
            <a:ext cx="3100388" cy="88582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“보고서는 PDF로,</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메일은 결론으로 초안만”</a:t>
            </a:r>
            <a:endParaRPr lang="ko-KR">
              <a:solidFill>
                <a:srgbClr val="000000"/>
              </a:solidFill>
              <a:latin typeface="Calibri"/>
              <a:ea typeface="Calibri"/>
              <a:cs typeface="Calibri"/>
            </a:endParaRPr>
          </a:p>
        </p:txBody>
      </p:sp>
      <p:sp>
        <p:nvSpPr>
          <p:cNvPr id="1021" name="necessity-v7-correction">
            <a:extLst>
              <a:ext uri="{FF2B5EF4-FFF2-40B4-BE49-F238E27FC236}">
                <ns2:creationId id="{8E3342E3-2074-4F1A-BD01-FED042991145}"/>
              </a:ext>
            </a:extLst>
          </p:cNvPr>
          <p:cNvSpPr>
            <a:spLocks noGrp="1"/>
          </p:cNvSpPr>
          <p:nvPr/>
        </p:nvSpPr>
        <p:spPr>
          <a:xfrm>
            <a:off x="1000125" y="5572125"/>
            <a:ext cx="4600575" cy="471488"/>
          </a:xfrm>
          <a:prstGeom prst="rect">
            <a:avLst/>
          </a:prstGeom>
          <a:noFill/>
          <a:ln w="0">
            <a:noFill/>
            <a:prstDash val="solid"/>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“메일에는 이 표를 넣어줘”</a:t>
            </a:r>
            <a:endParaRPr lang="ko-KR">
              <a:solidFill>
                <a:srgbClr val="000000"/>
              </a:solidFill>
              <a:latin typeface="Calibri"/>
              <a:ea typeface="Calibri"/>
              <a:cs typeface="Calibri"/>
            </a:endParaRPr>
          </a:p>
        </p:txBody>
      </p:sp>
      <p:cxnSp>
        <p:nvCxnSpPr>
          <p:cNvPr id="1022" name=""/>
          <p:cNvCxnSpPr>
            <a:stCxn id="1013" idx="2"/>
            <a:endCxn id="1021" idx="1"/>
          </p:cNvCxnSpPr>
          <p:nvPr/>
        </p:nvCxnSpPr>
        <p:spPr>
          <a:xfrm flipH="1">
            <a:off x="1000125" y="5429250"/>
            <a:ext cx="478632" cy="378620"/>
          </a:xfrm>
          <a:prstGeom prst="straightConnector1">
            <a:avLst/>
          </a:prstGeom>
          <a:ln w="20002">
            <a:solidFill>
              <a:srgbClr val="218FAF"/>
            </a:solidFill>
            <a:prstDash val="dash"/>
          </a:ln>
        </p:spPr>
      </p:cxnSp>
      <p:sp>
        <p:nvSpPr>
          <p:cNvPr id="1023" name="necessity-v7-accuracy-heading-2">
            <a:extLst>
              <a:ext uri="{FF2B5EF4-FFF2-40B4-BE49-F238E27FC236}">
                <ns2:creationId id="{0E48B659-6E5E-4F2A-A3FE-E16D36A1716E}"/>
              </a:ext>
            </a:extLst>
          </p:cNvPr>
          <p:cNvSpPr>
            <a:spLocks noGrp="1"/>
          </p:cNvSpPr>
          <p:nvPr/>
        </p:nvSpPr>
        <p:spPr>
          <a:xfrm>
            <a:off x="414338" y="6343650"/>
            <a:ext cx="5343525" cy="457200"/>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범위와 기존 조건을 함께 반영</a:t>
            </a:r>
            <a:endParaRPr lang="ko-KR">
              <a:solidFill>
                <a:srgbClr val="000000"/>
              </a:solidFill>
              <a:latin typeface="Calibri"/>
              <a:ea typeface="Calibri"/>
              <a:cs typeface="Calibri"/>
            </a:endParaRPr>
          </a:p>
        </p:txBody>
      </p:sp>
      <p:sp>
        <p:nvSpPr>
          <p:cNvPr id="1024" name="necessity-v7-accuracy-desc-2">
            <a:extLst>
              <a:ext uri="{FF2B5EF4-FFF2-40B4-BE49-F238E27FC236}">
                <ns2:creationId id="{ED584EFD-21CE-40DD-8129-A8A928B17989}"/>
              </a:ext>
            </a:extLst>
          </p:cNvPr>
          <p:cNvSpPr>
            <a:spLocks noGrp="1"/>
          </p:cNvSpPr>
          <p:nvPr/>
        </p:nvSpPr>
        <p:spPr>
          <a:xfrm>
            <a:off x="671512" y="6929438"/>
            <a:ext cx="5000625" cy="385762"/>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메일 내용은 바꾸고 다른 조건은 보존</a:t>
            </a:r>
            <a:endParaRPr lang="ko-KR">
              <a:solidFill>
                <a:srgbClr val="000000"/>
              </a:solidFill>
              <a:latin typeface="Calibri"/>
              <a:ea typeface="Calibri"/>
              <a:cs typeface="Calibri"/>
            </a:endParaRPr>
          </a:p>
        </p:txBody>
      </p:sp>
      <p:graphicFrame>
        <p:nvGraphicFramePr>
          <p:cNvPr id="1025" name=""/>
          <p:cNvGraphicFramePr/>
          <p:nvPr/>
        </p:nvGraphicFramePr>
        <p:xfrm>
          <a:off x="628650" y="7400925"/>
          <a:ext cx="5000625" cy="1571625"/>
        </p:xfrm>
        <a:graphic>
          <a:graphicData uri="http://schemas.openxmlformats.org/drawingml/2006/table">
            <a:tbl>
              <a:tblPr firstRow="0" firstCol="0" bandRow="0" bandCol="0"/>
              <a:tblGrid>
                <a:gridCol w="1571625"/>
                <a:gridCol w="1714500"/>
                <a:gridCol w="1714500"/>
              </a:tblGrid>
              <a:tr h="392907">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42862" marR="42862" marT="28575" marB="28575" anchor="ctr">
                    <a:solidFill>
                      <a:srgbClr val="C6E0B4"/>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정정 전</a:t>
                      </a:r>
                      <a:endParaRPr lang="ko-KR">
                        <a:solidFill>
                          <a:srgbClr val="000000"/>
                        </a:solidFill>
                        <a:latin typeface="Calibri"/>
                        <a:ea typeface="Calibri"/>
                        <a:cs typeface="Calibri"/>
                      </a:endParaRPr>
                    </a:p>
                  </a:txBody>
                  <a:tcPr marL="42862" marR="42862" marT="28575" marB="28575" anchor="ctr">
                    <a:solidFill>
                      <a:srgbClr val="C6E0B4"/>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정정 후</a:t>
                      </a:r>
                      <a:endParaRPr lang="ko-KR">
                        <a:solidFill>
                          <a:srgbClr val="000000"/>
                        </a:solidFill>
                        <a:latin typeface="Calibri"/>
                        <a:ea typeface="Calibri"/>
                        <a:cs typeface="Calibri"/>
                      </a:endParaRPr>
                    </a:p>
                  </a:txBody>
                  <a:tcPr marL="42862" marR="42862" marT="28575" marB="28575" anchor="ctr">
                    <a:solidFill>
                      <a:srgbClr val="C6E0B4"/>
                    </a:solidFill>
                  </a:tcPr>
                </a:tc>
              </a:tr>
              <a:tr h="392907">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메일 내용</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보고서 결론</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선택한 표</a:t>
                      </a:r>
                      <a:endParaRPr lang="ko-KR">
                        <a:solidFill>
                          <a:srgbClr val="000000"/>
                        </a:solidFill>
                        <a:latin typeface="Calibri"/>
                        <a:ea typeface="Calibri"/>
                        <a:cs typeface="Calibri"/>
                      </a:endParaRPr>
                    </a:p>
                  </a:txBody>
                  <a:tcPr marL="42862" marR="42862" marT="28575" marB="28575" anchor="ctr">
                    <a:solidFill>
                      <a:srgbClr val="FFFFFF"/>
                    </a:solidFill>
                  </a:tcPr>
                </a:tc>
              </a:tr>
              <a:tr h="392907">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보고서 형식</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PDF</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PDF 유지</a:t>
                      </a:r>
                      <a:endParaRPr lang="ko-KR">
                        <a:solidFill>
                          <a:srgbClr val="000000"/>
                        </a:solidFill>
                        <a:latin typeface="Calibri"/>
                        <a:ea typeface="Calibri"/>
                        <a:cs typeface="Calibri"/>
                      </a:endParaRPr>
                    </a:p>
                  </a:txBody>
                  <a:tcPr marL="42862" marR="42862" marT="28575" marB="28575" anchor="ctr">
                    <a:solidFill>
                      <a:srgbClr val="FFFFFF"/>
                    </a:solidFill>
                  </a:tcPr>
                </a:tc>
              </a:tr>
              <a:tr h="392907">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메일 처리</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초안만 유지</a:t>
                      </a:r>
                      <a:endParaRPr lang="ko-KR">
                        <a:solidFill>
                          <a:srgbClr val="000000"/>
                        </a:solidFill>
                        <a:latin typeface="Calibri"/>
                        <a:ea typeface="Calibri"/>
                        <a:cs typeface="Calibri"/>
                      </a:endParaRPr>
                    </a:p>
                  </a:txBody>
                  <a:tcPr marL="42862" marR="42862" marT="28575" marB="28575" anchor="ctr">
                    <a:solidFill>
                      <a:srgbClr val="FFFFFF"/>
                    </a:solidFill>
                  </a:tcPr>
                </a:tc>
              </a:tr>
            </a:tbl>
          </a:graphicData>
        </a:graphic>
      </p:graphicFrame>
      <p:sp>
        <p:nvSpPr>
          <p:cNvPr id="1026" name="necessity-v7-accuracy-conclusion-green">
            <a:extLst>
              <a:ext uri="{FF2B5EF4-FFF2-40B4-BE49-F238E27FC236}">
                <ns2:creationId id="{5EB2E91E-BED0-4C66-A5F6-676A2E8B5B09}"/>
              </a:ext>
            </a:extLst>
          </p:cNvPr>
          <p:cNvSpPr>
            <a:spLocks noGrp="1"/>
          </p:cNvSpPr>
          <p:nvPr/>
        </p:nvSpPr>
        <p:spPr>
          <a:xfrm>
            <a:off x="671512" y="9444038"/>
            <a:ext cx="4972050" cy="171450"/>
          </a:xfrm>
          <a:prstGeom prst="rect">
            <a:avLst/>
          </a:prstGeom>
          <a:solidFill>
            <a:srgbClr val="C6E0B4"/>
          </a:solidFill>
          <a:ln w="0">
            <a:noFill/>
            <a:prstDash val="solid"/>
          </a:ln>
        </p:spPr>
      </p:sp>
      <p:sp>
        <p:nvSpPr>
          <p:cNvPr id="1027" name="necessity-v7-accuracy-conclusion">
            <a:extLst>
              <a:ext uri="{FF2B5EF4-FFF2-40B4-BE49-F238E27FC236}">
                <ns2:creationId id="{088C0EBF-D971-4D03-AED9-44BA5530AD9B}"/>
              </a:ext>
            </a:extLst>
          </p:cNvPr>
          <p:cNvSpPr>
            <a:spLocks noGrp="1"/>
          </p:cNvSpPr>
          <p:nvPr/>
        </p:nvSpPr>
        <p:spPr>
          <a:xfrm>
            <a:off x="671512"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바꿀 부분과 유지할 조건을 정확히 구분</a:t>
            </a:r>
            <a:endParaRPr lang="ko-KR">
              <a:solidFill>
                <a:srgbClr val="000000"/>
              </a:solidFill>
              <a:latin typeface="Calibri"/>
              <a:ea typeface="Calibri"/>
              <a:cs typeface="Calibri"/>
            </a:endParaRPr>
          </a:p>
        </p:txBody>
      </p:sp>
      <p:sp>
        <p:nvSpPr>
          <p:cNvPr id="1028" name="necessity-v7-speed-heading-1">
            <a:extLst>
              <a:ext uri="{FF2B5EF4-FFF2-40B4-BE49-F238E27FC236}">
                <ns2:creationId id="{6D35BAB1-4856-4CAA-9A88-6F74073B467A}"/>
              </a:ext>
            </a:extLst>
          </p:cNvPr>
          <p:cNvSpPr>
            <a:spLocks noGrp="1"/>
          </p:cNvSpPr>
          <p:nvPr/>
        </p:nvSpPr>
        <p:spPr>
          <a:xfrm>
            <a:off x="6443662"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업무 진행 중에도 대화는 계속됨</a:t>
            </a:r>
            <a:endParaRPr lang="ko-KR">
              <a:solidFill>
                <a:srgbClr val="000000"/>
              </a:solidFill>
              <a:latin typeface="Calibri"/>
              <a:ea typeface="Calibri"/>
              <a:cs typeface="Calibri"/>
            </a:endParaRPr>
          </a:p>
        </p:txBody>
      </p:sp>
      <p:sp>
        <p:nvSpPr>
          <p:cNvPr id="1029" name="necessity-v7-speed-desc-1">
            <a:extLst>
              <a:ext uri="{FF2B5EF4-FFF2-40B4-BE49-F238E27FC236}">
                <ns2:creationId id="{055459E9-9284-432B-A9CD-54B755624B27}"/>
              </a:ext>
            </a:extLst>
          </p:cNvPr>
          <p:cNvSpPr>
            <a:spLocks noGrp="1"/>
          </p:cNvSpPr>
          <p:nvPr/>
        </p:nvSpPr>
        <p:spPr>
          <a:xfrm>
            <a:off x="6700838"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새 발화와 Agent의 질문, 결과가
서로 다른 시점에 도착</a:t>
            </a:r>
            <a:endParaRPr lang="ko-KR">
              <a:solidFill>
                <a:srgbClr val="000000"/>
              </a:solidFill>
              <a:latin typeface="Calibri"/>
              <a:ea typeface="Calibri"/>
              <a:cs typeface="Calibri"/>
            </a:endParaRPr>
          </a:p>
        </p:txBody>
      </p:sp>
      <p:sp>
        <p:nvSpPr>
          <p:cNvPr id="1030" name="necessity-v7-event-request">
            <a:extLst>
              <a:ext uri="{FF2B5EF4-FFF2-40B4-BE49-F238E27FC236}">
                <ns2:creationId id="{BAAC2C2A-D90E-422D-8364-2A927A3BB114}"/>
              </a:ext>
            </a:extLst>
          </p:cNvPr>
          <p:cNvSpPr>
            <a:spLocks noGrp="1"/>
          </p:cNvSpPr>
          <p:nvPr/>
        </p:nvSpPr>
        <p:spPr>
          <a:xfrm>
            <a:off x="6972300"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업무 요청</a:t>
            </a:r>
            <a:endParaRPr lang="ko-KR">
              <a:solidFill>
                <a:srgbClr val="000000"/>
              </a:solidFill>
              <a:latin typeface="Calibri"/>
              <a:ea typeface="Calibri"/>
              <a:cs typeface="Calibri"/>
            </a:endParaRPr>
          </a:p>
        </p:txBody>
      </p:sp>
      <p:sp>
        <p:nvSpPr>
          <p:cNvPr id="1031" name="necessity-v7-event-query">
            <a:extLst>
              <a:ext uri="{FF2B5EF4-FFF2-40B4-BE49-F238E27FC236}">
                <ns2:creationId id="{230E2869-D5FC-470E-BBE0-4548282E6E7D}"/>
              </a:ext>
            </a:extLst>
          </p:cNvPr>
          <p:cNvSpPr>
            <a:spLocks noGrp="1"/>
          </p:cNvSpPr>
          <p:nvPr/>
        </p:nvSpPr>
        <p:spPr>
          <a:xfrm>
            <a:off x="8729662"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진행 확인</a:t>
            </a:r>
            <a:endParaRPr lang="ko-KR">
              <a:solidFill>
                <a:srgbClr val="000000"/>
              </a:solidFill>
              <a:latin typeface="Calibri"/>
              <a:ea typeface="Calibri"/>
              <a:cs typeface="Calibri"/>
            </a:endParaRPr>
          </a:p>
        </p:txBody>
      </p:sp>
      <p:sp>
        <p:nvSpPr>
          <p:cNvPr id="1032" name="necessity-v7-event-result">
            <a:extLst>
              <a:ext uri="{FF2B5EF4-FFF2-40B4-BE49-F238E27FC236}">
                <ns2:creationId id="{D400CF83-3142-4E04-9A12-7799A1B6CC32}"/>
              </a:ext>
            </a:extLst>
          </p:cNvPr>
          <p:cNvSpPr>
            <a:spLocks noGrp="1"/>
          </p:cNvSpPr>
          <p:nvPr/>
        </p:nvSpPr>
        <p:spPr>
          <a:xfrm>
            <a:off x="10086975"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결과 도착</a:t>
            </a:r>
            <a:endParaRPr lang="ko-KR">
              <a:solidFill>
                <a:srgbClr val="000000"/>
              </a:solidFill>
              <a:latin typeface="Calibri"/>
              <a:ea typeface="Calibri"/>
              <a:cs typeface="Calibri"/>
            </a:endParaRPr>
          </a:p>
        </p:txBody>
      </p:sp>
      <p:sp>
        <p:nvSpPr>
          <p:cNvPr id="1033" name="necessity-v7-guide-request">
            <a:extLst>
              <a:ext uri="{FF2B5EF4-FFF2-40B4-BE49-F238E27FC236}">
                <ns2:creationId id="{096932ED-64FC-4B20-8C23-6B8CFC02AAC7}"/>
              </a:ext>
            </a:extLst>
          </p:cNvPr>
          <p:cNvSpPr>
            <a:spLocks noGrp="1"/>
          </p:cNvSpPr>
          <p:nvPr/>
        </p:nvSpPr>
        <p:spPr>
          <a:xfrm>
            <a:off x="7558088" y="4471988"/>
            <a:ext cx="0" cy="2014538"/>
          </a:xfrm>
          <a:prstGeom prst="line">
            <a:avLst/>
          </a:prstGeom>
          <a:noFill/>
          <a:ln w="11430">
            <a:solidFill>
              <a:srgbClr val="DCE3E9"/>
            </a:solidFill>
            <a:prstDash val="dash"/>
          </a:ln>
        </p:spPr>
      </p:sp>
      <p:sp>
        <p:nvSpPr>
          <p:cNvPr id="1034" name="necessity-v7-guide-query">
            <a:extLst>
              <a:ext uri="{FF2B5EF4-FFF2-40B4-BE49-F238E27FC236}">
                <ns2:creationId id="{AC895DC4-2FE8-4778-AF6D-3305B17A5DEF}"/>
              </a:ext>
            </a:extLst>
          </p:cNvPr>
          <p:cNvSpPr>
            <a:spLocks noGrp="1"/>
          </p:cNvSpPr>
          <p:nvPr/>
        </p:nvSpPr>
        <p:spPr>
          <a:xfrm>
            <a:off x="9315450" y="4471988"/>
            <a:ext cx="0" cy="2014538"/>
          </a:xfrm>
          <a:prstGeom prst="line">
            <a:avLst/>
          </a:prstGeom>
          <a:noFill/>
          <a:ln w="11430">
            <a:solidFill>
              <a:srgbClr val="DCE3E9"/>
            </a:solidFill>
            <a:prstDash val="dash"/>
          </a:ln>
        </p:spPr>
      </p:sp>
      <p:sp>
        <p:nvSpPr>
          <p:cNvPr id="1035" name="necessity-v7-guide-result">
            <a:extLst>
              <a:ext uri="{FF2B5EF4-FFF2-40B4-BE49-F238E27FC236}">
                <ns2:creationId id="{ED3D8580-B3FC-4BAE-9984-ABADEA18E0A1}"/>
              </a:ext>
            </a:extLst>
          </p:cNvPr>
          <p:cNvSpPr>
            <a:spLocks noGrp="1"/>
          </p:cNvSpPr>
          <p:nvPr/>
        </p:nvSpPr>
        <p:spPr>
          <a:xfrm>
            <a:off x="10672762" y="4471988"/>
            <a:ext cx="0" cy="2014538"/>
          </a:xfrm>
          <a:prstGeom prst="line">
            <a:avLst/>
          </a:prstGeom>
          <a:noFill/>
          <a:ln w="11430">
            <a:solidFill>
              <a:srgbClr val="DCE3E9"/>
            </a:solidFill>
            <a:prstDash val="dash"/>
          </a:ln>
        </p:spPr>
      </p:sp>
      <p:sp>
        <p:nvSpPr>
          <p:cNvPr id="1036" name="necessity-v7-lane-user">
            <a:extLst>
              <a:ext uri="{FF2B5EF4-FFF2-40B4-BE49-F238E27FC236}">
                <ns2:creationId id="{E44072D5-689B-4FD7-99C1-B40BFA378EC3}"/>
              </a:ext>
            </a:extLst>
          </p:cNvPr>
          <p:cNvSpPr>
            <a:spLocks noGrp="1"/>
          </p:cNvSpPr>
          <p:nvPr/>
        </p:nvSpPr>
        <p:spPr>
          <a:xfrm>
            <a:off x="6529388" y="4557712"/>
            <a:ext cx="942975" cy="371475"/>
          </a:xfrm>
          <a:prstGeom prst="rect">
            <a:avLst/>
          </a:prstGeom>
          <a:noFill/>
          <a:ln w="0">
            <a:noFill/>
            <a:prstDash val="solid"/>
          </a:ln>
        </p:spPr>
        <p:txBody>
          <a:bodyPr wrap="none" lIns="0" tIns="0" rIns="0" bIns="0" anchor="ctr">
            <a:noAutofit/>
          </a:body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37" name="necessity-v7-lane-via">
            <a:extLst>
              <a:ext uri="{FF2B5EF4-FFF2-40B4-BE49-F238E27FC236}">
                <ns2:creationId id="{00DAA73D-DAD7-4873-A907-998FB2FA9A7D}"/>
              </a:ext>
            </a:extLst>
          </p:cNvPr>
          <p:cNvSpPr>
            <a:spLocks noGrp="1"/>
          </p:cNvSpPr>
          <p:nvPr/>
        </p:nvSpPr>
        <p:spPr>
          <a:xfrm>
            <a:off x="6529388" y="5214938"/>
            <a:ext cx="942975" cy="371475"/>
          </a:xfrm>
          <a:prstGeom prst="rect">
            <a:avLst/>
          </a:prstGeom>
          <a:noFill/>
          <a:ln w="0">
            <a:noFill/>
            <a:prstDash val="solid"/>
          </a:ln>
        </p:spPr>
        <p:txBody>
          <a:bodyPr wrap="none" lIns="0" tIns="0" rIns="0" bIns="0" anchor="ctr">
            <a:noAutofit/>
          </a:body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38" name="necessity-v7-lane-agent">
            <a:extLst>
              <a:ext uri="{FF2B5EF4-FFF2-40B4-BE49-F238E27FC236}">
                <ns2:creationId id="{1F99EF9A-1C8F-42AF-9027-E059609B0F47}"/>
              </a:ext>
            </a:extLst>
          </p:cNvPr>
          <p:cNvSpPr>
            <a:spLocks noGrp="1"/>
          </p:cNvSpPr>
          <p:nvPr/>
        </p:nvSpPr>
        <p:spPr>
          <a:xfrm>
            <a:off x="6529388" y="5915025"/>
            <a:ext cx="942975" cy="371475"/>
          </a:xfrm>
          <a:prstGeom prst="rect">
            <a:avLst/>
          </a:prstGeom>
          <a:noFill/>
          <a:ln w="0">
            <a:noFill/>
            <a:prstDash val="solid"/>
          </a:ln>
        </p:spPr>
        <p:txBody>
          <a:bodyPr wrap="none" lIns="0" tIns="0" rIns="0" bIns="0" anchor="ctr">
            <a:noAutofit/>
          </a:body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Agent</a:t>
            </a:r>
            <a:endParaRPr lang="ko-KR">
              <a:solidFill>
                <a:srgbClr val="000000"/>
              </a:solidFill>
              <a:latin typeface="Calibri"/>
              <a:ea typeface="Calibri"/>
              <a:cs typeface="Calibri"/>
            </a:endParaRPr>
          </a:p>
        </p:txBody>
      </p:sp>
      <p:sp>
        <p:nvSpPr>
          <p:cNvPr id="1039" name="necessity-v7-user-lane">
            <a:extLst>
              <a:ext uri="{FF2B5EF4-FFF2-40B4-BE49-F238E27FC236}">
                <ns2:creationId id="{9B7071E6-A24A-4C6D-9748-E9EDB5F5803F}"/>
              </a:ext>
            </a:extLst>
          </p:cNvPr>
          <p:cNvSpPr>
            <a:spLocks noGrp="1"/>
          </p:cNvSpPr>
          <p:nvPr/>
        </p:nvSpPr>
        <p:spPr>
          <a:xfrm>
            <a:off x="7558088" y="4729162"/>
            <a:ext cx="4286250" cy="0"/>
          </a:xfrm>
          <a:prstGeom prst="line">
            <a:avLst/>
          </a:prstGeom>
          <a:noFill/>
          <a:ln w="17145">
            <a:solidFill>
              <a:srgbClr val="AEBBC8"/>
            </a:solidFill>
            <a:prstDash val="solid"/>
          </a:ln>
        </p:spPr>
      </p:sp>
      <p:sp>
        <p:nvSpPr>
          <p:cNvPr id="1040" name="necessity-v7-user-request">
            <a:extLst>
              <a:ext uri="{FF2B5EF4-FFF2-40B4-BE49-F238E27FC236}">
                <ns2:creationId id="{1B735936-40F5-45EA-98E3-E121EA3B7213}"/>
              </a:ext>
            </a:extLst>
          </p:cNvPr>
          <p:cNvSpPr>
            <a:spLocks noGrp="1"/>
          </p:cNvSpPr>
          <p:nvPr/>
        </p:nvSpPr>
        <p:spPr>
          <a:xfrm>
            <a:off x="7500938" y="4672012"/>
            <a:ext cx="114300" cy="114300"/>
          </a:xfrm>
          <a:prstGeom prst="ellipse">
            <a:avLst/>
          </a:prstGeom>
          <a:solidFill>
            <a:srgbClr val="E8EEF7"/>
          </a:solidFill>
          <a:ln w="0">
            <a:noFill/>
            <a:prstDash val="solid"/>
          </a:ln>
        </p:spPr>
      </p:sp>
      <p:sp>
        <p:nvSpPr>
          <p:cNvPr id="1041" name="necessity-v7-user-query">
            <a:extLst>
              <a:ext uri="{FF2B5EF4-FFF2-40B4-BE49-F238E27FC236}">
                <ns2:creationId id="{D4CC6BCF-E84E-40DD-A33D-5437217A5E1B}"/>
              </a:ext>
            </a:extLst>
          </p:cNvPr>
          <p:cNvSpPr>
            <a:spLocks noGrp="1"/>
          </p:cNvSpPr>
          <p:nvPr/>
        </p:nvSpPr>
        <p:spPr>
          <a:xfrm>
            <a:off x="9258300" y="4672012"/>
            <a:ext cx="114300" cy="114300"/>
          </a:xfrm>
          <a:prstGeom prst="ellipse">
            <a:avLst/>
          </a:prstGeom>
          <a:solidFill>
            <a:srgbClr val="E8EEF7"/>
          </a:solidFill>
          <a:ln w="0">
            <a:noFill/>
            <a:prstDash val="solid"/>
          </a:ln>
        </p:spPr>
      </p:sp>
      <p:sp>
        <p:nvSpPr>
          <p:cNvPr id="1042" name="necessity-v7-user-result">
            <a:extLst>
              <a:ext uri="{FF2B5EF4-FFF2-40B4-BE49-F238E27FC236}">
                <ns2:creationId id="{CCE4E654-2E6D-4CAE-A5FD-A3605CD7694B}"/>
              </a:ext>
            </a:extLst>
          </p:cNvPr>
          <p:cNvSpPr>
            <a:spLocks noGrp="1"/>
          </p:cNvSpPr>
          <p:nvPr/>
        </p:nvSpPr>
        <p:spPr>
          <a:xfrm>
            <a:off x="11701462" y="4672012"/>
            <a:ext cx="114300" cy="114300"/>
          </a:xfrm>
          <a:prstGeom prst="ellipse">
            <a:avLst/>
          </a:prstGeom>
          <a:solidFill>
            <a:srgbClr val="E8EEF7"/>
          </a:solidFill>
          <a:ln w="0">
            <a:noFill/>
            <a:prstDash val="solid"/>
          </a:ln>
        </p:spPr>
      </p:sp>
      <p:sp>
        <p:nvSpPr>
          <p:cNvPr id="1043" name="necessity-v7-via-request-work">
            <a:extLst>
              <a:ext uri="{FF2B5EF4-FFF2-40B4-BE49-F238E27FC236}">
                <ns2:creationId id="{686F9E3E-3205-4C4B-BD5C-A70A870EE3E7}"/>
              </a:ext>
            </a:extLst>
          </p:cNvPr>
          <p:cNvSpPr>
            <a:spLocks noGrp="1"/>
          </p:cNvSpPr>
          <p:nvPr/>
        </p:nvSpPr>
        <p:spPr>
          <a:xfrm>
            <a:off x="7443788" y="5214938"/>
            <a:ext cx="1328738" cy="385762"/>
          </a:xfrm>
          <a:prstGeom prst="roundRect">
            <a:avLst>
              <a:gd name="adj" fmla="val 11111"/>
            </a:avLst>
          </a:prstGeom>
          <a:solidFill>
            <a:srgbClr val="E8EEF7"/>
          </a:solidFill>
          <a:ln w="11430">
            <a:solidFill>
              <a:srgbClr val="218FAF"/>
            </a:solidFill>
            <a:prstDash val="solid"/>
          </a:ln>
        </p:spPr>
        <p:txBody>
          <a:bodyPr wrap="none" lIns="0" tIns="14287" rIns="0" bIns="14287"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해석과 위임</a:t>
            </a:r>
            <a:endParaRPr lang="ko-KR">
              <a:solidFill>
                <a:srgbClr val="000000"/>
              </a:solidFill>
              <a:latin typeface="Calibri"/>
              <a:ea typeface="Calibri"/>
              <a:cs typeface="Calibri"/>
            </a:endParaRPr>
          </a:p>
        </p:txBody>
      </p:sp>
      <p:sp>
        <p:nvSpPr>
          <p:cNvPr id="1044" name="necessity-v7-via-query-work">
            <a:extLst>
              <a:ext uri="{FF2B5EF4-FFF2-40B4-BE49-F238E27FC236}">
                <ns2:creationId id="{478E46BD-5478-4344-96B5-B9747E5A730E}"/>
              </a:ext>
            </a:extLst>
          </p:cNvPr>
          <p:cNvSpPr>
            <a:spLocks noGrp="1"/>
          </p:cNvSpPr>
          <p:nvPr/>
        </p:nvSpPr>
        <p:spPr>
          <a:xfrm>
            <a:off x="8886825" y="5214938"/>
            <a:ext cx="1228725" cy="385762"/>
          </a:xfrm>
          <a:prstGeom prst="roundRect">
            <a:avLst>
              <a:gd name="adj" fmla="val 11111"/>
            </a:avLst>
          </a:prstGeom>
          <a:solidFill>
            <a:srgbClr val="E8EEF7"/>
          </a:solidFill>
          <a:ln w="11430">
            <a:solidFill>
              <a:srgbClr val="218FAF"/>
            </a:solidFill>
            <a:prstDash val="solid"/>
          </a:ln>
        </p:spPr>
        <p:txBody>
          <a:bodyPr wrap="none" lIns="0" tIns="14287" rIns="0" bIns="14287"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상태 안내</a:t>
            </a:r>
            <a:endParaRPr lang="ko-KR">
              <a:solidFill>
                <a:srgbClr val="000000"/>
              </a:solidFill>
              <a:latin typeface="Calibri"/>
              <a:ea typeface="Calibri"/>
              <a:cs typeface="Calibri"/>
            </a:endParaRPr>
          </a:p>
        </p:txBody>
      </p:sp>
      <p:sp>
        <p:nvSpPr>
          <p:cNvPr id="1045" name="necessity-v7-via-result-work">
            <a:extLst>
              <a:ext uri="{FF2B5EF4-FFF2-40B4-BE49-F238E27FC236}">
                <ns2:creationId id="{6333A53C-1C2D-4DA6-92AE-BA1C86DDAA39}"/>
              </a:ext>
            </a:extLst>
          </p:cNvPr>
          <p:cNvSpPr>
            <a:spLocks noGrp="1"/>
          </p:cNvSpPr>
          <p:nvPr/>
        </p:nvSpPr>
        <p:spPr>
          <a:xfrm>
            <a:off x="10672762" y="5214938"/>
            <a:ext cx="1157288" cy="385762"/>
          </a:xfrm>
          <a:prstGeom prst="roundRect">
            <a:avLst>
              <a:gd name="adj" fmla="val 11111"/>
            </a:avLst>
          </a:prstGeom>
          <a:solidFill>
            <a:srgbClr val="E8EEF7"/>
          </a:solidFill>
          <a:ln w="11430">
            <a:solidFill>
              <a:srgbClr val="218FAF"/>
            </a:solidFill>
            <a:prstDash val="solid"/>
          </a:ln>
        </p:spPr>
        <p:txBody>
          <a:bodyPr wrap="none" lIns="0" tIns="14287" rIns="0" bIns="14287"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 전달</a:t>
            </a:r>
            <a:endParaRPr lang="ko-KR">
              <a:solidFill>
                <a:srgbClr val="000000"/>
              </a:solidFill>
              <a:latin typeface="Calibri"/>
              <a:ea typeface="Calibri"/>
              <a:cs typeface="Calibri"/>
            </a:endParaRPr>
          </a:p>
        </p:txBody>
      </p:sp>
      <p:sp>
        <p:nvSpPr>
          <p:cNvPr id="1049" name="necessity-v7-agent-running-work">
            <a:extLst>
              <a:ext uri="{FF2B5EF4-FFF2-40B4-BE49-F238E27FC236}">
                <ns2:creationId id="{94335B9B-CB6E-4BA0-844E-E0F22E254EB3}"/>
              </a:ext>
            </a:extLst>
          </p:cNvPr>
          <p:cNvSpPr>
            <a:spLocks noGrp="1"/>
          </p:cNvSpPr>
          <p:nvPr/>
        </p:nvSpPr>
        <p:spPr>
          <a:xfrm>
            <a:off x="8672512" y="5957888"/>
            <a:ext cx="2000250" cy="385762"/>
          </a:xfrm>
          <a:prstGeom prst="roundRect">
            <a:avLst>
              <a:gd name="adj" fmla="val 11111"/>
            </a:avLst>
          </a:prstGeom>
          <a:solidFill>
            <a:srgbClr val="EEEEEE"/>
          </a:solidFill>
          <a:ln w="0">
            <a:noFill/>
            <a:prstDash val="solid"/>
          </a:ln>
        </p:spPr>
        <p:txBody>
          <a:bodyPr wrap="none" lIns="0" tIns="14287" rIns="0" bIns="14287"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1051" name="necessity-v7-via-request-in">
            <a:extLst>
              <a:ext uri="{FF2B5EF4-FFF2-40B4-BE49-F238E27FC236}">
                <ns2:creationId id="{B16159C5-2668-424D-A71F-BA42DB3ECFC9}"/>
              </a:ext>
            </a:extLst>
          </p:cNvPr>
          <p:cNvSpPr>
            <a:spLocks noGrp="1"/>
          </p:cNvSpPr>
          <p:nvPr/>
        </p:nvSpPr>
        <p:spPr>
          <a:xfrm>
            <a:off x="7550944" y="5207794"/>
            <a:ext cx="14288" cy="14288"/>
          </a:xfrm>
          <a:prstGeom prst="rect">
            <a:avLst/>
          </a:prstGeom>
          <a:noFill/>
          <a:ln w="0">
            <a:noFill/>
            <a:prstDash val="solid"/>
          </a:ln>
        </p:spPr>
      </p:sp>
      <p:cxnSp>
        <p:nvCxnSpPr>
          <p:cNvPr id="1052" name=""/>
          <p:cNvCxnSpPr>
            <a:stCxn id="1040" idx="4"/>
            <a:endCxn id="1051" idx="0"/>
          </p:cNvCxnSpPr>
          <p:nvPr/>
        </p:nvCxnSpPr>
        <p:spPr>
          <a:xfrm>
            <a:off x="7558088" y="4786312"/>
            <a:ext cx="2" cy="421482"/>
          </a:xfrm>
          <a:prstGeom prst="straightConnector1">
            <a:avLst/>
          </a:prstGeom>
          <a:ln w="20002">
            <a:solidFill>
              <a:srgbClr val="218FAF"/>
            </a:solidFill>
            <a:prstDash val="solid"/>
            <a:tailEnd type="triangle" w="sm" len="sm"/>
          </a:ln>
        </p:spPr>
      </p:cxnSp>
      <p:sp>
        <p:nvSpPr>
          <p:cNvPr id="1053" name="necessity-v7-via-query-in">
            <a:extLst>
              <a:ext uri="{FF2B5EF4-FFF2-40B4-BE49-F238E27FC236}">
                <ns2:creationId id="{7F2CBCB2-360F-412B-8143-E146816ED308}"/>
              </a:ext>
            </a:extLst>
          </p:cNvPr>
          <p:cNvSpPr>
            <a:spLocks noGrp="1"/>
          </p:cNvSpPr>
          <p:nvPr/>
        </p:nvSpPr>
        <p:spPr>
          <a:xfrm>
            <a:off x="9308307" y="5207794"/>
            <a:ext cx="14288" cy="14288"/>
          </a:xfrm>
          <a:prstGeom prst="rect">
            <a:avLst/>
          </a:prstGeom>
          <a:noFill/>
          <a:ln w="0">
            <a:noFill/>
            <a:prstDash val="solid"/>
          </a:ln>
        </p:spPr>
      </p:sp>
      <p:cxnSp>
        <p:nvCxnSpPr>
          <p:cNvPr id="1054" name=""/>
          <p:cNvCxnSpPr>
            <a:stCxn id="1041" idx="4"/>
            <a:endCxn id="1053" idx="0"/>
          </p:cNvCxnSpPr>
          <p:nvPr/>
        </p:nvCxnSpPr>
        <p:spPr>
          <a:xfrm>
            <a:off x="9315450" y="4786312"/>
            <a:ext cx="2" cy="421482"/>
          </a:xfrm>
          <a:prstGeom prst="straightConnector1">
            <a:avLst/>
          </a:prstGeom>
          <a:ln w="20002">
            <a:solidFill>
              <a:srgbClr val="218FAF"/>
            </a:solidFill>
            <a:prstDash val="solid"/>
            <a:tailEnd type="triangle" w="sm" len="sm"/>
          </a:ln>
        </p:spPr>
      </p:cxnSp>
      <p:sp>
        <p:nvSpPr>
          <p:cNvPr id="1055" name="necessity-v7-via-result-out">
            <a:extLst>
              <a:ext uri="{FF2B5EF4-FFF2-40B4-BE49-F238E27FC236}">
                <ns2:creationId id="{6447D944-FEF3-4C2D-BB7C-88778ECE1674}"/>
              </a:ext>
            </a:extLst>
          </p:cNvPr>
          <p:cNvSpPr>
            <a:spLocks noGrp="1"/>
          </p:cNvSpPr>
          <p:nvPr/>
        </p:nvSpPr>
        <p:spPr>
          <a:xfrm>
            <a:off x="11751470" y="5207794"/>
            <a:ext cx="14288" cy="14288"/>
          </a:xfrm>
          <a:prstGeom prst="rect">
            <a:avLst/>
          </a:prstGeom>
          <a:noFill/>
          <a:ln w="0">
            <a:noFill/>
            <a:prstDash val="solid"/>
          </a:ln>
        </p:spPr>
      </p:sp>
      <p:cxnSp>
        <p:nvCxnSpPr>
          <p:cNvPr id="1056" name=""/>
          <p:cNvCxnSpPr>
            <a:stCxn id="1055" idx="0"/>
            <a:endCxn id="1042" idx="4"/>
          </p:cNvCxnSpPr>
          <p:nvPr/>
        </p:nvCxnSpPr>
        <p:spPr>
          <a:xfrm flipH="1" flipV="1">
            <a:off x="11758612" y="4786312"/>
            <a:ext cx="2" cy="421482"/>
          </a:xfrm>
          <a:prstGeom prst="straightConnector1">
            <a:avLst/>
          </a:prstGeom>
          <a:ln w="20002">
            <a:solidFill>
              <a:srgbClr val="218FAF"/>
            </a:solidFill>
            <a:prstDash val="solid"/>
            <a:tailEnd type="triangle" w="sm" len="sm"/>
          </a:ln>
        </p:spPr>
      </p:cxnSp>
      <p:sp>
        <p:nvSpPr>
          <p:cNvPr id="1057" name="necessity-v7-user-progress-reply">
            <a:extLst>
              <a:ext uri="{FF2B5EF4-FFF2-40B4-BE49-F238E27FC236}">
                <ns2:creationId id="{B0A57132-B939-46CA-AC9D-E67FCB2F0BEE}"/>
              </a:ext>
            </a:extLst>
          </p:cNvPr>
          <p:cNvSpPr>
            <a:spLocks noGrp="1"/>
          </p:cNvSpPr>
          <p:nvPr/>
        </p:nvSpPr>
        <p:spPr>
          <a:xfrm>
            <a:off x="9915525" y="4672012"/>
            <a:ext cx="114300" cy="114300"/>
          </a:xfrm>
          <a:prstGeom prst="ellipse">
            <a:avLst/>
          </a:prstGeom>
          <a:solidFill>
            <a:srgbClr val="E8EEF7"/>
          </a:solidFill>
          <a:ln w="0">
            <a:noFill/>
            <a:prstDash val="solid"/>
          </a:ln>
        </p:spPr>
      </p:sp>
      <p:sp>
        <p:nvSpPr>
          <p:cNvPr id="1058" name="necessity-v7-via-query-out">
            <a:extLst>
              <a:ext uri="{FF2B5EF4-FFF2-40B4-BE49-F238E27FC236}">
                <ns2:creationId id="{57CB692F-F742-4C86-94D5-8F2A0E7E4421}"/>
              </a:ext>
            </a:extLst>
          </p:cNvPr>
          <p:cNvSpPr>
            <a:spLocks noGrp="1"/>
          </p:cNvSpPr>
          <p:nvPr/>
        </p:nvSpPr>
        <p:spPr>
          <a:xfrm>
            <a:off x="9965532" y="5207794"/>
            <a:ext cx="14288" cy="14288"/>
          </a:xfrm>
          <a:prstGeom prst="rect">
            <a:avLst/>
          </a:prstGeom>
          <a:noFill/>
          <a:ln w="0">
            <a:noFill/>
            <a:prstDash val="solid"/>
          </a:ln>
        </p:spPr>
      </p:sp>
      <p:cxnSp>
        <p:nvCxnSpPr>
          <p:cNvPr id="1059" name=""/>
          <p:cNvCxnSpPr>
            <a:stCxn id="1058" idx="0"/>
            <a:endCxn id="1057" idx="4"/>
          </p:cNvCxnSpPr>
          <p:nvPr/>
        </p:nvCxnSpPr>
        <p:spPr>
          <a:xfrm flipH="1" flipV="1">
            <a:off x="9972675" y="4786312"/>
            <a:ext cx="2" cy="421482"/>
          </a:xfrm>
          <a:prstGeom prst="straightConnector1">
            <a:avLst/>
          </a:prstGeom>
          <a:ln w="20002">
            <a:solidFill>
              <a:srgbClr val="218FAF"/>
            </a:solidFill>
            <a:prstDash val="solid"/>
            <a:tailEnd type="triangle" w="sm" len="sm"/>
          </a:ln>
        </p:spPr>
      </p:cxnSp>
      <p:sp>
        <p:nvSpPr>
          <p:cNvPr id="1060" name="necessity-v7-delegate-from">
            <a:extLst>
              <a:ext uri="{FF2B5EF4-FFF2-40B4-BE49-F238E27FC236}">
                <ns2:creationId id="{10D83ABE-E809-4E83-AC79-3797A17C4A49}"/>
              </a:ext>
            </a:extLst>
          </p:cNvPr>
          <p:cNvSpPr>
            <a:spLocks noGrp="1"/>
          </p:cNvSpPr>
          <p:nvPr/>
        </p:nvSpPr>
        <p:spPr>
          <a:xfrm>
            <a:off x="8665370" y="5593557"/>
            <a:ext cx="14288" cy="14288"/>
          </a:xfrm>
          <a:prstGeom prst="rect">
            <a:avLst/>
          </a:prstGeom>
          <a:noFill/>
          <a:ln w="0">
            <a:noFill/>
            <a:prstDash val="solid"/>
          </a:ln>
        </p:spPr>
      </p:sp>
      <p:sp>
        <p:nvSpPr>
          <p:cNvPr id="1061" name="necessity-v7-delegate-to">
            <a:extLst>
              <a:ext uri="{FF2B5EF4-FFF2-40B4-BE49-F238E27FC236}">
                <ns2:creationId id="{3A024DE9-6035-45ED-ADB3-B6B8EA500F72}"/>
              </a:ext>
            </a:extLst>
          </p:cNvPr>
          <p:cNvSpPr>
            <a:spLocks noGrp="1"/>
          </p:cNvSpPr>
          <p:nvPr/>
        </p:nvSpPr>
        <p:spPr>
          <a:xfrm>
            <a:off x="8665370" y="5950744"/>
            <a:ext cx="14288" cy="14288"/>
          </a:xfrm>
          <a:prstGeom prst="rect">
            <a:avLst/>
          </a:prstGeom>
          <a:noFill/>
          <a:ln w="0">
            <a:noFill/>
            <a:prstDash val="solid"/>
          </a:ln>
        </p:spPr>
      </p:sp>
      <p:sp>
        <p:nvSpPr>
          <p:cNvPr id="1062" name="necessity-v7-result-from">
            <a:extLst>
              <a:ext uri="{FF2B5EF4-FFF2-40B4-BE49-F238E27FC236}">
                <ns2:creationId id="{F540D682-D638-42F1-B638-2FD57FF3AF92}"/>
              </a:ext>
            </a:extLst>
          </p:cNvPr>
          <p:cNvSpPr>
            <a:spLocks noGrp="1"/>
          </p:cNvSpPr>
          <p:nvPr/>
        </p:nvSpPr>
        <p:spPr>
          <a:xfrm>
            <a:off x="10665620" y="5950744"/>
            <a:ext cx="14288" cy="14288"/>
          </a:xfrm>
          <a:prstGeom prst="rect">
            <a:avLst/>
          </a:prstGeom>
          <a:noFill/>
          <a:ln w="0">
            <a:noFill/>
            <a:prstDash val="solid"/>
          </a:ln>
        </p:spPr>
      </p:sp>
      <p:sp>
        <p:nvSpPr>
          <p:cNvPr id="1063" name="necessity-v7-result-to">
            <a:extLst>
              <a:ext uri="{FF2B5EF4-FFF2-40B4-BE49-F238E27FC236}">
                <ns2:creationId id="{FAD98E1D-493A-4CD6-9483-730AA8B54B68}"/>
              </a:ext>
            </a:extLst>
          </p:cNvPr>
          <p:cNvSpPr>
            <a:spLocks noGrp="1"/>
          </p:cNvSpPr>
          <p:nvPr/>
        </p:nvSpPr>
        <p:spPr>
          <a:xfrm>
            <a:off x="10665620" y="5593557"/>
            <a:ext cx="14288" cy="14288"/>
          </a:xfrm>
          <a:prstGeom prst="rect">
            <a:avLst/>
          </a:prstGeom>
          <a:noFill/>
          <a:ln w="0">
            <a:noFill/>
            <a:prstDash val="solid"/>
          </a:ln>
        </p:spPr>
      </p:sp>
      <p:cxnSp>
        <p:nvCxnSpPr>
          <p:cNvPr id="1064" name=""/>
          <p:cNvCxnSpPr>
            <a:stCxn id="1060" idx="2"/>
            <a:endCxn id="1061" idx="0"/>
          </p:cNvCxnSpPr>
          <p:nvPr/>
        </p:nvCxnSpPr>
        <p:spPr>
          <a:xfrm>
            <a:off x="8672514" y="5607844"/>
            <a:ext cx="0" cy="342900"/>
          </a:xfrm>
          <a:prstGeom prst="straightConnector1">
            <a:avLst/>
          </a:prstGeom>
          <a:ln w="20002">
            <a:solidFill>
              <a:srgbClr val="06255C"/>
            </a:solidFill>
            <a:prstDash val="solid"/>
            <a:tailEnd type="triangle" w="sm" len="sm"/>
          </a:ln>
        </p:spPr>
      </p:cxnSp>
      <p:cxnSp>
        <p:nvCxnSpPr>
          <p:cNvPr id="1065" name=""/>
          <p:cNvCxnSpPr>
            <a:stCxn id="1062" idx="0"/>
            <a:endCxn id="1063" idx="2"/>
          </p:cNvCxnSpPr>
          <p:nvPr/>
        </p:nvCxnSpPr>
        <p:spPr>
          <a:xfrm flipV="1">
            <a:off x="10672764" y="5607844"/>
            <a:ext cx="0" cy="342900"/>
          </a:xfrm>
          <a:prstGeom prst="straightConnector1">
            <a:avLst/>
          </a:prstGeom>
          <a:ln w="20002">
            <a:solidFill>
              <a:srgbClr val="06255C"/>
            </a:solidFill>
            <a:prstDash val="solid"/>
            <a:tailEnd type="triangle" w="sm" len="sm"/>
          </a:ln>
        </p:spPr>
      </p:cxnSp>
      <p:sp>
        <p:nvSpPr>
          <p:cNvPr id="1066" name="necessity-v7-work-query-caption">
            <a:extLst>
              <a:ext uri="{FF2B5EF4-FFF2-40B4-BE49-F238E27FC236}">
                <ns2:creationId id="{9BF0F9DA-39A2-42FB-8736-631A71841F45}"/>
              </a:ext>
            </a:extLst>
          </p:cNvPr>
          <p:cNvSpPr>
            <a:spLocks noGrp="1"/>
          </p:cNvSpPr>
          <p:nvPr/>
        </p:nvSpPr>
        <p:spPr>
          <a:xfrm>
            <a:off x="6629400" y="6572250"/>
            <a:ext cx="5100638" cy="400050"/>
          </a:xfrm>
          <a:prstGeom prst="rect">
            <a:avLst/>
          </a:prstGeom>
          <a:noFill/>
          <a:ln w="0">
            <a:noFill/>
            <a:prstDash val="solid"/>
          </a:ln>
        </p:spPr>
        <p:txBody>
          <a:bodyPr wrap="none" lIns="0" tIns="0" rIns="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진행 질문에 답하는 동안에도 업무는 계속</a:t>
            </a:r>
            <a:endParaRPr lang="ko-KR">
              <a:solidFill>
                <a:srgbClr val="000000"/>
              </a:solidFill>
              <a:latin typeface="Calibri"/>
              <a:ea typeface="Calibri"/>
              <a:cs typeface="Calibri"/>
            </a:endParaRPr>
          </a:p>
        </p:txBody>
      </p:sp>
      <p:sp>
        <p:nvSpPr>
          <p:cNvPr id="1067" name="necessity-v7-speed-heading-2">
            <a:extLst>
              <a:ext uri="{FF2B5EF4-FFF2-40B4-BE49-F238E27FC236}">
                <ns2:creationId id="{807F0C52-39ED-422A-A249-980499250F47}"/>
              </a:ext>
            </a:extLst>
          </p:cNvPr>
          <p:cNvSpPr>
            <a:spLocks noGrp="1"/>
          </p:cNvSpPr>
          <p:nvPr/>
        </p:nvSpPr>
        <p:spPr>
          <a:xfrm>
            <a:off x="6443662" y="7243762"/>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반응과 결과 전달까지 빠르게</a:t>
            </a:r>
            <a:endParaRPr lang="ko-KR">
              <a:solidFill>
                <a:srgbClr val="000000"/>
              </a:solidFill>
              <a:latin typeface="Calibri"/>
              <a:ea typeface="Calibri"/>
              <a:cs typeface="Calibri"/>
            </a:endParaRPr>
          </a:p>
        </p:txBody>
      </p:sp>
      <p:sp>
        <p:nvSpPr>
          <p:cNvPr id="1068" name="necessity-v7-speed-desc-2">
            <a:extLst>
              <a:ext uri="{FF2B5EF4-FFF2-40B4-BE49-F238E27FC236}">
                <ns2:creationId id="{FA20A37A-CC0D-47F2-A555-6CDE64F67426}"/>
              </a:ext>
            </a:extLst>
          </p:cNvPr>
          <p:cNvSpPr>
            <a:spLocks noGrp="1"/>
          </p:cNvSpPr>
          <p:nvPr/>
        </p:nvSpPr>
        <p:spPr>
          <a:xfrm>
            <a:off x="6700838" y="78152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입력에 반응하고 준비된 결과를
전달하는 VIA 처리시간을 줄여야 함</a:t>
            </a:r>
            <a:endParaRPr lang="ko-KR">
              <a:solidFill>
                <a:srgbClr val="000000"/>
              </a:solidFill>
              <a:latin typeface="Calibri"/>
              <a:ea typeface="Calibri"/>
              <a:cs typeface="Calibri"/>
            </a:endParaRPr>
          </a:p>
        </p:txBody>
      </p:sp>
      <p:sp>
        <p:nvSpPr>
          <p:cNvPr id="1069" name="necessity-v7-external-cost-distinction">
            <a:extLst>
              <a:ext uri="{FF2B5EF4-FFF2-40B4-BE49-F238E27FC236}">
                <ns2:creationId id="{AFE12C3F-B3A1-4838-BD63-9AF56A9FA9EB}"/>
              </a:ext>
            </a:extLst>
          </p:cNvPr>
          <p:cNvSpPr>
            <a:spLocks noGrp="1"/>
          </p:cNvSpPr>
          <p:nvPr/>
        </p:nvSpPr>
        <p:spPr>
          <a:xfrm>
            <a:off x="6700838" y="8672512"/>
            <a:ext cx="5000625" cy="357188"/>
          </a:xfrm>
          <a:prstGeom prst="rect">
            <a:avLst/>
          </a:prstGeom>
          <a:noFill/>
          <a:ln w="0">
            <a:noFill/>
            <a:prstDash val="solid"/>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실제 업무 실행시간과 VIA 처리시간을 구분</a:t>
            </a:r>
            <a:endParaRPr lang="ko-KR">
              <a:solidFill>
                <a:srgbClr val="000000"/>
              </a:solidFill>
              <a:latin typeface="Calibri"/>
              <a:ea typeface="Calibri"/>
              <a:cs typeface="Calibri"/>
            </a:endParaRPr>
          </a:p>
        </p:txBody>
      </p:sp>
      <p:sp>
        <p:nvSpPr>
          <p:cNvPr id="1070" name="necessity-v7-speed-conclusion-green">
            <a:extLst>
              <a:ext uri="{FF2B5EF4-FFF2-40B4-BE49-F238E27FC236}">
                <ns2:creationId id="{73C760FD-6514-4070-9ED1-B0FD5837C18E}"/>
              </a:ext>
            </a:extLst>
          </p:cNvPr>
          <p:cNvSpPr>
            <a:spLocks noGrp="1"/>
          </p:cNvSpPr>
          <p:nvPr/>
        </p:nvSpPr>
        <p:spPr>
          <a:xfrm>
            <a:off x="6700838" y="9444038"/>
            <a:ext cx="4972050" cy="171450"/>
          </a:xfrm>
          <a:prstGeom prst="rect">
            <a:avLst/>
          </a:prstGeom>
          <a:solidFill>
            <a:srgbClr val="C6E0B4"/>
          </a:solidFill>
          <a:ln w="0">
            <a:noFill/>
            <a:prstDash val="solid"/>
          </a:ln>
        </p:spPr>
      </p:sp>
      <p:sp>
        <p:nvSpPr>
          <p:cNvPr id="1071" name="necessity-v7-speed-conclusion">
            <a:extLst>
              <a:ext uri="{FF2B5EF4-FFF2-40B4-BE49-F238E27FC236}">
                <ns2:creationId id="{FE4B9B11-39CB-47DB-BD27-0B1D903F02C6}"/>
              </a:ext>
            </a:extLst>
          </p:cNvPr>
          <p:cNvSpPr>
            <a:spLocks noGrp="1"/>
          </p:cNvSpPr>
          <p:nvPr/>
        </p:nvSpPr>
        <p:spPr>
          <a:xfrm>
            <a:off x="6700838"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VIA 처리시간을 줄여 대화 흐름 유지</a:t>
            </a:r>
            <a:endParaRPr lang="ko-KR">
              <a:solidFill>
                <a:srgbClr val="000000"/>
              </a:solidFill>
              <a:latin typeface="Calibri"/>
              <a:ea typeface="Calibri"/>
              <a:cs typeface="Calibri"/>
            </a:endParaRPr>
          </a:p>
        </p:txBody>
      </p:sp>
      <p:sp>
        <p:nvSpPr>
          <p:cNvPr id="1072" name="necessity-v7-change-heading-1">
            <a:extLst>
              <a:ext uri="{FF2B5EF4-FFF2-40B4-BE49-F238E27FC236}">
                <ns2:creationId id="{E89318EF-F55E-4648-A496-AD0441FA92BB}"/>
              </a:ext>
            </a:extLst>
          </p:cNvPr>
          <p:cNvSpPr>
            <a:spLocks noGrp="1"/>
          </p:cNvSpPr>
          <p:nvPr/>
        </p:nvSpPr>
        <p:spPr>
          <a:xfrm>
            <a:off x="12472988"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내부의 Agent 기술도 발전</a:t>
            </a:r>
            <a:endParaRPr lang="ko-KR">
              <a:solidFill>
                <a:srgbClr val="000000"/>
              </a:solidFill>
              <a:latin typeface="Calibri"/>
              <a:ea typeface="Calibri"/>
              <a:cs typeface="Calibri"/>
            </a:endParaRPr>
          </a:p>
        </p:txBody>
      </p:sp>
      <p:sp>
        <p:nvSpPr>
          <p:cNvPr id="1073" name="necessity-v7-change-desc-1">
            <a:extLst>
              <a:ext uri="{FF2B5EF4-FFF2-40B4-BE49-F238E27FC236}">
                <ns2:creationId id="{C474007C-BA48-4456-B8C1-020D23BC176B}"/>
              </a:ext>
            </a:extLst>
          </p:cNvPr>
          <p:cNvSpPr>
            <a:spLocks noGrp="1"/>
          </p:cNvSpPr>
          <p:nvPr/>
        </p:nvSpPr>
        <p:spPr>
          <a:xfrm>
            <a:off x="12730162"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요청 이해와 기억, Context,
상호작용 방식의 변화를 수용</a:t>
            </a:r>
            <a:endParaRPr lang="ko-KR">
              <a:solidFill>
                <a:srgbClr val="000000"/>
              </a:solidFill>
              <a:latin typeface="Calibri"/>
              <a:ea typeface="Calibri"/>
              <a:cs typeface="Calibri"/>
            </a:endParaRPr>
          </a:p>
        </p:txBody>
      </p:sp>
      <p:sp>
        <p:nvSpPr>
          <p:cNvPr id="1074" name="necessity-v7-technology-scope-label">
            <a:extLst>
              <a:ext uri="{FF2B5EF4-FFF2-40B4-BE49-F238E27FC236}">
                <ns2:creationId id="{E94C2921-D2C7-42BA-B630-9E4D107E3B19}"/>
              </a:ext>
            </a:extLst>
          </p:cNvPr>
          <p:cNvSpPr>
            <a:spLocks noGrp="1"/>
          </p:cNvSpPr>
          <p:nvPr/>
        </p:nvSpPr>
        <p:spPr>
          <a:xfrm>
            <a:off x="12815888" y="4029075"/>
            <a:ext cx="4914900" cy="385762"/>
          </a:xfrm>
          <a:prstGeom prst="rect">
            <a:avLst/>
          </a:prstGeom>
          <a:noFill/>
          <a:ln w="0">
            <a:noFill/>
            <a:prstDash val="solid"/>
          </a:ln>
        </p:spPr>
        <p:txBody>
          <a:bodyPr wrap="none" lIns="0" tIns="0" rIns="0" bIns="0" anchor="ctr">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75" name="necessity-v7-technology-scope">
            <a:extLst>
              <a:ext uri="{FF2B5EF4-FFF2-40B4-BE49-F238E27FC236}">
                <ns2:creationId id="{1BA43815-939E-4D2F-A475-E6E73732DDE3}"/>
              </a:ext>
            </a:extLst>
          </p:cNvPr>
          <p:cNvSpPr>
            <a:spLocks noGrp="1"/>
          </p:cNvSpPr>
          <p:nvPr/>
        </p:nvSpPr>
        <p:spPr>
          <a:xfrm>
            <a:off x="12730162" y="4500562"/>
            <a:ext cx="4943475" cy="1585912"/>
          </a:xfrm>
          <a:prstGeom prst="roundRect">
            <a:avLst>
              <a:gd name="adj" fmla="val 5405"/>
            </a:avLst>
          </a:prstGeom>
          <a:solidFill>
            <a:srgbClr val="FFFFFF"/>
          </a:solidFill>
          <a:ln w="17145">
            <a:solidFill>
              <a:srgbClr val="AEBBC8"/>
            </a:solidFill>
            <a:prstDash val="solid"/>
          </a:ln>
        </p:spPr>
        <p:txBody>
          <a:bodyPr wrap="none" lIns="142876" tIns="214313" rIns="2514599" bIns="942974"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모델과 Runtime</a:t>
            </a:r>
            <a:endParaRPr lang="ko-KR">
              <a:solidFill>
                <a:srgbClr val="000000"/>
              </a:solidFill>
              <a:latin typeface="Calibri"/>
              <a:ea typeface="Calibri"/>
              <a:cs typeface="Calibri"/>
            </a:endParaRPr>
          </a:p>
        </p:txBody>
      </p:sp>
      <p:sp>
        <p:nvSpPr>
          <p:cNvPr id="1076" name="necessity-v7-scope-middle">
            <a:extLst>
              <a:ext uri="{FF2B5EF4-FFF2-40B4-BE49-F238E27FC236}">
                <ns2:creationId id="{7D88DD82-4476-41D4-B4CE-B9514B6604C0}"/>
              </a:ext>
            </a:extLst>
          </p:cNvPr>
          <p:cNvSpPr>
            <a:spLocks noGrp="1"/>
          </p:cNvSpPr>
          <p:nvPr/>
        </p:nvSpPr>
        <p:spPr>
          <a:xfrm>
            <a:off x="15201900" y="4700588"/>
            <a:ext cx="0" cy="1185862"/>
          </a:xfrm>
          <a:prstGeom prst="line">
            <a:avLst/>
          </a:prstGeom>
          <a:noFill/>
          <a:ln w="14288">
            <a:solidFill>
              <a:srgbClr val="DCE3E9"/>
            </a:solidFill>
            <a:prstDash val="solid"/>
          </a:ln>
        </p:spPr>
      </p:sp>
      <p:sp>
        <p:nvSpPr>
          <p:cNvPr id="1077" name="necessity-v7-scope-horizontal">
            <a:extLst>
              <a:ext uri="{FF2B5EF4-FFF2-40B4-BE49-F238E27FC236}">
                <ns2:creationId id="{32C8606C-B2A5-4202-8CAC-1B385B0F7A09}"/>
              </a:ext>
            </a:extLst>
          </p:cNvPr>
          <p:cNvSpPr>
            <a:spLocks noGrp="1"/>
          </p:cNvSpPr>
          <p:nvPr/>
        </p:nvSpPr>
        <p:spPr>
          <a:xfrm>
            <a:off x="12930188" y="5286375"/>
            <a:ext cx="4543425" cy="0"/>
          </a:xfrm>
          <a:prstGeom prst="line">
            <a:avLst/>
          </a:prstGeom>
          <a:noFill/>
          <a:ln w="14288">
            <a:solidFill>
              <a:srgbClr val="DCE3E9"/>
            </a:solidFill>
            <a:prstDash val="solid"/>
          </a:ln>
        </p:spPr>
      </p:sp>
      <p:sp>
        <p:nvSpPr>
          <p:cNvPr id="1079" name="necessity-v7-technology-meaning">
            <a:extLst>
              <a:ext uri="{FF2B5EF4-FFF2-40B4-BE49-F238E27FC236}">
                <ns2:creationId id="{C4D20125-88A5-4886-B8CD-7284F9BCD91B}"/>
              </a:ext>
            </a:extLst>
          </p:cNvPr>
          <p:cNvSpPr>
            <a:spLocks noGrp="1"/>
          </p:cNvSpPr>
          <p:nvPr/>
        </p:nvSpPr>
        <p:spPr>
          <a:xfrm>
            <a:off x="15301912" y="4714875"/>
            <a:ext cx="2228850" cy="428625"/>
          </a:xfrm>
          <a:prstGeom prst="rect">
            <a:avLst/>
          </a:prstGeom>
          <a:noFill/>
          <a:ln w="0">
            <a:noFill/>
            <a:prstDash val="solid"/>
          </a:ln>
        </p:spPr>
        <p:txBody>
          <a:bodyPr wrap="none" lIns="0" tIns="0" rIns="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요청 이해</a:t>
            </a:r>
            <a:endParaRPr lang="ko-KR">
              <a:solidFill>
                <a:srgbClr val="000000"/>
              </a:solidFill>
              <a:latin typeface="Calibri"/>
              <a:ea typeface="Calibri"/>
              <a:cs typeface="Calibri"/>
            </a:endParaRPr>
          </a:p>
        </p:txBody>
      </p:sp>
      <p:sp>
        <p:nvSpPr>
          <p:cNvPr id="1080" name="necessity-v7-changed-context">
            <a:extLst>
              <a:ext uri="{FF2B5EF4-FFF2-40B4-BE49-F238E27FC236}">
                <ns2:creationId id="{70BE06C4-3741-4171-9704-FE580A766FF6}"/>
              </a:ext>
            </a:extLst>
          </p:cNvPr>
          <p:cNvSpPr>
            <a:spLocks noGrp="1"/>
          </p:cNvSpPr>
          <p:nvPr/>
        </p:nvSpPr>
        <p:spPr>
          <a:xfrm>
            <a:off x="12844462" y="5386388"/>
            <a:ext cx="2314575" cy="485775"/>
          </a:xfrm>
          <a:prstGeom prst="roundRect">
            <a:avLst>
              <a:gd name="adj" fmla="val 8824"/>
            </a:avLst>
          </a:prstGeom>
          <a:solidFill>
            <a:srgbClr val="C6E0B4"/>
          </a:solidFill>
          <a:ln w="0">
            <a:noFill/>
            <a:prstDash val="solid"/>
          </a:ln>
        </p:spPr>
        <p:txBody>
          <a:bodyPr wrap="none" lIns="28576" tIns="28574" rIns="0" bIns="28576" anchor="ctr">
            <a:noAutofit/>
          </a:body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기억과 Context</a:t>
            </a:r>
            <a:endParaRPr lang="ko-KR">
              <a:solidFill>
                <a:srgbClr val="000000"/>
              </a:solidFill>
              <a:latin typeface="Calibri"/>
              <a:ea typeface="Calibri"/>
              <a:cs typeface="Calibri"/>
            </a:endParaRPr>
          </a:p>
        </p:txBody>
      </p:sp>
      <p:sp>
        <p:nvSpPr>
          <p:cNvPr id="1082" name="necessity-v7-technology-interaction">
            <a:extLst>
              <a:ext uri="{FF2B5EF4-FFF2-40B4-BE49-F238E27FC236}">
                <ns2:creationId id="{527F0424-4AA4-411C-9120-A6162EE40B1A}"/>
              </a:ext>
            </a:extLst>
          </p:cNvPr>
          <p:cNvSpPr>
            <a:spLocks noGrp="1"/>
          </p:cNvSpPr>
          <p:nvPr/>
        </p:nvSpPr>
        <p:spPr>
          <a:xfrm>
            <a:off x="15301912" y="5414962"/>
            <a:ext cx="2228850" cy="428625"/>
          </a:xfrm>
          <a:prstGeom prst="rect">
            <a:avLst/>
          </a:prstGeom>
          <a:noFill/>
          <a:ln w="0">
            <a:noFill/>
            <a:prstDash val="solid"/>
          </a:ln>
        </p:spPr>
        <p:txBody>
          <a:bodyPr wrap="none" lIns="0" tIns="0" rIns="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연속 상호작용</a:t>
            </a:r>
            <a:endParaRPr lang="ko-KR">
              <a:solidFill>
                <a:srgbClr val="000000"/>
              </a:solidFill>
              <a:latin typeface="Calibri"/>
              <a:ea typeface="Calibri"/>
              <a:cs typeface="Calibri"/>
            </a:endParaRPr>
          </a:p>
        </p:txBody>
      </p:sp>
      <p:sp>
        <p:nvSpPr>
          <p:cNvPr id="1083" name="necessity-v7-technology-change-caption">
            <a:extLst>
              <a:ext uri="{FF2B5EF4-FFF2-40B4-BE49-F238E27FC236}">
                <ns2:creationId id="{31BD7A7C-A8FC-4F2F-917B-17B09F9A11A5}"/>
              </a:ext>
            </a:extLst>
          </p:cNvPr>
          <p:cNvSpPr>
            <a:spLocks noGrp="1"/>
          </p:cNvSpPr>
          <p:nvPr/>
        </p:nvSpPr>
        <p:spPr>
          <a:xfrm>
            <a:off x="12730162" y="6257925"/>
            <a:ext cx="4943475" cy="400050"/>
          </a:xfrm>
          <a:prstGeom prst="rect">
            <a:avLst/>
          </a:prstGeom>
          <a:noFill/>
          <a:ln w="0">
            <a:noFill/>
            <a:prstDash val="solid"/>
          </a:ln>
        </p:spPr>
        <p:txBody>
          <a:bodyPr wrap="none" lIns="0" tIns="0" rIns="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새 기술의 적용 범위를 필요한 부분에 한정</a:t>
            </a:r>
            <a:endParaRPr lang="ko-KR">
              <a:solidFill>
                <a:srgbClr val="000000"/>
              </a:solidFill>
              <a:latin typeface="Calibri"/>
              <a:ea typeface="Calibri"/>
              <a:cs typeface="Calibri"/>
            </a:endParaRPr>
          </a:p>
        </p:txBody>
      </p:sp>
      <p:sp>
        <p:nvSpPr>
          <p:cNvPr id="1084" name="necessity-v7-change-heading-2">
            <a:extLst>
              <a:ext uri="{FF2B5EF4-FFF2-40B4-BE49-F238E27FC236}">
                <ns2:creationId id="{DC379961-8C7D-4DFF-AC93-0CA086D9EBDC}"/>
              </a:ext>
            </a:extLst>
          </p:cNvPr>
          <p:cNvSpPr>
            <a:spLocks noGrp="1"/>
          </p:cNvSpPr>
          <p:nvPr/>
        </p:nvSpPr>
        <p:spPr>
          <a:xfrm>
            <a:off x="12472988" y="67722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새로운 Agent와 연동 방식도 등장</a:t>
            </a:r>
            <a:endParaRPr lang="ko-KR">
              <a:solidFill>
                <a:srgbClr val="000000"/>
              </a:solidFill>
              <a:latin typeface="Calibri"/>
              <a:ea typeface="Calibri"/>
              <a:cs typeface="Calibri"/>
            </a:endParaRPr>
          </a:p>
        </p:txBody>
      </p:sp>
      <p:sp>
        <p:nvSpPr>
          <p:cNvPr id="1085" name="necessity-v7-change-desc-2">
            <a:extLst>
              <a:ext uri="{FF2B5EF4-FFF2-40B4-BE49-F238E27FC236}">
                <ns2:creationId id="{0A83B57D-CB98-49CB-B8FD-68B54D2F3B27}"/>
              </a:ext>
            </a:extLst>
          </p:cNvPr>
          <p:cNvSpPr>
            <a:spLocks noGrp="1"/>
          </p:cNvSpPr>
          <p:nvPr/>
        </p:nvSpPr>
        <p:spPr>
          <a:xfrm>
            <a:off x="12730162" y="7343775"/>
            <a:ext cx="5000625" cy="671512"/>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Downstream Agent의 추가와
연동 방식 변화에 대응</a:t>
            </a:r>
            <a:endParaRPr lang="ko-KR">
              <a:solidFill>
                <a:srgbClr val="000000"/>
              </a:solidFill>
              <a:latin typeface="Calibri"/>
              <a:ea typeface="Calibri"/>
              <a:cs typeface="Calibri"/>
            </a:endParaRPr>
          </a:p>
        </p:txBody>
      </p:sp>
      <p:sp>
        <p:nvSpPr>
          <p:cNvPr id="1086" name="necessity-v7-integration-via">
            <a:extLst>
              <a:ext uri="{FF2B5EF4-FFF2-40B4-BE49-F238E27FC236}">
                <ns2:creationId id="{7F08B833-7789-4542-8A6F-30A4F6D22EE8}"/>
              </a:ext>
            </a:extLst>
          </p:cNvPr>
          <p:cNvSpPr>
            <a:spLocks noGrp="1"/>
          </p:cNvSpPr>
          <p:nvPr/>
        </p:nvSpPr>
        <p:spPr>
          <a:xfrm>
            <a:off x="12887325" y="8243888"/>
            <a:ext cx="1085850" cy="614362"/>
          </a:xfrm>
          <a:prstGeom prst="roundRect">
            <a:avLst>
              <a:gd name="adj" fmla="val 9302"/>
            </a:avLst>
          </a:prstGeom>
          <a:solidFill>
            <a:srgbClr val="EEEEEE"/>
          </a:solidFill>
          <a:ln w="0">
            <a:noFill/>
            <a:prstDash val="solid"/>
          </a:ln>
        </p:spPr>
        <p:txBody>
          <a:bodyPr wrap="none" lIns="0" tIns="14287" rIns="0" bIns="14287" anchor="ctr">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88" name="necessity-v7-integration-junction">
            <a:extLst>
              <a:ext uri="{FF2B5EF4-FFF2-40B4-BE49-F238E27FC236}">
                <ns2:creationId id="{65C80AE5-3DEF-41BA-ABC9-FC000B456E47}"/>
              </a:ext>
            </a:extLst>
          </p:cNvPr>
          <p:cNvSpPr>
            <a:spLocks noGrp="1"/>
          </p:cNvSpPr>
          <p:nvPr/>
        </p:nvSpPr>
        <p:spPr>
          <a:xfrm>
            <a:off x="14380370" y="8543925"/>
            <a:ext cx="14288" cy="14288"/>
          </a:xfrm>
          <a:prstGeom prst="rect">
            <a:avLst/>
          </a:prstGeom>
          <a:noFill/>
          <a:ln w="0">
            <a:noFill/>
            <a:prstDash val="solid"/>
          </a:ln>
        </p:spPr>
      </p:sp>
      <p:cxnSp>
        <p:nvCxnSpPr>
          <p:cNvPr id="1089" name=""/>
          <p:cNvCxnSpPr>
            <a:stCxn id="1086" idx="3"/>
            <a:endCxn id="1088" idx="1"/>
          </p:cNvCxnSpPr>
          <p:nvPr/>
        </p:nvCxnSpPr>
        <p:spPr>
          <a:xfrm>
            <a:off x="13973175" y="8551070"/>
            <a:ext cx="407194" cy="0"/>
          </a:xfrm>
          <a:prstGeom prst="straightConnector1">
            <a:avLst/>
          </a:prstGeom>
          <a:ln w="20002">
            <a:solidFill>
              <a:srgbClr val="697783"/>
            </a:solidFill>
            <a:prstDash val="solid"/>
          </a:ln>
        </p:spPr>
      </p:cxnSp>
      <p:sp>
        <p:nvSpPr>
          <p:cNvPr id="1090" name="necessity-v7-integration-agent-0">
            <a:extLst>
              <a:ext uri="{FF2B5EF4-FFF2-40B4-BE49-F238E27FC236}">
                <ns2:creationId id="{97882924-D104-4292-89FF-E588FC1B14DC}"/>
              </a:ext>
            </a:extLst>
          </p:cNvPr>
          <p:cNvSpPr>
            <a:spLocks noGrp="1"/>
          </p:cNvSpPr>
          <p:nvPr/>
        </p:nvSpPr>
        <p:spPr>
          <a:xfrm>
            <a:off x="15230475" y="8015288"/>
            <a:ext cx="2300288" cy="328612"/>
          </a:xfrm>
          <a:prstGeom prst="roundRect">
            <a:avLst>
              <a:gd name="adj" fmla="val 13043"/>
            </a:avLst>
          </a:prstGeom>
          <a:solidFill>
            <a:srgbClr val="FFFFFF"/>
          </a:solidFill>
          <a:ln w="14288">
            <a:solidFill>
              <a:srgbClr val="AEBBC8"/>
            </a:solidFill>
            <a:prstDash val="solid"/>
          </a:ln>
        </p:spPr>
        <p:txBody>
          <a:bodyPr wrap="none" lIns="0" tIns="14287" rIns="0" bIns="14287"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Agent A</a:t>
            </a:r>
            <a:endParaRPr lang="ko-KR">
              <a:solidFill>
                <a:srgbClr val="000000"/>
              </a:solidFill>
              <a:latin typeface="Calibri"/>
              <a:ea typeface="Calibri"/>
              <a:cs typeface="Calibri"/>
            </a:endParaRPr>
          </a:p>
        </p:txBody>
      </p:sp>
      <p:sp>
        <p:nvSpPr>
          <p:cNvPr id="1092" name="necessity-v7-integration-branch-0">
            <a:extLst>
              <a:ext uri="{FF2B5EF4-FFF2-40B4-BE49-F238E27FC236}">
                <ns2:creationId id="{A85DAA69-09B9-4884-B751-BB34C49F35A8}"/>
              </a:ext>
            </a:extLst>
          </p:cNvPr>
          <p:cNvSpPr>
            <a:spLocks noGrp="1"/>
          </p:cNvSpPr>
          <p:nvPr/>
        </p:nvSpPr>
        <p:spPr>
          <a:xfrm>
            <a:off x="14380370" y="8172450"/>
            <a:ext cx="14288" cy="14288"/>
          </a:xfrm>
          <a:prstGeom prst="rect">
            <a:avLst/>
          </a:prstGeom>
          <a:noFill/>
          <a:ln w="0">
            <a:noFill/>
            <a:prstDash val="solid"/>
          </a:ln>
        </p:spPr>
      </p:sp>
      <p:sp>
        <p:nvSpPr>
          <p:cNvPr id="1093" name="necessity-v7-integration-spine-0">
            <a:extLst>
              <a:ext uri="{FF2B5EF4-FFF2-40B4-BE49-F238E27FC236}">
                <ns2:creationId id="{8CEA9925-8CC8-49FD-B840-F145169DC5B6}"/>
              </a:ext>
            </a:extLst>
          </p:cNvPr>
          <p:cNvSpPr>
            <a:spLocks noGrp="1"/>
          </p:cNvSpPr>
          <p:nvPr/>
        </p:nvSpPr>
        <p:spPr>
          <a:xfrm>
            <a:off x="14387512" y="8179594"/>
            <a:ext cx="0" cy="371475"/>
          </a:xfrm>
          <a:prstGeom prst="line">
            <a:avLst/>
          </a:prstGeom>
          <a:noFill/>
          <a:ln w="17145">
            <a:solidFill>
              <a:srgbClr val="697783"/>
            </a:solidFill>
            <a:prstDash val="solid"/>
          </a:ln>
        </p:spPr>
      </p:sp>
      <p:cxnSp>
        <p:nvCxnSpPr>
          <p:cNvPr id="1094" name=""/>
          <p:cNvCxnSpPr>
            <a:stCxn id="1092" idx="3"/>
            <a:endCxn id="1090" idx="1"/>
          </p:cNvCxnSpPr>
          <p:nvPr/>
        </p:nvCxnSpPr>
        <p:spPr>
          <a:xfrm>
            <a:off x="14394657" y="8179594"/>
            <a:ext cx="835818" cy="0"/>
          </a:xfrm>
          <a:prstGeom prst="straightConnector1">
            <a:avLst/>
          </a:prstGeom>
          <a:ln w="20002">
            <a:solidFill>
              <a:srgbClr val="697783"/>
            </a:solidFill>
            <a:prstDash val="solid"/>
            <a:tailEnd type="triangle" w="sm" len="sm"/>
          </a:ln>
        </p:spPr>
      </p:cxnSp>
      <p:sp>
        <p:nvSpPr>
          <p:cNvPr id="1095" name="necessity-v7-integration-agent-1">
            <a:extLst>
              <a:ext uri="{FF2B5EF4-FFF2-40B4-BE49-F238E27FC236}">
                <ns2:creationId id="{E2290987-B8ED-48B0-860A-A52174A107A6}"/>
              </a:ext>
            </a:extLst>
          </p:cNvPr>
          <p:cNvSpPr>
            <a:spLocks noGrp="1"/>
          </p:cNvSpPr>
          <p:nvPr/>
        </p:nvSpPr>
        <p:spPr>
          <a:xfrm>
            <a:off x="15230475" y="8386762"/>
            <a:ext cx="2300288" cy="328612"/>
          </a:xfrm>
          <a:prstGeom prst="roundRect">
            <a:avLst>
              <a:gd name="adj" fmla="val 13043"/>
            </a:avLst>
          </a:prstGeom>
          <a:solidFill>
            <a:srgbClr val="FFFFFF"/>
          </a:solidFill>
          <a:ln w="14288">
            <a:solidFill>
              <a:srgbClr val="AEBBC8"/>
            </a:solidFill>
            <a:prstDash val="solid"/>
          </a:ln>
        </p:spPr>
        <p:txBody>
          <a:bodyPr wrap="none" lIns="0" tIns="14288" rIns="0" bIns="14286"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Agent B</a:t>
            </a:r>
            <a:endParaRPr lang="ko-KR">
              <a:solidFill>
                <a:srgbClr val="000000"/>
              </a:solidFill>
              <a:latin typeface="Calibri"/>
              <a:ea typeface="Calibri"/>
              <a:cs typeface="Calibri"/>
            </a:endParaRPr>
          </a:p>
        </p:txBody>
      </p:sp>
      <p:sp>
        <p:nvSpPr>
          <p:cNvPr id="1097" name="necessity-v7-integration-branch-1">
            <a:extLst>
              <a:ext uri="{FF2B5EF4-FFF2-40B4-BE49-F238E27FC236}">
                <ns2:creationId id="{D985E603-4F30-47BB-BB52-54FD76C96989}"/>
              </a:ext>
            </a:extLst>
          </p:cNvPr>
          <p:cNvSpPr>
            <a:spLocks noGrp="1"/>
          </p:cNvSpPr>
          <p:nvPr/>
        </p:nvSpPr>
        <p:spPr>
          <a:xfrm>
            <a:off x="14380370" y="8543925"/>
            <a:ext cx="14288" cy="14288"/>
          </a:xfrm>
          <a:prstGeom prst="rect">
            <a:avLst/>
          </a:prstGeom>
          <a:noFill/>
          <a:ln w="0">
            <a:noFill/>
            <a:prstDash val="solid"/>
          </a:ln>
        </p:spPr>
      </p:sp>
      <p:cxnSp>
        <p:nvCxnSpPr>
          <p:cNvPr id="1098" name=""/>
          <p:cNvCxnSpPr>
            <a:stCxn id="1097" idx="3"/>
            <a:endCxn id="1095" idx="1"/>
          </p:cNvCxnSpPr>
          <p:nvPr/>
        </p:nvCxnSpPr>
        <p:spPr>
          <a:xfrm>
            <a:off x="14394657" y="8551070"/>
            <a:ext cx="835818" cy="0"/>
          </a:xfrm>
          <a:prstGeom prst="straightConnector1">
            <a:avLst/>
          </a:prstGeom>
          <a:ln w="20002">
            <a:solidFill>
              <a:srgbClr val="697783"/>
            </a:solidFill>
            <a:prstDash val="solid"/>
            <a:tailEnd type="triangle" w="sm" len="sm"/>
          </a:ln>
        </p:spPr>
      </p:cxnSp>
      <p:sp>
        <p:nvSpPr>
          <p:cNvPr id="1099" name="necessity-v7-integration-agent-2">
            <a:extLst>
              <a:ext uri="{FF2B5EF4-FFF2-40B4-BE49-F238E27FC236}">
                <ns2:creationId id="{6120ED2B-BF5E-480A-8CBB-E94E1DC26F52}"/>
              </a:ext>
            </a:extLst>
          </p:cNvPr>
          <p:cNvSpPr>
            <a:spLocks noGrp="1"/>
          </p:cNvSpPr>
          <p:nvPr/>
        </p:nvSpPr>
        <p:spPr>
          <a:xfrm>
            <a:off x="15230475" y="8758238"/>
            <a:ext cx="2300288" cy="328612"/>
          </a:xfrm>
          <a:prstGeom prst="roundRect">
            <a:avLst>
              <a:gd name="adj" fmla="val 13043"/>
            </a:avLst>
          </a:prstGeom>
          <a:solidFill>
            <a:srgbClr val="C6E0B4"/>
          </a:solidFill>
          <a:ln w="14288">
            <a:solidFill>
              <a:srgbClr val="218FAF"/>
            </a:solidFill>
            <a:prstDash val="solid"/>
          </a:ln>
        </p:spPr>
        <p:txBody>
          <a:bodyPr wrap="none" lIns="0" tIns="14287" rIns="0" bIns="14287"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새 Agent</a:t>
            </a:r>
            <a:endParaRPr lang="ko-KR">
              <a:solidFill>
                <a:srgbClr val="000000"/>
              </a:solidFill>
              <a:latin typeface="Calibri"/>
              <a:ea typeface="Calibri"/>
              <a:cs typeface="Calibri"/>
            </a:endParaRPr>
          </a:p>
        </p:txBody>
      </p:sp>
      <p:sp>
        <p:nvSpPr>
          <p:cNvPr id="1101" name="necessity-v7-integration-branch-2">
            <a:extLst>
              <a:ext uri="{FF2B5EF4-FFF2-40B4-BE49-F238E27FC236}">
                <ns2:creationId id="{CEF3B099-2C6A-47C9-8DFC-BC535B8CA562}"/>
              </a:ext>
            </a:extLst>
          </p:cNvPr>
          <p:cNvSpPr>
            <a:spLocks noGrp="1"/>
          </p:cNvSpPr>
          <p:nvPr/>
        </p:nvSpPr>
        <p:spPr>
          <a:xfrm>
            <a:off x="14380370" y="8915400"/>
            <a:ext cx="14288" cy="14288"/>
          </a:xfrm>
          <a:prstGeom prst="rect">
            <a:avLst/>
          </a:prstGeom>
          <a:noFill/>
          <a:ln w="0">
            <a:noFill/>
            <a:prstDash val="solid"/>
          </a:ln>
        </p:spPr>
      </p:sp>
      <p:sp>
        <p:nvSpPr>
          <p:cNvPr id="1102" name="necessity-v7-integration-spine-2">
            <a:extLst>
              <a:ext uri="{FF2B5EF4-FFF2-40B4-BE49-F238E27FC236}">
                <ns2:creationId id="{E38C354A-812E-48C4-8842-9FCEE56F2334}"/>
              </a:ext>
            </a:extLst>
          </p:cNvPr>
          <p:cNvSpPr>
            <a:spLocks noGrp="1"/>
          </p:cNvSpPr>
          <p:nvPr/>
        </p:nvSpPr>
        <p:spPr>
          <a:xfrm>
            <a:off x="14387512" y="8551070"/>
            <a:ext cx="0" cy="371475"/>
          </a:xfrm>
          <a:prstGeom prst="line">
            <a:avLst/>
          </a:prstGeom>
          <a:noFill/>
          <a:ln w="17145">
            <a:solidFill>
              <a:srgbClr val="218FAF"/>
            </a:solidFill>
            <a:prstDash val="solid"/>
          </a:ln>
        </p:spPr>
      </p:sp>
      <p:cxnSp>
        <p:nvCxnSpPr>
          <p:cNvPr id="1103" name=""/>
          <p:cNvCxnSpPr>
            <a:stCxn id="1101" idx="3"/>
            <a:endCxn id="1099" idx="1"/>
          </p:cNvCxnSpPr>
          <p:nvPr/>
        </p:nvCxnSpPr>
        <p:spPr>
          <a:xfrm>
            <a:off x="14394657" y="8922544"/>
            <a:ext cx="835818" cy="0"/>
          </a:xfrm>
          <a:prstGeom prst="straightConnector1">
            <a:avLst/>
          </a:prstGeom>
          <a:ln w="20002">
            <a:solidFill>
              <a:srgbClr val="218FAF"/>
            </a:solidFill>
            <a:prstDash val="solid"/>
            <a:tailEnd type="triangle" w="sm" len="sm"/>
          </a:ln>
        </p:spPr>
      </p:cxnSp>
      <p:sp>
        <p:nvSpPr>
          <p:cNvPr id="1104" name="necessity-v7-change-conclusion-green">
            <a:extLst>
              <a:ext uri="{FF2B5EF4-FFF2-40B4-BE49-F238E27FC236}">
                <ns2:creationId id="{40B34D24-87FC-478E-9432-830B40180665}"/>
              </a:ext>
            </a:extLst>
          </p:cNvPr>
          <p:cNvSpPr>
            <a:spLocks noGrp="1"/>
          </p:cNvSpPr>
          <p:nvPr/>
        </p:nvSpPr>
        <p:spPr>
          <a:xfrm>
            <a:off x="12730162" y="9444038"/>
            <a:ext cx="4972050" cy="171450"/>
          </a:xfrm>
          <a:prstGeom prst="rect">
            <a:avLst/>
          </a:prstGeom>
          <a:solidFill>
            <a:srgbClr val="C6E0B4"/>
          </a:solidFill>
          <a:ln w="0">
            <a:noFill/>
            <a:prstDash val="solid"/>
          </a:ln>
        </p:spPr>
      </p:sp>
      <p:sp>
        <p:nvSpPr>
          <p:cNvPr id="1105" name="necessity-v7-change-conclusion">
            <a:extLst>
              <a:ext uri="{FF2B5EF4-FFF2-40B4-BE49-F238E27FC236}">
                <ns2:creationId id="{F0572FE0-3119-4FF7-B41D-D9900848F705}"/>
              </a:ext>
            </a:extLst>
          </p:cNvPr>
          <p:cNvSpPr>
            <a:spLocks noGrp="1"/>
          </p:cNvSpPr>
          <p:nvPr/>
        </p:nvSpPr>
        <p:spPr>
          <a:xfrm>
            <a:off x="12730162"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기존 기능을 유지하며 기술 발전 수용</a:t>
            </a:r>
            <a:endParaRPr lang="ko-KR">
              <a:solidFill>
                <a:srgbClr val="000000"/>
              </a:solidFill>
              <a:latin typeface="Calibri"/>
              <a:ea typeface="Calibri"/>
              <a:cs typeface="Calibri"/>
            </a:endParaRPr>
          </a:p>
        </p:txBody>
      </p:sp>
      <p:sp>
        <p:nvSpPr>
          <p:cNvPr id="1106" name="v6-header-title">
            <a:extLst>
              <a:ext uri="{FF2B5EF4-FFF2-40B4-BE49-F238E27FC236}">
                <ns2:creationId id="{BFF94E21-A376-4A33-BBBD-346A7F9E259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필요성 (원본)</a:t>
            </a:r>
            <a:endParaRPr lang="ko-KR">
              <a:latin typeface="Calibri"/>
              <a:ea typeface="Calibri"/>
              <a:cs typeface="Calibri"/>
            </a:endParaRPr>
          </a:p>
        </p:txBody>
      </p:sp>
      <p:sp>
        <p:nvSpPr>
          <p:cNvPr id="1107" name="v6-header-rule">
            <a:extLst>
              <a:ext uri="{FF2B5EF4-FFF2-40B4-BE49-F238E27FC236}">
                <ns2:creationId id="{109AD1AF-1935-435D-AA14-0393F7B14AB1}"/>
              </a:ext>
            </a:extLst>
          </p:cNvPr>
          <p:cNvSpPr>
            <a:spLocks noGrp="1"/>
          </p:cNvSpPr>
          <p:nvPr/>
        </p:nvSpPr>
        <p:spPr>
          <a:xfrm>
            <a:off x="495300" y="990600"/>
            <a:ext cx="17335500" cy="0"/>
          </a:xfrm>
          <a:prstGeom prst="line">
            <a:avLst/>
          </a:prstGeom>
          <a:noFill/>
          <a:ln w="19050">
            <a:solidFill>
              <a:srgbClr val="A6A6A6"/>
            </a:solidFill>
          </a:ln>
        </p:spPr>
      </p:sp>
      <p:sp>
        <p:nvSpPr>
          <p:cNvPr id="1108" name="v6-header-stage-0">
            <a:extLst>
              <a:ext uri="{FF2B5EF4-FFF2-40B4-BE49-F238E27FC236}">
                <ns2:creationId id="{FF7AC54A-17CD-49C8-BBA8-34209783B74F}"/>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09" name="v6-header-stage-1">
            <a:extLst>
              <a:ext uri="{FF2B5EF4-FFF2-40B4-BE49-F238E27FC236}">
                <ns2:creationId id="{EA816256-9825-452C-B537-737B627DEBD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10" name="v6-header-stage-2">
            <a:extLst>
              <a:ext uri="{FF2B5EF4-FFF2-40B4-BE49-F238E27FC236}">
                <ns2:creationId id="{4249753E-326F-41F6-ABCB-CA0E4A04D789}"/>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111" name="v6-header-stage-3">
            <a:extLst>
              <a:ext uri="{FF2B5EF4-FFF2-40B4-BE49-F238E27FC236}">
                <ns2:creationId id="{528B385B-F95D-4110-8D10-BACE168A149C}"/>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112" name="v6-header-stage-4">
            <a:extLst>
              <a:ext uri="{FF2B5EF4-FFF2-40B4-BE49-F238E27FC236}">
                <ns2:creationId id="{25472DC1-8785-45C8-8BE3-6630E2BD74BF}"/>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113" name="v6-header-page">
            <a:extLst>
              <a:ext uri="{FF2B5EF4-FFF2-40B4-BE49-F238E27FC236}">
                <ns2:creationId id="{3A467137-DC6C-4449-A361-984F81C8AC9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38 / 63</a:t>
            </a:r>
            <a:endParaRPr lang="ko-KR">
              <a:latin typeface="Calibri"/>
              <a:ea typeface="Calibri"/>
              <a:cs typeface="Calibri"/>
            </a:endParaRPr>
          </a:p>
        </p:txBody>
      </p:sp>
    </p:spTree>
    <p:extLst>
      <p:ext uri="{BB962C8B-B14F-4D97-AF65-F5344CB8AC3E}">
        <p14:creationId val="665895680"/>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presentative-scenario">
    <p:bg>
      <p:bgPr>
        <a:solidFill>
          <a:srgbClr val="FFFFFF"/>
        </a:solidFill>
      </p:bgPr>
    </p:bg>
    <p:spTree>
      <p:nvGrpSpPr>
        <p:cNvPr id="1" name=""/>
        <p:cNvGrpSpPr/>
        <p:nvPr/>
      </p:nvGrpSpPr>
      <p:grpSpPr>
        <a:xfrm/>
      </p:grpSpPr>
      <p:sp>
        <p:nvSpPr>
          <p:cNvPr id="13"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표를 설명받고, 보고서와 메일 초안을 맡긴 뒤 대화로 작업을 이어가는 상황</a:t>
            </a:r>
            <a:endParaRPr lang="ko-KR">
              <a:solidFill>
                <a:srgbClr val="000000"/>
              </a:solidFill>
              <a:latin typeface="Calibri"/>
              <a:ea typeface="Calibri"/>
              <a:cs typeface="Calibri"/>
            </a:endParaRPr>
          </a:p>
        </p:txBody>
      </p:sp>
      <p:sp>
        <p:nvSpPr>
          <p:cNvPr id="14"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① 화면을 짚어 질문</a:t>
            </a:r>
            <a:endParaRPr lang="ko-KR">
              <a:solidFill>
                <a:srgbClr val="000000"/>
              </a:solidFill>
              <a:latin typeface="Calibri"/>
              <a:ea typeface="Calibri"/>
              <a:cs typeface="Calibri"/>
            </a:endParaRPr>
          </a:p>
        </p:txBody>
      </p:sp>
      <p:pic>
        <p:nvPicPr>
          <p:cNvPr id="51" name=""/>
          <p:cNvPicPr>
            <a:picLocks noChangeAspect="1"/>
          </p:cNvPicPr>
          <p:nvPr/>
        </p:nvPicPr>
        <p:blipFill>
          <a:blip r:embed="R412e7293f74449f5"/>
          <a:stretch/>
        </p:blipFill>
        <p:spPr>
          <a:xfrm>
            <a:off x="571500" y="2686050"/>
            <a:ext cx="3200400" cy="2400300"/>
          </a:xfrm>
          <a:prstGeom prst="rect">
            <a:avLst/>
          </a:prstGeom>
        </p:spPr>
      </p:pic>
      <p:sp>
        <p:nvSpPr>
          <p:cNvPr id="16"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표의 핵심을</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설명해줘.”</a:t>
            </a:r>
            <a:endParaRPr lang="ko-KR">
              <a:solidFill>
                <a:srgbClr val="000000"/>
              </a:solidFill>
              <a:latin typeface="Calibri"/>
              <a:ea typeface="Calibri"/>
              <a:cs typeface="Calibri"/>
            </a:endParaRPr>
          </a:p>
        </p:txBody>
      </p:sp>
      <p:sp>
        <p:nvSpPr>
          <p:cNvPr id="17"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당시 화면의 표를 지정</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VIA가 핵심을 직접 설명</a:t>
            </a:r>
            <a:endParaRPr lang="ko-KR">
              <a:solidFill>
                <a:srgbClr val="000000"/>
              </a:solidFill>
              <a:latin typeface="Calibri"/>
              <a:ea typeface="Calibri"/>
              <a:cs typeface="Calibri"/>
            </a:endParaRPr>
          </a:p>
        </p:txBody>
      </p:sp>
      <p:sp>
        <p:nvSpPr>
          <p:cNvPr id="18"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② 두 업무를 위임</a:t>
            </a:r>
            <a:endParaRPr lang="ko-KR">
              <a:solidFill>
                <a:srgbClr val="000000"/>
              </a:solidFill>
              <a:latin typeface="Calibri"/>
              <a:ea typeface="Calibri"/>
              <a:cs typeface="Calibri"/>
            </a:endParaRPr>
          </a:p>
        </p:txBody>
      </p:sp>
      <p:pic>
        <p:nvPicPr>
          <p:cNvPr id="55" name=""/>
          <p:cNvPicPr>
            <a:picLocks noChangeAspect="1"/>
          </p:cNvPicPr>
          <p:nvPr/>
        </p:nvPicPr>
        <p:blipFill>
          <a:blip r:embed="R7d0fe689e32e4185"/>
          <a:stretch/>
        </p:blipFill>
        <p:spPr>
          <a:xfrm>
            <a:off x="4057650" y="2686050"/>
            <a:ext cx="3200400" cy="2400300"/>
          </a:xfrm>
          <a:prstGeom prst="rect">
            <a:avLst/>
          </a:prstGeom>
        </p:spPr>
      </p:pic>
      <p:sp>
        <p:nvSpPr>
          <p:cNvPr id="20"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내용으로 PDF</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회의 안내 메일은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초안만 작성해줘.”</a:t>
            </a:r>
            <a:endParaRPr lang="ko-KR">
              <a:solidFill>
                <a:srgbClr val="000000"/>
              </a:solidFill>
              <a:latin typeface="Calibri"/>
              <a:ea typeface="Calibri"/>
              <a:cs typeface="Calibri"/>
            </a:endParaRPr>
          </a:p>
        </p:txBody>
      </p:sp>
      <p:sp>
        <p:nvSpPr>
          <p:cNvPr id="21"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설명으로 두 업무 위임</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PDF와 ‘초안만’ 조건 보존</a:t>
            </a:r>
            <a:endParaRPr lang="ko-KR">
              <a:solidFill>
                <a:srgbClr val="000000"/>
              </a:solidFill>
              <a:latin typeface="Calibri"/>
              <a:ea typeface="Calibri"/>
              <a:cs typeface="Calibri"/>
            </a:endParaRPr>
          </a:p>
        </p:txBody>
      </p:sp>
      <p:sp>
        <p:nvSpPr>
          <p:cNvPr id="22"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③ 말하는 도중 정정</a:t>
            </a:r>
            <a:endParaRPr lang="ko-KR">
              <a:solidFill>
                <a:srgbClr val="000000"/>
              </a:solidFill>
              <a:latin typeface="Calibri"/>
              <a:ea typeface="Calibri"/>
              <a:cs typeface="Calibri"/>
            </a:endParaRPr>
          </a:p>
        </p:txBody>
      </p:sp>
      <p:pic>
        <p:nvPicPr>
          <p:cNvPr id="59" name=""/>
          <p:cNvPicPr>
            <a:picLocks noChangeAspect="1"/>
          </p:cNvPicPr>
          <p:nvPr/>
        </p:nvPicPr>
        <p:blipFill>
          <a:blip r:embed="Rdc14f194c893430b"/>
          <a:stretch/>
        </p:blipFill>
        <p:spPr>
          <a:xfrm>
            <a:off x="7543800" y="2686050"/>
            <a:ext cx="3200400" cy="2400300"/>
          </a:xfrm>
          <a:prstGeom prst="rect">
            <a:avLst/>
          </a:prstGeom>
        </p:spPr>
      </p:pic>
      <p:sp>
        <p:nvSpPr>
          <p:cNvPr id="24"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보고서는 지난번</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고친 형식으로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메일은 그대로 진행해.”</a:t>
            </a:r>
            <a:endParaRPr lang="ko-KR">
              <a:solidFill>
                <a:srgbClr val="000000"/>
              </a:solidFill>
              <a:latin typeface="Calibri"/>
              <a:ea typeface="Calibri"/>
              <a:cs typeface="Calibri"/>
            </a:endParaRPr>
          </a:p>
        </p:txBody>
      </p:sp>
      <p:sp>
        <p:nvSpPr>
          <p:cNvPr id="25"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 응답을 즉시 중단</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보고서의 형식만 변경</a:t>
            </a:r>
            <a:endParaRPr lang="ko-KR">
              <a:solidFill>
                <a:srgbClr val="000000"/>
              </a:solidFill>
              <a:latin typeface="Calibri"/>
              <a:ea typeface="Calibri"/>
              <a:cs typeface="Calibri"/>
            </a:endParaRPr>
          </a:p>
        </p:txBody>
      </p:sp>
      <p:sp>
        <p:nvSpPr>
          <p:cNvPr id="26"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④ 해당 업무에 답변</a:t>
            </a:r>
            <a:endParaRPr lang="ko-KR">
              <a:solidFill>
                <a:srgbClr val="000000"/>
              </a:solidFill>
              <a:latin typeface="Calibri"/>
              <a:ea typeface="Calibri"/>
              <a:cs typeface="Calibri"/>
            </a:endParaRPr>
          </a:p>
        </p:txBody>
      </p:sp>
      <p:pic>
        <p:nvPicPr>
          <p:cNvPr id="63" name=""/>
          <p:cNvPicPr>
            <a:picLocks noChangeAspect="1"/>
          </p:cNvPicPr>
          <p:nvPr/>
        </p:nvPicPr>
        <p:blipFill>
          <a:blip r:embed="R926c21a837c1492e"/>
          <a:stretch/>
        </p:blipFill>
        <p:spPr>
          <a:xfrm>
            <a:off x="11029950" y="2686050"/>
            <a:ext cx="3200400" cy="2400300"/>
          </a:xfrm>
          <a:prstGeom prst="rect">
            <a:avLst/>
          </a:prstGeom>
        </p:spPr>
      </p:pic>
      <p:sp>
        <p:nvSpPr>
          <p:cNvPr id="28"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“초안의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받는 사람은?”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“영업팀.”</a:t>
            </a:r>
            <a:endParaRPr lang="ko-KR">
              <a:solidFill>
                <a:srgbClr val="000000"/>
              </a:solidFill>
              <a:latin typeface="Calibri"/>
              <a:ea typeface="Calibri"/>
              <a:cs typeface="Calibri"/>
            </a:endParaRPr>
          </a:p>
        </p:txBody>
      </p:sp>
      <p:sp>
        <p:nvSpPr>
          <p:cNvPr id="29"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정정 중 도착한 질문을 보류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발화 후 메일에 답변 연결</a:t>
            </a:r>
            <a:endParaRPr lang="ko-KR">
              <a:solidFill>
                <a:srgbClr val="000000"/>
              </a:solidFill>
              <a:latin typeface="Calibri"/>
              <a:ea typeface="Calibri"/>
              <a:cs typeface="Calibri"/>
            </a:endParaRPr>
          </a:p>
        </p:txBody>
      </p:sp>
      <p:sp>
        <p:nvSpPr>
          <p:cNvPr id="30"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⑤ Text로 상태 확인</a:t>
            </a:r>
            <a:endParaRPr lang="ko-KR">
              <a:solidFill>
                <a:srgbClr val="000000"/>
              </a:solidFill>
              <a:latin typeface="Calibri"/>
              <a:ea typeface="Calibri"/>
              <a:cs typeface="Calibri"/>
            </a:endParaRPr>
          </a:p>
        </p:txBody>
      </p:sp>
      <p:pic>
        <p:nvPicPr>
          <p:cNvPr id="67" name=""/>
          <p:cNvPicPr>
            <a:picLocks noChangeAspect="1"/>
          </p:cNvPicPr>
          <p:nvPr/>
        </p:nvPicPr>
        <p:blipFill>
          <a:blip r:embed="Re7e7daa896bb48e9"/>
          <a:stretch/>
        </p:blipFill>
        <p:spPr>
          <a:xfrm>
            <a:off x="14516100" y="2686050"/>
            <a:ext cx="3200400" cy="2400300"/>
          </a:xfrm>
          <a:prstGeom prst="rect">
            <a:avLst/>
          </a:prstGeom>
        </p:spPr>
      </p:pic>
      <p:sp>
        <p:nvSpPr>
          <p:cNvPr id="32"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어디까지 됐어?”</a:t>
            </a:r>
            <a:endParaRPr lang="ko-KR">
              <a:solidFill>
                <a:srgbClr val="000000"/>
              </a:solidFill>
              <a:latin typeface="Calibri"/>
              <a:ea typeface="Calibri"/>
              <a:cs typeface="Calibri"/>
            </a:endParaRPr>
          </a:p>
        </p:txBody>
      </p:sp>
      <p:sp>
        <p:nvSpPr>
          <p:cNvPr id="33"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음성을 끄고 Text로 전환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기존 업무의 확인된 상태 전달</a:t>
            </a:r>
            <a:endParaRPr lang="ko-KR">
              <a:solidFill>
                <a:srgbClr val="000000"/>
              </a:solidFill>
              <a:latin typeface="Calibri"/>
              <a:ea typeface="Calibri"/>
              <a:cs typeface="Calibri"/>
            </a:endParaRPr>
          </a:p>
        </p:txBody>
      </p:sp>
      <p:graphicFrame>
        <p:nvGraphicFramePr>
          <p:cNvPr id="70"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업무 상태</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② 위임</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③ 부분 정정</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④ 질문·답변</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⑤ 상태 확인</a:t>
                      </a:r>
                      <a:endParaRPr lang="ko-KR">
                        <a:solidFill>
                          <a:srgbClr val="000000"/>
                        </a:solidFill>
                        <a:latin typeface="Calibri"/>
                        <a:ea typeface="Calibri"/>
                        <a:cs typeface="Calibri"/>
                      </a:endParaRPr>
                    </a:p>
                  </a:txBody>
                  <a:tcPr marL="128588" marR="128588" marT="14288" marB="14288" anchor="ctr">
                    <a:solidFill>
                      <a:srgbClr val="C6E0B4"/>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보고서</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PDF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이전 형식 적용, PDF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작성 계속</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확인된 진행 상태 전달</a:t>
                      </a:r>
                      <a:endParaRPr lang="ko-KR">
                        <a:solidFill>
                          <a:srgbClr val="000000"/>
                        </a:solidFill>
                        <a:latin typeface="Calibri"/>
                        <a:ea typeface="Calibri"/>
                        <a:cs typeface="Calibri"/>
                      </a:endParaRPr>
                    </a:p>
                  </a:txBody>
                  <a:tcPr marL="128588" marR="128588" marT="14288" marB="14288" anchor="ctr">
                    <a:solidFill>
                      <a:srgbClr val="FFFFFF"/>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메일 초안</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기존 지시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받는 사람: 영업팀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 상태 유지</a:t>
                      </a:r>
                      <a:endParaRPr lang="ko-KR">
                        <a:solidFill>
                          <a:srgbClr val="000000"/>
                        </a:solidFill>
                        <a:latin typeface="Calibri"/>
                        <a:ea typeface="Calibri"/>
                        <a:cs typeface="Calibri"/>
                      </a:endParaRPr>
                    </a:p>
                  </a:txBody>
                  <a:tcPr marL="128588" marR="128588" marT="14288" marB="14288" anchor="ctr">
                    <a:solidFill>
                      <a:srgbClr val="FFFFFF"/>
                    </a:solidFill>
                  </a:tcPr>
                </a:tc>
              </a:tr>
            </a:tbl>
          </a:graphicData>
        </a:graphic>
      </p:graphicFrame>
      <p:sp>
        <p:nvSpPr>
          <p:cNvPr id="35"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VIA: 요청 이해와 대화·업무 연결     Downstream Agent: 보고서·메일 초안의 실제 작성</a:t>
            </a:r>
            <a:endParaRPr lang="ko-KR">
              <a:solidFill>
                <a:srgbClr val="000000"/>
              </a:solidFill>
              <a:latin typeface="Calibri"/>
              <a:ea typeface="Calibri"/>
              <a:cs typeface="Calibri"/>
            </a:endParaRPr>
          </a:p>
        </p:txBody>
      </p:sp>
      <p:sp>
        <p:nvSpPr>
          <p:cNvPr id="36" name="page-number">
            <a:extLst>
              <a:ext uri="{FF2B5EF4-FFF2-40B4-BE49-F238E27FC236}">
                <ns2:creationId id="{0247B05C-8071-4B4A-91A2-F4EFB8862C21}"/>
              </a:ext>
            </a:extLst>
          </p:cNvPr>
          <p:cNvSpPr>
            <a:spLocks noGrp="1"/>
          </p:cNvSpPr>
          <p:nvPr/>
        </p:nvSpPr>
        <p:spPr>
          <a:xfrm>
            <a:off x="17630775" y="9858375"/>
            <a:ext cx="228600" cy="314325"/>
          </a:xfrm>
          <a:prstGeom prst="rect">
            <a:avLst/>
          </a:prstGeom>
          <a:noFill/>
          <a:ln w="0">
            <a:noFill/>
          </a:ln>
        </p:spPr>
        <p:txBody>
          <a:bodyPr wrap="none" lIns="0" tIns="0" rIns="0" bIns="0">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4</a:t>
            </a:r>
            <a:endParaRPr lang="ko-KR">
              <a:solidFill>
                <a:srgbClr val="000000"/>
              </a:solidFill>
              <a:latin typeface="Calibri"/>
              <a:ea typeface="Calibri"/>
              <a:cs typeface="Calibri"/>
            </a:endParaRPr>
          </a:p>
        </p:txBody>
      </p:sp>
      <p:sp>
        <p:nvSpPr>
          <p:cNvPr id="71" name="v6-header-title">
            <a:extLst>
              <a:ext uri="{FF2B5EF4-FFF2-40B4-BE49-F238E27FC236}">
                <ns2:creationId id="{5BB9332C-C6B9-4504-956C-DD5EE7C76C1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대표 시나리오 (원본)</a:t>
            </a:r>
            <a:endParaRPr lang="ko-KR">
              <a:latin typeface="Calibri"/>
              <a:ea typeface="Calibri"/>
              <a:cs typeface="Calibri"/>
            </a:endParaRPr>
          </a:p>
        </p:txBody>
      </p:sp>
      <p:sp>
        <p:nvSpPr>
          <p:cNvPr id="72" name="v6-header-rule">
            <a:extLst>
              <a:ext uri="{FF2B5EF4-FFF2-40B4-BE49-F238E27FC236}">
                <ns2:creationId id="{C78A4387-31DF-4004-B113-90F2914DFF53}"/>
              </a:ext>
            </a:extLst>
          </p:cNvPr>
          <p:cNvSpPr>
            <a:spLocks noGrp="1"/>
          </p:cNvSpPr>
          <p:nvPr/>
        </p:nvSpPr>
        <p:spPr>
          <a:xfrm>
            <a:off x="495300" y="990600"/>
            <a:ext cx="17335500" cy="0"/>
          </a:xfrm>
          <a:prstGeom prst="line">
            <a:avLst/>
          </a:prstGeom>
          <a:noFill/>
          <a:ln w="19050">
            <a:solidFill>
              <a:srgbClr val="A6A6A6"/>
            </a:solidFill>
          </a:ln>
        </p:spPr>
      </p:sp>
      <p:sp>
        <p:nvSpPr>
          <p:cNvPr id="73" name="v6-header-stage-0">
            <a:extLst>
              <a:ext uri="{FF2B5EF4-FFF2-40B4-BE49-F238E27FC236}">
                <ns2:creationId id="{EDDECB96-D8A1-47DC-A8A6-2E421CF2703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74" name="v6-header-stage-1">
            <a:extLst>
              <a:ext uri="{FF2B5EF4-FFF2-40B4-BE49-F238E27FC236}">
                <ns2:creationId id="{150D4843-FD5B-4526-8148-79CBF4A73DE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5" name="v6-header-stage-2">
            <a:extLst>
              <a:ext uri="{FF2B5EF4-FFF2-40B4-BE49-F238E27FC236}">
                <ns2:creationId id="{FD571498-3372-4191-B548-30401563B64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6" name="v6-header-stage-3">
            <a:extLst>
              <a:ext uri="{FF2B5EF4-FFF2-40B4-BE49-F238E27FC236}">
                <ns2:creationId id="{3A9E5C42-BB03-406A-A49E-FE1C68E2C4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7" name="v6-header-stage-4">
            <a:extLst>
              <a:ext uri="{FF2B5EF4-FFF2-40B4-BE49-F238E27FC236}">
                <ns2:creationId id="{1A2131C6-1F0F-4111-BE42-073B7273ED6F}"/>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8" name="v6-header-page">
            <a:extLst>
              <a:ext uri="{FF2B5EF4-FFF2-40B4-BE49-F238E27FC236}">
                <ns2:creationId id="{DD0FE324-312A-4F58-A5B5-D5154FE0824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39 / 63</a:t>
            </a:r>
            <a:endParaRPr lang="ko-KR">
              <a:latin typeface="Calibri"/>
              <a:ea typeface="Calibri"/>
              <a:cs typeface="Calibri"/>
            </a:endParaRPr>
          </a:p>
        </p:txBody>
      </p:sp>
    </p:spTree>
    <p:extLst>
      <p:ext uri="{BB962C8B-B14F-4D97-AF65-F5344CB8AC3E}">
        <p14:creationId val="679796911"/>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p:cSld name="functional-requirements">
    <p:bg>
      <p:bgPr>
        <a:solidFill>
          <a:srgbClr val="FFFFFF"/>
        </a:solidFill>
      </p:bgPr>
    </p:bg>
    <p:spTree>
      <p:nvGrpSpPr>
        <p:cNvPr id="1" name=""/>
        <p:cNvGrpSpPr/>
        <p:nvPr/>
      </p:nvGrpSpPr>
      <p:grpSpPr>
        <a:xfrm/>
      </p:grpSpPr>
      <p:sp>
        <p:nvSpPr>
          <p:cNvPr id="2"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기능 요구사항</a:t>
            </a:r>
            <a:endParaRPr lang="ko-KR">
              <a:solidFill>
                <a:srgbClr val="000000"/>
              </a:solidFill>
              <a:latin typeface="Calibri"/>
              <a:ea typeface="Calibri"/>
              <a:cs typeface="Calibri"/>
            </a:endParaRPr>
          </a:p>
        </p:txBody>
      </p:sp>
      <p:graphicFrame>
        <p:nvGraphicFramePr>
          <p:cNvPr id="9"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기능 요구사항명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지속 대화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VIA가 요청을 처리하거나 응답하는 동안에도 사용자의 음성 또는 텍스트 입력을 받아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대화를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맥락 기반 요청 해석</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화면, 자료와 대화 맥락을 이용해 사용자 입력을 목표, 대상, 조건과 관련 업무가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식별된 요청으로 해석할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복합 요청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한 입력에 포함된 여러 요청을 사용자가 명시한 순서, 조건과 결과 의존 관계에 따라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처리할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FR4</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다중 업무 상호작용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여러 업무의 질문, 진행 상황, 결과와 사용자 후속 지시를 각각</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해당 업무에 연결할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FR5</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연속성 유지</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음성 연결 종료, 대화 전환 또는 VIA 재시작 이후에도 기존 업무를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중복 실행 없이 확인 가능한 상태로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과거 맥락 활용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이전 대화의 정정 내용, 업무 결과와 허용된 사용자 기억을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현재 요청에 필요한 맥락으로 활용할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4"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제약사항</a:t>
            </a:r>
            <a:endParaRPr lang="ko-KR">
              <a:solidFill>
                <a:srgbClr val="000000"/>
              </a:solidFill>
              <a:latin typeface="Calibri"/>
              <a:ea typeface="Calibri"/>
              <a:cs typeface="Calibri"/>
            </a:endParaRPr>
          </a:p>
        </p:txBody>
      </p:sp>
      <p:graphicFrame>
        <p:nvGraphicFramePr>
          <p:cNvPr id="11"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제약사항명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음성과 의미 모델 분리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VIA와 VAD는 사용자 PC에서 실행하고, 음성과 의미 해석은 별도 클라우드 모델을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Model Access를 통해 사용해야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실행 위임</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실제 업무 수행에 필요한 도메인 추론, 계획, 도구 선택과 실행은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Agent에 위임해야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04-42,</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6"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관련 DP는 직접 설계 영향만 표시한다. 로컬 VAD와 업무 상태의 권위는 VIA에 있으며 모델 공급자는 별도 reference다.</a:t>
            </a:r>
            <a:endParaRPr lang="ko-KR">
              <a:solidFill>
                <a:srgbClr val="000000"/>
              </a:solidFill>
              <a:latin typeface="Calibri"/>
              <a:ea typeface="Calibri"/>
              <a:cs typeface="Calibri"/>
            </a:endParaRPr>
          </a:p>
        </p:txBody>
      </p:sp>
      <p:sp>
        <p:nvSpPr>
          <p:cNvPr id="12" name="v6-header-title">
            <a:extLst>
              <a:ext uri="{FF2B5EF4-FFF2-40B4-BE49-F238E27FC236}">
                <ns2:creationId id="{615A51D0-4DA8-4298-BADD-A8E2B1261D5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요구사항과 제약 (원본)</a:t>
            </a:r>
            <a:endParaRPr lang="ko-KR">
              <a:latin typeface="Calibri"/>
              <a:ea typeface="Calibri"/>
              <a:cs typeface="Calibri"/>
            </a:endParaRPr>
          </a:p>
        </p:txBody>
      </p:sp>
      <p:sp>
        <p:nvSpPr>
          <p:cNvPr id="13" name="v6-header-rule">
            <a:extLst>
              <a:ext uri="{FF2B5EF4-FFF2-40B4-BE49-F238E27FC236}">
                <ns2:creationId id="{41C9B977-EDD4-4EAE-8FA5-BD46ED20AA12}"/>
              </a:ext>
            </a:extLst>
          </p:cNvPr>
          <p:cNvSpPr>
            <a:spLocks noGrp="1"/>
          </p:cNvSpPr>
          <p:nvPr/>
        </p:nvSpPr>
        <p:spPr>
          <a:xfrm>
            <a:off x="495300" y="990600"/>
            <a:ext cx="17335500" cy="0"/>
          </a:xfrm>
          <a:prstGeom prst="line">
            <a:avLst/>
          </a:prstGeom>
          <a:noFill/>
          <a:ln w="19050">
            <a:solidFill>
              <a:srgbClr val="A6A6A6"/>
            </a:solidFill>
          </a:ln>
        </p:spPr>
      </p:sp>
      <p:sp>
        <p:nvSpPr>
          <p:cNvPr id="14" name="v6-header-stage-0">
            <a:extLst>
              <a:ext uri="{FF2B5EF4-FFF2-40B4-BE49-F238E27FC236}">
                <ns2:creationId id="{9A9B8111-F8F5-4159-9390-B2DAC59D6EC0}"/>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5" name="v6-header-stage-1">
            <a:extLst>
              <a:ext uri="{FF2B5EF4-FFF2-40B4-BE49-F238E27FC236}">
                <ns2:creationId id="{3CD123CA-CA86-4248-9B5E-76BF84301DB0}"/>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6" name="v6-header-stage-2">
            <a:extLst>
              <a:ext uri="{FF2B5EF4-FFF2-40B4-BE49-F238E27FC236}">
                <ns2:creationId id="{8AC42AB3-7BED-4C36-94DC-8CB3635D836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7" name="v6-header-stage-3">
            <a:extLst>
              <a:ext uri="{FF2B5EF4-FFF2-40B4-BE49-F238E27FC236}">
                <ns2:creationId id="{233967C7-02BF-44C1-A036-56ECBA45429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8" name="v6-header-stage-4">
            <a:extLst>
              <a:ext uri="{FF2B5EF4-FFF2-40B4-BE49-F238E27FC236}">
                <ns2:creationId id="{4589EB49-9126-4062-B044-EE006381269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9" name="v6-header-page">
            <a:extLst>
              <a:ext uri="{FF2B5EF4-FFF2-40B4-BE49-F238E27FC236}">
                <ns2:creationId id="{13E0E7D6-5246-4474-A58E-4179D2D44C6B}"/>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40 / 63</a:t>
            </a:r>
            <a:endParaRPr lang="ko-KR">
              <a:latin typeface="Calibri"/>
              <a:ea typeface="Calibri"/>
              <a:cs typeface="Calibri"/>
            </a:endParaRPr>
          </a:p>
        </p:txBody>
      </p:sp>
    </p:spTree>
    <p:extLst>
      <p:ext uri="{BB962C8B-B14F-4D97-AF65-F5344CB8AC3E}">
        <p14:creationId val="1503880560"/>
      </p:ext>
    </p:extLst>
  </p:cSld>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name="quality-01-03">
    <p:bg>
      <p:bgPr>
        <a:solidFill>
          <a:srgbClr val="FFFFFF"/>
        </a:solidFill>
      </p:bgPr>
    </p:bg>
    <p:spTree>
      <p:nvGrpSpPr>
        <p:cNvPr id="1" name=""/>
        <p:cNvGrpSpPr/>
        <p:nvPr/>
      </p:nvGrpSpPr>
      <p:grpSpPr>
        <a:xfrm/>
      </p:grpSpPr>
      <p:sp>
        <p:nvSpPr>
          <p:cNvPr id="4" name="headline">
            <a:extLst>
              <a:ext uri="{FF2B5EF4-FFF2-40B4-BE49-F238E27FC236}">
                <ns2:creationId id="{08F1D3F3-1A1B-4338-87BE-7C207667BD5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정확성과 응답시간</a:t>
            </a:r>
            <a:endParaRPr lang="ko-KR">
              <a:solidFill>
                <a:srgbClr val="000000"/>
              </a:solidFill>
              <a:latin typeface="Calibri"/>
              <a:ea typeface="Calibri"/>
              <a:cs typeface="Calibri"/>
            </a:endParaRPr>
          </a:p>
        </p:txBody>
      </p:sp>
      <p:sp>
        <p:nvSpPr>
          <p:cNvPr id="5" name="scope">
            <a:extLst>
              <a:ext uri="{FF2B5EF4-FFF2-40B4-BE49-F238E27FC236}">
                <ns2:creationId id="{064941F4-6E33-466E-95E4-0C2FC73BDA93}"/>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13"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ASR-QA-01</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Accuracy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요청 처리</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정확성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사용자의 의도와 확인된 사실에 맞게 요청을 처리하는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필수 정답 조건 충족률 ≥ 98%</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21개 Voice/Agent 사례 × 5회 × 6조건 = 630개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50개 조건당 오류 1개 이하, 전체 시나리오 실패 ≤5%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1</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ASR-QA-02</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상호작용</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응답시간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상호작용 응답시간 ≤ 1초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모든 사례의 지정 반응 27개 × 5회 = 135관측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대화 흐름 1초, 끼어들기 local stop 0.1초 관리</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2</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ASR-QA-03</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요청</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처리시간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VIA 요청 처리시간 ≤ 10초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사용자 목표 19개 × 5회 = 95사이클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의미 6초 + 연결 1초 + 전달 1초 + 재검증 2초</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3</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7" name="footer">
            <a:extLst>
              <a:ext uri="{FF2B5EF4-FFF2-40B4-BE49-F238E27FC236}">
                <ns2:creationId id="{CF41FBD7-DE2E-4A7B-B884-B8962A1AE515}"/>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14" name="v6-header-title">
            <a:extLst>
              <a:ext uri="{FF2B5EF4-FFF2-40B4-BE49-F238E27FC236}">
                <ns2:creationId id="{84CAC60D-3899-4DDB-9471-A82C6F93950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(원본 1/2)</a:t>
            </a:r>
            <a:endParaRPr lang="ko-KR">
              <a:latin typeface="Calibri"/>
              <a:ea typeface="Calibri"/>
              <a:cs typeface="Calibri"/>
            </a:endParaRPr>
          </a:p>
        </p:txBody>
      </p:sp>
      <p:sp>
        <p:nvSpPr>
          <p:cNvPr id="15" name="v6-header-rule">
            <a:extLst>
              <a:ext uri="{FF2B5EF4-FFF2-40B4-BE49-F238E27FC236}">
                <ns2:creationId id="{E67E49B0-EEF4-4FEA-999E-CF7A5F2E54F8}"/>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1447369A-5D83-4212-AB4B-985FB45EA7D7}"/>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56AF0776-37B2-4BC1-ADB8-DBF7FCA80D2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D621FBF5-517E-4C9E-BB77-523E6C589FA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10C49C97-DBC8-4476-B264-AF7EC9A823F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B7E33B3E-AE5A-42B7-90DB-92860FD14EBD}"/>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A051A995-068D-4F5E-9C9E-1FAA6C20B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41 / 63</a:t>
            </a:r>
            <a:endParaRPr lang="ko-KR">
              <a:latin typeface="Calibri"/>
              <a:ea typeface="Calibri"/>
              <a:cs typeface="Calibri"/>
            </a:endParaRPr>
          </a:p>
        </p:txBody>
      </p:sp>
    </p:spTree>
    <p:extLst>
      <p:ext uri="{BB962C8B-B14F-4D97-AF65-F5344CB8AC3E}">
        <p14:creationId val="1354158922"/>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p:cSld name="quality-04-06">
    <p:bg>
      <p:bgPr>
        <a:solidFill>
          <a:srgbClr val="FFFFFF"/>
        </a:solidFill>
      </p:bgPr>
    </p:bg>
    <p:spTree>
      <p:nvGrpSpPr>
        <p:cNvPr id="1" name=""/>
        <p:cNvGrpSpPr/>
        <p:nvPr/>
      </p:nvGrpSpPr>
      <p:grpSpPr>
        <a:xfrm/>
      </p:grpSpPr>
      <p:sp>
        <p:nvSpPr>
          <p:cNvPr id="4" name="headline">
            <a:extLst>
              <a:ext uri="{FF2B5EF4-FFF2-40B4-BE49-F238E27FC236}">
                <ns2:creationId id="{5FCFC1A5-4B22-4A58-A4BA-F5FC31B3461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비용, 변경 용이성과 메모리</a:t>
            </a:r>
            <a:endParaRPr lang="ko-KR">
              <a:solidFill>
                <a:srgbClr val="000000"/>
              </a:solidFill>
              <a:latin typeface="Calibri"/>
              <a:ea typeface="Calibri"/>
              <a:cs typeface="Calibri"/>
            </a:endParaRPr>
          </a:p>
        </p:txBody>
      </p:sp>
      <p:sp>
        <p:nvSpPr>
          <p:cNvPr id="5" name="scope">
            <a:extLst>
              <a:ext uri="{FF2B5EF4-FFF2-40B4-BE49-F238E27FC236}">
                <ns2:creationId id="{43F222AB-BDF3-43BE-B5EA-191BCB45DCB2}"/>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13"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ASR-QA-04</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Cost</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모델</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사용 비용</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사용자 활동을 처리하는 동안 VIA의 음성/의미 모델 사용에 드는 금액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P21 1묶음 평균 모델 비용 ≤ $0.50</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총 청구량의 평균 × 단가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신규 audio·Text 기본 $0.351840 + 추가 여유 $0.148160</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4</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Maintainability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변경</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용이성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모델/Agent/정보원/기능 계약의 변화를 다른 사용자 기능을 유지하면서 수용하는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변경 책임 단위 수 ≤ 3개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6개 변경 과제의 고유 수정 책임 수 평균</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일상 변경을 adapter/생산/소비 약 3개 책임에 국소화</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5</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ASR-QA-06</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Resource</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로컬 VIA</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활동과 동시 부하에서 VIA가 로컬 PC에 할당해 유지하는 메모리의 최대량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최대 전체 commit 메모리 ≤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중 최대 동시 commit량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32GB급 PC의 사용자 앱과 공존하는 VIA 4GiB 예산</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6</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7" name="footer">
            <a:extLst>
              <a:ext uri="{FF2B5EF4-FFF2-40B4-BE49-F238E27FC236}">
                <ns2:creationId id="{69BC8A58-5AA0-4B2D-847A-805E0A30BBBB}"/>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14" name="v6-header-title">
            <a:extLst>
              <a:ext uri="{FF2B5EF4-FFF2-40B4-BE49-F238E27FC236}">
                <ns2:creationId id="{1C8A39F1-12D0-4C03-8B8C-6389149A193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(원본 2/2)</a:t>
            </a:r>
            <a:endParaRPr lang="ko-KR">
              <a:latin typeface="Calibri"/>
              <a:ea typeface="Calibri"/>
              <a:cs typeface="Calibri"/>
            </a:endParaRPr>
          </a:p>
        </p:txBody>
      </p:sp>
      <p:sp>
        <p:nvSpPr>
          <p:cNvPr id="15" name="v6-header-rule">
            <a:extLst>
              <a:ext uri="{FF2B5EF4-FFF2-40B4-BE49-F238E27FC236}">
                <ns2:creationId id="{FB7D3256-20FF-46EF-BB88-063FD167D77C}"/>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DDD4DA67-6C5A-4D78-AAB4-2BD7743D4FA0}"/>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3EDF13DA-0E1C-45E1-A9BD-E5A628CED9A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14F8C5F0-1848-4757-985B-7E5BC87C8D17}"/>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43B2034C-540F-4286-BDF9-9F69E69D954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96E31C7D-D21C-400E-B2DD-E6E2969DA0C1}"/>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34E0DD57-6BA3-4AFE-B262-8CA8104D55CA}"/>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42 / 63</a:t>
            </a:r>
            <a:endParaRPr lang="ko-KR">
              <a:latin typeface="Calibri"/>
              <a:ea typeface="Calibri"/>
              <a:cs typeface="Calibri"/>
            </a:endParaRPr>
          </a:p>
        </p:txBody>
      </p:sp>
    </p:spTree>
    <p:extLst>
      <p:ext uri="{BB962C8B-B14F-4D97-AF65-F5344CB8AC3E}">
        <p14:creationId val="1472402474"/>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p:cSld name="quality-workload">
    <p:bg>
      <p:bgPr>
        <a:solidFill>
          <a:srgbClr val="FFFFFF"/>
        </a:solidFill>
      </p:bgPr>
    </p:bg>
    <p:spTree>
      <p:nvGrpSpPr>
        <p:cNvPr id="1" name=""/>
        <p:cNvGrpSpPr/>
        <p:nvPr/>
      </p:nvGrpSpPr>
      <p:grpSpPr>
        <a:xfrm/>
      </p:grpSpPr>
      <p:sp>
        <p:nvSpPr>
          <p:cNvPr id="4" name="headline">
            <a:extLst>
              <a:ext uri="{FF2B5EF4-FFF2-40B4-BE49-F238E27FC236}">
                <ns2:creationId id="{715F801B-A56C-4EF6-8168-D77794205A93}"/>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P21: 모든 QA가 같은 사례와 후속 사건을 평가</a:t>
            </a:r>
            <a:endParaRPr lang="ko-KR">
              <a:solidFill>
                <a:srgbClr val="000000"/>
              </a:solidFill>
              <a:latin typeface="Calibri"/>
              <a:ea typeface="Calibri"/>
              <a:cs typeface="Calibri"/>
            </a:endParaRPr>
          </a:p>
        </p:txBody>
      </p:sp>
      <p:sp>
        <p:nvSpPr>
          <p:cNvPr id="5" name="scope">
            <a:extLst>
              <a:ext uri="{FF2B5EF4-FFF2-40B4-BE49-F238E27FC236}">
                <ns2:creationId id="{7B1BEB6F-27EB-4E38-8BAA-4D03DD34B145}"/>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DP-41/42/44/45의 실제 기제와 오류 경로로 선정한 사례를 동일 조건에서 평가</a:t>
            </a:r>
            <a:endParaRPr lang="ko-KR">
              <a:solidFill>
                <a:srgbClr val="000000"/>
              </a:solidFill>
              <a:latin typeface="Calibri"/>
              <a:ea typeface="Calibri"/>
              <a:cs typeface="Calibri"/>
            </a:endParaRPr>
          </a:p>
        </p:txBody>
      </p:sp>
      <p:graphicFrame>
        <p:nvGraphicFramePr>
          <p:cNvPr id="13" name=""/>
          <p:cNvGraphicFramePr/>
          <p:nvPr/>
        </p:nvGraphicFramePr>
        <p:xfrm>
          <a:off x="457200" y="2286000"/>
          <a:ext cx="17373600" cy="7486650"/>
        </p:xfrm>
        <a:graphic>
          <a:graphicData uri="http://schemas.openxmlformats.org/drawingml/2006/table">
            <a:tbl>
              <a:tblPr firstRow="0" bandRow="0"/>
              <a:tblGrid>
                <a:gridCol w="2667000"/>
                <a:gridCol w="8001000"/>
                <a:gridCol w="6705600"/>
              </a:tblGrid>
              <a:tr h="4762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활동 / 관측</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고정 조건</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QA에서 읽는 값</a:t>
                      </a:r>
                      <a:endParaRPr lang="ko-KR">
                        <a:solidFill>
                          <a:srgbClr val="000000"/>
                        </a:solidFill>
                        <a:latin typeface="Calibri"/>
                        <a:ea typeface="Calibri"/>
                        <a:cs typeface="Calibri"/>
                      </a:endParaRPr>
                    </a:p>
                  </a:txBody>
                  <a:tcPr marL="133350" marR="114300" marT="57150" marB="57150" anchor="ctr">
                    <a:solidFill>
                      <a:srgbClr val="C6E0B4"/>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사례 선정</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S1~S6: 2 / 5 / 3 / 3 / 4 / 4개 = 21개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기존 17 유지, 선호 등록은 회귀, 민감 사례 4개 추가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DP-41/42/44/45의 실제 기제 경로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공통 기준 경로와 차이를 활성화하는 경로 포함</a:t>
                      </a:r>
                      <a:endParaRPr lang="ko-KR">
                        <a:solidFill>
                          <a:srgbClr val="000000"/>
                        </a:solidFill>
                        <a:latin typeface="Calibri"/>
                        <a:ea typeface="Calibri"/>
                        <a:cs typeface="Calibri"/>
                      </a:endParaRPr>
                    </a:p>
                  </a:txBody>
                  <a:tcPr marL="133350" marR="114300" marT="57150" marB="57150" anchor="ctr">
                    <a:solidFill>
                      <a:srgbClr val="FFFFFF"/>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같은 활동 5회</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각 활동에서 21개를 한 번씩, 전체 5회 독립 초기화</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S2-02 → S2-04 실제 재사용의 선후는 고정</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사용자 목표 19 + Agent 단독 2장면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네 Agent 동시 사건은 S5-04 내부에 포함</a:t>
                      </a:r>
                      <a:endParaRPr lang="ko-KR">
                        <a:solidFill>
                          <a:srgbClr val="000000"/>
                        </a:solidFill>
                        <a:latin typeface="Calibri"/>
                        <a:ea typeface="Calibri"/>
                        <a:cs typeface="Calibri"/>
                      </a:endParaRPr>
                    </a:p>
                  </a:txBody>
                  <a:tcPr marL="133350" marR="114300" marT="57150" marB="57150" anchor="ctr">
                    <a:solidFill>
                      <a:srgbClr val="FFFFFF"/>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모든 정확성과 시간</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정확성: 모든 21사례의 6조건 × 5회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시간: 같은 사례의 첫 반응과 전체 완료</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정확성 105시나리오 / 630조건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반응 27×5=135 / 처리 19×5=95</a:t>
                      </a:r>
                      <a:endParaRPr lang="ko-KR">
                        <a:solidFill>
                          <a:srgbClr val="000000"/>
                        </a:solidFill>
                        <a:latin typeface="Calibri"/>
                        <a:ea typeface="Calibri"/>
                        <a:cs typeface="Calibri"/>
                      </a:endParaRPr>
                    </a:p>
                  </a:txBody>
                  <a:tcPr marL="133350" marR="114300" marT="57150" marB="57150" anchor="ctr">
                    <a:solidFill>
                      <a:srgbClr val="FFFFFF"/>
                    </a:solidFill>
                  </a:tcPr>
                </a:tc>
              </a:tr>
              <a:tr h="13525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같은 비용과 메모리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P21 전체 5회: 비용 평균 / 메모리 최대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음성 입력 50초 / 출력 179초 / 의미 62호출 예산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비용 ≤$0.50/P21 / commit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실제 호출·청구·할당은 후보 경로의 결과</a:t>
                      </a:r>
                      <a:endParaRPr lang="ko-KR">
                        <a:solidFill>
                          <a:srgbClr val="000000"/>
                        </a:solidFill>
                        <a:latin typeface="Calibri"/>
                        <a:ea typeface="Calibri"/>
                        <a:cs typeface="Calibri"/>
                      </a:endParaRPr>
                    </a:p>
                  </a:txBody>
                  <a:tcPr marL="133350" marR="114300" marT="57150" marB="57150" anchor="ctr">
                    <a:solidFill>
                      <a:srgbClr val="FFFFFF"/>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초기 자료와 집중 부하</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과거 2,000turn / 완료 Task 200 / 원본 30개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Task 최대 10 / cloud 호출 최대 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초기/미사용 생산, 재사용, 첫 사용, 집중 도착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동일 원천·허용·외부 응답·모델/기능 조건</a:t>
                      </a:r>
                      <a:endParaRPr lang="ko-KR">
                        <a:solidFill>
                          <a:srgbClr val="000000"/>
                        </a:solidFill>
                        <a:latin typeface="Calibri"/>
                        <a:ea typeface="Calibri"/>
                        <a:cs typeface="Calibri"/>
                      </a:endParaRPr>
                    </a:p>
                  </a:txBody>
                  <a:tcPr marL="133350" marR="114300" marT="57150" marB="57150" anchor="ctr">
                    <a:solidFill>
                      <a:srgbClr val="FFFFFF"/>
                    </a:solidFill>
                  </a:tcPr>
                </a:tc>
              </a:tr>
              <a:tr h="10096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회수와 보호</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원본 갱신 4건 / maintenance 2회 / B04 철회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drain ≤30초 + idle 10초, 실제 실패는 보존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일반 ≥100/105 ≤2초 / 집중 30/30 ≤5초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local stop 모두 ≤0.1초 / 유휴 증가 ≤16MiB</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39BA2169-894D-41BA-AEB7-90A442B854A3}"/>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03-02 §3.2 선정/대응표, §8 공통 실행 / 다음 3장은 21개 전체 대응표 / 작성자 설계 PoC, 미실측</a:t>
            </a:r>
            <a:endParaRPr lang="ko-KR">
              <a:solidFill>
                <a:srgbClr val="000000"/>
              </a:solidFill>
              <a:latin typeface="Calibri"/>
              <a:ea typeface="Calibri"/>
              <a:cs typeface="Calibri"/>
            </a:endParaRPr>
          </a:p>
        </p:txBody>
      </p:sp>
      <p:sp>
        <p:nvSpPr>
          <p:cNvPr id="14" name="v6-header-title">
            <a:extLst>
              <a:ext uri="{FF2B5EF4-FFF2-40B4-BE49-F238E27FC236}">
                <ns2:creationId id="{FB5F7994-99C7-4DCB-B47B-7657E7BD41BF}"/>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공통 평가 활동 | P21</a:t>
            </a:r>
            <a:endParaRPr lang="ko-KR">
              <a:latin typeface="Calibri"/>
              <a:ea typeface="Calibri"/>
              <a:cs typeface="Calibri"/>
            </a:endParaRPr>
          </a:p>
        </p:txBody>
      </p:sp>
      <p:sp>
        <p:nvSpPr>
          <p:cNvPr id="15" name="v6-header-rule">
            <a:extLst>
              <a:ext uri="{FF2B5EF4-FFF2-40B4-BE49-F238E27FC236}">
                <ns2:creationId id="{064D2497-ECE8-4B2D-960C-D55D579AD265}"/>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5BA468E6-B787-4424-8D3D-EA88BBEEF4C6}"/>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E1ED0EAB-3078-4D98-9280-640838CC78F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54D5B234-0D3E-4C12-B0E2-460FCEEF70A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8358ED6B-8961-4FDF-BC6E-2FA00F0CEAA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F5B2EF39-CDC9-4349-9D5D-0AC9A05E283B}"/>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CF3BD558-C385-4DA1-A964-E80ACC29B3B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26 / 63</a:t>
            </a:r>
            <a:endParaRPr lang="ko-KR">
              <a:latin typeface="Calibri"/>
              <a:ea typeface="Calibri"/>
              <a:cs typeface="Calibri"/>
            </a:endParaRPr>
          </a:p>
        </p:txBody>
      </p:sp>
    </p:spTree>
    <p:extLst>
      <p:ext uri="{BB962C8B-B14F-4D97-AF65-F5344CB8AC3E}">
        <p14:creationId val="69634054"/>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name="quality-cases-01-07">
    <p:bg>
      <p:bgPr>
        <a:solidFill>
          <a:srgbClr val="FFFFFF"/>
        </a:solidFill>
      </p:bgPr>
    </p:bg>
    <p:spTree>
      <p:nvGrpSpPr>
        <p:cNvPr id="1" name=""/>
        <p:cNvGrpSpPr/>
        <p:nvPr/>
      </p:nvGrpSpPr>
      <p:grpSpPr>
        <a:xfrm/>
      </p:grpSpPr>
      <p:sp>
        <p:nvSpPr>
          <p:cNvPr id="4" name="headline">
            <a:extLst>
              <a:ext uri="{FF2B5EF4-FFF2-40B4-BE49-F238E27FC236}">
                <ns2:creationId id="{6B5013C6-3440-4E93-BEE4-A554673FA597}"/>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21개 전체 사례: 1~7 / 21</a:t>
            </a:r>
            <a:endParaRPr lang="ko-KR">
              <a:solidFill>
                <a:srgbClr val="000000"/>
              </a:solidFill>
              <a:latin typeface="Calibri"/>
              <a:ea typeface="Calibri"/>
              <a:cs typeface="Calibri"/>
            </a:endParaRPr>
          </a:p>
        </p:txBody>
      </p:sp>
      <p:sp>
        <p:nvSpPr>
          <p:cNvPr id="5" name="scope">
            <a:extLst>
              <a:ext uri="{FF2B5EF4-FFF2-40B4-BE49-F238E27FC236}">
                <ns2:creationId id="{1BA199DD-AF3B-4188-AA0B-0A5549459B40}"/>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모든 행: QA-01의 C1~C6 + QA-04 비용 + QA-06 메모리 / QA-02는 첫 반응, QA-03는 목표 완료</a:t>
            </a:r>
            <a:endParaRPr lang="ko-KR">
              <a:solidFill>
                <a:srgbClr val="000000"/>
              </a:solidFill>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사례</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주제 / 선정 이유</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민감 DP</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QA-02 유효 반응</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QA-03 완료 / 적용 제외</a:t>
                      </a:r>
                      <a:endParaRPr lang="ko-KR">
                        <a:solidFill>
                          <a:srgbClr val="000000"/>
                        </a:solidFill>
                        <a:latin typeface="Calibri"/>
                        <a:ea typeface="Calibri"/>
                        <a:cs typeface="Calibri"/>
                      </a:endParaRPr>
                    </a:p>
                  </a:txBody>
                  <a:tcPr marL="133350" marR="114300" marT="57150" marB="57150" anchor="ctr">
                    <a:solidFill>
                      <a:srgbClr val="C6E0B4"/>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S1-01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제한된 정보 조회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단순 직접/위임의 공통 기준 경로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D1의 정확한 날짜 답변 전달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D1 마감일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S1-02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보고서 업무 위임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신규 업무 인계와 정상 접수의 기준 경로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해당 보고서의 실제 접수/진행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ReportQ3@v1 최종 결과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중 두 표 지칭</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동일 발화의 복수 지칭을 실제 근거에 결합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발화 당시 두 표의 올바른 비교/위임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지정 두 표 비교 결과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과거 설명과 두 업무 결과 재사용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예외를 포함하는 세 과거 원본의 실제 연결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과거 근거/조건이 맞는 제안서 실제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Proposal@v1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갱신된 원본의 과거 값 지정</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원본 갱신 뒤 과거 revision의 보존/검증</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과거 v1 값 지정이 맞는 실제 작성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TablePast@v1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같은 과거 근거의 두 번째 사용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같은 원본 재사용의 cache/관계 hit와 전체 생산 비용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두 번째 새 제안서의 실제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ProposalRepeat@v1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S2-05</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새로 도착한 과거 근거의 첫 사용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원본 첫 사용의 조합/미게시 backfill 대기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새 근거를 확보한 실제 제안서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ProposalFresh@v1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A6B92724-953C-4F37-94B1-B29C9617062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시작/종료의 전체 경계·초기 상태·Voice 입력·사건·정답 규칙: 03-02 §3.2 / 각 활동 내 사례 1회, 전체 5회</a:t>
            </a:r>
            <a:endParaRPr lang="ko-KR">
              <a:solidFill>
                <a:srgbClr val="000000"/>
              </a:solidFill>
              <a:latin typeface="Calibri"/>
              <a:ea typeface="Calibri"/>
              <a:cs typeface="Calibri"/>
            </a:endParaRPr>
          </a:p>
        </p:txBody>
      </p:sp>
      <p:sp>
        <p:nvSpPr>
          <p:cNvPr id="14" name="v6-header-title">
            <a:extLst>
              <a:ext uri="{FF2B5EF4-FFF2-40B4-BE49-F238E27FC236}">
                <ns2:creationId id="{A7F2230E-3AC8-4687-9782-7C8F8C09859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P21 사례 대응 (1/3)</a:t>
            </a:r>
            <a:endParaRPr lang="ko-KR">
              <a:latin typeface="Calibri"/>
              <a:ea typeface="Calibri"/>
              <a:cs typeface="Calibri"/>
            </a:endParaRPr>
          </a:p>
        </p:txBody>
      </p:sp>
      <p:sp>
        <p:nvSpPr>
          <p:cNvPr id="15" name="v6-header-rule">
            <a:extLst>
              <a:ext uri="{FF2B5EF4-FFF2-40B4-BE49-F238E27FC236}">
                <ns2:creationId id="{51202A41-177C-4B69-8837-4BAC9E87F0BF}"/>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AC4B90C7-6B17-4EFF-ADE1-835EA3FEDA7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B4887712-1FBE-4CDF-A907-6EB6EEAECF9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0D9C706F-3DFD-4697-89BA-56328BE4642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7E0F45F0-F548-4209-8AF0-4AD84472AF6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5485B4F0-F89B-451B-B10E-BC90957AB1B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B713ACAA-4059-4A40-8E3C-1E4497C1900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27 / 63</a:t>
            </a:r>
            <a:endParaRPr lang="ko-KR">
              <a:latin typeface="Calibri"/>
              <a:ea typeface="Calibri"/>
              <a:cs typeface="Calibri"/>
            </a:endParaRPr>
          </a:p>
        </p:txBody>
      </p:sp>
    </p:spTree>
    <p:extLst>
      <p:ext uri="{BB962C8B-B14F-4D97-AF65-F5344CB8AC3E}">
        <p14:creationId val="824767429"/>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p:cSld name="quality-cases-08-14">
    <p:bg>
      <p:bgPr>
        <a:solidFill>
          <a:srgbClr val="FFFFFF"/>
        </a:solidFill>
      </p:bgPr>
    </p:bg>
    <p:spTree>
      <p:nvGrpSpPr>
        <p:cNvPr id="1" name=""/>
        <p:cNvGrpSpPr/>
        <p:nvPr/>
      </p:nvGrpSpPr>
      <p:grpSpPr>
        <a:xfrm/>
      </p:grpSpPr>
      <p:sp>
        <p:nvSpPr>
          <p:cNvPr id="4" name="headline">
            <a:extLst>
              <a:ext uri="{FF2B5EF4-FFF2-40B4-BE49-F238E27FC236}">
                <ns2:creationId id="{772EAC89-9866-45D3-9B68-B1616A6F3F4C}"/>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21개 전체 사례: 8~14 / 21</a:t>
            </a:r>
            <a:endParaRPr lang="ko-KR">
              <a:solidFill>
                <a:srgbClr val="000000"/>
              </a:solidFill>
              <a:latin typeface="Calibri"/>
              <a:ea typeface="Calibri"/>
              <a:cs typeface="Calibri"/>
            </a:endParaRPr>
          </a:p>
        </p:txBody>
      </p:sp>
      <p:sp>
        <p:nvSpPr>
          <p:cNvPr id="5" name="scope">
            <a:extLst>
              <a:ext uri="{FF2B5EF4-FFF2-40B4-BE49-F238E27FC236}">
                <ns2:creationId id="{6D24104C-4BAD-4D68-BA51-2D7766489DF9}"/>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모든 행: QA-01의 C1~C6 + QA-04 비용 + QA-06 메모리 / QA-02는 첫 반응, QA-03는 목표 완료</a:t>
            </a:r>
            <a:endParaRPr lang="ko-KR">
              <a:solidFill>
                <a:srgbClr val="000000"/>
              </a:solidFill>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사례</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주제 / 선정 이유</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민감 DP</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QA-02 유효 반응</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QA-03 완료 / 적용 제외</a:t>
                      </a:r>
                      <a:endParaRPr lang="ko-KR">
                        <a:solidFill>
                          <a:srgbClr val="000000"/>
                        </a:solidFill>
                        <a:latin typeface="Calibri"/>
                        <a:ea typeface="Calibri"/>
                        <a:cs typeface="Calibri"/>
                      </a:endParaRPr>
                    </a:p>
                  </a:txBody>
                  <a:tcPr marL="133350" marR="114300" marT="57150" marB="57150" anchor="ctr">
                    <a:solidFill>
                      <a:srgbClr val="C6E0B4"/>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S3-01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독립된 두 조회 요청</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독립 read의 병렬 진행을 양안에 허용하는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독립 두 목표의 구분된 유효 답변/실제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독립 두 조회 결과 모두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S3-02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요약 산출물에 의존하는 메일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의존/중복 반환의 전체 continuation</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현재 요약/의존 메일의 유효 처리 사실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현재 요약의 민수 메일 발송 확인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S3-03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일정 조건의 변경 재확인</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해석 뒤 조건 변경의 재조회/재확정</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최신 BUSY와 일정 생성 안 함의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최신 BUSY/미생성 확인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S4-01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부분 정정과 늦은 후보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부분 정정과 옛 후보의 늦은 반환</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보고서 변경 접수와 메일 보존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ReportRevised@v2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S4-02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중단 뒤 지정 수치 설명</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local stop와 새 설명의 분리, input 지속</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발화 acoustic onset → 옛 음성의 마지막 재생 sample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지정 수치의 새 설명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S4-03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특정 업무 취소와 접수 미확인</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hold/취소 접수/외부 미확인의 실제 순서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메일 취소 전달/미확인 상태의 정직한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명세된 취소 접수/미확인 disposition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교차 질문과 철회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질문 교차/철회와 실제 제시의 연결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유효 메일 질문 source availability → 올바른 수신자 질문 실제 제시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사용자 목표 없음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QA-02로 도착→전달 관측</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519DFFFF-4FC5-46B4-9804-E4C74916C347}"/>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시작/종료의 전체 경계·초기 상태·Voice 입력·사건·정답 규칙: 03-02 §3.2 / 각 활동 내 사례 1회, 전체 5회</a:t>
            </a:r>
            <a:endParaRPr lang="ko-KR">
              <a:solidFill>
                <a:srgbClr val="000000"/>
              </a:solidFill>
              <a:latin typeface="Calibri"/>
              <a:ea typeface="Calibri"/>
              <a:cs typeface="Calibri"/>
            </a:endParaRPr>
          </a:p>
        </p:txBody>
      </p:sp>
      <p:sp>
        <p:nvSpPr>
          <p:cNvPr id="14" name="v6-header-title">
            <a:extLst>
              <a:ext uri="{FF2B5EF4-FFF2-40B4-BE49-F238E27FC236}">
                <ns2:creationId id="{49541B89-AD9F-4841-856B-2FA33015069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P21 사례 대응 (2/3)</a:t>
            </a:r>
            <a:endParaRPr lang="ko-KR">
              <a:latin typeface="Calibri"/>
              <a:ea typeface="Calibri"/>
              <a:cs typeface="Calibri"/>
            </a:endParaRPr>
          </a:p>
        </p:txBody>
      </p:sp>
      <p:sp>
        <p:nvSpPr>
          <p:cNvPr id="15" name="v6-header-rule">
            <a:extLst>
              <a:ext uri="{FF2B5EF4-FFF2-40B4-BE49-F238E27FC236}">
                <ns2:creationId id="{8E9EDF47-EAE3-453F-A6F9-D4ACBB97AA7B}"/>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EB9AA9BD-C15F-4C70-B6BD-F3F3CEEC854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C8D5E90D-BC7D-43AD-95DB-8CBB7E913CC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743F6148-33C1-47DB-A4E2-737F2702140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F48D1DB5-212A-48D8-8C2F-8B61DC0D935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B18B3A60-FF79-41C5-9C80-DCB7075F94CD}"/>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6A37EED5-8086-4783-9291-748F5D63B54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28 / 63</a:t>
            </a:r>
            <a:endParaRPr lang="ko-KR">
              <a:latin typeface="Calibri"/>
              <a:ea typeface="Calibri"/>
              <a:cs typeface="Calibri"/>
            </a:endParaRPr>
          </a:p>
        </p:txBody>
      </p:sp>
    </p:spTree>
    <p:extLst>
      <p:ext uri="{BB962C8B-B14F-4D97-AF65-F5344CB8AC3E}">
        <p14:creationId val="1281329138"/>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p:cSld name="quality-cases-15-21">
    <p:bg>
      <p:bgPr>
        <a:solidFill>
          <a:srgbClr val="FFFFFF"/>
        </a:solidFill>
      </p:bgPr>
    </p:bg>
    <p:spTree>
      <p:nvGrpSpPr>
        <p:cNvPr id="1" name=""/>
        <p:cNvGrpSpPr/>
        <p:nvPr/>
      </p:nvGrpSpPr>
      <p:grpSpPr>
        <a:xfrm/>
      </p:grpSpPr>
      <p:sp>
        <p:nvSpPr>
          <p:cNvPr id="4" name="headline">
            <a:extLst>
              <a:ext uri="{FF2B5EF4-FFF2-40B4-BE49-F238E27FC236}">
                <ns2:creationId id="{1CF8123F-5FA8-4B92-8A5C-1CB2DFED53DC}"/>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21개 전체 사례: 15~21 / 21</a:t>
            </a:r>
            <a:endParaRPr lang="ko-KR">
              <a:solidFill>
                <a:srgbClr val="000000"/>
              </a:solidFill>
              <a:latin typeface="Calibri"/>
              <a:ea typeface="Calibri"/>
              <a:cs typeface="Calibri"/>
            </a:endParaRPr>
          </a:p>
        </p:txBody>
      </p:sp>
      <p:sp>
        <p:nvSpPr>
          <p:cNvPr id="5" name="scope">
            <a:extLst>
              <a:ext uri="{FF2B5EF4-FFF2-40B4-BE49-F238E27FC236}">
                <ns2:creationId id="{D4BD1A16-64DC-4C7E-B119-4D44B42C895D}"/>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모든 행: QA-01의 C1~C6 + QA-04 비용 + QA-06 메모리 / QA-02는 첫 반응, QA-03는 목표 완료</a:t>
            </a:r>
            <a:endParaRPr lang="ko-KR">
              <a:solidFill>
                <a:srgbClr val="000000"/>
              </a:solidFill>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사례</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주제 / 선정 이유</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민감 DP</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QA-02 유효 반응</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QA-03 완료 / 적용 제외</a:t>
                      </a:r>
                      <a:endParaRPr lang="ko-KR">
                        <a:solidFill>
                          <a:srgbClr val="000000"/>
                        </a:solidFill>
                        <a:latin typeface="Calibri"/>
                        <a:ea typeface="Calibri"/>
                        <a:cs typeface="Calibri"/>
                      </a:endParaRPr>
                    </a:p>
                  </a:txBody>
                  <a:tcPr marL="133350" marR="114300" marT="57150" marB="57150" anchor="ctr">
                    <a:solidFill>
                      <a:srgbClr val="C6E0B4"/>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역전과 중복</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역전/중복의 현재성 및 publication</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최신 유효 결과 source availability → 올바른 현재 결과 실제 전달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사용자 목표 없음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QA-02로 도착→전달 관측</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종료 중 결과와 재연결</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Voice Connection과 Task/결과의 독립 수명</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도착 → Text 전달 (1)</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재연결 발화 끝 → Voice 전달 (1)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재연결 요청에 기존 결과 안내</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중 네 Agent 사건과 보고서 정정</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입력+네 Agent 사건의 queue/join/폐기/동시 할당</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끼어들기 → local stop (1)</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정정 → 접수 (1), 질문 2 / 결과 2 → 제시 (4)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ReportBurst@v2 전달 및 지정 독립 반응 유지</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모호한 과거 보고서 확인</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모호한 대상의 확인과 후속 변경 전체 cycle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최초 발화 종료 → 보고서 대상/수정 내용 확인 질문 실제 제시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ConfirmedRevision@v2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철회된 질문 답변과 승인 범위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미제시/철회 질문의 답변과 승인 scope 분리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최초 발화 종료 → 현재 정보 동의의 재확인 질문 실제 제시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허용된 연락처 제공/발송 미승인 확인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필요한 자료의 접근 거부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허용 부족에서 조기 차단되는 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접근 권한 부족/금액 확인 불가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접근 거부와 확인 불가의 정당한 처리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실제 제시된 유효 질문에 답변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유효 질문 답변의 정상 조회/확정/receipt 비용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상반기 답변의 실제 접수와 기간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유효 기간 답변의 접수/확정 안내</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EBA1B850-67B8-452E-9A4A-32B3B7F45FF3}"/>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시작/종료의 전체 경계·초기 상태·Voice 입력·사건·정답 규칙: 03-02 §3.2 / 각 활동 내 사례 1회, 전체 5회</a:t>
            </a:r>
            <a:endParaRPr lang="ko-KR">
              <a:solidFill>
                <a:srgbClr val="000000"/>
              </a:solidFill>
              <a:latin typeface="Calibri"/>
              <a:ea typeface="Calibri"/>
              <a:cs typeface="Calibri"/>
            </a:endParaRPr>
          </a:p>
        </p:txBody>
      </p:sp>
      <p:sp>
        <p:nvSpPr>
          <p:cNvPr id="14" name="v6-header-title">
            <a:extLst>
              <a:ext uri="{FF2B5EF4-FFF2-40B4-BE49-F238E27FC236}">
                <ns2:creationId id="{ABABE211-8DB7-4387-AEC3-84E19E541CCD}"/>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P21 사례 대응 (3/3)</a:t>
            </a:r>
            <a:endParaRPr lang="ko-KR">
              <a:latin typeface="Calibri"/>
              <a:ea typeface="Calibri"/>
              <a:cs typeface="Calibri"/>
            </a:endParaRPr>
          </a:p>
        </p:txBody>
      </p:sp>
      <p:sp>
        <p:nvSpPr>
          <p:cNvPr id="15" name="v6-header-rule">
            <a:extLst>
              <a:ext uri="{FF2B5EF4-FFF2-40B4-BE49-F238E27FC236}">
                <ns2:creationId id="{54AFA5B9-6E15-41B6-A53A-28F14C6B9B8C}"/>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F9058BC3-8A92-489B-A9A1-03F3C3DEA036}"/>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F735BC77-06DC-4A21-A9C2-B1488EDD26B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4206AD08-52A9-40E0-8AFB-E06239B6631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8D58B4CA-B078-47C9-9AEE-988E76B5C75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2266D34D-B202-47FF-BB4B-9040745AC09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7E8E1552-04BC-4171-9BDA-2FA4A9904DE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29 / 63</a:t>
            </a:r>
            <a:endParaRPr lang="ko-KR">
              <a:latin typeface="Calibri"/>
              <a:ea typeface="Calibri"/>
              <a:cs typeface="Calibri"/>
            </a:endParaRPr>
          </a:p>
        </p:txBody>
      </p:sp>
    </p:spTree>
    <p:extLst>
      <p:ext uri="{BB962C8B-B14F-4D97-AF65-F5344CB8AC3E}">
        <p14:creationId val="1816452385"/>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p:cSld name="qa01-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Accuracy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요청 처리</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정확성</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사용자의 의도와 확인된 사실에 맞게 요청을 처리하는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필수 정답 조건 충족률 ≥ 98%</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21개 Voice/Agent 사례 × 5회 × 6조건 = 630개</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8250E3C5-71A5-4491-A172-D73A9B188B88}"/>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ASR-QA-01</a:t>
            </a:r>
            <a:endParaRPr lang="ko-KR">
              <a:solidFill>
                <a:srgbClr val="000000"/>
              </a:solidFill>
              <a:latin typeface="Calibri"/>
              <a:ea typeface="Calibri"/>
              <a:cs typeface="Calibri"/>
            </a:endParaRPr>
          </a:p>
        </p:txBody>
      </p:sp>
      <p:sp>
        <p:nvSpPr>
          <p:cNvPr id="6" name="basis-label">
            <a:extLst>
              <a:ext uri="{FF2B5EF4-FFF2-40B4-BE49-F238E27FC236}">
                <ns2:creationId id="{E4F4FBA4-7775-4007-8FE5-74D06BEB2A4C}"/>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2101B979-2A7C-4A84-B8D1-3DC0ECB552F7}"/>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VIA는 업무, 근거, 조건과 실제 전달을 연결한다.</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잘못 연결하면 사용자가 업무를 다시 식별하고 수정해야 한다.</a:t>
            </a:r>
            <a:endParaRPr lang="ko-KR">
              <a:solidFill>
                <a:srgbClr val="000000"/>
              </a:solidFill>
              <a:latin typeface="Calibri"/>
              <a:ea typeface="Calibri"/>
              <a:cs typeface="Calibri"/>
            </a:endParaRPr>
          </a:p>
        </p:txBody>
      </p:sp>
      <p:sp>
        <p:nvSpPr>
          <p:cNvPr id="8" name="choice">
            <a:extLst>
              <a:ext uri="{FF2B5EF4-FFF2-40B4-BE49-F238E27FC236}">
                <ns2:creationId id="{5C11987B-6FDE-46CB-893D-F9C842254C9A}"/>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필수 조건 오류 ≤2%, 전체 시나리오 실패 ≤5%를 선택.</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21개 모든 사례와 재사용/집중 도착/최종 tail을 채점.</a:t>
            </a:r>
            <a:endParaRPr lang="ko-KR">
              <a:solidFill>
                <a:srgbClr val="000000"/>
              </a:solidFill>
              <a:latin typeface="Calibri"/>
              <a:ea typeface="Calibri"/>
              <a:cs typeface="Calibri"/>
            </a:endParaRPr>
          </a:p>
        </p:txBody>
      </p:sp>
      <p:sp>
        <p:nvSpPr>
          <p:cNvPr id="9" name="calculation-title">
            <a:extLst>
              <a:ext uri="{FF2B5EF4-FFF2-40B4-BE49-F238E27FC236}">
                <ns2:creationId id="{E4A2EFBA-7912-4515-B776-C159B66A17B4}"/>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분모</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21 × 5 × 6 = 630조건, 모든 필수 사실 통과 시 1</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목표</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정답 618개 이상 / 오답 최대 12개</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시나리오 보호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6조건 모두 정답인 시나리오 ≥100/105</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 / C 보호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상황군별 / 조건 유형별 각각 ≥95%</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필수 위반</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무관 업무/중복 효과/잘못된 승인/무허용 사용 0건</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≥1pp + 5쌍 같은 방향; 원값/최소/최대 공개</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692DFC6E-BF15-4B84-9457-7232D6A878D8}"/>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21개 명세/6조건/최종 tail은 03-02 §3·8.2.</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실제 출력으로 채점하며 가정 정답률을 생성하지 않음.</a:t>
            </a:r>
            <a:endParaRPr lang="ko-KR">
              <a:solidFill>
                <a:srgbClr val="000000"/>
              </a:solidFill>
              <a:latin typeface="Calibri"/>
              <a:ea typeface="Calibri"/>
              <a:cs typeface="Calibri"/>
            </a:endParaRPr>
          </a:p>
        </p:txBody>
      </p:sp>
      <p:sp>
        <p:nvSpPr>
          <p:cNvPr id="12" name="score-label">
            <a:extLst>
              <a:ext uri="{FF2B5EF4-FFF2-40B4-BE49-F238E27FC236}">
                <ns2:creationId id="{BA5601A4-4272-48B1-92A9-5CD8B24700B5}"/>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정확히 100%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99.6% ≤ x &lt; 100%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99.2% ≤ x &lt; 99.6%</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98.8% ≤ x &lt; 99.2%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98.4% ≤ x &lt; 98.8%</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98% ≤ x &lt; 98.4%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&lt; 98%</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8BDB9455-1F15-4287-8C18-0F72A9C49BD4}"/>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B2F6EF77-1DEB-4104-9688-F546DC919A16}"/>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VIA 고정 기능/UC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QA01. 정확성 지표와 등급</a:t>
            </a:r>
            <a:endParaRPr lang="ko-KR">
              <a:latin typeface="Calibri"/>
              <a:ea typeface="Calibri"/>
              <a:cs typeface="Calibri"/>
            </a:endParaRPr>
          </a:p>
        </p:txBody>
      </p:sp>
      <p:sp>
        <p:nvSpPr>
          <p:cNvPr id="30"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30 / 63</a:t>
            </a:r>
            <a:endParaRPr lang="ko-KR">
              <a:latin typeface="Calibri"/>
              <a:ea typeface="Calibri"/>
              <a:cs typeface="Calibri"/>
            </a:endParaRPr>
          </a:p>
        </p:txBody>
      </p:sp>
    </p:spTree>
    <p:extLst>
      <p:ext uri="{BB962C8B-B14F-4D97-AF65-F5344CB8AC3E}">
        <p14:creationId val="657752641"/>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name="qa02-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상호작용</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응답시간</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상호작용 응답시간 ≤ 1초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모든 사례의 지정 반응 27개 × 5회 = 135관측</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27A0E684-A37B-49C0-8580-331DED886D71}"/>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ASR-QA-02</a:t>
            </a:r>
            <a:endParaRPr lang="ko-KR">
              <a:solidFill>
                <a:srgbClr val="000000"/>
              </a:solidFill>
              <a:latin typeface="Calibri"/>
              <a:ea typeface="Calibri"/>
              <a:cs typeface="Calibri"/>
            </a:endParaRPr>
          </a:p>
        </p:txBody>
      </p:sp>
      <p:sp>
        <p:nvSpPr>
          <p:cNvPr id="6" name="basis-label">
            <a:extLst>
              <a:ext uri="{FF2B5EF4-FFF2-40B4-BE49-F238E27FC236}">
                <ns2:creationId id="{F3293F1B-DAA8-4775-A158-F9B38DE4589C}"/>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A230FCCF-A31F-45F7-9ED4-420D94528AE6}"/>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Nielsen 응답시간 참조: 즉각 제어 0.1초,</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대화 흐름 1초, 주의 유지 10초.</a:t>
            </a:r>
            <a:endParaRPr lang="ko-KR">
              <a:solidFill>
                <a:srgbClr val="000000"/>
              </a:solidFill>
              <a:latin typeface="Calibri"/>
              <a:ea typeface="Calibri"/>
              <a:cs typeface="Calibri"/>
            </a:endParaRPr>
          </a:p>
        </p:txBody>
      </p:sp>
      <p:sp>
        <p:nvSpPr>
          <p:cNvPr id="8" name="choice">
            <a:extLst>
              <a:ext uri="{FF2B5EF4-FFF2-40B4-BE49-F238E27FC236}">
                <ns2:creationId id="{1D6EB1E0-BE90-4A60-AECE-E0AA9E63226E}"/>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평균 1초, local stop 0.1초를 과제 예산으로 선택.</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생성률 100/130/160 token/s는 가정, 목표 달성 미입증.</a:t>
            </a:r>
            <a:endParaRPr lang="ko-KR">
              <a:solidFill>
                <a:srgbClr val="000000"/>
              </a:solidFill>
              <a:latin typeface="Calibri"/>
              <a:ea typeface="Calibri"/>
              <a:cs typeface="Calibri"/>
            </a:endParaRPr>
          </a:p>
        </p:txBody>
      </p:sp>
      <p:sp>
        <p:nvSpPr>
          <p:cNvPr id="9" name="calculation-title">
            <a:extLst>
              <a:ext uri="{FF2B5EF4-FFF2-40B4-BE49-F238E27FC236}">
                <ns2:creationId id="{6FD247FA-E006-4202-8592-C6F7A7F36139}"/>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시작</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끝 / Agent 원천 도착 / 끼어들기 onset</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종료</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실제 제어 효과 또는 Text + 첫 핵심 음성</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집계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21개 사례의 27반응 × 5회 = 135관측</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일반 / 집중</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일반 ≥100/105회 ≤2초; 집중 30회 전부 ≤5초</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실패 / stop</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미전달 0건, 실패 5초 cap; stop 10회 모두 ≤0.1초</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≥0.10초 + 5쌍 같은 방향; 귀속 DAG 공개</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FA67FD97-402E-414C-BD17-9859CC60DBDB}"/>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모든 사례 → 반응 mapping은 요약 4~6장과 03-02 §3.2.</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사건 평균의 비중과 사례별 값/voice queue도 공개.</a:t>
            </a:r>
            <a:endParaRPr lang="ko-KR">
              <a:solidFill>
                <a:srgbClr val="000000"/>
              </a:solidFill>
              <a:latin typeface="Calibri"/>
              <a:ea typeface="Calibri"/>
              <a:cs typeface="Calibri"/>
            </a:endParaRPr>
          </a:p>
        </p:txBody>
      </p:sp>
      <p:sp>
        <p:nvSpPr>
          <p:cNvPr id="12" name="score-label">
            <a:extLst>
              <a:ext uri="{FF2B5EF4-FFF2-40B4-BE49-F238E27FC236}">
                <ns2:creationId id="{6026D55C-A68D-43D1-8DA1-F7B7D00960B1}"/>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0.2초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0.2초 &lt; x ≤ 0.36초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0.36초 &lt; x ≤ 0.52초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0.52초 &lt; x ≤ 0.68초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0.68초 &lt; x ≤ 0.84초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0.84초 &lt; x ≤ 1초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1초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FB865EAA-81A1-4504-B2C5-0C2E99469C40}"/>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CBF7E74E-74DC-4424-9EC7-FF7B4263E7B8}"/>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Nielsen Norman Group 응답시간 / Qwen 공식 H20 속도 benchmark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B91E50F1-E581-4111-9DBE-1D2A0C262E9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QA02. 상호작용 응답시간 지표</a:t>
            </a:r>
            <a:endParaRPr lang="ko-KR">
              <a:latin typeface="Calibri"/>
              <a:ea typeface="Calibri"/>
              <a:cs typeface="Calibri"/>
            </a:endParaRPr>
          </a:p>
        </p:txBody>
      </p:sp>
      <p:sp>
        <p:nvSpPr>
          <p:cNvPr id="30" name="v6-header-rule">
            <a:extLst>
              <a:ext uri="{FF2B5EF4-FFF2-40B4-BE49-F238E27FC236}">
                <ns2:creationId id="{73EB1846-A201-461E-89C2-731D0BD1C3CF}"/>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8D6D3BB3-42A7-4BE7-8248-8756B6D63624}"/>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4743F5B7-5059-4D8F-8787-4549B398958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0F33CA7A-01D8-45F0-90B7-2F59AFA5B03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7EC0F8A0-B469-408A-8D7A-25EA895E3E9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2B667B2B-86B6-4360-B05A-EA430F22CB9F}"/>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3FC34773-9B28-459D-9CD6-5F02DCAEE68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31 / 63</a:t>
            </a:r>
            <a:endParaRPr lang="ko-KR">
              <a:latin typeface="Calibri"/>
              <a:ea typeface="Calibri"/>
              <a:cs typeface="Calibri"/>
            </a:endParaRPr>
          </a:p>
        </p:txBody>
      </p:sp>
    </p:spTree>
    <p:extLst>
      <p:ext uri="{BB962C8B-B14F-4D97-AF65-F5344CB8AC3E}">
        <p14:creationId val="1176566213"/>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p:cSld name="qa03-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VIA 요청</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처리시간</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VIA 요청 처리시간 ≤ 10초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사용자 목표 19개 × 5회 = 95사이클</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F4F16A2D-0D85-4FA6-A751-F5F74829C814}"/>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ASR-QA-03</a:t>
            </a:r>
            <a:endParaRPr lang="ko-KR">
              <a:solidFill>
                <a:srgbClr val="000000"/>
              </a:solidFill>
              <a:latin typeface="Calibri"/>
              <a:ea typeface="Calibri"/>
              <a:cs typeface="Calibri"/>
            </a:endParaRPr>
          </a:p>
        </p:txBody>
      </p:sp>
      <p:sp>
        <p:nvSpPr>
          <p:cNvPr id="6" name="basis-label">
            <a:extLst>
              <a:ext uri="{FF2B5EF4-FFF2-40B4-BE49-F238E27FC236}">
                <ns2:creationId id="{BE4E38CB-A096-4214-B340-D696B4E8A90F}"/>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10D927EF-CB14-4348-A018-F43A76BC0020}"/>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외부 Agent 업무와 사람의 입력/답변 대기는 제외한다.</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VIA 해석, 연결, queue와 실제 전달 시간은 남긴다.</a:t>
            </a:r>
            <a:endParaRPr lang="ko-KR">
              <a:solidFill>
                <a:srgbClr val="000000"/>
              </a:solidFill>
              <a:latin typeface="Calibri"/>
              <a:ea typeface="Calibri"/>
              <a:cs typeface="Calibri"/>
            </a:endParaRPr>
          </a:p>
        </p:txBody>
      </p:sp>
      <p:sp>
        <p:nvSpPr>
          <p:cNvPr id="8" name="choice">
            <a:extLst>
              <a:ext uri="{FF2B5EF4-FFF2-40B4-BE49-F238E27FC236}">
                <ns2:creationId id="{8B9FE781-8F4C-4888-92D9-D81036CF1976}"/>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의미 6 + 연결 1 + 전달 1 + 재검증 2 = 10초.</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첫 접수 안내 이후의 전체 후속 처리까지 포함.</a:t>
            </a:r>
            <a:endParaRPr lang="ko-KR">
              <a:solidFill>
                <a:srgbClr val="000000"/>
              </a:solidFill>
              <a:latin typeface="Calibri"/>
              <a:ea typeface="Calibri"/>
              <a:cs typeface="Calibri"/>
            </a:endParaRPr>
          </a:p>
        </p:txBody>
      </p:sp>
      <p:sp>
        <p:nvSpPr>
          <p:cNvPr id="9" name="calculation-title">
            <a:extLst>
              <a:ext uri="{FF2B5EF4-FFF2-40B4-BE49-F238E27FC236}">
                <ns2:creationId id="{54799991-2DB3-47CD-BFD3-C9F9F206514E}"/>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전체 사이클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요청 → 해석 → 인계 → 결과 수신 → 실제 전달</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집계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19개 사용자 목표 × 5회 = 95사이클</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적용 제외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Agent 단독 S5-01/02: 새 사용자 목표 시작 없음</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귀속 계산</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같은 DAG의 외부 업무/사람 입력·대기만 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실패 처리</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30초 cap + 미전달 기록; ≥91/95회 ≤15초</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≥0.50초 + 5쌍 같은 방향; 최종 결과 관측</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08C13A1D-9D5E-4A01-955C-CB1524CAE9EC}"/>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19개 전체 사이클을 동일 사례에서 관측한다.</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wall-clock / 제외 구간 / 병렬 DAG를 함께 보고.</a:t>
            </a:r>
            <a:endParaRPr lang="ko-KR">
              <a:solidFill>
                <a:srgbClr val="000000"/>
              </a:solidFill>
              <a:latin typeface="Calibri"/>
              <a:ea typeface="Calibri"/>
              <a:cs typeface="Calibri"/>
            </a:endParaRPr>
          </a:p>
        </p:txBody>
      </p:sp>
      <p:sp>
        <p:nvSpPr>
          <p:cNvPr id="12" name="score-label">
            <a:extLst>
              <a:ext uri="{FF2B5EF4-FFF2-40B4-BE49-F238E27FC236}">
                <ns2:creationId id="{4F86AF1F-4B5C-43C2-817D-C301CD9812B1}"/>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2초 &lt; x ≤ 3.6초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3.6초 &lt; x ≤ 5.2초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5.2초 &lt; x ≤ 6.8초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6.8초 &lt; x ≤ 8.4초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8.4초 &lt; x ≤ 10초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10초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A207BE52-2DEE-4680-927E-683B870324CC}"/>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FD712462-2EFC-4536-AF47-1D1E000975D4}"/>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Nielsen Norman Group 응답시간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406BE7E0-13C7-473B-8B4E-C15F979DBE5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QA03. VIA 요청 처리시간 지표</a:t>
            </a:r>
            <a:endParaRPr lang="ko-KR">
              <a:latin typeface="Calibri"/>
              <a:ea typeface="Calibri"/>
              <a:cs typeface="Calibri"/>
            </a:endParaRPr>
          </a:p>
        </p:txBody>
      </p:sp>
      <p:sp>
        <p:nvSpPr>
          <p:cNvPr id="30" name="v6-header-rule">
            <a:extLst>
              <a:ext uri="{FF2B5EF4-FFF2-40B4-BE49-F238E27FC236}">
                <ns2:creationId id="{0CF3ADC4-E153-4DB4-9A25-ECE33FB76013}"/>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07906FA1-D562-4DC8-ADFA-9835921221D5}"/>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9C1E8535-F2BB-40B0-BBB6-C71D98E2400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C161BFD3-15BA-4246-AB55-CB74E79D4BA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BA0ADA15-10EA-438C-93B2-F5CA0D9CCB12}"/>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7B30A751-3233-46C9-BDEB-BC36EBF21275}"/>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51AA5ACC-4776-42BD-AEDE-2A1740A7EC7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32 / 63</a:t>
            </a:r>
            <a:endParaRPr lang="ko-KR">
              <a:latin typeface="Calibri"/>
              <a:ea typeface="Calibri"/>
              <a:cs typeface="Calibri"/>
            </a:endParaRPr>
          </a:p>
        </p:txBody>
      </p:sp>
    </p:spTree>
    <p:extLst>
      <p:ext uri="{BB962C8B-B14F-4D97-AF65-F5344CB8AC3E}">
        <p14:creationId val="1003761077"/>
      </p:ext>
    </p:extLst>
  </p:cSld>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name="qa04-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Cost Efficiency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VIA 모델</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사용 비용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사용자 활동을 처리하는 동안 VIA의 음성/의미 모델 사용에 드는 금액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P21 1묶음 평균 모델 비용 ≤ $0.50</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동일 P21 전체 5회 총 청구량의 평균 × 단가</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175B4D79-CF6E-477A-8AE9-71CAB47310CA}"/>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ASR-QA-04</a:t>
            </a:r>
            <a:endParaRPr lang="ko-KR">
              <a:solidFill>
                <a:srgbClr val="000000"/>
              </a:solidFill>
              <a:latin typeface="Calibri"/>
              <a:ea typeface="Calibri"/>
              <a:cs typeface="Calibri"/>
            </a:endParaRPr>
          </a:p>
        </p:txBody>
      </p:sp>
      <p:sp>
        <p:nvSpPr>
          <p:cNvPr id="6" name="basis-label">
            <a:extLst>
              <a:ext uri="{FF2B5EF4-FFF2-40B4-BE49-F238E27FC236}">
                <ns2:creationId id="{14DC0587-8EFF-4799-89CC-883AF85EB3F4}"/>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E256D646-5CF8-41D6-850E-AD0AB4E6B708}"/>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의미 Qwen3-30B-A3B: $0.20 / $0.80 (1M token).</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음성 GPT Realtime: audio $32 / $64, Text $4 / $16.</a:t>
            </a:r>
            <a:endParaRPr lang="ko-KR">
              <a:solidFill>
                <a:srgbClr val="000000"/>
              </a:solidFill>
              <a:latin typeface="Calibri"/>
              <a:ea typeface="Calibri"/>
              <a:cs typeface="Calibri"/>
            </a:endParaRPr>
          </a:p>
        </p:txBody>
      </p:sp>
      <p:sp>
        <p:nvSpPr>
          <p:cNvPr id="8" name="choice">
            <a:extLst>
              <a:ext uri="{FF2B5EF4-FFF2-40B4-BE49-F238E27FC236}">
                <ns2:creationId id="{57EF6D6D-87A6-4B0A-9C43-CD561B0E0FF9}"/>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동일 P21 기본 소계 $0.351840에 $0.148160 여유.</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추가 audio 이력, 배경 생산·재시도까지 실제 청구.</a:t>
            </a:r>
            <a:endParaRPr lang="ko-KR">
              <a:solidFill>
                <a:srgbClr val="000000"/>
              </a:solidFill>
              <a:latin typeface="Calibri"/>
              <a:ea typeface="Calibri"/>
              <a:cs typeface="Calibri"/>
            </a:endParaRPr>
          </a:p>
        </p:txBody>
      </p:sp>
      <p:sp>
        <p:nvSpPr>
          <p:cNvPr id="9" name="calculation-title">
            <a:extLst>
              <a:ext uri="{FF2B5EF4-FFF2-40B4-BE49-F238E27FC236}">
                <ns2:creationId id="{FAD5339A-6B07-4CEE-BD22-775ED40C7902}"/>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의미 모델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62호출 예산: 124k 입력 / 12.4k 출력 = $0.03472</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신규 audio</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입력 50초 / 출력 179초 예산 = $0.245120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Text/context</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총 청구 입력 10k / 출력 2k = $0.072000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기본 소계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$0.03472 + $0.24512 + $0.072 = $0.351840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추가 예산</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$0.50 - $0.35184 = $0.14816; 이력 audio 등</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≥$0.03/P21; 실제 cache/생산/재시도 청구 비교</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DE4244E5-D00D-4DCB-98CA-423E3FF39C15}"/>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역할별 call ID로 중복 제거, 청구된 폐기 출력 포함.</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179초와 62호출은 예산; 실제 사용량으로 대체.</a:t>
            </a:r>
            <a:endParaRPr lang="ko-KR">
              <a:solidFill>
                <a:srgbClr val="000000"/>
              </a:solidFill>
              <a:latin typeface="Calibri"/>
              <a:ea typeface="Calibri"/>
              <a:cs typeface="Calibri"/>
            </a:endParaRPr>
          </a:p>
        </p:txBody>
      </p:sp>
      <p:sp>
        <p:nvSpPr>
          <p:cNvPr id="12" name="score-label">
            <a:extLst>
              <a:ext uri="{FF2B5EF4-FFF2-40B4-BE49-F238E27FC236}">
                <ns2:creationId id="{C38D4682-AB11-4284-9A21-9A573D0DA440}"/>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$0.20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$0.20 &lt; x ≤ $0.26</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$0.26 &lt; x ≤ $0.32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$0.32 &lt; x ≤ $0.38</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$0.38 &lt; x ≤ $0.44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$0.44 &lt; x ≤ $0.50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$0.50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513992D8-43BE-43A0-8E3F-E19030D63E61}"/>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59BD4EA7-896C-4649-9435-D10E02355029}"/>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Alibaba Qwen Instruct-2507 공식 단가 / OpenAI GPT Realtime 공식 단가 / OpenAI Realtime 청구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BB19076E-4D33-4BA0-8038-AC33DB66EFE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QA04. 모델 사용 비용 지표</a:t>
            </a:r>
            <a:endParaRPr lang="ko-KR">
              <a:latin typeface="Calibri"/>
              <a:ea typeface="Calibri"/>
              <a:cs typeface="Calibri"/>
            </a:endParaRPr>
          </a:p>
        </p:txBody>
      </p:sp>
      <p:sp>
        <p:nvSpPr>
          <p:cNvPr id="30" name="v6-header-rule">
            <a:extLst>
              <a:ext uri="{FF2B5EF4-FFF2-40B4-BE49-F238E27FC236}">
                <ns2:creationId id="{76DB1904-441B-47D7-A926-D221341F2D86}"/>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E030D15D-BDC9-41B4-BC56-8A7FB918C3B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C8A262B8-8BF1-4D99-9EFF-2F715D3C0AD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5C928808-5590-4236-A4DC-1F0F7E4DF87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D5A5F967-E3F9-43FC-BA8C-6D9523B4CF4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0465F138-BA42-49E4-9DB3-8BB372435B7C}"/>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2B2F6C22-7AC6-41C1-9449-48FF8C0D3C6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33 / 63</a:t>
            </a:r>
            <a:endParaRPr lang="ko-KR">
              <a:latin typeface="Calibri"/>
              <a:ea typeface="Calibri"/>
              <a:cs typeface="Calibri"/>
            </a:endParaRPr>
          </a:p>
        </p:txBody>
      </p:sp>
    </p:spTree>
    <p:extLst>
      <p:ext uri="{BB962C8B-B14F-4D97-AF65-F5344CB8AC3E}">
        <p14:creationId val="2017234442"/>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p:cSld name="qa05-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Maintainability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VIA 변경</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용이성</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모델/Agent/정보원/기능 계약의 변화를 다른 사용자 기능을 유지하면서 수용하는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변경 책임 단위 수 ≤ 3개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6개 변경 과제의 고유 수정 책임 수 평균</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CE3D3AED-F16D-4ED2-A829-EE1D401AB20E}"/>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ASR-QA-05</a:t>
            </a:r>
            <a:endParaRPr lang="ko-KR">
              <a:solidFill>
                <a:srgbClr val="000000"/>
              </a:solidFill>
              <a:latin typeface="Calibri"/>
              <a:ea typeface="Calibri"/>
              <a:cs typeface="Calibri"/>
            </a:endParaRPr>
          </a:p>
        </p:txBody>
      </p:sp>
      <p:sp>
        <p:nvSpPr>
          <p:cNvPr id="6" name="basis-label">
            <a:extLst>
              <a:ext uri="{FF2B5EF4-FFF2-40B4-BE49-F238E27FC236}">
                <ns2:creationId id="{D8594834-F174-4156-AB7F-4175470E69C5}"/>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56406966-C2EA-4111-8876-B22A8F5B00BC}"/>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모델/Agent/source 교체와 의미/상태 계약 확장을 구별.</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같은 책임 registry로 양안의 실제 수정 범위를 센다.</a:t>
            </a:r>
            <a:endParaRPr lang="ko-KR">
              <a:solidFill>
                <a:srgbClr val="000000"/>
              </a:solidFill>
              <a:latin typeface="Calibri"/>
              <a:ea typeface="Calibri"/>
              <a:cs typeface="Calibri"/>
            </a:endParaRPr>
          </a:p>
        </p:txBody>
      </p:sp>
      <p:sp>
        <p:nvSpPr>
          <p:cNvPr id="8" name="choice">
            <a:extLst>
              <a:ext uri="{FF2B5EF4-FFF2-40B4-BE49-F238E27FC236}">
                <ns2:creationId id="{9EA3F7CC-04F3-4A4C-9C67-D8E02A4A69C5}"/>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평균 3개, 과제별 최대 5개로 변경 전파를 제한.</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파일/박스 수 대신 수정된 기능 책임으로 판정.</a:t>
            </a:r>
            <a:endParaRPr lang="ko-KR">
              <a:solidFill>
                <a:srgbClr val="000000"/>
              </a:solidFill>
              <a:latin typeface="Calibri"/>
              <a:ea typeface="Calibri"/>
              <a:cs typeface="Calibri"/>
            </a:endParaRPr>
          </a:p>
        </p:txBody>
      </p:sp>
      <p:sp>
        <p:nvSpPr>
          <p:cNvPr id="9" name="calculation-title">
            <a:extLst>
              <a:ext uri="{FF2B5EF4-FFF2-40B4-BE49-F238E27FC236}">
                <ns2:creationId id="{4DABFD60-66EC-40A1-8805-40B7D55D9177}"/>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과제</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provider / Agent / source 교체, 관계/질문/철회</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단위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U01~18 기능 책임 registry, 동일 수정 중복 금지</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집계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여섯 수정 집합의 크기 합 / 6</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설명 예시</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M-04 A: U01/U03/U07, B: U01/U02/U03/U07</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완료 조건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요구 충족 + P21/선호/권한/중복 회귀 유지</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≥0.5개, 여섯 과제 합계 차이 ≥3개</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BFE60DD9-CCC9-409B-B2E3-A3BCB315BDF5}"/>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구체 patch/diff와 완료 oracle로 수정 책임 검수.</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개발 시간이나 Component 수로 점수를 만들지 않음.</a:t>
            </a:r>
            <a:endParaRPr lang="ko-KR">
              <a:solidFill>
                <a:srgbClr val="000000"/>
              </a:solidFill>
              <a:latin typeface="Calibri"/>
              <a:ea typeface="Calibri"/>
              <a:cs typeface="Calibri"/>
            </a:endParaRPr>
          </a:p>
        </p:txBody>
      </p:sp>
      <p:sp>
        <p:nvSpPr>
          <p:cNvPr id="12" name="score-label">
            <a:extLst>
              <a:ext uri="{FF2B5EF4-FFF2-40B4-BE49-F238E27FC236}">
                <ns2:creationId id="{892A4081-7C11-4634-8CCC-8D7AE6BC9CB8}"/>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1개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1개 &lt; x ≤ 1.4개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1.4개 &lt; x ≤ 1.8개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1.8개 &lt; x ≤ 2.2개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2.2개 &lt; x ≤ 2.6개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2.6개 &lt; x ≤ 3개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3개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75C49639-2243-4A32-8DBC-46C31209A12B}"/>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C8F275B0-3C74-4A04-8BAC-BD5F32056DC6}"/>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VIA 고정 기능/UC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95E8F0BF-B841-40A8-A458-6A64C633B9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QA05. 변경 용이성 지표</a:t>
            </a:r>
            <a:endParaRPr lang="ko-KR">
              <a:latin typeface="Calibri"/>
              <a:ea typeface="Calibri"/>
              <a:cs typeface="Calibri"/>
            </a:endParaRPr>
          </a:p>
        </p:txBody>
      </p:sp>
      <p:sp>
        <p:nvSpPr>
          <p:cNvPr id="30" name="v6-header-rule">
            <a:extLst>
              <a:ext uri="{FF2B5EF4-FFF2-40B4-BE49-F238E27FC236}">
                <ns2:creationId id="{655D499B-500F-40F3-B60E-4A2910006185}"/>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84374D41-A525-4D60-87C1-C78F3CAFEE9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C82567D1-27AF-4434-945C-946794B6DB7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AC10D655-F396-4F9D-B77C-CEAE10E9B16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B755CCD5-FFA6-4F45-9DA9-C9704C518F82}"/>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FAC50B7C-6EDE-4A1E-BEEF-AB1AD42BCFBA}"/>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CD1A5B6A-1237-4902-9940-830840D19B6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34 / 63</a:t>
            </a:r>
            <a:endParaRPr lang="ko-KR">
              <a:latin typeface="Calibri"/>
              <a:ea typeface="Calibri"/>
              <a:cs typeface="Calibri"/>
            </a:endParaRPr>
          </a:p>
        </p:txBody>
      </p:sp>
    </p:spTree>
    <p:extLst>
      <p:ext uri="{BB962C8B-B14F-4D97-AF65-F5344CB8AC3E}">
        <p14:creationId val="268461223"/>
      </p:ext>
    </p:extLst>
  </p:cSld>
</p:sld>
</file>

<file path=ppt/slides/slide17.xml><?xml version="1.0" encoding="utf-8"?>
<p:sld xmlns:a="http://schemas.openxmlformats.org/drawingml/2006/main" xmlns:ns2="http://schemas.microsoft.com/office/drawing/2014/main" xmlns:p="http://schemas.openxmlformats.org/presentationml/2006/main" xmlns:p14="http://schemas.microsoft.com/office/powerpoint/2010/main">
  <p:cSld name="qa06-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Resource Efficiency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로컬 VIA</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활동과 동시 부하에서 VIA가 로컬 PC에 할당해 유지하는 메모리의 최대량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최대 전체 commit 메모리 ≤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동일 P21 전체 5회 중 최대 동시 commit량</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EB7A545F-2181-4947-9C5D-1147FD867C79}"/>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ASR-QA-06</a:t>
            </a:r>
            <a:endParaRPr lang="ko-KR">
              <a:solidFill>
                <a:srgbClr val="000000"/>
              </a:solidFill>
              <a:latin typeface="Calibri"/>
              <a:ea typeface="Calibri"/>
              <a:cs typeface="Calibri"/>
            </a:endParaRPr>
          </a:p>
        </p:txBody>
      </p:sp>
      <p:sp>
        <p:nvSpPr>
          <p:cNvPr id="6" name="basis-label">
            <a:extLst>
              <a:ext uri="{FF2B5EF4-FFF2-40B4-BE49-F238E27FC236}">
                <ns2:creationId id="{0C1F4897-F8EF-4C97-93DC-FE848E623E52}"/>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D1C670AD-3199-4828-9F7B-123F410ED049}"/>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삼성 reference PC: Windows 11, RAM 32GB급.</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Windows commit과 실제 resident RAM을 구별한다.</a:t>
            </a:r>
            <a:endParaRPr lang="ko-KR">
              <a:solidFill>
                <a:srgbClr val="000000"/>
              </a:solidFill>
              <a:latin typeface="Calibri"/>
              <a:ea typeface="Calibri"/>
              <a:cs typeface="Calibri"/>
            </a:endParaRPr>
          </a:p>
        </p:txBody>
      </p:sp>
      <p:sp>
        <p:nvSpPr>
          <p:cNvPr id="8" name="choice">
            <a:extLst>
              <a:ext uri="{FF2B5EF4-FFF2-40B4-BE49-F238E27FC236}">
                <ns2:creationId id="{9868C741-5CCA-41AF-AB8C-3AD3EF972376}"/>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OS 8 + 사용자 앱 16 + VIA 4 + 여유 4 = 32GiB 가정.</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장치의 실측 가용량이나 후보 peak가 아니다.</a:t>
            </a:r>
            <a:endParaRPr lang="ko-KR">
              <a:solidFill>
                <a:srgbClr val="000000"/>
              </a:solidFill>
              <a:latin typeface="Calibri"/>
              <a:ea typeface="Calibri"/>
              <a:cs typeface="Calibri"/>
            </a:endParaRPr>
          </a:p>
        </p:txBody>
      </p:sp>
      <p:sp>
        <p:nvSpPr>
          <p:cNvPr id="9" name="calculation-title">
            <a:extLst>
              <a:ext uri="{FF2B5EF4-FFF2-40B4-BE49-F238E27FC236}">
                <ns2:creationId id="{A1D02E1A-253C-45B5-BA48-06BC432E0527}"/>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관측</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전체 process private + 고유 shared commit</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부하</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동일 P21, Task 최대 10 / cloud 호출 최대 4</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기본 할당 예산</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동시 8개 할당 항목 합 = 1,792MiB (§7.3)</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추가/변동 여유</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4,096 - 1,792 = 2,304MiB</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관측/보호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50ms + allocation event, 5회 최대 / WS ≤6GiB</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≥128MiB; 동일 기능/보관, 실제 process copy 포함</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76C1D97F-F289-4F9E-A919-38FC2FB9DE31}"/>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초기 생산/재사용/집중/철회/drain/idle 모두 포함.</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미완료 상태를 지워 비용과 peak를 낮추지 않음.</a:t>
            </a:r>
            <a:endParaRPr lang="ko-KR">
              <a:solidFill>
                <a:srgbClr val="000000"/>
              </a:solidFill>
              <a:latin typeface="Calibri"/>
              <a:ea typeface="Calibri"/>
              <a:cs typeface="Calibri"/>
            </a:endParaRPr>
          </a:p>
        </p:txBody>
      </p:sp>
      <p:sp>
        <p:nvSpPr>
          <p:cNvPr id="12" name="score-label">
            <a:extLst>
              <a:ext uri="{FF2B5EF4-FFF2-40B4-BE49-F238E27FC236}">
                <ns2:creationId id="{C43D5218-D003-479C-8055-80DA96CB556F}"/>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1GiB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1GiB &lt; x ≤ 1.6GiB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1.6GiB &lt; x ≤ 2.2GiB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2.2GiB &lt; x ≤ 2.8GiB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2.8GiB &lt; x ≤ 3.4GiB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3.4GiB &lt; x ≤ 4GiB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4GiB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036A6B81-5556-41F8-9371-930E073EE0EB}"/>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A655E04C-3E14-4B0F-89D3-CCDC5E9EBD85}"/>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Samsung NP960UJH-XG3IN 공식 사양 / Microsoft PrivateUsage/commit 정의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3EA250A9-6353-4561-996D-6DCBCA15E0D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QA06. 로컬 메모리 사용량 지표</a:t>
            </a:r>
            <a:endParaRPr lang="ko-KR">
              <a:latin typeface="Calibri"/>
              <a:ea typeface="Calibri"/>
              <a:cs typeface="Calibri"/>
            </a:endParaRPr>
          </a:p>
        </p:txBody>
      </p:sp>
      <p:sp>
        <p:nvSpPr>
          <p:cNvPr id="30" name="v6-header-rule">
            <a:extLst>
              <a:ext uri="{FF2B5EF4-FFF2-40B4-BE49-F238E27FC236}">
                <ns2:creationId id="{55F4222B-4434-4583-AAC9-93D498A1A924}"/>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E2EB3DDD-6081-43B7-9F7E-4942E8FD4DF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3A6B07EE-09F0-4AF8-B393-3EF5B6C72DE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AD56302B-54BE-4A6F-BC75-14A48DF74A1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4B7FC355-175A-4507-8030-D6081CB6405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713C6CD2-B082-4E12-B6F3-0AD5DD8B3FC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50226F3B-2DAC-4F06-B550-95D871292F3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35 / 63</a:t>
            </a:r>
            <a:endParaRPr lang="ko-KR">
              <a:latin typeface="Calibri"/>
              <a:ea typeface="Calibri"/>
              <a:cs typeface="Calibri"/>
            </a:endParaRPr>
          </a:p>
        </p:txBody>
      </p:sp>
    </p:spTree>
    <p:extLst>
      <p:ext uri="{BB962C8B-B14F-4D97-AF65-F5344CB8AC3E}">
        <p14:creationId val="48766421"/>
      </p:ext>
    </p:extLst>
  </p:cSld>
</p:sld>
</file>

<file path=ppt/slides/slide18.xml><?xml version="1.0" encoding="utf-8"?>
<p:sld xmlns:a="http://schemas.openxmlformats.org/drawingml/2006/main" xmlns:ns2="http://schemas.microsoft.com/office/drawing/2014/main" xmlns:p="http://schemas.openxmlformats.org/presentationml/2006/main" xmlns:p14="http://schemas.microsoft.com/office/powerpoint/2010/main">
  <p:cSld name="design-overview">
    <p:bg>
      <p:bgPr>
        <a:solidFill>
          <a:srgbClr val="FFFFFF"/>
        </a:solidFill>
      </p:bgPr>
    </p:bg>
    <p:spTree>
      <p:nvGrpSpPr>
        <p:cNvPr id="1" name=""/>
        <p:cNvGrpSpPr/>
        <p:nvPr/>
      </p:nvGrpSpPr>
      <p:grpSpPr>
        <a:xfrm/>
      </p:grpSpPr>
      <p:sp>
        <p:nvSpPr>
          <p:cNvPr id="13"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품질 목표와 주요 설계 질문</a:t>
            </a:r>
            <a:endParaRPr lang="ko-KR">
              <a:solidFill>
                <a:srgbClr val="000000"/>
              </a:solidFill>
              <a:latin typeface="Calibri"/>
              <a:ea typeface="Calibri"/>
              <a:cs typeface="Calibri"/>
            </a:endParaRPr>
          </a:p>
        </p:txBody>
      </p:sp>
      <p:sp>
        <p:nvSpPr>
          <p:cNvPr id="14" name="overview-quality-contract">
            <a:extLst>
              <a:ext uri="{FF2B5EF4-FFF2-40B4-BE49-F238E27FC236}">
                <ns2:creationId id="{6F52088C-2D65-4F63-8B41-AC849B3D4C0C}"/>
              </a:ext>
            </a:extLst>
          </p:cNvPr>
          <p:cNvSpPr>
            <a:spLocks noGrp="1"/>
          </p:cNvSpPr>
          <p:nvPr/>
        </p:nvSpPr>
        <p:spPr>
          <a:xfrm>
            <a:off x="495300" y="2057400"/>
            <a:ext cx="7429500" cy="2857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ASR-QA-v6 / 번호순 우선순위</a:t>
            </a:r>
            <a:endParaRPr lang="ko-KR">
              <a:solidFill>
                <a:srgbClr val="000000"/>
              </a:solidFill>
              <a:latin typeface="Calibri"/>
              <a:ea typeface="Calibri"/>
              <a:cs typeface="Calibri"/>
            </a:endParaRPr>
          </a:p>
        </p:txBody>
      </p:sp>
      <p:sp>
        <p:nvSpPr>
          <p:cNvPr id="15" name="overview-goal-1-41">
            <a:extLst>
              <a:ext uri="{FF2B5EF4-FFF2-40B4-BE49-F238E27FC236}">
                <ns2:creationId id="{48048AF6-B46C-4AC6-A145-98ACCAEA01DA}"/>
              </a:ext>
            </a:extLst>
          </p:cNvPr>
          <p:cNvSpPr>
            <a:spLocks noGrp="1"/>
          </p:cNvSpPr>
          <p:nvPr/>
        </p:nvSpPr>
        <p:spPr>
          <a:xfrm>
            <a:off x="3238500" y="2686050"/>
            <a:ext cx="257175" cy="104775"/>
          </a:xfrm>
          <a:custGeom>
            <a:pathLst>
              <a:path w="257175" h="104775">
                <a:moveTo>
                  <a:pt x="0" y="104775"/>
                </a:moveTo>
                <a:lnTo>
                  <a:pt x="257175" y="0"/>
                </a:lnTo>
              </a:path>
            </a:pathLst>
          </a:custGeom>
          <a:noFill/>
          <a:ln w="24765">
            <a:solidFill>
              <a:srgbClr val="E5A700"/>
            </a:solidFill>
            <a:prstDash val="solid"/>
          </a:ln>
        </p:spPr>
      </p:sp>
      <p:sp>
        <p:nvSpPr>
          <p:cNvPr id="16" name="overview-goal-1-45">
            <a:extLst>
              <a:ext uri="{FF2B5EF4-FFF2-40B4-BE49-F238E27FC236}">
                <ns2:creationId id="{B85A7F82-6AB9-4A6F-A70F-F75BA6FACF82}"/>
              </a:ext>
            </a:extLst>
          </p:cNvPr>
          <p:cNvSpPr>
            <a:spLocks noGrp="1"/>
          </p:cNvSpPr>
          <p:nvPr/>
        </p:nvSpPr>
        <p:spPr>
          <a:xfrm>
            <a:off x="3238500" y="2790825"/>
            <a:ext cx="257175" cy="3133725"/>
          </a:xfrm>
          <a:custGeom>
            <a:pathLst>
              <a:path w="257175" h="3133725">
                <a:moveTo>
                  <a:pt x="0" y="0"/>
                </a:moveTo>
                <a:lnTo>
                  <a:pt x="257175" y="3133725"/>
                </a:lnTo>
              </a:path>
            </a:pathLst>
          </a:custGeom>
          <a:noFill/>
          <a:ln w="24765">
            <a:solidFill>
              <a:srgbClr val="8D49B8"/>
            </a:solidFill>
            <a:prstDash val="solid"/>
          </a:ln>
        </p:spPr>
      </p:sp>
      <p:sp>
        <p:nvSpPr>
          <p:cNvPr id="17" name="overview-goal-ASR-QA-01">
            <a:extLst>
              <a:ext uri="{FF2B5EF4-FFF2-40B4-BE49-F238E27FC236}">
                <ns2:creationId id="{C40B0269-1EE0-45CA-9A6A-AADAF6EF1E0F}"/>
              </a:ext>
            </a:extLst>
          </p:cNvPr>
          <p:cNvSpPr>
            <a:spLocks noGrp="1"/>
          </p:cNvSpPr>
          <p:nvPr/>
        </p:nvSpPr>
        <p:spPr>
          <a:xfrm>
            <a:off x="495300" y="24098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98% 이상</a:t>
            </a:r>
            <a:endParaRPr lang="ko-KR">
              <a:solidFill>
                <a:srgbClr val="000000"/>
              </a:solidFill>
              <a:latin typeface="Calibri"/>
              <a:ea typeface="Calibri"/>
              <a:cs typeface="Calibri"/>
            </a:endParaRPr>
          </a:p>
        </p:txBody>
      </p:sp>
      <p:sp>
        <p:nvSpPr>
          <p:cNvPr id="20" name="overview-goal-2-44">
            <a:extLst>
              <a:ext uri="{FF2B5EF4-FFF2-40B4-BE49-F238E27FC236}">
                <ns2:creationId id="{3EA41C85-312E-49A5-9884-0AB37F3DFE83}"/>
              </a:ext>
            </a:extLst>
          </p:cNvPr>
          <p:cNvSpPr>
            <a:spLocks noGrp="1"/>
          </p:cNvSpPr>
          <p:nvPr/>
        </p:nvSpPr>
        <p:spPr>
          <a:xfrm>
            <a:off x="3238500" y="3714750"/>
            <a:ext cx="257175" cy="590550"/>
          </a:xfrm>
          <a:custGeom>
            <a:pathLst>
              <a:path w="257175" h="590550">
                <a:moveTo>
                  <a:pt x="0" y="0"/>
                </a:moveTo>
                <a:lnTo>
                  <a:pt x="257175" y="590550"/>
                </a:lnTo>
              </a:path>
            </a:pathLst>
          </a:custGeom>
          <a:noFill/>
          <a:ln w="24765">
            <a:solidFill>
              <a:srgbClr val="00A65A"/>
            </a:solidFill>
            <a:prstDash val="solid"/>
          </a:ln>
        </p:spPr>
      </p:sp>
      <p:sp>
        <p:nvSpPr>
          <p:cNvPr id="21" name="overview-goal-ASR-QA-02">
            <a:extLst>
              <a:ext uri="{FF2B5EF4-FFF2-40B4-BE49-F238E27FC236}">
                <ns2:creationId id="{47DE8FFE-70BC-4BE8-A3BD-98E8EC716A87}"/>
              </a:ext>
            </a:extLst>
          </p:cNvPr>
          <p:cNvSpPr>
            <a:spLocks noGrp="1"/>
          </p:cNvSpPr>
          <p:nvPr/>
        </p:nvSpPr>
        <p:spPr>
          <a:xfrm>
            <a:off x="495300" y="33337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이하, stop 0.1초 이하</a:t>
            </a:r>
            <a:endParaRPr lang="ko-KR">
              <a:solidFill>
                <a:srgbClr val="000000"/>
              </a:solidFill>
              <a:latin typeface="Calibri"/>
              <a:ea typeface="Calibri"/>
              <a:cs typeface="Calibri"/>
            </a:endParaRPr>
          </a:p>
        </p:txBody>
      </p:sp>
      <p:sp>
        <p:nvSpPr>
          <p:cNvPr id="24" name="overview-goal-3-44">
            <a:extLst>
              <a:ext uri="{FF2B5EF4-FFF2-40B4-BE49-F238E27FC236}">
                <ns2:creationId id="{5A7432CB-123F-419B-AD5C-459087272C61}"/>
              </a:ext>
            </a:extLst>
          </p:cNvPr>
          <p:cNvSpPr>
            <a:spLocks noGrp="1"/>
          </p:cNvSpPr>
          <p:nvPr/>
        </p:nvSpPr>
        <p:spPr>
          <a:xfrm>
            <a:off x="3238500" y="4305300"/>
            <a:ext cx="257175" cy="333375"/>
          </a:xfrm>
          <a:custGeom>
            <a:pathLst>
              <a:path w="257175" h="333375">
                <a:moveTo>
                  <a:pt x="0" y="333375"/>
                </a:moveTo>
                <a:lnTo>
                  <a:pt x="257175" y="0"/>
                </a:lnTo>
              </a:path>
            </a:pathLst>
          </a:custGeom>
          <a:noFill/>
          <a:ln w="24765">
            <a:solidFill>
              <a:srgbClr val="00A65A"/>
            </a:solidFill>
            <a:prstDash val="solid"/>
          </a:ln>
        </p:spPr>
      </p:sp>
      <p:sp>
        <p:nvSpPr>
          <p:cNvPr id="25" name="overview-goal-ASR-QA-03">
            <a:extLst>
              <a:ext uri="{FF2B5EF4-FFF2-40B4-BE49-F238E27FC236}">
                <ns2:creationId id="{94039416-4C98-455A-81FF-820108EF8A6C}"/>
              </a:ext>
            </a:extLst>
          </p:cNvPr>
          <p:cNvSpPr>
            <a:spLocks noGrp="1"/>
          </p:cNvSpPr>
          <p:nvPr/>
        </p:nvSpPr>
        <p:spPr>
          <a:xfrm>
            <a:off x="495300" y="425767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평균 10초 이하</a:t>
            </a:r>
            <a:endParaRPr lang="ko-KR">
              <a:solidFill>
                <a:srgbClr val="000000"/>
              </a:solidFill>
              <a:latin typeface="Calibri"/>
              <a:ea typeface="Calibri"/>
              <a:cs typeface="Calibri"/>
            </a:endParaRPr>
          </a:p>
        </p:txBody>
      </p:sp>
      <p:sp>
        <p:nvSpPr>
          <p:cNvPr id="28" name="overview-goal-4-41">
            <a:extLst>
              <a:ext uri="{FF2B5EF4-FFF2-40B4-BE49-F238E27FC236}">
                <ns2:creationId id="{73AB4624-8CAB-41EC-8E84-9A40F6DE61C3}"/>
              </a:ext>
            </a:extLst>
          </p:cNvPr>
          <p:cNvSpPr>
            <a:spLocks noGrp="1"/>
          </p:cNvSpPr>
          <p:nvPr/>
        </p:nvSpPr>
        <p:spPr>
          <a:xfrm>
            <a:off x="3238500" y="2686050"/>
            <a:ext cx="257175" cy="2876550"/>
          </a:xfrm>
          <a:custGeom>
            <a:pathLst>
              <a:path w="257175" h="2876550">
                <a:moveTo>
                  <a:pt x="0" y="2876550"/>
                </a:moveTo>
                <a:lnTo>
                  <a:pt x="257175" y="0"/>
                </a:lnTo>
              </a:path>
            </a:pathLst>
          </a:custGeom>
          <a:noFill/>
          <a:ln w="24765">
            <a:solidFill>
              <a:srgbClr val="E5A700"/>
            </a:solidFill>
            <a:prstDash val="solid"/>
          </a:ln>
        </p:spPr>
      </p:sp>
      <p:sp>
        <p:nvSpPr>
          <p:cNvPr id="29" name="overview-goal-4-45">
            <a:extLst>
              <a:ext uri="{FF2B5EF4-FFF2-40B4-BE49-F238E27FC236}">
                <ns2:creationId id="{62342AAF-0482-49F4-BCFC-9018640F9854}"/>
              </a:ext>
            </a:extLst>
          </p:cNvPr>
          <p:cNvSpPr>
            <a:spLocks noGrp="1"/>
          </p:cNvSpPr>
          <p:nvPr/>
        </p:nvSpPr>
        <p:spPr>
          <a:xfrm>
            <a:off x="3238500" y="5562600"/>
            <a:ext cx="257175" cy="361950"/>
          </a:xfrm>
          <a:custGeom>
            <a:pathLst>
              <a:path w="257175" h="361950">
                <a:moveTo>
                  <a:pt x="0" y="0"/>
                </a:moveTo>
                <a:lnTo>
                  <a:pt x="257175" y="361950"/>
                </a:lnTo>
              </a:path>
            </a:pathLst>
          </a:custGeom>
          <a:noFill/>
          <a:ln w="24765">
            <a:solidFill>
              <a:srgbClr val="8D49B8"/>
            </a:solidFill>
            <a:prstDash val="solid"/>
          </a:ln>
        </p:spPr>
      </p:sp>
      <p:sp>
        <p:nvSpPr>
          <p:cNvPr id="30" name="overview-goal-ASR-QA-04">
            <a:extLst>
              <a:ext uri="{FF2B5EF4-FFF2-40B4-BE49-F238E27FC236}">
                <ns2:creationId id="{A5442B45-AF8D-431B-BA53-B1FFF3A95BC4}"/>
              </a:ext>
            </a:extLst>
          </p:cNvPr>
          <p:cNvSpPr>
            <a:spLocks noGrp="1"/>
          </p:cNvSpPr>
          <p:nvPr/>
        </p:nvSpPr>
        <p:spPr>
          <a:xfrm>
            <a:off x="495300" y="518160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$0.50/P21 이하</a:t>
            </a:r>
            <a:endParaRPr lang="ko-KR">
              <a:solidFill>
                <a:srgbClr val="000000"/>
              </a:solidFill>
              <a:latin typeface="Calibri"/>
              <a:ea typeface="Calibri"/>
              <a:cs typeface="Calibri"/>
            </a:endParaRPr>
          </a:p>
        </p:txBody>
      </p:sp>
      <p:sp>
        <p:nvSpPr>
          <p:cNvPr id="33" name="overview-goal-5-42">
            <a:extLst>
              <a:ext uri="{FF2B5EF4-FFF2-40B4-BE49-F238E27FC236}">
                <ns2:creationId id="{B14483C5-9D05-4439-AE28-21AD64D93E42}"/>
              </a:ext>
            </a:extLst>
          </p:cNvPr>
          <p:cNvSpPr>
            <a:spLocks noGrp="1"/>
          </p:cNvSpPr>
          <p:nvPr/>
        </p:nvSpPr>
        <p:spPr>
          <a:xfrm>
            <a:off x="3238500" y="6486525"/>
            <a:ext cx="257175" cy="866775"/>
          </a:xfrm>
          <a:custGeom>
            <a:pathLst>
              <a:path w="257175" h="866775">
                <a:moveTo>
                  <a:pt x="0" y="0"/>
                </a:moveTo>
                <a:lnTo>
                  <a:pt x="257175" y="866775"/>
                </a:lnTo>
              </a:path>
            </a:pathLst>
          </a:custGeom>
          <a:noFill/>
          <a:ln w="24765">
            <a:solidFill>
              <a:srgbClr val="2463DD"/>
            </a:solidFill>
            <a:prstDash val="solid"/>
          </a:ln>
        </p:spPr>
      </p:sp>
      <p:sp>
        <p:nvSpPr>
          <p:cNvPr id="34" name="overview-goal-ASR-QA-05">
            <a:extLst>
              <a:ext uri="{FF2B5EF4-FFF2-40B4-BE49-F238E27FC236}">
                <ns2:creationId id="{0A55BD03-61FF-4CB6-9B47-5BA39B81C553}"/>
              </a:ext>
            </a:extLst>
          </p:cNvPr>
          <p:cNvSpPr>
            <a:spLocks noGrp="1"/>
          </p:cNvSpPr>
          <p:nvPr/>
        </p:nvSpPr>
        <p:spPr>
          <a:xfrm>
            <a:off x="495300" y="61055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이하, 과제별 5개 이하</a:t>
            </a:r>
            <a:endParaRPr lang="ko-KR">
              <a:solidFill>
                <a:srgbClr val="000000"/>
              </a:solidFill>
              <a:latin typeface="Calibri"/>
              <a:ea typeface="Calibri"/>
              <a:cs typeface="Calibri"/>
            </a:endParaRPr>
          </a:p>
        </p:txBody>
      </p:sp>
      <p:sp>
        <p:nvSpPr>
          <p:cNvPr id="37" name="overview-goal-6-42">
            <a:extLst>
              <a:ext uri="{FF2B5EF4-FFF2-40B4-BE49-F238E27FC236}">
                <ns2:creationId id="{7DAC7C8E-AC07-4FC9-B641-A62DBFB9C865}"/>
              </a:ext>
            </a:extLst>
          </p:cNvPr>
          <p:cNvSpPr>
            <a:spLocks noGrp="1"/>
          </p:cNvSpPr>
          <p:nvPr/>
        </p:nvSpPr>
        <p:spPr>
          <a:xfrm>
            <a:off x="3238500" y="7353300"/>
            <a:ext cx="257175" cy="57150"/>
          </a:xfrm>
          <a:custGeom>
            <a:pathLst>
              <a:path w="257175" h="57150">
                <a:moveTo>
                  <a:pt x="0" y="57150"/>
                </a:moveTo>
                <a:lnTo>
                  <a:pt x="257175" y="0"/>
                </a:lnTo>
              </a:path>
            </a:pathLst>
          </a:custGeom>
          <a:noFill/>
          <a:ln w="24765">
            <a:solidFill>
              <a:srgbClr val="2463DD"/>
            </a:solidFill>
            <a:prstDash val="solid"/>
          </a:ln>
        </p:spPr>
      </p:sp>
      <p:sp>
        <p:nvSpPr>
          <p:cNvPr id="38" name="overview-goal-ASR-QA-06">
            <a:extLst>
              <a:ext uri="{FF2B5EF4-FFF2-40B4-BE49-F238E27FC236}">
                <ns2:creationId id="{FB062707-8159-4FC1-B8B7-81A8266AC0ED}"/>
              </a:ext>
            </a:extLst>
          </p:cNvPr>
          <p:cNvSpPr>
            <a:spLocks noGrp="1"/>
          </p:cNvSpPr>
          <p:nvPr/>
        </p:nvSpPr>
        <p:spPr>
          <a:xfrm>
            <a:off x="495300" y="70294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4,096MiB 이하 (commit)</a:t>
            </a:r>
            <a:endParaRPr lang="ko-KR">
              <a:solidFill>
                <a:srgbClr val="000000"/>
              </a:solidFill>
              <a:latin typeface="Calibri"/>
              <a:ea typeface="Calibri"/>
              <a:cs typeface="Calibri"/>
            </a:endParaRPr>
          </a:p>
        </p:txBody>
      </p:sp>
      <p:sp>
        <p:nvSpPr>
          <p:cNvPr id="41"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FFF6DE"/>
          </a:solidFill>
          <a:ln w="0">
            <a:solidFill>
              <a:srgbClr val="E5A700"/>
            </a:solidFill>
            <a:prstDash val="solid"/>
          </a:ln>
        </p:spPr>
      </p:sp>
      <p:sp>
        <p:nvSpPr>
          <p:cNvPr id="42"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04-41. Request 해석 제어</a:t>
            </a:r>
            <a:endParaRPr lang="ko-KR">
              <a:solidFill>
                <a:srgbClr val="000000"/>
              </a:solidFill>
              <a:latin typeface="Calibri"/>
              <a:ea typeface="Calibri"/>
              <a:cs typeface="Calibri"/>
            </a:endParaRPr>
          </a:p>
        </p:txBody>
      </p:sp>
      <p:sp>
        <p:nvSpPr>
          <p:cNvPr id="43"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조회와 의미 완성의 진행 책임</a:t>
            </a:r>
            <a:endParaRPr lang="ko-KR">
              <a:solidFill>
                <a:srgbClr val="000000"/>
              </a:solidFill>
              <a:latin typeface="Calibri"/>
              <a:ea typeface="Calibri"/>
              <a:cs typeface="Calibri"/>
            </a:endParaRPr>
          </a:p>
        </p:txBody>
      </p:sp>
      <p:sp>
        <p:nvSpPr>
          <p:cNvPr id="44"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C6E0B4"/>
          </a:solidFill>
          <a:ln w="0">
            <a:solidFill>
              <a:srgbClr val="00A65A"/>
            </a:solidFill>
            <a:prstDash val="solid"/>
          </a:ln>
        </p:spPr>
      </p:sp>
      <p:sp>
        <p:nvSpPr>
          <p:cNvPr id="45"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04-44. 지속 대화 실행</a:t>
            </a:r>
            <a:endParaRPr lang="ko-KR">
              <a:solidFill>
                <a:srgbClr val="000000"/>
              </a:solidFill>
              <a:latin typeface="Calibri"/>
              <a:ea typeface="Calibri"/>
              <a:cs typeface="Calibri"/>
            </a:endParaRPr>
          </a:p>
        </p:txBody>
      </p:sp>
      <p:sp>
        <p:nvSpPr>
          <p:cNvPr id="46"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입력과 질문 및 결과의 후속 실행</a:t>
            </a:r>
            <a:endParaRPr lang="ko-KR">
              <a:solidFill>
                <a:srgbClr val="000000"/>
              </a:solidFill>
              <a:latin typeface="Calibri"/>
              <a:ea typeface="Calibri"/>
              <a:cs typeface="Calibri"/>
            </a:endParaRPr>
          </a:p>
        </p:txBody>
      </p:sp>
      <p:sp>
        <p:nvSpPr>
          <p:cNvPr id="47"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E8EEF7"/>
          </a:solidFill>
          <a:ln w="0">
            <a:solidFill>
              <a:srgbClr val="8D49B8"/>
            </a:solidFill>
            <a:prstDash val="solid"/>
          </a:ln>
        </p:spPr>
      </p:sp>
      <p:sp>
        <p:nvSpPr>
          <p:cNvPr id="48"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04-45. 기억과 Context</a:t>
            </a:r>
            <a:endParaRPr lang="ko-KR">
              <a:solidFill>
                <a:srgbClr val="000000"/>
              </a:solidFill>
              <a:latin typeface="Calibri"/>
              <a:ea typeface="Calibri"/>
              <a:cs typeface="Calibri"/>
            </a:endParaRPr>
          </a:p>
        </p:txBody>
      </p:sp>
      <p:sp>
        <p:nvSpPr>
          <p:cNvPr id="49"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근거의 구성 및 공통 기억 제공</a:t>
            </a:r>
            <a:endParaRPr lang="ko-KR">
              <a:solidFill>
                <a:srgbClr val="000000"/>
              </a:solidFill>
              <a:latin typeface="Calibri"/>
              <a:ea typeface="Calibri"/>
              <a:cs typeface="Calibri"/>
            </a:endParaRPr>
          </a:p>
        </p:txBody>
      </p:sp>
      <p:sp>
        <p:nvSpPr>
          <p:cNvPr id="50"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E8EEF7"/>
          </a:solidFill>
          <a:ln w="0">
            <a:solidFill>
              <a:srgbClr val="2463DD"/>
            </a:solidFill>
            <a:prstDash val="solid"/>
          </a:ln>
        </p:spPr>
      </p:sp>
      <p:sp>
        <p:nvSpPr>
          <p:cNvPr id="51"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04-42. Conversation과 Task 관리</a:t>
            </a:r>
            <a:endParaRPr lang="ko-KR">
              <a:solidFill>
                <a:srgbClr val="000000"/>
              </a:solidFill>
              <a:latin typeface="Calibri"/>
              <a:ea typeface="Calibri"/>
              <a:cs typeface="Calibri"/>
            </a:endParaRPr>
          </a:p>
        </p:txBody>
      </p:sp>
      <p:sp>
        <p:nvSpPr>
          <p:cNvPr id="52"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상태 소유와 실행 수명의 분리 방식</a:t>
            </a:r>
            <a:endParaRPr lang="ko-KR">
              <a:solidFill>
                <a:srgbClr val="000000"/>
              </a:solidFill>
              <a:latin typeface="Calibri"/>
              <a:ea typeface="Calibri"/>
              <a:cs typeface="Calibri"/>
            </a:endParaRPr>
          </a:p>
        </p:txBody>
      </p:sp>
      <p:sp>
        <p:nvSpPr>
          <p:cNvPr id="53"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txBody>
          <a:bodyPr wrap="none" lIns="219075" tIns="95250" rIns="7058025" bIns="6848475"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55"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E8EEF7"/>
          </a:solidFill>
          <a:ln w="16193">
            <a:solidFill>
              <a:srgbClr val="141414"/>
            </a:solidFill>
            <a:prstDash val="solid"/>
          </a:ln>
        </p:spPr>
        <p:txBody>
          <a:bodyPr wrap="none" lIns="180975" tIns="28575" rIns="4533900" bIns="9715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a:t>
            </a:r>
            <a:endParaRPr lang="ko-KR">
              <a:solidFill>
                <a:srgbClr val="000000"/>
              </a:solidFill>
              <a:latin typeface="Calibri"/>
              <a:ea typeface="Calibri"/>
              <a:cs typeface="Calibri"/>
            </a:endParaRPr>
          </a:p>
        </p:txBody>
      </p:sp>
      <p:sp>
        <p:nvSpPr>
          <p:cNvPr id="57"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59"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1"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E8EEF7"/>
          </a:solidFill>
          <a:ln w="16193">
            <a:solidFill>
              <a:srgbClr val="141414"/>
            </a:solidFill>
            <a:prstDash val="solid"/>
          </a:ln>
        </p:spPr>
        <p:txBody>
          <a:bodyPr wrap="none" lIns="180975" tIns="28575" rIns="6486525" bIns="304800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Orchestration</a:t>
            </a:r>
            <a:endParaRPr lang="ko-KR">
              <a:solidFill>
                <a:srgbClr val="000000"/>
              </a:solidFill>
              <a:latin typeface="Calibri"/>
              <a:ea typeface="Calibri"/>
              <a:cs typeface="Calibri"/>
            </a:endParaRPr>
          </a:p>
        </p:txBody>
      </p:sp>
      <p:sp>
        <p:nvSpPr>
          <p:cNvPr id="63"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65"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7"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69"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Policy Manager</a:t>
            </a:r>
            <a:endParaRPr lang="ko-KR">
              <a:solidFill>
                <a:srgbClr val="000000"/>
              </a:solidFill>
              <a:latin typeface="Calibri"/>
              <a:ea typeface="Calibri"/>
              <a:cs typeface="Calibri"/>
            </a:endParaRPr>
          </a:p>
        </p:txBody>
      </p:sp>
      <p:sp>
        <p:nvSpPr>
          <p:cNvPr id="71"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3"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75"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E8EEF7"/>
          </a:solidFill>
          <a:ln w="16193">
            <a:solidFill>
              <a:srgbClr val="141414"/>
            </a:solidFill>
            <a:prstDash val="solid"/>
          </a:ln>
        </p:spPr>
        <p:txBody>
          <a:bodyPr wrap="none" lIns="180975" tIns="57150" rIns="6915150" bIns="9334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Shared</a:t>
            </a:r>
            <a:endParaRPr lang="ko-KR">
              <a:solidFill>
                <a:srgbClr val="000000"/>
              </a:solidFill>
              <a:latin typeface="Calibri"/>
              <a:ea typeface="Calibri"/>
              <a:cs typeface="Calibri"/>
            </a:endParaRPr>
          </a:p>
        </p:txBody>
      </p:sp>
      <p:sp>
        <p:nvSpPr>
          <p:cNvPr id="77"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79"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81"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txBody>
          <a:bodyPr wrap="none" lIns="219075" tIns="47625" rIns="3438525" bIns="66675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External Components</a:t>
            </a:r>
            <a:endParaRPr lang="ko-KR">
              <a:solidFill>
                <a:srgbClr val="000000"/>
              </a:solidFill>
              <a:latin typeface="Calibri"/>
              <a:ea typeface="Calibri"/>
              <a:cs typeface="Calibri"/>
            </a:endParaRPr>
          </a:p>
        </p:txBody>
      </p:sp>
      <p:sp>
        <p:nvSpPr>
          <p:cNvPr id="83"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Context Sources</a:t>
            </a:r>
            <a:endParaRPr lang="ko-KR">
              <a:solidFill>
                <a:srgbClr val="000000"/>
              </a:solidFill>
              <a:latin typeface="Calibri"/>
              <a:ea typeface="Calibri"/>
              <a:cs typeface="Calibri"/>
            </a:endParaRPr>
          </a:p>
        </p:txBody>
      </p:sp>
      <p:sp>
        <p:nvSpPr>
          <p:cNvPr id="85"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Downstream Agents</a:t>
            </a:r>
            <a:endParaRPr lang="ko-KR">
              <a:solidFill>
                <a:srgbClr val="000000"/>
              </a:solidFill>
              <a:latin typeface="Calibri"/>
              <a:ea typeface="Calibri"/>
              <a:cs typeface="Calibri"/>
            </a:endParaRPr>
          </a:p>
        </p:txBody>
      </p:sp>
      <p:sp>
        <p:nvSpPr>
          <p:cNvPr id="87"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E8EEF7"/>
          </a:solidFill>
          <a:ln w="16193">
            <a:solidFill>
              <a:srgbClr val="141414"/>
            </a:solidFill>
            <a:prstDash val="solid"/>
          </a:ln>
        </p:spPr>
        <p:txBody>
          <a:bodyPr wrap="none" lIns="114300" tIns="9525" rIns="200025" bIns="38100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Cloud Model Runtime</a:t>
            </a:r>
            <a:endParaRPr lang="ko-KR">
              <a:solidFill>
                <a:srgbClr val="000000"/>
              </a:solidFill>
              <a:latin typeface="Calibri"/>
              <a:ea typeface="Calibri"/>
              <a:cs typeface="Calibri"/>
            </a:endParaRPr>
          </a:p>
        </p:txBody>
      </p:sp>
      <p:sp>
        <p:nvSpPr>
          <p:cNvPr id="89"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음성 모델</a:t>
            </a:r>
            <a:endParaRPr lang="ko-KR">
              <a:solidFill>
                <a:srgbClr val="000000"/>
              </a:solidFill>
              <a:latin typeface="Calibri"/>
              <a:ea typeface="Calibri"/>
              <a:cs typeface="Calibri"/>
            </a:endParaRPr>
          </a:p>
        </p:txBody>
      </p:sp>
      <p:sp>
        <p:nvSpPr>
          <p:cNvPr id="91"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 LLM</a:t>
            </a:r>
            <a:endParaRPr lang="ko-KR">
              <a:solidFill>
                <a:srgbClr val="000000"/>
              </a:solidFill>
              <a:latin typeface="Calibri"/>
              <a:ea typeface="Calibri"/>
              <a:cs typeface="Calibri"/>
            </a:endParaRPr>
          </a:p>
        </p:txBody>
      </p:sp>
      <p:sp>
        <p:nvSpPr>
          <p:cNvPr id="93"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4"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C6E0B4"/>
          </a:solidFill>
          <a:ln w="28575">
            <a:solidFill>
              <a:srgbClr val="00A65A"/>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04-44</a:t>
            </a:r>
            <a:endParaRPr lang="ko-KR">
              <a:solidFill>
                <a:srgbClr val="000000"/>
              </a:solidFill>
              <a:latin typeface="Calibri"/>
              <a:ea typeface="Calibri"/>
              <a:cs typeface="Calibri"/>
            </a:endParaRPr>
          </a:p>
        </p:txBody>
      </p:sp>
      <p:sp>
        <p:nvSpPr>
          <p:cNvPr id="96" name="overview-dp41-resolution-control">
            <a:extLst>
              <a:ext uri="{FF2B5EF4-FFF2-40B4-BE49-F238E27FC236}">
                <ns2:creationId id="{618DD39E-BF49-4BF3-9267-DEDC4344382F}"/>
              </a:ext>
            </a:extLst>
          </p:cNvPr>
          <p:cNvSpPr>
            <a:spLocks noGrp="1"/>
          </p:cNvSpPr>
          <p:nvPr/>
        </p:nvSpPr>
        <p:spPr>
          <a:xfrm>
            <a:off x="8801100" y="3962400"/>
            <a:ext cx="8705850" cy="676275"/>
          </a:xfrm>
          <a:prstGeom prst="rect">
            <a:avLst/>
          </a:prstGeom>
          <a:noFill/>
          <a:ln w="38100">
            <a:solidFill>
              <a:srgbClr val="E5A700"/>
            </a:solidFill>
            <a:prstDash val="dash"/>
          </a:ln>
        </p:spPr>
      </p:sp>
      <p:sp>
        <p:nvSpPr>
          <p:cNvPr id="97" name="overview-tag-41-resolution">
            <a:extLst>
              <a:ext uri="{FF2B5EF4-FFF2-40B4-BE49-F238E27FC236}">
                <ns2:creationId id="{47BF70B7-A106-4E0A-A576-49141A5017C2}"/>
              </a:ext>
            </a:extLst>
          </p:cNvPr>
          <p:cNvSpPr>
            <a:spLocks noGrp="1"/>
          </p:cNvSpPr>
          <p:nvPr/>
        </p:nvSpPr>
        <p:spPr>
          <a:xfrm>
            <a:off x="12249150" y="3495675"/>
            <a:ext cx="1000125" cy="342900"/>
          </a:xfrm>
          <a:prstGeom prst="rect">
            <a:avLst/>
          </a:prstGeom>
          <a:solidFill>
            <a:srgbClr val="FFF6DE"/>
          </a:solidFill>
          <a:ln w="28575">
            <a:solidFill>
              <a:srgbClr val="E5A700"/>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04-41</a:t>
            </a:r>
            <a:endParaRPr lang="ko-KR">
              <a:solidFill>
                <a:srgbClr val="000000"/>
              </a:solidFill>
              <a:latin typeface="Calibri"/>
              <a:ea typeface="Calibri"/>
              <a:cs typeface="Calibri"/>
            </a:endParaRPr>
          </a:p>
        </p:txBody>
      </p:sp>
      <p:sp>
        <p:nvSpPr>
          <p:cNvPr id="99" name="overview-dp41-tag-link">
            <a:extLst>
              <a:ext uri="{FF2B5EF4-FFF2-40B4-BE49-F238E27FC236}">
                <ns2:creationId id="{F0AB8F29-A821-4DF2-AC5B-09B557066BE5}"/>
              </a:ext>
            </a:extLst>
          </p:cNvPr>
          <p:cNvSpPr>
            <a:spLocks noGrp="1"/>
          </p:cNvSpPr>
          <p:nvPr/>
        </p:nvSpPr>
        <p:spPr>
          <a:xfrm>
            <a:off x="12744450" y="3838575"/>
            <a:ext cx="953" cy="123825"/>
          </a:xfrm>
          <a:custGeom>
            <a:pathLst>
              <a:path w="953" h="123825">
                <a:moveTo>
                  <a:pt x="0" y="0"/>
                </a:moveTo>
                <a:lnTo>
                  <a:pt x="0" y="123825"/>
                </a:lnTo>
              </a:path>
            </a:pathLst>
          </a:custGeom>
          <a:noFill/>
          <a:ln w="28575">
            <a:solidFill>
              <a:srgbClr val="E5A700"/>
            </a:solidFill>
            <a:prstDash val="solid"/>
          </a:ln>
        </p:spPr>
      </p:sp>
      <p:sp>
        <p:nvSpPr>
          <p:cNvPr id="100"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1"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3"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4"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5"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7"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8"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0"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1"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2"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14"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6"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7"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8"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txBody>
          <a:bodyPr wrap="none" lIns="0" tIns="19050" rIns="0" bIns="106680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120"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1"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기능 모듈</a:t>
            </a:r>
            <a:endParaRPr lang="ko-KR">
              <a:solidFill>
                <a:srgbClr val="000000"/>
              </a:solidFill>
              <a:latin typeface="Calibri"/>
              <a:ea typeface="Calibri"/>
              <a:cs typeface="Calibri"/>
            </a:endParaRPr>
          </a:p>
        </p:txBody>
      </p:sp>
      <p:sp>
        <p:nvSpPr>
          <p:cNvPr id="122"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E8EEF7"/>
          </a:solidFill>
          <a:ln w="16193">
            <a:solidFill>
              <a:srgbClr val="141414"/>
            </a:solidFill>
            <a:prstDash val="solid"/>
          </a:ln>
        </p:spPr>
      </p:sp>
      <p:sp>
        <p:nvSpPr>
          <p:cNvPr id="123"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외부 책임 모듈</a:t>
            </a:r>
            <a:endParaRPr lang="ko-KR">
              <a:solidFill>
                <a:srgbClr val="000000"/>
              </a:solidFill>
              <a:latin typeface="Calibri"/>
              <a:ea typeface="Calibri"/>
              <a:cs typeface="Calibri"/>
            </a:endParaRPr>
          </a:p>
        </p:txBody>
      </p:sp>
      <p:sp>
        <p:nvSpPr>
          <p:cNvPr id="124"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5"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영속 저장소</a:t>
            </a:r>
            <a:endParaRPr lang="ko-KR">
              <a:solidFill>
                <a:srgbClr val="000000"/>
              </a:solidFill>
              <a:latin typeface="Calibri"/>
              <a:ea typeface="Calibri"/>
              <a:cs typeface="Calibri"/>
            </a:endParaRPr>
          </a:p>
        </p:txBody>
      </p:sp>
      <p:sp>
        <p:nvSpPr>
          <p:cNvPr id="126"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p:nvSpPr>
          <p:cNvPr id="127"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색상 점선: 주요 DP 범위</a:t>
            </a:r>
            <a:endParaRPr lang="ko-KR">
              <a:solidFill>
                <a:srgbClr val="000000"/>
              </a:solidFill>
              <a:latin typeface="Calibri"/>
              <a:ea typeface="Calibri"/>
              <a:cs typeface="Calibri"/>
            </a:endParaRPr>
          </a:p>
        </p:txBody>
      </p:sp>
      <p:sp>
        <p:nvSpPr>
          <p:cNvPr id="128"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점선은 주요 비교 위치. 모든 DP를 6개 QA로 검토하며, 권위 상태와 VAD는 로컬, 음성과 의미 모델은 클라우드</a:t>
            </a:r>
            <a:endParaRPr lang="ko-KR">
              <a:solidFill>
                <a:srgbClr val="000000"/>
              </a:solidFill>
              <a:latin typeface="Calibri"/>
              <a:ea typeface="Calibri"/>
              <a:cs typeface="Calibri"/>
            </a:endParaRPr>
          </a:p>
        </p:txBody>
      </p:sp>
      <p:sp>
        <p:nvSpPr>
          <p:cNvPr id="129" name="v6-header-title">
            <a:extLst>
              <a:ext uri="{FF2B5EF4-FFF2-40B4-BE49-F238E27FC236}">
                <ns2:creationId id="{1E765FA3-16DA-4921-BF87-83EDD91B517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Overview (원본)</a:t>
            </a:r>
            <a:endParaRPr lang="ko-KR">
              <a:latin typeface="Calibri"/>
              <a:ea typeface="Calibri"/>
              <a:cs typeface="Calibri"/>
            </a:endParaRPr>
          </a:p>
        </p:txBody>
      </p:sp>
      <p:sp>
        <p:nvSpPr>
          <p:cNvPr id="130" name="v6-header-rule">
            <a:extLst>
              <a:ext uri="{FF2B5EF4-FFF2-40B4-BE49-F238E27FC236}">
                <ns2:creationId id="{8245A5A7-ADD5-48EF-BF4D-5A21F423D59C}"/>
              </a:ext>
            </a:extLst>
          </p:cNvPr>
          <p:cNvSpPr>
            <a:spLocks noGrp="1"/>
          </p:cNvSpPr>
          <p:nvPr/>
        </p:nvSpPr>
        <p:spPr>
          <a:xfrm>
            <a:off x="495300" y="990600"/>
            <a:ext cx="17335500" cy="0"/>
          </a:xfrm>
          <a:prstGeom prst="line">
            <a:avLst/>
          </a:prstGeom>
          <a:noFill/>
          <a:ln w="19050">
            <a:solidFill>
              <a:srgbClr val="A6A6A6"/>
            </a:solidFill>
          </a:ln>
        </p:spPr>
      </p:sp>
      <p:sp>
        <p:nvSpPr>
          <p:cNvPr id="131" name="v6-header-stage-0">
            <a:extLst>
              <a:ext uri="{FF2B5EF4-FFF2-40B4-BE49-F238E27FC236}">
                <ns2:creationId id="{21943E0C-14C2-4A84-A3D5-C8E335623F5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2" name="v6-header-stage-1">
            <a:extLst>
              <a:ext uri="{FF2B5EF4-FFF2-40B4-BE49-F238E27FC236}">
                <ns2:creationId id="{528A58D9-6B5E-4F86-A330-48801C23FCCD}"/>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3" name="v6-header-stage-2">
            <a:extLst>
              <a:ext uri="{FF2B5EF4-FFF2-40B4-BE49-F238E27FC236}">
                <ns2:creationId id="{7A9CEFC3-396D-4061-AFC6-093C3728F7A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4" name="v6-header-stage-3">
            <a:extLst>
              <a:ext uri="{FF2B5EF4-FFF2-40B4-BE49-F238E27FC236}">
                <ns2:creationId id="{EA98781B-BD53-45D4-B710-915E16D4EB8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5" name="v6-header-stage-4">
            <a:extLst>
              <a:ext uri="{FF2B5EF4-FFF2-40B4-BE49-F238E27FC236}">
                <ns2:creationId id="{1E1C98CF-8BC8-4D55-B351-12C86809CA41}"/>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36" name="v6-header-page">
            <a:extLst>
              <a:ext uri="{FF2B5EF4-FFF2-40B4-BE49-F238E27FC236}">
                <ns2:creationId id="{57008E19-5007-44AE-B58E-F7A84632DBC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43 / 63</a:t>
            </a:r>
            <a:endParaRPr lang="ko-KR">
              <a:latin typeface="Calibri"/>
              <a:ea typeface="Calibri"/>
              <a:cs typeface="Calibri"/>
            </a:endParaRPr>
          </a:p>
        </p:txBody>
      </p:sp>
    </p:spTree>
    <p:extLst>
      <p:ext uri="{BB962C8B-B14F-4D97-AF65-F5344CB8AC3E}">
        <p14:creationId val="95298337"/>
      </p:ext>
    </p:extLst>
  </p:cSld>
</p:sld>
</file>

<file path=ppt/slides/slide1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responsibilities">
    <p:bg>
      <p:bgPr>
        <a:solidFill>
          <a:srgbClr val="FFFFFF"/>
        </a:solidFill>
      </p:bgPr>
    </p:bg>
    <p:spTree>
      <p:nvGrpSpPr>
        <p:cNvPr id="1" name=""/>
        <p:cNvGrpSpPr/>
        <p:nvPr/>
      </p:nvGrpSpPr>
      <p:grpSpPr>
        <a:xfrm/>
      </p:grpSpPr>
      <p:sp>
        <p:nvSpPr>
          <p:cNvPr id="3"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 표와 지난달 매출보고서를 바탕으로</a:t>
            </a:r>
            <a:endParaRPr lang="ko-KR">
              <a:solidFill>
                <a:srgbClr val="000000"/>
              </a:solidFill>
              <a:latin typeface="Calibri"/>
              <a:ea typeface="Calibri"/>
              <a:cs typeface="Calibri"/>
            </a:endParaRPr>
          </a:p>
        </p:txBody>
      </p:sp>
      <p:sp>
        <p:nvSpPr>
          <p:cNvPr id="4"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이번 달 매출보고서를 만들어줘.”</a:t>
            </a:r>
            <a:endParaRPr lang="ko-KR">
              <a:solidFill>
                <a:srgbClr val="000000"/>
              </a:solidFill>
              <a:latin typeface="Calibri"/>
              <a:ea typeface="Calibri"/>
              <a:cs typeface="Calibri"/>
            </a:endParaRPr>
          </a:p>
        </p:txBody>
      </p:sp>
      <p:pic>
        <p:nvPicPr>
          <p:cNvPr id="43"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44"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45"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8"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9"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1"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음성 요청 + 선택한 표</a:t>
            </a:r>
            <a:endParaRPr lang="ko-KR">
              <a:solidFill>
                <a:srgbClr val="000000"/>
              </a:solidFill>
              <a:latin typeface="Calibri"/>
              <a:ea typeface="Calibri"/>
              <a:cs typeface="Calibri"/>
            </a:endParaRPr>
          </a:p>
        </p:txBody>
      </p:sp>
      <p:sp>
        <p:nvSpPr>
          <p:cNvPr id="17"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목표·자료·조건을 이해해 위임</a:t>
            </a:r>
            <a:endParaRPr lang="ko-KR">
              <a:solidFill>
                <a:srgbClr val="000000"/>
              </a:solidFill>
              <a:latin typeface="Calibri"/>
              <a:ea typeface="Calibri"/>
              <a:cs typeface="Calibri"/>
            </a:endParaRPr>
          </a:p>
        </p:txBody>
      </p:sp>
      <p:sp>
        <p:nvSpPr>
          <p:cNvPr id="20"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1"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2"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강조할 항목은 무엇인가요?</a:t>
            </a:r>
            <a:endParaRPr lang="ko-KR">
              <a:solidFill>
                <a:srgbClr val="000000"/>
              </a:solidFill>
              <a:latin typeface="Calibri"/>
              <a:ea typeface="Calibri"/>
              <a:cs typeface="Calibri"/>
            </a:endParaRPr>
          </a:p>
        </p:txBody>
      </p:sp>
      <p:sp>
        <p:nvSpPr>
          <p:cNvPr id="23"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4"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5"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사용자에게 전달</a:t>
            </a:r>
            <a:endParaRPr lang="ko-KR">
              <a:solidFill>
                <a:srgbClr val="000000"/>
              </a:solidFill>
              <a:latin typeface="Calibri"/>
              <a:ea typeface="Calibri"/>
              <a:cs typeface="Calibri"/>
            </a:endParaRPr>
          </a:p>
        </p:txBody>
      </p:sp>
      <p:sp>
        <p:nvSpPr>
          <p:cNvPr id="26"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7"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8"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“국내 매출을 강조해줘.”</a:t>
            </a:r>
            <a:endParaRPr lang="ko-KR">
              <a:solidFill>
                <a:srgbClr val="000000"/>
              </a:solidFill>
              <a:latin typeface="Calibri"/>
              <a:ea typeface="Calibri"/>
              <a:cs typeface="Calibri"/>
            </a:endParaRPr>
          </a:p>
        </p:txBody>
      </p:sp>
      <p:sp>
        <p:nvSpPr>
          <p:cNvPr id="29"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0"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답변을 해당 업무에 연결</a:t>
            </a:r>
            <a:endParaRPr lang="ko-KR">
              <a:solidFill>
                <a:srgbClr val="000000"/>
              </a:solidFill>
              <a:latin typeface="Calibri"/>
              <a:ea typeface="Calibri"/>
              <a:cs typeface="Calibri"/>
            </a:endParaRPr>
          </a:p>
        </p:txBody>
      </p:sp>
      <p:sp>
        <p:nvSpPr>
          <p:cNvPr id="32"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3"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완성된 보고서</a:t>
            </a:r>
            <a:endParaRPr lang="ko-KR">
              <a:solidFill>
                <a:srgbClr val="000000"/>
              </a:solidFill>
              <a:latin typeface="Calibri"/>
              <a:ea typeface="Calibri"/>
              <a:cs typeface="Calibri"/>
            </a:endParaRPr>
          </a:p>
        </p:txBody>
      </p:sp>
      <p:sp>
        <p:nvSpPr>
          <p:cNvPr id="35"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6"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7"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화면에 결과, 음성으로 핵심 안내</a:t>
            </a:r>
            <a:endParaRPr lang="ko-KR">
              <a:solidFill>
                <a:srgbClr val="000000"/>
              </a:solidFill>
              <a:latin typeface="Calibri"/>
              <a:ea typeface="Calibri"/>
              <a:cs typeface="Calibri"/>
            </a:endParaRPr>
          </a:p>
        </p:txBody>
      </p:sp>
      <p:sp>
        <p:nvSpPr>
          <p:cNvPr id="38"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VIA에서 대화를 이어가고, Agent는 실제 보고서 작성을 수행합니다</a:t>
            </a:r>
            <a:endParaRPr lang="ko-KR">
              <a:solidFill>
                <a:srgbClr val="000000"/>
              </a:solidFill>
              <a:latin typeface="Calibri"/>
              <a:ea typeface="Calibri"/>
              <a:cs typeface="Calibri"/>
            </a:endParaRPr>
          </a:p>
        </p:txBody>
      </p:sp>
      <p:sp>
        <p:nvSpPr>
          <p:cNvPr id="46" name="v6-header-title">
            <a:extLst>
              <a:ext uri="{FF2B5EF4-FFF2-40B4-BE49-F238E27FC236}">
                <ns2:creationId id="{52ECDAA3-9A41-4618-8CCD-AB9D027A6A1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업무 위임과 대화 연결 (원본)</a:t>
            </a:r>
            <a:endParaRPr lang="ko-KR">
              <a:latin typeface="Calibri"/>
              <a:ea typeface="Calibri"/>
              <a:cs typeface="Calibri"/>
            </a:endParaRPr>
          </a:p>
        </p:txBody>
      </p:sp>
      <p:sp>
        <p:nvSpPr>
          <p:cNvPr id="47" name="v6-header-rule">
            <a:extLst>
              <a:ext uri="{FF2B5EF4-FFF2-40B4-BE49-F238E27FC236}">
                <ns2:creationId id="{C4A4BFA1-367B-4CA0-84DD-9645EACA9F60}"/>
              </a:ext>
            </a:extLst>
          </p:cNvPr>
          <p:cNvSpPr>
            <a:spLocks noGrp="1"/>
          </p:cNvSpPr>
          <p:nvPr/>
        </p:nvSpPr>
        <p:spPr>
          <a:xfrm>
            <a:off x="495300" y="990600"/>
            <a:ext cx="17335500" cy="0"/>
          </a:xfrm>
          <a:prstGeom prst="line">
            <a:avLst/>
          </a:prstGeom>
          <a:noFill/>
          <a:ln w="19050">
            <a:solidFill>
              <a:srgbClr val="A6A6A6"/>
            </a:solidFill>
          </a:ln>
        </p:spPr>
      </p:sp>
      <p:sp>
        <p:nvSpPr>
          <p:cNvPr id="48" name="v6-header-stage-0">
            <a:extLst>
              <a:ext uri="{FF2B5EF4-FFF2-40B4-BE49-F238E27FC236}">
                <ns2:creationId id="{710ED678-1CB8-4AE3-A213-06EA5325C1E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9" name="v6-header-stage-1">
            <a:extLst>
              <a:ext uri="{FF2B5EF4-FFF2-40B4-BE49-F238E27FC236}">
                <ns2:creationId id="{A480D9B4-1C09-4F1D-98A9-A0BCE0DF71C8}"/>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50" name="v6-header-stage-2">
            <a:extLst>
              <a:ext uri="{FF2B5EF4-FFF2-40B4-BE49-F238E27FC236}">
                <ns2:creationId id="{3C2F06CA-9660-4418-B4BC-CC18475DA19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1" name="v6-header-stage-3">
            <a:extLst>
              <a:ext uri="{FF2B5EF4-FFF2-40B4-BE49-F238E27FC236}">
                <ns2:creationId id="{F71C0BCF-1291-47C8-AD32-38E70DB163D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2" name="v6-header-stage-4">
            <a:extLst>
              <a:ext uri="{FF2B5EF4-FFF2-40B4-BE49-F238E27FC236}">
                <ns2:creationId id="{227D33B2-567C-4F54-BFCE-F291258EA03A}"/>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53" name="v6-header-page">
            <a:extLst>
              <a:ext uri="{FF2B5EF4-FFF2-40B4-BE49-F238E27FC236}">
                <ns2:creationId id="{F369F140-622B-4524-9911-5FAE7E27D22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44 / 63</a:t>
            </a:r>
            <a:endParaRPr lang="ko-KR">
              <a:latin typeface="Calibri"/>
              <a:ea typeface="Calibri"/>
              <a:cs typeface="Calibri"/>
            </a:endParaRPr>
          </a:p>
        </p:txBody>
      </p:sp>
    </p:spTree>
    <p:extLst>
      <p:ext uri="{BB962C8B-B14F-4D97-AF65-F5344CB8AC3E}">
        <p14:creationId val="1926313185"/>
      </p:ext>
    </p:extLst>
  </p:cSld>
</p:sld>
</file>

<file path=ppt/slides/slide2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overlap">
    <p:bg>
      <p:bgPr>
        <a:solidFill>
          <a:srgbClr val="FFFFFF"/>
        </a:solidFill>
      </p:bgPr>
    </p:bg>
    <p:spTree>
      <p:nvGrpSpPr>
        <p:cNvPr id="1" name=""/>
        <p:cNvGrpSpPr/>
        <p:nvPr/>
      </p:nvGrpSpPr>
      <p:grpSpPr>
        <a:xfrm/>
      </p:grpSpPr>
      <p:sp>
        <p:nvSpPr>
          <p:cNvPr id="3"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표와 지난달 보고서로 이번 달 매출보고서를 만들고,</a:t>
            </a:r>
            <a:endParaRPr lang="ko-KR">
              <a:solidFill>
                <a:srgbClr val="000000"/>
              </a:solidFill>
              <a:latin typeface="Calibri"/>
              <a:ea typeface="Calibri"/>
              <a:cs typeface="Calibri"/>
            </a:endParaRPr>
          </a:p>
        </p:txBody>
      </p:sp>
      <p:sp>
        <p:nvSpPr>
          <p:cNvPr id="4"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내일 오후 3시 팀 회의 안내 메일 초안도 준비해줘.”</a:t>
            </a:r>
            <a:endParaRPr lang="ko-KR">
              <a:solidFill>
                <a:srgbClr val="000000"/>
              </a:solidFill>
              <a:latin typeface="Calibri"/>
              <a:ea typeface="Calibri"/>
              <a:cs typeface="Calibri"/>
            </a:endParaRPr>
          </a:p>
        </p:txBody>
      </p:sp>
      <p:pic>
        <p:nvPicPr>
          <p:cNvPr id="39"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40"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41"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8"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9"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1"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한 발화에 서로 독립적인 두 업무</a:t>
            </a:r>
            <a:endParaRPr lang="ko-KR">
              <a:solidFill>
                <a:srgbClr val="000000"/>
              </a:solidFill>
              <a:latin typeface="Calibri"/>
              <a:ea typeface="Calibri"/>
              <a:cs typeface="Calibri"/>
            </a:endParaRPr>
          </a:p>
        </p:txBody>
      </p:sp>
      <p:sp>
        <p:nvSpPr>
          <p:cNvPr id="17"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작성 / 회의 안내 메일 초안</a:t>
            </a:r>
            <a:endParaRPr lang="ko-KR">
              <a:solidFill>
                <a:srgbClr val="000000"/>
              </a:solidFill>
              <a:latin typeface="Calibri"/>
              <a:ea typeface="Calibri"/>
              <a:cs typeface="Calibri"/>
            </a:endParaRPr>
          </a:p>
        </p:txBody>
      </p:sp>
      <p:sp>
        <p:nvSpPr>
          <p:cNvPr id="20"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보고서·메일 처리 중</a:t>
            </a:r>
            <a:endParaRPr lang="ko-KR">
              <a:solidFill>
                <a:srgbClr val="000000"/>
              </a:solidFill>
              <a:latin typeface="Calibri"/>
              <a:ea typeface="Calibri"/>
              <a:cs typeface="Calibri"/>
            </a:endParaRPr>
          </a:p>
        </p:txBody>
      </p:sp>
      <p:sp>
        <p:nvSpPr>
          <p:cNvPr id="21"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2"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3"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“잠깐, 보고서엔 국내 매출만 넣어줘.”</a:t>
            </a:r>
            <a:endParaRPr lang="ko-KR">
              <a:solidFill>
                <a:srgbClr val="000000"/>
              </a:solidFill>
              <a:latin typeface="Calibri"/>
              <a:ea typeface="Calibri"/>
              <a:cs typeface="Calibri"/>
            </a:endParaRPr>
          </a:p>
        </p:txBody>
      </p:sp>
      <p:sp>
        <p:nvSpPr>
          <p:cNvPr id="24"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5"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이전에 맡긴 공급업체 견적 도착</a:t>
            </a:r>
            <a:endParaRPr lang="ko-KR">
              <a:solidFill>
                <a:srgbClr val="000000"/>
              </a:solidFill>
              <a:latin typeface="Calibri"/>
              <a:ea typeface="Calibri"/>
              <a:cs typeface="Calibri"/>
            </a:endParaRPr>
          </a:p>
        </p:txBody>
      </p:sp>
      <p:sp>
        <p:nvSpPr>
          <p:cNvPr id="27"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새 발화와 결과가 겹쳐 도착</a:t>
            </a:r>
            <a:endParaRPr lang="ko-KR">
              <a:solidFill>
                <a:srgbClr val="000000"/>
              </a:solidFill>
              <a:latin typeface="Calibri"/>
              <a:ea typeface="Calibri"/>
              <a:cs typeface="Calibri"/>
            </a:endParaRPr>
          </a:p>
        </p:txBody>
      </p:sp>
      <p:sp>
        <p:nvSpPr>
          <p:cNvPr id="28"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29"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0"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정정은 보고서 업무에 연결</a:t>
            </a:r>
            <a:endParaRPr lang="ko-KR">
              <a:solidFill>
                <a:srgbClr val="000000"/>
              </a:solidFill>
              <a:latin typeface="Calibri"/>
              <a:ea typeface="Calibri"/>
              <a:cs typeface="Calibri"/>
            </a:endParaRPr>
          </a:p>
        </p:txBody>
      </p:sp>
      <p:sp>
        <p:nvSpPr>
          <p:cNvPr id="31"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2"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3"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말을 마친 뒤, 견적 도착을 안내</a:t>
            </a:r>
            <a:endParaRPr lang="ko-KR">
              <a:solidFill>
                <a:srgbClr val="000000"/>
              </a:solidFill>
              <a:latin typeface="Calibri"/>
              <a:ea typeface="Calibri"/>
              <a:cs typeface="Calibri"/>
            </a:endParaRPr>
          </a:p>
        </p:txBody>
      </p:sp>
      <p:sp>
        <p:nvSpPr>
          <p:cNvPr id="34"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Agent별 창을 오가거나, 진행 중인 업무를 다시 설명할 필요가 없습니다</a:t>
            </a:r>
            <a:endParaRPr lang="ko-KR">
              <a:solidFill>
                <a:srgbClr val="000000"/>
              </a:solidFill>
              <a:latin typeface="Calibri"/>
              <a:ea typeface="Calibri"/>
              <a:cs typeface="Calibri"/>
            </a:endParaRPr>
          </a:p>
        </p:txBody>
      </p:sp>
      <p:sp>
        <p:nvSpPr>
          <p:cNvPr id="42" name="v6-header-title">
            <a:extLst>
              <a:ext uri="{FF2B5EF4-FFF2-40B4-BE49-F238E27FC236}">
                <ns2:creationId id="{58BAC083-2461-472A-B01B-3A8D7C8C0FA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진행 중 업무와 새 입력 (원본)</a:t>
            </a:r>
            <a:endParaRPr lang="ko-KR">
              <a:latin typeface="Calibri"/>
              <a:ea typeface="Calibri"/>
              <a:cs typeface="Calibri"/>
            </a:endParaRPr>
          </a:p>
        </p:txBody>
      </p:sp>
      <p:sp>
        <p:nvSpPr>
          <p:cNvPr id="43" name="v6-header-rule">
            <a:extLst>
              <a:ext uri="{FF2B5EF4-FFF2-40B4-BE49-F238E27FC236}">
                <ns2:creationId id="{A6D91E67-B7C4-4073-97CF-CDA2C64F1815}"/>
              </a:ext>
            </a:extLst>
          </p:cNvPr>
          <p:cNvSpPr>
            <a:spLocks noGrp="1"/>
          </p:cNvSpPr>
          <p:nvPr/>
        </p:nvSpPr>
        <p:spPr>
          <a:xfrm>
            <a:off x="495300" y="990600"/>
            <a:ext cx="17335500" cy="0"/>
          </a:xfrm>
          <a:prstGeom prst="line">
            <a:avLst/>
          </a:prstGeom>
          <a:noFill/>
          <a:ln w="19050">
            <a:solidFill>
              <a:srgbClr val="A6A6A6"/>
            </a:solidFill>
          </a:ln>
        </p:spPr>
      </p:sp>
      <p:sp>
        <p:nvSpPr>
          <p:cNvPr id="44" name="v6-header-stage-0">
            <a:extLst>
              <a:ext uri="{FF2B5EF4-FFF2-40B4-BE49-F238E27FC236}">
                <ns2:creationId id="{37B18CAD-D430-4091-98E8-FDBCE3C2885A}"/>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5" name="v6-header-stage-1">
            <a:extLst>
              <a:ext uri="{FF2B5EF4-FFF2-40B4-BE49-F238E27FC236}">
                <ns2:creationId id="{72508447-DA2A-496E-847E-09DB4B7684C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6" name="v6-header-stage-2">
            <a:extLst>
              <a:ext uri="{FF2B5EF4-FFF2-40B4-BE49-F238E27FC236}">
                <ns2:creationId id="{22DBE50A-0DE6-4F77-A13E-10E567E11737}"/>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7" name="v6-header-stage-3">
            <a:extLst>
              <a:ext uri="{FF2B5EF4-FFF2-40B4-BE49-F238E27FC236}">
                <ns2:creationId id="{81FD95B3-C855-4015-9F4F-B62ACB05C4F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8" name="v6-header-stage-4">
            <a:extLst>
              <a:ext uri="{FF2B5EF4-FFF2-40B4-BE49-F238E27FC236}">
                <ns2:creationId id="{038BDF62-67DE-4678-AC38-7D4F42E97279}"/>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9" name="v6-header-page">
            <a:extLst>
              <a:ext uri="{FF2B5EF4-FFF2-40B4-BE49-F238E27FC236}">
                <ns2:creationId id="{76C64297-972B-4062-847D-934EC76B9BC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45 / 63</a:t>
            </a:r>
            <a:endParaRPr lang="ko-KR">
              <a:latin typeface="Calibri"/>
              <a:ea typeface="Calibri"/>
              <a:cs typeface="Calibri"/>
            </a:endParaRPr>
          </a:p>
        </p:txBody>
      </p:sp>
    </p:spTree>
    <p:extLst>
      <p:ext uri="{BB962C8B-B14F-4D97-AF65-F5344CB8AC3E}">
        <p14:creationId val="1301013122"/>
      </p:ext>
    </p:extLst>
  </p:cSld>
</p:sld>
</file>

<file path=ppt/slides/slide2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
    <p:bg>
      <p:bgPr>
        <a:solidFill>
          <a:srgbClr val="FFFFFF"/>
        </a:solidFill>
      </p:bgPr>
    </p:bg>
    <p:spTree>
      <p:nvGrpSpPr>
        <p:cNvPr id="1" name=""/>
        <p:cNvGrpSpPr/>
        <p:nvPr/>
      </p:nvGrpSpPr>
      <p:grpSpPr>
        <a:xfrm/>
      </p:grpSpPr>
      <p:sp>
        <p:nvSpPr>
          <p:cNvPr id="3"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표를 아까 보고서에 넣고,</a:t>
            </a:r>
            <a:endParaRPr lang="ko-KR">
              <a:solidFill>
                <a:srgbClr val="000000"/>
              </a:solidFill>
              <a:latin typeface="Calibri"/>
              <a:ea typeface="Calibri"/>
              <a:cs typeface="Calibri"/>
            </a:endParaRPr>
          </a:p>
        </p:txBody>
      </p:sp>
      <p:sp>
        <p:nvSpPr>
          <p:cNvPr id="4"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메일은 보내지 말고 보고서 결과로 메일 초안만 만들어줘.”</a:t>
            </a:r>
            <a:endParaRPr lang="ko-KR">
              <a:solidFill>
                <a:srgbClr val="000000"/>
              </a:solidFill>
              <a:latin typeface="Calibri"/>
              <a:ea typeface="Calibri"/>
              <a:cs typeface="Calibri"/>
            </a:endParaRPr>
          </a:p>
        </p:txBody>
      </p:sp>
      <p:pic>
        <p:nvPicPr>
          <p:cNvPr id="32"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33"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34"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8"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발화 + 선택한 화면</a:t>
            </a:r>
            <a:endParaRPr lang="ko-KR">
              <a:solidFill>
                <a:srgbClr val="000000"/>
              </a:solidFill>
              <a:latin typeface="Calibri"/>
              <a:ea typeface="Calibri"/>
              <a:cs typeface="Calibri"/>
            </a:endParaRPr>
          </a:p>
        </p:txBody>
      </p:sp>
      <p:sp>
        <p:nvSpPr>
          <p:cNvPr id="9"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Request 이해</a:t>
            </a:r>
            <a:endParaRPr lang="ko-KR">
              <a:solidFill>
                <a:srgbClr val="000000"/>
              </a:solidFill>
              <a:latin typeface="Calibri"/>
              <a:ea typeface="Calibri"/>
              <a:cs typeface="Calibri"/>
            </a:endParaRPr>
          </a:p>
        </p:txBody>
      </p:sp>
      <p:sp>
        <p:nvSpPr>
          <p:cNvPr id="10"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위임할 Task</a:t>
            </a:r>
            <a:endParaRPr lang="ko-KR">
              <a:solidFill>
                <a:srgbClr val="000000"/>
              </a:solidFill>
              <a:latin typeface="Calibri"/>
              <a:ea typeface="Calibri"/>
              <a:cs typeface="Calibri"/>
            </a:endParaRPr>
          </a:p>
        </p:txBody>
      </p:sp>
      <p:sp>
        <p:nvSpPr>
          <p:cNvPr id="11"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화면에서 선택한 표</a:t>
            </a:r>
            <a:endParaRPr lang="ko-KR">
              <a:solidFill>
                <a:srgbClr val="000000"/>
              </a:solidFill>
              <a:latin typeface="Calibri"/>
              <a:ea typeface="Calibri"/>
              <a:cs typeface="Calibri"/>
            </a:endParaRPr>
          </a:p>
        </p:txBody>
      </p:sp>
      <p:sp>
        <p:nvSpPr>
          <p:cNvPr id="16"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대화에 남아 있는 보고서</a:t>
            </a:r>
            <a:endParaRPr lang="ko-KR">
              <a:solidFill>
                <a:srgbClr val="000000"/>
              </a:solidFill>
              <a:latin typeface="Calibri"/>
              <a:ea typeface="Calibri"/>
              <a:cs typeface="Calibri"/>
            </a:endParaRPr>
          </a:p>
        </p:txBody>
      </p:sp>
      <p:sp>
        <p:nvSpPr>
          <p:cNvPr id="17"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지칭 대상: 어느 표, 어느 보고서?</a:t>
            </a:r>
            <a:endParaRPr lang="ko-KR">
              <a:solidFill>
                <a:srgbClr val="000000"/>
              </a:solidFill>
              <a:latin typeface="Calibri"/>
              <a:ea typeface="Calibri"/>
              <a:cs typeface="Calibri"/>
            </a:endParaRPr>
          </a:p>
        </p:txBody>
      </p:sp>
      <p:sp>
        <p:nvSpPr>
          <p:cNvPr id="18"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순서: 보고서 수정 → 메일 초안</a:t>
            </a:r>
            <a:endParaRPr lang="ko-KR">
              <a:solidFill>
                <a:srgbClr val="000000"/>
              </a:solidFill>
              <a:latin typeface="Calibri"/>
              <a:ea typeface="Calibri"/>
              <a:cs typeface="Calibri"/>
            </a:endParaRPr>
          </a:p>
        </p:txBody>
      </p:sp>
      <p:sp>
        <p:nvSpPr>
          <p:cNvPr id="19"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조건: 메일 발송 금지</a:t>
            </a:r>
            <a:endParaRPr lang="ko-KR">
              <a:solidFill>
                <a:srgbClr val="000000"/>
              </a:solidFill>
              <a:latin typeface="Calibri"/>
              <a:ea typeface="Calibri"/>
              <a:cs typeface="Calibri"/>
            </a:endParaRPr>
          </a:p>
        </p:txBody>
      </p:sp>
      <p:sp>
        <p:nvSpPr>
          <p:cNvPr id="20"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보고서에 표 추가</a:t>
            </a:r>
            <a:endParaRPr lang="ko-KR">
              <a:solidFill>
                <a:srgbClr val="000000"/>
              </a:solidFill>
              <a:latin typeface="Calibri"/>
              <a:ea typeface="Calibri"/>
              <a:cs typeface="Calibri"/>
            </a:endParaRPr>
          </a:p>
        </p:txBody>
      </p:sp>
      <p:sp>
        <p:nvSpPr>
          <p:cNvPr id="21"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그 결과로 메일 초안 작성</a:t>
            </a:r>
            <a:endParaRPr lang="ko-KR">
              <a:solidFill>
                <a:srgbClr val="000000"/>
              </a:solidFill>
              <a:latin typeface="Calibri"/>
              <a:ea typeface="Calibri"/>
              <a:cs typeface="Calibri"/>
            </a:endParaRPr>
          </a:p>
        </p:txBody>
      </p:sp>
      <p:sp>
        <p:nvSpPr>
          <p:cNvPr id="22"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발송하지 않는 조건 유지</a:t>
            </a:r>
            <a:endParaRPr lang="ko-KR">
              <a:solidFill>
                <a:srgbClr val="000000"/>
              </a:solidFill>
              <a:latin typeface="Calibri"/>
              <a:ea typeface="Calibri"/>
              <a:cs typeface="Calibri"/>
            </a:endParaRPr>
          </a:p>
        </p:txBody>
      </p:sp>
      <p:sp>
        <p:nvSpPr>
          <p:cNvPr id="23"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지칭 대상이 모호하면 VIA가 사용자에게 확인합니다</a:t>
            </a:r>
            <a:endParaRPr lang="ko-KR">
              <a:solidFill>
                <a:srgbClr val="000000"/>
              </a:solidFill>
              <a:latin typeface="Calibri"/>
              <a:ea typeface="Calibri"/>
              <a:cs typeface="Calibri"/>
            </a:endParaRPr>
          </a:p>
        </p:txBody>
      </p:sp>
      <p:sp>
        <p:nvSpPr>
          <p:cNvPr id="24"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파일명이나 Task 번호를 외우지 않아도, 지칭 대상과 순서, 조건을 함께 말할 수 있습니다</a:t>
            </a:r>
            <a:endParaRPr lang="ko-KR">
              <a:solidFill>
                <a:srgbClr val="000000"/>
              </a:solidFill>
              <a:latin typeface="Calibri"/>
              <a:ea typeface="Calibri"/>
              <a:cs typeface="Calibri"/>
            </a:endParaRPr>
          </a:p>
        </p:txBody>
      </p:sp>
      <p:sp>
        <p:nvSpPr>
          <p:cNvPr id="25"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dp41-background / design-challenge / 1">
            <a:extLst>
              <a:ext uri="{FF2B5EF4-FFF2-40B4-BE49-F238E27FC236}">
                <ns2:creationId id="{D2E12FE2-A755-4B0F-A38C-D8CCEF692F53}"/>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발화만으로 알 수 없는 정보를 찾아 확인하고,</a:t>
            </a:r>
            <a:endParaRPr lang="ko-KR">
              <a:solidFill>
                <a:srgbClr val="000000"/>
              </a:solidFill>
              <a:latin typeface="Calibri"/>
              <a:ea typeface="Calibri"/>
              <a:cs typeface="Calibri"/>
            </a:endParaRPr>
          </a:p>
        </p:txBody>
      </p:sp>
      <p:sp>
        <p:nvSpPr>
          <p:cNvPr id="27" name="dp41-background / design-challenge / 2">
            <a:extLst>
              <a:ext uri="{FF2B5EF4-FFF2-40B4-BE49-F238E27FC236}">
                <ns2:creationId id="{00C51F96-0951-461F-93EF-326D9BE11D28}"/>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조회 결과에 따라 추가 조회와 해석을 이어가며 Request를 완성하는 구조</a:t>
            </a:r>
            <a:endParaRPr lang="ko-KR">
              <a:solidFill>
                <a:srgbClr val="000000"/>
              </a:solidFill>
              <a:latin typeface="Calibri"/>
              <a:ea typeface="Calibri"/>
              <a:cs typeface="Calibri"/>
            </a:endParaRPr>
          </a:p>
        </p:txBody>
      </p:sp>
      <p:sp>
        <p:nvSpPr>
          <p:cNvPr id="35" name="v6-header-title">
            <a:extLst>
              <a:ext uri="{FF2B5EF4-FFF2-40B4-BE49-F238E27FC236}">
                <ns2:creationId id="{C694B5CE-DE2E-43B5-9BCB-D981DF76649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 배경 (원본)</a:t>
            </a:r>
            <a:endParaRPr lang="ko-KR">
              <a:latin typeface="Calibri"/>
              <a:ea typeface="Calibri"/>
              <a:cs typeface="Calibri"/>
            </a:endParaRPr>
          </a:p>
        </p:txBody>
      </p:sp>
      <p:sp>
        <p:nvSpPr>
          <p:cNvPr id="36" name="v6-header-rule">
            <a:extLst>
              <a:ext uri="{FF2B5EF4-FFF2-40B4-BE49-F238E27FC236}">
                <ns2:creationId id="{82328448-694D-44C5-8FCD-F8EA074085A9}"/>
              </a:ext>
            </a:extLst>
          </p:cNvPr>
          <p:cNvSpPr>
            <a:spLocks noGrp="1"/>
          </p:cNvSpPr>
          <p:nvPr/>
        </p:nvSpPr>
        <p:spPr>
          <a:xfrm>
            <a:off x="495300" y="990600"/>
            <a:ext cx="17335500" cy="0"/>
          </a:xfrm>
          <a:prstGeom prst="line">
            <a:avLst/>
          </a:prstGeom>
          <a:noFill/>
          <a:ln w="19050">
            <a:solidFill>
              <a:srgbClr val="A6A6A6"/>
            </a:solidFill>
          </a:ln>
        </p:spPr>
      </p:sp>
      <p:sp>
        <p:nvSpPr>
          <p:cNvPr id="37" name="v6-header-stage-0">
            <a:extLst>
              <a:ext uri="{FF2B5EF4-FFF2-40B4-BE49-F238E27FC236}">
                <ns2:creationId id="{F41BF6AF-8C41-4D0E-967B-44A0F43F8D0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C9FD42F1-B3BE-41B9-89AE-3A6B080F3CE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1441C607-A051-4D21-A38C-3B1767DAB489}"/>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0F71A13E-18BC-4474-9C24-E3C0BF2B5C4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225B6BDB-2E94-46C3-B895-D2C460A9770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59BA3D36-A621-425F-B7A9-3BF66AB2729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46 / 63</a:t>
            </a:r>
            <a:endParaRPr lang="ko-KR">
              <a:latin typeface="Calibri"/>
              <a:ea typeface="Calibri"/>
              <a:cs typeface="Calibri"/>
            </a:endParaRPr>
          </a:p>
        </p:txBody>
      </p:sp>
    </p:spTree>
    <p:extLst>
      <p:ext uri="{BB962C8B-B14F-4D97-AF65-F5344CB8AC3E}">
        <p14:creationId val="75001597"/>
      </p:ext>
    </p:extLst>
  </p:cSld>
</p:sld>
</file>

<file path=ppt/slides/slide22.xml><?xml version="1.0" encoding="utf-8"?>
<p:sld xmlns:a="http://schemas.openxmlformats.org/drawingml/2006/main" xmlns:ns2="http://schemas.microsoft.com/office/drawing/2014/main" xmlns:p="http://schemas.openxmlformats.org/presentationml/2006/main" xmlns:p14="http://schemas.microsoft.com/office/powerpoint/2010/main">
  <p:cSld name="dp41-comparison">
    <p:bg>
      <p:bgPr>
        <a:solidFill>
          <a:srgbClr val="FFFFFF"/>
        </a:solidFill>
      </p:bgPr>
    </p:bg>
    <p:spTree>
      <p:nvGrpSpPr>
        <p:cNvPr id="1" name=""/>
        <p:cNvGrpSpPr/>
        <p:nvPr/>
      </p:nvGrpSpPr>
      <p:grpSpPr>
        <a:xfrm/>
      </p:grpSpPr>
      <p:sp>
        <p:nvSpPr>
          <p:cNvPr id="326" name="dp41-comparison / n1">
            <a:extLst>
              <a:ext uri="{FF2B5EF4-FFF2-40B4-BE49-F238E27FC236}">
                <ns2:creationId id="{46B28C88-BA2E-45AD-9221-7A32E4CAD2AE}"/>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1-comparison / n6 / text 1">
            <a:extLst>
              <a:ext uri="{FF2B5EF4-FFF2-40B4-BE49-F238E27FC236}">
                <ns2:creationId id="{EA45F1E1-195F-4B06-9ADD-88331AB013F5}"/>
              </a:ext>
            </a:extLst>
          </p:cNvPr>
          <p:cNvSpPr>
            <a:spLocks noGrp="1"/>
          </p:cNvSpPr>
          <p:nvPr/>
        </p:nvSpPr>
        <p:spPr>
          <a:xfrm>
            <a:off x="381000" y="1333500"/>
            <a:ext cx="17526000" cy="317659"/>
          </a:xfrm>
          <a:prstGeom prst="rect">
            <a:avLst/>
          </a:prstGeom>
          <a:noFill/>
          <a:ln w="0">
            <a:noFill/>
            <a:prstDash val="solid"/>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입력 Input1: “이 표를 아까 보고서에 넣고, 메일은 보내지 말고 결과를 바탕으로 초안만 만들어.”</a:t>
            </a:r>
            <a:endParaRPr lang="ko-KR">
              <a:solidFill>
                <a:srgbClr val="000000"/>
              </a:solidFill>
              <a:latin typeface="Calibri"/>
              <a:ea typeface="Calibri"/>
              <a:cs typeface="Calibri"/>
            </a:endParaRPr>
          </a:p>
        </p:txBody>
      </p:sp>
      <p:sp>
        <p:nvSpPr>
          <p:cNvPr id="7" name="dp41-comparison / n7 / text 1">
            <a:extLst>
              <a:ext uri="{FF2B5EF4-FFF2-40B4-BE49-F238E27FC236}">
                <ns2:creationId id="{73435361-2972-4470-8183-3D93EB11931F}"/>
              </a:ext>
            </a:extLst>
          </p:cNvPr>
          <p:cNvSpPr>
            <a:spLocks noGrp="1"/>
          </p:cNvSpPr>
          <p:nvPr/>
        </p:nvSpPr>
        <p:spPr>
          <a:xfrm>
            <a:off x="381000" y="1609725"/>
            <a:ext cx="17526000" cy="262414"/>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Task1: 예산 보고서 / Task2: 실적 보고서 → “어느 보고서인가요?” → 사용자: “예산 보고서” / 결과: 수정된 보고서 → 메일 초안</a:t>
            </a:r>
            <a:endParaRPr lang="ko-KR">
              <a:solidFill>
                <a:srgbClr val="000000"/>
              </a:solidFill>
              <a:latin typeface="Calibri"/>
              <a:ea typeface="Calibri"/>
              <a:cs typeface="Calibri"/>
            </a:endParaRPr>
          </a:p>
        </p:txBody>
      </p:sp>
      <p:sp>
        <p:nvSpPr>
          <p:cNvPr id="8" name="dp41-comparison / n8">
            <a:extLst>
              <a:ext uri="{FF2B5EF4-FFF2-40B4-BE49-F238E27FC236}">
                <ns2:creationId id="{298606F2-B0D4-44A2-B4D4-B4B035C21173}"/>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2" name="dp41-comparison / n12 / path">
            <a:extLst>
              <a:ext uri="{FF2B5EF4-FFF2-40B4-BE49-F238E27FC236}">
                <ns2:creationId id="{11D61C36-AA31-49E9-A30E-2597116BBFD8}"/>
              </a:ext>
            </a:extLst>
          </p:cNvPr>
          <p:cNvSpPr>
            <a:spLocks noGrp="1"/>
          </p:cNvSpPr>
          <p:nvPr/>
        </p:nvSpPr>
        <p:spPr>
          <a:xfrm>
            <a:off x="9620250" y="1857375"/>
            <a:ext cx="953" cy="6448425"/>
          </a:xfrm>
          <a:custGeom>
            <a:pathLst>
              <a:path w="953" h="6448425">
                <a:moveTo>
                  <a:pt x="0" y="0"/>
                </a:moveTo>
                <a:lnTo>
                  <a:pt x="0" y="6448425"/>
                </a:lnTo>
              </a:path>
            </a:pathLst>
          </a:custGeom>
          <a:noFill/>
          <a:ln w="19050">
            <a:solidFill>
              <a:srgbClr val="CDD6DE"/>
            </a:solidFill>
            <a:prstDash val="solid"/>
          </a:ln>
        </p:spPr>
      </p:sp>
      <p:sp>
        <p:nvSpPr>
          <p:cNvPr id="13" name="dp41-comparison / n13 / path">
            <a:extLst>
              <a:ext uri="{FF2B5EF4-FFF2-40B4-BE49-F238E27FC236}">
                <ns2:creationId id="{2628A453-97E5-4732-B5B4-274C1B538395}"/>
              </a:ext>
            </a:extLst>
          </p:cNvPr>
          <p:cNvSpPr>
            <a:spLocks noGrp="1"/>
          </p:cNvSpPr>
          <p:nvPr/>
        </p:nvSpPr>
        <p:spPr>
          <a:xfrm>
            <a:off x="381000" y="8305800"/>
            <a:ext cx="17526000" cy="953"/>
          </a:xfrm>
          <a:custGeom>
            <a:pathLst>
              <a:path w="17526000" h="953">
                <a:moveTo>
                  <a:pt x="0" y="0"/>
                </a:moveTo>
                <a:lnTo>
                  <a:pt x="17526000" y="0"/>
                </a:lnTo>
              </a:path>
            </a:pathLst>
          </a:custGeom>
          <a:noFill/>
          <a:ln w="19050">
            <a:solidFill>
              <a:srgbClr val="CDD6DE"/>
            </a:solidFill>
            <a:prstDash val="solid"/>
          </a:ln>
        </p:spPr>
      </p:sp>
      <p:sp>
        <p:nvSpPr>
          <p:cNvPr id="14" name="dp41-comparison / n14 / text 1">
            <a:extLst>
              <a:ext uri="{FF2B5EF4-FFF2-40B4-BE49-F238E27FC236}">
                <ns2:creationId id="{FD9E8158-4D60-4AF2-BE84-CFCD45A57D32}"/>
              </a:ext>
            </a:extLst>
          </p:cNvPr>
          <p:cNvSpPr>
            <a:spLocks noGrp="1"/>
          </p:cNvSpPr>
          <p:nvPr/>
        </p:nvSpPr>
        <p:spPr>
          <a:xfrm>
            <a:off x="400050" y="840105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채택: Request Controller의 현재 입력과 정보, 권한 검사 및 저장 성공 후 응답 또는 Task 위임</a:t>
            </a:r>
            <a:endParaRPr lang="ko-KR">
              <a:solidFill>
                <a:srgbClr val="000000"/>
              </a:solidFill>
              <a:latin typeface="Calibri"/>
              <a:ea typeface="Calibri"/>
              <a:cs typeface="Calibri"/>
            </a:endParaRPr>
          </a:p>
        </p:txBody>
      </p:sp>
      <p:sp>
        <p:nvSpPr>
          <p:cNvPr id="15" name="dp41-comparison / n15 / text 1">
            <a:extLst>
              <a:ext uri="{FF2B5EF4-FFF2-40B4-BE49-F238E27FC236}">
                <ns2:creationId id="{F52810BF-0544-4333-B5EE-2750A107E6A8}"/>
              </a:ext>
            </a:extLst>
          </p:cNvPr>
          <p:cNvSpPr>
            <a:spLocks noGrp="1"/>
          </p:cNvSpPr>
          <p:nvPr/>
        </p:nvSpPr>
        <p:spPr>
          <a:xfrm>
            <a:off x="400050" y="8639175"/>
            <a:ext cx="1752600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반복 종료: 의미 완성, 확인 질문 대기, 실패, 취소, 한도 도달 / 질문을 실제 전달하고 새 답변을 받은 뒤 해석 재개</a:t>
            </a:r>
            <a:endParaRPr lang="ko-KR">
              <a:solidFill>
                <a:srgbClr val="000000"/>
              </a:solidFill>
              <a:latin typeface="Calibri"/>
              <a:ea typeface="Calibri"/>
              <a:cs typeface="Calibri"/>
            </a:endParaRPr>
          </a:p>
        </p:txBody>
      </p:sp>
      <p:sp>
        <p:nvSpPr>
          <p:cNvPr id="327" name="dp41-v5-summary / n1">
            <a:extLst>
              <a:ext uri="{FF2B5EF4-FFF2-40B4-BE49-F238E27FC236}">
                <ns2:creationId id="{7414EC7B-C8BA-4D86-AC39-A4F8FBA75312}"/>
              </a:ext>
            </a:extLst>
          </p:cNvPr>
          <p:cNvSpPr>
            <a:spLocks noGrp="1"/>
          </p:cNvSpPr>
          <p:nvPr/>
        </p:nvSpPr>
        <p:spPr>
          <a:xfrm>
            <a:off x="381000" y="8896350"/>
            <a:ext cx="17526000" cy="953"/>
          </a:xfrm>
          <a:custGeom>
            <a:pathLst>
              <a:path w="17526000" h="953">
                <a:moveTo>
                  <a:pt x="0" y="0"/>
                </a:moveTo>
                <a:lnTo>
                  <a:pt x="17526000" y="0"/>
                </a:lnTo>
              </a:path>
            </a:pathLst>
          </a:custGeom>
          <a:noFill/>
          <a:ln w="11430">
            <a:solidFill>
              <a:srgbClr val="CDD6DE"/>
            </a:solidFill>
          </a:ln>
        </p:spPr>
      </p:sp>
      <p:sp>
        <p:nvSpPr>
          <p:cNvPr id="328" name="dp41-v5-summary / n2">
            <a:extLst>
              <a:ext uri="{FF2B5EF4-FFF2-40B4-BE49-F238E27FC236}">
                <ns2:creationId id="{A4DB7634-B3E2-40B8-8D2C-1BFD223E2CE7}"/>
              </a:ext>
            </a:extLst>
          </p:cNvPr>
          <p:cNvSpPr>
            <a:spLocks noGrp="1"/>
          </p:cNvSpPr>
          <p:nvPr/>
        </p:nvSpPr>
        <p:spPr>
          <a:xfrm>
            <a:off x="400050" y="8915400"/>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329" name="dp41-v5-summary / n3">
            <a:extLst>
              <a:ext uri="{FF2B5EF4-FFF2-40B4-BE49-F238E27FC236}">
                <ns2:creationId id="{233FD539-807C-4662-A690-5269D8D36A29}"/>
              </a:ext>
            </a:extLst>
          </p:cNvPr>
          <p:cNvSpPr>
            <a:spLocks noGrp="1"/>
          </p:cNvSpPr>
          <p:nvPr/>
        </p:nvSpPr>
        <p:spPr>
          <a:xfrm>
            <a:off x="2857500" y="8915400"/>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[전체 의미 결합과 부분 갱신]</a:t>
            </a:r>
            <a:endParaRPr lang="ko-KR">
              <a:solidFill>
                <a:srgbClr val="000000"/>
              </a:solidFill>
              <a:latin typeface="Calibri"/>
              <a:ea typeface="Calibri"/>
              <a:cs typeface="Calibri"/>
            </a:endParaRPr>
          </a:p>
        </p:txBody>
      </p:sp>
      <p:sp>
        <p:nvSpPr>
          <p:cNvPr id="330" name="dp41-v5-summary / n4">
            <a:extLst>
              <a:ext uri="{FF2B5EF4-FFF2-40B4-BE49-F238E27FC236}">
                <ns2:creationId id="{52B47FF9-B1BF-4213-8AB3-C19697147A7B}"/>
              </a:ext>
            </a:extLst>
          </p:cNvPr>
          <p:cNvSpPr>
            <a:spLocks noGrp="1"/>
          </p:cNvSpPr>
          <p:nvPr/>
        </p:nvSpPr>
        <p:spPr>
          <a:xfrm>
            <a:off x="10001250" y="8915400"/>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[요청 틀의 표현 범위와 부분 결합]</a:t>
            </a:r>
            <a:endParaRPr lang="ko-KR">
              <a:solidFill>
                <a:srgbClr val="000000"/>
              </a:solidFill>
              <a:latin typeface="Calibri"/>
              <a:ea typeface="Calibri"/>
              <a:cs typeface="Calibri"/>
            </a:endParaRPr>
          </a:p>
        </p:txBody>
      </p:sp>
      <p:sp>
        <p:nvSpPr>
          <p:cNvPr id="331" name="dp41-v5-summary / n5">
            <a:extLst>
              <a:ext uri="{FF2B5EF4-FFF2-40B4-BE49-F238E27FC236}">
                <ns2:creationId id="{67247221-C18A-4488-841E-A254D3BDE5D1}"/>
              </a:ext>
            </a:extLst>
          </p:cNvPr>
          <p:cNvSpPr>
            <a:spLocks noGrp="1"/>
          </p:cNvSpPr>
          <p:nvPr/>
        </p:nvSpPr>
        <p:spPr>
          <a:xfrm>
            <a:off x="381000" y="9077325"/>
            <a:ext cx="17526000" cy="953"/>
          </a:xfrm>
          <a:custGeom>
            <a:pathLst>
              <a:path w="17526000" h="953">
                <a:moveTo>
                  <a:pt x="0" y="0"/>
                </a:moveTo>
                <a:lnTo>
                  <a:pt x="17526000" y="0"/>
                </a:lnTo>
              </a:path>
            </a:pathLst>
          </a:custGeom>
          <a:noFill/>
          <a:ln w="11430">
            <a:solidFill>
              <a:srgbClr val="CDD6DE"/>
            </a:solidFill>
          </a:ln>
        </p:spPr>
      </p:sp>
      <p:sp>
        <p:nvSpPr>
          <p:cNvPr id="332" name="dp41-v5-summary / n6">
            <a:extLst>
              <a:ext uri="{FF2B5EF4-FFF2-40B4-BE49-F238E27FC236}">
                <ns2:creationId id="{05F25425-2D54-4648-971F-532496016541}"/>
              </a:ext>
            </a:extLst>
          </p:cNvPr>
          <p:cNvSpPr>
            <a:spLocks noGrp="1"/>
          </p:cNvSpPr>
          <p:nvPr/>
        </p:nvSpPr>
        <p:spPr>
          <a:xfrm>
            <a:off x="400050" y="9096375"/>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333" name="dp41-v5-summary / n7">
            <a:extLst>
              <a:ext uri="{FF2B5EF4-FFF2-40B4-BE49-F238E27FC236}">
                <ns2:creationId id="{C66726AF-9DC1-4569-A592-C78156D6B834}"/>
              </a:ext>
            </a:extLst>
          </p:cNvPr>
          <p:cNvSpPr>
            <a:spLocks noGrp="1"/>
          </p:cNvSpPr>
          <p:nvPr/>
        </p:nvSpPr>
        <p:spPr>
          <a:xfrm>
            <a:off x="2857500" y="9096375"/>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[조회 후 재판단과 실제 첫 반응]</a:t>
            </a:r>
            <a:endParaRPr lang="ko-KR">
              <a:solidFill>
                <a:srgbClr val="000000"/>
              </a:solidFill>
              <a:latin typeface="Calibri"/>
              <a:ea typeface="Calibri"/>
              <a:cs typeface="Calibri"/>
            </a:endParaRPr>
          </a:p>
        </p:txBody>
      </p:sp>
      <p:sp>
        <p:nvSpPr>
          <p:cNvPr id="334" name="dp41-v5-summary / n8">
            <a:extLst>
              <a:ext uri="{FF2B5EF4-FFF2-40B4-BE49-F238E27FC236}">
                <ns2:creationId id="{4A1D1B3B-6C38-497B-9560-D4AF26B09539}"/>
              </a:ext>
            </a:extLst>
          </p:cNvPr>
          <p:cNvSpPr>
            <a:spLocks noGrp="1"/>
          </p:cNvSpPr>
          <p:nvPr/>
        </p:nvSpPr>
        <p:spPr>
          <a:xfrm>
            <a:off x="10001250" y="9096375"/>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[지원 항목의 코드 해결과 추가 해석]</a:t>
            </a:r>
            <a:endParaRPr lang="ko-KR">
              <a:solidFill>
                <a:srgbClr val="000000"/>
              </a:solidFill>
              <a:latin typeface="Calibri"/>
              <a:ea typeface="Calibri"/>
              <a:cs typeface="Calibri"/>
            </a:endParaRPr>
          </a:p>
        </p:txBody>
      </p:sp>
      <p:sp>
        <p:nvSpPr>
          <p:cNvPr id="335" name="dp41-v5-summary / n9">
            <a:extLst>
              <a:ext uri="{FF2B5EF4-FFF2-40B4-BE49-F238E27FC236}">
                <ns2:creationId id="{2018D30A-4648-45FD-B623-70CCFF6A2A65}"/>
              </a:ext>
            </a:extLst>
          </p:cNvPr>
          <p:cNvSpPr>
            <a:spLocks noGrp="1"/>
          </p:cNvSpPr>
          <p:nvPr/>
        </p:nvSpPr>
        <p:spPr>
          <a:xfrm>
            <a:off x="381000" y="9258300"/>
            <a:ext cx="17526000" cy="953"/>
          </a:xfrm>
          <a:custGeom>
            <a:pathLst>
              <a:path w="17526000" h="953">
                <a:moveTo>
                  <a:pt x="0" y="0"/>
                </a:moveTo>
                <a:lnTo>
                  <a:pt x="17526000" y="0"/>
                </a:lnTo>
              </a:path>
            </a:pathLst>
          </a:custGeom>
          <a:noFill/>
          <a:ln w="11430">
            <a:solidFill>
              <a:srgbClr val="CDD6DE"/>
            </a:solidFill>
          </a:ln>
        </p:spPr>
      </p:sp>
      <p:sp>
        <p:nvSpPr>
          <p:cNvPr id="336" name="dp41-v5-summary / n10">
            <a:extLst>
              <a:ext uri="{FF2B5EF4-FFF2-40B4-BE49-F238E27FC236}">
                <ns2:creationId id="{44B69062-40F0-43B8-94D9-C0CC59F4B3ED}"/>
              </a:ext>
            </a:extLst>
          </p:cNvPr>
          <p:cNvSpPr>
            <a:spLocks noGrp="1"/>
          </p:cNvSpPr>
          <p:nvPr/>
        </p:nvSpPr>
        <p:spPr>
          <a:xfrm>
            <a:off x="400050" y="9277350"/>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337" name="dp41-v5-summary / n11">
            <a:extLst>
              <a:ext uri="{FF2B5EF4-FFF2-40B4-BE49-F238E27FC236}">
                <ns2:creationId id="{89073AD5-7A87-4D2A-B49B-E6E773979141}"/>
              </a:ext>
            </a:extLst>
          </p:cNvPr>
          <p:cNvSpPr>
            <a:spLocks noGrp="1"/>
          </p:cNvSpPr>
          <p:nvPr/>
        </p:nvSpPr>
        <p:spPr>
          <a:xfrm>
            <a:off x="2857500" y="9277350"/>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[조회와 전체 판단의 반복 경로]</a:t>
            </a:r>
            <a:endParaRPr lang="ko-KR">
              <a:solidFill>
                <a:srgbClr val="000000"/>
              </a:solidFill>
              <a:latin typeface="Calibri"/>
              <a:ea typeface="Calibri"/>
              <a:cs typeface="Calibri"/>
            </a:endParaRPr>
          </a:p>
        </p:txBody>
      </p:sp>
      <p:sp>
        <p:nvSpPr>
          <p:cNvPr id="338" name="dp41-v5-summary / n12">
            <a:extLst>
              <a:ext uri="{FF2B5EF4-FFF2-40B4-BE49-F238E27FC236}">
                <ns2:creationId id="{095495EC-F732-482B-8325-7B48973E5235}"/>
              </a:ext>
            </a:extLst>
          </p:cNvPr>
          <p:cNvSpPr>
            <a:spLocks noGrp="1"/>
          </p:cNvSpPr>
          <p:nvPr/>
        </p:nvSpPr>
        <p:spPr>
          <a:xfrm>
            <a:off x="10001250" y="9277350"/>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[항목별 해결과 코드 결합 경로]</a:t>
            </a:r>
            <a:endParaRPr lang="ko-KR">
              <a:solidFill>
                <a:srgbClr val="000000"/>
              </a:solidFill>
              <a:latin typeface="Calibri"/>
              <a:ea typeface="Calibri"/>
              <a:cs typeface="Calibri"/>
            </a:endParaRPr>
          </a:p>
        </p:txBody>
      </p:sp>
      <p:sp>
        <p:nvSpPr>
          <p:cNvPr id="339" name="dp41-v5-summary / n13">
            <a:extLst>
              <a:ext uri="{FF2B5EF4-FFF2-40B4-BE49-F238E27FC236}">
                <ns2:creationId id="{6F8236F8-95CF-4075-99F6-078F559E174A}"/>
              </a:ext>
            </a:extLst>
          </p:cNvPr>
          <p:cNvSpPr>
            <a:spLocks noGrp="1"/>
          </p:cNvSpPr>
          <p:nvPr/>
        </p:nvSpPr>
        <p:spPr>
          <a:xfrm>
            <a:off x="381000" y="9439275"/>
            <a:ext cx="17526000" cy="953"/>
          </a:xfrm>
          <a:custGeom>
            <a:pathLst>
              <a:path w="17526000" h="953">
                <a:moveTo>
                  <a:pt x="0" y="0"/>
                </a:moveTo>
                <a:lnTo>
                  <a:pt x="17526000" y="0"/>
                </a:lnTo>
              </a:path>
            </a:pathLst>
          </a:custGeom>
          <a:noFill/>
          <a:ln w="11430">
            <a:solidFill>
              <a:srgbClr val="CDD6DE"/>
            </a:solidFill>
          </a:ln>
        </p:spPr>
      </p:sp>
      <p:sp>
        <p:nvSpPr>
          <p:cNvPr id="340" name="dp41-v5-summary / n14">
            <a:extLst>
              <a:ext uri="{FF2B5EF4-FFF2-40B4-BE49-F238E27FC236}">
                <ns2:creationId id="{14E46EFC-14D5-428E-B06E-9FAF0B4011EB}"/>
              </a:ext>
            </a:extLst>
          </p:cNvPr>
          <p:cNvSpPr>
            <a:spLocks noGrp="1"/>
          </p:cNvSpPr>
          <p:nvPr/>
        </p:nvSpPr>
        <p:spPr>
          <a:xfrm>
            <a:off x="400050" y="9458325"/>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341" name="dp41-v5-summary / n15">
            <a:extLst>
              <a:ext uri="{FF2B5EF4-FFF2-40B4-BE49-F238E27FC236}">
                <ns2:creationId id="{A0DD44C8-A1D4-41D7-A118-F8BC30C608B5}"/>
              </a:ext>
            </a:extLst>
          </p:cNvPr>
          <p:cNvSpPr>
            <a:spLocks noGrp="1"/>
          </p:cNvSpPr>
          <p:nvPr/>
        </p:nvSpPr>
        <p:spPr>
          <a:xfrm>
            <a:off x="2857500" y="9458325"/>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[실제 재판단 token과 폐기 청구]</a:t>
            </a:r>
            <a:endParaRPr lang="ko-KR">
              <a:solidFill>
                <a:srgbClr val="000000"/>
              </a:solidFill>
              <a:latin typeface="Calibri"/>
              <a:ea typeface="Calibri"/>
              <a:cs typeface="Calibri"/>
            </a:endParaRPr>
          </a:p>
        </p:txBody>
      </p:sp>
      <p:sp>
        <p:nvSpPr>
          <p:cNvPr id="342" name="dp41-v5-summary / n16">
            <a:extLst>
              <a:ext uri="{FF2B5EF4-FFF2-40B4-BE49-F238E27FC236}">
                <ns2:creationId id="{96CFC62A-BB57-4A35-9355-2FEA0184901D}"/>
              </a:ext>
            </a:extLst>
          </p:cNvPr>
          <p:cNvSpPr>
            <a:spLocks noGrp="1"/>
          </p:cNvSpPr>
          <p:nvPr/>
        </p:nvSpPr>
        <p:spPr>
          <a:xfrm>
            <a:off x="10001250" y="9458325"/>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[부분 해석 호출과 전체 청구]</a:t>
            </a:r>
            <a:endParaRPr lang="ko-KR">
              <a:solidFill>
                <a:srgbClr val="000000"/>
              </a:solidFill>
              <a:latin typeface="Calibri"/>
              <a:ea typeface="Calibri"/>
              <a:cs typeface="Calibri"/>
            </a:endParaRPr>
          </a:p>
        </p:txBody>
      </p:sp>
      <p:sp>
        <p:nvSpPr>
          <p:cNvPr id="343" name="dp41-v5-summary / n17">
            <a:extLst>
              <a:ext uri="{FF2B5EF4-FFF2-40B4-BE49-F238E27FC236}">
                <ns2:creationId id="{FF341B01-3BDC-486E-AF62-51B33CE20AD2}"/>
              </a:ext>
            </a:extLst>
          </p:cNvPr>
          <p:cNvSpPr>
            <a:spLocks noGrp="1"/>
          </p:cNvSpPr>
          <p:nvPr/>
        </p:nvSpPr>
        <p:spPr>
          <a:xfrm>
            <a:off x="381000" y="9620250"/>
            <a:ext cx="17526000" cy="953"/>
          </a:xfrm>
          <a:custGeom>
            <a:pathLst>
              <a:path w="17526000" h="953">
                <a:moveTo>
                  <a:pt x="0" y="0"/>
                </a:moveTo>
                <a:lnTo>
                  <a:pt x="17526000" y="0"/>
                </a:lnTo>
              </a:path>
            </a:pathLst>
          </a:custGeom>
          <a:noFill/>
          <a:ln w="11430">
            <a:solidFill>
              <a:srgbClr val="CDD6DE"/>
            </a:solidFill>
          </a:ln>
        </p:spPr>
      </p:sp>
      <p:sp>
        <p:nvSpPr>
          <p:cNvPr id="344" name="dp41-v5-summary / n18">
            <a:extLst>
              <a:ext uri="{FF2B5EF4-FFF2-40B4-BE49-F238E27FC236}">
                <ns2:creationId id="{D8BAE903-5EFA-4F93-A3FA-A813176B8252}"/>
              </a:ext>
            </a:extLst>
          </p:cNvPr>
          <p:cNvSpPr>
            <a:spLocks noGrp="1"/>
          </p:cNvSpPr>
          <p:nvPr/>
        </p:nvSpPr>
        <p:spPr>
          <a:xfrm>
            <a:off x="400050" y="9639300"/>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345" name="dp41-v5-summary / n19">
            <a:extLst>
              <a:ext uri="{FF2B5EF4-FFF2-40B4-BE49-F238E27FC236}">
                <ns2:creationId id="{A4533103-B8DE-4354-ADBF-7A1C1FB210C4}"/>
              </a:ext>
            </a:extLst>
          </p:cNvPr>
          <p:cNvSpPr>
            <a:spLocks noGrp="1"/>
          </p:cNvSpPr>
          <p:nvPr/>
        </p:nvSpPr>
        <p:spPr>
          <a:xfrm>
            <a:off x="2857500" y="9639300"/>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[모델 지침과 검증의 실제 수정]</a:t>
            </a:r>
            <a:endParaRPr lang="ko-KR">
              <a:solidFill>
                <a:srgbClr val="000000"/>
              </a:solidFill>
              <a:latin typeface="Calibri"/>
              <a:ea typeface="Calibri"/>
              <a:cs typeface="Calibri"/>
            </a:endParaRPr>
          </a:p>
        </p:txBody>
      </p:sp>
      <p:sp>
        <p:nvSpPr>
          <p:cNvPr id="346" name="dp41-v5-summary / n20">
            <a:extLst>
              <a:ext uri="{FF2B5EF4-FFF2-40B4-BE49-F238E27FC236}">
                <ns2:creationId id="{15052016-0147-4004-A47A-1655E361E2CB}"/>
              </a:ext>
            </a:extLst>
          </p:cNvPr>
          <p:cNvSpPr>
            <a:spLocks noGrp="1"/>
          </p:cNvSpPr>
          <p:nvPr/>
        </p:nvSpPr>
        <p:spPr>
          <a:xfrm>
            <a:off x="10001250" y="9639300"/>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[요청 틀과 Engine 규칙의 실제 수정]</a:t>
            </a:r>
            <a:endParaRPr lang="ko-KR">
              <a:solidFill>
                <a:srgbClr val="000000"/>
              </a:solidFill>
              <a:latin typeface="Calibri"/>
              <a:ea typeface="Calibri"/>
              <a:cs typeface="Calibri"/>
            </a:endParaRPr>
          </a:p>
        </p:txBody>
      </p:sp>
      <p:sp>
        <p:nvSpPr>
          <p:cNvPr id="347" name="dp41-v5-summary / n21">
            <a:extLst>
              <a:ext uri="{FF2B5EF4-FFF2-40B4-BE49-F238E27FC236}">
                <ns2:creationId id="{B9A4086D-04B9-447E-BEED-7C0A68671038}"/>
              </a:ext>
            </a:extLst>
          </p:cNvPr>
          <p:cNvSpPr>
            <a:spLocks noGrp="1"/>
          </p:cNvSpPr>
          <p:nvPr/>
        </p:nvSpPr>
        <p:spPr>
          <a:xfrm>
            <a:off x="381000" y="9801225"/>
            <a:ext cx="17526000" cy="953"/>
          </a:xfrm>
          <a:custGeom>
            <a:pathLst>
              <a:path w="17526000" h="953">
                <a:moveTo>
                  <a:pt x="0" y="0"/>
                </a:moveTo>
                <a:lnTo>
                  <a:pt x="17526000" y="0"/>
                </a:lnTo>
              </a:path>
            </a:pathLst>
          </a:custGeom>
          <a:noFill/>
          <a:ln w="11430">
            <a:solidFill>
              <a:srgbClr val="CDD6DE"/>
            </a:solidFill>
          </a:ln>
        </p:spPr>
      </p:sp>
      <p:sp>
        <p:nvSpPr>
          <p:cNvPr id="348" name="dp41-v5-summary / n22">
            <a:extLst>
              <a:ext uri="{FF2B5EF4-FFF2-40B4-BE49-F238E27FC236}">
                <ns2:creationId id="{9AF8AF99-2CBC-4DC8-AC8F-CF4427D1FA7B}"/>
              </a:ext>
            </a:extLst>
          </p:cNvPr>
          <p:cNvSpPr>
            <a:spLocks noGrp="1"/>
          </p:cNvSpPr>
          <p:nvPr/>
        </p:nvSpPr>
        <p:spPr>
          <a:xfrm>
            <a:off x="400050" y="9820275"/>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349" name="dp41-v5-summary / n23">
            <a:extLst>
              <a:ext uri="{FF2B5EF4-FFF2-40B4-BE49-F238E27FC236}">
                <ns2:creationId id="{C1A2DE82-7603-4DC6-8E82-A79D5541020A}"/>
              </a:ext>
            </a:extLst>
          </p:cNvPr>
          <p:cNvSpPr>
            <a:spLocks noGrp="1"/>
          </p:cNvSpPr>
          <p:nvPr/>
        </p:nvSpPr>
        <p:spPr>
          <a:xfrm>
            <a:off x="2857500" y="9820275"/>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예산 1,792MiB  [Context와 조회 buffer의 동시 할당]</a:t>
            </a:r>
            <a:endParaRPr lang="ko-KR">
              <a:solidFill>
                <a:srgbClr val="000000"/>
              </a:solidFill>
              <a:latin typeface="Calibri"/>
              <a:ea typeface="Calibri"/>
              <a:cs typeface="Calibri"/>
            </a:endParaRPr>
          </a:p>
        </p:txBody>
      </p:sp>
      <p:sp>
        <p:nvSpPr>
          <p:cNvPr id="350" name="dp41-v5-summary / n24">
            <a:extLst>
              <a:ext uri="{FF2B5EF4-FFF2-40B4-BE49-F238E27FC236}">
                <ns2:creationId id="{E6F68C1E-6BA3-4359-86AE-91A3C2856852}"/>
              </a:ext>
            </a:extLst>
          </p:cNvPr>
          <p:cNvSpPr>
            <a:spLocks noGrp="1"/>
          </p:cNvSpPr>
          <p:nvPr/>
        </p:nvSpPr>
        <p:spPr>
          <a:xfrm>
            <a:off x="10001250" y="9820275"/>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예산 1,760MiB  [요청 틀과 해결 상태의 동시 할당]</a:t>
            </a:r>
            <a:endParaRPr lang="ko-KR">
              <a:solidFill>
                <a:srgbClr val="000000"/>
              </a:solidFill>
              <a:latin typeface="Calibri"/>
              <a:ea typeface="Calibri"/>
              <a:cs typeface="Calibri"/>
            </a:endParaRPr>
          </a:p>
        </p:txBody>
      </p:sp>
      <p:sp>
        <p:nvSpPr>
          <p:cNvPr id="351" name="dp41-v5-summary / n25">
            <a:extLst>
              <a:ext uri="{FF2B5EF4-FFF2-40B4-BE49-F238E27FC236}">
                <ns2:creationId id="{2F46DB74-E42B-4B95-8EFE-3361D15ABE47}"/>
              </a:ext>
            </a:extLst>
          </p:cNvPr>
          <p:cNvSpPr>
            <a:spLocks noGrp="1"/>
          </p:cNvSpPr>
          <p:nvPr/>
        </p:nvSpPr>
        <p:spPr>
          <a:xfrm>
            <a:off x="381000" y="100298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33" name="dp41-comparison / n33">
            <a:extLst>
              <a:ext uri="{FF2B5EF4-FFF2-40B4-BE49-F238E27FC236}">
                <ns2:creationId id="{8094D5CE-C823-415C-8B62-3745C97B2ABA}"/>
              </a:ext>
            </a:extLst>
          </p:cNvPr>
          <p:cNvSpPr>
            <a:spLocks noGrp="1"/>
          </p:cNvSpPr>
          <p:nvPr/>
        </p:nvSpPr>
        <p:spPr>
          <a:xfrm>
            <a:off x="447675" y="3257550"/>
            <a:ext cx="819150" cy="5000625"/>
          </a:xfrm>
          <a:prstGeom prst="rect">
            <a:avLst/>
          </a:prstGeom>
          <a:solidFill>
            <a:srgbClr val="FFFFFF"/>
          </a:solidFill>
          <a:ln w="9525">
            <a:solidFill>
              <a:srgbClr val="000000"/>
            </a:solidFill>
            <a:prstDash val="solid"/>
          </a:ln>
        </p:spPr>
        <p:txBody>
          <a:bodyPr wrap="none" lIns="19050" tIns="85725" rIns="19050" bIns="4707731"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35" name="dp41-comparison / n35">
            <a:extLst>
              <a:ext uri="{FF2B5EF4-FFF2-40B4-BE49-F238E27FC236}">
                <ns2:creationId id="{2DDDB9B4-A7C8-4779-A6C9-EB47D2677788}"/>
              </a:ext>
            </a:extLst>
          </p:cNvPr>
          <p:cNvSpPr>
            <a:spLocks noGrp="1"/>
          </p:cNvSpPr>
          <p:nvPr/>
        </p:nvSpPr>
        <p:spPr>
          <a:xfrm>
            <a:off x="504825" y="3609975"/>
            <a:ext cx="704850" cy="257175"/>
          </a:xfrm>
          <a:prstGeom prst="rect">
            <a:avLst/>
          </a:prstGeom>
          <a:solidFill>
            <a:srgbClr val="FFFFFF"/>
          </a:solidFill>
          <a:ln w="9525">
            <a:solidFill>
              <a:srgbClr val="000000"/>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37" name="dp41-comparison / n37 / text 1">
            <a:extLst>
              <a:ext uri="{FF2B5EF4-FFF2-40B4-BE49-F238E27FC236}">
                <ns2:creationId id="{43FEE6A4-0B52-46EF-927B-3200F5382FDD}"/>
              </a:ext>
            </a:extLst>
          </p:cNvPr>
          <p:cNvSpPr>
            <a:spLocks noGrp="1"/>
          </p:cNvSpPr>
          <p:nvPr/>
        </p:nvSpPr>
        <p:spPr>
          <a:xfrm>
            <a:off x="514350" y="389572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38" name="dp41-comparison / n38">
            <a:extLst>
              <a:ext uri="{FF2B5EF4-FFF2-40B4-BE49-F238E27FC236}">
                <ns2:creationId id="{F04C860E-9291-447A-8B55-4CC8DFBF76E7}"/>
              </a:ext>
            </a:extLst>
          </p:cNvPr>
          <p:cNvSpPr>
            <a:spLocks noGrp="1"/>
          </p:cNvSpPr>
          <p:nvPr/>
        </p:nvSpPr>
        <p:spPr>
          <a:xfrm>
            <a:off x="504825" y="4171950"/>
            <a:ext cx="704850" cy="257175"/>
          </a:xfrm>
          <a:prstGeom prst="roundRect">
            <a:avLst>
              <a:gd name="adj" fmla="val 29630"/>
            </a:avLst>
          </a:prstGeom>
          <a:solidFill>
            <a:srgbClr val="FFFFFF"/>
          </a:solidFill>
          <a:ln w="9525">
            <a:solidFill>
              <a:srgbClr val="000000"/>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0" name="dp41-comparison / n40 / text 1">
            <a:extLst>
              <a:ext uri="{FF2B5EF4-FFF2-40B4-BE49-F238E27FC236}">
                <ns2:creationId id="{66D0DBE6-0033-48AA-885E-4C8BCC006A83}"/>
              </a:ext>
            </a:extLst>
          </p:cNvPr>
          <p:cNvSpPr>
            <a:spLocks noGrp="1"/>
          </p:cNvSpPr>
          <p:nvPr/>
        </p:nvSpPr>
        <p:spPr>
          <a:xfrm>
            <a:off x="514350" y="4457700"/>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1" name="dp41-comparison / n41">
            <a:extLst>
              <a:ext uri="{FF2B5EF4-FFF2-40B4-BE49-F238E27FC236}">
                <ns2:creationId id="{489AEC08-A147-490A-A72E-35A320D69C14}"/>
              </a:ext>
            </a:extLst>
          </p:cNvPr>
          <p:cNvSpPr>
            <a:spLocks noGrp="1"/>
          </p:cNvSpPr>
          <p:nvPr/>
        </p:nvSpPr>
        <p:spPr>
          <a:xfrm>
            <a:off x="504825" y="4733925"/>
            <a:ext cx="704850" cy="257175"/>
          </a:xfrm>
          <a:custGeom>
            <a:pathLst>
              <a:path w="704850" h="257175">
                <a:moveTo>
                  <a:pt x="0" y="0"/>
                </a:moveTo>
                <a:lnTo>
                  <a:pt x="533400" y="0"/>
                </a:lnTo>
                <a:lnTo>
                  <a:pt x="704850" y="171450"/>
                </a:lnTo>
                <a:lnTo>
                  <a:pt x="704850" y="257175"/>
                </a:lnTo>
                <a:lnTo>
                  <a:pt x="0" y="257175"/>
                </a:lnTo>
                <a:close/>
              </a:path>
            </a:pathLst>
          </a:custGeom>
          <a:solidFill>
            <a:srgbClr val="FFFFFF"/>
          </a:solidFill>
          <a:ln w="9525">
            <a:solidFill>
              <a:srgbClr val="000000"/>
            </a:solidFill>
            <a:prstDash val="solid"/>
          </a:ln>
        </p:spPr>
        <p:txBody>
          <a:bodyPr wrap="none" lIns="19050" tIns="66675" rIns="19050" bIns="5238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42" name="dp41-comparison / n41 / fold">
            <a:extLst>
              <a:ext uri="{FF2B5EF4-FFF2-40B4-BE49-F238E27FC236}">
                <ns2:creationId id="{7308B8DB-CE6C-47DA-B136-235330CB0DFB}"/>
              </a:ext>
            </a:extLst>
          </p:cNvPr>
          <p:cNvSpPr>
            <a:spLocks noGrp="1"/>
          </p:cNvSpPr>
          <p:nvPr/>
        </p:nvSpPr>
        <p:spPr>
          <a:xfrm>
            <a:off x="1038225" y="47339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44" name="dp41-comparison / n43 / text 1">
            <a:extLst>
              <a:ext uri="{FF2B5EF4-FFF2-40B4-BE49-F238E27FC236}">
                <ns2:creationId id="{82CF1234-3E56-451C-9378-09DA64F17CA4}"/>
              </a:ext>
            </a:extLst>
          </p:cNvPr>
          <p:cNvSpPr>
            <a:spLocks noGrp="1"/>
          </p:cNvSpPr>
          <p:nvPr/>
        </p:nvSpPr>
        <p:spPr>
          <a:xfrm>
            <a:off x="514350" y="501967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45" name="dp41-comparison / n44">
            <a:extLst>
              <a:ext uri="{FF2B5EF4-FFF2-40B4-BE49-F238E27FC236}">
                <ns2:creationId id="{863C60EB-4620-41FF-BBCC-3C48CFE98703}"/>
              </a:ext>
            </a:extLst>
          </p:cNvPr>
          <p:cNvSpPr>
            <a:spLocks noGrp="1"/>
          </p:cNvSpPr>
          <p:nvPr/>
        </p:nvSpPr>
        <p:spPr>
          <a:xfrm>
            <a:off x="504825" y="5286375"/>
            <a:ext cx="704850" cy="257175"/>
          </a:xfrm>
          <a:prstGeom prst="hexagon">
            <a:avLst/>
          </a:prstGeom>
          <a:solidFill>
            <a:srgbClr val="FFFFFF"/>
          </a:solidFill>
          <a:ln w="9525">
            <a:solidFill>
              <a:srgbClr val="000000"/>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47" name="dp41-comparison / n46 / text 1">
            <a:extLst>
              <a:ext uri="{FF2B5EF4-FFF2-40B4-BE49-F238E27FC236}">
                <ns2:creationId id="{CC15AAC1-0425-44F3-A5E3-E605BE762CEF}"/>
              </a:ext>
            </a:extLst>
          </p:cNvPr>
          <p:cNvSpPr>
            <a:spLocks noGrp="1"/>
          </p:cNvSpPr>
          <p:nvPr/>
        </p:nvSpPr>
        <p:spPr>
          <a:xfrm>
            <a:off x="514350" y="557212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48" name="dp41-comparison / n47">
            <a:extLst>
              <a:ext uri="{FF2B5EF4-FFF2-40B4-BE49-F238E27FC236}">
                <ns2:creationId id="{2C8B6DD8-0D1B-408D-9875-B9C3C18E3393}"/>
              </a:ext>
            </a:extLst>
          </p:cNvPr>
          <p:cNvSpPr>
            <a:spLocks noGrp="1"/>
          </p:cNvSpPr>
          <p:nvPr/>
        </p:nvSpPr>
        <p:spPr>
          <a:xfrm>
            <a:off x="504825" y="5848350"/>
            <a:ext cx="704850" cy="257175"/>
          </a:xfrm>
          <a:prstGeom prst="roundRect">
            <a:avLst>
              <a:gd name="adj" fmla="val 29630"/>
            </a:avLst>
          </a:prstGeom>
          <a:solidFill>
            <a:srgbClr val="FFF6DE"/>
          </a:solidFill>
          <a:ln w="9525">
            <a:solidFill>
              <a:srgbClr val="B8753F"/>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0" name="dp41-comparison / n49 / text 1">
            <a:extLst>
              <a:ext uri="{FF2B5EF4-FFF2-40B4-BE49-F238E27FC236}">
                <ns2:creationId id="{60FDA3C8-7259-4783-9CCA-2AEB85DBF54C}"/>
              </a:ext>
            </a:extLst>
          </p:cNvPr>
          <p:cNvSpPr>
            <a:spLocks noGrp="1"/>
          </p:cNvSpPr>
          <p:nvPr/>
        </p:nvSpPr>
        <p:spPr>
          <a:xfrm>
            <a:off x="514350" y="6134100"/>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1" name="dp41-comparison / n50">
            <a:extLst>
              <a:ext uri="{FF2B5EF4-FFF2-40B4-BE49-F238E27FC236}">
                <ns2:creationId id="{FDD6D880-0B48-453A-8AE5-D7523C7C7BDF}"/>
              </a:ext>
            </a:extLst>
          </p:cNvPr>
          <p:cNvSpPr>
            <a:spLocks noGrp="1"/>
          </p:cNvSpPr>
          <p:nvPr/>
        </p:nvSpPr>
        <p:spPr>
          <a:xfrm>
            <a:off x="504825" y="6362700"/>
            <a:ext cx="704850" cy="257175"/>
          </a:xfrm>
          <a:prstGeom prst="can">
            <a:avLst>
              <a:gd name="adj" fmla="val 20000"/>
            </a:avLst>
          </a:prstGeom>
          <a:solidFill>
            <a:srgbClr val="FFFFFF"/>
          </a:solidFill>
          <a:ln w="9525">
            <a:solidFill>
              <a:srgbClr val="000000"/>
            </a:solidFill>
            <a:prstDash val="solid"/>
          </a:ln>
        </p:spPr>
        <p:txBody>
          <a:bodyPr wrap="none" lIns="85725" tIns="114300" rIns="85725" bIns="4762"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53" name="dp41-comparison / n52 / text 1">
            <a:extLst>
              <a:ext uri="{FF2B5EF4-FFF2-40B4-BE49-F238E27FC236}">
                <ns2:creationId id="{B4D91C8B-E559-41CB-BAC4-2FCBF60E1143}"/>
              </a:ext>
            </a:extLst>
          </p:cNvPr>
          <p:cNvSpPr>
            <a:spLocks noGrp="1"/>
          </p:cNvSpPr>
          <p:nvPr/>
        </p:nvSpPr>
        <p:spPr>
          <a:xfrm>
            <a:off x="514350" y="665797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54" name="dp41-comparison / n53 / path">
            <a:extLst>
              <a:ext uri="{FF2B5EF4-FFF2-40B4-BE49-F238E27FC236}">
                <ns2:creationId id="{35AB1C5B-7914-4168-A34C-3F16994351F2}"/>
              </a:ext>
            </a:extLst>
          </p:cNvPr>
          <p:cNvSpPr>
            <a:spLocks noGrp="1"/>
          </p:cNvSpPr>
          <p:nvPr/>
        </p:nvSpPr>
        <p:spPr>
          <a:xfrm>
            <a:off x="514350" y="6934200"/>
            <a:ext cx="390525" cy="953"/>
          </a:xfrm>
          <a:custGeom>
            <a:pathLst>
              <a:path w="390525" h="953">
                <a:moveTo>
                  <a:pt x="0" y="0"/>
                </a:moveTo>
                <a:lnTo>
                  <a:pt x="390525" y="0"/>
                </a:lnTo>
              </a:path>
            </a:pathLst>
          </a:custGeom>
          <a:noFill/>
          <a:ln w="10478">
            <a:solidFill>
              <a:srgbClr val="000000"/>
            </a:solidFill>
            <a:prstDash val="solid"/>
          </a:ln>
        </p:spPr>
      </p:sp>
      <p:sp>
        <p:nvSpPr>
          <p:cNvPr id="55" name="dp41-comparison / n53 / arrow">
            <a:extLst>
              <a:ext uri="{FF2B5EF4-FFF2-40B4-BE49-F238E27FC236}">
                <ns2:creationId id="{4707C8DC-0579-4F3F-B55D-053B265FAE78}"/>
              </a:ext>
            </a:extLst>
          </p:cNvPr>
          <p:cNvSpPr>
            <a:spLocks noGrp="1"/>
          </p:cNvSpPr>
          <p:nvPr/>
        </p:nvSpPr>
        <p:spPr>
          <a:xfrm>
            <a:off x="837819" y="6900672"/>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56" name="dp41-comparison / n54 / text 1">
            <a:extLst>
              <a:ext uri="{FF2B5EF4-FFF2-40B4-BE49-F238E27FC236}">
                <ns2:creationId id="{01B39486-519A-4F6C-BCB9-97BB59A4F962}"/>
              </a:ext>
            </a:extLst>
          </p:cNvPr>
          <p:cNvSpPr>
            <a:spLocks noGrp="1"/>
          </p:cNvSpPr>
          <p:nvPr/>
        </p:nvSpPr>
        <p:spPr>
          <a:xfrm>
            <a:off x="962025" y="6867525"/>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57" name="dp41-comparison / n55 / path">
            <a:extLst>
              <a:ext uri="{FF2B5EF4-FFF2-40B4-BE49-F238E27FC236}">
                <ns2:creationId id="{5FCB3381-9F82-4B76-9196-FCAE38AB7ED8}"/>
              </a:ext>
            </a:extLst>
          </p:cNvPr>
          <p:cNvSpPr>
            <a:spLocks noGrp="1"/>
          </p:cNvSpPr>
          <p:nvPr/>
        </p:nvSpPr>
        <p:spPr>
          <a:xfrm>
            <a:off x="514350" y="7134225"/>
            <a:ext cx="390525" cy="953"/>
          </a:xfrm>
          <a:custGeom>
            <a:pathLst>
              <a:path w="390525" h="953">
                <a:moveTo>
                  <a:pt x="0" y="0"/>
                </a:moveTo>
                <a:lnTo>
                  <a:pt x="390525" y="0"/>
                </a:lnTo>
              </a:path>
            </a:pathLst>
          </a:custGeom>
          <a:noFill/>
          <a:ln w="10478">
            <a:solidFill>
              <a:srgbClr val="000000"/>
            </a:solidFill>
            <a:prstDash val="dash"/>
          </a:ln>
        </p:spPr>
      </p:sp>
      <p:sp>
        <p:nvSpPr>
          <p:cNvPr id="58" name="dp41-comparison / n55 / arrow">
            <a:extLst>
              <a:ext uri="{FF2B5EF4-FFF2-40B4-BE49-F238E27FC236}">
                <ns2:creationId id="{7C36DC3B-12F0-4CDE-A0DC-006E0D902BEB}"/>
              </a:ext>
            </a:extLst>
          </p:cNvPr>
          <p:cNvSpPr>
            <a:spLocks noGrp="1"/>
          </p:cNvSpPr>
          <p:nvPr/>
        </p:nvSpPr>
        <p:spPr>
          <a:xfrm>
            <a:off x="837819" y="7100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59" name="dp41-comparison / n56 / text 1">
            <a:extLst>
              <a:ext uri="{FF2B5EF4-FFF2-40B4-BE49-F238E27FC236}">
                <ns2:creationId id="{94D9E694-98CB-4F62-BC4A-EF29E9CE2FC6}"/>
              </a:ext>
            </a:extLst>
          </p:cNvPr>
          <p:cNvSpPr>
            <a:spLocks noGrp="1"/>
          </p:cNvSpPr>
          <p:nvPr/>
        </p:nvSpPr>
        <p:spPr>
          <a:xfrm>
            <a:off x="962025" y="70675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0" name="dp41-comparison / n57 / text 1">
            <a:extLst>
              <a:ext uri="{FF2B5EF4-FFF2-40B4-BE49-F238E27FC236}">
                <ns2:creationId id="{238AB59B-866E-4887-AFC7-E28DA0242274}"/>
              </a:ext>
            </a:extLst>
          </p:cNvPr>
          <p:cNvSpPr>
            <a:spLocks noGrp="1"/>
          </p:cNvSpPr>
          <p:nvPr/>
        </p:nvSpPr>
        <p:spPr>
          <a:xfrm>
            <a:off x="514350" y="73818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1" name="dp41-comparison / n58">
            <a:extLst>
              <a:ext uri="{FF2B5EF4-FFF2-40B4-BE49-F238E27FC236}">
                <ns2:creationId id="{989FC831-98F1-45EF-8EA9-EA3D2FF866BF}"/>
              </a:ext>
            </a:extLst>
          </p:cNvPr>
          <p:cNvSpPr>
            <a:spLocks noGrp="1"/>
          </p:cNvSpPr>
          <p:nvPr/>
        </p:nvSpPr>
        <p:spPr>
          <a:xfrm>
            <a:off x="504825" y="7591425"/>
            <a:ext cx="285750" cy="171450"/>
          </a:xfrm>
          <a:prstGeom prst="rect">
            <a:avLst/>
          </a:prstGeom>
          <a:solidFill>
            <a:srgbClr val="FFFFFF"/>
          </a:solidFill>
          <a:ln w="9525">
            <a:solidFill>
              <a:srgbClr val="000000"/>
            </a:solidFill>
            <a:prstDash val="solid"/>
          </a:ln>
        </p:spPr>
      </p:sp>
      <p:sp>
        <p:nvSpPr>
          <p:cNvPr id="62" name="dp41-comparison / n59 / text 1">
            <a:extLst>
              <a:ext uri="{FF2B5EF4-FFF2-40B4-BE49-F238E27FC236}">
                <ns2:creationId id="{80B773DD-2FDD-45E4-A809-3BD156413230}"/>
              </a:ext>
            </a:extLst>
          </p:cNvPr>
          <p:cNvSpPr>
            <a:spLocks noGrp="1"/>
          </p:cNvSpPr>
          <p:nvPr/>
        </p:nvSpPr>
        <p:spPr>
          <a:xfrm>
            <a:off x="590550" y="761523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63" name="dp41-comparison / n60 / text 1">
            <a:extLst>
              <a:ext uri="{FF2B5EF4-FFF2-40B4-BE49-F238E27FC236}">
                <ns2:creationId id="{A4FDCB96-0E91-4F9E-99AA-07905E43CEDC}"/>
              </a:ext>
            </a:extLst>
          </p:cNvPr>
          <p:cNvSpPr>
            <a:spLocks noGrp="1"/>
          </p:cNvSpPr>
          <p:nvPr/>
        </p:nvSpPr>
        <p:spPr>
          <a:xfrm>
            <a:off x="847725" y="7620000"/>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64" name="dp41-comparison / n61">
            <a:extLst>
              <a:ext uri="{FF2B5EF4-FFF2-40B4-BE49-F238E27FC236}">
                <ns2:creationId id="{1D24E1BF-18EA-4F87-96FF-8005D98B0A4B}"/>
              </a:ext>
            </a:extLst>
          </p:cNvPr>
          <p:cNvSpPr>
            <a:spLocks noGrp="1"/>
          </p:cNvSpPr>
          <p:nvPr/>
        </p:nvSpPr>
        <p:spPr>
          <a:xfrm>
            <a:off x="504825" y="7905750"/>
            <a:ext cx="285750" cy="171450"/>
          </a:xfrm>
          <a:prstGeom prst="diamond">
            <a:avLst/>
          </a:prstGeom>
          <a:solidFill>
            <a:srgbClr val="FFFFFF"/>
          </a:solidFill>
          <a:ln w="9525">
            <a:solidFill>
              <a:srgbClr val="000000"/>
            </a:solidFill>
            <a:prstDash val="solid"/>
          </a:ln>
        </p:spPr>
      </p:sp>
      <p:sp>
        <p:nvSpPr>
          <p:cNvPr id="65" name="dp41-comparison / n62 / text 1">
            <a:extLst>
              <a:ext uri="{FF2B5EF4-FFF2-40B4-BE49-F238E27FC236}">
                <ns2:creationId id="{B87062EE-A82A-49DE-8552-7D833EE8053A}"/>
              </a:ext>
            </a:extLst>
          </p:cNvPr>
          <p:cNvSpPr>
            <a:spLocks noGrp="1"/>
          </p:cNvSpPr>
          <p:nvPr/>
        </p:nvSpPr>
        <p:spPr>
          <a:xfrm>
            <a:off x="590550" y="7929563"/>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66" name="dp41-comparison / n63 / text 1">
            <a:extLst>
              <a:ext uri="{FF2B5EF4-FFF2-40B4-BE49-F238E27FC236}">
                <ns2:creationId id="{E02D0505-9AEE-4167-A643-6C3EBDBB4DBC}"/>
              </a:ext>
            </a:extLst>
          </p:cNvPr>
          <p:cNvSpPr>
            <a:spLocks noGrp="1"/>
          </p:cNvSpPr>
          <p:nvPr/>
        </p:nvSpPr>
        <p:spPr>
          <a:xfrm>
            <a:off x="847725" y="7934325"/>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67" name="dp41-comparison / n66">
            <a:extLst>
              <a:ext uri="{FF2B5EF4-FFF2-40B4-BE49-F238E27FC236}">
                <ns2:creationId id="{B56BF005-35C6-4AE2-901F-83A529B17B95}"/>
              </a:ext>
            </a:extLst>
          </p:cNvPr>
          <p:cNvSpPr>
            <a:spLocks noGrp="1"/>
          </p:cNvSpPr>
          <p:nvPr/>
        </p:nvSpPr>
        <p:spPr>
          <a:xfrm>
            <a:off x="3333750" y="2409825"/>
            <a:ext cx="228600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69" name="dp41-comparison / n68">
            <a:extLst>
              <a:ext uri="{FF2B5EF4-FFF2-40B4-BE49-F238E27FC236}">
                <ns2:creationId id="{AA1016BB-FF9B-4379-8A21-3E35681CAF88}"/>
              </a:ext>
            </a:extLst>
          </p:cNvPr>
          <p:cNvSpPr>
            <a:spLocks noGrp="1"/>
          </p:cNvSpPr>
          <p:nvPr/>
        </p:nvSpPr>
        <p:spPr>
          <a:xfrm>
            <a:off x="6048375" y="2409825"/>
            <a:ext cx="238125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71" name="dp41-comparison / n70 / path">
            <a:extLst>
              <a:ext uri="{FF2B5EF4-FFF2-40B4-BE49-F238E27FC236}">
                <ns2:creationId id="{6CF11858-EA85-4315-82BF-07142065EF9E}"/>
              </a:ext>
            </a:extLst>
          </p:cNvPr>
          <p:cNvSpPr>
            <a:spLocks noGrp="1"/>
          </p:cNvSpPr>
          <p:nvPr/>
        </p:nvSpPr>
        <p:spPr>
          <a:xfrm>
            <a:off x="3000375" y="2576513"/>
            <a:ext cx="333375" cy="953"/>
          </a:xfrm>
          <a:custGeom>
            <a:pathLst>
              <a:path w="333375" h="953">
                <a:moveTo>
                  <a:pt x="0" y="0"/>
                </a:moveTo>
                <a:lnTo>
                  <a:pt x="333375" y="0"/>
                </a:lnTo>
              </a:path>
            </a:pathLst>
          </a:custGeom>
          <a:noFill/>
          <a:ln w="10478">
            <a:solidFill>
              <a:srgbClr val="000000"/>
            </a:solidFill>
            <a:prstDash val="solid"/>
          </a:ln>
        </p:spPr>
      </p:sp>
      <p:sp>
        <p:nvSpPr>
          <p:cNvPr id="72" name="dp41-comparison / n70 / arrow">
            <a:extLst>
              <a:ext uri="{FF2B5EF4-FFF2-40B4-BE49-F238E27FC236}">
                <ns2:creationId id="{D99AEA64-BF63-4E4E-A1A5-7E9811E777C2}"/>
              </a:ext>
            </a:extLst>
          </p:cNvPr>
          <p:cNvSpPr>
            <a:spLocks noGrp="1"/>
          </p:cNvSpPr>
          <p:nvPr/>
        </p:nvSpPr>
        <p:spPr>
          <a:xfrm>
            <a:off x="3266694"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73" name="dp41-comparison / n71 / path">
            <a:extLst>
              <a:ext uri="{FF2B5EF4-FFF2-40B4-BE49-F238E27FC236}">
                <ns2:creationId id="{8467E036-900F-43F0-ADF8-0FF4F73BF0C0}"/>
              </a:ext>
            </a:extLst>
          </p:cNvPr>
          <p:cNvSpPr>
            <a:spLocks noGrp="1"/>
          </p:cNvSpPr>
          <p:nvPr/>
        </p:nvSpPr>
        <p:spPr>
          <a:xfrm>
            <a:off x="5619750" y="2576513"/>
            <a:ext cx="428625" cy="953"/>
          </a:xfrm>
          <a:custGeom>
            <a:pathLst>
              <a:path w="428625" h="953">
                <a:moveTo>
                  <a:pt x="0" y="0"/>
                </a:moveTo>
                <a:lnTo>
                  <a:pt x="428625" y="0"/>
                </a:lnTo>
              </a:path>
            </a:pathLst>
          </a:custGeom>
          <a:noFill/>
          <a:ln w="10478">
            <a:solidFill>
              <a:srgbClr val="000000"/>
            </a:solidFill>
            <a:prstDash val="solid"/>
          </a:ln>
        </p:spPr>
      </p:sp>
      <p:sp>
        <p:nvSpPr>
          <p:cNvPr id="74" name="dp41-comparison / n71 / arrow">
            <a:extLst>
              <a:ext uri="{FF2B5EF4-FFF2-40B4-BE49-F238E27FC236}">
                <ns2:creationId id="{09C4496F-D82D-4BDA-A682-BEA34790C321}"/>
              </a:ext>
            </a:extLst>
          </p:cNvPr>
          <p:cNvSpPr>
            <a:spLocks noGrp="1"/>
          </p:cNvSpPr>
          <p:nvPr/>
        </p:nvSpPr>
        <p:spPr>
          <a:xfrm>
            <a:off x="5981319"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75" name="dp41-comparison / n72">
            <a:extLst>
              <a:ext uri="{FF2B5EF4-FFF2-40B4-BE49-F238E27FC236}">
                <ns2:creationId id="{0B581E73-90AB-4EF9-A8D0-BEAF3E0291F3}"/>
              </a:ext>
            </a:extLst>
          </p:cNvPr>
          <p:cNvSpPr>
            <a:spLocks noGrp="1"/>
          </p:cNvSpPr>
          <p:nvPr/>
        </p:nvSpPr>
        <p:spPr>
          <a:xfrm>
            <a:off x="1666875" y="2886075"/>
            <a:ext cx="2524125" cy="304800"/>
          </a:xfrm>
          <a:prstGeom prst="hexagon">
            <a:avLst/>
          </a:prstGeom>
          <a:solidFill>
            <a:srgbClr val="FFFFFF"/>
          </a:solidFill>
          <a:ln w="9525">
            <a:solidFill>
              <a:srgbClr val="000000"/>
            </a:solidFill>
            <a:prstDash val="solid"/>
          </a:ln>
        </p:spPr>
        <p:txBody>
          <a:bodyPr wrap="none" lIns="85725" tIns="28575" rIns="85725" bIns="0" anchor="t">
            <a:noAutofit/>
          </a:bodyPr>
          <a:lstStyle/>
          <a:p>
            <a:pPr algn="ctr">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클라우드 LLM</a:t>
            </a:r>
            <a:endParaRPr lang="ko-KR">
              <a:solidFill>
                <a:srgbClr val="000000"/>
              </a:solidFill>
              <a:latin typeface="Calibri"/>
              <a:ea typeface="Calibri"/>
              <a:cs typeface="Calibri"/>
            </a:endParaRPr>
          </a:p>
        </p:txBody>
      </p:sp>
      <p:sp>
        <p:nvSpPr>
          <p:cNvPr id="77" name="dp41-comparison / n78">
            <a:extLst>
              <a:ext uri="{FF2B5EF4-FFF2-40B4-BE49-F238E27FC236}">
                <ns2:creationId id="{77E9EA80-722B-433E-B9F5-4FFA7DDF337B}"/>
              </a:ext>
            </a:extLst>
          </p:cNvPr>
          <p:cNvSpPr>
            <a:spLocks noGrp="1"/>
          </p:cNvSpPr>
          <p:nvPr/>
        </p:nvSpPr>
        <p:spPr>
          <a:xfrm>
            <a:off x="1476375" y="3619500"/>
            <a:ext cx="7953375" cy="2857500"/>
          </a:xfrm>
          <a:prstGeom prst="rect">
            <a:avLst/>
          </a:prstGeom>
          <a:solidFill>
            <a:srgbClr val="FFFFFF"/>
          </a:solidFill>
          <a:ln w="9525">
            <a:solidFill>
              <a:srgbClr val="000000"/>
            </a:solidFill>
            <a:prstDash val="solid"/>
          </a:ln>
        </p:spPr>
      </p:sp>
      <p:sp>
        <p:nvSpPr>
          <p:cNvPr id="78" name="dp41-comparison / n79 / text 1">
            <a:extLst>
              <a:ext uri="{FF2B5EF4-FFF2-40B4-BE49-F238E27FC236}">
                <ns2:creationId id="{AFBAA44A-FD7D-4FD8-89E0-A6505FF0CE7F}"/>
              </a:ext>
            </a:extLst>
          </p:cNvPr>
          <p:cNvSpPr>
            <a:spLocks noGrp="1"/>
          </p:cNvSpPr>
          <p:nvPr/>
        </p:nvSpPr>
        <p:spPr>
          <a:xfrm>
            <a:off x="4667250" y="3714750"/>
            <a:ext cx="770572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79" name="dp41-comparison / n82">
            <a:extLst>
              <a:ext uri="{FF2B5EF4-FFF2-40B4-BE49-F238E27FC236}">
                <ns2:creationId id="{03B442A5-CA3E-43E9-95AE-355248693EDF}"/>
              </a:ext>
            </a:extLst>
          </p:cNvPr>
          <p:cNvSpPr>
            <a:spLocks noGrp="1"/>
          </p:cNvSpPr>
          <p:nvPr/>
        </p:nvSpPr>
        <p:spPr>
          <a:xfrm>
            <a:off x="1666875" y="4019550"/>
            <a:ext cx="2524125" cy="381000"/>
          </a:xfrm>
          <a:prstGeom prst="roundRect">
            <a:avLst>
              <a:gd name="adj" fmla="val 20000"/>
            </a:avLst>
          </a:prstGeom>
          <a:solidFill>
            <a:srgbClr val="FFF6DE"/>
          </a:solidFill>
          <a:ln w="17145">
            <a:solidFill>
              <a:srgbClr val="B8753F"/>
            </a:solidFill>
            <a:prstDash val="solid"/>
          </a:ln>
        </p:spPr>
        <p:txBody>
          <a:bodyPr wrap="none" lIns="85725" tIns="79058" rIns="85725" bIns="533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모델 주도 해석 제어기</a:t>
            </a:r>
            <a:endParaRPr lang="ko-KR">
              <a:solidFill>
                <a:srgbClr val="000000"/>
              </a:solidFill>
              <a:latin typeface="Calibri"/>
              <a:ea typeface="Calibri"/>
              <a:cs typeface="Calibri"/>
            </a:endParaRPr>
          </a:p>
        </p:txBody>
      </p:sp>
      <p:sp>
        <p:nvSpPr>
          <p:cNvPr id="81" name="dp41-comparison / n86">
            <a:extLst>
              <a:ext uri="{FF2B5EF4-FFF2-40B4-BE49-F238E27FC236}">
                <ns2:creationId id="{E7C4831B-0281-4076-B54C-D38F5FCF8DD9}"/>
              </a:ext>
            </a:extLst>
          </p:cNvPr>
          <p:cNvSpPr>
            <a:spLocks noGrp="1"/>
          </p:cNvSpPr>
          <p:nvPr/>
        </p:nvSpPr>
        <p:spPr>
          <a:xfrm>
            <a:off x="6762750" y="4019550"/>
            <a:ext cx="2238375" cy="381000"/>
          </a:xfrm>
          <a:prstGeom prst="roundRect">
            <a:avLst>
              <a:gd name="adj" fmla="val 20000"/>
            </a:avLst>
          </a:prstGeom>
          <a:solidFill>
            <a:srgbClr val="FFFFFF"/>
          </a:solidFill>
          <a:ln w="9525">
            <a:solidFill>
              <a:srgbClr val="000000"/>
            </a:solidFill>
            <a:prstDash val="solid"/>
          </a:ln>
        </p:spPr>
        <p:txBody>
          <a:bodyPr wrap="none" lIns="85725" tIns="85249" rIns="85725" bIns="609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83" name="dp41-comparison / n88">
            <a:extLst>
              <a:ext uri="{FF2B5EF4-FFF2-40B4-BE49-F238E27FC236}">
                <ns2:creationId id="{07086B55-AC6E-484E-BD22-D2898A2AE49E}"/>
              </a:ext>
            </a:extLst>
          </p:cNvPr>
          <p:cNvSpPr>
            <a:spLocks noGrp="1"/>
          </p:cNvSpPr>
          <p:nvPr/>
        </p:nvSpPr>
        <p:spPr>
          <a:xfrm>
            <a:off x="1666875" y="4981575"/>
            <a:ext cx="2524125" cy="523875"/>
          </a:xfrm>
          <a:prstGeom prst="can">
            <a:avLst>
              <a:gd name="adj" fmla="val 20000"/>
            </a:avLst>
          </a:prstGeom>
          <a:solidFill>
            <a:srgbClr val="FFFFFF"/>
          </a:solidFill>
          <a:ln w="9525">
            <a:solidFill>
              <a:srgbClr val="000000"/>
            </a:solidFill>
            <a:prstDash val="solid"/>
          </a:ln>
        </p:spPr>
        <p:txBody>
          <a:bodyPr wrap="none" lIns="85725" tIns="161925" rIns="85725" bIns="140970"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모델에 제공할 해석 맥락</a:t>
            </a:r>
            <a:endParaRPr lang="ko-KR">
              <a:solidFill>
                <a:srgbClr val="000000"/>
              </a:solidFill>
              <a:latin typeface="Calibri"/>
              <a:ea typeface="Calibri"/>
              <a:cs typeface="Calibri"/>
            </a:endParaRPr>
          </a:p>
        </p:txBody>
      </p:sp>
      <p:sp>
        <p:nvSpPr>
          <p:cNvPr id="85" name="dp41-comparison / n92 / path">
            <a:extLst>
              <a:ext uri="{FF2B5EF4-FFF2-40B4-BE49-F238E27FC236}">
                <ns2:creationId id="{559D5B10-6D6C-4EFB-B96D-726E73E7E6CB}"/>
              </a:ext>
            </a:extLst>
          </p:cNvPr>
          <p:cNvSpPr>
            <a:spLocks noGrp="1"/>
          </p:cNvSpPr>
          <p:nvPr/>
        </p:nvSpPr>
        <p:spPr>
          <a:xfrm>
            <a:off x="1976438" y="3190875"/>
            <a:ext cx="953" cy="828675"/>
          </a:xfrm>
          <a:custGeom>
            <a:pathLst>
              <a:path w="953" h="828675">
                <a:moveTo>
                  <a:pt x="0" y="828675"/>
                </a:moveTo>
                <a:lnTo>
                  <a:pt x="0" y="0"/>
                </a:lnTo>
              </a:path>
            </a:pathLst>
          </a:custGeom>
          <a:noFill/>
          <a:ln w="10478">
            <a:solidFill>
              <a:srgbClr val="B8753F"/>
            </a:solidFill>
            <a:prstDash val="solid"/>
          </a:ln>
        </p:spPr>
      </p:sp>
      <p:sp>
        <p:nvSpPr>
          <p:cNvPr id="86" name="dp41-comparison / n92 / arrow">
            <a:extLst>
              <a:ext uri="{FF2B5EF4-FFF2-40B4-BE49-F238E27FC236}">
                <ns2:creationId id="{1A6AB238-6339-4799-894A-D0C6C3443058}"/>
              </a:ext>
            </a:extLst>
          </p:cNvPr>
          <p:cNvSpPr>
            <a:spLocks noGrp="1"/>
          </p:cNvSpPr>
          <p:nvPr/>
        </p:nvSpPr>
        <p:spPr>
          <a:xfrm>
            <a:off x="1942910" y="3190875"/>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87" name="dp41-comparison / n93 / path">
            <a:extLst>
              <a:ext uri="{FF2B5EF4-FFF2-40B4-BE49-F238E27FC236}">
                <ns2:creationId id="{1FB98B68-E212-4613-BFEE-D91879A1674C}"/>
              </a:ext>
            </a:extLst>
          </p:cNvPr>
          <p:cNvSpPr>
            <a:spLocks noGrp="1"/>
          </p:cNvSpPr>
          <p:nvPr/>
        </p:nvSpPr>
        <p:spPr>
          <a:xfrm>
            <a:off x="3976688" y="3190875"/>
            <a:ext cx="953" cy="828675"/>
          </a:xfrm>
          <a:custGeom>
            <a:pathLst>
              <a:path w="953" h="828675">
                <a:moveTo>
                  <a:pt x="0" y="0"/>
                </a:moveTo>
                <a:lnTo>
                  <a:pt x="0" y="828675"/>
                </a:lnTo>
              </a:path>
            </a:pathLst>
          </a:custGeom>
          <a:noFill/>
          <a:ln w="10478">
            <a:solidFill>
              <a:srgbClr val="B8753F"/>
            </a:solidFill>
            <a:prstDash val="dash"/>
          </a:ln>
        </p:spPr>
      </p:sp>
      <p:sp>
        <p:nvSpPr>
          <p:cNvPr id="88" name="dp41-comparison / n93 / arrow">
            <a:extLst>
              <a:ext uri="{FF2B5EF4-FFF2-40B4-BE49-F238E27FC236}">
                <ns2:creationId id="{7858DFB3-95BA-4488-B8A2-83D54344E886}"/>
              </a:ext>
            </a:extLst>
          </p:cNvPr>
          <p:cNvSpPr>
            <a:spLocks noGrp="1"/>
          </p:cNvSpPr>
          <p:nvPr/>
        </p:nvSpPr>
        <p:spPr>
          <a:xfrm>
            <a:off x="3943160" y="39524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89" name="dp41-comparison / n98 / path">
            <a:extLst>
              <a:ext uri="{FF2B5EF4-FFF2-40B4-BE49-F238E27FC236}">
                <ns2:creationId id="{268D2F80-F77C-44E4-8204-6533198B836E}"/>
              </a:ext>
            </a:extLst>
          </p:cNvPr>
          <p:cNvSpPr>
            <a:spLocks noGrp="1"/>
          </p:cNvSpPr>
          <p:nvPr/>
        </p:nvSpPr>
        <p:spPr>
          <a:xfrm>
            <a:off x="4191000" y="4210050"/>
            <a:ext cx="2571750" cy="953"/>
          </a:xfrm>
          <a:custGeom>
            <a:pathLst>
              <a:path w="2571750" h="953">
                <a:moveTo>
                  <a:pt x="0" y="0"/>
                </a:moveTo>
                <a:lnTo>
                  <a:pt x="2571750" y="0"/>
                </a:lnTo>
              </a:path>
            </a:pathLst>
          </a:custGeom>
          <a:noFill/>
          <a:ln w="10478">
            <a:solidFill>
              <a:srgbClr val="B8753F"/>
            </a:solidFill>
            <a:prstDash val="solid"/>
          </a:ln>
        </p:spPr>
      </p:sp>
      <p:sp>
        <p:nvSpPr>
          <p:cNvPr id="90" name="dp41-comparison / n98 / arrow">
            <a:extLst>
              <a:ext uri="{FF2B5EF4-FFF2-40B4-BE49-F238E27FC236}">
                <ns2:creationId id="{883BE918-5276-40BE-91A7-43057E1F6BAA}"/>
              </a:ext>
            </a:extLst>
          </p:cNvPr>
          <p:cNvSpPr>
            <a:spLocks noGrp="1"/>
          </p:cNvSpPr>
          <p:nvPr/>
        </p:nvSpPr>
        <p:spPr>
          <a:xfrm>
            <a:off x="6695694" y="41765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91" name="dp41-comparison / n101 / path">
            <a:extLst>
              <a:ext uri="{FF2B5EF4-FFF2-40B4-BE49-F238E27FC236}">
                <ns2:creationId id="{5D7274DA-FD3D-4E79-9ED0-B9D22C69275C}"/>
              </a:ext>
            </a:extLst>
          </p:cNvPr>
          <p:cNvSpPr>
            <a:spLocks noGrp="1"/>
          </p:cNvSpPr>
          <p:nvPr/>
        </p:nvSpPr>
        <p:spPr>
          <a:xfrm>
            <a:off x="4191000" y="4210050"/>
            <a:ext cx="5000625" cy="1609725"/>
          </a:xfrm>
          <a:custGeom>
            <a:pathLst>
              <a:path w="5000625" h="1609725">
                <a:moveTo>
                  <a:pt x="4810125" y="0"/>
                </a:moveTo>
                <a:lnTo>
                  <a:pt x="5000625" y="0"/>
                </a:lnTo>
                <a:lnTo>
                  <a:pt x="5000625" y="1609725"/>
                </a:lnTo>
                <a:lnTo>
                  <a:pt x="238125" y="1609725"/>
                </a:lnTo>
                <a:lnTo>
                  <a:pt x="238125" y="1033463"/>
                </a:lnTo>
                <a:lnTo>
                  <a:pt x="0" y="1033463"/>
                </a:lnTo>
              </a:path>
            </a:pathLst>
          </a:custGeom>
          <a:noFill/>
          <a:ln w="10478">
            <a:solidFill>
              <a:srgbClr val="B8753F"/>
            </a:solidFill>
            <a:prstDash val="dash"/>
          </a:ln>
        </p:spPr>
      </p:sp>
      <p:sp>
        <p:nvSpPr>
          <p:cNvPr id="92" name="dp41-comparison / n101 / arrow">
            <a:extLst>
              <a:ext uri="{FF2B5EF4-FFF2-40B4-BE49-F238E27FC236}">
                <ns2:creationId id="{F062C26B-62CC-4897-BB25-F5D824405CD8}"/>
              </a:ext>
            </a:extLst>
          </p:cNvPr>
          <p:cNvSpPr>
            <a:spLocks noGrp="1"/>
          </p:cNvSpPr>
          <p:nvPr/>
        </p:nvSpPr>
        <p:spPr>
          <a:xfrm>
            <a:off x="4191000" y="5209985"/>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93" name="dp41-comparison / n104 / path">
            <a:extLst>
              <a:ext uri="{FF2B5EF4-FFF2-40B4-BE49-F238E27FC236}">
                <ns2:creationId id="{9CA15973-6558-440E-8356-6C0E9E819126}"/>
              </a:ext>
            </a:extLst>
          </p:cNvPr>
          <p:cNvSpPr>
            <a:spLocks noGrp="1"/>
          </p:cNvSpPr>
          <p:nvPr/>
        </p:nvSpPr>
        <p:spPr>
          <a:xfrm>
            <a:off x="3976688" y="4400550"/>
            <a:ext cx="953" cy="581025"/>
          </a:xfrm>
          <a:custGeom>
            <a:pathLst>
              <a:path w="953" h="581025">
                <a:moveTo>
                  <a:pt x="0" y="581025"/>
                </a:moveTo>
                <a:lnTo>
                  <a:pt x="0" y="0"/>
                </a:lnTo>
              </a:path>
            </a:pathLst>
          </a:custGeom>
          <a:noFill/>
          <a:ln w="10478">
            <a:solidFill>
              <a:srgbClr val="B8753F"/>
            </a:solidFill>
            <a:prstDash val="solid"/>
          </a:ln>
        </p:spPr>
      </p:sp>
      <p:sp>
        <p:nvSpPr>
          <p:cNvPr id="94" name="dp41-comparison / n104 / arrow">
            <a:extLst>
              <a:ext uri="{FF2B5EF4-FFF2-40B4-BE49-F238E27FC236}">
                <ns2:creationId id="{F8208B11-EB84-4E85-8D64-2A5157582C9E}"/>
              </a:ext>
            </a:extLst>
          </p:cNvPr>
          <p:cNvSpPr>
            <a:spLocks noGrp="1"/>
          </p:cNvSpPr>
          <p:nvPr/>
        </p:nvSpPr>
        <p:spPr>
          <a:xfrm>
            <a:off x="3943160" y="440055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95" name="dp41-comparison / n113">
            <a:extLst>
              <a:ext uri="{FF2B5EF4-FFF2-40B4-BE49-F238E27FC236}">
                <ns2:creationId id="{A5683A4B-6324-4811-9F58-0E48FBF118A1}"/>
              </a:ext>
            </a:extLst>
          </p:cNvPr>
          <p:cNvSpPr>
            <a:spLocks noGrp="1"/>
          </p:cNvSpPr>
          <p:nvPr/>
        </p:nvSpPr>
        <p:spPr>
          <a:xfrm>
            <a:off x="6762750" y="6019800"/>
            <a:ext cx="2238375" cy="304800"/>
          </a:xfrm>
          <a:prstGeom prst="roundRect">
            <a:avLst>
              <a:gd name="adj" fmla="val 25000"/>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의미 제안 검증기</a:t>
            </a:r>
            <a:endParaRPr lang="ko-KR">
              <a:solidFill>
                <a:srgbClr val="000000"/>
              </a:solidFill>
              <a:latin typeface="Calibri"/>
              <a:ea typeface="Calibri"/>
              <a:cs typeface="Calibri"/>
            </a:endParaRPr>
          </a:p>
        </p:txBody>
      </p:sp>
      <p:sp>
        <p:nvSpPr>
          <p:cNvPr id="97" name="dp41-comparison / n115 / path">
            <a:extLst>
              <a:ext uri="{FF2B5EF4-FFF2-40B4-BE49-F238E27FC236}">
                <ns2:creationId id="{BC878E8E-3D9C-4A34-A344-909745777063}"/>
              </a:ext>
            </a:extLst>
          </p:cNvPr>
          <p:cNvSpPr>
            <a:spLocks noGrp="1"/>
          </p:cNvSpPr>
          <p:nvPr/>
        </p:nvSpPr>
        <p:spPr>
          <a:xfrm>
            <a:off x="4191000" y="4324350"/>
            <a:ext cx="5095875" cy="1847850"/>
          </a:xfrm>
          <a:custGeom>
            <a:pathLst>
              <a:path w="5095875" h="1847850">
                <a:moveTo>
                  <a:pt x="0" y="0"/>
                </a:moveTo>
                <a:lnTo>
                  <a:pt x="5095875" y="0"/>
                </a:lnTo>
                <a:lnTo>
                  <a:pt x="5095875" y="1847850"/>
                </a:lnTo>
                <a:lnTo>
                  <a:pt x="4810125" y="1847850"/>
                </a:lnTo>
              </a:path>
            </a:pathLst>
          </a:custGeom>
          <a:noFill/>
          <a:ln w="10478">
            <a:solidFill>
              <a:srgbClr val="000000"/>
            </a:solidFill>
            <a:prstDash val="solid"/>
          </a:ln>
        </p:spPr>
      </p:sp>
      <p:sp>
        <p:nvSpPr>
          <p:cNvPr id="98" name="dp41-comparison / n115 / arrow">
            <a:extLst>
              <a:ext uri="{FF2B5EF4-FFF2-40B4-BE49-F238E27FC236}">
                <ns2:creationId id="{4B2340CC-6A06-4C24-A786-CE3756289947}"/>
              </a:ext>
            </a:extLst>
          </p:cNvPr>
          <p:cNvSpPr>
            <a:spLocks noGrp="1"/>
          </p:cNvSpPr>
          <p:nvPr/>
        </p:nvSpPr>
        <p:spPr>
          <a:xfrm>
            <a:off x="9001125" y="61386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99" name="dp41-comparison / n120 / path">
            <a:extLst>
              <a:ext uri="{FF2B5EF4-FFF2-40B4-BE49-F238E27FC236}">
                <ns2:creationId id="{C919AEB2-3F9F-42EF-A476-A5F2F1A1B3BC}"/>
              </a:ext>
            </a:extLst>
          </p:cNvPr>
          <p:cNvSpPr>
            <a:spLocks noGrp="1"/>
          </p:cNvSpPr>
          <p:nvPr/>
        </p:nvSpPr>
        <p:spPr>
          <a:xfrm>
            <a:off x="4071938" y="2743200"/>
            <a:ext cx="5281613" cy="1276350"/>
          </a:xfrm>
          <a:custGeom>
            <a:pathLst>
              <a:path w="5281613" h="1276350">
                <a:moveTo>
                  <a:pt x="3167063" y="0"/>
                </a:moveTo>
                <a:lnTo>
                  <a:pt x="3167063" y="76200"/>
                </a:lnTo>
                <a:lnTo>
                  <a:pt x="5281613" y="76200"/>
                </a:lnTo>
                <a:lnTo>
                  <a:pt x="5281613" y="828675"/>
                </a:lnTo>
                <a:lnTo>
                  <a:pt x="261938" y="828675"/>
                </a:lnTo>
                <a:lnTo>
                  <a:pt x="261938" y="1200150"/>
                </a:lnTo>
                <a:lnTo>
                  <a:pt x="0" y="1200150"/>
                </a:lnTo>
                <a:lnTo>
                  <a:pt x="0" y="1276350"/>
                </a:lnTo>
              </a:path>
            </a:pathLst>
          </a:custGeom>
          <a:noFill/>
          <a:ln w="10478">
            <a:solidFill>
              <a:srgbClr val="000000"/>
            </a:solidFill>
            <a:prstDash val="solid"/>
          </a:ln>
        </p:spPr>
      </p:sp>
      <p:sp>
        <p:nvSpPr>
          <p:cNvPr id="100" name="dp41-comparison / n120 / arrow">
            <a:extLst>
              <a:ext uri="{FF2B5EF4-FFF2-40B4-BE49-F238E27FC236}">
                <ns2:creationId id="{13E2A579-BDC8-42AE-AB96-A8DB1805FFA1}"/>
              </a:ext>
            </a:extLst>
          </p:cNvPr>
          <p:cNvSpPr>
            <a:spLocks noGrp="1"/>
          </p:cNvSpPr>
          <p:nvPr/>
        </p:nvSpPr>
        <p:spPr>
          <a:xfrm>
            <a:off x="4038410" y="39524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1" name="dp41-comparison / n121">
            <a:extLst>
              <a:ext uri="{FF2B5EF4-FFF2-40B4-BE49-F238E27FC236}">
                <ns2:creationId id="{61F563A9-8E00-492F-98C2-A68C42969033}"/>
              </a:ext>
            </a:extLst>
          </p:cNvPr>
          <p:cNvSpPr>
            <a:spLocks noGrp="1"/>
          </p:cNvSpPr>
          <p:nvPr/>
        </p:nvSpPr>
        <p:spPr>
          <a:xfrm>
            <a:off x="4362450"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103" name="dp41-comparison / n123 / path">
            <a:extLst>
              <a:ext uri="{FF2B5EF4-FFF2-40B4-BE49-F238E27FC236}">
                <ns2:creationId id="{9D056350-C4C2-4FDA-8895-BE63F6BC45AE}"/>
              </a:ext>
            </a:extLst>
          </p:cNvPr>
          <p:cNvSpPr>
            <a:spLocks noGrp="1"/>
          </p:cNvSpPr>
          <p:nvPr/>
        </p:nvSpPr>
        <p:spPr>
          <a:xfrm>
            <a:off x="5457825" y="4143375"/>
            <a:ext cx="4010025" cy="2505075"/>
          </a:xfrm>
          <a:custGeom>
            <a:pathLst>
              <a:path w="4010025" h="2505075">
                <a:moveTo>
                  <a:pt x="3543300" y="0"/>
                </a:moveTo>
                <a:lnTo>
                  <a:pt x="4010025" y="0"/>
                </a:lnTo>
                <a:lnTo>
                  <a:pt x="4010025" y="2400300"/>
                </a:lnTo>
                <a:lnTo>
                  <a:pt x="0" y="2400300"/>
                </a:lnTo>
                <a:lnTo>
                  <a:pt x="0" y="2505075"/>
                </a:lnTo>
              </a:path>
            </a:pathLst>
          </a:custGeom>
          <a:noFill/>
          <a:ln w="10478">
            <a:solidFill>
              <a:srgbClr val="000000"/>
            </a:solidFill>
            <a:prstDash val="solid"/>
          </a:ln>
        </p:spPr>
      </p:sp>
      <p:sp>
        <p:nvSpPr>
          <p:cNvPr id="104" name="dp41-comparison / n123 / arrow">
            <a:extLst>
              <a:ext uri="{FF2B5EF4-FFF2-40B4-BE49-F238E27FC236}">
                <ns2:creationId id="{02B33E67-6F66-4D16-A793-F2C2F797AEBC}"/>
              </a:ext>
            </a:extLst>
          </p:cNvPr>
          <p:cNvSpPr>
            <a:spLocks noGrp="1"/>
          </p:cNvSpPr>
          <p:nvPr/>
        </p:nvSpPr>
        <p:spPr>
          <a:xfrm>
            <a:off x="5424297"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5" name="dp41-comparison / n124 / path">
            <a:extLst>
              <a:ext uri="{FF2B5EF4-FFF2-40B4-BE49-F238E27FC236}">
                <ns2:creationId id="{439075C7-6387-4305-B8C1-D52A4F18022C}"/>
              </a:ext>
            </a:extLst>
          </p:cNvPr>
          <p:cNvSpPr>
            <a:spLocks noGrp="1"/>
          </p:cNvSpPr>
          <p:nvPr/>
        </p:nvSpPr>
        <p:spPr>
          <a:xfrm>
            <a:off x="5543550" y="4286250"/>
            <a:ext cx="3848100" cy="2362200"/>
          </a:xfrm>
          <a:custGeom>
            <a:pathLst>
              <a:path w="3848100" h="2362200">
                <a:moveTo>
                  <a:pt x="0" y="2362200"/>
                </a:moveTo>
                <a:lnTo>
                  <a:pt x="0" y="2305050"/>
                </a:lnTo>
                <a:lnTo>
                  <a:pt x="3848100" y="2305050"/>
                </a:lnTo>
                <a:lnTo>
                  <a:pt x="3848100" y="0"/>
                </a:lnTo>
                <a:lnTo>
                  <a:pt x="3457575" y="0"/>
                </a:lnTo>
              </a:path>
            </a:pathLst>
          </a:custGeom>
          <a:noFill/>
          <a:ln w="10478">
            <a:solidFill>
              <a:srgbClr val="000000"/>
            </a:solidFill>
            <a:prstDash val="dash"/>
          </a:ln>
        </p:spPr>
      </p:sp>
      <p:sp>
        <p:nvSpPr>
          <p:cNvPr id="106" name="dp41-comparison / n124 / arrow">
            <a:extLst>
              <a:ext uri="{FF2B5EF4-FFF2-40B4-BE49-F238E27FC236}">
                <ns2:creationId id="{8474D630-4014-4AA9-8209-DE5457B3C01E}"/>
              </a:ext>
            </a:extLst>
          </p:cNvPr>
          <p:cNvSpPr>
            <a:spLocks noGrp="1"/>
          </p:cNvSpPr>
          <p:nvPr/>
        </p:nvSpPr>
        <p:spPr>
          <a:xfrm>
            <a:off x="9001125" y="425272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07" name="dp41-comparison / n125">
            <a:extLst>
              <a:ext uri="{FF2B5EF4-FFF2-40B4-BE49-F238E27FC236}">
                <ns2:creationId id="{8DCF1B6E-0F96-4F9F-8AEC-C90E790E6C05}"/>
              </a:ext>
            </a:extLst>
          </p:cNvPr>
          <p:cNvSpPr>
            <a:spLocks noGrp="1"/>
          </p:cNvSpPr>
          <p:nvPr/>
        </p:nvSpPr>
        <p:spPr>
          <a:xfrm>
            <a:off x="7096125"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09" name="dp41-comparison / n127 / path">
            <a:extLst>
              <a:ext uri="{FF2B5EF4-FFF2-40B4-BE49-F238E27FC236}">
                <ns2:creationId id="{5662C839-6DA3-4AA3-BD93-96250B0B3F42}"/>
              </a:ext>
            </a:extLst>
          </p:cNvPr>
          <p:cNvSpPr>
            <a:spLocks noGrp="1"/>
          </p:cNvSpPr>
          <p:nvPr/>
        </p:nvSpPr>
        <p:spPr>
          <a:xfrm>
            <a:off x="8191500" y="4143375"/>
            <a:ext cx="1276350" cy="2505075"/>
          </a:xfrm>
          <a:custGeom>
            <a:pathLst>
              <a:path w="1276350" h="2505075">
                <a:moveTo>
                  <a:pt x="809625" y="0"/>
                </a:moveTo>
                <a:lnTo>
                  <a:pt x="1276350" y="0"/>
                </a:lnTo>
                <a:lnTo>
                  <a:pt x="1276350" y="2400300"/>
                </a:lnTo>
                <a:lnTo>
                  <a:pt x="0" y="2400300"/>
                </a:lnTo>
                <a:lnTo>
                  <a:pt x="0" y="2505075"/>
                </a:lnTo>
              </a:path>
            </a:pathLst>
          </a:custGeom>
          <a:noFill/>
          <a:ln w="10478">
            <a:solidFill>
              <a:srgbClr val="000000"/>
            </a:solidFill>
            <a:prstDash val="solid"/>
          </a:ln>
        </p:spPr>
      </p:sp>
      <p:sp>
        <p:nvSpPr>
          <p:cNvPr id="110" name="dp41-comparison / n127 / arrow">
            <a:extLst>
              <a:ext uri="{FF2B5EF4-FFF2-40B4-BE49-F238E27FC236}">
                <ns2:creationId id="{F1707B11-7F33-4C00-B5D3-8F7A93F1E6AE}"/>
              </a:ext>
            </a:extLst>
          </p:cNvPr>
          <p:cNvSpPr>
            <a:spLocks noGrp="1"/>
          </p:cNvSpPr>
          <p:nvPr/>
        </p:nvSpPr>
        <p:spPr>
          <a:xfrm>
            <a:off x="8157972"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1" name="dp41-comparison / n128 / path">
            <a:extLst>
              <a:ext uri="{FF2B5EF4-FFF2-40B4-BE49-F238E27FC236}">
                <ns2:creationId id="{387ACA3D-59B1-47D0-ABAA-20A0EB62245B}"/>
              </a:ext>
            </a:extLst>
          </p:cNvPr>
          <p:cNvSpPr>
            <a:spLocks noGrp="1"/>
          </p:cNvSpPr>
          <p:nvPr/>
        </p:nvSpPr>
        <p:spPr>
          <a:xfrm>
            <a:off x="8277225" y="4286250"/>
            <a:ext cx="1114425" cy="2362200"/>
          </a:xfrm>
          <a:custGeom>
            <a:pathLst>
              <a:path w="1114425" h="2362200">
                <a:moveTo>
                  <a:pt x="0" y="2362200"/>
                </a:moveTo>
                <a:lnTo>
                  <a:pt x="0" y="2305050"/>
                </a:lnTo>
                <a:lnTo>
                  <a:pt x="1114425" y="2305050"/>
                </a:lnTo>
                <a:lnTo>
                  <a:pt x="1114425" y="0"/>
                </a:lnTo>
                <a:lnTo>
                  <a:pt x="723900" y="0"/>
                </a:lnTo>
              </a:path>
            </a:pathLst>
          </a:custGeom>
          <a:noFill/>
          <a:ln w="10478">
            <a:solidFill>
              <a:srgbClr val="000000"/>
            </a:solidFill>
            <a:prstDash val="dash"/>
          </a:ln>
        </p:spPr>
      </p:sp>
      <p:sp>
        <p:nvSpPr>
          <p:cNvPr id="112" name="dp41-comparison / n128 / arrow">
            <a:extLst>
              <a:ext uri="{FF2B5EF4-FFF2-40B4-BE49-F238E27FC236}">
                <ns2:creationId id="{610A05F6-4128-4329-ACC7-1DB434F28EE8}"/>
              </a:ext>
            </a:extLst>
          </p:cNvPr>
          <p:cNvSpPr>
            <a:spLocks noGrp="1"/>
          </p:cNvSpPr>
          <p:nvPr/>
        </p:nvSpPr>
        <p:spPr>
          <a:xfrm>
            <a:off x="9001125" y="425272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13" name="dp41-comparison / n131 / path">
            <a:extLst>
              <a:ext uri="{FF2B5EF4-FFF2-40B4-BE49-F238E27FC236}">
                <ns2:creationId id="{8C1D765F-D376-4414-94A5-5CCA69B1FA14}"/>
              </a:ext>
            </a:extLst>
          </p:cNvPr>
          <p:cNvSpPr>
            <a:spLocks noGrp="1"/>
          </p:cNvSpPr>
          <p:nvPr/>
        </p:nvSpPr>
        <p:spPr>
          <a:xfrm>
            <a:off x="1476375" y="7067550"/>
            <a:ext cx="7953375" cy="953"/>
          </a:xfrm>
          <a:custGeom>
            <a:pathLst>
              <a:path w="7953375" h="953">
                <a:moveTo>
                  <a:pt x="0" y="0"/>
                </a:moveTo>
                <a:lnTo>
                  <a:pt x="7953375" y="0"/>
                </a:lnTo>
              </a:path>
            </a:pathLst>
          </a:custGeom>
          <a:noFill/>
          <a:ln w="10478">
            <a:solidFill>
              <a:srgbClr val="000000"/>
            </a:solidFill>
            <a:prstDash val="solid"/>
          </a:ln>
        </p:spPr>
      </p:sp>
      <p:sp>
        <p:nvSpPr>
          <p:cNvPr id="114" name="dp41-comparison / n134">
            <a:extLst>
              <a:ext uri="{FF2B5EF4-FFF2-40B4-BE49-F238E27FC236}">
                <ns2:creationId id="{77D5D840-FCEB-4477-A07B-F6938C147016}"/>
              </a:ext>
            </a:extLst>
          </p:cNvPr>
          <p:cNvSpPr>
            <a:spLocks noGrp="1"/>
          </p:cNvSpPr>
          <p:nvPr/>
        </p:nvSpPr>
        <p:spPr>
          <a:xfrm>
            <a:off x="1666875" y="7362825"/>
            <a:ext cx="171450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다음 행동 판단</a:t>
            </a:r>
            <a:endParaRPr lang="ko-KR">
              <a:solidFill>
                <a:srgbClr val="000000"/>
              </a:solidFill>
              <a:latin typeface="Calibri"/>
              <a:ea typeface="Calibri"/>
              <a:cs typeface="Calibri"/>
            </a:endParaRPr>
          </a:p>
        </p:txBody>
      </p:sp>
      <p:sp>
        <p:nvSpPr>
          <p:cNvPr id="116" name="dp41-comparison / n136">
            <a:extLst>
              <a:ext uri="{FF2B5EF4-FFF2-40B4-BE49-F238E27FC236}">
                <ns2:creationId id="{E3741AB9-09A6-409C-892C-2493A6AD4A53}"/>
              </a:ext>
            </a:extLst>
          </p:cNvPr>
          <p:cNvSpPr>
            <a:spLocks noGrp="1"/>
          </p:cNvSpPr>
          <p:nvPr/>
        </p:nvSpPr>
        <p:spPr>
          <a:xfrm>
            <a:off x="4048125" y="7296150"/>
            <a:ext cx="1428750" cy="400050"/>
          </a:xfrm>
          <a:prstGeom prst="diamond">
            <a:avLst/>
          </a:prstGeom>
          <a:solidFill>
            <a:srgbClr val="FFFFFF"/>
          </a:solidFill>
          <a:ln w="9525">
            <a:solidFill>
              <a:srgbClr val="000000"/>
            </a:solidFill>
            <a:prstDash val="solid"/>
          </a:ln>
        </p:spPr>
        <p:txBody>
          <a:bodyPr wrap="none" lIns="0" tIns="0" rIns="0" bIns="0" anchor="ctr">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다음 행동?</a:t>
            </a:r>
            <a:endParaRPr lang="ko-KR">
              <a:solidFill>
                <a:srgbClr val="000000"/>
              </a:solidFill>
              <a:latin typeface="Calibri"/>
              <a:ea typeface="Calibri"/>
              <a:cs typeface="Calibri"/>
            </a:endParaRPr>
          </a:p>
        </p:txBody>
      </p:sp>
      <p:sp>
        <p:nvSpPr>
          <p:cNvPr id="118" name="dp41-comparison / n138">
            <a:extLst>
              <a:ext uri="{FF2B5EF4-FFF2-40B4-BE49-F238E27FC236}">
                <ns2:creationId id="{C1DEB268-D3EA-426A-8085-BFAD0BA718EA}"/>
              </a:ext>
            </a:extLst>
          </p:cNvPr>
          <p:cNvSpPr>
            <a:spLocks noGrp="1"/>
          </p:cNvSpPr>
          <p:nvPr/>
        </p:nvSpPr>
        <p:spPr>
          <a:xfrm>
            <a:off x="6429375" y="7362825"/>
            <a:ext cx="209550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도구: 지정한 자료 조회</a:t>
            </a:r>
            <a:endParaRPr lang="ko-KR">
              <a:solidFill>
                <a:srgbClr val="000000"/>
              </a:solidFill>
              <a:latin typeface="Calibri"/>
              <a:ea typeface="Calibri"/>
              <a:cs typeface="Calibri"/>
            </a:endParaRPr>
          </a:p>
        </p:txBody>
      </p:sp>
      <p:sp>
        <p:nvSpPr>
          <p:cNvPr id="120" name="dp41-comparison / n140">
            <a:extLst>
              <a:ext uri="{FF2B5EF4-FFF2-40B4-BE49-F238E27FC236}">
                <ns2:creationId id="{9B138D3D-EF92-4267-B900-ED27A7AF5B1B}"/>
              </a:ext>
            </a:extLst>
          </p:cNvPr>
          <p:cNvSpPr>
            <a:spLocks noGrp="1"/>
          </p:cNvSpPr>
          <p:nvPr/>
        </p:nvSpPr>
        <p:spPr>
          <a:xfrm>
            <a:off x="6953250" y="7953375"/>
            <a:ext cx="2238375" cy="276225"/>
          </a:xfrm>
          <a:prstGeom prst="rect">
            <a:avLst/>
          </a:prstGeom>
          <a:solidFill>
            <a:srgbClr val="FFFFFF"/>
          </a:solidFill>
          <a:ln w="9525">
            <a:solidFill>
              <a:srgbClr val="000000"/>
            </a:solidFill>
            <a:prstDash val="solid"/>
          </a:ln>
        </p:spPr>
        <p:txBody>
          <a:bodyPr wrap="none" lIns="85725" tIns="45244" rIns="85725" bIns="2381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의미 / 질문 제안</a:t>
            </a:r>
            <a:endParaRPr lang="ko-KR">
              <a:solidFill>
                <a:srgbClr val="000000"/>
              </a:solidFill>
              <a:latin typeface="Calibri"/>
              <a:ea typeface="Calibri"/>
              <a:cs typeface="Calibri"/>
            </a:endParaRPr>
          </a:p>
        </p:txBody>
      </p:sp>
      <p:sp>
        <p:nvSpPr>
          <p:cNvPr id="122" name="dp41-comparison / n142 / path">
            <a:extLst>
              <a:ext uri="{FF2B5EF4-FFF2-40B4-BE49-F238E27FC236}">
                <ns2:creationId id="{597B22AD-1C23-402C-926C-9500CFE34A07}"/>
              </a:ext>
            </a:extLst>
          </p:cNvPr>
          <p:cNvSpPr>
            <a:spLocks noGrp="1"/>
          </p:cNvSpPr>
          <p:nvPr/>
        </p:nvSpPr>
        <p:spPr>
          <a:xfrm>
            <a:off x="3381375" y="7496175"/>
            <a:ext cx="666750" cy="953"/>
          </a:xfrm>
          <a:custGeom>
            <a:pathLst>
              <a:path w="666750" h="953">
                <a:moveTo>
                  <a:pt x="0" y="0"/>
                </a:moveTo>
                <a:lnTo>
                  <a:pt x="666750" y="0"/>
                </a:lnTo>
              </a:path>
            </a:pathLst>
          </a:custGeom>
          <a:noFill/>
          <a:ln w="10478">
            <a:solidFill>
              <a:srgbClr val="000000"/>
            </a:solidFill>
            <a:prstDash val="solid"/>
          </a:ln>
        </p:spPr>
      </p:sp>
      <p:sp>
        <p:nvSpPr>
          <p:cNvPr id="123" name="dp41-comparison / n142 / arrow">
            <a:extLst>
              <a:ext uri="{FF2B5EF4-FFF2-40B4-BE49-F238E27FC236}">
                <ns2:creationId id="{03856A93-F2F1-4B73-A409-AF7C18992FDE}"/>
              </a:ext>
            </a:extLst>
          </p:cNvPr>
          <p:cNvSpPr>
            <a:spLocks noGrp="1"/>
          </p:cNvSpPr>
          <p:nvPr/>
        </p:nvSpPr>
        <p:spPr>
          <a:xfrm>
            <a:off x="3981069"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24" name="dp41-comparison / n143 / path">
            <a:extLst>
              <a:ext uri="{FF2B5EF4-FFF2-40B4-BE49-F238E27FC236}">
                <ns2:creationId id="{E2FBC27F-4F1A-4BDE-8625-2D41FF134E70}"/>
              </a:ext>
            </a:extLst>
          </p:cNvPr>
          <p:cNvSpPr>
            <a:spLocks noGrp="1"/>
          </p:cNvSpPr>
          <p:nvPr/>
        </p:nvSpPr>
        <p:spPr>
          <a:xfrm>
            <a:off x="5476875" y="7496175"/>
            <a:ext cx="952500" cy="953"/>
          </a:xfrm>
          <a:custGeom>
            <a:pathLst>
              <a:path w="952500" h="953">
                <a:moveTo>
                  <a:pt x="0" y="0"/>
                </a:moveTo>
                <a:lnTo>
                  <a:pt x="952500" y="0"/>
                </a:lnTo>
              </a:path>
            </a:pathLst>
          </a:custGeom>
          <a:noFill/>
          <a:ln w="10478">
            <a:solidFill>
              <a:srgbClr val="000000"/>
            </a:solidFill>
            <a:prstDash val="solid"/>
          </a:ln>
        </p:spPr>
      </p:sp>
      <p:sp>
        <p:nvSpPr>
          <p:cNvPr id="125" name="dp41-comparison / n143 / arrow">
            <a:extLst>
              <a:ext uri="{FF2B5EF4-FFF2-40B4-BE49-F238E27FC236}">
                <ns2:creationId id="{9F842904-827F-467E-8D2F-E1190BC31AC8}"/>
              </a:ext>
            </a:extLst>
          </p:cNvPr>
          <p:cNvSpPr>
            <a:spLocks noGrp="1"/>
          </p:cNvSpPr>
          <p:nvPr/>
        </p:nvSpPr>
        <p:spPr>
          <a:xfrm>
            <a:off x="6362319"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26" name="dp41-comparison / n146 / path">
            <a:extLst>
              <a:ext uri="{FF2B5EF4-FFF2-40B4-BE49-F238E27FC236}">
                <ns2:creationId id="{A53EB285-4815-4FD5-ADF8-12E4D7919FAF}"/>
              </a:ext>
            </a:extLst>
          </p:cNvPr>
          <p:cNvSpPr>
            <a:spLocks noGrp="1"/>
          </p:cNvSpPr>
          <p:nvPr/>
        </p:nvSpPr>
        <p:spPr>
          <a:xfrm>
            <a:off x="2524125" y="7629525"/>
            <a:ext cx="4953000" cy="152400"/>
          </a:xfrm>
          <a:custGeom>
            <a:pathLst>
              <a:path w="4953000" h="152400">
                <a:moveTo>
                  <a:pt x="4953000" y="0"/>
                </a:moveTo>
                <a:lnTo>
                  <a:pt x="4953000" y="152400"/>
                </a:lnTo>
                <a:lnTo>
                  <a:pt x="0" y="152400"/>
                </a:lnTo>
                <a:lnTo>
                  <a:pt x="0" y="0"/>
                </a:lnTo>
              </a:path>
            </a:pathLst>
          </a:custGeom>
          <a:noFill/>
          <a:ln w="10478">
            <a:solidFill>
              <a:srgbClr val="000000"/>
            </a:solidFill>
            <a:prstDash val="solid"/>
          </a:ln>
        </p:spPr>
      </p:sp>
      <p:sp>
        <p:nvSpPr>
          <p:cNvPr id="127" name="dp41-comparison / n146 / arrow">
            <a:extLst>
              <a:ext uri="{FF2B5EF4-FFF2-40B4-BE49-F238E27FC236}">
                <ns2:creationId id="{7438F550-F988-4801-92D7-269A45971C41}"/>
              </a:ext>
            </a:extLst>
          </p:cNvPr>
          <p:cNvSpPr>
            <a:spLocks noGrp="1"/>
          </p:cNvSpPr>
          <p:nvPr/>
        </p:nvSpPr>
        <p:spPr>
          <a:xfrm>
            <a:off x="2490597" y="76295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28" name="dp41-comparison / n149 / path">
            <a:extLst>
              <a:ext uri="{FF2B5EF4-FFF2-40B4-BE49-F238E27FC236}">
                <ns2:creationId id="{99DDDECC-115F-4169-81FD-FA9AE4DCD29A}"/>
              </a:ext>
            </a:extLst>
          </p:cNvPr>
          <p:cNvSpPr>
            <a:spLocks noGrp="1"/>
          </p:cNvSpPr>
          <p:nvPr/>
        </p:nvSpPr>
        <p:spPr>
          <a:xfrm>
            <a:off x="4762500" y="7696200"/>
            <a:ext cx="2190750" cy="395288"/>
          </a:xfrm>
          <a:custGeom>
            <a:pathLst>
              <a:path w="2190750" h="395288">
                <a:moveTo>
                  <a:pt x="0" y="0"/>
                </a:moveTo>
                <a:lnTo>
                  <a:pt x="0" y="395288"/>
                </a:lnTo>
                <a:lnTo>
                  <a:pt x="2190750" y="395288"/>
                </a:lnTo>
              </a:path>
            </a:pathLst>
          </a:custGeom>
          <a:noFill/>
          <a:ln w="10478">
            <a:solidFill>
              <a:srgbClr val="000000"/>
            </a:solidFill>
            <a:prstDash val="solid"/>
          </a:ln>
        </p:spPr>
      </p:sp>
      <p:sp>
        <p:nvSpPr>
          <p:cNvPr id="129" name="dp41-comparison / n149 / arrow">
            <a:extLst>
              <a:ext uri="{FF2B5EF4-FFF2-40B4-BE49-F238E27FC236}">
                <ns2:creationId id="{0BB4A9FD-608E-44DE-BEC5-F30BD0DE004C}"/>
              </a:ext>
            </a:extLst>
          </p:cNvPr>
          <p:cNvSpPr>
            <a:spLocks noGrp="1"/>
          </p:cNvSpPr>
          <p:nvPr/>
        </p:nvSpPr>
        <p:spPr>
          <a:xfrm>
            <a:off x="6886194" y="8057960"/>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30" name="dp41-comparison / n64">
            <a:extLst>
              <a:ext uri="{FF2B5EF4-FFF2-40B4-BE49-F238E27FC236}">
                <ns2:creationId id="{D779FDF0-ED26-47BA-A77C-2785ED767825}"/>
              </a:ext>
            </a:extLst>
          </p:cNvPr>
          <p:cNvSpPr>
            <a:spLocks noGrp="1"/>
          </p:cNvSpPr>
          <p:nvPr/>
        </p:nvSpPr>
        <p:spPr>
          <a:xfrm>
            <a:off x="1571625" y="2409825"/>
            <a:ext cx="1428750" cy="333375"/>
          </a:xfrm>
          <a:custGeom>
            <a:pathLst>
              <a:path w="1428750" h="333375">
                <a:moveTo>
                  <a:pt x="0" y="0"/>
                </a:moveTo>
                <a:lnTo>
                  <a:pt x="1257300" y="0"/>
                </a:lnTo>
                <a:lnTo>
                  <a:pt x="1428750" y="171450"/>
                </a:lnTo>
                <a:lnTo>
                  <a:pt x="1428750" y="333375"/>
                </a:lnTo>
                <a:lnTo>
                  <a:pt x="0" y="333375"/>
                </a:lnTo>
                <a:close/>
              </a:path>
            </a:pathLst>
          </a:custGeom>
          <a:solidFill>
            <a:srgbClr val="FFFFFF"/>
          </a:solidFill>
          <a:ln w="9525">
            <a:solidFill>
              <a:srgbClr val="000000"/>
            </a:solidFill>
            <a:prstDash val="solid"/>
          </a:ln>
        </p:spPr>
        <p:txBody>
          <a:bodyPr wrap="none" lIns="95250" tIns="57150" rIns="171450" bIns="55245"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사용자 발화</a:t>
            </a:r>
            <a:endParaRPr lang="ko-KR">
              <a:solidFill>
                <a:srgbClr val="000000"/>
              </a:solidFill>
              <a:latin typeface="Calibri"/>
              <a:ea typeface="Calibri"/>
              <a:cs typeface="Calibri"/>
            </a:endParaRPr>
          </a:p>
        </p:txBody>
      </p:sp>
      <p:sp>
        <p:nvSpPr>
          <p:cNvPr id="131" name="dp41-comparison / n64 / fold">
            <a:extLst>
              <a:ext uri="{FF2B5EF4-FFF2-40B4-BE49-F238E27FC236}">
                <ns2:creationId id="{13E42500-9E01-4670-A317-87B406F30915}"/>
              </a:ext>
            </a:extLst>
          </p:cNvPr>
          <p:cNvSpPr>
            <a:spLocks noGrp="1"/>
          </p:cNvSpPr>
          <p:nvPr/>
        </p:nvSpPr>
        <p:spPr>
          <a:xfrm>
            <a:off x="2828925"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33" name="dp41-comparison / n74">
            <a:extLst>
              <a:ext uri="{FF2B5EF4-FFF2-40B4-BE49-F238E27FC236}">
                <ns2:creationId id="{26A39678-1D34-4300-A50F-037318A2D8C9}"/>
              </a:ext>
            </a:extLst>
          </p:cNvPr>
          <p:cNvSpPr>
            <a:spLocks noGrp="1"/>
          </p:cNvSpPr>
          <p:nvPr/>
        </p:nvSpPr>
        <p:spPr>
          <a:xfrm>
            <a:off x="4505325" y="2943225"/>
            <a:ext cx="3050477" cy="167640"/>
          </a:xfrm>
          <a:prstGeom prst="rect">
            <a:avLst/>
          </a:prstGeom>
          <a:solidFill>
            <a:srgbClr val="FFFFFF"/>
          </a:solidFill>
          <a:ln w="0">
            <a:noFill/>
            <a:prstDash val="solid"/>
          </a:ln>
        </p:spPr>
      </p:sp>
      <p:sp>
        <p:nvSpPr>
          <p:cNvPr id="134" name="dp41-comparison / n75 / text 1">
            <a:extLst>
              <a:ext uri="{FF2B5EF4-FFF2-40B4-BE49-F238E27FC236}">
                <ns2:creationId id="{3B5CA446-008C-4AE8-9001-DF2360D92C81}"/>
              </a:ext>
            </a:extLst>
          </p:cNvPr>
          <p:cNvSpPr>
            <a:spLocks noGrp="1"/>
          </p:cNvSpPr>
          <p:nvPr/>
        </p:nvSpPr>
        <p:spPr>
          <a:xfrm>
            <a:off x="4524375" y="2952750"/>
            <a:ext cx="4667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Model Access 경유 / 조회 결과마다 모델 재판단</a:t>
            </a:r>
            <a:endParaRPr lang="ko-KR">
              <a:solidFill>
                <a:srgbClr val="000000"/>
              </a:solidFill>
              <a:latin typeface="Calibri"/>
              <a:ea typeface="Calibri"/>
              <a:cs typeface="Calibri"/>
            </a:endParaRPr>
          </a:p>
        </p:txBody>
      </p:sp>
      <p:sp>
        <p:nvSpPr>
          <p:cNvPr id="135" name="dp41-comparison / n76">
            <a:extLst>
              <a:ext uri="{FF2B5EF4-FFF2-40B4-BE49-F238E27FC236}">
                <ns2:creationId id="{E982A62A-7C04-47F1-99FF-ECA251A07417}"/>
              </a:ext>
            </a:extLst>
          </p:cNvPr>
          <p:cNvSpPr>
            <a:spLocks noGrp="1"/>
          </p:cNvSpPr>
          <p:nvPr/>
        </p:nvSpPr>
        <p:spPr>
          <a:xfrm>
            <a:off x="4648200" y="3314700"/>
            <a:ext cx="3272028" cy="224790"/>
          </a:xfrm>
          <a:prstGeom prst="rect">
            <a:avLst/>
          </a:prstGeom>
          <a:solidFill>
            <a:srgbClr val="FFFFFF"/>
          </a:solidFill>
          <a:ln w="0">
            <a:noFill/>
            <a:prstDash val="solid"/>
          </a:ln>
        </p:spPr>
      </p:sp>
      <p:sp>
        <p:nvSpPr>
          <p:cNvPr id="136" name="dp41-comparison / n77 / text 1">
            <a:extLst>
              <a:ext uri="{FF2B5EF4-FFF2-40B4-BE49-F238E27FC236}">
                <ns2:creationId id="{FC454F16-F91B-4341-BC9B-4A4E798134B4}"/>
              </a:ext>
            </a:extLst>
          </p:cNvPr>
          <p:cNvSpPr>
            <a:spLocks noGrp="1"/>
          </p:cNvSpPr>
          <p:nvPr/>
        </p:nvSpPr>
        <p:spPr>
          <a:xfrm>
            <a:off x="4667250" y="3324225"/>
            <a:ext cx="4572000" cy="248602"/>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A: 모델이 결과를 보고 다음 조회 선택</a:t>
            </a:r>
            <a:endParaRPr lang="ko-KR">
              <a:solidFill>
                <a:srgbClr val="000000"/>
              </a:solidFill>
              <a:latin typeface="Calibri"/>
              <a:ea typeface="Calibri"/>
              <a:cs typeface="Calibri"/>
            </a:endParaRPr>
          </a:p>
        </p:txBody>
      </p:sp>
      <p:sp>
        <p:nvSpPr>
          <p:cNvPr id="137" name="dp41-comparison / n80">
            <a:extLst>
              <a:ext uri="{FF2B5EF4-FFF2-40B4-BE49-F238E27FC236}">
                <ns2:creationId id="{6584029A-B0E7-4B06-AB22-EFBF3160C0F3}"/>
              </a:ext>
            </a:extLst>
          </p:cNvPr>
          <p:cNvSpPr>
            <a:spLocks noGrp="1"/>
          </p:cNvSpPr>
          <p:nvPr/>
        </p:nvSpPr>
        <p:spPr>
          <a:xfrm>
            <a:off x="7505700" y="3114675"/>
            <a:ext cx="730568" cy="190500"/>
          </a:xfrm>
          <a:prstGeom prst="rect">
            <a:avLst/>
          </a:prstGeom>
          <a:solidFill>
            <a:srgbClr val="FFFFFF"/>
          </a:solidFill>
          <a:ln w="0">
            <a:noFill/>
            <a:prstDash val="solid"/>
          </a:ln>
        </p:spPr>
      </p:sp>
      <p:sp>
        <p:nvSpPr>
          <p:cNvPr id="138" name="dp41-comparison / n81 / text 1">
            <a:extLst>
              <a:ext uri="{FF2B5EF4-FFF2-40B4-BE49-F238E27FC236}">
                <ns2:creationId id="{13CEADB9-2FDD-4DAF-9147-349E2970B5A1}"/>
              </a:ext>
            </a:extLst>
          </p:cNvPr>
          <p:cNvSpPr>
            <a:spLocks noGrp="1"/>
          </p:cNvSpPr>
          <p:nvPr/>
        </p:nvSpPr>
        <p:spPr>
          <a:xfrm>
            <a:off x="7524750" y="3124200"/>
            <a:ext cx="1762125"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해석 시작</a:t>
            </a:r>
            <a:endParaRPr lang="ko-KR">
              <a:solidFill>
                <a:srgbClr val="000000"/>
              </a:solidFill>
              <a:latin typeface="Calibri"/>
              <a:ea typeface="Calibri"/>
              <a:cs typeface="Calibri"/>
            </a:endParaRPr>
          </a:p>
        </p:txBody>
      </p:sp>
      <p:sp>
        <p:nvSpPr>
          <p:cNvPr id="139" name="dp41-comparison / n84">
            <a:extLst>
              <a:ext uri="{FF2B5EF4-FFF2-40B4-BE49-F238E27FC236}">
                <ns2:creationId id="{D8FFE8C1-3912-4BD5-847C-099FC29EE2C9}"/>
              </a:ext>
            </a:extLst>
          </p:cNvPr>
          <p:cNvSpPr>
            <a:spLocks noGrp="1"/>
          </p:cNvSpPr>
          <p:nvPr/>
        </p:nvSpPr>
        <p:spPr>
          <a:xfrm>
            <a:off x="1647825" y="4429125"/>
            <a:ext cx="1911858" cy="156210"/>
          </a:xfrm>
          <a:prstGeom prst="rect">
            <a:avLst/>
          </a:prstGeom>
          <a:solidFill>
            <a:srgbClr val="FFFFFF"/>
          </a:solidFill>
          <a:ln w="0">
            <a:noFill/>
            <a:prstDash val="solid"/>
          </a:ln>
        </p:spPr>
      </p:sp>
      <p:sp>
        <p:nvSpPr>
          <p:cNvPr id="140" name="dp41-comparison / n85 / text 1">
            <a:extLst>
              <a:ext uri="{FF2B5EF4-FFF2-40B4-BE49-F238E27FC236}">
                <ns2:creationId id="{63944F3E-FD9A-463E-8BD4-9D3269E50512}"/>
              </a:ext>
            </a:extLst>
          </p:cNvPr>
          <p:cNvSpPr>
            <a:spLocks noGrp="1"/>
          </p:cNvSpPr>
          <p:nvPr/>
        </p:nvSpPr>
        <p:spPr>
          <a:xfrm>
            <a:off x="1666875" y="4438650"/>
            <a:ext cx="26670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코드: 모델 호출, 도구 결과 대응</a:t>
            </a:r>
            <a:endParaRPr lang="ko-KR">
              <a:solidFill>
                <a:srgbClr val="000000"/>
              </a:solidFill>
              <a:latin typeface="Calibri"/>
              <a:ea typeface="Calibri"/>
              <a:cs typeface="Calibri"/>
            </a:endParaRPr>
          </a:p>
        </p:txBody>
      </p:sp>
      <p:sp>
        <p:nvSpPr>
          <p:cNvPr id="141" name="dp41-comparison / n90">
            <a:extLst>
              <a:ext uri="{FF2B5EF4-FFF2-40B4-BE49-F238E27FC236}">
                <ns2:creationId id="{4F5BBE5E-708C-41CA-B10A-7B684567D5F4}"/>
              </a:ext>
            </a:extLst>
          </p:cNvPr>
          <p:cNvSpPr>
            <a:spLocks noGrp="1"/>
          </p:cNvSpPr>
          <p:nvPr/>
        </p:nvSpPr>
        <p:spPr>
          <a:xfrm>
            <a:off x="1647825" y="5534025"/>
            <a:ext cx="2150745" cy="144780"/>
          </a:xfrm>
          <a:prstGeom prst="rect">
            <a:avLst/>
          </a:prstGeom>
          <a:solidFill>
            <a:srgbClr val="FFFFFF"/>
          </a:solidFill>
          <a:ln w="0">
            <a:noFill/>
            <a:prstDash val="solid"/>
          </a:ln>
        </p:spPr>
      </p:sp>
      <p:sp>
        <p:nvSpPr>
          <p:cNvPr id="142" name="dp41-comparison / n91 / text 1">
            <a:extLst>
              <a:ext uri="{FF2B5EF4-FFF2-40B4-BE49-F238E27FC236}">
                <ns2:creationId id="{D4349217-5459-4C33-BA1F-30059CCA4DDF}"/>
              </a:ext>
            </a:extLst>
          </p:cNvPr>
          <p:cNvSpPr>
            <a:spLocks noGrp="1"/>
          </p:cNvSpPr>
          <p:nvPr/>
        </p:nvSpPr>
        <p:spPr>
          <a:xfrm>
            <a:off x="1666875" y="5543550"/>
            <a:ext cx="2524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발화, 조회 결과, 이전 조건 / 임시 상태</a:t>
            </a:r>
            <a:endParaRPr lang="ko-KR">
              <a:solidFill>
                <a:srgbClr val="000000"/>
              </a:solidFill>
              <a:latin typeface="Calibri"/>
              <a:ea typeface="Calibri"/>
              <a:cs typeface="Calibri"/>
            </a:endParaRPr>
          </a:p>
        </p:txBody>
      </p:sp>
      <p:sp>
        <p:nvSpPr>
          <p:cNvPr id="143" name="dp41-comparison / n94">
            <a:extLst>
              <a:ext uri="{FF2B5EF4-FFF2-40B4-BE49-F238E27FC236}">
                <ns2:creationId id="{B792C8B9-3B34-481A-82CA-2A40EDAD7769}"/>
              </a:ext>
            </a:extLst>
          </p:cNvPr>
          <p:cNvSpPr>
            <a:spLocks noGrp="1"/>
          </p:cNvSpPr>
          <p:nvPr/>
        </p:nvSpPr>
        <p:spPr>
          <a:xfrm>
            <a:off x="2076450" y="3324225"/>
            <a:ext cx="1484376" cy="156210"/>
          </a:xfrm>
          <a:prstGeom prst="rect">
            <a:avLst/>
          </a:prstGeom>
          <a:solidFill>
            <a:srgbClr val="FFFFFF"/>
          </a:solidFill>
          <a:ln w="0">
            <a:noFill/>
            <a:prstDash val="solid"/>
          </a:ln>
        </p:spPr>
      </p:sp>
      <p:sp>
        <p:nvSpPr>
          <p:cNvPr id="144" name="dp41-comparison / n95 / text 1">
            <a:extLst>
              <a:ext uri="{FF2B5EF4-FFF2-40B4-BE49-F238E27FC236}">
                <ns2:creationId id="{C113BCC3-238E-4705-AAA6-75F4DB0E4624}"/>
              </a:ext>
            </a:extLst>
          </p:cNvPr>
          <p:cNvSpPr>
            <a:spLocks noGrp="1"/>
          </p:cNvSpPr>
          <p:nvPr/>
        </p:nvSpPr>
        <p:spPr>
          <a:xfrm>
            <a:off x="2095500" y="3333750"/>
            <a:ext cx="17335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① 결과와 원문으로 재호출</a:t>
            </a:r>
            <a:endParaRPr lang="ko-KR">
              <a:solidFill>
                <a:srgbClr val="000000"/>
              </a:solidFill>
              <a:latin typeface="Calibri"/>
              <a:ea typeface="Calibri"/>
              <a:cs typeface="Calibri"/>
            </a:endParaRPr>
          </a:p>
        </p:txBody>
      </p:sp>
      <p:sp>
        <p:nvSpPr>
          <p:cNvPr id="145" name="dp41-comparison / n96">
            <a:extLst>
              <a:ext uri="{FF2B5EF4-FFF2-40B4-BE49-F238E27FC236}">
                <ns2:creationId id="{C7005650-BD8D-4D79-AD90-E68B64759D80}"/>
              </a:ext>
            </a:extLst>
          </p:cNvPr>
          <p:cNvSpPr>
            <a:spLocks noGrp="1"/>
          </p:cNvSpPr>
          <p:nvPr/>
        </p:nvSpPr>
        <p:spPr>
          <a:xfrm>
            <a:off x="2076450" y="3495675"/>
            <a:ext cx="1670875" cy="144780"/>
          </a:xfrm>
          <a:prstGeom prst="rect">
            <a:avLst/>
          </a:prstGeom>
          <a:solidFill>
            <a:srgbClr val="FFFFFF"/>
          </a:solidFill>
          <a:ln w="0">
            <a:noFill/>
            <a:prstDash val="solid"/>
          </a:ln>
        </p:spPr>
      </p:sp>
      <p:sp>
        <p:nvSpPr>
          <p:cNvPr id="146" name="dp41-comparison / n97 / text 1">
            <a:extLst>
              <a:ext uri="{FF2B5EF4-FFF2-40B4-BE49-F238E27FC236}">
                <ns2:creationId id="{670DC8ED-0ABB-44C7-9654-D1AF13FF3561}"/>
              </a:ext>
            </a:extLst>
          </p:cNvPr>
          <p:cNvSpPr>
            <a:spLocks noGrp="1"/>
          </p:cNvSpPr>
          <p:nvPr/>
        </p:nvSpPr>
        <p:spPr>
          <a:xfrm>
            <a:off x="2095500" y="3505200"/>
            <a:ext cx="17335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모델: 조회 / 질문 / 의미 선택</a:t>
            </a:r>
            <a:endParaRPr lang="ko-KR">
              <a:solidFill>
                <a:srgbClr val="000000"/>
              </a:solidFill>
              <a:latin typeface="Calibri"/>
              <a:ea typeface="Calibri"/>
              <a:cs typeface="Calibri"/>
            </a:endParaRPr>
          </a:p>
        </p:txBody>
      </p:sp>
      <p:sp>
        <p:nvSpPr>
          <p:cNvPr id="147" name="dp41-comparison / n99">
            <a:extLst>
              <a:ext uri="{FF2B5EF4-FFF2-40B4-BE49-F238E27FC236}">
                <ns2:creationId id="{A74A6FE6-E5CE-4245-A57B-4C0FA0A530C2}"/>
              </a:ext>
            </a:extLst>
          </p:cNvPr>
          <p:cNvSpPr>
            <a:spLocks noGrp="1"/>
          </p:cNvSpPr>
          <p:nvPr/>
        </p:nvSpPr>
        <p:spPr>
          <a:xfrm>
            <a:off x="4457700" y="4086225"/>
            <a:ext cx="1452372" cy="179070"/>
          </a:xfrm>
          <a:prstGeom prst="rect">
            <a:avLst/>
          </a:prstGeom>
          <a:solidFill>
            <a:srgbClr val="FFFFFF"/>
          </a:solidFill>
          <a:ln w="0">
            <a:noFill/>
            <a:prstDash val="solid"/>
          </a:ln>
        </p:spPr>
      </p:sp>
      <p:sp>
        <p:nvSpPr>
          <p:cNvPr id="148" name="dp41-comparison / n100 / text 1">
            <a:extLst>
              <a:ext uri="{FF2B5EF4-FFF2-40B4-BE49-F238E27FC236}">
                <ns2:creationId id="{45384195-8DED-4C15-AD52-B56398B66B41}"/>
              </a:ext>
            </a:extLst>
          </p:cNvPr>
          <p:cNvSpPr>
            <a:spLocks noGrp="1"/>
          </p:cNvSpPr>
          <p:nvPr/>
        </p:nvSpPr>
        <p:spPr>
          <a:xfrm>
            <a:off x="4476750" y="4095750"/>
            <a:ext cx="20955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② 모델이 선택한 조회</a:t>
            </a:r>
            <a:endParaRPr lang="ko-KR">
              <a:solidFill>
                <a:srgbClr val="000000"/>
              </a:solidFill>
              <a:latin typeface="Calibri"/>
              <a:ea typeface="Calibri"/>
              <a:cs typeface="Calibri"/>
            </a:endParaRPr>
          </a:p>
        </p:txBody>
      </p:sp>
      <p:sp>
        <p:nvSpPr>
          <p:cNvPr id="149" name="dp41-comparison / n102">
            <a:extLst>
              <a:ext uri="{FF2B5EF4-FFF2-40B4-BE49-F238E27FC236}">
                <ns2:creationId id="{2B0659B1-A08D-456F-8FEB-59E3DDF29778}"/>
              </a:ext>
            </a:extLst>
          </p:cNvPr>
          <p:cNvSpPr>
            <a:spLocks noGrp="1"/>
          </p:cNvSpPr>
          <p:nvPr/>
        </p:nvSpPr>
        <p:spPr>
          <a:xfrm>
            <a:off x="4648200" y="4429125"/>
            <a:ext cx="2796540" cy="156210"/>
          </a:xfrm>
          <a:prstGeom prst="rect">
            <a:avLst/>
          </a:prstGeom>
          <a:solidFill>
            <a:srgbClr val="FFFFFF"/>
          </a:solidFill>
          <a:ln w="0">
            <a:noFill/>
            <a:prstDash val="solid"/>
          </a:ln>
        </p:spPr>
      </p:sp>
      <p:sp>
        <p:nvSpPr>
          <p:cNvPr id="150" name="dp41-comparison / n103 / text 1">
            <a:extLst>
              <a:ext uri="{FF2B5EF4-FFF2-40B4-BE49-F238E27FC236}">
                <ns2:creationId id="{58103444-678A-421E-8A22-180B68630829}"/>
              </a:ext>
            </a:extLst>
          </p:cNvPr>
          <p:cNvSpPr>
            <a:spLocks noGrp="1"/>
          </p:cNvSpPr>
          <p:nvPr/>
        </p:nvSpPr>
        <p:spPr>
          <a:xfrm>
            <a:off x="4667250" y="4438650"/>
            <a:ext cx="4333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모델 출력 예시 / 다음 조회는 결과를 본 뒤 선택</a:t>
            </a:r>
            <a:endParaRPr lang="ko-KR">
              <a:solidFill>
                <a:srgbClr val="000000"/>
              </a:solidFill>
              <a:latin typeface="Calibri"/>
              <a:ea typeface="Calibri"/>
              <a:cs typeface="Calibri"/>
            </a:endParaRPr>
          </a:p>
        </p:txBody>
      </p:sp>
      <p:sp>
        <p:nvSpPr>
          <p:cNvPr id="151" name="dp41-comparison / n105">
            <a:extLst>
              <a:ext uri="{FF2B5EF4-FFF2-40B4-BE49-F238E27FC236}">
                <ns2:creationId id="{60DA81D4-012E-417B-BF6D-91DD2214FD8B}"/>
              </a:ext>
            </a:extLst>
          </p:cNvPr>
          <p:cNvSpPr>
            <a:spLocks noGrp="1"/>
          </p:cNvSpPr>
          <p:nvPr/>
        </p:nvSpPr>
        <p:spPr>
          <a:xfrm>
            <a:off x="1647825" y="4724400"/>
            <a:ext cx="1911858" cy="156210"/>
          </a:xfrm>
          <a:prstGeom prst="rect">
            <a:avLst/>
          </a:prstGeom>
          <a:solidFill>
            <a:srgbClr val="FFFFFF"/>
          </a:solidFill>
          <a:ln w="0">
            <a:noFill/>
            <a:prstDash val="solid"/>
          </a:ln>
        </p:spPr>
      </p:sp>
      <p:sp>
        <p:nvSpPr>
          <p:cNvPr id="152" name="dp41-comparison / n106 / text 1">
            <a:extLst>
              <a:ext uri="{FF2B5EF4-FFF2-40B4-BE49-F238E27FC236}">
                <ns2:creationId id="{25D07E9A-E8B3-4C35-9656-32DC55FE4755}"/>
              </a:ext>
            </a:extLst>
          </p:cNvPr>
          <p:cNvSpPr>
            <a:spLocks noGrp="1"/>
          </p:cNvSpPr>
          <p:nvPr/>
        </p:nvSpPr>
        <p:spPr>
          <a:xfrm>
            <a:off x="1666875" y="4733925"/>
            <a:ext cx="22098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③ 결과 반영 후 같은 모델 재호출</a:t>
            </a:r>
            <a:endParaRPr lang="ko-KR">
              <a:solidFill>
                <a:srgbClr val="000000"/>
              </a:solidFill>
              <a:latin typeface="Calibri"/>
              <a:ea typeface="Calibri"/>
              <a:cs typeface="Calibri"/>
            </a:endParaRPr>
          </a:p>
        </p:txBody>
      </p:sp>
      <p:sp>
        <p:nvSpPr>
          <p:cNvPr id="153" name="dp41-comparison / n107">
            <a:extLst>
              <a:ext uri="{FF2B5EF4-FFF2-40B4-BE49-F238E27FC236}">
                <ns2:creationId id="{478BE98B-C3C2-490D-99E8-C43C4A5900AC}"/>
              </a:ext>
            </a:extLst>
          </p:cNvPr>
          <p:cNvSpPr>
            <a:spLocks noGrp="1"/>
          </p:cNvSpPr>
          <p:nvPr/>
        </p:nvSpPr>
        <p:spPr>
          <a:xfrm>
            <a:off x="4667250" y="4610100"/>
            <a:ext cx="4333875" cy="495300"/>
          </a:xfrm>
          <a:custGeom>
            <a:pathLst>
              <a:path w="4333875" h="495300">
                <a:moveTo>
                  <a:pt x="0" y="0"/>
                </a:moveTo>
                <a:lnTo>
                  <a:pt x="4162425" y="0"/>
                </a:lnTo>
                <a:lnTo>
                  <a:pt x="4333875" y="171450"/>
                </a:lnTo>
                <a:lnTo>
                  <a:pt x="4333875" y="495300"/>
                </a:lnTo>
                <a:lnTo>
                  <a:pt x="0" y="495300"/>
                </a:lnTo>
                <a:close/>
              </a:path>
            </a:pathLst>
          </a:custGeom>
          <a:solidFill>
            <a:srgbClr val="FFFFFF"/>
          </a:solidFill>
          <a:ln w="9525">
            <a:solidFill>
              <a:srgbClr val="000000"/>
            </a:solidFill>
            <a:prstDash val="solid"/>
          </a:ln>
        </p:spPr>
        <p:txBody>
          <a:bodyPr wrap="none" lIns="95250" tIns="57150" rIns="171450" bIns="3476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첫 모델 판단: 보고서와 표 조회</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task_retrieve(query="보고서", limit=5)</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context_retrieve(selector="INPUT_SELECTION")</a:t>
            </a:r>
            <a:endParaRPr lang="ko-KR">
              <a:solidFill>
                <a:srgbClr val="000000"/>
              </a:solidFill>
              <a:latin typeface="Calibri"/>
              <a:ea typeface="Calibri"/>
              <a:cs typeface="Calibri"/>
            </a:endParaRPr>
          </a:p>
        </p:txBody>
      </p:sp>
      <p:sp>
        <p:nvSpPr>
          <p:cNvPr id="154" name="dp41-comparison / n107 / fold">
            <a:extLst>
              <a:ext uri="{FF2B5EF4-FFF2-40B4-BE49-F238E27FC236}">
                <ns2:creationId id="{F4E3A4E7-E783-4B2D-88D2-5CF2B0C14DCC}"/>
              </a:ext>
            </a:extLst>
          </p:cNvPr>
          <p:cNvSpPr>
            <a:spLocks noGrp="1"/>
          </p:cNvSpPr>
          <p:nvPr/>
        </p:nvSpPr>
        <p:spPr>
          <a:xfrm>
            <a:off x="8829675" y="46101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58" name="dp41-comparison / n109">
            <a:extLst>
              <a:ext uri="{FF2B5EF4-FFF2-40B4-BE49-F238E27FC236}">
                <ns2:creationId id="{B1F7D61D-3A32-4E5A-BF29-D26DEDA7A489}"/>
              </a:ext>
            </a:extLst>
          </p:cNvPr>
          <p:cNvSpPr>
            <a:spLocks noGrp="1"/>
          </p:cNvSpPr>
          <p:nvPr/>
        </p:nvSpPr>
        <p:spPr>
          <a:xfrm>
            <a:off x="4648200" y="5114925"/>
            <a:ext cx="3420618" cy="144780"/>
          </a:xfrm>
          <a:prstGeom prst="rect">
            <a:avLst/>
          </a:prstGeom>
          <a:solidFill>
            <a:srgbClr val="FFFFFF"/>
          </a:solidFill>
          <a:ln w="0">
            <a:noFill/>
            <a:prstDash val="solid"/>
          </a:ln>
        </p:spPr>
      </p:sp>
      <p:sp>
        <p:nvSpPr>
          <p:cNvPr id="159" name="dp41-comparison / n110 / text 1">
            <a:extLst>
              <a:ext uri="{FF2B5EF4-FFF2-40B4-BE49-F238E27FC236}">
                <ns2:creationId id="{32399D79-5B60-44B1-9A9B-99ADECFED226}"/>
              </a:ext>
            </a:extLst>
          </p:cNvPr>
          <p:cNvSpPr>
            <a:spLocks noGrp="1"/>
          </p:cNvSpPr>
          <p:nvPr/>
        </p:nvSpPr>
        <p:spPr>
          <a:xfrm>
            <a:off x="4667250" y="5124450"/>
            <a:ext cx="43338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조회 결과: Task1 예산 보고서 / Task2 실적 보고서 / 선택한 표</a:t>
            </a:r>
            <a:endParaRPr lang="ko-KR">
              <a:solidFill>
                <a:srgbClr val="000000"/>
              </a:solidFill>
              <a:latin typeface="Calibri"/>
              <a:ea typeface="Calibri"/>
              <a:cs typeface="Calibri"/>
            </a:endParaRPr>
          </a:p>
        </p:txBody>
      </p:sp>
      <p:sp>
        <p:nvSpPr>
          <p:cNvPr id="160" name="dp41-comparison / n111">
            <a:extLst>
              <a:ext uri="{FF2B5EF4-FFF2-40B4-BE49-F238E27FC236}">
                <ns2:creationId id="{7C8868B8-90CF-4016-ACA9-BEC5F05A3899}"/>
              </a:ext>
            </a:extLst>
          </p:cNvPr>
          <p:cNvSpPr>
            <a:spLocks noGrp="1"/>
          </p:cNvSpPr>
          <p:nvPr/>
        </p:nvSpPr>
        <p:spPr>
          <a:xfrm>
            <a:off x="4667250" y="5286375"/>
            <a:ext cx="4333875" cy="495300"/>
          </a:xfrm>
          <a:custGeom>
            <a:pathLst>
              <a:path w="4333875" h="495300">
                <a:moveTo>
                  <a:pt x="0" y="0"/>
                </a:moveTo>
                <a:lnTo>
                  <a:pt x="4162425" y="0"/>
                </a:lnTo>
                <a:lnTo>
                  <a:pt x="4333875" y="171450"/>
                </a:lnTo>
                <a:lnTo>
                  <a:pt x="4333875" y="495300"/>
                </a:lnTo>
                <a:lnTo>
                  <a:pt x="0" y="495300"/>
                </a:lnTo>
                <a:close/>
              </a:path>
            </a:pathLst>
          </a:custGeom>
          <a:solidFill>
            <a:srgbClr val="FFFFFF"/>
          </a:solidFill>
          <a:ln w="9525">
            <a:solidFill>
              <a:srgbClr val="000000"/>
            </a:solidFill>
            <a:prstDash val="solid"/>
          </a:ln>
        </p:spPr>
        <p:txBody>
          <a:bodyPr wrap="none" lIns="95250" tIns="57150" rIns="171450" bIns="3476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결과를 받은 다음 모델 판단: 추가 대화 조회</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interaction_retrieve(query="보고서", limit=5)</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추가 결과도 같은 맥락으로 반환 / 모델 재판단</a:t>
            </a:r>
            <a:endParaRPr lang="ko-KR">
              <a:solidFill>
                <a:srgbClr val="000000"/>
              </a:solidFill>
              <a:latin typeface="Calibri"/>
              <a:ea typeface="Calibri"/>
              <a:cs typeface="Calibri"/>
            </a:endParaRPr>
          </a:p>
        </p:txBody>
      </p:sp>
      <p:sp>
        <p:nvSpPr>
          <p:cNvPr id="161" name="dp41-comparison / n111 / fold">
            <a:extLst>
              <a:ext uri="{FF2B5EF4-FFF2-40B4-BE49-F238E27FC236}">
                <ns2:creationId id="{56387C3F-EF8A-4863-9F82-ABF32A036A85}"/>
              </a:ext>
            </a:extLst>
          </p:cNvPr>
          <p:cNvSpPr>
            <a:spLocks noGrp="1"/>
          </p:cNvSpPr>
          <p:nvPr/>
        </p:nvSpPr>
        <p:spPr>
          <a:xfrm>
            <a:off x="8829675" y="52863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5" name="dp41-comparison / n116">
            <a:extLst>
              <a:ext uri="{FF2B5EF4-FFF2-40B4-BE49-F238E27FC236}">
                <ns2:creationId id="{41275EEE-478F-4D2F-B287-C7049AC7CF7D}"/>
              </a:ext>
            </a:extLst>
          </p:cNvPr>
          <p:cNvSpPr>
            <a:spLocks noGrp="1"/>
          </p:cNvSpPr>
          <p:nvPr/>
        </p:nvSpPr>
        <p:spPr>
          <a:xfrm>
            <a:off x="1666875" y="5829300"/>
            <a:ext cx="4667250" cy="495300"/>
          </a:xfrm>
          <a:custGeom>
            <a:pathLst>
              <a:path w="4667250" h="495300">
                <a:moveTo>
                  <a:pt x="0" y="0"/>
                </a:moveTo>
                <a:lnTo>
                  <a:pt x="4495800" y="0"/>
                </a:lnTo>
                <a:lnTo>
                  <a:pt x="4667250" y="171450"/>
                </a:lnTo>
                <a:lnTo>
                  <a:pt x="4667250" y="495300"/>
                </a:lnTo>
                <a:lnTo>
                  <a:pt x="0" y="495300"/>
                </a:lnTo>
                <a:close/>
              </a:path>
            </a:pathLst>
          </a:custGeom>
          <a:solidFill>
            <a:srgbClr val="FFFFFF"/>
          </a:solidFill>
          <a:ln w="9525">
            <a:solidFill>
              <a:srgbClr val="000000"/>
            </a:solidFill>
            <a:prstDash val="solid"/>
          </a:ln>
        </p:spPr>
        <p:txBody>
          <a:bodyPr wrap="none" lIns="95250" tIns="57150" rIns="171450" bIns="135255"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⑤ 모델이 만든 MeaningProposal (사용자 확인 뒤)</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보고서 + 표 / 보고서 결과로 메일 초안 / SEND 금지</a:t>
            </a:r>
            <a:endParaRPr lang="ko-KR">
              <a:solidFill>
                <a:srgbClr val="000000"/>
              </a:solidFill>
              <a:latin typeface="Calibri"/>
              <a:ea typeface="Calibri"/>
              <a:cs typeface="Calibri"/>
            </a:endParaRPr>
          </a:p>
        </p:txBody>
      </p:sp>
      <p:sp>
        <p:nvSpPr>
          <p:cNvPr id="166" name="dp41-comparison / n116 / fold">
            <a:extLst>
              <a:ext uri="{FF2B5EF4-FFF2-40B4-BE49-F238E27FC236}">
                <ns2:creationId id="{39FF5580-7045-4F6F-ACB4-2ABB97A3658F}"/>
              </a:ext>
            </a:extLst>
          </p:cNvPr>
          <p:cNvSpPr>
            <a:spLocks noGrp="1"/>
          </p:cNvSpPr>
          <p:nvPr/>
        </p:nvSpPr>
        <p:spPr>
          <a:xfrm>
            <a:off x="6162675" y="58293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9" name="dp41-comparison / n118">
            <a:extLst>
              <a:ext uri="{FF2B5EF4-FFF2-40B4-BE49-F238E27FC236}">
                <ns2:creationId id="{5B1EC566-E6EB-4866-B7E7-ED04AC1FC577}"/>
              </a:ext>
            </a:extLst>
          </p:cNvPr>
          <p:cNvSpPr>
            <a:spLocks noGrp="1"/>
          </p:cNvSpPr>
          <p:nvPr/>
        </p:nvSpPr>
        <p:spPr>
          <a:xfrm>
            <a:off x="6743700" y="5838825"/>
            <a:ext cx="1616964" cy="156210"/>
          </a:xfrm>
          <a:prstGeom prst="rect">
            <a:avLst/>
          </a:prstGeom>
          <a:solidFill>
            <a:srgbClr val="FFFFFF"/>
          </a:solidFill>
          <a:ln w="0">
            <a:noFill/>
            <a:prstDash val="solid"/>
          </a:ln>
        </p:spPr>
      </p:sp>
      <p:sp>
        <p:nvSpPr>
          <p:cNvPr id="170" name="dp41-comparison / n119 / text 1">
            <a:extLst>
              <a:ext uri="{FF2B5EF4-FFF2-40B4-BE49-F238E27FC236}">
                <ns2:creationId id="{8B51314F-0275-4A75-9E78-D6A695A861BC}"/>
              </a:ext>
            </a:extLst>
          </p:cNvPr>
          <p:cNvSpPr>
            <a:spLocks noGrp="1"/>
          </p:cNvSpPr>
          <p:nvPr/>
        </p:nvSpPr>
        <p:spPr>
          <a:xfrm>
            <a:off x="6762750" y="5848350"/>
            <a:ext cx="22383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④ 의미 또는 확인 질문 제안</a:t>
            </a:r>
            <a:endParaRPr lang="ko-KR">
              <a:solidFill>
                <a:srgbClr val="000000"/>
              </a:solidFill>
              <a:latin typeface="Calibri"/>
              <a:ea typeface="Calibri"/>
              <a:cs typeface="Calibri"/>
            </a:endParaRPr>
          </a:p>
        </p:txBody>
      </p:sp>
      <p:sp>
        <p:nvSpPr>
          <p:cNvPr id="171" name="dp41-comparison / n129">
            <a:extLst>
              <a:ext uri="{FF2B5EF4-FFF2-40B4-BE49-F238E27FC236}">
                <ns2:creationId id="{51B57A36-EDFD-4310-86F1-CC6F2815EF0F}"/>
              </a:ext>
            </a:extLst>
          </p:cNvPr>
          <p:cNvSpPr>
            <a:spLocks noGrp="1"/>
          </p:cNvSpPr>
          <p:nvPr/>
        </p:nvSpPr>
        <p:spPr>
          <a:xfrm>
            <a:off x="1647825" y="6657975"/>
            <a:ext cx="2213610" cy="190500"/>
          </a:xfrm>
          <a:prstGeom prst="rect">
            <a:avLst/>
          </a:prstGeom>
          <a:solidFill>
            <a:srgbClr val="FFFFFF"/>
          </a:solidFill>
          <a:ln w="0">
            <a:noFill/>
            <a:prstDash val="solid"/>
          </a:ln>
        </p:spPr>
      </p:sp>
      <p:sp>
        <p:nvSpPr>
          <p:cNvPr id="172" name="dp41-comparison / n130 / text 1">
            <a:extLst>
              <a:ext uri="{FF2B5EF4-FFF2-40B4-BE49-F238E27FC236}">
                <ns2:creationId id="{C562E14A-7014-426C-991D-92DF7A3CA043}"/>
              </a:ext>
            </a:extLst>
          </p:cNvPr>
          <p:cNvSpPr>
            <a:spLocks noGrp="1"/>
          </p:cNvSpPr>
          <p:nvPr/>
        </p:nvSpPr>
        <p:spPr>
          <a:xfrm>
            <a:off x="1666875" y="6667500"/>
            <a:ext cx="25717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정보 / 대화 / Task 기록 조회</a:t>
            </a:r>
            <a:endParaRPr lang="ko-KR">
              <a:solidFill>
                <a:srgbClr val="000000"/>
              </a:solidFill>
              <a:latin typeface="Calibri"/>
              <a:ea typeface="Calibri"/>
              <a:cs typeface="Calibri"/>
            </a:endParaRPr>
          </a:p>
        </p:txBody>
      </p:sp>
      <p:sp>
        <p:nvSpPr>
          <p:cNvPr id="173" name="dp41-comparison / n132">
            <a:extLst>
              <a:ext uri="{FF2B5EF4-FFF2-40B4-BE49-F238E27FC236}">
                <ns2:creationId id="{5FF11C83-2AED-4398-8612-D4AF62356A30}"/>
              </a:ext>
            </a:extLst>
          </p:cNvPr>
          <p:cNvSpPr>
            <a:spLocks noGrp="1"/>
          </p:cNvSpPr>
          <p:nvPr/>
        </p:nvSpPr>
        <p:spPr>
          <a:xfrm>
            <a:off x="1647825" y="7086600"/>
            <a:ext cx="2484501" cy="179070"/>
          </a:xfrm>
          <a:prstGeom prst="rect">
            <a:avLst/>
          </a:prstGeom>
          <a:solidFill>
            <a:srgbClr val="FFFFFF"/>
          </a:solidFill>
          <a:ln w="0">
            <a:noFill/>
            <a:prstDash val="solid"/>
          </a:ln>
        </p:spPr>
      </p:sp>
      <p:sp>
        <p:nvSpPr>
          <p:cNvPr id="174" name="dp41-comparison / n133 / text 1">
            <a:extLst>
              <a:ext uri="{FF2B5EF4-FFF2-40B4-BE49-F238E27FC236}">
                <ns2:creationId id="{2C406C39-03B6-41E0-A488-B93CCFD2BB0E}"/>
              </a:ext>
            </a:extLst>
          </p:cNvPr>
          <p:cNvSpPr>
            <a:spLocks noGrp="1"/>
          </p:cNvSpPr>
          <p:nvPr/>
        </p:nvSpPr>
        <p:spPr>
          <a:xfrm>
            <a:off x="1666875" y="7096125"/>
            <a:ext cx="762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반복 제어와 종료 조건</a:t>
            </a:r>
            <a:endParaRPr lang="ko-KR">
              <a:solidFill>
                <a:srgbClr val="000000"/>
              </a:solidFill>
              <a:latin typeface="Calibri"/>
              <a:ea typeface="Calibri"/>
              <a:cs typeface="Calibri"/>
            </a:endParaRPr>
          </a:p>
        </p:txBody>
      </p:sp>
      <p:sp>
        <p:nvSpPr>
          <p:cNvPr id="175" name="dp41-comparison / n144">
            <a:extLst>
              <a:ext uri="{FF2B5EF4-FFF2-40B4-BE49-F238E27FC236}">
                <ns2:creationId id="{953DFD12-498A-486C-ACE8-76D7239CB0B4}"/>
              </a:ext>
            </a:extLst>
          </p:cNvPr>
          <p:cNvSpPr>
            <a:spLocks noGrp="1"/>
          </p:cNvSpPr>
          <p:nvPr/>
        </p:nvSpPr>
        <p:spPr>
          <a:xfrm>
            <a:off x="5600700" y="7324725"/>
            <a:ext cx="342900" cy="179070"/>
          </a:xfrm>
          <a:prstGeom prst="rect">
            <a:avLst/>
          </a:prstGeom>
          <a:solidFill>
            <a:srgbClr val="FFFFFF"/>
          </a:solidFill>
          <a:ln w="0">
            <a:noFill/>
            <a:prstDash val="solid"/>
          </a:ln>
        </p:spPr>
      </p:sp>
      <p:sp>
        <p:nvSpPr>
          <p:cNvPr id="176" name="dp41-comparison / n145 / text 1">
            <a:extLst>
              <a:ext uri="{FF2B5EF4-FFF2-40B4-BE49-F238E27FC236}">
                <ns2:creationId id="{93BEFF3A-8CB6-4F3C-BFCF-44D67209C1E6}"/>
              </a:ext>
            </a:extLst>
          </p:cNvPr>
          <p:cNvSpPr>
            <a:spLocks noGrp="1"/>
          </p:cNvSpPr>
          <p:nvPr/>
        </p:nvSpPr>
        <p:spPr>
          <a:xfrm>
            <a:off x="5619750" y="7334250"/>
            <a:ext cx="666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조회</a:t>
            </a:r>
            <a:endParaRPr lang="ko-KR">
              <a:solidFill>
                <a:srgbClr val="000000"/>
              </a:solidFill>
              <a:latin typeface="Calibri"/>
              <a:ea typeface="Calibri"/>
              <a:cs typeface="Calibri"/>
            </a:endParaRPr>
          </a:p>
        </p:txBody>
      </p:sp>
      <p:sp>
        <p:nvSpPr>
          <p:cNvPr id="177" name="dp41-comparison / n147">
            <a:extLst>
              <a:ext uri="{FF2B5EF4-FFF2-40B4-BE49-F238E27FC236}">
                <ns2:creationId id="{F05B06C8-3A4A-4186-87B2-6A0D29FEFA9D}"/>
              </a:ext>
            </a:extLst>
          </p:cNvPr>
          <p:cNvSpPr>
            <a:spLocks noGrp="1"/>
          </p:cNvSpPr>
          <p:nvPr/>
        </p:nvSpPr>
        <p:spPr>
          <a:xfrm>
            <a:off x="2962275" y="7591425"/>
            <a:ext cx="2751201" cy="179070"/>
          </a:xfrm>
          <a:prstGeom prst="rect">
            <a:avLst/>
          </a:prstGeom>
          <a:solidFill>
            <a:srgbClr val="FFFFFF"/>
          </a:solidFill>
          <a:ln w="0">
            <a:noFill/>
            <a:prstDash val="solid"/>
          </a:ln>
        </p:spPr>
      </p:sp>
      <p:sp>
        <p:nvSpPr>
          <p:cNvPr id="178" name="dp41-comparison / n148 / text 1">
            <a:extLst>
              <a:ext uri="{FF2B5EF4-FFF2-40B4-BE49-F238E27FC236}">
                <ns2:creationId id="{32887A6C-7752-4AD9-A509-E4239D949BDA}"/>
              </a:ext>
            </a:extLst>
          </p:cNvPr>
          <p:cNvSpPr>
            <a:spLocks noGrp="1"/>
          </p:cNvSpPr>
          <p:nvPr/>
        </p:nvSpPr>
        <p:spPr>
          <a:xfrm>
            <a:off x="2981325" y="7600950"/>
            <a:ext cx="381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조회 결과로 모델 재호출 / 필요하면 반복</a:t>
            </a:r>
            <a:endParaRPr lang="ko-KR">
              <a:solidFill>
                <a:srgbClr val="000000"/>
              </a:solidFill>
              <a:latin typeface="Calibri"/>
              <a:ea typeface="Calibri"/>
              <a:cs typeface="Calibri"/>
            </a:endParaRPr>
          </a:p>
        </p:txBody>
      </p:sp>
      <p:sp>
        <p:nvSpPr>
          <p:cNvPr id="179" name="dp41-comparison / n150">
            <a:extLst>
              <a:ext uri="{FF2B5EF4-FFF2-40B4-BE49-F238E27FC236}">
                <ns2:creationId id="{B2BAA180-2E8E-4105-BBB4-4038F52A28F8}"/>
              </a:ext>
            </a:extLst>
          </p:cNvPr>
          <p:cNvSpPr>
            <a:spLocks noGrp="1"/>
          </p:cNvSpPr>
          <p:nvPr/>
        </p:nvSpPr>
        <p:spPr>
          <a:xfrm>
            <a:off x="4933950" y="7905750"/>
            <a:ext cx="1425893" cy="167640"/>
          </a:xfrm>
          <a:prstGeom prst="rect">
            <a:avLst/>
          </a:prstGeom>
          <a:solidFill>
            <a:srgbClr val="FFFFFF"/>
          </a:solidFill>
          <a:ln w="0">
            <a:noFill/>
            <a:prstDash val="solid"/>
          </a:ln>
        </p:spPr>
      </p:sp>
      <p:sp>
        <p:nvSpPr>
          <p:cNvPr id="180" name="dp41-comparison / n151 / text 1">
            <a:extLst>
              <a:ext uri="{FF2B5EF4-FFF2-40B4-BE49-F238E27FC236}">
                <ns2:creationId id="{AF971DBB-9A76-4010-8165-B58E35780A86}"/>
              </a:ext>
            </a:extLst>
          </p:cNvPr>
          <p:cNvSpPr>
            <a:spLocks noGrp="1"/>
          </p:cNvSpPr>
          <p:nvPr/>
        </p:nvSpPr>
        <p:spPr>
          <a:xfrm>
            <a:off x="4953000" y="7915275"/>
            <a:ext cx="1905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완성 / 확인 질문 필요</a:t>
            </a:r>
            <a:endParaRPr lang="ko-KR">
              <a:solidFill>
                <a:srgbClr val="000000"/>
              </a:solidFill>
              <a:latin typeface="Calibri"/>
              <a:ea typeface="Calibri"/>
              <a:cs typeface="Calibri"/>
            </a:endParaRPr>
          </a:p>
        </p:txBody>
      </p:sp>
      <p:sp>
        <p:nvSpPr>
          <p:cNvPr id="181" name="dp41-comparison / n154">
            <a:extLst>
              <a:ext uri="{FF2B5EF4-FFF2-40B4-BE49-F238E27FC236}">
                <ns2:creationId id="{E97D4A76-6401-4DED-A8E2-4F533AC947AC}"/>
              </a:ext>
            </a:extLst>
          </p:cNvPr>
          <p:cNvSpPr>
            <a:spLocks noGrp="1"/>
          </p:cNvSpPr>
          <p:nvPr/>
        </p:nvSpPr>
        <p:spPr>
          <a:xfrm>
            <a:off x="11620500" y="2409825"/>
            <a:ext cx="228600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83" name="dp41-comparison / n156">
            <a:extLst>
              <a:ext uri="{FF2B5EF4-FFF2-40B4-BE49-F238E27FC236}">
                <ns2:creationId id="{E1DC9232-A414-4157-9A93-8308DFC4A9AC}"/>
              </a:ext>
            </a:extLst>
          </p:cNvPr>
          <p:cNvSpPr>
            <a:spLocks noGrp="1"/>
          </p:cNvSpPr>
          <p:nvPr/>
        </p:nvSpPr>
        <p:spPr>
          <a:xfrm>
            <a:off x="14335125" y="2409825"/>
            <a:ext cx="238125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85" name="dp41-comparison / n158 / path">
            <a:extLst>
              <a:ext uri="{FF2B5EF4-FFF2-40B4-BE49-F238E27FC236}">
                <ns2:creationId id="{31FDF2F7-F5AD-4907-A4E1-23D01AAF705F}"/>
              </a:ext>
            </a:extLst>
          </p:cNvPr>
          <p:cNvSpPr>
            <a:spLocks noGrp="1"/>
          </p:cNvSpPr>
          <p:nvPr/>
        </p:nvSpPr>
        <p:spPr>
          <a:xfrm>
            <a:off x="11287125" y="2576513"/>
            <a:ext cx="333375" cy="953"/>
          </a:xfrm>
          <a:custGeom>
            <a:pathLst>
              <a:path w="333375" h="953">
                <a:moveTo>
                  <a:pt x="0" y="0"/>
                </a:moveTo>
                <a:lnTo>
                  <a:pt x="333375" y="0"/>
                </a:lnTo>
              </a:path>
            </a:pathLst>
          </a:custGeom>
          <a:noFill/>
          <a:ln w="10478">
            <a:solidFill>
              <a:srgbClr val="000000"/>
            </a:solidFill>
            <a:prstDash val="solid"/>
          </a:ln>
        </p:spPr>
      </p:sp>
      <p:sp>
        <p:nvSpPr>
          <p:cNvPr id="186" name="dp41-comparison / n158 / arrow">
            <a:extLst>
              <a:ext uri="{FF2B5EF4-FFF2-40B4-BE49-F238E27FC236}">
                <ns2:creationId id="{98AC6666-3C9F-44ED-AF82-F5BACDB9986C}"/>
              </a:ext>
            </a:extLst>
          </p:cNvPr>
          <p:cNvSpPr>
            <a:spLocks noGrp="1"/>
          </p:cNvSpPr>
          <p:nvPr/>
        </p:nvSpPr>
        <p:spPr>
          <a:xfrm>
            <a:off x="11553444"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7" name="dp41-comparison / n159 / path">
            <a:extLst>
              <a:ext uri="{FF2B5EF4-FFF2-40B4-BE49-F238E27FC236}">
                <ns2:creationId id="{AA80BFE1-F876-45B1-A761-66D94D170AB1}"/>
              </a:ext>
            </a:extLst>
          </p:cNvPr>
          <p:cNvSpPr>
            <a:spLocks noGrp="1"/>
          </p:cNvSpPr>
          <p:nvPr/>
        </p:nvSpPr>
        <p:spPr>
          <a:xfrm>
            <a:off x="13906500" y="2576513"/>
            <a:ext cx="428625" cy="953"/>
          </a:xfrm>
          <a:custGeom>
            <a:pathLst>
              <a:path w="428625" h="953">
                <a:moveTo>
                  <a:pt x="0" y="0"/>
                </a:moveTo>
                <a:lnTo>
                  <a:pt x="428625" y="0"/>
                </a:lnTo>
              </a:path>
            </a:pathLst>
          </a:custGeom>
          <a:noFill/>
          <a:ln w="10478">
            <a:solidFill>
              <a:srgbClr val="000000"/>
            </a:solidFill>
            <a:prstDash val="solid"/>
          </a:ln>
        </p:spPr>
      </p:sp>
      <p:sp>
        <p:nvSpPr>
          <p:cNvPr id="188" name="dp41-comparison / n159 / arrow">
            <a:extLst>
              <a:ext uri="{FF2B5EF4-FFF2-40B4-BE49-F238E27FC236}">
                <ns2:creationId id="{FC3949EB-D10D-4505-A1FE-C91C7DF1896A}"/>
              </a:ext>
            </a:extLst>
          </p:cNvPr>
          <p:cNvSpPr>
            <a:spLocks noGrp="1"/>
          </p:cNvSpPr>
          <p:nvPr/>
        </p:nvSpPr>
        <p:spPr>
          <a:xfrm>
            <a:off x="14268069"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9" name="dp41-comparison / n160">
            <a:extLst>
              <a:ext uri="{FF2B5EF4-FFF2-40B4-BE49-F238E27FC236}">
                <ns2:creationId id="{6D91B687-535F-4870-984E-BDA4D7667293}"/>
              </a:ext>
            </a:extLst>
          </p:cNvPr>
          <p:cNvSpPr>
            <a:spLocks noGrp="1"/>
          </p:cNvSpPr>
          <p:nvPr/>
        </p:nvSpPr>
        <p:spPr>
          <a:xfrm>
            <a:off x="9953625" y="2886075"/>
            <a:ext cx="2524125" cy="304800"/>
          </a:xfrm>
          <a:prstGeom prst="hexagon">
            <a:avLst/>
          </a:prstGeom>
          <a:solidFill>
            <a:srgbClr val="FFFFFF"/>
          </a:solidFill>
          <a:ln w="9525">
            <a:solidFill>
              <a:srgbClr val="000000"/>
            </a:solidFill>
            <a:prstDash val="solid"/>
          </a:ln>
        </p:spPr>
        <p:txBody>
          <a:bodyPr wrap="none" lIns="85725" tIns="28575" rIns="85725" bIns="0" anchor="t">
            <a:noAutofit/>
          </a:bodyPr>
          <a:lstStyle/>
          <a:p>
            <a:pPr algn="ctr">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클라우드 LLM</a:t>
            </a:r>
            <a:endParaRPr lang="ko-KR">
              <a:solidFill>
                <a:srgbClr val="000000"/>
              </a:solidFill>
              <a:latin typeface="Calibri"/>
              <a:ea typeface="Calibri"/>
              <a:cs typeface="Calibri"/>
            </a:endParaRPr>
          </a:p>
        </p:txBody>
      </p:sp>
      <p:sp>
        <p:nvSpPr>
          <p:cNvPr id="191" name="dp41-comparison / n166">
            <a:extLst>
              <a:ext uri="{FF2B5EF4-FFF2-40B4-BE49-F238E27FC236}">
                <ns2:creationId id="{FE0DC5EE-CEDF-43B7-8983-39622DA66959}"/>
              </a:ext>
            </a:extLst>
          </p:cNvPr>
          <p:cNvSpPr>
            <a:spLocks noGrp="1"/>
          </p:cNvSpPr>
          <p:nvPr/>
        </p:nvSpPr>
        <p:spPr>
          <a:xfrm>
            <a:off x="9763125" y="3619500"/>
            <a:ext cx="7953375" cy="2857500"/>
          </a:xfrm>
          <a:prstGeom prst="rect">
            <a:avLst/>
          </a:prstGeom>
          <a:solidFill>
            <a:srgbClr val="FFFFFF"/>
          </a:solidFill>
          <a:ln w="9525">
            <a:solidFill>
              <a:srgbClr val="000000"/>
            </a:solidFill>
            <a:prstDash val="solid"/>
          </a:ln>
        </p:spPr>
        <p:txBody>
          <a:bodyPr wrap="none" lIns="123825" tIns="95250" rIns="123825" bIns="24722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93" name="dp41-comparison / n170">
            <a:extLst>
              <a:ext uri="{FF2B5EF4-FFF2-40B4-BE49-F238E27FC236}">
                <ns2:creationId id="{257E0BFB-EE88-4D4E-A3D7-C5EE8FF89D09}"/>
              </a:ext>
            </a:extLst>
          </p:cNvPr>
          <p:cNvSpPr>
            <a:spLocks noGrp="1"/>
          </p:cNvSpPr>
          <p:nvPr/>
        </p:nvSpPr>
        <p:spPr>
          <a:xfrm>
            <a:off x="9953625" y="4019550"/>
            <a:ext cx="2333625" cy="381000"/>
          </a:xfrm>
          <a:prstGeom prst="roundRect">
            <a:avLst>
              <a:gd name="adj" fmla="val 20000"/>
            </a:avLst>
          </a:prstGeom>
          <a:solidFill>
            <a:srgbClr val="FFF6DE"/>
          </a:solidFill>
          <a:ln w="17145">
            <a:solidFill>
              <a:srgbClr val="B8753F"/>
            </a:solidFill>
            <a:prstDash val="solid"/>
          </a:ln>
        </p:spPr>
        <p:txBody>
          <a:bodyPr wrap="none" lIns="85725" tIns="79058" rIns="85725" bIns="533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요청 구조화기</a:t>
            </a:r>
            <a:endParaRPr lang="ko-KR">
              <a:solidFill>
                <a:srgbClr val="000000"/>
              </a:solidFill>
              <a:latin typeface="Calibri"/>
              <a:ea typeface="Calibri"/>
              <a:cs typeface="Calibri"/>
            </a:endParaRPr>
          </a:p>
        </p:txBody>
      </p:sp>
      <p:sp>
        <p:nvSpPr>
          <p:cNvPr id="195" name="dp41-comparison / n172 / path">
            <a:extLst>
              <a:ext uri="{FF2B5EF4-FFF2-40B4-BE49-F238E27FC236}">
                <ns2:creationId id="{1BF49D78-AB47-44EE-9358-81D870F5C950}"/>
              </a:ext>
            </a:extLst>
          </p:cNvPr>
          <p:cNvSpPr>
            <a:spLocks noGrp="1"/>
          </p:cNvSpPr>
          <p:nvPr/>
        </p:nvSpPr>
        <p:spPr>
          <a:xfrm>
            <a:off x="9810750" y="3038475"/>
            <a:ext cx="142875" cy="1171575"/>
          </a:xfrm>
          <a:custGeom>
            <a:pathLst>
              <a:path w="142875" h="1171575">
                <a:moveTo>
                  <a:pt x="142875" y="1171575"/>
                </a:moveTo>
                <a:lnTo>
                  <a:pt x="0" y="1171575"/>
                </a:lnTo>
                <a:lnTo>
                  <a:pt x="0" y="0"/>
                </a:lnTo>
                <a:lnTo>
                  <a:pt x="142875" y="0"/>
                </a:lnTo>
              </a:path>
            </a:pathLst>
          </a:custGeom>
          <a:noFill/>
          <a:ln w="10478">
            <a:solidFill>
              <a:srgbClr val="000000"/>
            </a:solidFill>
            <a:prstDash val="solid"/>
          </a:ln>
        </p:spPr>
      </p:sp>
      <p:sp>
        <p:nvSpPr>
          <p:cNvPr id="196" name="dp41-comparison / n172 / arrow">
            <a:extLst>
              <a:ext uri="{FF2B5EF4-FFF2-40B4-BE49-F238E27FC236}">
                <ns2:creationId id="{B7F91D1F-9D16-480F-9384-316F9DB0BCBB}"/>
              </a:ext>
            </a:extLst>
          </p:cNvPr>
          <p:cNvSpPr>
            <a:spLocks noGrp="1"/>
          </p:cNvSpPr>
          <p:nvPr/>
        </p:nvSpPr>
        <p:spPr>
          <a:xfrm>
            <a:off x="9886569" y="30049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97" name="dp41-comparison / n173 / path">
            <a:extLst>
              <a:ext uri="{FF2B5EF4-FFF2-40B4-BE49-F238E27FC236}">
                <ns2:creationId id="{06424E00-38C0-4A8A-A4F6-102C75D2B7D6}"/>
              </a:ext>
            </a:extLst>
          </p:cNvPr>
          <p:cNvSpPr>
            <a:spLocks noGrp="1"/>
          </p:cNvSpPr>
          <p:nvPr/>
        </p:nvSpPr>
        <p:spPr>
          <a:xfrm>
            <a:off x="9715500" y="3038475"/>
            <a:ext cx="238125" cy="1266825"/>
          </a:xfrm>
          <a:custGeom>
            <a:pathLst>
              <a:path w="238125" h="1266825">
                <a:moveTo>
                  <a:pt x="238125" y="0"/>
                </a:moveTo>
                <a:lnTo>
                  <a:pt x="0" y="0"/>
                </a:lnTo>
                <a:lnTo>
                  <a:pt x="0" y="1266825"/>
                </a:lnTo>
                <a:lnTo>
                  <a:pt x="238125" y="1266825"/>
                </a:lnTo>
              </a:path>
            </a:pathLst>
          </a:custGeom>
          <a:noFill/>
          <a:ln w="10478">
            <a:solidFill>
              <a:srgbClr val="000000"/>
            </a:solidFill>
            <a:prstDash val="dash"/>
          </a:ln>
        </p:spPr>
      </p:sp>
      <p:sp>
        <p:nvSpPr>
          <p:cNvPr id="198" name="dp41-comparison / n173 / arrow">
            <a:extLst>
              <a:ext uri="{FF2B5EF4-FFF2-40B4-BE49-F238E27FC236}">
                <ns2:creationId id="{CFD4D3F7-850E-41E4-9D22-E683D5F86FFB}"/>
              </a:ext>
            </a:extLst>
          </p:cNvPr>
          <p:cNvSpPr>
            <a:spLocks noGrp="1"/>
          </p:cNvSpPr>
          <p:nvPr/>
        </p:nvSpPr>
        <p:spPr>
          <a:xfrm>
            <a:off x="9886569" y="4271772"/>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99" name="dp41-comparison / n174">
            <a:extLst>
              <a:ext uri="{FF2B5EF4-FFF2-40B4-BE49-F238E27FC236}">
                <ns2:creationId id="{E31AD0A9-CD7F-462F-9945-092C5060E156}"/>
              </a:ext>
            </a:extLst>
          </p:cNvPr>
          <p:cNvSpPr>
            <a:spLocks noGrp="1"/>
          </p:cNvSpPr>
          <p:nvPr/>
        </p:nvSpPr>
        <p:spPr>
          <a:xfrm>
            <a:off x="12858750" y="3943350"/>
            <a:ext cx="4476750" cy="1857375"/>
          </a:xfrm>
          <a:prstGeom prst="roundRect">
            <a:avLst>
              <a:gd name="adj" fmla="val 4103"/>
            </a:avLst>
          </a:prstGeom>
          <a:solidFill>
            <a:srgbClr val="FFFFFF"/>
          </a:solidFill>
          <a:ln w="24765">
            <a:solidFill>
              <a:srgbClr val="B8753F"/>
            </a:solidFill>
            <a:prstDash val="solid"/>
          </a:ln>
        </p:spPr>
        <p:txBody>
          <a:bodyPr wrap="none" lIns="123825" tIns="95250" rIns="123825" bIns="1513523" anchor="t">
            <a:noAutofit/>
          </a:bodyPr>
          <a:lstStyle/>
          <a:p>
            <a:pPr algn="l">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Resolution Engine</a:t>
            </a:r>
            <a:endParaRPr lang="ko-KR">
              <a:solidFill>
                <a:srgbClr val="000000"/>
              </a:solidFill>
              <a:latin typeface="Calibri"/>
              <a:ea typeface="Calibri"/>
              <a:cs typeface="Calibri"/>
            </a:endParaRPr>
          </a:p>
        </p:txBody>
      </p:sp>
      <p:sp>
        <p:nvSpPr>
          <p:cNvPr id="201" name="dp41-comparison / n176">
            <a:extLst>
              <a:ext uri="{FF2B5EF4-FFF2-40B4-BE49-F238E27FC236}">
                <ns2:creationId id="{A7C44B0C-512C-4E84-B625-67CC4E7838B5}"/>
              </a:ext>
            </a:extLst>
          </p:cNvPr>
          <p:cNvSpPr>
            <a:spLocks noGrp="1"/>
          </p:cNvSpPr>
          <p:nvPr/>
        </p:nvSpPr>
        <p:spPr>
          <a:xfrm>
            <a:off x="13049250" y="4286250"/>
            <a:ext cx="1809750" cy="323850"/>
          </a:xfrm>
          <a:prstGeom prst="roundRect">
            <a:avLst>
              <a:gd name="adj" fmla="val 23529"/>
            </a:avLst>
          </a:prstGeom>
          <a:solidFill>
            <a:srgbClr val="FFF6DE"/>
          </a:solidFill>
          <a:ln w="17145">
            <a:solidFill>
              <a:srgbClr val="B8753F"/>
            </a:solidFill>
            <a:prstDash val="solid"/>
          </a:ln>
        </p:spPr>
        <p:txBody>
          <a:bodyPr wrap="none" lIns="85725" tIns="69056" rIns="85725" bIns="476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프레임 / 항목 검사기</a:t>
            </a:r>
            <a:endParaRPr lang="ko-KR">
              <a:solidFill>
                <a:srgbClr val="000000"/>
              </a:solidFill>
              <a:latin typeface="Calibri"/>
              <a:ea typeface="Calibri"/>
              <a:cs typeface="Calibri"/>
            </a:endParaRPr>
          </a:p>
        </p:txBody>
      </p:sp>
      <p:sp>
        <p:nvSpPr>
          <p:cNvPr id="203" name="dp41-comparison / n178">
            <a:extLst>
              <a:ext uri="{FF2B5EF4-FFF2-40B4-BE49-F238E27FC236}">
                <ns2:creationId id="{6914D8AB-C02F-49A6-8592-8D88CBD8D4AD}"/>
              </a:ext>
            </a:extLst>
          </p:cNvPr>
          <p:cNvSpPr>
            <a:spLocks noGrp="1"/>
          </p:cNvSpPr>
          <p:nvPr/>
        </p:nvSpPr>
        <p:spPr>
          <a:xfrm>
            <a:off x="15097125" y="4286250"/>
            <a:ext cx="2047875" cy="323850"/>
          </a:xfrm>
          <a:prstGeom prst="roundRect">
            <a:avLst>
              <a:gd name="adj" fmla="val 23529"/>
            </a:avLst>
          </a:prstGeom>
          <a:solidFill>
            <a:srgbClr val="FFF6DE"/>
          </a:solidFill>
          <a:ln w="17145">
            <a:solidFill>
              <a:srgbClr val="B8753F"/>
            </a:solidFill>
            <a:prstDash val="solid"/>
          </a:ln>
        </p:spPr>
        <p:txBody>
          <a:bodyPr wrap="none" lIns="85725" tIns="62865" rIns="85725" bIns="40005"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미해결 항목 처리기</a:t>
            </a:r>
            <a:endParaRPr lang="ko-KR">
              <a:solidFill>
                <a:srgbClr val="000000"/>
              </a:solidFill>
              <a:latin typeface="Calibri"/>
              <a:ea typeface="Calibri"/>
              <a:cs typeface="Calibri"/>
            </a:endParaRPr>
          </a:p>
        </p:txBody>
      </p:sp>
      <p:sp>
        <p:nvSpPr>
          <p:cNvPr id="205" name="dp41-comparison / n180">
            <a:extLst>
              <a:ext uri="{FF2B5EF4-FFF2-40B4-BE49-F238E27FC236}">
                <ns2:creationId id="{67E62E97-8ABD-412B-839F-8F468233B355}"/>
              </a:ext>
            </a:extLst>
          </p:cNvPr>
          <p:cNvSpPr>
            <a:spLocks noGrp="1"/>
          </p:cNvSpPr>
          <p:nvPr/>
        </p:nvSpPr>
        <p:spPr>
          <a:xfrm>
            <a:off x="13049250" y="4914900"/>
            <a:ext cx="1809750" cy="504825"/>
          </a:xfrm>
          <a:prstGeom prst="can">
            <a:avLst>
              <a:gd name="adj" fmla="val 20000"/>
            </a:avLst>
          </a:prstGeom>
          <a:solidFill>
            <a:srgbClr val="FFFFFF"/>
          </a:solidFill>
          <a:ln w="9525">
            <a:solidFill>
              <a:srgbClr val="000000"/>
            </a:solidFill>
            <a:prstDash val="solid"/>
          </a:ln>
        </p:spPr>
        <p:txBody>
          <a:bodyPr wrap="none" lIns="85725" tIns="161925" rIns="85725" bIns="121920"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항목별 해결 상태</a:t>
            </a:r>
            <a:endParaRPr lang="ko-KR">
              <a:solidFill>
                <a:srgbClr val="000000"/>
              </a:solidFill>
              <a:latin typeface="Calibri"/>
              <a:ea typeface="Calibri"/>
              <a:cs typeface="Calibri"/>
            </a:endParaRPr>
          </a:p>
        </p:txBody>
      </p:sp>
      <p:sp>
        <p:nvSpPr>
          <p:cNvPr id="207" name="dp41-comparison / n182">
            <a:extLst>
              <a:ext uri="{FF2B5EF4-FFF2-40B4-BE49-F238E27FC236}">
                <ns2:creationId id="{C1A1A1B3-1E06-4B74-965E-B4A2509A8890}"/>
              </a:ext>
            </a:extLst>
          </p:cNvPr>
          <p:cNvSpPr>
            <a:spLocks noGrp="1"/>
          </p:cNvSpPr>
          <p:nvPr/>
        </p:nvSpPr>
        <p:spPr>
          <a:xfrm>
            <a:off x="15097125" y="5172075"/>
            <a:ext cx="2047875" cy="323850"/>
          </a:xfrm>
          <a:prstGeom prst="roundRect">
            <a:avLst>
              <a:gd name="adj" fmla="val 23529"/>
            </a:avLst>
          </a:prstGeom>
          <a:solidFill>
            <a:srgbClr val="FFF6DE"/>
          </a:solidFill>
          <a:ln w="17145">
            <a:solidFill>
              <a:srgbClr val="B8753F"/>
            </a:solidFill>
            <a:prstDash val="solid"/>
          </a:ln>
        </p:spPr>
        <p:txBody>
          <a:bodyPr wrap="none" lIns="85725" tIns="62865" rIns="85725" bIns="40005"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관계 결합기</a:t>
            </a:r>
            <a:endParaRPr lang="ko-KR">
              <a:solidFill>
                <a:srgbClr val="000000"/>
              </a:solidFill>
              <a:latin typeface="Calibri"/>
              <a:ea typeface="Calibri"/>
              <a:cs typeface="Calibri"/>
            </a:endParaRPr>
          </a:p>
        </p:txBody>
      </p:sp>
      <p:sp>
        <p:nvSpPr>
          <p:cNvPr id="209" name="dp41-comparison / n184">
            <a:extLst>
              <a:ext uri="{FF2B5EF4-FFF2-40B4-BE49-F238E27FC236}">
                <ns2:creationId id="{3363A96A-F8EE-4E49-9B77-73C756ED876C}"/>
              </a:ext>
            </a:extLst>
          </p:cNvPr>
          <p:cNvSpPr>
            <a:spLocks noGrp="1"/>
          </p:cNvSpPr>
          <p:nvPr/>
        </p:nvSpPr>
        <p:spPr>
          <a:xfrm>
            <a:off x="15097125" y="6019800"/>
            <a:ext cx="2047875" cy="304800"/>
          </a:xfrm>
          <a:prstGeom prst="roundRect">
            <a:avLst>
              <a:gd name="adj" fmla="val 25000"/>
            </a:avLst>
          </a:prstGeom>
          <a:solidFill>
            <a:srgbClr val="FFFFFF"/>
          </a:solidFill>
          <a:ln w="9525">
            <a:solidFill>
              <a:srgbClr val="000000"/>
            </a:solidFill>
            <a:prstDash val="solid"/>
          </a:ln>
        </p:spPr>
        <p:txBody>
          <a:bodyPr wrap="none" lIns="85725" tIns="53340" rIns="85725" bIns="3048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211" name="dp41-comparison / n186">
            <a:extLst>
              <a:ext uri="{FF2B5EF4-FFF2-40B4-BE49-F238E27FC236}">
                <ns2:creationId id="{FC41BF9C-CAAD-4759-9B9B-AA8E9CF667A7}"/>
              </a:ext>
            </a:extLst>
          </p:cNvPr>
          <p:cNvSpPr>
            <a:spLocks noGrp="1"/>
          </p:cNvSpPr>
          <p:nvPr/>
        </p:nvSpPr>
        <p:spPr>
          <a:xfrm>
            <a:off x="12715875" y="6019800"/>
            <a:ext cx="2047875" cy="304800"/>
          </a:xfrm>
          <a:prstGeom prst="roundRect">
            <a:avLst>
              <a:gd name="adj" fmla="val 25000"/>
            </a:avLst>
          </a:prstGeom>
          <a:solidFill>
            <a:srgbClr val="FFFFFF"/>
          </a:solidFill>
          <a:ln w="9525">
            <a:solidFill>
              <a:srgbClr val="000000"/>
            </a:solidFill>
            <a:prstDash val="solid"/>
          </a:ln>
        </p:spPr>
        <p:txBody>
          <a:bodyPr wrap="none" lIns="85725" tIns="53340" rIns="85725" bIns="3048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의미 제안 검증기</a:t>
            </a:r>
            <a:endParaRPr lang="ko-KR">
              <a:solidFill>
                <a:srgbClr val="000000"/>
              </a:solidFill>
              <a:latin typeface="Calibri"/>
              <a:ea typeface="Calibri"/>
              <a:cs typeface="Calibri"/>
            </a:endParaRPr>
          </a:p>
        </p:txBody>
      </p:sp>
      <p:sp>
        <p:nvSpPr>
          <p:cNvPr id="213" name="dp41-comparison / n188 / path">
            <a:extLst>
              <a:ext uri="{FF2B5EF4-FFF2-40B4-BE49-F238E27FC236}">
                <ns2:creationId id="{E4DC6731-219A-4C7D-AD5A-CD395813C519}"/>
              </a:ext>
            </a:extLst>
          </p:cNvPr>
          <p:cNvSpPr>
            <a:spLocks noGrp="1"/>
          </p:cNvSpPr>
          <p:nvPr/>
        </p:nvSpPr>
        <p:spPr>
          <a:xfrm>
            <a:off x="12287250" y="4162425"/>
            <a:ext cx="762000" cy="285750"/>
          </a:xfrm>
          <a:custGeom>
            <a:pathLst>
              <a:path w="762000" h="285750">
                <a:moveTo>
                  <a:pt x="0" y="0"/>
                </a:moveTo>
                <a:lnTo>
                  <a:pt x="333375" y="0"/>
                </a:lnTo>
                <a:lnTo>
                  <a:pt x="333375" y="285750"/>
                </a:lnTo>
                <a:lnTo>
                  <a:pt x="762000" y="285750"/>
                </a:lnTo>
              </a:path>
            </a:pathLst>
          </a:custGeom>
          <a:noFill/>
          <a:ln w="10478">
            <a:solidFill>
              <a:srgbClr val="000000"/>
            </a:solidFill>
            <a:prstDash val="solid"/>
          </a:ln>
        </p:spPr>
      </p:sp>
      <p:sp>
        <p:nvSpPr>
          <p:cNvPr id="214" name="dp41-comparison / n188 / arrow">
            <a:extLst>
              <a:ext uri="{FF2B5EF4-FFF2-40B4-BE49-F238E27FC236}">
                <ns2:creationId id="{A7FA58F5-C37C-41BD-A291-82F7393AF977}"/>
              </a:ext>
            </a:extLst>
          </p:cNvPr>
          <p:cNvSpPr>
            <a:spLocks noGrp="1"/>
          </p:cNvSpPr>
          <p:nvPr/>
        </p:nvSpPr>
        <p:spPr>
          <a:xfrm>
            <a:off x="12982194" y="4414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15" name="dp41-comparison / n189 / path">
            <a:extLst>
              <a:ext uri="{FF2B5EF4-FFF2-40B4-BE49-F238E27FC236}">
                <ns2:creationId id="{9835367E-FC50-406A-A458-169F8955D7F4}"/>
              </a:ext>
            </a:extLst>
          </p:cNvPr>
          <p:cNvSpPr>
            <a:spLocks noGrp="1"/>
          </p:cNvSpPr>
          <p:nvPr/>
        </p:nvSpPr>
        <p:spPr>
          <a:xfrm>
            <a:off x="14859000" y="4448175"/>
            <a:ext cx="238125" cy="953"/>
          </a:xfrm>
          <a:custGeom>
            <a:pathLst>
              <a:path w="238125" h="953">
                <a:moveTo>
                  <a:pt x="0" y="0"/>
                </a:moveTo>
                <a:lnTo>
                  <a:pt x="238125" y="0"/>
                </a:lnTo>
              </a:path>
            </a:pathLst>
          </a:custGeom>
          <a:noFill/>
          <a:ln w="10478">
            <a:solidFill>
              <a:srgbClr val="B8753F"/>
            </a:solidFill>
            <a:prstDash val="solid"/>
          </a:ln>
        </p:spPr>
      </p:sp>
      <p:sp>
        <p:nvSpPr>
          <p:cNvPr id="216" name="dp41-comparison / n189 / arrow">
            <a:extLst>
              <a:ext uri="{FF2B5EF4-FFF2-40B4-BE49-F238E27FC236}">
                <ns2:creationId id="{6AF64307-8BDB-4047-B47A-80DA45C2F5C4}"/>
              </a:ext>
            </a:extLst>
          </p:cNvPr>
          <p:cNvSpPr>
            <a:spLocks noGrp="1"/>
          </p:cNvSpPr>
          <p:nvPr/>
        </p:nvSpPr>
        <p:spPr>
          <a:xfrm>
            <a:off x="15030069" y="44146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17" name="dp41-comparison / n190 / path">
            <a:extLst>
              <a:ext uri="{FF2B5EF4-FFF2-40B4-BE49-F238E27FC236}">
                <ns2:creationId id="{34625C49-A6CD-4D48-AD51-151DB249CC11}"/>
              </a:ext>
            </a:extLst>
          </p:cNvPr>
          <p:cNvSpPr>
            <a:spLocks noGrp="1"/>
          </p:cNvSpPr>
          <p:nvPr/>
        </p:nvSpPr>
        <p:spPr>
          <a:xfrm>
            <a:off x="17145000" y="4448175"/>
            <a:ext cx="428625" cy="1724025"/>
          </a:xfrm>
          <a:custGeom>
            <a:pathLst>
              <a:path w="428625" h="1724025">
                <a:moveTo>
                  <a:pt x="0" y="0"/>
                </a:moveTo>
                <a:lnTo>
                  <a:pt x="428625" y="0"/>
                </a:lnTo>
                <a:lnTo>
                  <a:pt x="428625" y="1724025"/>
                </a:lnTo>
                <a:lnTo>
                  <a:pt x="0" y="1724025"/>
                </a:lnTo>
              </a:path>
            </a:pathLst>
          </a:custGeom>
          <a:noFill/>
          <a:ln w="10478">
            <a:solidFill>
              <a:srgbClr val="B8753F"/>
            </a:solidFill>
            <a:prstDash val="solid"/>
          </a:ln>
        </p:spPr>
      </p:sp>
      <p:sp>
        <p:nvSpPr>
          <p:cNvPr id="218" name="dp41-comparison / n190 / arrow">
            <a:extLst>
              <a:ext uri="{FF2B5EF4-FFF2-40B4-BE49-F238E27FC236}">
                <ns2:creationId id="{AC131683-B0DE-4147-899C-6DB42C0DC693}"/>
              </a:ext>
            </a:extLst>
          </p:cNvPr>
          <p:cNvSpPr>
            <a:spLocks noGrp="1"/>
          </p:cNvSpPr>
          <p:nvPr/>
        </p:nvSpPr>
        <p:spPr>
          <a:xfrm>
            <a:off x="17145000" y="613867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9" name="dp41-comparison / n195 / path">
            <a:extLst>
              <a:ext uri="{FF2B5EF4-FFF2-40B4-BE49-F238E27FC236}">
                <ns2:creationId id="{276DA3F2-3C1F-4AB5-AEDC-A5FE56FF67EE}"/>
              </a:ext>
            </a:extLst>
          </p:cNvPr>
          <p:cNvSpPr>
            <a:spLocks noGrp="1"/>
          </p:cNvSpPr>
          <p:nvPr/>
        </p:nvSpPr>
        <p:spPr>
          <a:xfrm>
            <a:off x="12573000" y="5167313"/>
            <a:ext cx="2524125" cy="1281113"/>
          </a:xfrm>
          <a:custGeom>
            <a:pathLst>
              <a:path w="2524125" h="1281113">
                <a:moveTo>
                  <a:pt x="2524125" y="1004888"/>
                </a:moveTo>
                <a:lnTo>
                  <a:pt x="2362200" y="1004888"/>
                </a:lnTo>
                <a:lnTo>
                  <a:pt x="2362200" y="1281113"/>
                </a:lnTo>
                <a:lnTo>
                  <a:pt x="0" y="1281113"/>
                </a:lnTo>
                <a:lnTo>
                  <a:pt x="0" y="0"/>
                </a:lnTo>
                <a:lnTo>
                  <a:pt x="476250" y="0"/>
                </a:lnTo>
              </a:path>
            </a:pathLst>
          </a:custGeom>
          <a:noFill/>
          <a:ln w="10478">
            <a:solidFill>
              <a:srgbClr val="B8753F"/>
            </a:solidFill>
            <a:prstDash val="dash"/>
          </a:ln>
        </p:spPr>
      </p:sp>
      <p:sp>
        <p:nvSpPr>
          <p:cNvPr id="220" name="dp41-comparison / n195 / arrow">
            <a:extLst>
              <a:ext uri="{FF2B5EF4-FFF2-40B4-BE49-F238E27FC236}">
                <ns2:creationId id="{57D64A3A-A7C8-4667-ACFC-AA3C5D4E3F2B}"/>
              </a:ext>
            </a:extLst>
          </p:cNvPr>
          <p:cNvSpPr>
            <a:spLocks noGrp="1"/>
          </p:cNvSpPr>
          <p:nvPr/>
        </p:nvSpPr>
        <p:spPr>
          <a:xfrm>
            <a:off x="12982194" y="51337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1" name="dp41-comparison / n196 / text 1">
            <a:extLst>
              <a:ext uri="{FF2B5EF4-FFF2-40B4-BE49-F238E27FC236}">
                <ns2:creationId id="{1E74DBAE-DEE0-4451-9C48-ED0289604B69}"/>
              </a:ext>
            </a:extLst>
          </p:cNvPr>
          <p:cNvSpPr>
            <a:spLocks noGrp="1"/>
          </p:cNvSpPr>
          <p:nvPr/>
        </p:nvSpPr>
        <p:spPr>
          <a:xfrm>
            <a:off x="15097125" y="6362700"/>
            <a:ext cx="2333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③ 조회 결과를 해결 상태에 반영</a:t>
            </a:r>
            <a:endParaRPr lang="ko-KR">
              <a:solidFill>
                <a:srgbClr val="000000"/>
              </a:solidFill>
              <a:latin typeface="Calibri"/>
              <a:ea typeface="Calibri"/>
              <a:cs typeface="Calibri"/>
            </a:endParaRPr>
          </a:p>
        </p:txBody>
      </p:sp>
      <p:sp>
        <p:nvSpPr>
          <p:cNvPr id="222" name="dp41-comparison / n197 / path">
            <a:extLst>
              <a:ext uri="{FF2B5EF4-FFF2-40B4-BE49-F238E27FC236}">
                <ns2:creationId id="{F36F4548-B153-4E83-A027-BB4B10A9BFE0}"/>
              </a:ext>
            </a:extLst>
          </p:cNvPr>
          <p:cNvSpPr>
            <a:spLocks noGrp="1"/>
          </p:cNvSpPr>
          <p:nvPr/>
        </p:nvSpPr>
        <p:spPr>
          <a:xfrm>
            <a:off x="13716000" y="4610100"/>
            <a:ext cx="953" cy="304800"/>
          </a:xfrm>
          <a:custGeom>
            <a:pathLst>
              <a:path w="953" h="304800">
                <a:moveTo>
                  <a:pt x="0" y="0"/>
                </a:moveTo>
                <a:lnTo>
                  <a:pt x="0" y="304800"/>
                </a:lnTo>
              </a:path>
            </a:pathLst>
          </a:custGeom>
          <a:noFill/>
          <a:ln w="10478">
            <a:solidFill>
              <a:srgbClr val="B8753F"/>
            </a:solidFill>
            <a:prstDash val="solid"/>
          </a:ln>
        </p:spPr>
      </p:sp>
      <p:sp>
        <p:nvSpPr>
          <p:cNvPr id="223" name="dp41-comparison / n197 / arrow">
            <a:extLst>
              <a:ext uri="{FF2B5EF4-FFF2-40B4-BE49-F238E27FC236}">
                <ns2:creationId id="{D69BF9E3-C965-443C-BEF6-8A49B5C8FFBD}"/>
              </a:ext>
            </a:extLst>
          </p:cNvPr>
          <p:cNvSpPr>
            <a:spLocks noGrp="1"/>
          </p:cNvSpPr>
          <p:nvPr/>
        </p:nvSpPr>
        <p:spPr>
          <a:xfrm>
            <a:off x="13682472" y="48478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24" name="dp41-comparison / n198 / path">
            <a:extLst>
              <a:ext uri="{FF2B5EF4-FFF2-40B4-BE49-F238E27FC236}">
                <ns2:creationId id="{FD868A5D-500D-42C7-8F1C-ADD8C6664AC2}"/>
              </a:ext>
            </a:extLst>
          </p:cNvPr>
          <p:cNvSpPr>
            <a:spLocks noGrp="1"/>
          </p:cNvSpPr>
          <p:nvPr/>
        </p:nvSpPr>
        <p:spPr>
          <a:xfrm>
            <a:off x="14192250" y="4610100"/>
            <a:ext cx="953" cy="304800"/>
          </a:xfrm>
          <a:custGeom>
            <a:pathLst>
              <a:path w="953" h="304800">
                <a:moveTo>
                  <a:pt x="0" y="304800"/>
                </a:moveTo>
                <a:lnTo>
                  <a:pt x="0" y="0"/>
                </a:lnTo>
              </a:path>
            </a:pathLst>
          </a:custGeom>
          <a:noFill/>
          <a:ln w="10478">
            <a:solidFill>
              <a:srgbClr val="B8753F"/>
            </a:solidFill>
            <a:prstDash val="solid"/>
          </a:ln>
        </p:spPr>
      </p:sp>
      <p:sp>
        <p:nvSpPr>
          <p:cNvPr id="225" name="dp41-comparison / n198 / arrow">
            <a:extLst>
              <a:ext uri="{FF2B5EF4-FFF2-40B4-BE49-F238E27FC236}">
                <ns2:creationId id="{90AA2258-3889-4E48-93B3-F162855936BF}"/>
              </a:ext>
            </a:extLst>
          </p:cNvPr>
          <p:cNvSpPr>
            <a:spLocks noGrp="1"/>
          </p:cNvSpPr>
          <p:nvPr/>
        </p:nvSpPr>
        <p:spPr>
          <a:xfrm>
            <a:off x="14158722" y="46101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26" name="dp41-comparison / n201 / path">
            <a:extLst>
              <a:ext uri="{FF2B5EF4-FFF2-40B4-BE49-F238E27FC236}">
                <ns2:creationId id="{D8E25140-4782-4E17-81EC-FD62D534C235}"/>
              </a:ext>
            </a:extLst>
          </p:cNvPr>
          <p:cNvSpPr>
            <a:spLocks noGrp="1"/>
          </p:cNvSpPr>
          <p:nvPr/>
        </p:nvSpPr>
        <p:spPr>
          <a:xfrm>
            <a:off x="14859000" y="5167313"/>
            <a:ext cx="238125" cy="166688"/>
          </a:xfrm>
          <a:custGeom>
            <a:pathLst>
              <a:path w="238125" h="166688">
                <a:moveTo>
                  <a:pt x="0" y="0"/>
                </a:moveTo>
                <a:lnTo>
                  <a:pt x="114300" y="0"/>
                </a:lnTo>
                <a:lnTo>
                  <a:pt x="114300" y="166688"/>
                </a:lnTo>
                <a:lnTo>
                  <a:pt x="238125" y="166688"/>
                </a:lnTo>
              </a:path>
            </a:pathLst>
          </a:custGeom>
          <a:noFill/>
          <a:ln w="10478">
            <a:solidFill>
              <a:srgbClr val="B8753F"/>
            </a:solidFill>
            <a:prstDash val="solid"/>
          </a:ln>
        </p:spPr>
      </p:sp>
      <p:sp>
        <p:nvSpPr>
          <p:cNvPr id="227" name="dp41-comparison / n201 / arrow">
            <a:extLst>
              <a:ext uri="{FF2B5EF4-FFF2-40B4-BE49-F238E27FC236}">
                <ns2:creationId id="{2E1B8FD5-3D46-4385-B468-611781882607}"/>
              </a:ext>
            </a:extLst>
          </p:cNvPr>
          <p:cNvSpPr>
            <a:spLocks noGrp="1"/>
          </p:cNvSpPr>
          <p:nvPr/>
        </p:nvSpPr>
        <p:spPr>
          <a:xfrm>
            <a:off x="15030069" y="530047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8" name="dp41-comparison / n204 / path">
            <a:extLst>
              <a:ext uri="{FF2B5EF4-FFF2-40B4-BE49-F238E27FC236}">
                <ns2:creationId id="{4502DD10-6E7A-4E3F-816D-F868AEA61DB9}"/>
              </a:ext>
            </a:extLst>
          </p:cNvPr>
          <p:cNvSpPr>
            <a:spLocks noGrp="1"/>
          </p:cNvSpPr>
          <p:nvPr/>
        </p:nvSpPr>
        <p:spPr>
          <a:xfrm>
            <a:off x="13739813" y="5495925"/>
            <a:ext cx="2381250" cy="523875"/>
          </a:xfrm>
          <a:custGeom>
            <a:pathLst>
              <a:path w="2381250" h="523875">
                <a:moveTo>
                  <a:pt x="2381250" y="0"/>
                </a:moveTo>
                <a:lnTo>
                  <a:pt x="2381250" y="428625"/>
                </a:lnTo>
                <a:lnTo>
                  <a:pt x="0" y="428625"/>
                </a:lnTo>
                <a:lnTo>
                  <a:pt x="0" y="523875"/>
                </a:lnTo>
              </a:path>
            </a:pathLst>
          </a:custGeom>
          <a:noFill/>
          <a:ln w="10478">
            <a:solidFill>
              <a:srgbClr val="B8753F"/>
            </a:solidFill>
            <a:prstDash val="solid"/>
          </a:ln>
        </p:spPr>
      </p:sp>
      <p:sp>
        <p:nvSpPr>
          <p:cNvPr id="229" name="dp41-comparison / n204 / arrow">
            <a:extLst>
              <a:ext uri="{FF2B5EF4-FFF2-40B4-BE49-F238E27FC236}">
                <ns2:creationId id="{F85A848F-863E-43CA-923D-343EFB72F541}"/>
              </a:ext>
            </a:extLst>
          </p:cNvPr>
          <p:cNvSpPr>
            <a:spLocks noGrp="1"/>
          </p:cNvSpPr>
          <p:nvPr/>
        </p:nvSpPr>
        <p:spPr>
          <a:xfrm>
            <a:off x="13706285" y="59527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30" name="dp41-comparison / n207 / path">
            <a:extLst>
              <a:ext uri="{FF2B5EF4-FFF2-40B4-BE49-F238E27FC236}">
                <ns2:creationId id="{3A535FB7-A10C-4597-9A69-D4FED3E93F14}"/>
              </a:ext>
            </a:extLst>
          </p:cNvPr>
          <p:cNvSpPr>
            <a:spLocks noGrp="1"/>
          </p:cNvSpPr>
          <p:nvPr/>
        </p:nvSpPr>
        <p:spPr>
          <a:xfrm>
            <a:off x="12287250" y="3857625"/>
            <a:ext cx="5219700" cy="590550"/>
          </a:xfrm>
          <a:custGeom>
            <a:pathLst>
              <a:path w="5219700" h="590550">
                <a:moveTo>
                  <a:pt x="4857750" y="590550"/>
                </a:moveTo>
                <a:lnTo>
                  <a:pt x="5219700" y="590550"/>
                </a:lnTo>
                <a:lnTo>
                  <a:pt x="5219700" y="0"/>
                </a:lnTo>
                <a:lnTo>
                  <a:pt x="190500" y="0"/>
                </a:lnTo>
                <a:lnTo>
                  <a:pt x="190500" y="447675"/>
                </a:lnTo>
                <a:lnTo>
                  <a:pt x="0" y="447675"/>
                </a:lnTo>
              </a:path>
            </a:pathLst>
          </a:custGeom>
          <a:noFill/>
          <a:ln w="10478">
            <a:solidFill>
              <a:srgbClr val="000000"/>
            </a:solidFill>
            <a:prstDash val="solid"/>
          </a:ln>
        </p:spPr>
      </p:sp>
      <p:sp>
        <p:nvSpPr>
          <p:cNvPr id="231" name="dp41-comparison / n207 / arrow">
            <a:extLst>
              <a:ext uri="{FF2B5EF4-FFF2-40B4-BE49-F238E27FC236}">
                <ns2:creationId id="{D5A7BF88-CCDB-4F96-ADBB-9733C59B021A}"/>
              </a:ext>
            </a:extLst>
          </p:cNvPr>
          <p:cNvSpPr>
            <a:spLocks noGrp="1"/>
          </p:cNvSpPr>
          <p:nvPr/>
        </p:nvSpPr>
        <p:spPr>
          <a:xfrm>
            <a:off x="12287250" y="42717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32" name="dp41-comparison / n216 / path">
            <a:extLst>
              <a:ext uri="{FF2B5EF4-FFF2-40B4-BE49-F238E27FC236}">
                <ns2:creationId id="{661BCBD3-8906-4150-A945-DBE01D6135B6}"/>
              </a:ext>
            </a:extLst>
          </p:cNvPr>
          <p:cNvSpPr>
            <a:spLocks noGrp="1"/>
          </p:cNvSpPr>
          <p:nvPr/>
        </p:nvSpPr>
        <p:spPr>
          <a:xfrm>
            <a:off x="12168188" y="2743200"/>
            <a:ext cx="5472113" cy="1276350"/>
          </a:xfrm>
          <a:custGeom>
            <a:pathLst>
              <a:path w="5472113" h="1276350">
                <a:moveTo>
                  <a:pt x="3357563" y="0"/>
                </a:moveTo>
                <a:lnTo>
                  <a:pt x="3357563" y="76200"/>
                </a:lnTo>
                <a:lnTo>
                  <a:pt x="5472113" y="76200"/>
                </a:lnTo>
                <a:lnTo>
                  <a:pt x="5472113" y="828675"/>
                </a:lnTo>
                <a:lnTo>
                  <a:pt x="452438" y="828675"/>
                </a:lnTo>
                <a:lnTo>
                  <a:pt x="452438" y="1200150"/>
                </a:lnTo>
                <a:lnTo>
                  <a:pt x="0" y="1200150"/>
                </a:lnTo>
                <a:lnTo>
                  <a:pt x="0" y="1276350"/>
                </a:lnTo>
              </a:path>
            </a:pathLst>
          </a:custGeom>
          <a:noFill/>
          <a:ln w="10478">
            <a:solidFill>
              <a:srgbClr val="000000"/>
            </a:solidFill>
            <a:prstDash val="solid"/>
          </a:ln>
        </p:spPr>
      </p:sp>
      <p:sp>
        <p:nvSpPr>
          <p:cNvPr id="233" name="dp41-comparison / n216 / arrow">
            <a:extLst>
              <a:ext uri="{FF2B5EF4-FFF2-40B4-BE49-F238E27FC236}">
                <ns2:creationId id="{26FE966C-956F-44EC-94C9-6F1732FD98E9}"/>
              </a:ext>
            </a:extLst>
          </p:cNvPr>
          <p:cNvSpPr>
            <a:spLocks noGrp="1"/>
          </p:cNvSpPr>
          <p:nvPr/>
        </p:nvSpPr>
        <p:spPr>
          <a:xfrm>
            <a:off x="12134660" y="39524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34" name="dp41-comparison / n217">
            <a:extLst>
              <a:ext uri="{FF2B5EF4-FFF2-40B4-BE49-F238E27FC236}">
                <ns2:creationId id="{3D9DCF0C-5246-4934-8FBA-504F68AECF1C}"/>
              </a:ext>
            </a:extLst>
          </p:cNvPr>
          <p:cNvSpPr>
            <a:spLocks noGrp="1"/>
          </p:cNvSpPr>
          <p:nvPr/>
        </p:nvSpPr>
        <p:spPr>
          <a:xfrm>
            <a:off x="12649200"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236" name="dp41-comparison / n219 / path">
            <a:extLst>
              <a:ext uri="{FF2B5EF4-FFF2-40B4-BE49-F238E27FC236}">
                <ns2:creationId id="{62B72B2E-4563-4CF5-8CC6-8D7B0E7EA04E}"/>
              </a:ext>
            </a:extLst>
          </p:cNvPr>
          <p:cNvSpPr>
            <a:spLocks noGrp="1"/>
          </p:cNvSpPr>
          <p:nvPr/>
        </p:nvSpPr>
        <p:spPr>
          <a:xfrm>
            <a:off x="13744575" y="6105525"/>
            <a:ext cx="4010025" cy="542925"/>
          </a:xfrm>
          <a:custGeom>
            <a:pathLst>
              <a:path w="4010025" h="542925">
                <a:moveTo>
                  <a:pt x="3400425" y="0"/>
                </a:moveTo>
                <a:lnTo>
                  <a:pt x="4010025" y="0"/>
                </a:lnTo>
                <a:lnTo>
                  <a:pt x="4010025" y="438150"/>
                </a:lnTo>
                <a:lnTo>
                  <a:pt x="0" y="438150"/>
                </a:lnTo>
                <a:lnTo>
                  <a:pt x="0" y="542925"/>
                </a:lnTo>
              </a:path>
            </a:pathLst>
          </a:custGeom>
          <a:noFill/>
          <a:ln w="10478">
            <a:solidFill>
              <a:srgbClr val="000000"/>
            </a:solidFill>
            <a:prstDash val="solid"/>
          </a:ln>
        </p:spPr>
      </p:sp>
      <p:sp>
        <p:nvSpPr>
          <p:cNvPr id="237" name="dp41-comparison / n219 / arrow">
            <a:extLst>
              <a:ext uri="{FF2B5EF4-FFF2-40B4-BE49-F238E27FC236}">
                <ns2:creationId id="{99A11440-F007-4084-8977-222BF897727B}"/>
              </a:ext>
            </a:extLst>
          </p:cNvPr>
          <p:cNvSpPr>
            <a:spLocks noGrp="1"/>
          </p:cNvSpPr>
          <p:nvPr/>
        </p:nvSpPr>
        <p:spPr>
          <a:xfrm>
            <a:off x="13711047"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38" name="dp41-comparison / n220 / path">
            <a:extLst>
              <a:ext uri="{FF2B5EF4-FFF2-40B4-BE49-F238E27FC236}">
                <ns2:creationId id="{29AC7DAD-0790-4709-A7DE-74B394B1AC84}"/>
              </a:ext>
            </a:extLst>
          </p:cNvPr>
          <p:cNvSpPr>
            <a:spLocks noGrp="1"/>
          </p:cNvSpPr>
          <p:nvPr/>
        </p:nvSpPr>
        <p:spPr>
          <a:xfrm>
            <a:off x="13830300" y="6248400"/>
            <a:ext cx="3848100" cy="400050"/>
          </a:xfrm>
          <a:custGeom>
            <a:pathLst>
              <a:path w="3848100" h="400050">
                <a:moveTo>
                  <a:pt x="0" y="400050"/>
                </a:moveTo>
                <a:lnTo>
                  <a:pt x="0" y="342900"/>
                </a:lnTo>
                <a:lnTo>
                  <a:pt x="3848100" y="342900"/>
                </a:lnTo>
                <a:lnTo>
                  <a:pt x="3848100" y="0"/>
                </a:lnTo>
                <a:lnTo>
                  <a:pt x="3314700" y="0"/>
                </a:lnTo>
              </a:path>
            </a:pathLst>
          </a:custGeom>
          <a:noFill/>
          <a:ln w="10478">
            <a:solidFill>
              <a:srgbClr val="000000"/>
            </a:solidFill>
            <a:prstDash val="dash"/>
          </a:ln>
        </p:spPr>
      </p:sp>
      <p:sp>
        <p:nvSpPr>
          <p:cNvPr id="239" name="dp41-comparison / n220 / arrow">
            <a:extLst>
              <a:ext uri="{FF2B5EF4-FFF2-40B4-BE49-F238E27FC236}">
                <ns2:creationId id="{FCA9F086-D60D-4DF8-9EF0-74E4E6279F76}"/>
              </a:ext>
            </a:extLst>
          </p:cNvPr>
          <p:cNvSpPr>
            <a:spLocks noGrp="1"/>
          </p:cNvSpPr>
          <p:nvPr/>
        </p:nvSpPr>
        <p:spPr>
          <a:xfrm>
            <a:off x="17145000" y="62148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0" name="dp41-comparison / n221">
            <a:extLst>
              <a:ext uri="{FF2B5EF4-FFF2-40B4-BE49-F238E27FC236}">
                <ns2:creationId id="{4C48A42D-8663-4984-8366-AEB72B5BEBB0}"/>
              </a:ext>
            </a:extLst>
          </p:cNvPr>
          <p:cNvSpPr>
            <a:spLocks noGrp="1"/>
          </p:cNvSpPr>
          <p:nvPr/>
        </p:nvSpPr>
        <p:spPr>
          <a:xfrm>
            <a:off x="15382875"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242" name="dp41-comparison / n223 / path">
            <a:extLst>
              <a:ext uri="{FF2B5EF4-FFF2-40B4-BE49-F238E27FC236}">
                <ns2:creationId id="{A187C130-70CD-4EC7-A802-CF132FA09A6C}"/>
              </a:ext>
            </a:extLst>
          </p:cNvPr>
          <p:cNvSpPr>
            <a:spLocks noGrp="1"/>
          </p:cNvSpPr>
          <p:nvPr/>
        </p:nvSpPr>
        <p:spPr>
          <a:xfrm>
            <a:off x="16478250" y="6105525"/>
            <a:ext cx="1276350" cy="542925"/>
          </a:xfrm>
          <a:custGeom>
            <a:pathLst>
              <a:path w="1276350" h="542925">
                <a:moveTo>
                  <a:pt x="666750" y="0"/>
                </a:moveTo>
                <a:lnTo>
                  <a:pt x="1276350" y="0"/>
                </a:lnTo>
                <a:lnTo>
                  <a:pt x="1276350" y="438150"/>
                </a:lnTo>
                <a:lnTo>
                  <a:pt x="0" y="438150"/>
                </a:lnTo>
                <a:lnTo>
                  <a:pt x="0" y="542925"/>
                </a:lnTo>
              </a:path>
            </a:pathLst>
          </a:custGeom>
          <a:noFill/>
          <a:ln w="10478">
            <a:solidFill>
              <a:srgbClr val="000000"/>
            </a:solidFill>
            <a:prstDash val="solid"/>
          </a:ln>
        </p:spPr>
      </p:sp>
      <p:sp>
        <p:nvSpPr>
          <p:cNvPr id="243" name="dp41-comparison / n223 / arrow">
            <a:extLst>
              <a:ext uri="{FF2B5EF4-FFF2-40B4-BE49-F238E27FC236}">
                <ns2:creationId id="{4CB4E792-5968-4512-AE29-F6D4B6891710}"/>
              </a:ext>
            </a:extLst>
          </p:cNvPr>
          <p:cNvSpPr>
            <a:spLocks noGrp="1"/>
          </p:cNvSpPr>
          <p:nvPr/>
        </p:nvSpPr>
        <p:spPr>
          <a:xfrm>
            <a:off x="16444722"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44" name="dp41-comparison / n224 / path">
            <a:extLst>
              <a:ext uri="{FF2B5EF4-FFF2-40B4-BE49-F238E27FC236}">
                <ns2:creationId id="{B6730A7E-14AA-4EAD-932E-B24A2F36E5E7}"/>
              </a:ext>
            </a:extLst>
          </p:cNvPr>
          <p:cNvSpPr>
            <a:spLocks noGrp="1"/>
          </p:cNvSpPr>
          <p:nvPr/>
        </p:nvSpPr>
        <p:spPr>
          <a:xfrm>
            <a:off x="16563975" y="6248400"/>
            <a:ext cx="1114425" cy="400050"/>
          </a:xfrm>
          <a:custGeom>
            <a:pathLst>
              <a:path w="1114425" h="400050">
                <a:moveTo>
                  <a:pt x="0" y="400050"/>
                </a:moveTo>
                <a:lnTo>
                  <a:pt x="0" y="342900"/>
                </a:lnTo>
                <a:lnTo>
                  <a:pt x="1114425" y="342900"/>
                </a:lnTo>
                <a:lnTo>
                  <a:pt x="1114425" y="0"/>
                </a:lnTo>
                <a:lnTo>
                  <a:pt x="581025" y="0"/>
                </a:lnTo>
              </a:path>
            </a:pathLst>
          </a:custGeom>
          <a:noFill/>
          <a:ln w="10478">
            <a:solidFill>
              <a:srgbClr val="000000"/>
            </a:solidFill>
            <a:prstDash val="dash"/>
          </a:ln>
        </p:spPr>
      </p:sp>
      <p:sp>
        <p:nvSpPr>
          <p:cNvPr id="245" name="dp41-comparison / n224 / arrow">
            <a:extLst>
              <a:ext uri="{FF2B5EF4-FFF2-40B4-BE49-F238E27FC236}">
                <ns2:creationId id="{A3CFD3A8-818F-4C8D-81C0-9F0917DE86B2}"/>
              </a:ext>
            </a:extLst>
          </p:cNvPr>
          <p:cNvSpPr>
            <a:spLocks noGrp="1"/>
          </p:cNvSpPr>
          <p:nvPr/>
        </p:nvSpPr>
        <p:spPr>
          <a:xfrm>
            <a:off x="17145000" y="62148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6" name="dp41-comparison / n227 / path">
            <a:extLst>
              <a:ext uri="{FF2B5EF4-FFF2-40B4-BE49-F238E27FC236}">
                <ns2:creationId id="{2D9FE99B-A878-4894-8D83-FF7C4D508294}"/>
              </a:ext>
            </a:extLst>
          </p:cNvPr>
          <p:cNvSpPr>
            <a:spLocks noGrp="1"/>
          </p:cNvSpPr>
          <p:nvPr/>
        </p:nvSpPr>
        <p:spPr>
          <a:xfrm>
            <a:off x="9763125" y="7067550"/>
            <a:ext cx="7953375" cy="953"/>
          </a:xfrm>
          <a:custGeom>
            <a:pathLst>
              <a:path w="7953375" h="953">
                <a:moveTo>
                  <a:pt x="0" y="0"/>
                </a:moveTo>
                <a:lnTo>
                  <a:pt x="7953375" y="0"/>
                </a:lnTo>
              </a:path>
            </a:pathLst>
          </a:custGeom>
          <a:noFill/>
          <a:ln w="10478">
            <a:solidFill>
              <a:srgbClr val="000000"/>
            </a:solidFill>
            <a:prstDash val="solid"/>
          </a:ln>
        </p:spPr>
      </p:sp>
      <p:sp>
        <p:nvSpPr>
          <p:cNvPr id="247" name="dp41-comparison / n230">
            <a:extLst>
              <a:ext uri="{FF2B5EF4-FFF2-40B4-BE49-F238E27FC236}">
                <ns2:creationId id="{3367DBC4-3CCC-42AE-B4DF-7946AC92940A}"/>
              </a:ext>
            </a:extLst>
          </p:cNvPr>
          <p:cNvSpPr>
            <a:spLocks noGrp="1"/>
          </p:cNvSpPr>
          <p:nvPr/>
        </p:nvSpPr>
        <p:spPr>
          <a:xfrm>
            <a:off x="9858375" y="7362825"/>
            <a:ext cx="161925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RequestFrame</a:t>
            </a:r>
            <a:endParaRPr lang="ko-KR">
              <a:solidFill>
                <a:srgbClr val="000000"/>
              </a:solidFill>
              <a:latin typeface="Calibri"/>
              <a:ea typeface="Calibri"/>
              <a:cs typeface="Calibri"/>
            </a:endParaRPr>
          </a:p>
        </p:txBody>
      </p:sp>
      <p:sp>
        <p:nvSpPr>
          <p:cNvPr id="249" name="dp41-comparison / n232">
            <a:extLst>
              <a:ext uri="{FF2B5EF4-FFF2-40B4-BE49-F238E27FC236}">
                <ns2:creationId id="{13F82E66-5501-42BF-9C31-8F521E824A9D}"/>
              </a:ext>
            </a:extLst>
          </p:cNvPr>
          <p:cNvSpPr>
            <a:spLocks noGrp="1"/>
          </p:cNvSpPr>
          <p:nvPr/>
        </p:nvSpPr>
        <p:spPr>
          <a:xfrm>
            <a:off x="11906250" y="7362825"/>
            <a:ext cx="1476375"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코드: 항목 검사</a:t>
            </a:r>
            <a:endParaRPr lang="ko-KR">
              <a:solidFill>
                <a:srgbClr val="000000"/>
              </a:solidFill>
              <a:latin typeface="Calibri"/>
              <a:ea typeface="Calibri"/>
              <a:cs typeface="Calibri"/>
            </a:endParaRPr>
          </a:p>
        </p:txBody>
      </p:sp>
      <p:sp>
        <p:nvSpPr>
          <p:cNvPr id="251" name="dp41-comparison / n234">
            <a:extLst>
              <a:ext uri="{FF2B5EF4-FFF2-40B4-BE49-F238E27FC236}">
                <ns2:creationId id="{544AD173-E075-4654-85DF-64198445135F}"/>
              </a:ext>
            </a:extLst>
          </p:cNvPr>
          <p:cNvSpPr>
            <a:spLocks noGrp="1"/>
          </p:cNvSpPr>
          <p:nvPr/>
        </p:nvSpPr>
        <p:spPr>
          <a:xfrm>
            <a:off x="13811250" y="7296150"/>
            <a:ext cx="1333500" cy="400050"/>
          </a:xfrm>
          <a:prstGeom prst="diamond">
            <a:avLst/>
          </a:prstGeom>
          <a:solidFill>
            <a:srgbClr val="FFFFFF"/>
          </a:solidFill>
          <a:ln w="9525">
            <a:solidFill>
              <a:srgbClr val="000000"/>
            </a:solidFill>
            <a:prstDash val="solid"/>
          </a:ln>
        </p:spPr>
        <p:txBody>
          <a:bodyPr wrap="none" lIns="0" tIns="0" rIns="0" bIns="0" anchor="ctr">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다음 처리?</a:t>
            </a:r>
            <a:endParaRPr lang="ko-KR">
              <a:solidFill>
                <a:srgbClr val="000000"/>
              </a:solidFill>
              <a:latin typeface="Calibri"/>
              <a:ea typeface="Calibri"/>
              <a:cs typeface="Calibri"/>
            </a:endParaRPr>
          </a:p>
        </p:txBody>
      </p:sp>
      <p:sp>
        <p:nvSpPr>
          <p:cNvPr id="253" name="dp41-comparison / n236">
            <a:extLst>
              <a:ext uri="{FF2B5EF4-FFF2-40B4-BE49-F238E27FC236}">
                <ns2:creationId id="{EFBEE240-4E36-49F0-B498-8A6B1082E9CF}"/>
              </a:ext>
            </a:extLst>
          </p:cNvPr>
          <p:cNvSpPr>
            <a:spLocks noGrp="1"/>
          </p:cNvSpPr>
          <p:nvPr/>
        </p:nvSpPr>
        <p:spPr>
          <a:xfrm>
            <a:off x="15811500" y="7362825"/>
            <a:ext cx="171450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도구: 자료 조회</a:t>
            </a:r>
            <a:endParaRPr lang="ko-KR">
              <a:solidFill>
                <a:srgbClr val="000000"/>
              </a:solidFill>
              <a:latin typeface="Calibri"/>
              <a:ea typeface="Calibri"/>
              <a:cs typeface="Calibri"/>
            </a:endParaRPr>
          </a:p>
        </p:txBody>
      </p:sp>
      <p:sp>
        <p:nvSpPr>
          <p:cNvPr id="255" name="dp41-comparison / n238">
            <a:extLst>
              <a:ext uri="{FF2B5EF4-FFF2-40B4-BE49-F238E27FC236}">
                <ns2:creationId id="{429DE821-FA46-444C-B853-5DE83F2DA83A}"/>
              </a:ext>
            </a:extLst>
          </p:cNvPr>
          <p:cNvSpPr>
            <a:spLocks noGrp="1"/>
          </p:cNvSpPr>
          <p:nvPr/>
        </p:nvSpPr>
        <p:spPr>
          <a:xfrm>
            <a:off x="9953625" y="7953375"/>
            <a:ext cx="2095500" cy="276225"/>
          </a:xfrm>
          <a:prstGeom prst="rect">
            <a:avLst/>
          </a:prstGeom>
          <a:solidFill>
            <a:srgbClr val="FFFFFF"/>
          </a:solidFill>
          <a:ln w="9525">
            <a:solidFill>
              <a:srgbClr val="000000"/>
            </a:solidFill>
            <a:prstDash val="solid"/>
          </a:ln>
        </p:spPr>
        <p:txBody>
          <a:bodyPr wrap="none" lIns="85725" tIns="45244" rIns="85725" bIns="2381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특정 항목 해석</a:t>
            </a:r>
            <a:endParaRPr lang="ko-KR">
              <a:solidFill>
                <a:srgbClr val="000000"/>
              </a:solidFill>
              <a:latin typeface="Calibri"/>
              <a:ea typeface="Calibri"/>
              <a:cs typeface="Calibri"/>
            </a:endParaRPr>
          </a:p>
        </p:txBody>
      </p:sp>
      <p:sp>
        <p:nvSpPr>
          <p:cNvPr id="257" name="dp41-comparison / n240">
            <a:extLst>
              <a:ext uri="{FF2B5EF4-FFF2-40B4-BE49-F238E27FC236}">
                <ns2:creationId id="{6BEA25A5-F55E-4E76-AEC4-B66BF4AA733A}"/>
              </a:ext>
            </a:extLst>
          </p:cNvPr>
          <p:cNvSpPr>
            <a:spLocks noGrp="1"/>
          </p:cNvSpPr>
          <p:nvPr/>
        </p:nvSpPr>
        <p:spPr>
          <a:xfrm>
            <a:off x="15621000" y="7953375"/>
            <a:ext cx="1905000" cy="276225"/>
          </a:xfrm>
          <a:prstGeom prst="rect">
            <a:avLst/>
          </a:prstGeom>
          <a:solidFill>
            <a:srgbClr val="FFFFFF"/>
          </a:solidFill>
          <a:ln w="9525">
            <a:solidFill>
              <a:srgbClr val="000000"/>
            </a:solidFill>
            <a:prstDash val="solid"/>
          </a:ln>
        </p:spPr>
        <p:txBody>
          <a:bodyPr wrap="none" lIns="85725" tIns="45244" rIns="85725" bIns="2381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코드: 의미 / 질문 제안</a:t>
            </a:r>
            <a:endParaRPr lang="ko-KR">
              <a:solidFill>
                <a:srgbClr val="000000"/>
              </a:solidFill>
              <a:latin typeface="Calibri"/>
              <a:ea typeface="Calibri"/>
              <a:cs typeface="Calibri"/>
            </a:endParaRPr>
          </a:p>
        </p:txBody>
      </p:sp>
      <p:sp>
        <p:nvSpPr>
          <p:cNvPr id="259" name="dp41-comparison / n242 / path">
            <a:extLst>
              <a:ext uri="{FF2B5EF4-FFF2-40B4-BE49-F238E27FC236}">
                <ns2:creationId id="{BC57F9A0-77BE-42A8-8776-7F56B093DF3D}"/>
              </a:ext>
            </a:extLst>
          </p:cNvPr>
          <p:cNvSpPr>
            <a:spLocks noGrp="1"/>
          </p:cNvSpPr>
          <p:nvPr/>
        </p:nvSpPr>
        <p:spPr>
          <a:xfrm>
            <a:off x="11477625" y="7496175"/>
            <a:ext cx="428625" cy="953"/>
          </a:xfrm>
          <a:custGeom>
            <a:pathLst>
              <a:path w="428625" h="953">
                <a:moveTo>
                  <a:pt x="0" y="0"/>
                </a:moveTo>
                <a:lnTo>
                  <a:pt x="428625" y="0"/>
                </a:lnTo>
              </a:path>
            </a:pathLst>
          </a:custGeom>
          <a:noFill/>
          <a:ln w="10478">
            <a:solidFill>
              <a:srgbClr val="000000"/>
            </a:solidFill>
            <a:prstDash val="solid"/>
          </a:ln>
        </p:spPr>
      </p:sp>
      <p:sp>
        <p:nvSpPr>
          <p:cNvPr id="260" name="dp41-comparison / n242 / arrow">
            <a:extLst>
              <a:ext uri="{FF2B5EF4-FFF2-40B4-BE49-F238E27FC236}">
                <ns2:creationId id="{C0B99890-C111-479A-9721-EFE3543E7DDE}"/>
              </a:ext>
            </a:extLst>
          </p:cNvPr>
          <p:cNvSpPr>
            <a:spLocks noGrp="1"/>
          </p:cNvSpPr>
          <p:nvPr/>
        </p:nvSpPr>
        <p:spPr>
          <a:xfrm>
            <a:off x="1183919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1" name="dp41-comparison / n243 / path">
            <a:extLst>
              <a:ext uri="{FF2B5EF4-FFF2-40B4-BE49-F238E27FC236}">
                <ns2:creationId id="{AB59670D-174A-461A-A5C6-7577DF49384F}"/>
              </a:ext>
            </a:extLst>
          </p:cNvPr>
          <p:cNvSpPr>
            <a:spLocks noGrp="1"/>
          </p:cNvSpPr>
          <p:nvPr/>
        </p:nvSpPr>
        <p:spPr>
          <a:xfrm>
            <a:off x="13382625" y="7496175"/>
            <a:ext cx="428625" cy="953"/>
          </a:xfrm>
          <a:custGeom>
            <a:pathLst>
              <a:path w="428625" h="953">
                <a:moveTo>
                  <a:pt x="0" y="0"/>
                </a:moveTo>
                <a:lnTo>
                  <a:pt x="428625" y="0"/>
                </a:lnTo>
              </a:path>
            </a:pathLst>
          </a:custGeom>
          <a:noFill/>
          <a:ln w="10478">
            <a:solidFill>
              <a:srgbClr val="000000"/>
            </a:solidFill>
            <a:prstDash val="solid"/>
          </a:ln>
        </p:spPr>
      </p:sp>
      <p:sp>
        <p:nvSpPr>
          <p:cNvPr id="262" name="dp41-comparison / n243 / arrow">
            <a:extLst>
              <a:ext uri="{FF2B5EF4-FFF2-40B4-BE49-F238E27FC236}">
                <ns2:creationId id="{1EAB2E92-4ADE-4263-A383-9C44200F4428}"/>
              </a:ext>
            </a:extLst>
          </p:cNvPr>
          <p:cNvSpPr>
            <a:spLocks noGrp="1"/>
          </p:cNvSpPr>
          <p:nvPr/>
        </p:nvSpPr>
        <p:spPr>
          <a:xfrm>
            <a:off x="1374419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3" name="dp41-comparison / n244 / path">
            <a:extLst>
              <a:ext uri="{FF2B5EF4-FFF2-40B4-BE49-F238E27FC236}">
                <ns2:creationId id="{1A27E50F-B521-4374-A21D-9BCCB07430E1}"/>
              </a:ext>
            </a:extLst>
          </p:cNvPr>
          <p:cNvSpPr>
            <a:spLocks noGrp="1"/>
          </p:cNvSpPr>
          <p:nvPr/>
        </p:nvSpPr>
        <p:spPr>
          <a:xfrm>
            <a:off x="15144750" y="7496175"/>
            <a:ext cx="666750" cy="953"/>
          </a:xfrm>
          <a:custGeom>
            <a:pathLst>
              <a:path w="666750" h="953">
                <a:moveTo>
                  <a:pt x="0" y="0"/>
                </a:moveTo>
                <a:lnTo>
                  <a:pt x="666750" y="0"/>
                </a:lnTo>
              </a:path>
            </a:pathLst>
          </a:custGeom>
          <a:noFill/>
          <a:ln w="10478">
            <a:solidFill>
              <a:srgbClr val="000000"/>
            </a:solidFill>
            <a:prstDash val="solid"/>
          </a:ln>
        </p:spPr>
      </p:sp>
      <p:sp>
        <p:nvSpPr>
          <p:cNvPr id="264" name="dp41-comparison / n244 / arrow">
            <a:extLst>
              <a:ext uri="{FF2B5EF4-FFF2-40B4-BE49-F238E27FC236}">
                <ns2:creationId id="{7F8B2CE0-3A70-4B52-834B-005DAD316ECB}"/>
              </a:ext>
            </a:extLst>
          </p:cNvPr>
          <p:cNvSpPr>
            <a:spLocks noGrp="1"/>
          </p:cNvSpPr>
          <p:nvPr/>
        </p:nvSpPr>
        <p:spPr>
          <a:xfrm>
            <a:off x="1574444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5" name="dp41-comparison / n247 / path">
            <a:extLst>
              <a:ext uri="{FF2B5EF4-FFF2-40B4-BE49-F238E27FC236}">
                <ns2:creationId id="{762ADE31-9636-43ED-A754-418345DDACF6}"/>
              </a:ext>
            </a:extLst>
          </p:cNvPr>
          <p:cNvSpPr>
            <a:spLocks noGrp="1"/>
          </p:cNvSpPr>
          <p:nvPr/>
        </p:nvSpPr>
        <p:spPr>
          <a:xfrm>
            <a:off x="12644438" y="7629525"/>
            <a:ext cx="4024313" cy="152400"/>
          </a:xfrm>
          <a:custGeom>
            <a:pathLst>
              <a:path w="4024313" h="152400">
                <a:moveTo>
                  <a:pt x="4024313" y="0"/>
                </a:moveTo>
                <a:lnTo>
                  <a:pt x="4024313" y="152400"/>
                </a:lnTo>
                <a:lnTo>
                  <a:pt x="0" y="152400"/>
                </a:lnTo>
                <a:lnTo>
                  <a:pt x="0" y="0"/>
                </a:lnTo>
              </a:path>
            </a:pathLst>
          </a:custGeom>
          <a:noFill/>
          <a:ln w="10478">
            <a:solidFill>
              <a:srgbClr val="000000"/>
            </a:solidFill>
            <a:prstDash val="solid"/>
          </a:ln>
        </p:spPr>
      </p:sp>
      <p:sp>
        <p:nvSpPr>
          <p:cNvPr id="266" name="dp41-comparison / n247 / arrow">
            <a:extLst>
              <a:ext uri="{FF2B5EF4-FFF2-40B4-BE49-F238E27FC236}">
                <ns2:creationId id="{71257CE4-EB72-4A77-B4A8-B3BC40D262D1}"/>
              </a:ext>
            </a:extLst>
          </p:cNvPr>
          <p:cNvSpPr>
            <a:spLocks noGrp="1"/>
          </p:cNvSpPr>
          <p:nvPr/>
        </p:nvSpPr>
        <p:spPr>
          <a:xfrm>
            <a:off x="12610910" y="76295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67" name="dp41-comparison / n250 / path">
            <a:extLst>
              <a:ext uri="{FF2B5EF4-FFF2-40B4-BE49-F238E27FC236}">
                <ns2:creationId id="{10393DAA-E656-4FBD-90B1-E0EF2360FE4E}"/>
              </a:ext>
            </a:extLst>
          </p:cNvPr>
          <p:cNvSpPr>
            <a:spLocks noGrp="1"/>
          </p:cNvSpPr>
          <p:nvPr/>
        </p:nvSpPr>
        <p:spPr>
          <a:xfrm>
            <a:off x="12049125" y="7696200"/>
            <a:ext cx="2428875" cy="395288"/>
          </a:xfrm>
          <a:custGeom>
            <a:pathLst>
              <a:path w="2428875" h="395288">
                <a:moveTo>
                  <a:pt x="2428875" y="0"/>
                </a:moveTo>
                <a:lnTo>
                  <a:pt x="2428875" y="190500"/>
                </a:lnTo>
                <a:lnTo>
                  <a:pt x="142875" y="190500"/>
                </a:lnTo>
                <a:lnTo>
                  <a:pt x="142875" y="395288"/>
                </a:lnTo>
                <a:lnTo>
                  <a:pt x="0" y="395288"/>
                </a:lnTo>
              </a:path>
            </a:pathLst>
          </a:custGeom>
          <a:noFill/>
          <a:ln w="10478">
            <a:solidFill>
              <a:srgbClr val="000000"/>
            </a:solidFill>
            <a:prstDash val="solid"/>
          </a:ln>
        </p:spPr>
      </p:sp>
      <p:sp>
        <p:nvSpPr>
          <p:cNvPr id="268" name="dp41-comparison / n250 / arrow">
            <a:extLst>
              <a:ext uri="{FF2B5EF4-FFF2-40B4-BE49-F238E27FC236}">
                <ns2:creationId id="{A029CD37-677B-4B36-A000-6DBE8B0CE116}"/>
              </a:ext>
            </a:extLst>
          </p:cNvPr>
          <p:cNvSpPr>
            <a:spLocks noGrp="1"/>
          </p:cNvSpPr>
          <p:nvPr/>
        </p:nvSpPr>
        <p:spPr>
          <a:xfrm>
            <a:off x="12049125" y="805796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69" name="dp41-comparison / n253 / path">
            <a:extLst>
              <a:ext uri="{FF2B5EF4-FFF2-40B4-BE49-F238E27FC236}">
                <ns2:creationId id="{CD8C94EA-5C8C-4917-857F-3665981408FB}"/>
              </a:ext>
            </a:extLst>
          </p:cNvPr>
          <p:cNvSpPr>
            <a:spLocks noGrp="1"/>
          </p:cNvSpPr>
          <p:nvPr/>
        </p:nvSpPr>
        <p:spPr>
          <a:xfrm>
            <a:off x="11001375" y="7781925"/>
            <a:ext cx="1643063" cy="171450"/>
          </a:xfrm>
          <a:custGeom>
            <a:pathLst>
              <a:path w="1643063" h="171450">
                <a:moveTo>
                  <a:pt x="0" y="171450"/>
                </a:moveTo>
                <a:lnTo>
                  <a:pt x="0" y="76200"/>
                </a:lnTo>
                <a:lnTo>
                  <a:pt x="1643063" y="76200"/>
                </a:lnTo>
                <a:lnTo>
                  <a:pt x="1643063" y="0"/>
                </a:lnTo>
              </a:path>
            </a:pathLst>
          </a:custGeom>
          <a:noFill/>
          <a:ln w="10478">
            <a:solidFill>
              <a:srgbClr val="000000"/>
            </a:solidFill>
            <a:prstDash val="solid"/>
          </a:ln>
        </p:spPr>
      </p:sp>
      <p:sp>
        <p:nvSpPr>
          <p:cNvPr id="270" name="dp41-comparison / n256 / path">
            <a:extLst>
              <a:ext uri="{FF2B5EF4-FFF2-40B4-BE49-F238E27FC236}">
                <ns2:creationId id="{F59F18D2-4B15-4E9C-A7AF-927ABFE55079}"/>
              </a:ext>
            </a:extLst>
          </p:cNvPr>
          <p:cNvSpPr>
            <a:spLocks noGrp="1"/>
          </p:cNvSpPr>
          <p:nvPr/>
        </p:nvSpPr>
        <p:spPr>
          <a:xfrm>
            <a:off x="14478000" y="7696200"/>
            <a:ext cx="1143000" cy="395288"/>
          </a:xfrm>
          <a:custGeom>
            <a:pathLst>
              <a:path w="1143000" h="395288">
                <a:moveTo>
                  <a:pt x="0" y="0"/>
                </a:moveTo>
                <a:lnTo>
                  <a:pt x="0" y="395288"/>
                </a:lnTo>
                <a:lnTo>
                  <a:pt x="1143000" y="395288"/>
                </a:lnTo>
              </a:path>
            </a:pathLst>
          </a:custGeom>
          <a:noFill/>
          <a:ln w="10478">
            <a:solidFill>
              <a:srgbClr val="000000"/>
            </a:solidFill>
            <a:prstDash val="solid"/>
          </a:ln>
        </p:spPr>
      </p:sp>
      <p:sp>
        <p:nvSpPr>
          <p:cNvPr id="271" name="dp41-comparison / n256 / arrow">
            <a:extLst>
              <a:ext uri="{FF2B5EF4-FFF2-40B4-BE49-F238E27FC236}">
                <ns2:creationId id="{8BC2422E-4D4E-4682-B257-D115CFC77388}"/>
              </a:ext>
            </a:extLst>
          </p:cNvPr>
          <p:cNvSpPr>
            <a:spLocks noGrp="1"/>
          </p:cNvSpPr>
          <p:nvPr/>
        </p:nvSpPr>
        <p:spPr>
          <a:xfrm>
            <a:off x="15553944" y="8057960"/>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72" name="dp41-comparison / n152">
            <a:extLst>
              <a:ext uri="{FF2B5EF4-FFF2-40B4-BE49-F238E27FC236}">
                <ns2:creationId id="{82A9612D-6750-43E8-9D23-13B050A6DD97}"/>
              </a:ext>
            </a:extLst>
          </p:cNvPr>
          <p:cNvSpPr>
            <a:spLocks noGrp="1"/>
          </p:cNvSpPr>
          <p:nvPr/>
        </p:nvSpPr>
        <p:spPr>
          <a:xfrm>
            <a:off x="9858375" y="2409825"/>
            <a:ext cx="1428750" cy="333375"/>
          </a:xfrm>
          <a:custGeom>
            <a:pathLst>
              <a:path w="1428750" h="333375">
                <a:moveTo>
                  <a:pt x="0" y="0"/>
                </a:moveTo>
                <a:lnTo>
                  <a:pt x="1257300" y="0"/>
                </a:lnTo>
                <a:lnTo>
                  <a:pt x="1428750" y="171450"/>
                </a:lnTo>
                <a:lnTo>
                  <a:pt x="1428750" y="333375"/>
                </a:lnTo>
                <a:lnTo>
                  <a:pt x="0" y="333375"/>
                </a:lnTo>
                <a:close/>
              </a:path>
            </a:pathLst>
          </a:custGeom>
          <a:solidFill>
            <a:srgbClr val="FFFFFF"/>
          </a:solidFill>
          <a:ln w="9525">
            <a:solidFill>
              <a:srgbClr val="000000"/>
            </a:solidFill>
            <a:prstDash val="solid"/>
          </a:ln>
        </p:spPr>
        <p:txBody>
          <a:bodyPr wrap="none" lIns="95250" tIns="57150" rIns="171450" bIns="55245"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사용자 발화</a:t>
            </a:r>
            <a:endParaRPr lang="ko-KR">
              <a:solidFill>
                <a:srgbClr val="000000"/>
              </a:solidFill>
              <a:latin typeface="Calibri"/>
              <a:ea typeface="Calibri"/>
              <a:cs typeface="Calibri"/>
            </a:endParaRPr>
          </a:p>
        </p:txBody>
      </p:sp>
      <p:sp>
        <p:nvSpPr>
          <p:cNvPr id="273" name="dp41-comparison / n152 / fold">
            <a:extLst>
              <a:ext uri="{FF2B5EF4-FFF2-40B4-BE49-F238E27FC236}">
                <ns2:creationId id="{08BC54D0-E0BC-4E9C-92EC-7820C445B8FE}"/>
              </a:ext>
            </a:extLst>
          </p:cNvPr>
          <p:cNvSpPr>
            <a:spLocks noGrp="1"/>
          </p:cNvSpPr>
          <p:nvPr/>
        </p:nvSpPr>
        <p:spPr>
          <a:xfrm>
            <a:off x="11115675"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75" name="dp41-comparison / n162">
            <a:extLst>
              <a:ext uri="{FF2B5EF4-FFF2-40B4-BE49-F238E27FC236}">
                <ns2:creationId id="{912C6565-7ABF-450C-A487-CF00B4C32A8C}"/>
              </a:ext>
            </a:extLst>
          </p:cNvPr>
          <p:cNvSpPr>
            <a:spLocks noGrp="1"/>
          </p:cNvSpPr>
          <p:nvPr/>
        </p:nvSpPr>
        <p:spPr>
          <a:xfrm>
            <a:off x="12792075" y="2943225"/>
            <a:ext cx="3369945" cy="167640"/>
          </a:xfrm>
          <a:prstGeom prst="rect">
            <a:avLst/>
          </a:prstGeom>
          <a:solidFill>
            <a:srgbClr val="FFFFFF"/>
          </a:solidFill>
          <a:ln w="0">
            <a:noFill/>
            <a:prstDash val="solid"/>
          </a:ln>
        </p:spPr>
      </p:sp>
      <p:sp>
        <p:nvSpPr>
          <p:cNvPr id="276" name="dp41-comparison / n163 / text 1">
            <a:extLst>
              <a:ext uri="{FF2B5EF4-FFF2-40B4-BE49-F238E27FC236}">
                <ns2:creationId id="{C5FCC27E-C8B2-4CCA-8070-485E3E0086B3}"/>
              </a:ext>
            </a:extLst>
          </p:cNvPr>
          <p:cNvSpPr>
            <a:spLocks noGrp="1"/>
          </p:cNvSpPr>
          <p:nvPr/>
        </p:nvSpPr>
        <p:spPr>
          <a:xfrm>
            <a:off x="12811125" y="2952750"/>
            <a:ext cx="4667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Model Access 경유 / 초기 프레임과 조건부 부분 해석</a:t>
            </a:r>
            <a:endParaRPr lang="ko-KR">
              <a:solidFill>
                <a:srgbClr val="000000"/>
              </a:solidFill>
              <a:latin typeface="Calibri"/>
              <a:ea typeface="Calibri"/>
              <a:cs typeface="Calibri"/>
            </a:endParaRPr>
          </a:p>
        </p:txBody>
      </p:sp>
      <p:sp>
        <p:nvSpPr>
          <p:cNvPr id="277" name="dp41-comparison / n164">
            <a:extLst>
              <a:ext uri="{FF2B5EF4-FFF2-40B4-BE49-F238E27FC236}">
                <ns2:creationId id="{846FCEB3-13D8-4B66-86DC-A96BD4993811}"/>
              </a:ext>
            </a:extLst>
          </p:cNvPr>
          <p:cNvSpPr>
            <a:spLocks noGrp="1"/>
          </p:cNvSpPr>
          <p:nvPr/>
        </p:nvSpPr>
        <p:spPr>
          <a:xfrm>
            <a:off x="9934575" y="3314700"/>
            <a:ext cx="5299139" cy="236220"/>
          </a:xfrm>
          <a:prstGeom prst="rect">
            <a:avLst/>
          </a:prstGeom>
          <a:solidFill>
            <a:srgbClr val="FFFFFF"/>
          </a:solidFill>
          <a:ln w="0">
            <a:noFill/>
            <a:prstDash val="solid"/>
          </a:ln>
        </p:spPr>
      </p:sp>
      <p:sp>
        <p:nvSpPr>
          <p:cNvPr id="278" name="dp41-comparison / n165 / text 1">
            <a:extLst>
              <a:ext uri="{FF2B5EF4-FFF2-40B4-BE49-F238E27FC236}">
                <ns2:creationId id="{F9858383-DF50-4CC8-82BD-D41E56E22F74}"/>
              </a:ext>
            </a:extLst>
          </p:cNvPr>
          <p:cNvSpPr>
            <a:spLocks noGrp="1"/>
          </p:cNvSpPr>
          <p:nvPr/>
        </p:nvSpPr>
        <p:spPr>
          <a:xfrm>
            <a:off x="9953625" y="3324225"/>
            <a:ext cx="7620000" cy="262414"/>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B: 항목별 해결 상태를 보고 Engine 코드가 다음 처리 결정</a:t>
            </a:r>
            <a:endParaRPr lang="ko-KR">
              <a:solidFill>
                <a:srgbClr val="000000"/>
              </a:solidFill>
              <a:latin typeface="Calibri"/>
              <a:ea typeface="Calibri"/>
              <a:cs typeface="Calibri"/>
            </a:endParaRPr>
          </a:p>
        </p:txBody>
      </p:sp>
      <p:sp>
        <p:nvSpPr>
          <p:cNvPr id="279" name="dp41-comparison / n168">
            <a:extLst>
              <a:ext uri="{FF2B5EF4-FFF2-40B4-BE49-F238E27FC236}">
                <ns2:creationId id="{98C3C31F-DFBF-4A5D-8784-921A0139CBD1}"/>
              </a:ext>
            </a:extLst>
          </p:cNvPr>
          <p:cNvSpPr>
            <a:spLocks noGrp="1"/>
          </p:cNvSpPr>
          <p:nvPr/>
        </p:nvSpPr>
        <p:spPr>
          <a:xfrm>
            <a:off x="15792450" y="3324225"/>
            <a:ext cx="730568" cy="190500"/>
          </a:xfrm>
          <a:prstGeom prst="rect">
            <a:avLst/>
          </a:prstGeom>
          <a:solidFill>
            <a:srgbClr val="FFFFFF"/>
          </a:solidFill>
          <a:ln w="0">
            <a:noFill/>
            <a:prstDash val="solid"/>
          </a:ln>
        </p:spPr>
      </p:sp>
      <p:sp>
        <p:nvSpPr>
          <p:cNvPr id="280" name="dp41-comparison / n169 / text 1">
            <a:extLst>
              <a:ext uri="{FF2B5EF4-FFF2-40B4-BE49-F238E27FC236}">
                <ns2:creationId id="{7872F595-B444-4C71-8317-FBA6E516F1EE}"/>
              </a:ext>
            </a:extLst>
          </p:cNvPr>
          <p:cNvSpPr>
            <a:spLocks noGrp="1"/>
          </p:cNvSpPr>
          <p:nvPr/>
        </p:nvSpPr>
        <p:spPr>
          <a:xfrm>
            <a:off x="15811500" y="3333750"/>
            <a:ext cx="1762125"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해석 시작</a:t>
            </a:r>
            <a:endParaRPr lang="ko-KR">
              <a:solidFill>
                <a:srgbClr val="000000"/>
              </a:solidFill>
              <a:latin typeface="Calibri"/>
              <a:ea typeface="Calibri"/>
              <a:cs typeface="Calibri"/>
            </a:endParaRPr>
          </a:p>
        </p:txBody>
      </p:sp>
      <p:sp>
        <p:nvSpPr>
          <p:cNvPr id="281" name="dp41-comparison / n191">
            <a:extLst>
              <a:ext uri="{FF2B5EF4-FFF2-40B4-BE49-F238E27FC236}">
                <ns2:creationId id="{555E68DC-7852-4702-B2F0-13E8BB2485C6}"/>
              </a:ext>
            </a:extLst>
          </p:cNvPr>
          <p:cNvSpPr>
            <a:spLocks noGrp="1"/>
          </p:cNvSpPr>
          <p:nvPr/>
        </p:nvSpPr>
        <p:spPr>
          <a:xfrm>
            <a:off x="15078075" y="4657725"/>
            <a:ext cx="1255776" cy="156210"/>
          </a:xfrm>
          <a:prstGeom prst="rect">
            <a:avLst/>
          </a:prstGeom>
          <a:solidFill>
            <a:srgbClr val="FFFFFF"/>
          </a:solidFill>
          <a:ln w="0">
            <a:noFill/>
            <a:prstDash val="solid"/>
          </a:ln>
        </p:spPr>
      </p:sp>
      <p:sp>
        <p:nvSpPr>
          <p:cNvPr id="282" name="dp41-comparison / n192 / text 1">
            <a:extLst>
              <a:ext uri="{FF2B5EF4-FFF2-40B4-BE49-F238E27FC236}">
                <ns2:creationId id="{EC2D2EA6-395B-4B78-BB9B-7554A234E3E3}"/>
              </a:ext>
            </a:extLst>
          </p:cNvPr>
          <p:cNvSpPr>
            <a:spLocks noGrp="1"/>
          </p:cNvSpPr>
          <p:nvPr/>
        </p:nvSpPr>
        <p:spPr>
          <a:xfrm>
            <a:off x="15097125" y="4667250"/>
            <a:ext cx="22860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② 코드가 선택한 조회</a:t>
            </a:r>
            <a:endParaRPr lang="ko-KR">
              <a:solidFill>
                <a:srgbClr val="000000"/>
              </a:solidFill>
              <a:latin typeface="Calibri"/>
              <a:ea typeface="Calibri"/>
              <a:cs typeface="Calibri"/>
            </a:endParaRPr>
          </a:p>
        </p:txBody>
      </p:sp>
      <p:sp>
        <p:nvSpPr>
          <p:cNvPr id="283" name="dp41-comparison / n193">
            <a:extLst>
              <a:ext uri="{FF2B5EF4-FFF2-40B4-BE49-F238E27FC236}">
                <ns2:creationId id="{7880BF7F-F6EA-4200-AC85-5FFC7BAFC6CA}"/>
              </a:ext>
            </a:extLst>
          </p:cNvPr>
          <p:cNvSpPr>
            <a:spLocks noGrp="1"/>
          </p:cNvSpPr>
          <p:nvPr/>
        </p:nvSpPr>
        <p:spPr>
          <a:xfrm>
            <a:off x="15078075" y="4791075"/>
            <a:ext cx="1844040" cy="133350"/>
          </a:xfrm>
          <a:prstGeom prst="rect">
            <a:avLst/>
          </a:prstGeom>
          <a:solidFill>
            <a:srgbClr val="FFFFFF"/>
          </a:solidFill>
          <a:ln w="0">
            <a:noFill/>
            <a:prstDash val="solid"/>
          </a:ln>
        </p:spPr>
      </p:sp>
      <p:sp>
        <p:nvSpPr>
          <p:cNvPr id="284" name="dp41-comparison / n194 / text 1">
            <a:extLst>
              <a:ext uri="{FF2B5EF4-FFF2-40B4-BE49-F238E27FC236}">
                <ns2:creationId id="{95F46752-FBC0-48CE-A193-98CEB164AA61}"/>
              </a:ext>
            </a:extLst>
          </p:cNvPr>
          <p:cNvSpPr>
            <a:spLocks noGrp="1"/>
          </p:cNvSpPr>
          <p:nvPr/>
        </p:nvSpPr>
        <p:spPr>
          <a:xfrm>
            <a:off x="15097125" y="4800600"/>
            <a:ext cx="2238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task_retrieve / context_retrieve</a:t>
            </a:r>
            <a:endParaRPr lang="ko-KR">
              <a:solidFill>
                <a:srgbClr val="000000"/>
              </a:solidFill>
              <a:latin typeface="Calibri"/>
              <a:ea typeface="Calibri"/>
              <a:cs typeface="Calibri"/>
            </a:endParaRPr>
          </a:p>
        </p:txBody>
      </p:sp>
      <p:sp>
        <p:nvSpPr>
          <p:cNvPr id="285" name="dp41-comparison / n199">
            <a:extLst>
              <a:ext uri="{FF2B5EF4-FFF2-40B4-BE49-F238E27FC236}">
                <ns2:creationId id="{86BEA2A1-FA7C-47DE-AADC-761679B59526}"/>
              </a:ext>
            </a:extLst>
          </p:cNvPr>
          <p:cNvSpPr>
            <a:spLocks noGrp="1"/>
          </p:cNvSpPr>
          <p:nvPr/>
        </p:nvSpPr>
        <p:spPr>
          <a:xfrm>
            <a:off x="15078075" y="4933950"/>
            <a:ext cx="1427798" cy="144780"/>
          </a:xfrm>
          <a:prstGeom prst="rect">
            <a:avLst/>
          </a:prstGeom>
          <a:solidFill>
            <a:srgbClr val="FFFFFF"/>
          </a:solidFill>
          <a:ln w="0">
            <a:noFill/>
            <a:prstDash val="solid"/>
          </a:ln>
        </p:spPr>
      </p:sp>
      <p:sp>
        <p:nvSpPr>
          <p:cNvPr id="286" name="dp41-comparison / n200 / text 1">
            <a:extLst>
              <a:ext uri="{FF2B5EF4-FFF2-40B4-BE49-F238E27FC236}">
                <ns2:creationId id="{5E2C3E61-179D-4217-B6FB-88DE675BC48A}"/>
              </a:ext>
            </a:extLst>
          </p:cNvPr>
          <p:cNvSpPr>
            <a:spLocks noGrp="1"/>
          </p:cNvSpPr>
          <p:nvPr/>
        </p:nvSpPr>
        <p:spPr>
          <a:xfrm>
            <a:off x="15097125" y="4943475"/>
            <a:ext cx="2238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④ 해결 상태로 코드 재검사</a:t>
            </a:r>
            <a:endParaRPr lang="ko-KR">
              <a:solidFill>
                <a:srgbClr val="000000"/>
              </a:solidFill>
              <a:latin typeface="Calibri"/>
              <a:ea typeface="Calibri"/>
              <a:cs typeface="Calibri"/>
            </a:endParaRPr>
          </a:p>
        </p:txBody>
      </p:sp>
      <p:sp>
        <p:nvSpPr>
          <p:cNvPr id="287" name="dp41-comparison / n202">
            <a:extLst>
              <a:ext uri="{FF2B5EF4-FFF2-40B4-BE49-F238E27FC236}">
                <ns2:creationId id="{2EBEC9CD-6518-41D4-9FEA-AE2409370316}"/>
              </a:ext>
            </a:extLst>
          </p:cNvPr>
          <p:cNvSpPr>
            <a:spLocks noGrp="1"/>
          </p:cNvSpPr>
          <p:nvPr/>
        </p:nvSpPr>
        <p:spPr>
          <a:xfrm>
            <a:off x="12992100" y="5486400"/>
            <a:ext cx="1697355" cy="247650"/>
          </a:xfrm>
          <a:prstGeom prst="rect">
            <a:avLst/>
          </a:prstGeom>
          <a:solidFill>
            <a:srgbClr val="FFFFFF"/>
          </a:solidFill>
          <a:ln w="0">
            <a:noFill/>
            <a:prstDash val="solid"/>
          </a:ln>
        </p:spPr>
      </p:sp>
      <p:sp>
        <p:nvSpPr>
          <p:cNvPr id="288" name="dp41-comparison / n203 / text 1">
            <a:extLst>
              <a:ext uri="{FF2B5EF4-FFF2-40B4-BE49-F238E27FC236}">
                <ns2:creationId id="{A494F995-C979-409F-AAC3-19F5134FF60F}"/>
              </a:ext>
            </a:extLst>
          </p:cNvPr>
          <p:cNvSpPr>
            <a:spLocks noGrp="1"/>
          </p:cNvSpPr>
          <p:nvPr/>
        </p:nvSpPr>
        <p:spPr>
          <a:xfrm>
            <a:off x="13011150" y="5495925"/>
            <a:ext cx="19050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report: 두 후보 → 확인 뒤 Task1</a:t>
            </a:r>
            <a:endParaRPr lang="ko-KR">
              <a:solidFill>
                <a:srgbClr val="000000"/>
              </a:solidFill>
              <a:latin typeface="Calibri"/>
              <a:ea typeface="Calibri"/>
              <a:cs typeface="Calibri"/>
            </a:endParaRPr>
          </a:p>
        </p:txBody>
      </p:sp>
      <p:sp>
        <p:nvSpPr>
          <p:cNvPr id="289" name="dp41-comparison / n203 / text 2">
            <a:extLst>
              <a:ext uri="{FF2B5EF4-FFF2-40B4-BE49-F238E27FC236}">
                <ns2:creationId id="{707A18D3-5EE7-4B21-B029-347846EA9BBB}"/>
              </a:ext>
            </a:extLst>
          </p:cNvPr>
          <p:cNvSpPr>
            <a:spLocks noGrp="1"/>
          </p:cNvSpPr>
          <p:nvPr/>
        </p:nvSpPr>
        <p:spPr>
          <a:xfrm>
            <a:off x="13011150" y="5610225"/>
            <a:ext cx="19050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table: 선택한 표 연결</a:t>
            </a:r>
            <a:endParaRPr lang="ko-KR">
              <a:solidFill>
                <a:srgbClr val="000000"/>
              </a:solidFill>
              <a:latin typeface="Calibri"/>
              <a:ea typeface="Calibri"/>
              <a:cs typeface="Calibri"/>
            </a:endParaRPr>
          </a:p>
        </p:txBody>
      </p:sp>
      <p:sp>
        <p:nvSpPr>
          <p:cNvPr id="290" name="dp41-comparison / n205">
            <a:extLst>
              <a:ext uri="{FF2B5EF4-FFF2-40B4-BE49-F238E27FC236}">
                <ns2:creationId id="{9087F84D-B9A7-461A-861F-2DF20F4A9038}"/>
              </a:ext>
            </a:extLst>
          </p:cNvPr>
          <p:cNvSpPr>
            <a:spLocks noGrp="1"/>
          </p:cNvSpPr>
          <p:nvPr/>
        </p:nvSpPr>
        <p:spPr>
          <a:xfrm>
            <a:off x="15078075" y="5543550"/>
            <a:ext cx="1698117" cy="144780"/>
          </a:xfrm>
          <a:prstGeom prst="rect">
            <a:avLst/>
          </a:prstGeom>
          <a:solidFill>
            <a:srgbClr val="FFFFFF"/>
          </a:solidFill>
          <a:ln w="0">
            <a:noFill/>
            <a:prstDash val="solid"/>
          </a:ln>
        </p:spPr>
      </p:sp>
      <p:sp>
        <p:nvSpPr>
          <p:cNvPr id="291" name="dp41-comparison / n206 / text 1">
            <a:extLst>
              <a:ext uri="{FF2B5EF4-FFF2-40B4-BE49-F238E27FC236}">
                <ns2:creationId id="{5ADF5512-B0E9-4A19-968D-0510F9478CF5}"/>
              </a:ext>
            </a:extLst>
          </p:cNvPr>
          <p:cNvSpPr>
            <a:spLocks noGrp="1"/>
          </p:cNvSpPr>
          <p:nvPr/>
        </p:nvSpPr>
        <p:spPr>
          <a:xfrm>
            <a:off x="15097125" y="5553075"/>
            <a:ext cx="2190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⑤ 지원 연산으로 전체 의미 구성</a:t>
            </a:r>
            <a:endParaRPr lang="ko-KR">
              <a:solidFill>
                <a:srgbClr val="000000"/>
              </a:solidFill>
              <a:latin typeface="Calibri"/>
              <a:ea typeface="Calibri"/>
              <a:cs typeface="Calibri"/>
            </a:endParaRPr>
          </a:p>
        </p:txBody>
      </p:sp>
      <p:sp>
        <p:nvSpPr>
          <p:cNvPr id="292" name="dp41-comparison / n208">
            <a:extLst>
              <a:ext uri="{FF2B5EF4-FFF2-40B4-BE49-F238E27FC236}">
                <ns2:creationId id="{8F78AEE1-0D7E-427D-B94E-3D98B3A38A04}"/>
              </a:ext>
            </a:extLst>
          </p:cNvPr>
          <p:cNvSpPr>
            <a:spLocks noGrp="1"/>
          </p:cNvSpPr>
          <p:nvPr/>
        </p:nvSpPr>
        <p:spPr>
          <a:xfrm>
            <a:off x="9934575" y="4438650"/>
            <a:ext cx="2073212" cy="144780"/>
          </a:xfrm>
          <a:prstGeom prst="rect">
            <a:avLst/>
          </a:prstGeom>
          <a:solidFill>
            <a:srgbClr val="FFFFFF"/>
          </a:solidFill>
          <a:ln w="0">
            <a:noFill/>
            <a:prstDash val="solid"/>
          </a:ln>
        </p:spPr>
      </p:sp>
      <p:sp>
        <p:nvSpPr>
          <p:cNvPr id="293" name="dp41-comparison / n209 / text 1">
            <a:extLst>
              <a:ext uri="{FF2B5EF4-FFF2-40B4-BE49-F238E27FC236}">
                <ns2:creationId id="{4A11462B-3E6E-431E-AF56-D89C4D9E9A7C}"/>
              </a:ext>
            </a:extLst>
          </p:cNvPr>
          <p:cNvSpPr>
            <a:spLocks noGrp="1"/>
          </p:cNvSpPr>
          <p:nvPr/>
        </p:nvSpPr>
        <p:spPr>
          <a:xfrm>
            <a:off x="9953625" y="4448175"/>
            <a:ext cx="2524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 시: 특정 항목만 모델에 해석 요청</a:t>
            </a:r>
            <a:endParaRPr lang="ko-KR">
              <a:solidFill>
                <a:srgbClr val="000000"/>
              </a:solidFill>
              <a:latin typeface="Calibri"/>
              <a:ea typeface="Calibri"/>
              <a:cs typeface="Calibri"/>
            </a:endParaRPr>
          </a:p>
        </p:txBody>
      </p:sp>
      <p:sp>
        <p:nvSpPr>
          <p:cNvPr id="294" name="dp41-comparison / n210">
            <a:extLst>
              <a:ext uri="{FF2B5EF4-FFF2-40B4-BE49-F238E27FC236}">
                <ns2:creationId id="{6D7DEA3C-D9C6-4027-AFF4-77827A40CF8F}"/>
              </a:ext>
            </a:extLst>
          </p:cNvPr>
          <p:cNvSpPr>
            <a:spLocks noGrp="1"/>
          </p:cNvSpPr>
          <p:nvPr/>
        </p:nvSpPr>
        <p:spPr>
          <a:xfrm>
            <a:off x="9953625" y="4667250"/>
            <a:ext cx="2333625" cy="1143000"/>
          </a:xfrm>
          <a:custGeom>
            <a:pathLst>
              <a:path w="2333625" h="1143000">
                <a:moveTo>
                  <a:pt x="0" y="0"/>
                </a:moveTo>
                <a:lnTo>
                  <a:pt x="2162175" y="0"/>
                </a:lnTo>
                <a:lnTo>
                  <a:pt x="2333625" y="171450"/>
                </a:lnTo>
                <a:lnTo>
                  <a:pt x="2333625" y="1143000"/>
                </a:lnTo>
                <a:lnTo>
                  <a:pt x="0" y="1143000"/>
                </a:lnTo>
                <a:close/>
              </a:path>
            </a:pathLst>
          </a:custGeom>
          <a:solidFill>
            <a:srgbClr val="FFFFFF"/>
          </a:solidFill>
          <a:ln w="9525">
            <a:solidFill>
              <a:srgbClr val="000000"/>
            </a:solidFill>
            <a:prstDash val="solid"/>
          </a:ln>
        </p:spPr>
        <p:txBody>
          <a:bodyPr wrap="none" lIns="95250" tIns="57150" rIns="171450" bIns="3333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모델 출력: RequestFrame (필드 축약)</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schema_version:1 / input_ref:Input1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goals: G1=UPDATE_TASK(report,table)</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G2=NEW_TASK(메일 초안)</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references: report=RECENT_TASK("보고서")</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table=INPUT_SELECTION</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relations: USE_RESULT(G1 → G2)</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constraints: FORBID_ACTION(G2, SEND)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unparsed_spans:[] / 실제 Task는 미확정</a:t>
            </a:r>
            <a:endParaRPr lang="ko-KR">
              <a:solidFill>
                <a:srgbClr val="000000"/>
              </a:solidFill>
              <a:latin typeface="Calibri"/>
              <a:ea typeface="Calibri"/>
              <a:cs typeface="Calibri"/>
            </a:endParaRPr>
          </a:p>
        </p:txBody>
      </p:sp>
      <p:sp>
        <p:nvSpPr>
          <p:cNvPr id="295" name="dp41-comparison / n210 / fold">
            <a:extLst>
              <a:ext uri="{FF2B5EF4-FFF2-40B4-BE49-F238E27FC236}">
                <ns2:creationId id="{57E599AB-EC40-40FC-98E9-9CEE205E765E}"/>
              </a:ext>
            </a:extLst>
          </p:cNvPr>
          <p:cNvSpPr>
            <a:spLocks noGrp="1"/>
          </p:cNvSpPr>
          <p:nvPr/>
        </p:nvSpPr>
        <p:spPr>
          <a:xfrm>
            <a:off x="12115800" y="4667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305" name="dp41-comparison / n212">
            <a:extLst>
              <a:ext uri="{FF2B5EF4-FFF2-40B4-BE49-F238E27FC236}">
                <ns2:creationId id="{52AE07F1-7BA1-44F5-B1AB-F0CE258030EF}"/>
              </a:ext>
            </a:extLst>
          </p:cNvPr>
          <p:cNvSpPr>
            <a:spLocks noGrp="1"/>
          </p:cNvSpPr>
          <p:nvPr/>
        </p:nvSpPr>
        <p:spPr>
          <a:xfrm>
            <a:off x="9953625" y="5848350"/>
            <a:ext cx="2333625" cy="495300"/>
          </a:xfrm>
          <a:custGeom>
            <a:pathLst>
              <a:path w="2333625" h="495300">
                <a:moveTo>
                  <a:pt x="0" y="0"/>
                </a:moveTo>
                <a:lnTo>
                  <a:pt x="2162175" y="0"/>
                </a:lnTo>
                <a:lnTo>
                  <a:pt x="2333625" y="171450"/>
                </a:lnTo>
                <a:lnTo>
                  <a:pt x="2333625" y="495300"/>
                </a:lnTo>
                <a:lnTo>
                  <a:pt x="0" y="495300"/>
                </a:lnTo>
                <a:close/>
              </a:path>
            </a:pathLst>
          </a:custGeom>
          <a:solidFill>
            <a:srgbClr val="FFFFFF"/>
          </a:solidFill>
          <a:ln w="9525">
            <a:solidFill>
              <a:srgbClr val="000000"/>
            </a:solidFill>
            <a:prstDash val="solid"/>
          </a:ln>
        </p:spPr>
        <p:txBody>
          <a:bodyPr wrap="none" lIns="95250" tIns="57150" rIns="171450" bIns="3476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코드가 만든 MeaningProposal</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확인 뒤 Task1 + 표 / 결과로 초안</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전송 금지 유지</a:t>
            </a:r>
            <a:endParaRPr lang="ko-KR">
              <a:solidFill>
                <a:srgbClr val="000000"/>
              </a:solidFill>
              <a:latin typeface="Calibri"/>
              <a:ea typeface="Calibri"/>
              <a:cs typeface="Calibri"/>
            </a:endParaRPr>
          </a:p>
        </p:txBody>
      </p:sp>
      <p:sp>
        <p:nvSpPr>
          <p:cNvPr id="306" name="dp41-comparison / n212 / fold">
            <a:extLst>
              <a:ext uri="{FF2B5EF4-FFF2-40B4-BE49-F238E27FC236}">
                <ns2:creationId id="{0AB0CD08-943D-4297-807F-DC74FD6649C6}"/>
              </a:ext>
            </a:extLst>
          </p:cNvPr>
          <p:cNvSpPr>
            <a:spLocks noGrp="1"/>
          </p:cNvSpPr>
          <p:nvPr/>
        </p:nvSpPr>
        <p:spPr>
          <a:xfrm>
            <a:off x="12115800" y="58483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310" name="dp41-comparison / n214">
            <a:extLst>
              <a:ext uri="{FF2B5EF4-FFF2-40B4-BE49-F238E27FC236}">
                <ns2:creationId id="{528E2FB5-CBB8-4E00-9972-6B4BBF19F373}"/>
              </a:ext>
            </a:extLst>
          </p:cNvPr>
          <p:cNvSpPr>
            <a:spLocks noGrp="1"/>
          </p:cNvSpPr>
          <p:nvPr/>
        </p:nvSpPr>
        <p:spPr>
          <a:xfrm>
            <a:off x="12887325" y="3648075"/>
            <a:ext cx="2619566" cy="167640"/>
          </a:xfrm>
          <a:prstGeom prst="rect">
            <a:avLst/>
          </a:prstGeom>
          <a:solidFill>
            <a:srgbClr val="FFFFFF"/>
          </a:solidFill>
          <a:ln w="0">
            <a:noFill/>
            <a:prstDash val="solid"/>
          </a:ln>
        </p:spPr>
      </p:sp>
      <p:sp>
        <p:nvSpPr>
          <p:cNvPr id="311" name="dp41-comparison / n215 / text 1">
            <a:extLst>
              <a:ext uri="{FF2B5EF4-FFF2-40B4-BE49-F238E27FC236}">
                <ns2:creationId id="{F496B6D1-4322-41EC-8EE3-F479127D2A2F}"/>
              </a:ext>
            </a:extLst>
          </p:cNvPr>
          <p:cNvSpPr>
            <a:spLocks noGrp="1"/>
          </p:cNvSpPr>
          <p:nvPr/>
        </p:nvSpPr>
        <p:spPr>
          <a:xfrm>
            <a:off x="12906375" y="3657600"/>
            <a:ext cx="4572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다음 처리 결정과 전체 결합: Engine 코드</a:t>
            </a:r>
            <a:endParaRPr lang="ko-KR">
              <a:solidFill>
                <a:srgbClr val="000000"/>
              </a:solidFill>
              <a:latin typeface="Calibri"/>
              <a:ea typeface="Calibri"/>
              <a:cs typeface="Calibri"/>
            </a:endParaRPr>
          </a:p>
        </p:txBody>
      </p:sp>
      <p:sp>
        <p:nvSpPr>
          <p:cNvPr id="312" name="dp41-comparison / n225">
            <a:extLst>
              <a:ext uri="{FF2B5EF4-FFF2-40B4-BE49-F238E27FC236}">
                <ns2:creationId id="{64398EB5-48F2-47C2-850C-DC18D8B8CD44}"/>
              </a:ext>
            </a:extLst>
          </p:cNvPr>
          <p:cNvSpPr>
            <a:spLocks noGrp="1"/>
          </p:cNvSpPr>
          <p:nvPr/>
        </p:nvSpPr>
        <p:spPr>
          <a:xfrm>
            <a:off x="9934575" y="6657975"/>
            <a:ext cx="2213610" cy="190500"/>
          </a:xfrm>
          <a:prstGeom prst="rect">
            <a:avLst/>
          </a:prstGeom>
          <a:solidFill>
            <a:srgbClr val="FFFFFF"/>
          </a:solidFill>
          <a:ln w="0">
            <a:noFill/>
            <a:prstDash val="solid"/>
          </a:ln>
        </p:spPr>
      </p:sp>
      <p:sp>
        <p:nvSpPr>
          <p:cNvPr id="313" name="dp41-comparison / n226 / text 1">
            <a:extLst>
              <a:ext uri="{FF2B5EF4-FFF2-40B4-BE49-F238E27FC236}">
                <ns2:creationId id="{182F2778-25F9-4FA4-91DC-89ACB90E51E7}"/>
              </a:ext>
            </a:extLst>
          </p:cNvPr>
          <p:cNvSpPr>
            <a:spLocks noGrp="1"/>
          </p:cNvSpPr>
          <p:nvPr/>
        </p:nvSpPr>
        <p:spPr>
          <a:xfrm>
            <a:off x="9953625" y="6667500"/>
            <a:ext cx="25717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정보 / 대화 / Task 기록 조회</a:t>
            </a:r>
            <a:endParaRPr lang="ko-KR">
              <a:solidFill>
                <a:srgbClr val="000000"/>
              </a:solidFill>
              <a:latin typeface="Calibri"/>
              <a:ea typeface="Calibri"/>
              <a:cs typeface="Calibri"/>
            </a:endParaRPr>
          </a:p>
        </p:txBody>
      </p:sp>
      <p:sp>
        <p:nvSpPr>
          <p:cNvPr id="314" name="dp41-comparison / n228">
            <a:extLst>
              <a:ext uri="{FF2B5EF4-FFF2-40B4-BE49-F238E27FC236}">
                <ns2:creationId id="{A61C8FBE-15EE-4A38-B9CF-238C86CB0E8C}"/>
              </a:ext>
            </a:extLst>
          </p:cNvPr>
          <p:cNvSpPr>
            <a:spLocks noGrp="1"/>
          </p:cNvSpPr>
          <p:nvPr/>
        </p:nvSpPr>
        <p:spPr>
          <a:xfrm>
            <a:off x="9934575" y="7086600"/>
            <a:ext cx="2484501" cy="179070"/>
          </a:xfrm>
          <a:prstGeom prst="rect">
            <a:avLst/>
          </a:prstGeom>
          <a:solidFill>
            <a:srgbClr val="FFFFFF"/>
          </a:solidFill>
          <a:ln w="0">
            <a:noFill/>
            <a:prstDash val="solid"/>
          </a:ln>
        </p:spPr>
      </p:sp>
      <p:sp>
        <p:nvSpPr>
          <p:cNvPr id="315" name="dp41-comparison / n229 / text 1">
            <a:extLst>
              <a:ext uri="{FF2B5EF4-FFF2-40B4-BE49-F238E27FC236}">
                <ns2:creationId id="{21D8141A-E644-47F1-A86B-7A85C6CFCB40}"/>
              </a:ext>
            </a:extLst>
          </p:cNvPr>
          <p:cNvSpPr>
            <a:spLocks noGrp="1"/>
          </p:cNvSpPr>
          <p:nvPr/>
        </p:nvSpPr>
        <p:spPr>
          <a:xfrm>
            <a:off x="9953625" y="7096125"/>
            <a:ext cx="762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반복 제어와 종료 조건</a:t>
            </a:r>
            <a:endParaRPr lang="ko-KR">
              <a:solidFill>
                <a:srgbClr val="000000"/>
              </a:solidFill>
              <a:latin typeface="Calibri"/>
              <a:ea typeface="Calibri"/>
              <a:cs typeface="Calibri"/>
            </a:endParaRPr>
          </a:p>
        </p:txBody>
      </p:sp>
      <p:sp>
        <p:nvSpPr>
          <p:cNvPr id="316" name="dp41-comparison / n245">
            <a:extLst>
              <a:ext uri="{FF2B5EF4-FFF2-40B4-BE49-F238E27FC236}">
                <ns2:creationId id="{722F67C3-7A2A-4594-BA8E-F4E546A2860F}"/>
              </a:ext>
            </a:extLst>
          </p:cNvPr>
          <p:cNvSpPr>
            <a:spLocks noGrp="1"/>
          </p:cNvSpPr>
          <p:nvPr/>
        </p:nvSpPr>
        <p:spPr>
          <a:xfrm>
            <a:off x="15230475" y="7324725"/>
            <a:ext cx="323850" cy="167640"/>
          </a:xfrm>
          <a:prstGeom prst="rect">
            <a:avLst/>
          </a:prstGeom>
          <a:solidFill>
            <a:srgbClr val="FFFFFF"/>
          </a:solidFill>
          <a:ln w="0">
            <a:noFill/>
            <a:prstDash val="solid"/>
          </a:ln>
        </p:spPr>
      </p:sp>
      <p:sp>
        <p:nvSpPr>
          <p:cNvPr id="317" name="dp41-comparison / n246 / text 1">
            <a:extLst>
              <a:ext uri="{FF2B5EF4-FFF2-40B4-BE49-F238E27FC236}">
                <ns2:creationId id="{FB828649-B9CD-4641-B6A0-AF35587AB50E}"/>
              </a:ext>
            </a:extLst>
          </p:cNvPr>
          <p:cNvSpPr>
            <a:spLocks noGrp="1"/>
          </p:cNvSpPr>
          <p:nvPr/>
        </p:nvSpPr>
        <p:spPr>
          <a:xfrm>
            <a:off x="15249525" y="7334250"/>
            <a:ext cx="5238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조회</a:t>
            </a:r>
            <a:endParaRPr lang="ko-KR">
              <a:solidFill>
                <a:srgbClr val="000000"/>
              </a:solidFill>
              <a:latin typeface="Calibri"/>
              <a:ea typeface="Calibri"/>
              <a:cs typeface="Calibri"/>
            </a:endParaRPr>
          </a:p>
        </p:txBody>
      </p:sp>
      <p:sp>
        <p:nvSpPr>
          <p:cNvPr id="318" name="dp41-comparison / n248">
            <a:extLst>
              <a:ext uri="{FF2B5EF4-FFF2-40B4-BE49-F238E27FC236}">
                <ns2:creationId id="{B6EA957A-8E88-4C44-9FDB-A339C2990D52}"/>
              </a:ext>
            </a:extLst>
          </p:cNvPr>
          <p:cNvSpPr>
            <a:spLocks noGrp="1"/>
          </p:cNvSpPr>
          <p:nvPr/>
        </p:nvSpPr>
        <p:spPr>
          <a:xfrm>
            <a:off x="15316200" y="7791450"/>
            <a:ext cx="1921193" cy="167640"/>
          </a:xfrm>
          <a:prstGeom prst="rect">
            <a:avLst/>
          </a:prstGeom>
          <a:solidFill>
            <a:srgbClr val="FFFFFF"/>
          </a:solidFill>
          <a:ln w="0">
            <a:noFill/>
            <a:prstDash val="solid"/>
          </a:ln>
        </p:spPr>
      </p:sp>
      <p:sp>
        <p:nvSpPr>
          <p:cNvPr id="319" name="dp41-comparison / n249 / text 1">
            <a:extLst>
              <a:ext uri="{FF2B5EF4-FFF2-40B4-BE49-F238E27FC236}">
                <ns2:creationId id="{70BE6585-F385-4E05-A840-307A1F1A3704}"/>
              </a:ext>
            </a:extLst>
          </p:cNvPr>
          <p:cNvSpPr>
            <a:spLocks noGrp="1"/>
          </p:cNvSpPr>
          <p:nvPr/>
        </p:nvSpPr>
        <p:spPr>
          <a:xfrm>
            <a:off x="15335250" y="7800975"/>
            <a:ext cx="2095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해결 상태 갱신 후 코드 재검사</a:t>
            </a:r>
            <a:endParaRPr lang="ko-KR">
              <a:solidFill>
                <a:srgbClr val="000000"/>
              </a:solidFill>
              <a:latin typeface="Calibri"/>
              <a:ea typeface="Calibri"/>
              <a:cs typeface="Calibri"/>
            </a:endParaRPr>
          </a:p>
        </p:txBody>
      </p:sp>
      <p:sp>
        <p:nvSpPr>
          <p:cNvPr id="320" name="dp41-comparison / n251">
            <a:extLst>
              <a:ext uri="{FF2B5EF4-FFF2-40B4-BE49-F238E27FC236}">
                <ns2:creationId id="{7328F4E7-7136-4D09-82FD-10F46A37731D}"/>
              </a:ext>
            </a:extLst>
          </p:cNvPr>
          <p:cNvSpPr>
            <a:spLocks noGrp="1"/>
          </p:cNvSpPr>
          <p:nvPr/>
        </p:nvSpPr>
        <p:spPr>
          <a:xfrm>
            <a:off x="12325350" y="7905750"/>
            <a:ext cx="1529906" cy="167640"/>
          </a:xfrm>
          <a:prstGeom prst="rect">
            <a:avLst/>
          </a:prstGeom>
          <a:solidFill>
            <a:srgbClr val="FFFFFF"/>
          </a:solidFill>
          <a:ln w="0">
            <a:noFill/>
            <a:prstDash val="solid"/>
          </a:ln>
        </p:spPr>
      </p:sp>
      <p:sp>
        <p:nvSpPr>
          <p:cNvPr id="321" name="dp41-comparison / n252 / text 1">
            <a:extLst>
              <a:ext uri="{FF2B5EF4-FFF2-40B4-BE49-F238E27FC236}">
                <ns2:creationId id="{EEA7609B-D74D-46F7-8FF1-444F1F686E1A}"/>
              </a:ext>
            </a:extLst>
          </p:cNvPr>
          <p:cNvSpPr>
            <a:spLocks noGrp="1"/>
          </p:cNvSpPr>
          <p:nvPr/>
        </p:nvSpPr>
        <p:spPr>
          <a:xfrm>
            <a:off x="12344400" y="7915275"/>
            <a:ext cx="21145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의미 해석이 필요한 항목</a:t>
            </a:r>
            <a:endParaRPr lang="ko-KR">
              <a:solidFill>
                <a:srgbClr val="000000"/>
              </a:solidFill>
              <a:latin typeface="Calibri"/>
              <a:ea typeface="Calibri"/>
              <a:cs typeface="Calibri"/>
            </a:endParaRPr>
          </a:p>
        </p:txBody>
      </p:sp>
      <p:sp>
        <p:nvSpPr>
          <p:cNvPr id="322" name="dp41-comparison / n254">
            <a:extLst>
              <a:ext uri="{FF2B5EF4-FFF2-40B4-BE49-F238E27FC236}">
                <ns2:creationId id="{6DB34A17-60ED-4963-8351-84CB686D7CA6}"/>
              </a:ext>
            </a:extLst>
          </p:cNvPr>
          <p:cNvSpPr>
            <a:spLocks noGrp="1"/>
          </p:cNvSpPr>
          <p:nvPr/>
        </p:nvSpPr>
        <p:spPr>
          <a:xfrm>
            <a:off x="9934575" y="7667625"/>
            <a:ext cx="1529906" cy="167640"/>
          </a:xfrm>
          <a:prstGeom prst="rect">
            <a:avLst/>
          </a:prstGeom>
          <a:solidFill>
            <a:srgbClr val="FFFFFF"/>
          </a:solidFill>
          <a:ln w="0">
            <a:noFill/>
            <a:prstDash val="solid"/>
          </a:ln>
        </p:spPr>
      </p:sp>
      <p:sp>
        <p:nvSpPr>
          <p:cNvPr id="323" name="dp41-comparison / n255 / text 1">
            <a:extLst>
              <a:ext uri="{FF2B5EF4-FFF2-40B4-BE49-F238E27FC236}">
                <ns2:creationId id="{8FC791C4-B8CB-4586-B858-97A2E254BEE5}"/>
              </a:ext>
            </a:extLst>
          </p:cNvPr>
          <p:cNvSpPr>
            <a:spLocks noGrp="1"/>
          </p:cNvSpPr>
          <p:nvPr/>
        </p:nvSpPr>
        <p:spPr>
          <a:xfrm>
            <a:off x="9953625" y="7677150"/>
            <a:ext cx="2381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부분 결과를 코드에 반환</a:t>
            </a:r>
            <a:endParaRPr lang="ko-KR">
              <a:solidFill>
                <a:srgbClr val="000000"/>
              </a:solidFill>
              <a:latin typeface="Calibri"/>
              <a:ea typeface="Calibri"/>
              <a:cs typeface="Calibri"/>
            </a:endParaRPr>
          </a:p>
        </p:txBody>
      </p:sp>
      <p:sp>
        <p:nvSpPr>
          <p:cNvPr id="324" name="dp41-comparison / n257">
            <a:extLst>
              <a:ext uri="{FF2B5EF4-FFF2-40B4-BE49-F238E27FC236}">
                <ns2:creationId id="{3965BB6B-0DF8-4BAA-BFF3-A39B0312C9C1}"/>
              </a:ext>
            </a:extLst>
          </p:cNvPr>
          <p:cNvSpPr>
            <a:spLocks noGrp="1"/>
          </p:cNvSpPr>
          <p:nvPr/>
        </p:nvSpPr>
        <p:spPr>
          <a:xfrm>
            <a:off x="14573250" y="7905750"/>
            <a:ext cx="512445" cy="133350"/>
          </a:xfrm>
          <a:prstGeom prst="rect">
            <a:avLst/>
          </a:prstGeom>
          <a:solidFill>
            <a:srgbClr val="FFFFFF"/>
          </a:solidFill>
          <a:ln w="0">
            <a:noFill/>
            <a:prstDash val="solid"/>
          </a:ln>
        </p:spPr>
      </p:sp>
      <p:sp>
        <p:nvSpPr>
          <p:cNvPr id="325" name="dp41-comparison / n258 / text 1">
            <a:extLst>
              <a:ext uri="{FF2B5EF4-FFF2-40B4-BE49-F238E27FC236}">
                <ns2:creationId id="{C967DE76-77D4-4C84-AEE3-809ACDBDEC0E}"/>
              </a:ext>
            </a:extLst>
          </p:cNvPr>
          <p:cNvSpPr>
            <a:spLocks noGrp="1"/>
          </p:cNvSpPr>
          <p:nvPr/>
        </p:nvSpPr>
        <p:spPr>
          <a:xfrm>
            <a:off x="14592300" y="7915275"/>
            <a:ext cx="6858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완성/질문</a:t>
            </a:r>
            <a:endParaRPr lang="ko-KR">
              <a:solidFill>
                <a:srgbClr val="000000"/>
              </a:solidFill>
              <a:latin typeface="Calibri"/>
              <a:ea typeface="Calibri"/>
              <a:cs typeface="Calibri"/>
            </a:endParaRPr>
          </a:p>
        </p:txBody>
      </p:sp>
      <p:sp>
        <p:nvSpPr>
          <p:cNvPr id="352" name="v6-header-title">
            <a:extLst>
              <a:ext uri="{FF2B5EF4-FFF2-40B4-BE49-F238E27FC236}">
                <ns2:creationId id="{8F264074-D157-4009-BC1D-863E0B23E09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 설계 비교 (원본)</a:t>
            </a:r>
            <a:endParaRPr lang="ko-KR">
              <a:latin typeface="Calibri"/>
              <a:ea typeface="Calibri"/>
              <a:cs typeface="Calibri"/>
            </a:endParaRPr>
          </a:p>
        </p:txBody>
      </p:sp>
      <p:sp>
        <p:nvSpPr>
          <p:cNvPr id="353" name="v6-header-rule">
            <a:extLst>
              <a:ext uri="{FF2B5EF4-FFF2-40B4-BE49-F238E27FC236}">
                <ns2:creationId id="{8018FA84-3ECD-447D-80C4-824D7A957728}"/>
              </a:ext>
            </a:extLst>
          </p:cNvPr>
          <p:cNvSpPr>
            <a:spLocks noGrp="1"/>
          </p:cNvSpPr>
          <p:nvPr/>
        </p:nvSpPr>
        <p:spPr>
          <a:xfrm>
            <a:off x="495300" y="990600"/>
            <a:ext cx="17335500" cy="0"/>
          </a:xfrm>
          <a:prstGeom prst="line">
            <a:avLst/>
          </a:prstGeom>
          <a:noFill/>
          <a:ln w="19050">
            <a:solidFill>
              <a:srgbClr val="A6A6A6"/>
            </a:solidFill>
          </a:ln>
        </p:spPr>
      </p:sp>
      <p:sp>
        <p:nvSpPr>
          <p:cNvPr id="354" name="v6-header-stage-0">
            <a:extLst>
              <a:ext uri="{FF2B5EF4-FFF2-40B4-BE49-F238E27FC236}">
                <ns2:creationId id="{5E5DAF2F-D7D5-4A4C-AC87-4512EC5170F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55" name="v6-header-stage-1">
            <a:extLst>
              <a:ext uri="{FF2B5EF4-FFF2-40B4-BE49-F238E27FC236}">
                <ns2:creationId id="{7A40F239-F61B-4662-B60D-15C0B311856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56" name="v6-header-stage-2">
            <a:extLst>
              <a:ext uri="{FF2B5EF4-FFF2-40B4-BE49-F238E27FC236}">
                <ns2:creationId id="{8C0972E1-C52E-42EB-9BC5-D9D3C7334F8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57" name="v6-header-stage-3">
            <a:extLst>
              <a:ext uri="{FF2B5EF4-FFF2-40B4-BE49-F238E27FC236}">
                <ns2:creationId id="{3F840941-FC69-4C1E-9F3E-5CF5790D3F0B}"/>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8" name="v6-header-stage-4">
            <a:extLst>
              <a:ext uri="{FF2B5EF4-FFF2-40B4-BE49-F238E27FC236}">
                <ns2:creationId id="{0CB65CE9-A73D-472A-9E48-E7444FBB57EE}"/>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59" name="v6-header-page">
            <a:extLst>
              <a:ext uri="{FF2B5EF4-FFF2-40B4-BE49-F238E27FC236}">
                <ns2:creationId id="{2CAF6165-9A6E-435D-AAEA-A97065C40E2B}"/>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47 / 63</a:t>
            </a:r>
            <a:endParaRPr lang="ko-KR">
              <a:latin typeface="Calibri"/>
              <a:ea typeface="Calibri"/>
              <a:cs typeface="Calibri"/>
            </a:endParaRPr>
          </a:p>
        </p:txBody>
      </p:sp>
      <p:sp>
        <p:nvSpPr>
          <p:cNvPr id="360" name="v6-native-header-cell-47-0">
            <a:extLst>
              <a:ext uri="{FF2B5EF4-FFF2-40B4-BE49-F238E27FC236}">
                <ns2:creationId id="{4C7DD651-7BBF-4084-A646-67E47EFF392F}"/>
              </a:ext>
            </a:extLst>
          </p:cNvPr>
          <p:cNvSpPr>
            <a:spLocks noGrp="1"/>
          </p:cNvSpPr>
          <p:nvPr/>
        </p:nvSpPr>
        <p:spPr>
          <a:xfrm>
            <a:off x="381000" y="1857375"/>
            <a:ext cx="1023937" cy="457200"/>
          </a:xfrm>
          <a:prstGeom prst="rect">
            <a:avLst/>
          </a:prstGeom>
          <a:solidFill>
            <a:srgbClr val="C6E0B4"/>
          </a:solidFill>
          <a:ln w="0">
            <a:noFill/>
          </a:ln>
        </p:spPr>
        <p:txBody>
          <a:bodyPr lIns="9525" tIns="133350" rIns="80962" bIns="61436" anchor="ctr">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설계안</a:t>
            </a:r>
            <a:endParaRPr lang="ko-KR">
              <a:latin typeface="Calibri"/>
              <a:ea typeface="Calibri"/>
              <a:cs typeface="Calibri"/>
            </a:endParaRPr>
          </a:p>
        </p:txBody>
      </p:sp>
      <p:sp>
        <p:nvSpPr>
          <p:cNvPr id="361" name="v6-native-header-cell-47-1">
            <a:extLst>
              <a:ext uri="{FF2B5EF4-FFF2-40B4-BE49-F238E27FC236}">
                <ns2:creationId id="{A40C24B7-8BEF-4893-A1A7-263D1B66F45E}"/>
              </a:ext>
            </a:extLst>
          </p:cNvPr>
          <p:cNvSpPr>
            <a:spLocks noGrp="1"/>
          </p:cNvSpPr>
          <p:nvPr/>
        </p:nvSpPr>
        <p:spPr>
          <a:xfrm>
            <a:off x="1404937" y="1857375"/>
            <a:ext cx="8215313" cy="457200"/>
          </a:xfrm>
          <a:prstGeom prst="rect">
            <a:avLst/>
          </a:prstGeom>
          <a:solidFill>
            <a:srgbClr val="C6E0B4"/>
          </a:solidFill>
          <a:ln w="0">
            <a:noFill/>
          </a:ln>
        </p:spPr>
        <p:txBody>
          <a:bodyPr lIns="80963" tIns="95250" rIns="152400" bIns="2858" anchor="ctr">
            <a:noAutofit/>
          </a:body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A 모델 주도 해석</a:t>
            </a:r>
            <a:endParaRPr lang="ko-KR">
              <a:latin typeface="Calibri"/>
              <a:ea typeface="Calibri"/>
              <a:cs typeface="Calibri"/>
            </a:endParaRPr>
          </a:p>
        </p:txBody>
      </p:sp>
      <p:sp>
        <p:nvSpPr>
          <p:cNvPr id="362" name="v6-native-header-cell-47-2">
            <a:extLst>
              <a:ext uri="{FF2B5EF4-FFF2-40B4-BE49-F238E27FC236}">
                <ns2:creationId id="{A0ABEA8D-FE6E-4663-90CB-5713906B0B3A}"/>
              </a:ext>
            </a:extLst>
          </p:cNvPr>
          <p:cNvSpPr>
            <a:spLocks noGrp="1"/>
          </p:cNvSpPr>
          <p:nvPr/>
        </p:nvSpPr>
        <p:spPr>
          <a:xfrm>
            <a:off x="9620250" y="1857375"/>
            <a:ext cx="8286750" cy="457200"/>
          </a:xfrm>
          <a:prstGeom prst="rect">
            <a:avLst/>
          </a:prstGeom>
          <a:solidFill>
            <a:srgbClr val="C6E0B4"/>
          </a:solidFill>
          <a:ln w="0">
            <a:noFill/>
          </a:ln>
        </p:spPr>
        <p:txBody>
          <a:bodyPr lIns="152400" tIns="95250" rIns="152400" bIns="2858" anchor="ctr">
            <a:noAutofit/>
          </a:body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B 모델 요청 틀과 코드 주도 완성</a:t>
            </a:r>
            <a:endParaRPr lang="ko-KR">
              <a:latin typeface="Calibri"/>
              <a:ea typeface="Calibri"/>
              <a:cs typeface="Calibri"/>
            </a:endParaRPr>
          </a:p>
        </p:txBody>
      </p:sp>
    </p:spTree>
    <p:extLst>
      <p:ext uri="{BB962C8B-B14F-4D97-AF65-F5344CB8AC3E}">
        <p14:creationId val="1614029304"/>
      </p:ext>
    </p:extLst>
  </p:cSld>
</p:sld>
</file>

<file path=ppt/slides/slide23.xml><?xml version="1.0" encoding="utf-8"?>
<p:sld xmlns:a="http://schemas.openxmlformats.org/drawingml/2006/main" xmlns:ns2="http://schemas.microsoft.com/office/drawing/2014/main" xmlns:p="http://schemas.openxmlformats.org/presentationml/2006/main" xmlns:p14="http://schemas.microsoft.com/office/powerpoint/2010/main">
  <p:cSld name="dp41-qa">
    <p:bg>
      <p:bgPr>
        <a:solidFill>
          <a:srgbClr val="FFFFFF"/>
        </a:solidFill>
      </p:bgPr>
    </p:bg>
    <p:spTree>
      <p:nvGrpSpPr>
        <p:cNvPr id="1" name=""/>
        <p:cNvGrpSpPr/>
        <p:nvPr/>
      </p:nvGrpSpPr>
      <p:grpSpPr>
        <a:xfrm/>
      </p:grpSpPr>
      <p:sp>
        <p:nvSpPr>
          <p:cNvPr id="4" name="dp41-v5-qa-detail / n4">
            <a:extLst>
              <a:ext uri="{FF2B5EF4-FFF2-40B4-BE49-F238E27FC236}">
                <ns2:creationId id="{ED91EBDD-DBD7-4722-9F01-F7D53B912430}"/>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1-v5-qa-detail / n5">
            <a:extLst>
              <a:ext uri="{FF2B5EF4-FFF2-40B4-BE49-F238E27FC236}">
                <ns2:creationId id="{01C78F1B-3135-42C1-8D9F-C267483E07E6}"/>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1-v5-qa-detail / n6">
            <a:extLst>
              <a:ext uri="{FF2B5EF4-FFF2-40B4-BE49-F238E27FC236}">
                <ns2:creationId id="{5424F279-7F9F-46D8-A80B-4D8B6108684C}"/>
              </a:ext>
            </a:extLst>
          </p:cNvPr>
          <p:cNvSpPr>
            <a:spLocks noGrp="1"/>
          </p:cNvSpPr>
          <p:nvPr/>
        </p:nvSpPr>
        <p:spPr>
          <a:xfrm>
            <a:off x="381000" y="2143125"/>
            <a:ext cx="17526000" cy="457200"/>
          </a:xfrm>
          <a:prstGeom prst="rect">
            <a:avLst/>
          </a:prstGeom>
          <a:solidFill>
            <a:srgbClr val="C6E0B4"/>
          </a:solidFill>
          <a:ln w="0">
            <a:noFill/>
          </a:ln>
        </p:spPr>
      </p:sp>
      <p:sp>
        <p:nvSpPr>
          <p:cNvPr id="11" name="dp41-v5-qa-detail / n11">
            <a:extLst>
              <a:ext uri="{FF2B5EF4-FFF2-40B4-BE49-F238E27FC236}">
                <ns2:creationId id="{11EE1F00-A7B3-4A7F-95A4-B40D705F462B}"/>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1-v5-qa-detail / n12">
            <a:extLst>
              <a:ext uri="{FF2B5EF4-FFF2-40B4-BE49-F238E27FC236}">
                <ns2:creationId id="{A4E23A7C-19C4-4814-8EDD-E7CD421478DD}"/>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1-v5-qa-detail / n13">
            <a:extLst>
              <a:ext uri="{FF2B5EF4-FFF2-40B4-BE49-F238E27FC236}">
                <ns2:creationId id="{365212E8-C15F-4126-A24C-98D0659B4FFC}"/>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1-v5-qa-detail / n14">
            <a:extLst>
              <a:ext uri="{FF2B5EF4-FFF2-40B4-BE49-F238E27FC236}">
                <ns2:creationId id="{95EDCD3E-09F8-4F25-85E2-136AB51D11A3}"/>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1-v5-qa-detail / n15">
            <a:extLst>
              <a:ext uri="{FF2B5EF4-FFF2-40B4-BE49-F238E27FC236}">
                <ns2:creationId id="{D9B35B9F-7864-40FC-BF20-DAB201DFB25F}"/>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전체 의미 결합과 부분 갱신</a:t>
            </a:r>
            <a:endParaRPr lang="ko-KR">
              <a:solidFill>
                <a:srgbClr val="000000"/>
              </a:solidFill>
              <a:latin typeface="Calibri"/>
              <a:ea typeface="Calibri"/>
              <a:cs typeface="Calibri"/>
            </a:endParaRPr>
          </a:p>
        </p:txBody>
      </p:sp>
      <p:sp>
        <p:nvSpPr>
          <p:cNvPr id="16" name="dp41-v5-qa-detail / n16">
            <a:extLst>
              <a:ext uri="{FF2B5EF4-FFF2-40B4-BE49-F238E27FC236}">
                <ns2:creationId id="{B4301635-3C58-4EE8-A32C-C28B0741BCB9}"/>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1-v5-qa-detail / n17">
            <a:extLst>
              <a:ext uri="{FF2B5EF4-FFF2-40B4-BE49-F238E27FC236}">
                <ns2:creationId id="{626E752F-29B4-4EFB-8601-4B0DD150A2BC}"/>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요청 틀의 표현 범위와 부분 결합</a:t>
            </a:r>
            <a:endParaRPr lang="ko-KR">
              <a:solidFill>
                <a:srgbClr val="000000"/>
              </a:solidFill>
              <a:latin typeface="Calibri"/>
              <a:ea typeface="Calibri"/>
              <a:cs typeface="Calibri"/>
            </a:endParaRPr>
          </a:p>
        </p:txBody>
      </p:sp>
      <p:sp>
        <p:nvSpPr>
          <p:cNvPr id="18" name="dp41-v5-qa-detail / n18">
            <a:extLst>
              <a:ext uri="{FF2B5EF4-FFF2-40B4-BE49-F238E27FC236}">
                <ns2:creationId id="{EB9F4260-0BE9-4853-949F-161BCAA45BAB}"/>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1-v5-qa-detail / n19">
            <a:extLst>
              <a:ext uri="{FF2B5EF4-FFF2-40B4-BE49-F238E27FC236}">
                <ns2:creationId id="{A39E54C1-EE94-463C-AA90-1454391871ED}"/>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1-v5-qa-detail / n20">
            <a:extLst>
              <a:ext uri="{FF2B5EF4-FFF2-40B4-BE49-F238E27FC236}">
                <ns2:creationId id="{9AE31550-93AF-4283-853B-B5DB4DA25740}"/>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1-v5-qa-detail / n21">
            <a:extLst>
              <a:ext uri="{FF2B5EF4-FFF2-40B4-BE49-F238E27FC236}">
                <ns2:creationId id="{1D817D02-4DD9-4437-BC4A-15BF63F8D539}"/>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1-v5-qa-detail / n22">
            <a:extLst>
              <a:ext uri="{FF2B5EF4-FFF2-40B4-BE49-F238E27FC236}">
                <ns2:creationId id="{11AB8B1B-6BE3-4C5A-A30F-E5BDE0878BA4}"/>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1-v5-qa-detail / n23">
            <a:extLst>
              <a:ext uri="{FF2B5EF4-FFF2-40B4-BE49-F238E27FC236}">
                <ns2:creationId id="{CEEAB85B-A4A0-4F5D-B3BC-777A47A60D28}"/>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1-v5-qa-detail / n24">
            <a:extLst>
              <a:ext uri="{FF2B5EF4-FFF2-40B4-BE49-F238E27FC236}">
                <ns2:creationId id="{8CAFBBEB-1B15-420B-B77A-1E6DE6BD56E8}"/>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1-v5-qa-detail / n25">
            <a:extLst>
              <a:ext uri="{FF2B5EF4-FFF2-40B4-BE49-F238E27FC236}">
                <ns2:creationId id="{03117806-D11F-4A9C-91D2-6CBF24CAD438}"/>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조회 후 재판단과 실제 첫 반응</a:t>
            </a:r>
            <a:endParaRPr lang="ko-KR">
              <a:solidFill>
                <a:srgbClr val="000000"/>
              </a:solidFill>
              <a:latin typeface="Calibri"/>
              <a:ea typeface="Calibri"/>
              <a:cs typeface="Calibri"/>
            </a:endParaRPr>
          </a:p>
        </p:txBody>
      </p:sp>
      <p:sp>
        <p:nvSpPr>
          <p:cNvPr id="26" name="dp41-v5-qa-detail / n26">
            <a:extLst>
              <a:ext uri="{FF2B5EF4-FFF2-40B4-BE49-F238E27FC236}">
                <ns2:creationId id="{3E334E8B-52A5-41AD-AD4F-A39F56F90AE0}"/>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1-v5-qa-detail / n27">
            <a:extLst>
              <a:ext uri="{FF2B5EF4-FFF2-40B4-BE49-F238E27FC236}">
                <ns2:creationId id="{833C0D10-90E5-4B5A-8490-4188220065F9}"/>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지원 항목의 코드 해결과 추가 해석</a:t>
            </a:r>
            <a:endParaRPr lang="ko-KR">
              <a:solidFill>
                <a:srgbClr val="000000"/>
              </a:solidFill>
              <a:latin typeface="Calibri"/>
              <a:ea typeface="Calibri"/>
              <a:cs typeface="Calibri"/>
            </a:endParaRPr>
          </a:p>
        </p:txBody>
      </p:sp>
      <p:sp>
        <p:nvSpPr>
          <p:cNvPr id="28" name="dp41-v5-qa-detail / n28">
            <a:extLst>
              <a:ext uri="{FF2B5EF4-FFF2-40B4-BE49-F238E27FC236}">
                <ns2:creationId id="{A695B8AC-18D4-4BCD-94BC-1E1413437B91}"/>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1-v5-qa-detail / n29">
            <a:extLst>
              <a:ext uri="{FF2B5EF4-FFF2-40B4-BE49-F238E27FC236}">
                <ns2:creationId id="{A753891C-CA7C-4C99-A649-7FD20CDAEC68}"/>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1-v5-qa-detail / n30">
            <a:extLst>
              <a:ext uri="{FF2B5EF4-FFF2-40B4-BE49-F238E27FC236}">
                <ns2:creationId id="{60AA3BF6-60B1-4686-BE89-932723CAFDB5}"/>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1-v5-qa-detail / n31">
            <a:extLst>
              <a:ext uri="{FF2B5EF4-FFF2-40B4-BE49-F238E27FC236}">
                <ns2:creationId id="{FAD9AEF8-F9F3-4F75-A4F5-1E92322F7B45}"/>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1-v5-qa-detail / n32">
            <a:extLst>
              <a:ext uri="{FF2B5EF4-FFF2-40B4-BE49-F238E27FC236}">
                <ns2:creationId id="{23018098-10C5-4ABF-954D-ACD77D3D66DE}"/>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1-v5-qa-detail / n33">
            <a:extLst>
              <a:ext uri="{FF2B5EF4-FFF2-40B4-BE49-F238E27FC236}">
                <ns2:creationId id="{92536FD1-CDC0-49D3-A82E-3DFB89976E88}"/>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1-v5-qa-detail / n34">
            <a:extLst>
              <a:ext uri="{FF2B5EF4-FFF2-40B4-BE49-F238E27FC236}">
                <ns2:creationId id="{6F131799-EB0C-4FA9-915C-B519F1E4378B}"/>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1-v5-qa-detail / n35">
            <a:extLst>
              <a:ext uri="{FF2B5EF4-FFF2-40B4-BE49-F238E27FC236}">
                <ns2:creationId id="{1A3AB1B8-A2C2-4EAB-9963-556C87A09575}"/>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조회와 전체 판단의 반복 경로</a:t>
            </a:r>
            <a:endParaRPr lang="ko-KR">
              <a:solidFill>
                <a:srgbClr val="000000"/>
              </a:solidFill>
              <a:latin typeface="Calibri"/>
              <a:ea typeface="Calibri"/>
              <a:cs typeface="Calibri"/>
            </a:endParaRPr>
          </a:p>
        </p:txBody>
      </p:sp>
      <p:sp>
        <p:nvSpPr>
          <p:cNvPr id="36" name="dp41-v5-qa-detail / n36">
            <a:extLst>
              <a:ext uri="{FF2B5EF4-FFF2-40B4-BE49-F238E27FC236}">
                <ns2:creationId id="{87AE9212-D168-4CD6-8522-44C2CE49B86D}"/>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1-v5-qa-detail / n37">
            <a:extLst>
              <a:ext uri="{FF2B5EF4-FFF2-40B4-BE49-F238E27FC236}">
                <ns2:creationId id="{BEF72A28-F5CC-467A-8CD3-D86A66FEEE45}"/>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항목별 해결과 코드 결합 경로</a:t>
            </a:r>
            <a:endParaRPr lang="ko-KR">
              <a:solidFill>
                <a:srgbClr val="000000"/>
              </a:solidFill>
              <a:latin typeface="Calibri"/>
              <a:ea typeface="Calibri"/>
              <a:cs typeface="Calibri"/>
            </a:endParaRPr>
          </a:p>
        </p:txBody>
      </p:sp>
      <p:sp>
        <p:nvSpPr>
          <p:cNvPr id="38" name="dp41-v5-qa-detail / n38">
            <a:extLst>
              <a:ext uri="{FF2B5EF4-FFF2-40B4-BE49-F238E27FC236}">
                <ns2:creationId id="{B0C63B51-D0F4-4BD3-BB13-B778156DAF71}"/>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1-v5-qa-detail / n39">
            <a:extLst>
              <a:ext uri="{FF2B5EF4-FFF2-40B4-BE49-F238E27FC236}">
                <ns2:creationId id="{789C8266-A37B-4E1B-9732-337622BC9CB5}"/>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1-v5-qa-detail / n40">
            <a:extLst>
              <a:ext uri="{FF2B5EF4-FFF2-40B4-BE49-F238E27FC236}">
                <ns2:creationId id="{7AA0AD33-271A-435F-A499-A6D61376514D}"/>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1-v5-qa-detail / n41">
            <a:extLst>
              <a:ext uri="{FF2B5EF4-FFF2-40B4-BE49-F238E27FC236}">
                <ns2:creationId id="{E4460410-FB0F-446D-89C3-1D8DA20314D6}"/>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1-v5-qa-detail / n42">
            <a:extLst>
              <a:ext uri="{FF2B5EF4-FFF2-40B4-BE49-F238E27FC236}">
                <ns2:creationId id="{9853EA94-EDF2-4D17-9816-D2ECFAAF67AE}"/>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1-v5-qa-detail / n43">
            <a:extLst>
              <a:ext uri="{FF2B5EF4-FFF2-40B4-BE49-F238E27FC236}">
                <ns2:creationId id="{1DFBFFC3-61CB-4A0F-980E-D594917871D7}"/>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1-v5-qa-detail / n44">
            <a:extLst>
              <a:ext uri="{FF2B5EF4-FFF2-40B4-BE49-F238E27FC236}">
                <ns2:creationId id="{EAD89BA1-DD8F-4D44-B68B-BC088280F17B}"/>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1-v5-qa-detail / n45">
            <a:extLst>
              <a:ext uri="{FF2B5EF4-FFF2-40B4-BE49-F238E27FC236}">
                <ns2:creationId id="{F122833A-6DE3-4CE4-880A-FEE2C2530DDE}"/>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실제 재판단 token과 폐기 청구</a:t>
            </a:r>
            <a:endParaRPr lang="ko-KR">
              <a:solidFill>
                <a:srgbClr val="000000"/>
              </a:solidFill>
              <a:latin typeface="Calibri"/>
              <a:ea typeface="Calibri"/>
              <a:cs typeface="Calibri"/>
            </a:endParaRPr>
          </a:p>
        </p:txBody>
      </p:sp>
      <p:sp>
        <p:nvSpPr>
          <p:cNvPr id="46" name="dp41-v5-qa-detail / n46">
            <a:extLst>
              <a:ext uri="{FF2B5EF4-FFF2-40B4-BE49-F238E27FC236}">
                <ns2:creationId id="{5032F526-9BB0-4F06-8607-777CA7F8D8E1}"/>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1-v5-qa-detail / n47">
            <a:extLst>
              <a:ext uri="{FF2B5EF4-FFF2-40B4-BE49-F238E27FC236}">
                <ns2:creationId id="{5D87B27D-CBD0-4367-B6AD-9DDA7638AB6A}"/>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부분 해석 호출과 전체 청구</a:t>
            </a:r>
            <a:endParaRPr lang="ko-KR">
              <a:solidFill>
                <a:srgbClr val="000000"/>
              </a:solidFill>
              <a:latin typeface="Calibri"/>
              <a:ea typeface="Calibri"/>
              <a:cs typeface="Calibri"/>
            </a:endParaRPr>
          </a:p>
        </p:txBody>
      </p:sp>
      <p:sp>
        <p:nvSpPr>
          <p:cNvPr id="48" name="dp41-v5-qa-detail / n48">
            <a:extLst>
              <a:ext uri="{FF2B5EF4-FFF2-40B4-BE49-F238E27FC236}">
                <ns2:creationId id="{989CA431-0137-498F-A11C-863F34A0068C}"/>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1-v5-qa-detail / n49">
            <a:extLst>
              <a:ext uri="{FF2B5EF4-FFF2-40B4-BE49-F238E27FC236}">
                <ns2:creationId id="{8D7F4842-4C49-4BF5-A426-ACA9F13F7487}"/>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1-v5-qa-detail / n50">
            <a:extLst>
              <a:ext uri="{FF2B5EF4-FFF2-40B4-BE49-F238E27FC236}">
                <ns2:creationId id="{1F375650-F3F5-43A0-B87C-893D0B22E4B1}"/>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1-v5-qa-detail / n51">
            <a:extLst>
              <a:ext uri="{FF2B5EF4-FFF2-40B4-BE49-F238E27FC236}">
                <ns2:creationId id="{0326F995-592C-4EA7-89BB-D8665B0187D0}"/>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1-v5-qa-detail / n52">
            <a:extLst>
              <a:ext uri="{FF2B5EF4-FFF2-40B4-BE49-F238E27FC236}">
                <ns2:creationId id="{5FBD2EF8-ABDD-4A7F-90DD-E73B38841A6A}"/>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1-v5-qa-detail / n53">
            <a:extLst>
              <a:ext uri="{FF2B5EF4-FFF2-40B4-BE49-F238E27FC236}">
                <ns2:creationId id="{00F9ACB1-AEB8-4DDC-A570-B11B563F78E0}"/>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1-v5-qa-detail / n54">
            <a:extLst>
              <a:ext uri="{FF2B5EF4-FFF2-40B4-BE49-F238E27FC236}">
                <ns2:creationId id="{CA248064-BDD9-4053-9F5B-1197C509519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1-v5-qa-detail / n55">
            <a:extLst>
              <a:ext uri="{FF2B5EF4-FFF2-40B4-BE49-F238E27FC236}">
                <ns2:creationId id="{90063DDA-614C-4769-ADB9-E47903DC7896}"/>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모델 지침과 검증의 실제 수정</a:t>
            </a:r>
            <a:endParaRPr lang="ko-KR">
              <a:solidFill>
                <a:srgbClr val="000000"/>
              </a:solidFill>
              <a:latin typeface="Calibri"/>
              <a:ea typeface="Calibri"/>
              <a:cs typeface="Calibri"/>
            </a:endParaRPr>
          </a:p>
        </p:txBody>
      </p:sp>
      <p:sp>
        <p:nvSpPr>
          <p:cNvPr id="56" name="dp41-v5-qa-detail / n56">
            <a:extLst>
              <a:ext uri="{FF2B5EF4-FFF2-40B4-BE49-F238E27FC236}">
                <ns2:creationId id="{380F6604-581D-42E8-9EB4-15AB78E1D6BC}"/>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1-v5-qa-detail / n57">
            <a:extLst>
              <a:ext uri="{FF2B5EF4-FFF2-40B4-BE49-F238E27FC236}">
                <ns2:creationId id="{3B5FE526-81C0-44A0-BAB1-46AD74B266C3}"/>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요청 틀과 Engine 규칙의 실제 수정</a:t>
            </a:r>
            <a:endParaRPr lang="ko-KR">
              <a:solidFill>
                <a:srgbClr val="000000"/>
              </a:solidFill>
              <a:latin typeface="Calibri"/>
              <a:ea typeface="Calibri"/>
              <a:cs typeface="Calibri"/>
            </a:endParaRPr>
          </a:p>
        </p:txBody>
      </p:sp>
      <p:sp>
        <p:nvSpPr>
          <p:cNvPr id="58" name="dp41-v5-qa-detail / n58">
            <a:extLst>
              <a:ext uri="{FF2B5EF4-FFF2-40B4-BE49-F238E27FC236}">
                <ns2:creationId id="{BC4ABEAE-DDDA-4442-95DB-596A788E9910}"/>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1-v5-qa-detail / n59">
            <a:extLst>
              <a:ext uri="{FF2B5EF4-FFF2-40B4-BE49-F238E27FC236}">
                <ns2:creationId id="{1E62788B-DC90-403F-B1E7-4B86BB02A6DB}"/>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1-v5-qa-detail / n60">
            <a:extLst>
              <a:ext uri="{FF2B5EF4-FFF2-40B4-BE49-F238E27FC236}">
                <ns2:creationId id="{E61B8E10-1120-485E-B464-9FC6F7707515}"/>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1-v5-qa-detail / n61">
            <a:extLst>
              <a:ext uri="{FF2B5EF4-FFF2-40B4-BE49-F238E27FC236}">
                <ns2:creationId id="{9B1DC24A-BBE3-40FA-B4B8-7A06777EB53F}"/>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1-v5-qa-detail / n62">
            <a:extLst>
              <a:ext uri="{FF2B5EF4-FFF2-40B4-BE49-F238E27FC236}">
                <ns2:creationId id="{2B2CB187-B566-42B9-9469-384717EEAD79}"/>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1-v5-qa-detail / n63">
            <a:extLst>
              <a:ext uri="{FF2B5EF4-FFF2-40B4-BE49-F238E27FC236}">
                <ns2:creationId id="{7AD11CA0-10E1-40B1-B5CE-433620451F68}"/>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1-v5-qa-detail / n64">
            <a:extLst>
              <a:ext uri="{FF2B5EF4-FFF2-40B4-BE49-F238E27FC236}">
                <ns2:creationId id="{9AC8B7E4-7683-4442-99FA-287F9174EE68}"/>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1-v5-qa-detail / n65">
            <a:extLst>
              <a:ext uri="{FF2B5EF4-FFF2-40B4-BE49-F238E27FC236}">
                <ns2:creationId id="{32D8370C-7BB7-4E4C-8714-6A8F5D71ACA9}"/>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Context와 조회 buffer의 동시 할당</a:t>
            </a:r>
            <a:endParaRPr lang="ko-KR">
              <a:solidFill>
                <a:srgbClr val="000000"/>
              </a:solidFill>
              <a:latin typeface="Calibri"/>
              <a:ea typeface="Calibri"/>
              <a:cs typeface="Calibri"/>
            </a:endParaRPr>
          </a:p>
        </p:txBody>
      </p:sp>
      <p:sp>
        <p:nvSpPr>
          <p:cNvPr id="66" name="dp41-v5-qa-detail / n66">
            <a:extLst>
              <a:ext uri="{FF2B5EF4-FFF2-40B4-BE49-F238E27FC236}">
                <ns2:creationId id="{C3602A92-B5D8-495F-9117-32EDA9452F14}"/>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1,760MiB (가정)</a:t>
            </a:r>
            <a:endParaRPr lang="ko-KR">
              <a:solidFill>
                <a:srgbClr val="000000"/>
              </a:solidFill>
              <a:latin typeface="Calibri"/>
              <a:ea typeface="Calibri"/>
              <a:cs typeface="Calibri"/>
            </a:endParaRPr>
          </a:p>
        </p:txBody>
      </p:sp>
      <p:sp>
        <p:nvSpPr>
          <p:cNvPr id="67" name="dp41-v5-qa-detail / n67">
            <a:extLst>
              <a:ext uri="{FF2B5EF4-FFF2-40B4-BE49-F238E27FC236}">
                <ns2:creationId id="{96839E01-55DB-4232-A00C-0D57B8246353}"/>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요청 틀과 해결 상태의 동시 할당</a:t>
            </a:r>
            <a:endParaRPr lang="ko-KR">
              <a:solidFill>
                <a:srgbClr val="000000"/>
              </a:solidFill>
              <a:latin typeface="Calibri"/>
              <a:ea typeface="Calibri"/>
              <a:cs typeface="Calibri"/>
            </a:endParaRPr>
          </a:p>
        </p:txBody>
      </p:sp>
      <p:sp>
        <p:nvSpPr>
          <p:cNvPr id="68" name="dp41-v5-qa-detail / n68">
            <a:extLst>
              <a:ext uri="{FF2B5EF4-FFF2-40B4-BE49-F238E27FC236}">
                <ns2:creationId id="{08011A11-C50D-4A2C-B15C-C8C4385E39DD}"/>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1-v5-qa-detail / n69">
            <a:extLst>
              <a:ext uri="{FF2B5EF4-FFF2-40B4-BE49-F238E27FC236}">
                <ns2:creationId id="{176FD637-CA98-425C-8AFF-9C4CE27CCF12}"/>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1-v5-qa-detail / n70">
            <a:extLst>
              <a:ext uri="{FF2B5EF4-FFF2-40B4-BE49-F238E27FC236}">
                <ns2:creationId id="{A0E5F905-6D24-470B-A2BF-915A0152564E}"/>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1-v5-qa-detail / n71">
            <a:extLst>
              <a:ext uri="{FF2B5EF4-FFF2-40B4-BE49-F238E27FC236}">
                <ns2:creationId id="{5C507C4A-CEDB-42F2-AAB9-0E45A00D8320}"/>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1-v5-qa-detail / n72">
            <a:extLst>
              <a:ext uri="{FF2B5EF4-FFF2-40B4-BE49-F238E27FC236}">
                <ns2:creationId id="{71921989-94F8-4B69-9184-B722DFF2F6D9}"/>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1-v5-qa-detail / n73">
            <a:extLst>
              <a:ext uri="{FF2B5EF4-FFF2-40B4-BE49-F238E27FC236}">
                <ns2:creationId id="{1D2D0D86-0F6C-4B78-B0BD-3DEDB7B92720}"/>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1-v5-qa-detail / n74">
            <a:extLst>
              <a:ext uri="{FF2B5EF4-FFF2-40B4-BE49-F238E27FC236}">
                <ns2:creationId id="{833C1848-D91C-451F-ABAF-9C497A6C4EE8}"/>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지역 계산 S2-01: A 4.197초 / B 2.398초. 충분한 typed 근거와 2/1호출 가정이며 전체 평균은 아니다.</a:t>
            </a:r>
            <a:endParaRPr lang="ko-KR">
              <a:solidFill>
                <a:srgbClr val="000000"/>
              </a:solidFill>
              <a:latin typeface="Calibri"/>
              <a:ea typeface="Calibri"/>
              <a:cs typeface="Calibri"/>
            </a:endParaRPr>
          </a:p>
        </p:txBody>
      </p:sp>
      <p:sp>
        <p:nvSpPr>
          <p:cNvPr id="75" name="dp41-v5-qa-detail / n75">
            <a:extLst>
              <a:ext uri="{FF2B5EF4-FFF2-40B4-BE49-F238E27FC236}">
                <ns2:creationId id="{078F0A7F-8F29-4D45-82E6-0A94D8B6B84B}"/>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1-v5-qa-detail / n76">
            <a:extLst>
              <a:ext uri="{FF2B5EF4-FFF2-40B4-BE49-F238E27FC236}">
                <ns2:creationId id="{A6BDA7A4-9A6D-434C-8351-8D0F9C38E679}"/>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3CD62C29-CE39-4D6F-99A6-030C940CE5E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품질 평가 상세</a:t>
            </a:r>
            <a:endParaRPr lang="ko-KR">
              <a:latin typeface="Calibri"/>
              <a:ea typeface="Calibri"/>
              <a:cs typeface="Calibri"/>
            </a:endParaRPr>
          </a:p>
        </p:txBody>
      </p:sp>
      <p:sp>
        <p:nvSpPr>
          <p:cNvPr id="78" name="v6-header-rule">
            <a:extLst>
              <a:ext uri="{FF2B5EF4-FFF2-40B4-BE49-F238E27FC236}">
                <ns2:creationId id="{C34B4AF8-7D73-4007-A495-B90CABCB79F9}"/>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4E2BA721-85D1-4264-99D9-FE16023D391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E7F7967E-42D5-4583-B65F-08283052686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BDEA9A1F-42E9-4200-9BC3-749F36AE0B9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B0BD8050-591E-4699-9C29-2A86A43B647C}"/>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7AEE2346-AA58-42B5-931F-9484B534AB9C}"/>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84" name="v6-header-page">
            <a:extLst>
              <a:ext uri="{FF2B5EF4-FFF2-40B4-BE49-F238E27FC236}">
                <ns2:creationId id="{3A4AEDB8-2597-4160-81B5-5CA08A66396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48 / 63</a:t>
            </a:r>
            <a:endParaRPr lang="ko-KR">
              <a:latin typeface="Calibri"/>
              <a:ea typeface="Calibri"/>
              <a:cs typeface="Calibri"/>
            </a:endParaRPr>
          </a:p>
        </p:txBody>
      </p:sp>
      <p:sp>
        <p:nvSpPr>
          <p:cNvPr id="85" name="v6-native-header-cell-48-0">
            <a:extLst>
              <a:ext uri="{FF2B5EF4-FFF2-40B4-BE49-F238E27FC236}">
                <ns2:creationId id="{8BD16BE5-837C-44E2-B10B-B19B16C79487}"/>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48-1">
            <a:extLst>
              <a:ext uri="{FF2B5EF4-FFF2-40B4-BE49-F238E27FC236}">
                <ns2:creationId id="{835C704E-BF0E-4423-96DA-5A281A203768}"/>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모델 주도 해석</a:t>
            </a:r>
            <a:endParaRPr lang="ko-KR">
              <a:latin typeface="Calibri"/>
              <a:ea typeface="Calibri"/>
              <a:cs typeface="Calibri"/>
            </a:endParaRPr>
          </a:p>
        </p:txBody>
      </p:sp>
      <p:sp>
        <p:nvSpPr>
          <p:cNvPr id="87" name="v6-native-header-cell-48-2">
            <a:extLst>
              <a:ext uri="{FF2B5EF4-FFF2-40B4-BE49-F238E27FC236}">
                <ns2:creationId id="{91FE1532-BB58-45A1-AC2F-DC21F9768C13}"/>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모델 요청 틀과 코드 주도 완성</a:t>
            </a:r>
            <a:endParaRPr lang="ko-KR">
              <a:latin typeface="Calibri"/>
              <a:ea typeface="Calibri"/>
              <a:cs typeface="Calibri"/>
            </a:endParaRPr>
          </a:p>
        </p:txBody>
      </p:sp>
      <p:sp>
        <p:nvSpPr>
          <p:cNvPr id="88" name="v6-native-header-cell-48-3">
            <a:extLst>
              <a:ext uri="{FF2B5EF4-FFF2-40B4-BE49-F238E27FC236}">
                <ns2:creationId id="{5180E861-40FC-4366-AECC-4F86190F13EF}"/>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349680528"/>
      </p:ext>
    </p:extLst>
  </p:cSld>
</p:sld>
</file>

<file path=ppt/slides/slide2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
    <p:bg>
      <p:bgPr>
        <a:solidFill>
          <a:srgbClr val="FFFFFF"/>
        </a:solidFill>
      </p:bgPr>
    </p:bg>
    <p:spTree>
      <p:nvGrpSpPr>
        <p:cNvPr id="1" name=""/>
        <p:cNvGrpSpPr/>
        <p:nvPr/>
      </p:nvGrpSpPr>
      <p:grpSpPr>
        <a:xfrm/>
      </p:grpSpPr>
      <p:sp>
        <p:nvSpPr>
          <p:cNvPr id="3"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“보고서 내용을 설명해주고,</a:t>
            </a:r>
            <a:endParaRPr lang="ko-KR">
              <a:solidFill>
                <a:srgbClr val="000000"/>
              </a:solidFill>
              <a:latin typeface="Calibri"/>
              <a:ea typeface="Calibri"/>
              <a:cs typeface="Calibri"/>
            </a:endParaRPr>
          </a:p>
        </p:txBody>
      </p:sp>
      <p:sp>
        <p:nvSpPr>
          <p:cNvPr id="4"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내일 팀 회의 안내 메일 초안도 만들어줘.”</a:t>
            </a:r>
            <a:endParaRPr lang="ko-KR">
              <a:solidFill>
                <a:srgbClr val="000000"/>
              </a:solidFill>
              <a:latin typeface="Calibri"/>
              <a:ea typeface="Calibri"/>
              <a:cs typeface="Calibri"/>
            </a:endParaRPr>
          </a:p>
        </p:txBody>
      </p:sp>
      <p:pic>
        <p:nvPicPr>
          <p:cNvPr id="34"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35"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36"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8"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사용자 발화</a:t>
            </a:r>
            <a:endParaRPr lang="ko-KR">
              <a:solidFill>
                <a:srgbClr val="000000"/>
              </a:solidFill>
              <a:latin typeface="Calibri"/>
              <a:ea typeface="Calibri"/>
              <a:cs typeface="Calibri"/>
            </a:endParaRPr>
          </a:p>
        </p:txBody>
      </p:sp>
      <p:sp>
        <p:nvSpPr>
          <p:cNvPr id="9"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준비 완료</a:t>
            </a:r>
            <a:endParaRPr lang="ko-KR">
              <a:solidFill>
                <a:srgbClr val="000000"/>
              </a:solidFill>
              <a:latin typeface="Calibri"/>
              <a:ea typeface="Calibri"/>
              <a:cs typeface="Calibri"/>
            </a:endParaRPr>
          </a:p>
        </p:txBody>
      </p:sp>
      <p:sp>
        <p:nvSpPr>
          <p:cNvPr id="10"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Agent의 질문</a:t>
            </a:r>
            <a:endParaRPr lang="ko-KR">
              <a:solidFill>
                <a:srgbClr val="000000"/>
              </a:solidFill>
              <a:latin typeface="Calibri"/>
              <a:ea typeface="Calibri"/>
              <a:cs typeface="Calibri"/>
            </a:endParaRPr>
          </a:p>
        </p:txBody>
      </p:sp>
      <p:sp>
        <p:nvSpPr>
          <p:cNvPr id="11"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“잠깐, 표부터 설명해줘.”</a:t>
            </a:r>
            <a:endParaRPr lang="ko-KR">
              <a:solidFill>
                <a:srgbClr val="000000"/>
              </a:solidFill>
              <a:latin typeface="Calibri"/>
              <a:ea typeface="Calibri"/>
              <a:cs typeface="Calibri"/>
            </a:endParaRPr>
          </a:p>
        </p:txBody>
      </p:sp>
      <p:sp>
        <p:nvSpPr>
          <p:cNvPr id="12"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이전 보고서 설명이</a:t>
            </a:r>
            <a:endParaRPr lang="ko-KR">
              <a:solidFill>
                <a:srgbClr val="000000"/>
              </a:solidFill>
              <a:latin typeface="Calibri"/>
              <a:ea typeface="Calibri"/>
              <a:cs typeface="Calibri"/>
            </a:endParaRPr>
          </a:p>
        </p:txBody>
      </p:sp>
      <p:sp>
        <p:nvSpPr>
          <p:cNvPr id="13"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늦게 준비됨</a:t>
            </a:r>
            <a:endParaRPr lang="ko-KR">
              <a:solidFill>
                <a:srgbClr val="000000"/>
              </a:solidFill>
              <a:latin typeface="Calibri"/>
              <a:ea typeface="Calibri"/>
              <a:cs typeface="Calibri"/>
            </a:endParaRPr>
          </a:p>
        </p:txBody>
      </p:sp>
      <p:sp>
        <p:nvSpPr>
          <p:cNvPr id="14"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“회의 안내 메일의</a:t>
            </a:r>
            <a:endParaRPr lang="ko-KR">
              <a:solidFill>
                <a:srgbClr val="000000"/>
              </a:solidFill>
              <a:latin typeface="Calibri"/>
              <a:ea typeface="Calibri"/>
              <a:cs typeface="Calibri"/>
            </a:endParaRPr>
          </a:p>
        </p:txBody>
      </p:sp>
      <p:sp>
        <p:nvSpPr>
          <p:cNvPr id="15"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수신자는 누구인가요?”</a:t>
            </a:r>
            <a:endParaRPr lang="ko-KR">
              <a:solidFill>
                <a:srgbClr val="000000"/>
              </a:solidFill>
              <a:latin typeface="Calibri"/>
              <a:ea typeface="Calibri"/>
              <a:cs typeface="Calibri"/>
            </a:endParaRPr>
          </a:p>
        </p:txBody>
      </p:sp>
      <p:sp>
        <p:nvSpPr>
          <p:cNvPr id="16"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7"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8"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19"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0"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1"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2"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3"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4"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5"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새 입력 처리, 유효한 응답과 질문 연결, 실제 전달 뒤 후속 처리</a:t>
            </a:r>
            <a:endParaRPr lang="ko-KR">
              <a:solidFill>
                <a:srgbClr val="000000"/>
              </a:solidFill>
              <a:latin typeface="Calibri"/>
              <a:ea typeface="Calibri"/>
              <a:cs typeface="Calibri"/>
            </a:endParaRPr>
          </a:p>
        </p:txBody>
      </p:sp>
      <p:sp>
        <p:nvSpPr>
          <p:cNvPr id="26"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말을 이어가고, Task 질문과 결과도 같은 대화에서 받습니다</a:t>
            </a:r>
            <a:endParaRPr lang="ko-KR">
              <a:solidFill>
                <a:srgbClr val="000000"/>
              </a:solidFill>
              <a:latin typeface="Calibri"/>
              <a:ea typeface="Calibri"/>
              <a:cs typeface="Calibri"/>
            </a:endParaRPr>
          </a:p>
        </p:txBody>
      </p:sp>
      <p:sp>
        <p:nvSpPr>
          <p:cNvPr id="27"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dp44-background / design-challenge / 1">
            <a:extLst>
              <a:ext uri="{FF2B5EF4-FFF2-40B4-BE49-F238E27FC236}">
                <ns2:creationId id="{418438E4-2BB7-4341-8DB9-69107F369C8D}"/>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입력과 Task 알림, 내부 처리 완료가 서로 다른 시점에 도착해도,</a:t>
            </a:r>
            <a:endParaRPr lang="ko-KR">
              <a:solidFill>
                <a:srgbClr val="000000"/>
              </a:solidFill>
              <a:latin typeface="Calibri"/>
              <a:ea typeface="Calibri"/>
              <a:cs typeface="Calibri"/>
            </a:endParaRPr>
          </a:p>
        </p:txBody>
      </p:sp>
      <p:sp>
        <p:nvSpPr>
          <p:cNvPr id="29" name="dp44-background / design-challenge / 2">
            <a:extLst>
              <a:ext uri="{FF2B5EF4-FFF2-40B4-BE49-F238E27FC236}">
                <ns2:creationId id="{1726AB9C-A113-45ED-B3E6-149F07FE52A4}"/>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입력을 계속 받으며 후속 처리와 대기, 응답 전달을 이어가는 실행 구조</a:t>
            </a:r>
            <a:endParaRPr lang="ko-KR">
              <a:solidFill>
                <a:srgbClr val="000000"/>
              </a:solidFill>
              <a:latin typeface="Calibri"/>
              <a:ea typeface="Calibri"/>
              <a:cs typeface="Calibri"/>
            </a:endParaRPr>
          </a:p>
        </p:txBody>
      </p:sp>
      <p:sp>
        <p:nvSpPr>
          <p:cNvPr id="37" name="v6-header-title">
            <a:extLst>
              <a:ext uri="{FF2B5EF4-FFF2-40B4-BE49-F238E27FC236}">
                <ns2:creationId id="{3E26C80C-8F31-4C48-87AE-FF473BCC8A0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지속 대화 배경 (원본)</a:t>
            </a:r>
            <a:endParaRPr lang="ko-KR">
              <a:latin typeface="Calibri"/>
              <a:ea typeface="Calibri"/>
              <a:cs typeface="Calibri"/>
            </a:endParaRPr>
          </a:p>
        </p:txBody>
      </p:sp>
      <p:sp>
        <p:nvSpPr>
          <p:cNvPr id="38" name="v6-header-rule">
            <a:extLst>
              <a:ext uri="{FF2B5EF4-FFF2-40B4-BE49-F238E27FC236}">
                <ns2:creationId id="{CF8C2113-51AD-4F40-B1EA-5F12DBC48ABB}"/>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FF4286FF-1DF7-4EAA-B51F-7513F46CFB60}"/>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638CD9D3-43C8-4592-908C-61DFFAB153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5EE3E586-4C3A-4F69-8A84-4F054C4FC0E1}"/>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AD13919D-9F24-44F7-AEED-CADD24F86A3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E5696D37-8D62-4E8D-826C-569FC01DC5DC}"/>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v6-header-page">
            <a:extLst>
              <a:ext uri="{FF2B5EF4-FFF2-40B4-BE49-F238E27FC236}">
                <ns2:creationId id="{49D9F9C4-28FC-4328-98FF-D7F27230CE8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49 / 63</a:t>
            </a:r>
            <a:endParaRPr lang="ko-KR">
              <a:latin typeface="Calibri"/>
              <a:ea typeface="Calibri"/>
              <a:cs typeface="Calibri"/>
            </a:endParaRPr>
          </a:p>
        </p:txBody>
      </p:sp>
    </p:spTree>
    <p:extLst>
      <p:ext uri="{BB962C8B-B14F-4D97-AF65-F5344CB8AC3E}">
        <p14:creationId val="464077372"/>
      </p:ext>
    </p:extLst>
  </p:cSld>
</p:sld>
</file>

<file path=ppt/slides/slide25.xml><?xml version="1.0" encoding="utf-8"?>
<p:sld xmlns:a="http://schemas.openxmlformats.org/drawingml/2006/main" xmlns:ns2="http://schemas.microsoft.com/office/drawing/2014/main" xmlns:p="http://schemas.openxmlformats.org/presentationml/2006/main" xmlns:p14="http://schemas.microsoft.com/office/powerpoint/2010/main">
  <p:cSld name="dp44-comparison">
    <p:bg>
      <p:bgPr>
        <a:solidFill>
          <a:srgbClr val="FFFFFF"/>
        </a:solidFill>
      </p:bgPr>
    </p:bg>
    <p:spTree>
      <p:nvGrpSpPr>
        <p:cNvPr id="1" name=""/>
        <p:cNvGrpSpPr/>
        <p:nvPr/>
      </p:nvGrpSpPr>
      <p:grpSpPr>
        <a:xfrm/>
      </p:grpSpPr>
      <p:sp>
        <p:nvSpPr>
          <p:cNvPr id="266" name="dp44-comparison / n1">
            <a:extLst>
              <a:ext uri="{FF2B5EF4-FFF2-40B4-BE49-F238E27FC236}">
                <ns2:creationId id="{28EA9F52-1E1E-46B3-AB7E-EA0049CA93CB}"/>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4-comparison / n6 / text 1">
            <a:extLst>
              <a:ext uri="{FF2B5EF4-FFF2-40B4-BE49-F238E27FC236}">
                <ns2:creationId id="{FF0FF530-561E-486A-95FE-1CA2C884B090}"/>
              </a:ext>
            </a:extLst>
          </p:cNvPr>
          <p:cNvSpPr>
            <a:spLocks noGrp="1"/>
          </p:cNvSpPr>
          <p:nvPr/>
        </p:nvSpPr>
        <p:spPr>
          <a:xfrm>
            <a:off x="381000" y="1333500"/>
            <a:ext cx="17526000" cy="303848"/>
          </a:xfrm>
          <a:prstGeom prst="rect">
            <a:avLst/>
          </a:prstGeom>
          <a:noFill/>
          <a:ln w="0">
            <a:noFill/>
            <a:prstDash val="solid"/>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“잠깐, 표부터 설명해줘.” + 메일 수신자 질문 도착 + 이전 응답 준비가 늦게 완료</a:t>
            </a:r>
            <a:endParaRPr lang="ko-KR">
              <a:solidFill>
                <a:srgbClr val="000000"/>
              </a:solidFill>
              <a:latin typeface="Calibri"/>
              <a:ea typeface="Calibri"/>
              <a:cs typeface="Calibri"/>
            </a:endParaRPr>
          </a:p>
        </p:txBody>
      </p:sp>
      <p:sp>
        <p:nvSpPr>
          <p:cNvPr id="7" name="dp44-comparison / n7 / text 1">
            <a:extLst>
              <a:ext uri="{FF2B5EF4-FFF2-40B4-BE49-F238E27FC236}">
                <ns2:creationId id="{0FB8BD09-7DD5-4522-86F7-B13B43F20043}"/>
              </a:ext>
            </a:extLst>
          </p:cNvPr>
          <p:cNvSpPr>
            <a:spLocks noGrp="1"/>
          </p:cNvSpPr>
          <p:nvPr/>
        </p:nvSpPr>
        <p:spPr>
          <a:xfrm>
            <a:off x="381000" y="1628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계속 입력 수신 / 로컬 VAD와 즉시 음성 중단 / 클라우드 음성 / 의미 모델 / 같은 Request / Task / 실제 전달 원본</a:t>
            </a:r>
            <a:endParaRPr lang="ko-KR">
              <a:solidFill>
                <a:srgbClr val="000000"/>
              </a:solidFill>
              <a:latin typeface="Calibri"/>
              <a:ea typeface="Calibri"/>
              <a:cs typeface="Calibri"/>
            </a:endParaRPr>
          </a:p>
        </p:txBody>
      </p:sp>
      <p:sp>
        <p:nvSpPr>
          <p:cNvPr id="8" name="dp44-comparison / n8">
            <a:extLst>
              <a:ext uri="{FF2B5EF4-FFF2-40B4-BE49-F238E27FC236}">
                <ns2:creationId id="{59D7D188-1E9C-462A-82E4-BDC486FC41FE}"/>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1" name="dp44-comparison / n11 / path">
            <a:extLst>
              <a:ext uri="{FF2B5EF4-FFF2-40B4-BE49-F238E27FC236}">
                <ns2:creationId id="{BDEF00E7-944D-428A-84F2-4147DD0FC343}"/>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4-comparison / n12 / path">
            <a:extLst>
              <a:ext uri="{FF2B5EF4-FFF2-40B4-BE49-F238E27FC236}">
                <ns2:creationId id="{3E982AC4-9CEF-4E3C-A57D-40693AAC36FB}"/>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4-comparison / n13 / text 1">
            <a:extLst>
              <a:ext uri="{FF2B5EF4-FFF2-40B4-BE49-F238E27FC236}">
                <ns2:creationId id="{ABEC5052-D556-4564-82A0-32A161408E49}"/>
              </a:ext>
            </a:extLst>
          </p:cNvPr>
          <p:cNvSpPr>
            <a:spLocks noGrp="1"/>
          </p:cNvSpPr>
          <p:nvPr/>
        </p:nvSpPr>
        <p:spPr>
          <a:xfrm>
            <a:off x="400050" y="7724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후속 처리: source / 권한 / 입력 세대 검사 → Publication Control → Interaction Manager 실제 표시/재생 → receipt</a:t>
            </a:r>
            <a:endParaRPr lang="ko-KR">
              <a:solidFill>
                <a:srgbClr val="000000"/>
              </a:solidFill>
              <a:latin typeface="Calibri"/>
              <a:ea typeface="Calibri"/>
              <a:cs typeface="Calibri"/>
            </a:endParaRPr>
          </a:p>
        </p:txBody>
      </p:sp>
      <p:sp>
        <p:nvSpPr>
          <p:cNvPr id="14" name="dp44-comparison / n14 / text 1">
            <a:extLst>
              <a:ext uri="{FF2B5EF4-FFF2-40B4-BE49-F238E27FC236}">
                <ns2:creationId id="{AB311A21-8F6F-4AE6-A0C9-0125B6E13CA3}"/>
              </a:ext>
            </a:extLst>
          </p:cNvPr>
          <p:cNvSpPr>
            <a:spLocks noGrp="1"/>
          </p:cNvSpPr>
          <p:nvPr/>
        </p:nvSpPr>
        <p:spPr>
          <a:xfrm>
            <a:off x="400050" y="800100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확인 질문은 별도 admission으로 현재 입력 해소를 기다리지 않고 제시 / 발화 시작은 업무 취소 완료가 아님</a:t>
            </a:r>
            <a:endParaRPr lang="ko-KR">
              <a:solidFill>
                <a:srgbClr val="000000"/>
              </a:solidFill>
              <a:latin typeface="Calibri"/>
              <a:ea typeface="Calibri"/>
              <a:cs typeface="Calibri"/>
            </a:endParaRPr>
          </a:p>
        </p:txBody>
      </p:sp>
      <p:sp>
        <p:nvSpPr>
          <p:cNvPr id="267" name="dp44-v5-summary / n1">
            <a:extLst>
              <a:ext uri="{FF2B5EF4-FFF2-40B4-BE49-F238E27FC236}">
                <ns2:creationId id="{396F1435-6C3E-4386-A051-C4A9901EA5E7}"/>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268" name="dp44-v5-summary / n2">
            <a:extLst>
              <a:ext uri="{FF2B5EF4-FFF2-40B4-BE49-F238E27FC236}">
                <ns2:creationId id="{9E6B5009-53EB-45DE-8803-FB5F600F7E55}"/>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269" name="dp44-v5-summary / n3">
            <a:extLst>
              <a:ext uri="{FF2B5EF4-FFF2-40B4-BE49-F238E27FC236}">
                <ns2:creationId id="{046E5F71-4C01-47B4-A047-A3C2806FC556}"/>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[현재성 검사와 올바른 후속 지시]</a:t>
            </a:r>
            <a:endParaRPr lang="ko-KR">
              <a:solidFill>
                <a:srgbClr val="000000"/>
              </a:solidFill>
              <a:latin typeface="Calibri"/>
              <a:ea typeface="Calibri"/>
              <a:cs typeface="Calibri"/>
            </a:endParaRPr>
          </a:p>
        </p:txBody>
      </p:sp>
      <p:sp>
        <p:nvSpPr>
          <p:cNvPr id="270" name="dp44-v5-summary / n4">
            <a:extLst>
              <a:ext uri="{FF2B5EF4-FFF2-40B4-BE49-F238E27FC236}">
                <ns2:creationId id="{C2FCDD12-530C-42C1-9FE2-9C8F7422D541}"/>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[window와 Join의 현재성 검사]</a:t>
            </a:r>
            <a:endParaRPr lang="ko-KR">
              <a:solidFill>
                <a:srgbClr val="000000"/>
              </a:solidFill>
              <a:latin typeface="Calibri"/>
              <a:ea typeface="Calibri"/>
              <a:cs typeface="Calibri"/>
            </a:endParaRPr>
          </a:p>
        </p:txBody>
      </p:sp>
      <p:sp>
        <p:nvSpPr>
          <p:cNvPr id="271" name="dp44-v5-summary / n5">
            <a:extLst>
              <a:ext uri="{FF2B5EF4-FFF2-40B4-BE49-F238E27FC236}">
                <ns2:creationId id="{289D93AF-3988-4D6A-848F-D281F7D01FE7}"/>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272" name="dp44-v5-summary / n6">
            <a:extLst>
              <a:ext uri="{FF2B5EF4-FFF2-40B4-BE49-F238E27FC236}">
                <ns2:creationId id="{68B1D873-6746-4AB4-A4E9-7941FDCF4E09}"/>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273" name="dp44-v5-summary / n7">
            <a:extLst>
              <a:ext uri="{FF2B5EF4-FFF2-40B4-BE49-F238E27FC236}">
                <ns2:creationId id="{FCE90C6C-FE0B-42FC-815E-94111FC6B971}"/>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[중앙 queue와 회수 대기]</a:t>
            </a:r>
            <a:endParaRPr lang="ko-KR">
              <a:solidFill>
                <a:srgbClr val="000000"/>
              </a:solidFill>
              <a:latin typeface="Calibri"/>
              <a:ea typeface="Calibri"/>
              <a:cs typeface="Calibri"/>
            </a:endParaRPr>
          </a:p>
        </p:txBody>
      </p:sp>
      <p:sp>
        <p:nvSpPr>
          <p:cNvPr id="274" name="dp44-v5-summary / n8">
            <a:extLst>
              <a:ext uri="{FF2B5EF4-FFF2-40B4-BE49-F238E27FC236}">
                <ns2:creationId id="{F4AE6133-195A-4C2F-88B7-EE29F32FE37D}"/>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[credit와 Stage 및 Join 대기]</a:t>
            </a:r>
            <a:endParaRPr lang="ko-KR">
              <a:solidFill>
                <a:srgbClr val="000000"/>
              </a:solidFill>
              <a:latin typeface="Calibri"/>
              <a:ea typeface="Calibri"/>
              <a:cs typeface="Calibri"/>
            </a:endParaRPr>
          </a:p>
        </p:txBody>
      </p:sp>
      <p:sp>
        <p:nvSpPr>
          <p:cNvPr id="275" name="dp44-v5-summary / n9">
            <a:extLst>
              <a:ext uri="{FF2B5EF4-FFF2-40B4-BE49-F238E27FC236}">
                <ns2:creationId id="{36B44860-5BDE-44BA-957B-A735521C7D63}"/>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276" name="dp44-v5-summary / n10">
            <a:extLst>
              <a:ext uri="{FF2B5EF4-FFF2-40B4-BE49-F238E27FC236}">
                <ns2:creationId id="{1A52E580-4EAD-45ED-A2E3-743F6850616C}"/>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277" name="dp44-v5-summary / n11">
            <a:extLst>
              <a:ext uri="{FF2B5EF4-FFF2-40B4-BE49-F238E27FC236}">
                <ns2:creationId id="{E01A8073-DFA6-4A64-BF01-DD0B5B831F7A}"/>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[완료 회수와 다음 실행의 연결]</a:t>
            </a:r>
            <a:endParaRPr lang="ko-KR">
              <a:solidFill>
                <a:srgbClr val="000000"/>
              </a:solidFill>
              <a:latin typeface="Calibri"/>
              <a:ea typeface="Calibri"/>
              <a:cs typeface="Calibri"/>
            </a:endParaRPr>
          </a:p>
        </p:txBody>
      </p:sp>
      <p:sp>
        <p:nvSpPr>
          <p:cNvPr id="278" name="dp44-v5-summary / n12">
            <a:extLst>
              <a:ext uri="{FF2B5EF4-FFF2-40B4-BE49-F238E27FC236}">
                <ns2:creationId id="{A5C04DDC-0B3A-4FE5-A64A-BE96BD3F439E}"/>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[Stage 활성화와 publication Join]</a:t>
            </a:r>
            <a:endParaRPr lang="ko-KR">
              <a:solidFill>
                <a:srgbClr val="000000"/>
              </a:solidFill>
              <a:latin typeface="Calibri"/>
              <a:ea typeface="Calibri"/>
              <a:cs typeface="Calibri"/>
            </a:endParaRPr>
          </a:p>
        </p:txBody>
      </p:sp>
      <p:sp>
        <p:nvSpPr>
          <p:cNvPr id="279" name="dp44-v5-summary / n13">
            <a:extLst>
              <a:ext uri="{FF2B5EF4-FFF2-40B4-BE49-F238E27FC236}">
                <ns2:creationId id="{1DCDE5A1-0195-41D1-B54B-A0DF157F2DF0}"/>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280" name="dp44-v5-summary / n14">
            <a:extLst>
              <a:ext uri="{FF2B5EF4-FFF2-40B4-BE49-F238E27FC236}">
                <ns2:creationId id="{8523C676-A43A-44CE-A258-2924E3EB62B5}"/>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281" name="dp44-v5-summary / n15">
            <a:extLst>
              <a:ext uri="{FF2B5EF4-FFF2-40B4-BE49-F238E27FC236}">
                <ns2:creationId id="{D8523886-F786-4280-9BAA-6217614F6446}"/>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[실제 호출과 retry 및 폐기 청구]</a:t>
            </a:r>
            <a:endParaRPr lang="ko-KR">
              <a:solidFill>
                <a:srgbClr val="000000"/>
              </a:solidFill>
              <a:latin typeface="Calibri"/>
              <a:ea typeface="Calibri"/>
              <a:cs typeface="Calibri"/>
            </a:endParaRPr>
          </a:p>
        </p:txBody>
      </p:sp>
      <p:sp>
        <p:nvSpPr>
          <p:cNvPr id="282" name="dp44-v5-summary / n16">
            <a:extLst>
              <a:ext uri="{FF2B5EF4-FFF2-40B4-BE49-F238E27FC236}">
                <ns2:creationId id="{0D20DAF6-984D-4A1B-BB1D-BB45C039925B}"/>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[실제 호출과 retry 및 폐기 청구]</a:t>
            </a:r>
            <a:endParaRPr lang="ko-KR">
              <a:solidFill>
                <a:srgbClr val="000000"/>
              </a:solidFill>
              <a:latin typeface="Calibri"/>
              <a:ea typeface="Calibri"/>
              <a:cs typeface="Calibri"/>
            </a:endParaRPr>
          </a:p>
        </p:txBody>
      </p:sp>
      <p:sp>
        <p:nvSpPr>
          <p:cNvPr id="283" name="dp44-v5-summary / n17">
            <a:extLst>
              <a:ext uri="{FF2B5EF4-FFF2-40B4-BE49-F238E27FC236}">
                <ns2:creationId id="{7DFFBE34-8135-4DF4-ABB7-21E96135119E}"/>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284" name="dp44-v5-summary / n18">
            <a:extLst>
              <a:ext uri="{FF2B5EF4-FFF2-40B4-BE49-F238E27FC236}">
                <ns2:creationId id="{9D7242E7-A55C-45AD-809B-973ECC48AF1C}"/>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285" name="dp44-v5-summary / n19">
            <a:extLst>
              <a:ext uri="{FF2B5EF4-FFF2-40B4-BE49-F238E27FC236}">
                <ns2:creationId id="{0B20B4F9-B4D7-4799-A378-34EF876F0CEB}"/>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[후속 규칙과 사건 계약의 수정]</a:t>
            </a:r>
            <a:endParaRPr lang="ko-KR">
              <a:solidFill>
                <a:srgbClr val="000000"/>
              </a:solidFill>
              <a:latin typeface="Calibri"/>
              <a:ea typeface="Calibri"/>
              <a:cs typeface="Calibri"/>
            </a:endParaRPr>
          </a:p>
        </p:txBody>
      </p:sp>
      <p:sp>
        <p:nvSpPr>
          <p:cNvPr id="286" name="dp44-v5-summary / n20">
            <a:extLst>
              <a:ext uri="{FF2B5EF4-FFF2-40B4-BE49-F238E27FC236}">
                <ns2:creationId id="{02DD9AE1-1B81-4AD7-B44B-464604008507}"/>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[단계와 Join 계약의 실제 수정]</a:t>
            </a:r>
            <a:endParaRPr lang="ko-KR">
              <a:solidFill>
                <a:srgbClr val="000000"/>
              </a:solidFill>
              <a:latin typeface="Calibri"/>
              <a:ea typeface="Calibri"/>
              <a:cs typeface="Calibri"/>
            </a:endParaRPr>
          </a:p>
        </p:txBody>
      </p:sp>
      <p:sp>
        <p:nvSpPr>
          <p:cNvPr id="287" name="dp44-v5-summary / n21">
            <a:extLst>
              <a:ext uri="{FF2B5EF4-FFF2-40B4-BE49-F238E27FC236}">
                <ns2:creationId id="{4A9E00F5-C2C1-40AD-9FE1-4A6FD484B099}"/>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288" name="dp44-v5-summary / n22">
            <a:extLst>
              <a:ext uri="{FF2B5EF4-FFF2-40B4-BE49-F238E27FC236}">
                <ns2:creationId id="{6645C46D-6093-4C7B-A699-2DEE875A295D}"/>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289" name="dp44-v5-summary / n23">
            <a:extLst>
              <a:ext uri="{FF2B5EF4-FFF2-40B4-BE49-F238E27FC236}">
                <ns2:creationId id="{05D05CC5-F7F0-4E92-B556-547867D1FE2C}"/>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1,792MiB  [중앙 진행 상태와 실행 대기열]</a:t>
            </a:r>
            <a:endParaRPr lang="ko-KR">
              <a:solidFill>
                <a:srgbClr val="000000"/>
              </a:solidFill>
              <a:latin typeface="Calibri"/>
              <a:ea typeface="Calibri"/>
              <a:cs typeface="Calibri"/>
            </a:endParaRPr>
          </a:p>
        </p:txBody>
      </p:sp>
      <p:sp>
        <p:nvSpPr>
          <p:cNvPr id="290" name="dp44-v5-summary / n24">
            <a:extLst>
              <a:ext uri="{FF2B5EF4-FFF2-40B4-BE49-F238E27FC236}">
                <ns2:creationId id="{EE88734C-BE42-48B6-A813-62832A7A75DA}"/>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1,840MiB  [window와 credit 및 envelope copy]</a:t>
            </a:r>
            <a:endParaRPr lang="ko-KR">
              <a:solidFill>
                <a:srgbClr val="000000"/>
              </a:solidFill>
              <a:latin typeface="Calibri"/>
              <a:ea typeface="Calibri"/>
              <a:cs typeface="Calibri"/>
            </a:endParaRPr>
          </a:p>
        </p:txBody>
      </p:sp>
      <p:sp>
        <p:nvSpPr>
          <p:cNvPr id="291" name="dp44-v5-summary / n25">
            <a:extLst>
              <a:ext uri="{FF2B5EF4-FFF2-40B4-BE49-F238E27FC236}">
                <ns2:creationId id="{177584E4-7C26-43CC-90A5-4D4EE6DB7EA0}"/>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P21 비용 예산 소계 $0.35184, 잔여 $0.14816. 후보별 전체 청구와 목표 판정은 평가 전.</a:t>
            </a:r>
            <a:endParaRPr lang="ko-KR">
              <a:solidFill>
                <a:srgbClr val="000000"/>
              </a:solidFill>
              <a:latin typeface="Calibri"/>
              <a:ea typeface="Calibri"/>
              <a:cs typeface="Calibri"/>
            </a:endParaRPr>
          </a:p>
        </p:txBody>
      </p:sp>
      <p:sp>
        <p:nvSpPr>
          <p:cNvPr id="292" name="dp44-v5-summary / n26">
            <a:extLst>
              <a:ext uri="{FF2B5EF4-FFF2-40B4-BE49-F238E27FC236}">
                <ns2:creationId id="{5BFDE993-08F6-4B0B-B415-0A650BFE656C}"/>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41" name="dp44-comparison / legend_continuation_0">
            <a:extLst>
              <a:ext uri="{FF2B5EF4-FFF2-40B4-BE49-F238E27FC236}">
                <ns2:creationId id="{15518DFA-8989-4E95-ACD7-FA670AC3ED65}"/>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txBody>
          <a:bodyPr wrap="none" lIns="19050" tIns="72009" rIns="19050" bIns="392134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43" name="dp44-comparison / legend_continuation_2">
            <a:extLst>
              <a:ext uri="{FF2B5EF4-FFF2-40B4-BE49-F238E27FC236}">
                <ns2:creationId id="{0A5C9E66-6249-4AE1-8A11-8B38E5D503A4}"/>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45" name="dp44-comparison / legend_continuation_4 / text 1">
            <a:extLst>
              <a:ext uri="{FF2B5EF4-FFF2-40B4-BE49-F238E27FC236}">
                <ns2:creationId id="{CA8EE084-F777-4C1D-8293-DF70087184AB}"/>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46" name="dp44-comparison / legend_continuation_5">
            <a:extLst>
              <a:ext uri="{FF2B5EF4-FFF2-40B4-BE49-F238E27FC236}">
                <ns2:creationId id="{D34AA399-BC8E-4FEB-B95E-60B49EC43882}"/>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8" name="dp44-comparison / legend_continuation_7 / text 1">
            <a:extLst>
              <a:ext uri="{FF2B5EF4-FFF2-40B4-BE49-F238E27FC236}">
                <ns2:creationId id="{ECDAB91D-4AAC-40C5-8FD5-D938F1F55F49}"/>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9" name="dp44-comparison / legend_continuation_8">
            <a:extLst>
              <a:ext uri="{FF2B5EF4-FFF2-40B4-BE49-F238E27FC236}">
                <ns2:creationId id="{438E98DD-94EB-44B0-9E55-EE593CE4AD8A}"/>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txBody>
          <a:bodyPr wrap="none" lIns="19050" tIns="56007" rIns="19050" bIns="2190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50" name="dp44-comparison / legend_continuation_8 / fold">
            <a:extLst>
              <a:ext uri="{FF2B5EF4-FFF2-40B4-BE49-F238E27FC236}">
                <ns2:creationId id="{F84461E6-D200-4A60-8714-46C3134BBA7E}"/>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2" name="dp44-comparison / legend_continuation_10 / text 1">
            <a:extLst>
              <a:ext uri="{FF2B5EF4-FFF2-40B4-BE49-F238E27FC236}">
                <ns2:creationId id="{D634E017-610B-425F-8A14-D30740FF057A}"/>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53" name="dp44-comparison / legend_continuation_11">
            <a:extLst>
              <a:ext uri="{FF2B5EF4-FFF2-40B4-BE49-F238E27FC236}">
                <ns2:creationId id="{903B6DB6-67FE-4876-88BB-DDF616AED52F}"/>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55" name="dp44-comparison / legend_continuation_13 / text 1">
            <a:extLst>
              <a:ext uri="{FF2B5EF4-FFF2-40B4-BE49-F238E27FC236}">
                <ns2:creationId id="{084FDD09-734F-4646-89BB-F4B14541FC2D}"/>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56" name="dp44-comparison / legend_continuation_14">
            <a:extLst>
              <a:ext uri="{FF2B5EF4-FFF2-40B4-BE49-F238E27FC236}">
                <ns2:creationId id="{33FF9B74-108E-47BC-AD9D-BEE0A0BC183A}"/>
              </a:ext>
            </a:extLst>
          </p:cNvPr>
          <p:cNvSpPr>
            <a:spLocks noGrp="1"/>
          </p:cNvSpPr>
          <p:nvPr/>
        </p:nvSpPr>
        <p:spPr>
          <a:xfrm>
            <a:off x="504825" y="5433822"/>
            <a:ext cx="704850" cy="216027"/>
          </a:xfrm>
          <a:prstGeom prst="roundRect">
            <a:avLst>
              <a:gd name="adj" fmla="val 35273"/>
            </a:avLst>
          </a:prstGeom>
          <a:solidFill>
            <a:srgbClr val="FFF6DE"/>
          </a:solidFill>
          <a:ln w="9525">
            <a:solidFill>
              <a:srgbClr val="B8753F"/>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8" name="dp44-comparison / legend_continuation_16 / text 1">
            <a:extLst>
              <a:ext uri="{FF2B5EF4-FFF2-40B4-BE49-F238E27FC236}">
                <ns2:creationId id="{FDE4FBF0-3595-446B-84E9-11FDB9A40673}"/>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9" name="dp44-comparison / legend_continuation_17">
            <a:extLst>
              <a:ext uri="{FF2B5EF4-FFF2-40B4-BE49-F238E27FC236}">
                <ns2:creationId id="{B8041E81-84D4-4B87-B90D-702B33C0FF6A}"/>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4-comparison / legend_continuation_18 / text 1">
            <a:extLst>
              <a:ext uri="{FF2B5EF4-FFF2-40B4-BE49-F238E27FC236}">
                <ns2:creationId id="{658917A0-4F25-4726-89A1-B17AEEE6F7B2}"/>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61" name="dp44-comparison / legend_continuation_19 / text 1">
            <a:extLst>
              <a:ext uri="{FF2B5EF4-FFF2-40B4-BE49-F238E27FC236}">
                <ns2:creationId id="{919316E0-F80B-4AA9-ABE1-9B7EF13B8539}"/>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62" name="dp44-comparison / legend_continuation_20 / path">
            <a:extLst>
              <a:ext uri="{FF2B5EF4-FFF2-40B4-BE49-F238E27FC236}">
                <ns2:creationId id="{D7C812E8-69C3-4102-AD7D-6A92B940D2B5}"/>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4-comparison / legend_continuation_20 / arrow">
            <a:extLst>
              <a:ext uri="{FF2B5EF4-FFF2-40B4-BE49-F238E27FC236}">
                <ns2:creationId id="{F8DA7D5F-1087-4D5D-95FC-9F8A69B48A96}"/>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4-comparison / legend_continuation_21 / text 1">
            <a:extLst>
              <a:ext uri="{FF2B5EF4-FFF2-40B4-BE49-F238E27FC236}">
                <ns2:creationId id="{9637013E-01DD-4E27-AF3E-0155ABA8BA8C}"/>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65" name="dp44-comparison / legend_continuation_22 / path">
            <a:extLst>
              <a:ext uri="{FF2B5EF4-FFF2-40B4-BE49-F238E27FC236}">
                <ns2:creationId id="{CC57AA60-8A84-4140-943C-CD1DF2831337}"/>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4-comparison / legend_continuation_22 / arrow">
            <a:extLst>
              <a:ext uri="{FF2B5EF4-FFF2-40B4-BE49-F238E27FC236}">
                <ns2:creationId id="{AD92B89A-6528-4A5B-960E-C8F47D433398}"/>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4-comparison / legend_continuation_23 / text 1">
            <a:extLst>
              <a:ext uri="{FF2B5EF4-FFF2-40B4-BE49-F238E27FC236}">
                <ns2:creationId id="{E4D1A82C-9758-48C3-ADC4-6EDA6F97AF5D}"/>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8" name="dp44-comparison / legend_continuation_24 / text 1">
            <a:extLst>
              <a:ext uri="{FF2B5EF4-FFF2-40B4-BE49-F238E27FC236}">
                <ns2:creationId id="{E124DF9F-5502-411F-AE6F-690045D3CA5F}"/>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9" name="dp44-comparison / legend_continuation_25">
            <a:extLst>
              <a:ext uri="{FF2B5EF4-FFF2-40B4-BE49-F238E27FC236}">
                <ns2:creationId id="{5F835607-3428-49A4-BE9E-FBF70BCD1B3B}"/>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4-comparison / legend_continuation_26 / text 1">
            <a:extLst>
              <a:ext uri="{FF2B5EF4-FFF2-40B4-BE49-F238E27FC236}">
                <ns2:creationId id="{92B16CEF-4312-4E20-9A47-3568BF907C49}"/>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1" name="dp44-comparison / legend_continuation_27 / text 1">
            <a:extLst>
              <a:ext uri="{FF2B5EF4-FFF2-40B4-BE49-F238E27FC236}">
                <ns2:creationId id="{33F3E6A8-C1BD-4D9A-B822-B10C6C431234}"/>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72" name="dp44-comparison / legend_continuation_28">
            <a:extLst>
              <a:ext uri="{FF2B5EF4-FFF2-40B4-BE49-F238E27FC236}">
                <ns2:creationId id="{2843F478-94FA-4799-9136-7837D847BF8A}"/>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4-comparison / legend_continuation_29 / text 1">
            <a:extLst>
              <a:ext uri="{FF2B5EF4-FFF2-40B4-BE49-F238E27FC236}">
                <ns2:creationId id="{C49D5525-4FC1-4DE7-99D4-30EDAC8DE74D}"/>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4" name="dp44-comparison / legend_continuation_30 / text 1">
            <a:extLst>
              <a:ext uri="{FF2B5EF4-FFF2-40B4-BE49-F238E27FC236}">
                <ns2:creationId id="{AABA1A0F-D519-4E2E-B22E-AA08E5FCDA2E}"/>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75" name="dp44-comparison / n72">
            <a:extLst>
              <a:ext uri="{FF2B5EF4-FFF2-40B4-BE49-F238E27FC236}">
                <ns2:creationId id="{15DFDBDB-FF71-4311-AD1F-65DFCD8A5E75}"/>
              </a:ext>
            </a:extLst>
          </p:cNvPr>
          <p:cNvSpPr>
            <a:spLocks noGrp="1"/>
          </p:cNvSpPr>
          <p:nvPr/>
        </p:nvSpPr>
        <p:spPr>
          <a:xfrm>
            <a:off x="1666875" y="2409825"/>
            <a:ext cx="257175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77" name="dp44-comparison / n74">
            <a:extLst>
              <a:ext uri="{FF2B5EF4-FFF2-40B4-BE49-F238E27FC236}">
                <ns2:creationId id="{2C93C853-1843-4B3B-B318-DFB0E3980FE3}"/>
              </a:ext>
            </a:extLst>
          </p:cNvPr>
          <p:cNvSpPr>
            <a:spLocks noGrp="1"/>
          </p:cNvSpPr>
          <p:nvPr/>
        </p:nvSpPr>
        <p:spPr>
          <a:xfrm>
            <a:off x="6334125" y="2409825"/>
            <a:ext cx="285750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9" name="dp44-comparison / n80">
            <a:extLst>
              <a:ext uri="{FF2B5EF4-FFF2-40B4-BE49-F238E27FC236}">
                <ns2:creationId id="{3D540F2A-75F3-4E38-A0C2-84C80D780642}"/>
              </a:ext>
            </a:extLst>
          </p:cNvPr>
          <p:cNvSpPr>
            <a:spLocks noGrp="1"/>
          </p:cNvSpPr>
          <p:nvPr/>
        </p:nvSpPr>
        <p:spPr>
          <a:xfrm>
            <a:off x="1571625" y="3076575"/>
            <a:ext cx="7715250" cy="1409700"/>
          </a:xfrm>
          <a:prstGeom prst="rect">
            <a:avLst/>
          </a:prstGeom>
          <a:solidFill>
            <a:srgbClr val="FFFFFF"/>
          </a:solidFill>
          <a:ln w="9525">
            <a:solidFill>
              <a:srgbClr val="000000"/>
            </a:solidFill>
            <a:prstDash val="solid"/>
          </a:ln>
        </p:spPr>
        <p:txBody>
          <a:bodyPr wrap="none" lIns="123825" tIns="95250" rIns="123825" bIns="10244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81" name="dp44-comparison / n82">
            <a:extLst>
              <a:ext uri="{FF2B5EF4-FFF2-40B4-BE49-F238E27FC236}">
                <ns2:creationId id="{F20EB0F5-E85D-47BB-8E78-10CCF7857C3C}"/>
              </a:ext>
            </a:extLst>
          </p:cNvPr>
          <p:cNvSpPr>
            <a:spLocks noGrp="1"/>
          </p:cNvSpPr>
          <p:nvPr/>
        </p:nvSpPr>
        <p:spPr>
          <a:xfrm>
            <a:off x="1857375" y="3476625"/>
            <a:ext cx="2714625" cy="381000"/>
          </a:xfrm>
          <a:prstGeom prst="roundRect">
            <a:avLst>
              <a:gd name="adj" fmla="val 20000"/>
            </a:avLst>
          </a:prstGeom>
          <a:solidFill>
            <a:srgbClr val="FFF6DE"/>
          </a:solidFill>
          <a:ln w="17145">
            <a:solidFill>
              <a:srgbClr val="B8753F"/>
            </a:solidFill>
            <a:prstDash val="solid"/>
          </a:ln>
        </p:spPr>
        <p:txBody>
          <a:bodyPr wrap="none" lIns="85725" tIns="72866" rIns="85725" bIns="4572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Dialogue Dispatcher</a:t>
            </a:r>
            <a:endParaRPr lang="ko-KR">
              <a:solidFill>
                <a:srgbClr val="000000"/>
              </a:solidFill>
              <a:latin typeface="Calibri"/>
              <a:ea typeface="Calibri"/>
              <a:cs typeface="Calibri"/>
            </a:endParaRPr>
          </a:p>
        </p:txBody>
      </p:sp>
      <p:sp>
        <p:nvSpPr>
          <p:cNvPr id="83" name="dp44-comparison / n84">
            <a:extLst>
              <a:ext uri="{FF2B5EF4-FFF2-40B4-BE49-F238E27FC236}">
                <ns2:creationId id="{56EE499D-8F51-4DA4-B83E-C982B71E8D78}"/>
              </a:ext>
            </a:extLst>
          </p:cNvPr>
          <p:cNvSpPr>
            <a:spLocks noGrp="1"/>
          </p:cNvSpPr>
          <p:nvPr/>
        </p:nvSpPr>
        <p:spPr>
          <a:xfrm>
            <a:off x="5857875" y="3476625"/>
            <a:ext cx="3095625" cy="381000"/>
          </a:xfrm>
          <a:prstGeom prst="can">
            <a:avLst>
              <a:gd name="adj" fmla="val 20000"/>
            </a:avLst>
          </a:prstGeom>
          <a:solidFill>
            <a:srgbClr val="FFF6DE"/>
          </a:solidFill>
          <a:ln w="9525">
            <a:solidFill>
              <a:srgbClr val="B8753F"/>
            </a:solidFill>
            <a:prstDash val="solid"/>
          </a:ln>
        </p:spPr>
        <p:txBody>
          <a:bodyPr wrap="none" lIns="85725" tIns="93345" rIns="85725" bIns="52864" anchor="t">
            <a:noAutofit/>
          </a:bodyPr>
          <a:lstStyle/>
          <a:p>
            <a:pPr algn="ct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Dialogue Progress State</a:t>
            </a:r>
            <a:endParaRPr lang="ko-KR">
              <a:solidFill>
                <a:srgbClr val="000000"/>
              </a:solidFill>
              <a:latin typeface="Calibri"/>
              <a:ea typeface="Calibri"/>
              <a:cs typeface="Calibri"/>
            </a:endParaRPr>
          </a:p>
        </p:txBody>
      </p:sp>
      <p:sp>
        <p:nvSpPr>
          <p:cNvPr id="85" name="dp44-comparison / n86 / path">
            <a:extLst>
              <a:ext uri="{FF2B5EF4-FFF2-40B4-BE49-F238E27FC236}">
                <ns2:creationId id="{07AFC67B-CD7C-456D-86C2-5B784396ADBD}"/>
              </a:ext>
            </a:extLst>
          </p:cNvPr>
          <p:cNvSpPr>
            <a:spLocks noGrp="1"/>
          </p:cNvSpPr>
          <p:nvPr/>
        </p:nvSpPr>
        <p:spPr>
          <a:xfrm>
            <a:off x="2952750" y="2733675"/>
            <a:ext cx="261938" cy="742950"/>
          </a:xfrm>
          <a:custGeom>
            <a:pathLst>
              <a:path w="261938" h="742950">
                <a:moveTo>
                  <a:pt x="0" y="0"/>
                </a:moveTo>
                <a:lnTo>
                  <a:pt x="0" y="257175"/>
                </a:lnTo>
                <a:lnTo>
                  <a:pt x="261938" y="257175"/>
                </a:lnTo>
                <a:lnTo>
                  <a:pt x="261938" y="742950"/>
                </a:lnTo>
              </a:path>
            </a:pathLst>
          </a:custGeom>
          <a:noFill/>
          <a:ln w="10478">
            <a:solidFill>
              <a:srgbClr val="000000"/>
            </a:solidFill>
            <a:prstDash val="solid"/>
          </a:ln>
        </p:spPr>
      </p:sp>
      <p:sp>
        <p:nvSpPr>
          <p:cNvPr id="86" name="dp44-comparison / n86 / arrow">
            <a:extLst>
              <a:ext uri="{FF2B5EF4-FFF2-40B4-BE49-F238E27FC236}">
                <ns2:creationId id="{5A4DE3A8-A2B5-4A5A-A30D-48A7CC34DE06}"/>
              </a:ext>
            </a:extLst>
          </p:cNvPr>
          <p:cNvSpPr>
            <a:spLocks noGrp="1"/>
          </p:cNvSpPr>
          <p:nvPr/>
        </p:nvSpPr>
        <p:spPr>
          <a:xfrm>
            <a:off x="318116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87" name="dp44-comparison / n87 / path">
            <a:extLst>
              <a:ext uri="{FF2B5EF4-FFF2-40B4-BE49-F238E27FC236}">
                <ns2:creationId id="{63F4EB99-3D39-45EC-A14A-7BBE2859924C}"/>
              </a:ext>
            </a:extLst>
          </p:cNvPr>
          <p:cNvSpPr>
            <a:spLocks noGrp="1"/>
          </p:cNvSpPr>
          <p:nvPr/>
        </p:nvSpPr>
        <p:spPr>
          <a:xfrm>
            <a:off x="4071938" y="2733675"/>
            <a:ext cx="3690938" cy="742950"/>
          </a:xfrm>
          <a:custGeom>
            <a:pathLst>
              <a:path w="3690938" h="742950">
                <a:moveTo>
                  <a:pt x="3690938" y="0"/>
                </a:moveTo>
                <a:lnTo>
                  <a:pt x="3690938" y="228600"/>
                </a:lnTo>
                <a:lnTo>
                  <a:pt x="0" y="228600"/>
                </a:lnTo>
                <a:lnTo>
                  <a:pt x="0" y="742950"/>
                </a:lnTo>
              </a:path>
            </a:pathLst>
          </a:custGeom>
          <a:noFill/>
          <a:ln w="10478">
            <a:solidFill>
              <a:srgbClr val="000000"/>
            </a:solidFill>
            <a:prstDash val="solid"/>
          </a:ln>
        </p:spPr>
      </p:sp>
      <p:sp>
        <p:nvSpPr>
          <p:cNvPr id="88" name="dp44-comparison / n87 / arrow">
            <a:extLst>
              <a:ext uri="{FF2B5EF4-FFF2-40B4-BE49-F238E27FC236}">
                <ns2:creationId id="{4D07F4BC-5AA8-46D4-B983-BB6D37DF0D8C}"/>
              </a:ext>
            </a:extLst>
          </p:cNvPr>
          <p:cNvSpPr>
            <a:spLocks noGrp="1"/>
          </p:cNvSpPr>
          <p:nvPr/>
        </p:nvSpPr>
        <p:spPr>
          <a:xfrm>
            <a:off x="40384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89" name="dp44-comparison / n88 / path">
            <a:extLst>
              <a:ext uri="{FF2B5EF4-FFF2-40B4-BE49-F238E27FC236}">
                <ns2:creationId id="{C238EB93-2C45-473B-AF59-C72BAA63D014}"/>
              </a:ext>
            </a:extLst>
          </p:cNvPr>
          <p:cNvSpPr>
            <a:spLocks noGrp="1"/>
          </p:cNvSpPr>
          <p:nvPr/>
        </p:nvSpPr>
        <p:spPr>
          <a:xfrm>
            <a:off x="4572000" y="3667125"/>
            <a:ext cx="1285875" cy="953"/>
          </a:xfrm>
          <a:custGeom>
            <a:pathLst>
              <a:path w="1285875" h="953">
                <a:moveTo>
                  <a:pt x="0" y="0"/>
                </a:moveTo>
                <a:lnTo>
                  <a:pt x="1285875" y="0"/>
                </a:lnTo>
              </a:path>
            </a:pathLst>
          </a:custGeom>
          <a:noFill/>
          <a:ln w="10478">
            <a:solidFill>
              <a:srgbClr val="B8753F"/>
            </a:solidFill>
            <a:prstDash val="solid"/>
          </a:ln>
        </p:spPr>
      </p:sp>
      <p:sp>
        <p:nvSpPr>
          <p:cNvPr id="90" name="dp44-comparison / n88 / arrow">
            <a:extLst>
              <a:ext uri="{FF2B5EF4-FFF2-40B4-BE49-F238E27FC236}">
                <ns2:creationId id="{DC168270-9152-4F6F-BF66-E96CCFB84225}"/>
              </a:ext>
            </a:extLst>
          </p:cNvPr>
          <p:cNvSpPr>
            <a:spLocks noGrp="1"/>
          </p:cNvSpPr>
          <p:nvPr/>
        </p:nvSpPr>
        <p:spPr>
          <a:xfrm>
            <a:off x="5790819" y="36335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91" name="dp44-comparison / n89 / path">
            <a:extLst>
              <a:ext uri="{FF2B5EF4-FFF2-40B4-BE49-F238E27FC236}">
                <ns2:creationId id="{5C8E9CDD-8B3B-4395-95CC-7FBD6F82A3B2}"/>
              </a:ext>
            </a:extLst>
          </p:cNvPr>
          <p:cNvSpPr>
            <a:spLocks noGrp="1"/>
          </p:cNvSpPr>
          <p:nvPr/>
        </p:nvSpPr>
        <p:spPr>
          <a:xfrm>
            <a:off x="4572000" y="3752850"/>
            <a:ext cx="1285875" cy="180975"/>
          </a:xfrm>
          <a:custGeom>
            <a:pathLst>
              <a:path w="1285875" h="180975">
                <a:moveTo>
                  <a:pt x="1285875" y="0"/>
                </a:moveTo>
                <a:lnTo>
                  <a:pt x="1123950" y="0"/>
                </a:lnTo>
                <a:lnTo>
                  <a:pt x="1123950" y="180975"/>
                </a:lnTo>
                <a:lnTo>
                  <a:pt x="152400" y="180975"/>
                </a:lnTo>
                <a:lnTo>
                  <a:pt x="152400" y="0"/>
                </a:lnTo>
                <a:lnTo>
                  <a:pt x="0" y="0"/>
                </a:lnTo>
              </a:path>
            </a:pathLst>
          </a:custGeom>
          <a:noFill/>
          <a:ln w="10478">
            <a:solidFill>
              <a:srgbClr val="B8753F"/>
            </a:solidFill>
            <a:prstDash val="dash"/>
          </a:ln>
        </p:spPr>
      </p:sp>
      <p:sp>
        <p:nvSpPr>
          <p:cNvPr id="92" name="dp44-comparison / n89 / arrow">
            <a:extLst>
              <a:ext uri="{FF2B5EF4-FFF2-40B4-BE49-F238E27FC236}">
                <ns2:creationId id="{1540F4A0-5C77-40C6-9433-AA99D37B0B18}"/>
              </a:ext>
            </a:extLst>
          </p:cNvPr>
          <p:cNvSpPr>
            <a:spLocks noGrp="1"/>
          </p:cNvSpPr>
          <p:nvPr/>
        </p:nvSpPr>
        <p:spPr>
          <a:xfrm>
            <a:off x="4572000" y="371932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93" name="dp44-comparison / n94">
            <a:extLst>
              <a:ext uri="{FF2B5EF4-FFF2-40B4-BE49-F238E27FC236}">
                <ns2:creationId id="{E5DAFD93-0FA4-496F-9B48-A4A6264B080B}"/>
              </a:ext>
            </a:extLst>
          </p:cNvPr>
          <p:cNvSpPr>
            <a:spLocks noGrp="1"/>
          </p:cNvSpPr>
          <p:nvPr/>
        </p:nvSpPr>
        <p:spPr>
          <a:xfrm>
            <a:off x="1666875" y="4762500"/>
            <a:ext cx="2238375" cy="314325"/>
          </a:xfrm>
          <a:prstGeom prst="rect">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95" name="dp44-comparison / n96">
            <a:extLst>
              <a:ext uri="{FF2B5EF4-FFF2-40B4-BE49-F238E27FC236}">
                <ns2:creationId id="{54085AE1-FC2B-440C-B60D-ED95F7FED801}"/>
              </a:ext>
            </a:extLst>
          </p:cNvPr>
          <p:cNvSpPr>
            <a:spLocks noGrp="1"/>
          </p:cNvSpPr>
          <p:nvPr/>
        </p:nvSpPr>
        <p:spPr>
          <a:xfrm>
            <a:off x="4286250" y="4705350"/>
            <a:ext cx="5000625" cy="1495425"/>
          </a:xfrm>
          <a:prstGeom prst="rect">
            <a:avLst/>
          </a:prstGeom>
          <a:solidFill>
            <a:srgbClr val="FFFFFF"/>
          </a:solidFill>
          <a:ln w="9525">
            <a:solidFill>
              <a:srgbClr val="000000"/>
            </a:solidFill>
            <a:prstDash val="solid"/>
          </a:ln>
        </p:spPr>
        <p:txBody>
          <a:bodyPr wrap="none" lIns="123825" tIns="95250" rIns="123825" bIns="1110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97" name="dp44-comparison / n98">
            <a:extLst>
              <a:ext uri="{FF2B5EF4-FFF2-40B4-BE49-F238E27FC236}">
                <ns2:creationId id="{59FE2CBD-1A5D-4257-AD12-DA22793CBA62}"/>
              </a:ext>
            </a:extLst>
          </p:cNvPr>
          <p:cNvSpPr>
            <a:spLocks noGrp="1"/>
          </p:cNvSpPr>
          <p:nvPr/>
        </p:nvSpPr>
        <p:spPr>
          <a:xfrm>
            <a:off x="4476750" y="5095875"/>
            <a:ext cx="2190750" cy="314325"/>
          </a:xfrm>
          <a:prstGeom prst="roundRect">
            <a:avLst>
              <a:gd name="adj" fmla="val 24242"/>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99" name="dp44-comparison / n100 / path">
            <a:extLst>
              <a:ext uri="{FF2B5EF4-FFF2-40B4-BE49-F238E27FC236}">
                <ns2:creationId id="{E5C6F2DD-756D-445D-8078-056AC5072494}"/>
              </a:ext>
            </a:extLst>
          </p:cNvPr>
          <p:cNvSpPr>
            <a:spLocks noGrp="1"/>
          </p:cNvSpPr>
          <p:nvPr/>
        </p:nvSpPr>
        <p:spPr>
          <a:xfrm>
            <a:off x="1571625" y="3667125"/>
            <a:ext cx="1214438" cy="1095375"/>
          </a:xfrm>
          <a:custGeom>
            <a:pathLst>
              <a:path w="1214438" h="1095375">
                <a:moveTo>
                  <a:pt x="285750" y="0"/>
                </a:moveTo>
                <a:lnTo>
                  <a:pt x="0" y="0"/>
                </a:lnTo>
                <a:lnTo>
                  <a:pt x="0" y="981075"/>
                </a:lnTo>
                <a:lnTo>
                  <a:pt x="1214438" y="981075"/>
                </a:lnTo>
                <a:lnTo>
                  <a:pt x="1214438" y="1095375"/>
                </a:lnTo>
              </a:path>
            </a:pathLst>
          </a:custGeom>
          <a:noFill/>
          <a:ln w="10478">
            <a:solidFill>
              <a:srgbClr val="000000"/>
            </a:solidFill>
            <a:prstDash val="solid"/>
          </a:ln>
        </p:spPr>
      </p:sp>
      <p:sp>
        <p:nvSpPr>
          <p:cNvPr id="100" name="dp44-comparison / n100 / arrow">
            <a:extLst>
              <a:ext uri="{FF2B5EF4-FFF2-40B4-BE49-F238E27FC236}">
                <ns2:creationId id="{3ABF2A07-00CC-481D-8BCC-6E82F83081F2}"/>
              </a:ext>
            </a:extLst>
          </p:cNvPr>
          <p:cNvSpPr>
            <a:spLocks noGrp="1"/>
          </p:cNvSpPr>
          <p:nvPr/>
        </p:nvSpPr>
        <p:spPr>
          <a:xfrm>
            <a:off x="2752535" y="4695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1" name="dp44-comparison / n101 / path">
            <a:extLst>
              <a:ext uri="{FF2B5EF4-FFF2-40B4-BE49-F238E27FC236}">
                <ns2:creationId id="{9757DFEA-F21A-4D57-814A-A4625B70FBCC}"/>
              </a:ext>
            </a:extLst>
          </p:cNvPr>
          <p:cNvSpPr>
            <a:spLocks noGrp="1"/>
          </p:cNvSpPr>
          <p:nvPr/>
        </p:nvSpPr>
        <p:spPr>
          <a:xfrm>
            <a:off x="1476375" y="3762375"/>
            <a:ext cx="381000" cy="1157288"/>
          </a:xfrm>
          <a:custGeom>
            <a:pathLst>
              <a:path w="381000" h="1157288">
                <a:moveTo>
                  <a:pt x="190500" y="1157288"/>
                </a:moveTo>
                <a:lnTo>
                  <a:pt x="0" y="1157288"/>
                </a:lnTo>
                <a:lnTo>
                  <a:pt x="0" y="0"/>
                </a:lnTo>
                <a:lnTo>
                  <a:pt x="381000" y="0"/>
                </a:lnTo>
              </a:path>
            </a:pathLst>
          </a:custGeom>
          <a:noFill/>
          <a:ln w="10478">
            <a:solidFill>
              <a:srgbClr val="B8753F"/>
            </a:solidFill>
            <a:prstDash val="dash"/>
          </a:ln>
        </p:spPr>
      </p:sp>
      <p:sp>
        <p:nvSpPr>
          <p:cNvPr id="102" name="dp44-comparison / n101 / arrow">
            <a:extLst>
              <a:ext uri="{FF2B5EF4-FFF2-40B4-BE49-F238E27FC236}">
                <ns2:creationId id="{87674683-6381-472B-A80F-1FD63153DCFD}"/>
              </a:ext>
            </a:extLst>
          </p:cNvPr>
          <p:cNvSpPr>
            <a:spLocks noGrp="1"/>
          </p:cNvSpPr>
          <p:nvPr/>
        </p:nvSpPr>
        <p:spPr>
          <a:xfrm>
            <a:off x="1790319" y="37288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3" name="dp44-comparison / n104">
            <a:extLst>
              <a:ext uri="{FF2B5EF4-FFF2-40B4-BE49-F238E27FC236}">
                <ns2:creationId id="{C74FF008-02F7-4AFC-9DEE-7E98EC4DAED0}"/>
              </a:ext>
            </a:extLst>
          </p:cNvPr>
          <p:cNvSpPr>
            <a:spLocks noGrp="1"/>
          </p:cNvSpPr>
          <p:nvPr/>
        </p:nvSpPr>
        <p:spPr>
          <a:xfrm>
            <a:off x="7000875" y="5095875"/>
            <a:ext cx="2095500" cy="314325"/>
          </a:xfrm>
          <a:prstGeom prst="roundRect">
            <a:avLst>
              <a:gd name="adj" fmla="val 24242"/>
            </a:avLst>
          </a:prstGeom>
          <a:solidFill>
            <a:srgbClr val="FFFFFF"/>
          </a:solidFill>
          <a:ln w="9525">
            <a:solidFill>
              <a:srgbClr val="000000"/>
            </a:solidFill>
            <a:prstDash val="solid"/>
          </a:ln>
        </p:spPr>
        <p:txBody>
          <a:bodyPr wrap="none" lIns="85725" tIns="58103" rIns="85725" bIns="35242"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Publication Control</a:t>
            </a:r>
            <a:endParaRPr lang="ko-KR">
              <a:solidFill>
                <a:srgbClr val="000000"/>
              </a:solidFill>
              <a:latin typeface="Calibri"/>
              <a:ea typeface="Calibri"/>
              <a:cs typeface="Calibri"/>
            </a:endParaRPr>
          </a:p>
        </p:txBody>
      </p:sp>
      <p:sp>
        <p:nvSpPr>
          <p:cNvPr id="105" name="dp44-comparison / n106 / path">
            <a:extLst>
              <a:ext uri="{FF2B5EF4-FFF2-40B4-BE49-F238E27FC236}">
                <ns2:creationId id="{E20959EE-0C9C-4A08-B184-FCA63409EF06}"/>
              </a:ext>
            </a:extLst>
          </p:cNvPr>
          <p:cNvSpPr>
            <a:spLocks noGrp="1"/>
          </p:cNvSpPr>
          <p:nvPr/>
        </p:nvSpPr>
        <p:spPr>
          <a:xfrm>
            <a:off x="3405188" y="3857625"/>
            <a:ext cx="2166938" cy="1238250"/>
          </a:xfrm>
          <a:custGeom>
            <a:pathLst>
              <a:path w="2166938" h="1238250">
                <a:moveTo>
                  <a:pt x="0" y="0"/>
                </a:moveTo>
                <a:lnTo>
                  <a:pt x="0" y="704850"/>
                </a:lnTo>
                <a:lnTo>
                  <a:pt x="2166938" y="704850"/>
                </a:lnTo>
                <a:lnTo>
                  <a:pt x="2166938" y="1238250"/>
                </a:lnTo>
              </a:path>
            </a:pathLst>
          </a:custGeom>
          <a:noFill/>
          <a:ln w="10478">
            <a:solidFill>
              <a:srgbClr val="B8753F"/>
            </a:solidFill>
            <a:prstDash val="solid"/>
          </a:ln>
        </p:spPr>
      </p:sp>
      <p:sp>
        <p:nvSpPr>
          <p:cNvPr id="106" name="dp44-comparison / n106 / arrow">
            <a:extLst>
              <a:ext uri="{FF2B5EF4-FFF2-40B4-BE49-F238E27FC236}">
                <ns2:creationId id="{1019EB6F-C1C7-4AB2-B1FB-D2D4F53941B6}"/>
              </a:ext>
            </a:extLst>
          </p:cNvPr>
          <p:cNvSpPr>
            <a:spLocks noGrp="1"/>
          </p:cNvSpPr>
          <p:nvPr/>
        </p:nvSpPr>
        <p:spPr>
          <a:xfrm>
            <a:off x="553859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07" name="dp44-comparison / n107 / path">
            <a:extLst>
              <a:ext uri="{FF2B5EF4-FFF2-40B4-BE49-F238E27FC236}">
                <ns2:creationId id="{2D8A9412-4A3F-4B57-812E-1AD2B04A4E78}"/>
              </a:ext>
            </a:extLst>
          </p:cNvPr>
          <p:cNvSpPr>
            <a:spLocks noGrp="1"/>
          </p:cNvSpPr>
          <p:nvPr/>
        </p:nvSpPr>
        <p:spPr>
          <a:xfrm>
            <a:off x="4572000" y="3752850"/>
            <a:ext cx="1333500" cy="1343025"/>
          </a:xfrm>
          <a:custGeom>
            <a:pathLst>
              <a:path w="1333500" h="1343025">
                <a:moveTo>
                  <a:pt x="1333500" y="1343025"/>
                </a:moveTo>
                <a:lnTo>
                  <a:pt x="1333500" y="857250"/>
                </a:lnTo>
                <a:lnTo>
                  <a:pt x="95250" y="857250"/>
                </a:lnTo>
                <a:lnTo>
                  <a:pt x="95250" y="0"/>
                </a:lnTo>
                <a:lnTo>
                  <a:pt x="0" y="0"/>
                </a:lnTo>
              </a:path>
            </a:pathLst>
          </a:custGeom>
          <a:noFill/>
          <a:ln w="10478">
            <a:solidFill>
              <a:srgbClr val="B8753F"/>
            </a:solidFill>
            <a:prstDash val="dash"/>
          </a:ln>
        </p:spPr>
      </p:sp>
      <p:sp>
        <p:nvSpPr>
          <p:cNvPr id="108" name="dp44-comparison / n107 / arrow">
            <a:extLst>
              <a:ext uri="{FF2B5EF4-FFF2-40B4-BE49-F238E27FC236}">
                <ns2:creationId id="{F9A5F577-B303-4D27-9B4E-B918813A9931}"/>
              </a:ext>
            </a:extLst>
          </p:cNvPr>
          <p:cNvSpPr>
            <a:spLocks noGrp="1"/>
          </p:cNvSpPr>
          <p:nvPr/>
        </p:nvSpPr>
        <p:spPr>
          <a:xfrm>
            <a:off x="4572000" y="371932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109" name="dp44-comparison / n108 / path">
            <a:extLst>
              <a:ext uri="{FF2B5EF4-FFF2-40B4-BE49-F238E27FC236}">
                <ns2:creationId id="{1D48D584-2428-4EC8-950A-A3744CC88274}"/>
              </a:ext>
            </a:extLst>
          </p:cNvPr>
          <p:cNvSpPr>
            <a:spLocks noGrp="1"/>
          </p:cNvSpPr>
          <p:nvPr/>
        </p:nvSpPr>
        <p:spPr>
          <a:xfrm>
            <a:off x="4572000" y="3600450"/>
            <a:ext cx="3476625" cy="1495425"/>
          </a:xfrm>
          <a:custGeom>
            <a:pathLst>
              <a:path w="3476625" h="1495425">
                <a:moveTo>
                  <a:pt x="0" y="0"/>
                </a:moveTo>
                <a:lnTo>
                  <a:pt x="238125" y="0"/>
                </a:lnTo>
                <a:lnTo>
                  <a:pt x="238125" y="923925"/>
                </a:lnTo>
                <a:lnTo>
                  <a:pt x="3476625" y="923925"/>
                </a:lnTo>
                <a:lnTo>
                  <a:pt x="3476625" y="1495425"/>
                </a:lnTo>
              </a:path>
            </a:pathLst>
          </a:custGeom>
          <a:noFill/>
          <a:ln w="10478">
            <a:solidFill>
              <a:srgbClr val="B8753F"/>
            </a:solidFill>
            <a:prstDash val="solid"/>
          </a:ln>
        </p:spPr>
      </p:sp>
      <p:sp>
        <p:nvSpPr>
          <p:cNvPr id="110" name="dp44-comparison / n108 / arrow">
            <a:extLst>
              <a:ext uri="{FF2B5EF4-FFF2-40B4-BE49-F238E27FC236}">
                <ns2:creationId id="{20BA9F2C-98EF-41B3-90B2-59E001380CFC}"/>
              </a:ext>
            </a:extLst>
          </p:cNvPr>
          <p:cNvSpPr>
            <a:spLocks noGrp="1"/>
          </p:cNvSpPr>
          <p:nvPr/>
        </p:nvSpPr>
        <p:spPr>
          <a:xfrm>
            <a:off x="801509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11" name="dp44-comparison / n117 / path">
            <a:extLst>
              <a:ext uri="{FF2B5EF4-FFF2-40B4-BE49-F238E27FC236}">
                <ns2:creationId id="{4AA20794-7287-4648-8ACA-94577A24582B}"/>
              </a:ext>
            </a:extLst>
          </p:cNvPr>
          <p:cNvSpPr>
            <a:spLocks noGrp="1"/>
          </p:cNvSpPr>
          <p:nvPr/>
        </p:nvSpPr>
        <p:spPr>
          <a:xfrm>
            <a:off x="1571625" y="6334125"/>
            <a:ext cx="7715250" cy="953"/>
          </a:xfrm>
          <a:custGeom>
            <a:pathLst>
              <a:path w="7715250" h="953">
                <a:moveTo>
                  <a:pt x="0" y="0"/>
                </a:moveTo>
                <a:lnTo>
                  <a:pt x="7715250" y="0"/>
                </a:lnTo>
              </a:path>
            </a:pathLst>
          </a:custGeom>
          <a:noFill/>
          <a:ln w="10478">
            <a:solidFill>
              <a:srgbClr val="000000"/>
            </a:solidFill>
            <a:prstDash val="solid"/>
          </a:ln>
        </p:spPr>
      </p:sp>
      <p:sp>
        <p:nvSpPr>
          <p:cNvPr id="112" name="dp44-comparison / n120">
            <a:extLst>
              <a:ext uri="{FF2B5EF4-FFF2-40B4-BE49-F238E27FC236}">
                <ns2:creationId id="{2A73AE59-2365-483A-85A4-F4F989DF678C}"/>
              </a:ext>
            </a:extLst>
          </p:cNvPr>
          <p:cNvSpPr>
            <a:spLocks noGrp="1"/>
          </p:cNvSpPr>
          <p:nvPr/>
        </p:nvSpPr>
        <p:spPr>
          <a:xfrm>
            <a:off x="166687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Meaning1 완료</a:t>
            </a:r>
            <a:endParaRPr lang="ko-KR">
              <a:solidFill>
                <a:srgbClr val="000000"/>
              </a:solidFill>
              <a:latin typeface="Calibri"/>
              <a:ea typeface="Calibri"/>
              <a:cs typeface="Calibri"/>
            </a:endParaRPr>
          </a:p>
        </p:txBody>
      </p:sp>
      <p:sp>
        <p:nvSpPr>
          <p:cNvPr id="114" name="dp44-comparison / n122">
            <a:extLst>
              <a:ext uri="{FF2B5EF4-FFF2-40B4-BE49-F238E27FC236}">
                <ns2:creationId id="{A5BDFA0E-7F1C-4659-8C72-2F51CD3625E4}"/>
              </a:ext>
            </a:extLst>
          </p:cNvPr>
          <p:cNvSpPr>
            <a:spLocks noGrp="1"/>
          </p:cNvSpPr>
          <p:nvPr/>
        </p:nvSpPr>
        <p:spPr>
          <a:xfrm>
            <a:off x="433387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Dispatcher: 준비 지시</a:t>
            </a:r>
            <a:endParaRPr lang="ko-KR">
              <a:solidFill>
                <a:srgbClr val="000000"/>
              </a:solidFill>
              <a:latin typeface="Calibri"/>
              <a:ea typeface="Calibri"/>
              <a:cs typeface="Calibri"/>
            </a:endParaRPr>
          </a:p>
        </p:txBody>
      </p:sp>
      <p:sp>
        <p:nvSpPr>
          <p:cNvPr id="116" name="dp44-comparison / n124 / path">
            <a:extLst>
              <a:ext uri="{FF2B5EF4-FFF2-40B4-BE49-F238E27FC236}">
                <ns2:creationId id="{BEB0450F-B375-4293-BAB3-85B0EFCCD3A7}"/>
              </a:ext>
            </a:extLst>
          </p:cNvPr>
          <p:cNvSpPr>
            <a:spLocks noGrp="1"/>
          </p:cNvSpPr>
          <p:nvPr/>
        </p:nvSpPr>
        <p:spPr>
          <a:xfrm>
            <a:off x="3905250" y="6748463"/>
            <a:ext cx="428625" cy="953"/>
          </a:xfrm>
          <a:custGeom>
            <a:pathLst>
              <a:path w="428625" h="953">
                <a:moveTo>
                  <a:pt x="0" y="0"/>
                </a:moveTo>
                <a:lnTo>
                  <a:pt x="428625" y="0"/>
                </a:lnTo>
              </a:path>
            </a:pathLst>
          </a:custGeom>
          <a:noFill/>
          <a:ln w="10478">
            <a:solidFill>
              <a:srgbClr val="B8753F"/>
            </a:solidFill>
            <a:prstDash val="solid"/>
          </a:ln>
        </p:spPr>
      </p:sp>
      <p:sp>
        <p:nvSpPr>
          <p:cNvPr id="117" name="dp44-comparison / n124 / arrow">
            <a:extLst>
              <a:ext uri="{FF2B5EF4-FFF2-40B4-BE49-F238E27FC236}">
                <ns2:creationId id="{689AA964-C0A8-422B-A032-23A0640C0443}"/>
              </a:ext>
            </a:extLst>
          </p:cNvPr>
          <p:cNvSpPr>
            <a:spLocks noGrp="1"/>
          </p:cNvSpPr>
          <p:nvPr/>
        </p:nvSpPr>
        <p:spPr>
          <a:xfrm>
            <a:off x="426681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18" name="dp44-comparison / n125">
            <a:extLst>
              <a:ext uri="{FF2B5EF4-FFF2-40B4-BE49-F238E27FC236}">
                <ns2:creationId id="{255D470D-4BB1-4866-BB60-90E42B5C841E}"/>
              </a:ext>
            </a:extLst>
          </p:cNvPr>
          <p:cNvSpPr>
            <a:spLocks noGrp="1"/>
          </p:cNvSpPr>
          <p:nvPr/>
        </p:nvSpPr>
        <p:spPr>
          <a:xfrm>
            <a:off x="7000875" y="66198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후보 반환</a:t>
            </a:r>
            <a:endParaRPr lang="ko-KR">
              <a:solidFill>
                <a:srgbClr val="000000"/>
              </a:solidFill>
              <a:latin typeface="Calibri"/>
              <a:ea typeface="Calibri"/>
              <a:cs typeface="Calibri"/>
            </a:endParaRPr>
          </a:p>
        </p:txBody>
      </p:sp>
      <p:sp>
        <p:nvSpPr>
          <p:cNvPr id="120" name="dp44-comparison / n127 / path">
            <a:extLst>
              <a:ext uri="{FF2B5EF4-FFF2-40B4-BE49-F238E27FC236}">
                <ns2:creationId id="{600AFC5A-8581-4044-9392-4CDFCACB1714}"/>
              </a:ext>
            </a:extLst>
          </p:cNvPr>
          <p:cNvSpPr>
            <a:spLocks noGrp="1"/>
          </p:cNvSpPr>
          <p:nvPr/>
        </p:nvSpPr>
        <p:spPr>
          <a:xfrm>
            <a:off x="6572250" y="6748463"/>
            <a:ext cx="428625" cy="953"/>
          </a:xfrm>
          <a:custGeom>
            <a:pathLst>
              <a:path w="428625" h="953">
                <a:moveTo>
                  <a:pt x="0" y="0"/>
                </a:moveTo>
                <a:lnTo>
                  <a:pt x="428625" y="0"/>
                </a:lnTo>
              </a:path>
            </a:pathLst>
          </a:custGeom>
          <a:noFill/>
          <a:ln w="10478">
            <a:solidFill>
              <a:srgbClr val="B8753F"/>
            </a:solidFill>
            <a:prstDash val="solid"/>
          </a:ln>
        </p:spPr>
      </p:sp>
      <p:sp>
        <p:nvSpPr>
          <p:cNvPr id="121" name="dp44-comparison / n127 / arrow">
            <a:extLst>
              <a:ext uri="{FF2B5EF4-FFF2-40B4-BE49-F238E27FC236}">
                <ns2:creationId id="{1716F717-241B-4169-860D-949C09339B74}"/>
              </a:ext>
            </a:extLst>
          </p:cNvPr>
          <p:cNvSpPr>
            <a:spLocks noGrp="1"/>
          </p:cNvSpPr>
          <p:nvPr/>
        </p:nvSpPr>
        <p:spPr>
          <a:xfrm>
            <a:off x="693381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22" name="dp44-comparison / n128 / path">
            <a:extLst>
              <a:ext uri="{FF2B5EF4-FFF2-40B4-BE49-F238E27FC236}">
                <ns2:creationId id="{FCE4A217-CEF3-488B-9F63-F25770D2DBDA}"/>
              </a:ext>
            </a:extLst>
          </p:cNvPr>
          <p:cNvSpPr>
            <a:spLocks noGrp="1"/>
          </p:cNvSpPr>
          <p:nvPr/>
        </p:nvSpPr>
        <p:spPr>
          <a:xfrm>
            <a:off x="5453063" y="6877050"/>
            <a:ext cx="2643188" cy="133350"/>
          </a:xfrm>
          <a:custGeom>
            <a:pathLst>
              <a:path w="2643188" h="133350">
                <a:moveTo>
                  <a:pt x="2643188" y="0"/>
                </a:moveTo>
                <a:lnTo>
                  <a:pt x="2643188" y="133350"/>
                </a:lnTo>
                <a:lnTo>
                  <a:pt x="0" y="133350"/>
                </a:lnTo>
                <a:lnTo>
                  <a:pt x="0" y="0"/>
                </a:lnTo>
              </a:path>
            </a:pathLst>
          </a:custGeom>
          <a:noFill/>
          <a:ln w="10478">
            <a:solidFill>
              <a:srgbClr val="B8753F"/>
            </a:solidFill>
            <a:prstDash val="dash"/>
          </a:ln>
        </p:spPr>
      </p:sp>
      <p:sp>
        <p:nvSpPr>
          <p:cNvPr id="123" name="dp44-comparison / n128 / arrow">
            <a:extLst>
              <a:ext uri="{FF2B5EF4-FFF2-40B4-BE49-F238E27FC236}">
                <ns2:creationId id="{CAC2C121-5ADB-4BA1-974A-6DB137034128}"/>
              </a:ext>
            </a:extLst>
          </p:cNvPr>
          <p:cNvSpPr>
            <a:spLocks noGrp="1"/>
          </p:cNvSpPr>
          <p:nvPr/>
        </p:nvSpPr>
        <p:spPr>
          <a:xfrm>
            <a:off x="5419535" y="687705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124" name="dp44-comparison / n133">
            <a:extLst>
              <a:ext uri="{FF2B5EF4-FFF2-40B4-BE49-F238E27FC236}">
                <ns2:creationId id="{9FA6D584-48AD-45EA-AB31-2E20B68A3660}"/>
              </a:ext>
            </a:extLst>
          </p:cNvPr>
          <p:cNvSpPr>
            <a:spLocks noGrp="1"/>
          </p:cNvSpPr>
          <p:nvPr/>
        </p:nvSpPr>
        <p:spPr>
          <a:xfrm>
            <a:off x="166687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옛 응답 준비 완료</a:t>
            </a:r>
            <a:endParaRPr lang="ko-KR">
              <a:solidFill>
                <a:srgbClr val="000000"/>
              </a:solidFill>
              <a:latin typeface="Calibri"/>
              <a:ea typeface="Calibri"/>
              <a:cs typeface="Calibri"/>
            </a:endParaRPr>
          </a:p>
        </p:txBody>
      </p:sp>
      <p:sp>
        <p:nvSpPr>
          <p:cNvPr id="126" name="dp44-comparison / n135">
            <a:extLst>
              <a:ext uri="{FF2B5EF4-FFF2-40B4-BE49-F238E27FC236}">
                <ns2:creationId id="{076BA1D1-CF14-4AF9-AFA9-7FE81F39DEB4}"/>
              </a:ext>
            </a:extLst>
          </p:cNvPr>
          <p:cNvSpPr>
            <a:spLocks noGrp="1"/>
          </p:cNvSpPr>
          <p:nvPr/>
        </p:nvSpPr>
        <p:spPr>
          <a:xfrm>
            <a:off x="433387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Dispatcher: 현재성 검사</a:t>
            </a:r>
            <a:endParaRPr lang="ko-KR">
              <a:solidFill>
                <a:srgbClr val="000000"/>
              </a:solidFill>
              <a:latin typeface="Calibri"/>
              <a:ea typeface="Calibri"/>
              <a:cs typeface="Calibri"/>
            </a:endParaRPr>
          </a:p>
        </p:txBody>
      </p:sp>
      <p:sp>
        <p:nvSpPr>
          <p:cNvPr id="128" name="dp44-comparison / n137 / path">
            <a:extLst>
              <a:ext uri="{FF2B5EF4-FFF2-40B4-BE49-F238E27FC236}">
                <ns2:creationId id="{51CEE340-B020-45CA-BFE4-455A61A79743}"/>
              </a:ext>
            </a:extLst>
          </p:cNvPr>
          <p:cNvSpPr>
            <a:spLocks noGrp="1"/>
          </p:cNvSpPr>
          <p:nvPr/>
        </p:nvSpPr>
        <p:spPr>
          <a:xfrm>
            <a:off x="3905250" y="7410450"/>
            <a:ext cx="428625" cy="953"/>
          </a:xfrm>
          <a:custGeom>
            <a:pathLst>
              <a:path w="428625" h="953">
                <a:moveTo>
                  <a:pt x="0" y="0"/>
                </a:moveTo>
                <a:lnTo>
                  <a:pt x="428625" y="0"/>
                </a:lnTo>
              </a:path>
            </a:pathLst>
          </a:custGeom>
          <a:noFill/>
          <a:ln w="10478">
            <a:solidFill>
              <a:srgbClr val="B8753F"/>
            </a:solidFill>
            <a:prstDash val="solid"/>
          </a:ln>
        </p:spPr>
      </p:sp>
      <p:sp>
        <p:nvSpPr>
          <p:cNvPr id="129" name="dp44-comparison / n137 / arrow">
            <a:extLst>
              <a:ext uri="{FF2B5EF4-FFF2-40B4-BE49-F238E27FC236}">
                <ns2:creationId id="{EDE2A47F-CCE5-4453-8A83-B6E51DD17396}"/>
              </a:ext>
            </a:extLst>
          </p:cNvPr>
          <p:cNvSpPr>
            <a:spLocks noGrp="1"/>
          </p:cNvSpPr>
          <p:nvPr/>
        </p:nvSpPr>
        <p:spPr>
          <a:xfrm>
            <a:off x="426681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0" name="dp44-comparison / n138">
            <a:extLst>
              <a:ext uri="{FF2B5EF4-FFF2-40B4-BE49-F238E27FC236}">
                <ns2:creationId id="{81D74A20-6555-4483-861D-B29C1E555AFF}"/>
              </a:ext>
            </a:extLst>
          </p:cNvPr>
          <p:cNvSpPr>
            <a:spLocks noGrp="1"/>
          </p:cNvSpPr>
          <p:nvPr/>
        </p:nvSpPr>
        <p:spPr>
          <a:xfrm>
            <a:off x="7000875" y="7286625"/>
            <a:ext cx="2190750"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중앙에서 무효 후보 폐기</a:t>
            </a:r>
            <a:endParaRPr lang="ko-KR">
              <a:solidFill>
                <a:srgbClr val="000000"/>
              </a:solidFill>
              <a:latin typeface="Calibri"/>
              <a:ea typeface="Calibri"/>
              <a:cs typeface="Calibri"/>
            </a:endParaRPr>
          </a:p>
        </p:txBody>
      </p:sp>
      <p:sp>
        <p:nvSpPr>
          <p:cNvPr id="132" name="dp44-comparison / n140 / path">
            <a:extLst>
              <a:ext uri="{FF2B5EF4-FFF2-40B4-BE49-F238E27FC236}">
                <ns2:creationId id="{0B4E10BF-794E-4D5D-8B25-008EA91BE57F}"/>
              </a:ext>
            </a:extLst>
          </p:cNvPr>
          <p:cNvSpPr>
            <a:spLocks noGrp="1"/>
          </p:cNvSpPr>
          <p:nvPr/>
        </p:nvSpPr>
        <p:spPr>
          <a:xfrm>
            <a:off x="6572250" y="7410450"/>
            <a:ext cx="428625" cy="953"/>
          </a:xfrm>
          <a:custGeom>
            <a:pathLst>
              <a:path w="428625" h="953">
                <a:moveTo>
                  <a:pt x="0" y="0"/>
                </a:moveTo>
                <a:lnTo>
                  <a:pt x="428625" y="0"/>
                </a:lnTo>
              </a:path>
            </a:pathLst>
          </a:custGeom>
          <a:noFill/>
          <a:ln w="10478">
            <a:solidFill>
              <a:srgbClr val="B8753F"/>
            </a:solidFill>
            <a:prstDash val="solid"/>
          </a:ln>
        </p:spPr>
      </p:sp>
      <p:sp>
        <p:nvSpPr>
          <p:cNvPr id="133" name="dp44-comparison / n140 / arrow">
            <a:extLst>
              <a:ext uri="{FF2B5EF4-FFF2-40B4-BE49-F238E27FC236}">
                <ns2:creationId id="{6BA7D571-F631-4604-9368-1E529C4218B1}"/>
              </a:ext>
            </a:extLst>
          </p:cNvPr>
          <p:cNvSpPr>
            <a:spLocks noGrp="1"/>
          </p:cNvSpPr>
          <p:nvPr/>
        </p:nvSpPr>
        <p:spPr>
          <a:xfrm>
            <a:off x="693381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4" name="dp44-comparison / n76">
            <a:extLst>
              <a:ext uri="{FF2B5EF4-FFF2-40B4-BE49-F238E27FC236}">
                <ns2:creationId id="{8B96C399-B3AF-448D-A6E6-BA22D366FFF0}"/>
              </a:ext>
            </a:extLst>
          </p:cNvPr>
          <p:cNvSpPr>
            <a:spLocks noGrp="1"/>
          </p:cNvSpPr>
          <p:nvPr/>
        </p:nvSpPr>
        <p:spPr>
          <a:xfrm>
            <a:off x="1647825" y="2771775"/>
            <a:ext cx="2439353" cy="190500"/>
          </a:xfrm>
          <a:prstGeom prst="rect">
            <a:avLst/>
          </a:prstGeom>
          <a:solidFill>
            <a:srgbClr val="FFFFFF"/>
          </a:solidFill>
          <a:ln w="0">
            <a:noFill/>
            <a:prstDash val="solid"/>
          </a:ln>
        </p:spPr>
      </p:sp>
      <p:sp>
        <p:nvSpPr>
          <p:cNvPr id="135" name="dp44-comparison / n77 / text 1">
            <a:extLst>
              <a:ext uri="{FF2B5EF4-FFF2-40B4-BE49-F238E27FC236}">
                <ns2:creationId id="{AD7319D6-3D0A-4927-A647-EE963FCF9AE4}"/>
              </a:ext>
            </a:extLst>
          </p:cNvPr>
          <p:cNvSpPr>
            <a:spLocks noGrp="1"/>
          </p:cNvSpPr>
          <p:nvPr/>
        </p:nvSpPr>
        <p:spPr>
          <a:xfrm>
            <a:off x="1666875" y="2781300"/>
            <a:ext cx="39052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“잠깐, 표부터 설명해줘”</a:t>
            </a:r>
            <a:endParaRPr lang="ko-KR">
              <a:solidFill>
                <a:srgbClr val="000000"/>
              </a:solidFill>
              <a:latin typeface="Calibri"/>
              <a:ea typeface="Calibri"/>
              <a:cs typeface="Calibri"/>
            </a:endParaRPr>
          </a:p>
        </p:txBody>
      </p:sp>
      <p:sp>
        <p:nvSpPr>
          <p:cNvPr id="136" name="dp44-comparison / n78">
            <a:extLst>
              <a:ext uri="{FF2B5EF4-FFF2-40B4-BE49-F238E27FC236}">
                <ns2:creationId id="{6DF8254E-063B-4B42-A9E7-A2E1E6F46805}"/>
              </a:ext>
            </a:extLst>
          </p:cNvPr>
          <p:cNvSpPr>
            <a:spLocks noGrp="1"/>
          </p:cNvSpPr>
          <p:nvPr/>
        </p:nvSpPr>
        <p:spPr>
          <a:xfrm>
            <a:off x="6315075" y="2771775"/>
            <a:ext cx="2556510" cy="179070"/>
          </a:xfrm>
          <a:prstGeom prst="rect">
            <a:avLst/>
          </a:prstGeom>
          <a:solidFill>
            <a:srgbClr val="FFFFFF"/>
          </a:solidFill>
          <a:ln w="0">
            <a:noFill/>
            <a:prstDash val="solid"/>
          </a:ln>
        </p:spPr>
      </p:sp>
      <p:sp>
        <p:nvSpPr>
          <p:cNvPr id="137" name="dp44-comparison / n79 / text 1">
            <a:extLst>
              <a:ext uri="{FF2B5EF4-FFF2-40B4-BE49-F238E27FC236}">
                <ns2:creationId id="{342B9FCD-BFA7-481C-9452-4310E887930F}"/>
              </a:ext>
            </a:extLst>
          </p:cNvPr>
          <p:cNvSpPr>
            <a:spLocks noGrp="1"/>
          </p:cNvSpPr>
          <p:nvPr/>
        </p:nvSpPr>
        <p:spPr>
          <a:xfrm>
            <a:off x="6334125" y="2781300"/>
            <a:ext cx="3048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Task1 메일 / Question1 수신자 질문</a:t>
            </a:r>
            <a:endParaRPr lang="ko-KR">
              <a:solidFill>
                <a:srgbClr val="000000"/>
              </a:solidFill>
              <a:latin typeface="Calibri"/>
              <a:ea typeface="Calibri"/>
              <a:cs typeface="Calibri"/>
            </a:endParaRPr>
          </a:p>
        </p:txBody>
      </p:sp>
      <p:sp>
        <p:nvSpPr>
          <p:cNvPr id="138" name="dp44-comparison / n90">
            <a:extLst>
              <a:ext uri="{FF2B5EF4-FFF2-40B4-BE49-F238E27FC236}">
                <ns2:creationId id="{4762F7B9-81FD-466D-AE39-F3FD734B52B3}"/>
              </a:ext>
            </a:extLst>
          </p:cNvPr>
          <p:cNvSpPr>
            <a:spLocks noGrp="1"/>
          </p:cNvSpPr>
          <p:nvPr/>
        </p:nvSpPr>
        <p:spPr>
          <a:xfrm>
            <a:off x="1838325" y="4038600"/>
            <a:ext cx="2650808" cy="213360"/>
          </a:xfrm>
          <a:prstGeom prst="rect">
            <a:avLst/>
          </a:prstGeom>
          <a:solidFill>
            <a:srgbClr val="FFFFFF"/>
          </a:solidFill>
          <a:ln w="0">
            <a:noFill/>
            <a:prstDash val="solid"/>
          </a:ln>
        </p:spPr>
      </p:sp>
      <p:sp>
        <p:nvSpPr>
          <p:cNvPr id="139" name="dp44-comparison / n91 / text 1">
            <a:extLst>
              <a:ext uri="{FF2B5EF4-FFF2-40B4-BE49-F238E27FC236}">
                <ns2:creationId id="{01964BD2-84F8-4D2B-8A6A-6E4337A34722}"/>
              </a:ext>
            </a:extLst>
          </p:cNvPr>
          <p:cNvSpPr>
            <a:spLocks noGrp="1"/>
          </p:cNvSpPr>
          <p:nvPr/>
        </p:nvSpPr>
        <p:spPr>
          <a:xfrm>
            <a:off x="1857375" y="4048125"/>
            <a:ext cx="371475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다음 실행 지시와 완료 결과 회수</a:t>
            </a:r>
            <a:endParaRPr lang="ko-KR">
              <a:solidFill>
                <a:srgbClr val="000000"/>
              </a:solidFill>
              <a:latin typeface="Calibri"/>
              <a:ea typeface="Calibri"/>
              <a:cs typeface="Calibri"/>
            </a:endParaRPr>
          </a:p>
        </p:txBody>
      </p:sp>
      <p:sp>
        <p:nvSpPr>
          <p:cNvPr id="140" name="dp44-comparison / n92">
            <a:extLst>
              <a:ext uri="{FF2B5EF4-FFF2-40B4-BE49-F238E27FC236}">
                <ns2:creationId id="{6F1F653B-5442-48E7-871E-C2EC626FAEE5}"/>
              </a:ext>
            </a:extLst>
          </p:cNvPr>
          <p:cNvSpPr>
            <a:spLocks noGrp="1"/>
          </p:cNvSpPr>
          <p:nvPr/>
        </p:nvSpPr>
        <p:spPr>
          <a:xfrm>
            <a:off x="5857875" y="3943350"/>
            <a:ext cx="3095625" cy="438150"/>
          </a:xfrm>
          <a:custGeom>
            <a:pathLst>
              <a:path w="3095625" h="438150">
                <a:moveTo>
                  <a:pt x="0" y="0"/>
                </a:moveTo>
                <a:lnTo>
                  <a:pt x="2924175" y="0"/>
                </a:lnTo>
                <a:lnTo>
                  <a:pt x="3095625" y="171450"/>
                </a:lnTo>
                <a:lnTo>
                  <a:pt x="3095625" y="438150"/>
                </a:lnTo>
                <a:lnTo>
                  <a:pt x="0" y="438150"/>
                </a:lnTo>
                <a:close/>
              </a:path>
            </a:pathLst>
          </a:custGeom>
          <a:solidFill>
            <a:srgbClr val="FFFFFF"/>
          </a:solidFill>
          <a:ln w="9525">
            <a:solidFill>
              <a:srgbClr val="000000"/>
            </a:solidFill>
            <a:prstDash val="solid"/>
          </a:ln>
        </p:spPr>
        <p:txBody>
          <a:bodyPr wrap="none" lIns="95250" tIns="57150" rIns="17145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Input1 / Job1: 표 설명 준비</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next:PREPARE_RESPONSE / waiting:Meaning1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이전 Input0의 Candidate0: 무효</a:t>
            </a:r>
            <a:endParaRPr lang="ko-KR">
              <a:solidFill>
                <a:srgbClr val="000000"/>
              </a:solidFill>
              <a:latin typeface="Calibri"/>
              <a:ea typeface="Calibri"/>
              <a:cs typeface="Calibri"/>
            </a:endParaRPr>
          </a:p>
        </p:txBody>
      </p:sp>
      <p:sp>
        <p:nvSpPr>
          <p:cNvPr id="141" name="dp44-comparison / n92 / fold">
            <a:extLst>
              <a:ext uri="{FF2B5EF4-FFF2-40B4-BE49-F238E27FC236}">
                <ns2:creationId id="{5BB8092B-9AA2-4760-A347-C74047F9161A}"/>
              </a:ext>
            </a:extLst>
          </p:cNvPr>
          <p:cNvSpPr>
            <a:spLocks noGrp="1"/>
          </p:cNvSpPr>
          <p:nvPr/>
        </p:nvSpPr>
        <p:spPr>
          <a:xfrm>
            <a:off x="8782050" y="39433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45" name="dp44-comparison / n102">
            <a:extLst>
              <a:ext uri="{FF2B5EF4-FFF2-40B4-BE49-F238E27FC236}">
                <ns2:creationId id="{4DEA1FCC-E3E6-452E-B9E1-8734FA5BFE54}"/>
              </a:ext>
            </a:extLst>
          </p:cNvPr>
          <p:cNvSpPr>
            <a:spLocks noGrp="1"/>
          </p:cNvSpPr>
          <p:nvPr/>
        </p:nvSpPr>
        <p:spPr>
          <a:xfrm>
            <a:off x="1647825" y="5133975"/>
            <a:ext cx="1505141" cy="167640"/>
          </a:xfrm>
          <a:prstGeom prst="rect">
            <a:avLst/>
          </a:prstGeom>
          <a:solidFill>
            <a:srgbClr val="FFFFFF"/>
          </a:solidFill>
          <a:ln w="0">
            <a:noFill/>
            <a:prstDash val="solid"/>
          </a:ln>
        </p:spPr>
      </p:sp>
      <p:sp>
        <p:nvSpPr>
          <p:cNvPr id="146" name="dp44-comparison / n103 / text 1">
            <a:extLst>
              <a:ext uri="{FF2B5EF4-FFF2-40B4-BE49-F238E27FC236}">
                <ns2:creationId id="{AC98AE58-552B-4AF7-948A-56451BB3EBD4}"/>
              </a:ext>
            </a:extLst>
          </p:cNvPr>
          <p:cNvSpPr>
            <a:spLocks noGrp="1"/>
          </p:cNvSpPr>
          <p:nvPr/>
        </p:nvSpPr>
        <p:spPr>
          <a:xfrm>
            <a:off x="1666875" y="5143500"/>
            <a:ext cx="22383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이해 완료: Meaning1</a:t>
            </a:r>
            <a:endParaRPr lang="ko-KR">
              <a:solidFill>
                <a:srgbClr val="000000"/>
              </a:solidFill>
              <a:latin typeface="Calibri"/>
              <a:ea typeface="Calibri"/>
              <a:cs typeface="Calibri"/>
            </a:endParaRPr>
          </a:p>
        </p:txBody>
      </p:sp>
      <p:sp>
        <p:nvSpPr>
          <p:cNvPr id="147" name="dp44-comparison / n109">
            <a:extLst>
              <a:ext uri="{FF2B5EF4-FFF2-40B4-BE49-F238E27FC236}">
                <ns2:creationId id="{4476FF5D-D9FB-4BA8-997C-2C3BC4357EEB}"/>
              </a:ext>
            </a:extLst>
          </p:cNvPr>
          <p:cNvSpPr>
            <a:spLocks noGrp="1"/>
          </p:cNvSpPr>
          <p:nvPr/>
        </p:nvSpPr>
        <p:spPr>
          <a:xfrm>
            <a:off x="5029200" y="4381500"/>
            <a:ext cx="2291334" cy="156210"/>
          </a:xfrm>
          <a:prstGeom prst="rect">
            <a:avLst/>
          </a:prstGeom>
          <a:solidFill>
            <a:srgbClr val="FFFFFF"/>
          </a:solidFill>
          <a:ln w="0">
            <a:noFill/>
            <a:prstDash val="solid"/>
          </a:ln>
        </p:spPr>
      </p:sp>
      <p:sp>
        <p:nvSpPr>
          <p:cNvPr id="148" name="dp44-comparison / n110 / text 1">
            <a:extLst>
              <a:ext uri="{FF2B5EF4-FFF2-40B4-BE49-F238E27FC236}">
                <ns2:creationId id="{E1A8C03C-399D-4850-889D-F07D8156409F}"/>
              </a:ext>
            </a:extLst>
          </p:cNvPr>
          <p:cNvSpPr>
            <a:spLocks noGrp="1"/>
          </p:cNvSpPr>
          <p:nvPr/>
        </p:nvSpPr>
        <p:spPr>
          <a:xfrm>
            <a:off x="5048250" y="4391025"/>
            <a:ext cx="39052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② 중앙의 준비 지시 / ③ 준비 결과 회수</a:t>
            </a:r>
            <a:endParaRPr lang="ko-KR">
              <a:solidFill>
                <a:srgbClr val="000000"/>
              </a:solidFill>
              <a:latin typeface="Calibri"/>
              <a:ea typeface="Calibri"/>
              <a:cs typeface="Calibri"/>
            </a:endParaRPr>
          </a:p>
        </p:txBody>
      </p:sp>
      <p:sp>
        <p:nvSpPr>
          <p:cNvPr id="149" name="dp44-comparison / n111">
            <a:extLst>
              <a:ext uri="{FF2B5EF4-FFF2-40B4-BE49-F238E27FC236}">
                <ns2:creationId id="{3D943B5B-1165-4EE3-BE10-7259BEA4723C}"/>
              </a:ext>
            </a:extLst>
          </p:cNvPr>
          <p:cNvSpPr>
            <a:spLocks noGrp="1"/>
          </p:cNvSpPr>
          <p:nvPr/>
        </p:nvSpPr>
        <p:spPr>
          <a:xfrm>
            <a:off x="1666875" y="5362575"/>
            <a:ext cx="2238375" cy="685800"/>
          </a:xfrm>
          <a:custGeom>
            <a:pathLst>
              <a:path w="2238375" h="685800">
                <a:moveTo>
                  <a:pt x="0" y="0"/>
                </a:moveTo>
                <a:lnTo>
                  <a:pt x="2066925" y="0"/>
                </a:lnTo>
                <a:lnTo>
                  <a:pt x="2238375" y="171450"/>
                </a:lnTo>
                <a:lnTo>
                  <a:pt x="2238375" y="685800"/>
                </a:lnTo>
                <a:lnTo>
                  <a:pt x="0" y="685800"/>
                </a:lnTo>
                <a:close/>
              </a:path>
            </a:pathLst>
          </a:custGeom>
          <a:solidFill>
            <a:srgbClr val="FFFFFF"/>
          </a:solidFill>
          <a:ln w="9525">
            <a:solidFill>
              <a:srgbClr val="000000"/>
            </a:solidFill>
            <a:prstDash val="solid"/>
          </a:ln>
        </p:spPr>
        <p:txBody>
          <a:bodyPr wrap="none" lIns="95250" tIns="57150" rIns="171450" bIns="9953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준비 완료: Candidate1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input_ref:Input1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content_ref:표 설명</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 후보도 Dispatcher로 반환</a:t>
            </a:r>
            <a:endParaRPr lang="ko-KR">
              <a:solidFill>
                <a:srgbClr val="000000"/>
              </a:solidFill>
              <a:latin typeface="Calibri"/>
              <a:ea typeface="Calibri"/>
              <a:cs typeface="Calibri"/>
            </a:endParaRPr>
          </a:p>
        </p:txBody>
      </p:sp>
      <p:sp>
        <p:nvSpPr>
          <p:cNvPr id="150" name="dp44-comparison / n111 / fold">
            <a:extLst>
              <a:ext uri="{FF2B5EF4-FFF2-40B4-BE49-F238E27FC236}">
                <ns2:creationId id="{B0B5F7D4-DC4F-4E16-B8AF-A7DCC49904CB}"/>
              </a:ext>
            </a:extLst>
          </p:cNvPr>
          <p:cNvSpPr>
            <a:spLocks noGrp="1"/>
          </p:cNvSpPr>
          <p:nvPr/>
        </p:nvSpPr>
        <p:spPr>
          <a:xfrm>
            <a:off x="3733800" y="53625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55" name="dp44-comparison / n113">
            <a:extLst>
              <a:ext uri="{FF2B5EF4-FFF2-40B4-BE49-F238E27FC236}">
                <ns2:creationId id="{39C20D61-AEB0-4BC2-A351-D2501F146D2D}"/>
              </a:ext>
            </a:extLst>
          </p:cNvPr>
          <p:cNvSpPr>
            <a:spLocks noGrp="1"/>
          </p:cNvSpPr>
          <p:nvPr/>
        </p:nvSpPr>
        <p:spPr>
          <a:xfrm>
            <a:off x="4600575" y="5610225"/>
            <a:ext cx="2676144" cy="201930"/>
          </a:xfrm>
          <a:prstGeom prst="rect">
            <a:avLst/>
          </a:prstGeom>
          <a:solidFill>
            <a:srgbClr val="FFFFFF"/>
          </a:solidFill>
          <a:ln w="0">
            <a:noFill/>
            <a:prstDash val="solid"/>
          </a:ln>
        </p:spPr>
      </p:sp>
      <p:sp>
        <p:nvSpPr>
          <p:cNvPr id="156" name="dp44-comparison / n114 / text 1">
            <a:extLst>
              <a:ext uri="{FF2B5EF4-FFF2-40B4-BE49-F238E27FC236}">
                <ns2:creationId id="{6117B7EE-DE99-473B-991E-3398A8DBCB6B}"/>
              </a:ext>
            </a:extLst>
          </p:cNvPr>
          <p:cNvSpPr>
            <a:spLocks noGrp="1"/>
          </p:cNvSpPr>
          <p:nvPr/>
        </p:nvSpPr>
        <p:spPr>
          <a:xfrm>
            <a:off x="4619625" y="5619750"/>
            <a:ext cx="428625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④ 현재성 검사 후 중앙의 게시 지시</a:t>
            </a:r>
            <a:endParaRPr lang="ko-KR">
              <a:solidFill>
                <a:srgbClr val="000000"/>
              </a:solidFill>
              <a:latin typeface="Calibri"/>
              <a:ea typeface="Calibri"/>
              <a:cs typeface="Calibri"/>
            </a:endParaRPr>
          </a:p>
        </p:txBody>
      </p:sp>
      <p:sp>
        <p:nvSpPr>
          <p:cNvPr id="157" name="dp44-comparison / n115">
            <a:extLst>
              <a:ext uri="{FF2B5EF4-FFF2-40B4-BE49-F238E27FC236}">
                <ns2:creationId id="{A1832BD6-56EC-4054-A329-95BC1D4B395C}"/>
              </a:ext>
            </a:extLst>
          </p:cNvPr>
          <p:cNvSpPr>
            <a:spLocks noGrp="1"/>
          </p:cNvSpPr>
          <p:nvPr/>
        </p:nvSpPr>
        <p:spPr>
          <a:xfrm>
            <a:off x="4600575" y="5876925"/>
            <a:ext cx="2715768" cy="201930"/>
          </a:xfrm>
          <a:prstGeom prst="rect">
            <a:avLst/>
          </a:prstGeom>
          <a:solidFill>
            <a:srgbClr val="FFFFFF"/>
          </a:solidFill>
          <a:ln w="0">
            <a:noFill/>
            <a:prstDash val="solid"/>
          </a:ln>
        </p:spPr>
      </p:sp>
      <p:sp>
        <p:nvSpPr>
          <p:cNvPr id="158" name="dp44-comparison / n116 / text 1">
            <a:extLst>
              <a:ext uri="{FF2B5EF4-FFF2-40B4-BE49-F238E27FC236}">
                <ns2:creationId id="{A927384E-A576-43D6-973A-823A471424E3}"/>
              </a:ext>
            </a:extLst>
          </p:cNvPr>
          <p:cNvSpPr>
            <a:spLocks noGrp="1"/>
          </p:cNvSpPr>
          <p:nvPr/>
        </p:nvSpPr>
        <p:spPr>
          <a:xfrm>
            <a:off x="4619625" y="5886450"/>
            <a:ext cx="428625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완료마다 다음 실행을 중앙에서 결정</a:t>
            </a:r>
            <a:endParaRPr lang="ko-KR">
              <a:solidFill>
                <a:srgbClr val="000000"/>
              </a:solidFill>
              <a:latin typeface="Calibri"/>
              <a:ea typeface="Calibri"/>
              <a:cs typeface="Calibri"/>
            </a:endParaRPr>
          </a:p>
        </p:txBody>
      </p:sp>
      <p:sp>
        <p:nvSpPr>
          <p:cNvPr id="159" name="dp44-comparison / n118">
            <a:extLst>
              <a:ext uri="{FF2B5EF4-FFF2-40B4-BE49-F238E27FC236}">
                <ns2:creationId id="{3ADE1531-9C70-444F-BBCC-3517C170832E}"/>
              </a:ext>
            </a:extLst>
          </p:cNvPr>
          <p:cNvSpPr>
            <a:spLocks noGrp="1"/>
          </p:cNvSpPr>
          <p:nvPr/>
        </p:nvSpPr>
        <p:spPr>
          <a:xfrm>
            <a:off x="1647825" y="6381750"/>
            <a:ext cx="2828544" cy="179070"/>
          </a:xfrm>
          <a:prstGeom prst="rect">
            <a:avLst/>
          </a:prstGeom>
          <a:solidFill>
            <a:srgbClr val="FFFFFF"/>
          </a:solidFill>
          <a:ln w="0">
            <a:noFill/>
            <a:prstDash val="solid"/>
          </a:ln>
        </p:spPr>
      </p:sp>
      <p:sp>
        <p:nvSpPr>
          <p:cNvPr id="160" name="dp44-comparison / n119 / text 1">
            <a:extLst>
              <a:ext uri="{FF2B5EF4-FFF2-40B4-BE49-F238E27FC236}">
                <ns2:creationId id="{A37D5ABB-6C3E-41D2-A902-F1ADB45A10C5}"/>
              </a:ext>
            </a:extLst>
          </p:cNvPr>
          <p:cNvSpPr>
            <a:spLocks noGrp="1"/>
          </p:cNvSpPr>
          <p:nvPr/>
        </p:nvSpPr>
        <p:spPr>
          <a:xfrm>
            <a:off x="1666875" y="63912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완료 결과의 다음 처리</a:t>
            </a:r>
            <a:endParaRPr lang="ko-KR">
              <a:solidFill>
                <a:srgbClr val="000000"/>
              </a:solidFill>
              <a:latin typeface="Calibri"/>
              <a:ea typeface="Calibri"/>
              <a:cs typeface="Calibri"/>
            </a:endParaRPr>
          </a:p>
        </p:txBody>
      </p:sp>
      <p:sp>
        <p:nvSpPr>
          <p:cNvPr id="161" name="dp44-comparison / n129">
            <a:extLst>
              <a:ext uri="{FF2B5EF4-FFF2-40B4-BE49-F238E27FC236}">
                <ns2:creationId id="{9AA02521-9784-4760-AC8F-446D82A99500}"/>
              </a:ext>
            </a:extLst>
          </p:cNvPr>
          <p:cNvSpPr>
            <a:spLocks noGrp="1"/>
          </p:cNvSpPr>
          <p:nvPr/>
        </p:nvSpPr>
        <p:spPr>
          <a:xfrm>
            <a:off x="5524500" y="6877050"/>
            <a:ext cx="1654112" cy="144780"/>
          </a:xfrm>
          <a:prstGeom prst="rect">
            <a:avLst/>
          </a:prstGeom>
          <a:solidFill>
            <a:srgbClr val="FFFFFF"/>
          </a:solidFill>
          <a:ln w="0">
            <a:noFill/>
            <a:prstDash val="solid"/>
          </a:ln>
        </p:spPr>
      </p:sp>
      <p:sp>
        <p:nvSpPr>
          <p:cNvPr id="162" name="dp44-comparison / n130 / text 1">
            <a:extLst>
              <a:ext uri="{FF2B5EF4-FFF2-40B4-BE49-F238E27FC236}">
                <ns2:creationId id="{4FA8D865-3168-49CC-BBC5-DE76E0F0BDC4}"/>
              </a:ext>
            </a:extLst>
          </p:cNvPr>
          <p:cNvSpPr>
            <a:spLocks noGrp="1"/>
          </p:cNvSpPr>
          <p:nvPr/>
        </p:nvSpPr>
        <p:spPr>
          <a:xfrm>
            <a:off x="5543550" y="6886575"/>
            <a:ext cx="3667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중앙 회수 뒤 검사 / 게시 지시</a:t>
            </a:r>
            <a:endParaRPr lang="ko-KR">
              <a:solidFill>
                <a:srgbClr val="000000"/>
              </a:solidFill>
              <a:latin typeface="Calibri"/>
              <a:ea typeface="Calibri"/>
              <a:cs typeface="Calibri"/>
            </a:endParaRPr>
          </a:p>
        </p:txBody>
      </p:sp>
      <p:sp>
        <p:nvSpPr>
          <p:cNvPr id="163" name="dp44-comparison / n131">
            <a:extLst>
              <a:ext uri="{FF2B5EF4-FFF2-40B4-BE49-F238E27FC236}">
                <ns2:creationId id="{1DCBA8D2-8090-41B2-B2F3-3FE16F7BD68B}"/>
              </a:ext>
            </a:extLst>
          </p:cNvPr>
          <p:cNvSpPr>
            <a:spLocks noGrp="1"/>
          </p:cNvSpPr>
          <p:nvPr/>
        </p:nvSpPr>
        <p:spPr>
          <a:xfrm>
            <a:off x="1647825" y="7105650"/>
            <a:ext cx="2790444" cy="167640"/>
          </a:xfrm>
          <a:prstGeom prst="rect">
            <a:avLst/>
          </a:prstGeom>
          <a:solidFill>
            <a:srgbClr val="FFFFFF"/>
          </a:solidFill>
          <a:ln w="0">
            <a:noFill/>
            <a:prstDash val="solid"/>
          </a:ln>
        </p:spPr>
      </p:sp>
      <p:sp>
        <p:nvSpPr>
          <p:cNvPr id="164" name="dp44-comparison / n132 / text 1">
            <a:extLst>
              <a:ext uri="{FF2B5EF4-FFF2-40B4-BE49-F238E27FC236}">
                <ns2:creationId id="{0976EC3B-2A12-4635-A3AD-9288016C8AF9}"/>
              </a:ext>
            </a:extLst>
          </p:cNvPr>
          <p:cNvSpPr>
            <a:spLocks noGrp="1"/>
          </p:cNvSpPr>
          <p:nvPr/>
        </p:nvSpPr>
        <p:spPr>
          <a:xfrm>
            <a:off x="1666875" y="711517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늦은 Candidate0 / 이미 새 Input1 처리 중</a:t>
            </a:r>
            <a:endParaRPr lang="ko-KR">
              <a:solidFill>
                <a:srgbClr val="000000"/>
              </a:solidFill>
              <a:latin typeface="Calibri"/>
              <a:ea typeface="Calibri"/>
              <a:cs typeface="Calibri"/>
            </a:endParaRPr>
          </a:p>
        </p:txBody>
      </p:sp>
      <p:sp>
        <p:nvSpPr>
          <p:cNvPr id="165" name="dp44-comparison / n141">
            <a:extLst>
              <a:ext uri="{FF2B5EF4-FFF2-40B4-BE49-F238E27FC236}">
                <ns2:creationId id="{4D427726-F38C-4D52-BB91-BC85FB69CCA2}"/>
              </a:ext>
            </a:extLst>
          </p:cNvPr>
          <p:cNvSpPr>
            <a:spLocks noGrp="1"/>
          </p:cNvSpPr>
          <p:nvPr/>
        </p:nvSpPr>
        <p:spPr>
          <a:xfrm>
            <a:off x="9953625" y="2409825"/>
            <a:ext cx="257175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67" name="dp44-comparison / n143">
            <a:extLst>
              <a:ext uri="{FF2B5EF4-FFF2-40B4-BE49-F238E27FC236}">
                <ns2:creationId id="{4BB1BCAB-1653-479A-9C78-4769643B6375}"/>
              </a:ext>
            </a:extLst>
          </p:cNvPr>
          <p:cNvSpPr>
            <a:spLocks noGrp="1"/>
          </p:cNvSpPr>
          <p:nvPr/>
        </p:nvSpPr>
        <p:spPr>
          <a:xfrm>
            <a:off x="14620875" y="2409825"/>
            <a:ext cx="285750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69" name="dp44-comparison / n149">
            <a:extLst>
              <a:ext uri="{FF2B5EF4-FFF2-40B4-BE49-F238E27FC236}">
                <ns2:creationId id="{CBDA552E-DB0D-4330-A804-00A0B58F822D}"/>
              </a:ext>
            </a:extLst>
          </p:cNvPr>
          <p:cNvSpPr>
            <a:spLocks noGrp="1"/>
          </p:cNvSpPr>
          <p:nvPr/>
        </p:nvSpPr>
        <p:spPr>
          <a:xfrm>
            <a:off x="9858375" y="3076575"/>
            <a:ext cx="7715250" cy="1409700"/>
          </a:xfrm>
          <a:prstGeom prst="rect">
            <a:avLst/>
          </a:prstGeom>
          <a:solidFill>
            <a:srgbClr val="FFFFFF"/>
          </a:solidFill>
          <a:ln w="9525">
            <a:solidFill>
              <a:srgbClr val="000000"/>
            </a:solidFill>
            <a:prstDash val="solid"/>
          </a:ln>
        </p:spPr>
        <p:txBody>
          <a:bodyPr wrap="none" lIns="123825" tIns="95250" rIns="123825" bIns="10244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71" name="dp44-comparison / n151">
            <a:extLst>
              <a:ext uri="{FF2B5EF4-FFF2-40B4-BE49-F238E27FC236}">
                <ns2:creationId id="{A9381B15-9907-4301-BDD3-7B2715915DF1}"/>
              </a:ext>
            </a:extLst>
          </p:cNvPr>
          <p:cNvSpPr>
            <a:spLocks noGrp="1"/>
          </p:cNvSpPr>
          <p:nvPr/>
        </p:nvSpPr>
        <p:spPr>
          <a:xfrm>
            <a:off x="10144125" y="3476625"/>
            <a:ext cx="2714625" cy="381000"/>
          </a:xfrm>
          <a:prstGeom prst="roundRect">
            <a:avLst>
              <a:gd name="adj" fmla="val 20000"/>
            </a:avLst>
          </a:prstGeom>
          <a:solidFill>
            <a:srgbClr val="FFF6DE"/>
          </a:solidFill>
          <a:ln w="17145">
            <a:solidFill>
              <a:srgbClr val="B8753F"/>
            </a:solidFill>
            <a:prstDash val="solid"/>
          </a:ln>
        </p:spPr>
        <p:txBody>
          <a:bodyPr wrap="none" lIns="85725" tIns="79058" rIns="85725" bIns="533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Input Resolution Stage</a:t>
            </a:r>
            <a:endParaRPr lang="ko-KR">
              <a:solidFill>
                <a:srgbClr val="000000"/>
              </a:solidFill>
              <a:latin typeface="Calibri"/>
              <a:ea typeface="Calibri"/>
              <a:cs typeface="Calibri"/>
            </a:endParaRPr>
          </a:p>
        </p:txBody>
      </p:sp>
      <p:sp>
        <p:nvSpPr>
          <p:cNvPr id="173" name="dp44-comparison / n153">
            <a:extLst>
              <a:ext uri="{FF2B5EF4-FFF2-40B4-BE49-F238E27FC236}">
                <ns2:creationId id="{66CCBFF4-6922-491F-8360-0AD31E9D7BA9}"/>
              </a:ext>
            </a:extLst>
          </p:cNvPr>
          <p:cNvSpPr>
            <a:spLocks noGrp="1"/>
          </p:cNvSpPr>
          <p:nvPr/>
        </p:nvSpPr>
        <p:spPr>
          <a:xfrm>
            <a:off x="14144625" y="3476625"/>
            <a:ext cx="3095625" cy="381000"/>
          </a:xfrm>
          <a:prstGeom prst="roundRect">
            <a:avLst>
              <a:gd name="adj" fmla="val 20000"/>
            </a:avLst>
          </a:prstGeom>
          <a:solidFill>
            <a:srgbClr val="FFF6DE"/>
          </a:solidFill>
          <a:ln w="17145">
            <a:solidFill>
              <a:srgbClr val="B8753F"/>
            </a:solidFill>
            <a:prstDash val="solid"/>
          </a:ln>
        </p:spPr>
        <p:txBody>
          <a:bodyPr wrap="none" lIns="85725" tIns="72866" rIns="85725" bIns="4572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Notice Stage</a:t>
            </a:r>
            <a:endParaRPr lang="ko-KR">
              <a:solidFill>
                <a:srgbClr val="000000"/>
              </a:solidFill>
              <a:latin typeface="Calibri"/>
              <a:ea typeface="Calibri"/>
              <a:cs typeface="Calibri"/>
            </a:endParaRPr>
          </a:p>
        </p:txBody>
      </p:sp>
      <p:sp>
        <p:nvSpPr>
          <p:cNvPr id="175" name="dp44-comparison / n155">
            <a:extLst>
              <a:ext uri="{FF2B5EF4-FFF2-40B4-BE49-F238E27FC236}">
                <ns2:creationId id="{4B518160-D28E-4B36-952F-097617CC4086}"/>
              </a:ext>
            </a:extLst>
          </p:cNvPr>
          <p:cNvSpPr>
            <a:spLocks noGrp="1"/>
          </p:cNvSpPr>
          <p:nvPr/>
        </p:nvSpPr>
        <p:spPr>
          <a:xfrm>
            <a:off x="10144125" y="4000500"/>
            <a:ext cx="2714625" cy="323850"/>
          </a:xfrm>
          <a:prstGeom prst="can">
            <a:avLst>
              <a:gd name="adj" fmla="val 20000"/>
            </a:avLst>
          </a:prstGeom>
          <a:solidFill>
            <a:srgbClr val="FFF6DE"/>
          </a:solidFill>
          <a:ln w="9525">
            <a:solidFill>
              <a:srgbClr val="B8753F"/>
            </a:solidFill>
            <a:prstDash val="solid"/>
          </a:ln>
        </p:spPr>
        <p:txBody>
          <a:bodyPr wrap="none" lIns="85725" tIns="70485" rIns="85725" bIns="32385"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Input Window</a:t>
            </a:r>
            <a:endParaRPr lang="ko-KR">
              <a:solidFill>
                <a:srgbClr val="000000"/>
              </a:solidFill>
              <a:latin typeface="Calibri"/>
              <a:ea typeface="Calibri"/>
              <a:cs typeface="Calibri"/>
            </a:endParaRPr>
          </a:p>
        </p:txBody>
      </p:sp>
      <p:sp>
        <p:nvSpPr>
          <p:cNvPr id="177" name="dp44-comparison / n157">
            <a:extLst>
              <a:ext uri="{FF2B5EF4-FFF2-40B4-BE49-F238E27FC236}">
                <ns2:creationId id="{91EC9FA7-7426-4DFF-BEB7-F654CCA3DC88}"/>
              </a:ext>
            </a:extLst>
          </p:cNvPr>
          <p:cNvSpPr>
            <a:spLocks noGrp="1"/>
          </p:cNvSpPr>
          <p:nvPr/>
        </p:nvSpPr>
        <p:spPr>
          <a:xfrm>
            <a:off x="14144625" y="4000500"/>
            <a:ext cx="3095625" cy="323850"/>
          </a:xfrm>
          <a:prstGeom prst="can">
            <a:avLst>
              <a:gd name="adj" fmla="val 20000"/>
            </a:avLst>
          </a:prstGeom>
          <a:solidFill>
            <a:srgbClr val="FFF6DE"/>
          </a:solidFill>
          <a:ln w="9525">
            <a:solidFill>
              <a:srgbClr val="B8753F"/>
            </a:solidFill>
            <a:prstDash val="solid"/>
          </a:ln>
        </p:spPr>
        <p:txBody>
          <a:bodyPr wrap="none" lIns="85725" tIns="70485" rIns="85725" bIns="32385"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Notice Window</a:t>
            </a:r>
            <a:endParaRPr lang="ko-KR">
              <a:solidFill>
                <a:srgbClr val="000000"/>
              </a:solidFill>
              <a:latin typeface="Calibri"/>
              <a:ea typeface="Calibri"/>
              <a:cs typeface="Calibri"/>
            </a:endParaRPr>
          </a:p>
        </p:txBody>
      </p:sp>
      <p:sp>
        <p:nvSpPr>
          <p:cNvPr id="179" name="dp44-comparison / n159 / path">
            <a:extLst>
              <a:ext uri="{FF2B5EF4-FFF2-40B4-BE49-F238E27FC236}">
                <ns2:creationId id="{E2CE5732-7492-4381-AB27-32FAD518D416}"/>
              </a:ext>
            </a:extLst>
          </p:cNvPr>
          <p:cNvSpPr>
            <a:spLocks noGrp="1"/>
          </p:cNvSpPr>
          <p:nvPr/>
        </p:nvSpPr>
        <p:spPr>
          <a:xfrm>
            <a:off x="11239500" y="2733675"/>
            <a:ext cx="261938" cy="742950"/>
          </a:xfrm>
          <a:custGeom>
            <a:pathLst>
              <a:path w="261938" h="742950">
                <a:moveTo>
                  <a:pt x="0" y="0"/>
                </a:moveTo>
                <a:lnTo>
                  <a:pt x="0" y="257175"/>
                </a:lnTo>
                <a:lnTo>
                  <a:pt x="261938" y="257175"/>
                </a:lnTo>
                <a:lnTo>
                  <a:pt x="261938" y="742950"/>
                </a:lnTo>
              </a:path>
            </a:pathLst>
          </a:custGeom>
          <a:noFill/>
          <a:ln w="10478">
            <a:solidFill>
              <a:srgbClr val="000000"/>
            </a:solidFill>
            <a:prstDash val="solid"/>
          </a:ln>
        </p:spPr>
      </p:sp>
      <p:sp>
        <p:nvSpPr>
          <p:cNvPr id="180" name="dp44-comparison / n159 / arrow">
            <a:extLst>
              <a:ext uri="{FF2B5EF4-FFF2-40B4-BE49-F238E27FC236}">
                <ns2:creationId id="{F36D5160-C506-4167-9F2B-4FFC3017E64F}"/>
              </a:ext>
            </a:extLst>
          </p:cNvPr>
          <p:cNvSpPr>
            <a:spLocks noGrp="1"/>
          </p:cNvSpPr>
          <p:nvPr/>
        </p:nvSpPr>
        <p:spPr>
          <a:xfrm>
            <a:off x="114679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1" name="dp44-comparison / n160 / path">
            <a:extLst>
              <a:ext uri="{FF2B5EF4-FFF2-40B4-BE49-F238E27FC236}">
                <ns2:creationId id="{65F49B0E-487C-4D93-BB2F-7FF2341DF703}"/>
              </a:ext>
            </a:extLst>
          </p:cNvPr>
          <p:cNvSpPr>
            <a:spLocks noGrp="1"/>
          </p:cNvSpPr>
          <p:nvPr/>
        </p:nvSpPr>
        <p:spPr>
          <a:xfrm>
            <a:off x="15692438" y="2733675"/>
            <a:ext cx="357188" cy="742950"/>
          </a:xfrm>
          <a:custGeom>
            <a:pathLst>
              <a:path w="357188" h="742950">
                <a:moveTo>
                  <a:pt x="357188" y="0"/>
                </a:moveTo>
                <a:lnTo>
                  <a:pt x="357188" y="257175"/>
                </a:lnTo>
                <a:lnTo>
                  <a:pt x="0" y="257175"/>
                </a:lnTo>
                <a:lnTo>
                  <a:pt x="0" y="742950"/>
                </a:lnTo>
              </a:path>
            </a:pathLst>
          </a:custGeom>
          <a:noFill/>
          <a:ln w="10478">
            <a:solidFill>
              <a:srgbClr val="000000"/>
            </a:solidFill>
            <a:prstDash val="solid"/>
          </a:ln>
        </p:spPr>
      </p:sp>
      <p:sp>
        <p:nvSpPr>
          <p:cNvPr id="182" name="dp44-comparison / n160 / arrow">
            <a:extLst>
              <a:ext uri="{FF2B5EF4-FFF2-40B4-BE49-F238E27FC236}">
                <ns2:creationId id="{FBE2C610-008B-420C-B08D-0AEED44D2DC7}"/>
              </a:ext>
            </a:extLst>
          </p:cNvPr>
          <p:cNvSpPr>
            <a:spLocks noGrp="1"/>
          </p:cNvSpPr>
          <p:nvPr/>
        </p:nvSpPr>
        <p:spPr>
          <a:xfrm>
            <a:off x="156589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3" name="dp44-comparison / n161 / path">
            <a:extLst>
              <a:ext uri="{FF2B5EF4-FFF2-40B4-BE49-F238E27FC236}">
                <ns2:creationId id="{D754F83A-1937-48C7-95AE-5A0B6ECF6BB7}"/>
              </a:ext>
            </a:extLst>
          </p:cNvPr>
          <p:cNvSpPr>
            <a:spLocks noGrp="1"/>
          </p:cNvSpPr>
          <p:nvPr/>
        </p:nvSpPr>
        <p:spPr>
          <a:xfrm>
            <a:off x="11501438" y="3857625"/>
            <a:ext cx="953" cy="142875"/>
          </a:xfrm>
          <a:custGeom>
            <a:pathLst>
              <a:path w="953" h="142875">
                <a:moveTo>
                  <a:pt x="0" y="0"/>
                </a:moveTo>
                <a:lnTo>
                  <a:pt x="0" y="142875"/>
                </a:lnTo>
              </a:path>
            </a:pathLst>
          </a:custGeom>
          <a:noFill/>
          <a:ln w="10478">
            <a:solidFill>
              <a:srgbClr val="000000"/>
            </a:solidFill>
            <a:prstDash val="solid"/>
          </a:ln>
        </p:spPr>
      </p:sp>
      <p:sp>
        <p:nvSpPr>
          <p:cNvPr id="184" name="dp44-comparison / n161 / arrow">
            <a:extLst>
              <a:ext uri="{FF2B5EF4-FFF2-40B4-BE49-F238E27FC236}">
                <ns2:creationId id="{4BA208BB-C3D3-4976-AEF7-3219BD54B3F5}"/>
              </a:ext>
            </a:extLst>
          </p:cNvPr>
          <p:cNvSpPr>
            <a:spLocks noGrp="1"/>
          </p:cNvSpPr>
          <p:nvPr/>
        </p:nvSpPr>
        <p:spPr>
          <a:xfrm>
            <a:off x="11467910" y="3933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5" name="dp44-comparison / n162 / path">
            <a:extLst>
              <a:ext uri="{FF2B5EF4-FFF2-40B4-BE49-F238E27FC236}">
                <ns2:creationId id="{D126C24B-4439-4751-A410-33751667877C}"/>
              </a:ext>
            </a:extLst>
          </p:cNvPr>
          <p:cNvSpPr>
            <a:spLocks noGrp="1"/>
          </p:cNvSpPr>
          <p:nvPr/>
        </p:nvSpPr>
        <p:spPr>
          <a:xfrm>
            <a:off x="15692438" y="3857625"/>
            <a:ext cx="953" cy="142875"/>
          </a:xfrm>
          <a:custGeom>
            <a:pathLst>
              <a:path w="953" h="142875">
                <a:moveTo>
                  <a:pt x="0" y="0"/>
                </a:moveTo>
                <a:lnTo>
                  <a:pt x="0" y="142875"/>
                </a:lnTo>
              </a:path>
            </a:pathLst>
          </a:custGeom>
          <a:noFill/>
          <a:ln w="10478">
            <a:solidFill>
              <a:srgbClr val="000000"/>
            </a:solidFill>
            <a:prstDash val="solid"/>
          </a:ln>
        </p:spPr>
      </p:sp>
      <p:sp>
        <p:nvSpPr>
          <p:cNvPr id="186" name="dp44-comparison / n162 / arrow">
            <a:extLst>
              <a:ext uri="{FF2B5EF4-FFF2-40B4-BE49-F238E27FC236}">
                <ns2:creationId id="{114B9279-324E-4559-9F65-55D459E60374}"/>
              </a:ext>
            </a:extLst>
          </p:cNvPr>
          <p:cNvSpPr>
            <a:spLocks noGrp="1"/>
          </p:cNvSpPr>
          <p:nvPr/>
        </p:nvSpPr>
        <p:spPr>
          <a:xfrm>
            <a:off x="15658910" y="3933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7" name="dp44-comparison / n167">
            <a:extLst>
              <a:ext uri="{FF2B5EF4-FFF2-40B4-BE49-F238E27FC236}">
                <ns2:creationId id="{055145A9-E3D0-4D81-9A9A-5428BE14A0A9}"/>
              </a:ext>
            </a:extLst>
          </p:cNvPr>
          <p:cNvSpPr>
            <a:spLocks noGrp="1"/>
          </p:cNvSpPr>
          <p:nvPr/>
        </p:nvSpPr>
        <p:spPr>
          <a:xfrm>
            <a:off x="9953625" y="4762500"/>
            <a:ext cx="2238375" cy="314325"/>
          </a:xfrm>
          <a:prstGeom prst="rect">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89" name="dp44-comparison / n169">
            <a:extLst>
              <a:ext uri="{FF2B5EF4-FFF2-40B4-BE49-F238E27FC236}">
                <ns2:creationId id="{36454058-E979-4F12-A86C-3D3875C12E3D}"/>
              </a:ext>
            </a:extLst>
          </p:cNvPr>
          <p:cNvSpPr>
            <a:spLocks noGrp="1"/>
          </p:cNvSpPr>
          <p:nvPr/>
        </p:nvSpPr>
        <p:spPr>
          <a:xfrm>
            <a:off x="12573000" y="4705350"/>
            <a:ext cx="5000625" cy="1495425"/>
          </a:xfrm>
          <a:prstGeom prst="rect">
            <a:avLst/>
          </a:prstGeom>
          <a:solidFill>
            <a:srgbClr val="FFFFFF"/>
          </a:solidFill>
          <a:ln w="9525">
            <a:solidFill>
              <a:srgbClr val="000000"/>
            </a:solidFill>
            <a:prstDash val="solid"/>
          </a:ln>
        </p:spPr>
        <p:txBody>
          <a:bodyPr wrap="none" lIns="123825" tIns="95250" rIns="123825" bIns="1110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191" name="dp44-comparison / n171">
            <a:extLst>
              <a:ext uri="{FF2B5EF4-FFF2-40B4-BE49-F238E27FC236}">
                <ns2:creationId id="{5E3DAC1D-1470-479A-9E82-703275B87746}"/>
              </a:ext>
            </a:extLst>
          </p:cNvPr>
          <p:cNvSpPr>
            <a:spLocks noGrp="1"/>
          </p:cNvSpPr>
          <p:nvPr/>
        </p:nvSpPr>
        <p:spPr>
          <a:xfrm>
            <a:off x="12763500" y="5095875"/>
            <a:ext cx="2190750" cy="314325"/>
          </a:xfrm>
          <a:prstGeom prst="roundRect">
            <a:avLst>
              <a:gd name="adj" fmla="val 24242"/>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193" name="dp44-comparison / n173 / path">
            <a:extLst>
              <a:ext uri="{FF2B5EF4-FFF2-40B4-BE49-F238E27FC236}">
                <ns2:creationId id="{10E3A90F-FBA4-45EF-A2A8-F209E884CAEB}"/>
              </a:ext>
            </a:extLst>
          </p:cNvPr>
          <p:cNvSpPr>
            <a:spLocks noGrp="1"/>
          </p:cNvSpPr>
          <p:nvPr/>
        </p:nvSpPr>
        <p:spPr>
          <a:xfrm>
            <a:off x="9858375" y="3667125"/>
            <a:ext cx="1214438" cy="1095375"/>
          </a:xfrm>
          <a:custGeom>
            <a:pathLst>
              <a:path w="1214438" h="1095375">
                <a:moveTo>
                  <a:pt x="285750" y="0"/>
                </a:moveTo>
                <a:lnTo>
                  <a:pt x="0" y="0"/>
                </a:lnTo>
                <a:lnTo>
                  <a:pt x="0" y="981075"/>
                </a:lnTo>
                <a:lnTo>
                  <a:pt x="1214438" y="981075"/>
                </a:lnTo>
                <a:lnTo>
                  <a:pt x="1214438" y="1095375"/>
                </a:lnTo>
              </a:path>
            </a:pathLst>
          </a:custGeom>
          <a:noFill/>
          <a:ln w="10478">
            <a:solidFill>
              <a:srgbClr val="000000"/>
            </a:solidFill>
            <a:prstDash val="solid"/>
          </a:ln>
        </p:spPr>
      </p:sp>
      <p:sp>
        <p:nvSpPr>
          <p:cNvPr id="194" name="dp44-comparison / n173 / arrow">
            <a:extLst>
              <a:ext uri="{FF2B5EF4-FFF2-40B4-BE49-F238E27FC236}">
                <ns2:creationId id="{D2D936A9-590E-4619-AA37-D4951550A7A4}"/>
              </a:ext>
            </a:extLst>
          </p:cNvPr>
          <p:cNvSpPr>
            <a:spLocks noGrp="1"/>
          </p:cNvSpPr>
          <p:nvPr/>
        </p:nvSpPr>
        <p:spPr>
          <a:xfrm>
            <a:off x="11039285" y="4695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95" name="dp44-comparison / n174 / path">
            <a:extLst>
              <a:ext uri="{FF2B5EF4-FFF2-40B4-BE49-F238E27FC236}">
                <ns2:creationId id="{1319C798-B255-40C0-A450-1438BDA53B59}"/>
              </a:ext>
            </a:extLst>
          </p:cNvPr>
          <p:cNvSpPr>
            <a:spLocks noGrp="1"/>
          </p:cNvSpPr>
          <p:nvPr/>
        </p:nvSpPr>
        <p:spPr>
          <a:xfrm>
            <a:off x="9763125" y="3762375"/>
            <a:ext cx="381000" cy="1157288"/>
          </a:xfrm>
          <a:custGeom>
            <a:pathLst>
              <a:path w="381000" h="1157288">
                <a:moveTo>
                  <a:pt x="190500" y="1157288"/>
                </a:moveTo>
                <a:lnTo>
                  <a:pt x="0" y="1157288"/>
                </a:lnTo>
                <a:lnTo>
                  <a:pt x="0" y="0"/>
                </a:lnTo>
                <a:lnTo>
                  <a:pt x="381000" y="0"/>
                </a:lnTo>
              </a:path>
            </a:pathLst>
          </a:custGeom>
          <a:noFill/>
          <a:ln w="10478">
            <a:solidFill>
              <a:srgbClr val="B8753F"/>
            </a:solidFill>
            <a:prstDash val="dash"/>
          </a:ln>
        </p:spPr>
      </p:sp>
      <p:sp>
        <p:nvSpPr>
          <p:cNvPr id="196" name="dp44-comparison / n174 / arrow">
            <a:extLst>
              <a:ext uri="{FF2B5EF4-FFF2-40B4-BE49-F238E27FC236}">
                <ns2:creationId id="{3E925FDF-D2FF-4088-B76A-D438013C8206}"/>
              </a:ext>
            </a:extLst>
          </p:cNvPr>
          <p:cNvSpPr>
            <a:spLocks noGrp="1"/>
          </p:cNvSpPr>
          <p:nvPr/>
        </p:nvSpPr>
        <p:spPr>
          <a:xfrm>
            <a:off x="10077069" y="37288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97" name="dp44-comparison / n177">
            <a:extLst>
              <a:ext uri="{FF2B5EF4-FFF2-40B4-BE49-F238E27FC236}">
                <ns2:creationId id="{30366BDF-7D3A-4C91-9D59-0CFDB544F181}"/>
              </a:ext>
            </a:extLst>
          </p:cNvPr>
          <p:cNvSpPr>
            <a:spLocks noGrp="1"/>
          </p:cNvSpPr>
          <p:nvPr/>
        </p:nvSpPr>
        <p:spPr>
          <a:xfrm>
            <a:off x="15287625" y="5095875"/>
            <a:ext cx="2095500" cy="314325"/>
          </a:xfrm>
          <a:prstGeom prst="roundRect">
            <a:avLst>
              <a:gd name="adj" fmla="val 24242"/>
            </a:avLst>
          </a:prstGeom>
          <a:solidFill>
            <a:srgbClr val="FFF6DE"/>
          </a:solidFill>
          <a:ln w="17145">
            <a:solidFill>
              <a:srgbClr val="B8753F"/>
            </a:solidFill>
            <a:prstDash val="solid"/>
          </a:ln>
        </p:spPr>
        <p:txBody>
          <a:bodyPr wrap="none" lIns="85725" tIns="45720" rIns="85725" bIns="20003"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Publication Join</a:t>
            </a:r>
            <a:endParaRPr lang="ko-KR">
              <a:solidFill>
                <a:srgbClr val="000000"/>
              </a:solidFill>
              <a:latin typeface="Calibri"/>
              <a:ea typeface="Calibri"/>
              <a:cs typeface="Calibri"/>
            </a:endParaRPr>
          </a:p>
        </p:txBody>
      </p:sp>
      <p:sp>
        <p:nvSpPr>
          <p:cNvPr id="199" name="dp44-comparison / n179">
            <a:extLst>
              <a:ext uri="{FF2B5EF4-FFF2-40B4-BE49-F238E27FC236}">
                <ns2:creationId id="{E8B0C5AA-9214-4188-87AF-7289F1C2D4C2}"/>
              </a:ext>
            </a:extLst>
          </p:cNvPr>
          <p:cNvSpPr>
            <a:spLocks noGrp="1"/>
          </p:cNvSpPr>
          <p:nvPr/>
        </p:nvSpPr>
        <p:spPr>
          <a:xfrm>
            <a:off x="15287625" y="5657850"/>
            <a:ext cx="2095500" cy="361950"/>
          </a:xfrm>
          <a:prstGeom prst="can">
            <a:avLst>
              <a:gd name="adj" fmla="val 20000"/>
            </a:avLst>
          </a:prstGeom>
          <a:solidFill>
            <a:srgbClr val="FFF6DE"/>
          </a:solidFill>
          <a:ln w="9525">
            <a:solidFill>
              <a:srgbClr val="B8753F"/>
            </a:solidFill>
            <a:prstDash val="solid"/>
          </a:ln>
        </p:spPr>
        <p:txBody>
          <a:bodyPr wrap="none" lIns="85725" tIns="106680" rIns="85725" bIns="75724" anchor="t">
            <a:noAutofit/>
          </a:bodyPr>
          <a:lstStyle/>
          <a:p>
            <a:pPr algn="ctr">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Publication Window</a:t>
            </a:r>
            <a:endParaRPr lang="ko-KR">
              <a:solidFill>
                <a:srgbClr val="000000"/>
              </a:solidFill>
              <a:latin typeface="Calibri"/>
              <a:ea typeface="Calibri"/>
              <a:cs typeface="Calibri"/>
            </a:endParaRPr>
          </a:p>
        </p:txBody>
      </p:sp>
      <p:sp>
        <p:nvSpPr>
          <p:cNvPr id="201" name="dp44-comparison / n181">
            <a:extLst>
              <a:ext uri="{FF2B5EF4-FFF2-40B4-BE49-F238E27FC236}">
                <ns2:creationId id="{95A0B312-09E6-4834-8E32-A1853138637A}"/>
              </a:ext>
            </a:extLst>
          </p:cNvPr>
          <p:cNvSpPr>
            <a:spLocks noGrp="1"/>
          </p:cNvSpPr>
          <p:nvPr/>
        </p:nvSpPr>
        <p:spPr>
          <a:xfrm>
            <a:off x="12763500" y="5762625"/>
            <a:ext cx="2190750" cy="266700"/>
          </a:xfrm>
          <a:prstGeom prst="roundRect">
            <a:avLst>
              <a:gd name="adj" fmla="val 28571"/>
            </a:avLst>
          </a:prstGeom>
          <a:solidFill>
            <a:srgbClr val="FFFFFF"/>
          </a:solidFill>
          <a:ln w="9525">
            <a:solidFill>
              <a:srgbClr val="000000"/>
            </a:solidFill>
            <a:prstDash val="solid"/>
          </a:ln>
        </p:spPr>
        <p:txBody>
          <a:bodyPr wrap="none" lIns="85725" tIns="34290" rIns="85725" bIns="1143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Publication Control</a:t>
            </a:r>
            <a:endParaRPr lang="ko-KR">
              <a:solidFill>
                <a:srgbClr val="000000"/>
              </a:solidFill>
              <a:latin typeface="Calibri"/>
              <a:ea typeface="Calibri"/>
              <a:cs typeface="Calibri"/>
            </a:endParaRPr>
          </a:p>
        </p:txBody>
      </p:sp>
      <p:sp>
        <p:nvSpPr>
          <p:cNvPr id="203" name="dp44-comparison / n183 / path">
            <a:extLst>
              <a:ext uri="{FF2B5EF4-FFF2-40B4-BE49-F238E27FC236}">
                <ns2:creationId id="{02E0F7D3-4D1C-4CE2-8858-AEB66E2135FF}"/>
              </a:ext>
            </a:extLst>
          </p:cNvPr>
          <p:cNvSpPr>
            <a:spLocks noGrp="1"/>
          </p:cNvSpPr>
          <p:nvPr/>
        </p:nvSpPr>
        <p:spPr>
          <a:xfrm>
            <a:off x="12496800" y="3752850"/>
            <a:ext cx="457200" cy="1500188"/>
          </a:xfrm>
          <a:custGeom>
            <a:pathLst>
              <a:path w="457200" h="1500188">
                <a:moveTo>
                  <a:pt x="361950" y="0"/>
                </a:moveTo>
                <a:lnTo>
                  <a:pt x="457200" y="0"/>
                </a:lnTo>
                <a:lnTo>
                  <a:pt x="457200" y="819150"/>
                </a:lnTo>
                <a:lnTo>
                  <a:pt x="0" y="819150"/>
                </a:lnTo>
                <a:lnTo>
                  <a:pt x="0" y="1500188"/>
                </a:lnTo>
                <a:lnTo>
                  <a:pt x="266700" y="1500188"/>
                </a:lnTo>
              </a:path>
            </a:pathLst>
          </a:custGeom>
          <a:noFill/>
          <a:ln w="10478">
            <a:solidFill>
              <a:srgbClr val="B8753F"/>
            </a:solidFill>
            <a:prstDash val="solid"/>
          </a:ln>
        </p:spPr>
      </p:sp>
      <p:sp>
        <p:nvSpPr>
          <p:cNvPr id="204" name="dp44-comparison / n183 / arrow">
            <a:extLst>
              <a:ext uri="{FF2B5EF4-FFF2-40B4-BE49-F238E27FC236}">
                <ns2:creationId id="{6C0B3E39-CB4A-4736-BDE2-79FCEF2E740B}"/>
              </a:ext>
            </a:extLst>
          </p:cNvPr>
          <p:cNvSpPr>
            <a:spLocks noGrp="1"/>
          </p:cNvSpPr>
          <p:nvPr/>
        </p:nvSpPr>
        <p:spPr>
          <a:xfrm>
            <a:off x="12696444" y="52195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5" name="dp44-comparison / n184 / path">
            <a:extLst>
              <a:ext uri="{FF2B5EF4-FFF2-40B4-BE49-F238E27FC236}">
                <ns2:creationId id="{B2EA0316-1E6F-4D98-8367-AF2E16930489}"/>
              </a:ext>
            </a:extLst>
          </p:cNvPr>
          <p:cNvSpPr>
            <a:spLocks noGrp="1"/>
          </p:cNvSpPr>
          <p:nvPr/>
        </p:nvSpPr>
        <p:spPr>
          <a:xfrm>
            <a:off x="14192250" y="3667125"/>
            <a:ext cx="3476625" cy="1428750"/>
          </a:xfrm>
          <a:custGeom>
            <a:pathLst>
              <a:path w="3476625" h="1428750">
                <a:moveTo>
                  <a:pt x="3048000" y="0"/>
                </a:moveTo>
                <a:lnTo>
                  <a:pt x="3476625" y="0"/>
                </a:lnTo>
                <a:lnTo>
                  <a:pt x="3476625" y="923925"/>
                </a:lnTo>
                <a:lnTo>
                  <a:pt x="0" y="923925"/>
                </a:lnTo>
                <a:lnTo>
                  <a:pt x="0" y="1428750"/>
                </a:lnTo>
              </a:path>
            </a:pathLst>
          </a:custGeom>
          <a:noFill/>
          <a:ln w="10478">
            <a:solidFill>
              <a:srgbClr val="B8753F"/>
            </a:solidFill>
            <a:prstDash val="solid"/>
          </a:ln>
        </p:spPr>
      </p:sp>
      <p:sp>
        <p:nvSpPr>
          <p:cNvPr id="206" name="dp44-comparison / n184 / arrow">
            <a:extLst>
              <a:ext uri="{FF2B5EF4-FFF2-40B4-BE49-F238E27FC236}">
                <ns2:creationId id="{C9A1FC25-71DC-4CC9-B655-82FE7AACD192}"/>
              </a:ext>
            </a:extLst>
          </p:cNvPr>
          <p:cNvSpPr>
            <a:spLocks noGrp="1"/>
          </p:cNvSpPr>
          <p:nvPr/>
        </p:nvSpPr>
        <p:spPr>
          <a:xfrm>
            <a:off x="14158722"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07" name="dp44-comparison / n185 / path">
            <a:extLst>
              <a:ext uri="{FF2B5EF4-FFF2-40B4-BE49-F238E27FC236}">
                <ns2:creationId id="{730868AB-B6EE-4F18-8FD8-7E21C75E4D5A}"/>
              </a:ext>
            </a:extLst>
          </p:cNvPr>
          <p:cNvSpPr>
            <a:spLocks noGrp="1"/>
          </p:cNvSpPr>
          <p:nvPr/>
        </p:nvSpPr>
        <p:spPr>
          <a:xfrm>
            <a:off x="14954250" y="5253038"/>
            <a:ext cx="333375" cy="953"/>
          </a:xfrm>
          <a:custGeom>
            <a:pathLst>
              <a:path w="333375" h="953">
                <a:moveTo>
                  <a:pt x="0" y="0"/>
                </a:moveTo>
                <a:lnTo>
                  <a:pt x="333375" y="0"/>
                </a:lnTo>
              </a:path>
            </a:pathLst>
          </a:custGeom>
          <a:noFill/>
          <a:ln w="10478">
            <a:solidFill>
              <a:srgbClr val="B8753F"/>
            </a:solidFill>
            <a:prstDash val="solid"/>
          </a:ln>
        </p:spPr>
      </p:sp>
      <p:sp>
        <p:nvSpPr>
          <p:cNvPr id="208" name="dp44-comparison / n185 / arrow">
            <a:extLst>
              <a:ext uri="{FF2B5EF4-FFF2-40B4-BE49-F238E27FC236}">
                <ns2:creationId id="{5DE40595-95C5-45D2-A1A0-B11F0513F305}"/>
              </a:ext>
            </a:extLst>
          </p:cNvPr>
          <p:cNvSpPr>
            <a:spLocks noGrp="1"/>
          </p:cNvSpPr>
          <p:nvPr/>
        </p:nvSpPr>
        <p:spPr>
          <a:xfrm>
            <a:off x="15220569" y="52195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9" name="dp44-comparison / n186 / path">
            <a:extLst>
              <a:ext uri="{FF2B5EF4-FFF2-40B4-BE49-F238E27FC236}">
                <ns2:creationId id="{DDF1645D-2EAF-442F-A6DF-75328A3A2973}"/>
              </a:ext>
            </a:extLst>
          </p:cNvPr>
          <p:cNvSpPr>
            <a:spLocks noGrp="1"/>
          </p:cNvSpPr>
          <p:nvPr/>
        </p:nvSpPr>
        <p:spPr>
          <a:xfrm>
            <a:off x="12858750" y="3600450"/>
            <a:ext cx="3476625" cy="1495425"/>
          </a:xfrm>
          <a:custGeom>
            <a:pathLst>
              <a:path w="3476625" h="1495425">
                <a:moveTo>
                  <a:pt x="0" y="0"/>
                </a:moveTo>
                <a:lnTo>
                  <a:pt x="238125" y="0"/>
                </a:lnTo>
                <a:lnTo>
                  <a:pt x="238125" y="933450"/>
                </a:lnTo>
                <a:lnTo>
                  <a:pt x="3476625" y="933450"/>
                </a:lnTo>
                <a:lnTo>
                  <a:pt x="3476625" y="1495425"/>
                </a:lnTo>
              </a:path>
            </a:pathLst>
          </a:custGeom>
          <a:noFill/>
          <a:ln w="10478">
            <a:solidFill>
              <a:srgbClr val="B8753F"/>
            </a:solidFill>
            <a:prstDash val="solid"/>
          </a:ln>
        </p:spPr>
      </p:sp>
      <p:sp>
        <p:nvSpPr>
          <p:cNvPr id="210" name="dp44-comparison / n186 / arrow">
            <a:extLst>
              <a:ext uri="{FF2B5EF4-FFF2-40B4-BE49-F238E27FC236}">
                <ns2:creationId id="{D31E595D-4307-4302-A1BD-EB1C2B52979F}"/>
              </a:ext>
            </a:extLst>
          </p:cNvPr>
          <p:cNvSpPr>
            <a:spLocks noGrp="1"/>
          </p:cNvSpPr>
          <p:nvPr/>
        </p:nvSpPr>
        <p:spPr>
          <a:xfrm>
            <a:off x="1630184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1" name="dp44-comparison / n189 / path">
            <a:extLst>
              <a:ext uri="{FF2B5EF4-FFF2-40B4-BE49-F238E27FC236}">
                <ns2:creationId id="{9D91FB67-AEAF-4E15-9718-B0E9E47EFDED}"/>
              </a:ext>
            </a:extLst>
          </p:cNvPr>
          <p:cNvSpPr>
            <a:spLocks noGrp="1"/>
          </p:cNvSpPr>
          <p:nvPr/>
        </p:nvSpPr>
        <p:spPr>
          <a:xfrm>
            <a:off x="16764000" y="5410200"/>
            <a:ext cx="953" cy="247650"/>
          </a:xfrm>
          <a:custGeom>
            <a:pathLst>
              <a:path w="953" h="247650">
                <a:moveTo>
                  <a:pt x="0" y="0"/>
                </a:moveTo>
                <a:lnTo>
                  <a:pt x="0" y="247650"/>
                </a:lnTo>
              </a:path>
            </a:pathLst>
          </a:custGeom>
          <a:noFill/>
          <a:ln w="10478">
            <a:solidFill>
              <a:srgbClr val="B8753F"/>
            </a:solidFill>
            <a:prstDash val="solid"/>
          </a:ln>
        </p:spPr>
      </p:sp>
      <p:sp>
        <p:nvSpPr>
          <p:cNvPr id="212" name="dp44-comparison / n189 / arrow">
            <a:extLst>
              <a:ext uri="{FF2B5EF4-FFF2-40B4-BE49-F238E27FC236}">
                <ns2:creationId id="{A3954C7E-CAC9-499B-9130-EC2F5DC99685}"/>
              </a:ext>
            </a:extLst>
          </p:cNvPr>
          <p:cNvSpPr>
            <a:spLocks noGrp="1"/>
          </p:cNvSpPr>
          <p:nvPr/>
        </p:nvSpPr>
        <p:spPr>
          <a:xfrm>
            <a:off x="16730472" y="5590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3" name="dp44-comparison / n190 / path">
            <a:extLst>
              <a:ext uri="{FF2B5EF4-FFF2-40B4-BE49-F238E27FC236}">
                <ns2:creationId id="{CF9D8F12-64A5-4E33-B112-34444EFC7845}"/>
              </a:ext>
            </a:extLst>
          </p:cNvPr>
          <p:cNvSpPr>
            <a:spLocks noGrp="1"/>
          </p:cNvSpPr>
          <p:nvPr/>
        </p:nvSpPr>
        <p:spPr>
          <a:xfrm>
            <a:off x="13858875" y="5410200"/>
            <a:ext cx="2047875" cy="352425"/>
          </a:xfrm>
          <a:custGeom>
            <a:pathLst>
              <a:path w="2047875" h="352425">
                <a:moveTo>
                  <a:pt x="2047875" y="0"/>
                </a:moveTo>
                <a:lnTo>
                  <a:pt x="2047875" y="133350"/>
                </a:lnTo>
                <a:lnTo>
                  <a:pt x="0" y="133350"/>
                </a:lnTo>
                <a:lnTo>
                  <a:pt x="0" y="352425"/>
                </a:lnTo>
              </a:path>
            </a:pathLst>
          </a:custGeom>
          <a:noFill/>
          <a:ln w="10478">
            <a:solidFill>
              <a:srgbClr val="B8753F"/>
            </a:solidFill>
            <a:prstDash val="solid"/>
          </a:ln>
        </p:spPr>
      </p:sp>
      <p:sp>
        <p:nvSpPr>
          <p:cNvPr id="214" name="dp44-comparison / n190 / arrow">
            <a:extLst>
              <a:ext uri="{FF2B5EF4-FFF2-40B4-BE49-F238E27FC236}">
                <ns2:creationId id="{D03EF4C5-8D7B-4717-BFEC-D804D86C38D2}"/>
              </a:ext>
            </a:extLst>
          </p:cNvPr>
          <p:cNvSpPr>
            <a:spLocks noGrp="1"/>
          </p:cNvSpPr>
          <p:nvPr/>
        </p:nvSpPr>
        <p:spPr>
          <a:xfrm>
            <a:off x="13825347" y="569556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5" name="dp44-comparison / n199 / path">
            <a:extLst>
              <a:ext uri="{FF2B5EF4-FFF2-40B4-BE49-F238E27FC236}">
                <ns2:creationId id="{BFAE381C-3754-45D0-8571-025D26F74FCA}"/>
              </a:ext>
            </a:extLst>
          </p:cNvPr>
          <p:cNvSpPr>
            <a:spLocks noGrp="1"/>
          </p:cNvSpPr>
          <p:nvPr/>
        </p:nvSpPr>
        <p:spPr>
          <a:xfrm>
            <a:off x="9858375" y="6334125"/>
            <a:ext cx="7715250" cy="953"/>
          </a:xfrm>
          <a:custGeom>
            <a:pathLst>
              <a:path w="7715250" h="953">
                <a:moveTo>
                  <a:pt x="0" y="0"/>
                </a:moveTo>
                <a:lnTo>
                  <a:pt x="7715250" y="0"/>
                </a:lnTo>
              </a:path>
            </a:pathLst>
          </a:custGeom>
          <a:noFill/>
          <a:ln w="10478">
            <a:solidFill>
              <a:srgbClr val="000000"/>
            </a:solidFill>
            <a:prstDash val="solid"/>
          </a:ln>
        </p:spPr>
      </p:sp>
      <p:sp>
        <p:nvSpPr>
          <p:cNvPr id="216" name="dp44-comparison / n202">
            <a:extLst>
              <a:ext uri="{FF2B5EF4-FFF2-40B4-BE49-F238E27FC236}">
                <ns2:creationId id="{390B3CA6-15A8-43D4-A702-33B082A843B6}"/>
              </a:ext>
            </a:extLst>
          </p:cNvPr>
          <p:cNvSpPr>
            <a:spLocks noGrp="1"/>
          </p:cNvSpPr>
          <p:nvPr/>
        </p:nvSpPr>
        <p:spPr>
          <a:xfrm>
            <a:off x="995362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Meaning1 완료</a:t>
            </a:r>
            <a:endParaRPr lang="ko-KR">
              <a:solidFill>
                <a:srgbClr val="000000"/>
              </a:solidFill>
              <a:latin typeface="Calibri"/>
              <a:ea typeface="Calibri"/>
              <a:cs typeface="Calibri"/>
            </a:endParaRPr>
          </a:p>
        </p:txBody>
      </p:sp>
      <p:sp>
        <p:nvSpPr>
          <p:cNvPr id="218" name="dp44-comparison / n204">
            <a:extLst>
              <a:ext uri="{FF2B5EF4-FFF2-40B4-BE49-F238E27FC236}">
                <ns2:creationId id="{48757CEC-27CD-4F5C-845B-8A17A43A07B3}"/>
              </a:ext>
            </a:extLst>
          </p:cNvPr>
          <p:cNvSpPr>
            <a:spLocks noGrp="1"/>
          </p:cNvSpPr>
          <p:nvPr/>
        </p:nvSpPr>
        <p:spPr>
          <a:xfrm>
            <a:off x="1262062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후보 생산</a:t>
            </a:r>
            <a:endParaRPr lang="ko-KR">
              <a:solidFill>
                <a:srgbClr val="000000"/>
              </a:solidFill>
              <a:latin typeface="Calibri"/>
              <a:ea typeface="Calibri"/>
              <a:cs typeface="Calibri"/>
            </a:endParaRPr>
          </a:p>
        </p:txBody>
      </p:sp>
      <p:sp>
        <p:nvSpPr>
          <p:cNvPr id="220" name="dp44-comparison / n206 / path">
            <a:extLst>
              <a:ext uri="{FF2B5EF4-FFF2-40B4-BE49-F238E27FC236}">
                <ns2:creationId id="{20F8F83E-E357-46F4-9458-D2A63531DEFB}"/>
              </a:ext>
            </a:extLst>
          </p:cNvPr>
          <p:cNvSpPr>
            <a:spLocks noGrp="1"/>
          </p:cNvSpPr>
          <p:nvPr/>
        </p:nvSpPr>
        <p:spPr>
          <a:xfrm>
            <a:off x="12192000" y="6748463"/>
            <a:ext cx="428625" cy="953"/>
          </a:xfrm>
          <a:custGeom>
            <a:pathLst>
              <a:path w="428625" h="953">
                <a:moveTo>
                  <a:pt x="0" y="0"/>
                </a:moveTo>
                <a:lnTo>
                  <a:pt x="428625" y="0"/>
                </a:lnTo>
              </a:path>
            </a:pathLst>
          </a:custGeom>
          <a:noFill/>
          <a:ln w="10478">
            <a:solidFill>
              <a:srgbClr val="B8753F"/>
            </a:solidFill>
            <a:prstDash val="solid"/>
          </a:ln>
        </p:spPr>
      </p:sp>
      <p:sp>
        <p:nvSpPr>
          <p:cNvPr id="221" name="dp44-comparison / n206 / arrow">
            <a:extLst>
              <a:ext uri="{FF2B5EF4-FFF2-40B4-BE49-F238E27FC236}">
                <ns2:creationId id="{581184C5-556A-4643-AEB1-A3EFB29DFF44}"/>
              </a:ext>
            </a:extLst>
          </p:cNvPr>
          <p:cNvSpPr>
            <a:spLocks noGrp="1"/>
          </p:cNvSpPr>
          <p:nvPr/>
        </p:nvSpPr>
        <p:spPr>
          <a:xfrm>
            <a:off x="1255356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2" name="dp44-comparison / n207">
            <a:extLst>
              <a:ext uri="{FF2B5EF4-FFF2-40B4-BE49-F238E27FC236}">
                <ns2:creationId id="{A728C120-4C5F-44E6-AF0B-E7E2FA9215E4}"/>
              </a:ext>
            </a:extLst>
          </p:cNvPr>
          <p:cNvSpPr>
            <a:spLocks noGrp="1"/>
          </p:cNvSpPr>
          <p:nvPr/>
        </p:nvSpPr>
        <p:spPr>
          <a:xfrm>
            <a:off x="15287625" y="66198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Join: 조건 검사 후 게시</a:t>
            </a:r>
            <a:endParaRPr lang="ko-KR">
              <a:solidFill>
                <a:srgbClr val="000000"/>
              </a:solidFill>
              <a:latin typeface="Calibri"/>
              <a:ea typeface="Calibri"/>
              <a:cs typeface="Calibri"/>
            </a:endParaRPr>
          </a:p>
        </p:txBody>
      </p:sp>
      <p:sp>
        <p:nvSpPr>
          <p:cNvPr id="224" name="dp44-comparison / n209 / path">
            <a:extLst>
              <a:ext uri="{FF2B5EF4-FFF2-40B4-BE49-F238E27FC236}">
                <ns2:creationId id="{4ED6DA26-523D-41B1-8847-E2CB2910618A}"/>
              </a:ext>
            </a:extLst>
          </p:cNvPr>
          <p:cNvSpPr>
            <a:spLocks noGrp="1"/>
          </p:cNvSpPr>
          <p:nvPr/>
        </p:nvSpPr>
        <p:spPr>
          <a:xfrm>
            <a:off x="14859000" y="6748463"/>
            <a:ext cx="428625" cy="953"/>
          </a:xfrm>
          <a:custGeom>
            <a:pathLst>
              <a:path w="428625" h="953">
                <a:moveTo>
                  <a:pt x="0" y="0"/>
                </a:moveTo>
                <a:lnTo>
                  <a:pt x="428625" y="0"/>
                </a:lnTo>
              </a:path>
            </a:pathLst>
          </a:custGeom>
          <a:noFill/>
          <a:ln w="10478">
            <a:solidFill>
              <a:srgbClr val="B8753F"/>
            </a:solidFill>
            <a:prstDash val="solid"/>
          </a:ln>
        </p:spPr>
      </p:sp>
      <p:sp>
        <p:nvSpPr>
          <p:cNvPr id="225" name="dp44-comparison / n209 / arrow">
            <a:extLst>
              <a:ext uri="{FF2B5EF4-FFF2-40B4-BE49-F238E27FC236}">
                <ns2:creationId id="{ABF98DF5-A4FE-4A87-AEF8-02D511937857}"/>
              </a:ext>
            </a:extLst>
          </p:cNvPr>
          <p:cNvSpPr>
            <a:spLocks noGrp="1"/>
          </p:cNvSpPr>
          <p:nvPr/>
        </p:nvSpPr>
        <p:spPr>
          <a:xfrm>
            <a:off x="1522056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6" name="dp44-comparison / n214">
            <a:extLst>
              <a:ext uri="{FF2B5EF4-FFF2-40B4-BE49-F238E27FC236}">
                <ns2:creationId id="{DD08E3B5-C032-4F28-9102-C0576E242A03}"/>
              </a:ext>
            </a:extLst>
          </p:cNvPr>
          <p:cNvSpPr>
            <a:spLocks noGrp="1"/>
          </p:cNvSpPr>
          <p:nvPr/>
        </p:nvSpPr>
        <p:spPr>
          <a:xfrm>
            <a:off x="995362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옛 응답 준비 완료</a:t>
            </a:r>
            <a:endParaRPr lang="ko-KR">
              <a:solidFill>
                <a:srgbClr val="000000"/>
              </a:solidFill>
              <a:latin typeface="Calibri"/>
              <a:ea typeface="Calibri"/>
              <a:cs typeface="Calibri"/>
            </a:endParaRPr>
          </a:p>
        </p:txBody>
      </p:sp>
      <p:sp>
        <p:nvSpPr>
          <p:cNvPr id="228" name="dp44-comparison / n216">
            <a:extLst>
              <a:ext uri="{FF2B5EF4-FFF2-40B4-BE49-F238E27FC236}">
                <ns2:creationId id="{4781A5E8-2D59-4D0B-B899-F8DB56BD6AA4}"/>
              </a:ext>
            </a:extLst>
          </p:cNvPr>
          <p:cNvSpPr>
            <a:spLocks noGrp="1"/>
          </p:cNvSpPr>
          <p:nvPr/>
        </p:nvSpPr>
        <p:spPr>
          <a:xfrm>
            <a:off x="1262062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Join: 현재 입력 조건 검사</a:t>
            </a:r>
            <a:endParaRPr lang="ko-KR">
              <a:solidFill>
                <a:srgbClr val="000000"/>
              </a:solidFill>
              <a:latin typeface="Calibri"/>
              <a:ea typeface="Calibri"/>
              <a:cs typeface="Calibri"/>
            </a:endParaRPr>
          </a:p>
        </p:txBody>
      </p:sp>
      <p:sp>
        <p:nvSpPr>
          <p:cNvPr id="230" name="dp44-comparison / n218 / path">
            <a:extLst>
              <a:ext uri="{FF2B5EF4-FFF2-40B4-BE49-F238E27FC236}">
                <ns2:creationId id="{BC691165-0BB0-4B31-9821-125902DD2D1F}"/>
              </a:ext>
            </a:extLst>
          </p:cNvPr>
          <p:cNvSpPr>
            <a:spLocks noGrp="1"/>
          </p:cNvSpPr>
          <p:nvPr/>
        </p:nvSpPr>
        <p:spPr>
          <a:xfrm>
            <a:off x="12192000" y="7410450"/>
            <a:ext cx="428625" cy="953"/>
          </a:xfrm>
          <a:custGeom>
            <a:pathLst>
              <a:path w="428625" h="953">
                <a:moveTo>
                  <a:pt x="0" y="0"/>
                </a:moveTo>
                <a:lnTo>
                  <a:pt x="428625" y="0"/>
                </a:lnTo>
              </a:path>
            </a:pathLst>
          </a:custGeom>
          <a:noFill/>
          <a:ln w="10478">
            <a:solidFill>
              <a:srgbClr val="B8753F"/>
            </a:solidFill>
            <a:prstDash val="solid"/>
          </a:ln>
        </p:spPr>
      </p:sp>
      <p:sp>
        <p:nvSpPr>
          <p:cNvPr id="231" name="dp44-comparison / n218 / arrow">
            <a:extLst>
              <a:ext uri="{FF2B5EF4-FFF2-40B4-BE49-F238E27FC236}">
                <ns2:creationId id="{94707A04-F833-4D5C-B18F-5D7B90068898}"/>
              </a:ext>
            </a:extLst>
          </p:cNvPr>
          <p:cNvSpPr>
            <a:spLocks noGrp="1"/>
          </p:cNvSpPr>
          <p:nvPr/>
        </p:nvSpPr>
        <p:spPr>
          <a:xfrm>
            <a:off x="1255356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2" name="dp44-comparison / n219">
            <a:extLst>
              <a:ext uri="{FF2B5EF4-FFF2-40B4-BE49-F238E27FC236}">
                <ns2:creationId id="{FF149AFC-4483-4170-BBE3-769598011F58}"/>
              </a:ext>
            </a:extLst>
          </p:cNvPr>
          <p:cNvSpPr>
            <a:spLocks noGrp="1"/>
          </p:cNvSpPr>
          <p:nvPr/>
        </p:nvSpPr>
        <p:spPr>
          <a:xfrm>
            <a:off x="15287625" y="7286625"/>
            <a:ext cx="2190750"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Publication Window에서 폐기</a:t>
            </a:r>
            <a:endParaRPr lang="ko-KR">
              <a:solidFill>
                <a:srgbClr val="000000"/>
              </a:solidFill>
              <a:latin typeface="Calibri"/>
              <a:ea typeface="Calibri"/>
              <a:cs typeface="Calibri"/>
            </a:endParaRPr>
          </a:p>
        </p:txBody>
      </p:sp>
      <p:sp>
        <p:nvSpPr>
          <p:cNvPr id="234" name="dp44-comparison / n221 / path">
            <a:extLst>
              <a:ext uri="{FF2B5EF4-FFF2-40B4-BE49-F238E27FC236}">
                <ns2:creationId id="{6DE4F2FD-B8B6-4102-8E28-9CA845C7244F}"/>
              </a:ext>
            </a:extLst>
          </p:cNvPr>
          <p:cNvSpPr>
            <a:spLocks noGrp="1"/>
          </p:cNvSpPr>
          <p:nvPr/>
        </p:nvSpPr>
        <p:spPr>
          <a:xfrm>
            <a:off x="14859000" y="7410450"/>
            <a:ext cx="428625" cy="953"/>
          </a:xfrm>
          <a:custGeom>
            <a:pathLst>
              <a:path w="428625" h="953">
                <a:moveTo>
                  <a:pt x="0" y="0"/>
                </a:moveTo>
                <a:lnTo>
                  <a:pt x="428625" y="0"/>
                </a:lnTo>
              </a:path>
            </a:pathLst>
          </a:custGeom>
          <a:noFill/>
          <a:ln w="10478">
            <a:solidFill>
              <a:srgbClr val="B8753F"/>
            </a:solidFill>
            <a:prstDash val="solid"/>
          </a:ln>
        </p:spPr>
      </p:sp>
      <p:sp>
        <p:nvSpPr>
          <p:cNvPr id="235" name="dp44-comparison / n221 / arrow">
            <a:extLst>
              <a:ext uri="{FF2B5EF4-FFF2-40B4-BE49-F238E27FC236}">
                <ns2:creationId id="{D2D67F8C-C729-469C-9567-DE1B807AD253}"/>
              </a:ext>
            </a:extLst>
          </p:cNvPr>
          <p:cNvSpPr>
            <a:spLocks noGrp="1"/>
          </p:cNvSpPr>
          <p:nvPr/>
        </p:nvSpPr>
        <p:spPr>
          <a:xfrm>
            <a:off x="1522056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6" name="dp44-comparison / n145">
            <a:extLst>
              <a:ext uri="{FF2B5EF4-FFF2-40B4-BE49-F238E27FC236}">
                <ns2:creationId id="{012AED2C-D09F-468B-A4C0-9CE4B86B47FB}"/>
              </a:ext>
            </a:extLst>
          </p:cNvPr>
          <p:cNvSpPr>
            <a:spLocks noGrp="1"/>
          </p:cNvSpPr>
          <p:nvPr/>
        </p:nvSpPr>
        <p:spPr>
          <a:xfrm>
            <a:off x="9934575" y="2771775"/>
            <a:ext cx="2439353" cy="190500"/>
          </a:xfrm>
          <a:prstGeom prst="rect">
            <a:avLst/>
          </a:prstGeom>
          <a:solidFill>
            <a:srgbClr val="FFFFFF"/>
          </a:solidFill>
          <a:ln w="0">
            <a:noFill/>
            <a:prstDash val="solid"/>
          </a:ln>
        </p:spPr>
      </p:sp>
      <p:sp>
        <p:nvSpPr>
          <p:cNvPr id="237" name="dp44-comparison / n146 / text 1">
            <a:extLst>
              <a:ext uri="{FF2B5EF4-FFF2-40B4-BE49-F238E27FC236}">
                <ns2:creationId id="{148079F7-7843-4FD9-9ADE-119B21CAD976}"/>
              </a:ext>
            </a:extLst>
          </p:cNvPr>
          <p:cNvSpPr>
            <a:spLocks noGrp="1"/>
          </p:cNvSpPr>
          <p:nvPr/>
        </p:nvSpPr>
        <p:spPr>
          <a:xfrm>
            <a:off x="9953625" y="2781300"/>
            <a:ext cx="39052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“잠깐, 표부터 설명해줘”</a:t>
            </a:r>
            <a:endParaRPr lang="ko-KR">
              <a:solidFill>
                <a:srgbClr val="000000"/>
              </a:solidFill>
              <a:latin typeface="Calibri"/>
              <a:ea typeface="Calibri"/>
              <a:cs typeface="Calibri"/>
            </a:endParaRPr>
          </a:p>
        </p:txBody>
      </p:sp>
      <p:sp>
        <p:nvSpPr>
          <p:cNvPr id="238" name="dp44-comparison / n147">
            <a:extLst>
              <a:ext uri="{FF2B5EF4-FFF2-40B4-BE49-F238E27FC236}">
                <ns2:creationId id="{2B395979-EAB9-4744-878B-2F7AAD7C2BA8}"/>
              </a:ext>
            </a:extLst>
          </p:cNvPr>
          <p:cNvSpPr>
            <a:spLocks noGrp="1"/>
          </p:cNvSpPr>
          <p:nvPr/>
        </p:nvSpPr>
        <p:spPr>
          <a:xfrm>
            <a:off x="14601825" y="2771775"/>
            <a:ext cx="2556510" cy="179070"/>
          </a:xfrm>
          <a:prstGeom prst="rect">
            <a:avLst/>
          </a:prstGeom>
          <a:solidFill>
            <a:srgbClr val="FFFFFF"/>
          </a:solidFill>
          <a:ln w="0">
            <a:noFill/>
            <a:prstDash val="solid"/>
          </a:ln>
        </p:spPr>
      </p:sp>
      <p:sp>
        <p:nvSpPr>
          <p:cNvPr id="239" name="dp44-comparison / n148 / text 1">
            <a:extLst>
              <a:ext uri="{FF2B5EF4-FFF2-40B4-BE49-F238E27FC236}">
                <ns2:creationId id="{F4B6459C-C43C-4DB5-A058-7BA13F10DFA0}"/>
              </a:ext>
            </a:extLst>
          </p:cNvPr>
          <p:cNvSpPr>
            <a:spLocks noGrp="1"/>
          </p:cNvSpPr>
          <p:nvPr/>
        </p:nvSpPr>
        <p:spPr>
          <a:xfrm>
            <a:off x="14620875" y="2781300"/>
            <a:ext cx="3048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Task1 메일 / Question1 수신자 질문</a:t>
            </a:r>
            <a:endParaRPr lang="ko-KR">
              <a:solidFill>
                <a:srgbClr val="000000"/>
              </a:solidFill>
              <a:latin typeface="Calibri"/>
              <a:ea typeface="Calibri"/>
              <a:cs typeface="Calibri"/>
            </a:endParaRPr>
          </a:p>
        </p:txBody>
      </p:sp>
      <p:sp>
        <p:nvSpPr>
          <p:cNvPr id="240" name="dp44-comparison / n163">
            <a:extLst>
              <a:ext uri="{FF2B5EF4-FFF2-40B4-BE49-F238E27FC236}">
                <ns2:creationId id="{D49FD6C3-6574-4A14-B13C-347B8523F838}"/>
              </a:ext>
            </a:extLst>
          </p:cNvPr>
          <p:cNvSpPr>
            <a:spLocks noGrp="1"/>
          </p:cNvSpPr>
          <p:nvPr/>
        </p:nvSpPr>
        <p:spPr>
          <a:xfrm>
            <a:off x="10125075" y="3886200"/>
            <a:ext cx="1396365" cy="133350"/>
          </a:xfrm>
          <a:prstGeom prst="rect">
            <a:avLst/>
          </a:prstGeom>
          <a:solidFill>
            <a:srgbClr val="FFFFFF"/>
          </a:solidFill>
          <a:ln w="0">
            <a:noFill/>
            <a:prstDash val="solid"/>
          </a:ln>
        </p:spPr>
      </p:sp>
      <p:sp>
        <p:nvSpPr>
          <p:cNvPr id="241" name="dp44-comparison / n164 / text 1">
            <a:extLst>
              <a:ext uri="{FF2B5EF4-FFF2-40B4-BE49-F238E27FC236}">
                <ns2:creationId id="{CEAFA764-94B2-40CC-B769-F7008FCB1B25}"/>
              </a:ext>
            </a:extLst>
          </p:cNvPr>
          <p:cNvSpPr>
            <a:spLocks noGrp="1"/>
          </p:cNvSpPr>
          <p:nvPr/>
        </p:nvSpPr>
        <p:spPr>
          <a:xfrm>
            <a:off x="10144125" y="3895725"/>
            <a:ext cx="2857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Input1 / Job1 / 현재 입력</a:t>
            </a:r>
            <a:endParaRPr lang="ko-KR">
              <a:solidFill>
                <a:srgbClr val="000000"/>
              </a:solidFill>
              <a:latin typeface="Calibri"/>
              <a:ea typeface="Calibri"/>
              <a:cs typeface="Calibri"/>
            </a:endParaRPr>
          </a:p>
        </p:txBody>
      </p:sp>
      <p:sp>
        <p:nvSpPr>
          <p:cNvPr id="242" name="dp44-comparison / n165">
            <a:extLst>
              <a:ext uri="{FF2B5EF4-FFF2-40B4-BE49-F238E27FC236}">
                <ns2:creationId id="{D4942946-897E-4D93-9B6D-9466942701D8}"/>
              </a:ext>
            </a:extLst>
          </p:cNvPr>
          <p:cNvSpPr>
            <a:spLocks noGrp="1"/>
          </p:cNvSpPr>
          <p:nvPr/>
        </p:nvSpPr>
        <p:spPr>
          <a:xfrm>
            <a:off x="14125575" y="3886200"/>
            <a:ext cx="1863090" cy="133350"/>
          </a:xfrm>
          <a:prstGeom prst="rect">
            <a:avLst/>
          </a:prstGeom>
          <a:solidFill>
            <a:srgbClr val="FFFFFF"/>
          </a:solidFill>
          <a:ln w="0">
            <a:noFill/>
            <a:prstDash val="solid"/>
          </a:ln>
        </p:spPr>
      </p:sp>
      <p:sp>
        <p:nvSpPr>
          <p:cNvPr id="243" name="dp44-comparison / n166 / text 1">
            <a:extLst>
              <a:ext uri="{FF2B5EF4-FFF2-40B4-BE49-F238E27FC236}">
                <ns2:creationId id="{861920FC-805A-4892-A369-D5C4AADF2317}"/>
              </a:ext>
            </a:extLst>
          </p:cNvPr>
          <p:cNvSpPr>
            <a:spLocks noGrp="1"/>
          </p:cNvSpPr>
          <p:nvPr/>
        </p:nvSpPr>
        <p:spPr>
          <a:xfrm>
            <a:off x="14144625" y="3895725"/>
            <a:ext cx="309562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 Question1 / 정보 변경 확인</a:t>
            </a:r>
            <a:endParaRPr lang="ko-KR">
              <a:solidFill>
                <a:srgbClr val="000000"/>
              </a:solidFill>
              <a:latin typeface="Calibri"/>
              <a:ea typeface="Calibri"/>
              <a:cs typeface="Calibri"/>
            </a:endParaRPr>
          </a:p>
        </p:txBody>
      </p:sp>
      <p:sp>
        <p:nvSpPr>
          <p:cNvPr id="244" name="dp44-comparison / n175">
            <a:extLst>
              <a:ext uri="{FF2B5EF4-FFF2-40B4-BE49-F238E27FC236}">
                <ns2:creationId id="{3512A24D-C5B2-49FF-B2BC-B62DAD352F8F}"/>
              </a:ext>
            </a:extLst>
          </p:cNvPr>
          <p:cNvSpPr>
            <a:spLocks noGrp="1"/>
          </p:cNvSpPr>
          <p:nvPr/>
        </p:nvSpPr>
        <p:spPr>
          <a:xfrm>
            <a:off x="9934575" y="5133975"/>
            <a:ext cx="1505141" cy="167640"/>
          </a:xfrm>
          <a:prstGeom prst="rect">
            <a:avLst/>
          </a:prstGeom>
          <a:solidFill>
            <a:srgbClr val="FFFFFF"/>
          </a:solidFill>
          <a:ln w="0">
            <a:noFill/>
            <a:prstDash val="solid"/>
          </a:ln>
        </p:spPr>
      </p:sp>
      <p:sp>
        <p:nvSpPr>
          <p:cNvPr id="245" name="dp44-comparison / n176 / text 1">
            <a:extLst>
              <a:ext uri="{FF2B5EF4-FFF2-40B4-BE49-F238E27FC236}">
                <ns2:creationId id="{82ED31AD-78BA-42DC-B96E-02B58175F9ED}"/>
              </a:ext>
            </a:extLst>
          </p:cNvPr>
          <p:cNvSpPr>
            <a:spLocks noGrp="1"/>
          </p:cNvSpPr>
          <p:nvPr/>
        </p:nvSpPr>
        <p:spPr>
          <a:xfrm>
            <a:off x="9953625" y="5143500"/>
            <a:ext cx="22383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이해 완료: Meaning1</a:t>
            </a:r>
            <a:endParaRPr lang="ko-KR">
              <a:solidFill>
                <a:srgbClr val="000000"/>
              </a:solidFill>
              <a:latin typeface="Calibri"/>
              <a:ea typeface="Calibri"/>
              <a:cs typeface="Calibri"/>
            </a:endParaRPr>
          </a:p>
        </p:txBody>
      </p:sp>
      <p:sp>
        <p:nvSpPr>
          <p:cNvPr id="246" name="dp44-comparison / n187">
            <a:extLst>
              <a:ext uri="{FF2B5EF4-FFF2-40B4-BE49-F238E27FC236}">
                <ns2:creationId id="{BEE7DB8A-9FE8-4EEC-96D2-119E9A959736}"/>
              </a:ext>
            </a:extLst>
          </p:cNvPr>
          <p:cNvSpPr>
            <a:spLocks noGrp="1"/>
          </p:cNvSpPr>
          <p:nvPr/>
        </p:nvSpPr>
        <p:spPr>
          <a:xfrm>
            <a:off x="13325475" y="4381500"/>
            <a:ext cx="2886266" cy="144780"/>
          </a:xfrm>
          <a:prstGeom prst="rect">
            <a:avLst/>
          </a:prstGeom>
          <a:solidFill>
            <a:srgbClr val="FFFFFF"/>
          </a:solidFill>
          <a:ln w="0">
            <a:noFill/>
            <a:prstDash val="solid"/>
          </a:ln>
        </p:spPr>
      </p:sp>
      <p:sp>
        <p:nvSpPr>
          <p:cNvPr id="247" name="dp44-comparison / n188 / text 1">
            <a:extLst>
              <a:ext uri="{FF2B5EF4-FFF2-40B4-BE49-F238E27FC236}">
                <ns2:creationId id="{C4EC1B60-C825-48B7-9773-2238E579ECD0}"/>
              </a:ext>
            </a:extLst>
          </p:cNvPr>
          <p:cNvSpPr>
            <a:spLocks noGrp="1"/>
          </p:cNvSpPr>
          <p:nvPr/>
        </p:nvSpPr>
        <p:spPr>
          <a:xfrm>
            <a:off x="13344525" y="4391025"/>
            <a:ext cx="40862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Meaning1 / NoticeReady / 입력 해소 또는 질문 허용</a:t>
            </a:r>
            <a:endParaRPr lang="ko-KR">
              <a:solidFill>
                <a:srgbClr val="000000"/>
              </a:solidFill>
              <a:latin typeface="Calibri"/>
              <a:ea typeface="Calibri"/>
              <a:cs typeface="Calibri"/>
            </a:endParaRPr>
          </a:p>
        </p:txBody>
      </p:sp>
      <p:sp>
        <p:nvSpPr>
          <p:cNvPr id="248" name="dp44-comparison / n191">
            <a:extLst>
              <a:ext uri="{FF2B5EF4-FFF2-40B4-BE49-F238E27FC236}">
                <ns2:creationId id="{394BB0E6-B7D8-4B73-B849-76001E21FD74}"/>
              </a:ext>
            </a:extLst>
          </p:cNvPr>
          <p:cNvSpPr>
            <a:spLocks noGrp="1"/>
          </p:cNvSpPr>
          <p:nvPr/>
        </p:nvSpPr>
        <p:spPr>
          <a:xfrm>
            <a:off x="12934950" y="5448300"/>
            <a:ext cx="739140" cy="156210"/>
          </a:xfrm>
          <a:prstGeom prst="rect">
            <a:avLst/>
          </a:prstGeom>
          <a:solidFill>
            <a:srgbClr val="FFFFFF"/>
          </a:solidFill>
          <a:ln w="0">
            <a:noFill/>
            <a:prstDash val="solid"/>
          </a:ln>
        </p:spPr>
      </p:sp>
      <p:sp>
        <p:nvSpPr>
          <p:cNvPr id="249" name="dp44-comparison / n192 / text 1">
            <a:extLst>
              <a:ext uri="{FF2B5EF4-FFF2-40B4-BE49-F238E27FC236}">
                <ns2:creationId id="{8BE347DD-DE75-4EFC-B38F-A1D6CB598362}"/>
              </a:ext>
            </a:extLst>
          </p:cNvPr>
          <p:cNvSpPr>
            <a:spLocks noGrp="1"/>
          </p:cNvSpPr>
          <p:nvPr/>
        </p:nvSpPr>
        <p:spPr>
          <a:xfrm>
            <a:off x="12954000" y="5457825"/>
            <a:ext cx="20002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Candidate1</a:t>
            </a:r>
            <a:endParaRPr lang="ko-KR">
              <a:solidFill>
                <a:srgbClr val="000000"/>
              </a:solidFill>
              <a:latin typeface="Calibri"/>
              <a:ea typeface="Calibri"/>
              <a:cs typeface="Calibri"/>
            </a:endParaRPr>
          </a:p>
        </p:txBody>
      </p:sp>
      <p:sp>
        <p:nvSpPr>
          <p:cNvPr id="250" name="dp44-comparison / n193">
            <a:extLst>
              <a:ext uri="{FF2B5EF4-FFF2-40B4-BE49-F238E27FC236}">
                <ns2:creationId id="{B176834C-0970-4F45-B001-9A182FD95B92}"/>
              </a:ext>
            </a:extLst>
          </p:cNvPr>
          <p:cNvSpPr>
            <a:spLocks noGrp="1"/>
          </p:cNvSpPr>
          <p:nvPr/>
        </p:nvSpPr>
        <p:spPr>
          <a:xfrm>
            <a:off x="9953625" y="5362575"/>
            <a:ext cx="2238375" cy="685800"/>
          </a:xfrm>
          <a:custGeom>
            <a:pathLst>
              <a:path w="2238375" h="685800">
                <a:moveTo>
                  <a:pt x="0" y="0"/>
                </a:moveTo>
                <a:lnTo>
                  <a:pt x="2066925" y="0"/>
                </a:lnTo>
                <a:lnTo>
                  <a:pt x="2238375" y="171450"/>
                </a:lnTo>
                <a:lnTo>
                  <a:pt x="2238375" y="685800"/>
                </a:lnTo>
                <a:lnTo>
                  <a:pt x="0" y="685800"/>
                </a:lnTo>
                <a:close/>
              </a:path>
            </a:pathLst>
          </a:custGeom>
          <a:solidFill>
            <a:srgbClr val="FFFFFF"/>
          </a:solidFill>
          <a:ln w="9525">
            <a:solidFill>
              <a:srgbClr val="000000"/>
            </a:solidFill>
            <a:prstDash val="solid"/>
          </a:ln>
        </p:spPr>
        <p:txBody>
          <a:bodyPr wrap="none" lIns="95250" tIns="57150" rIns="171450" bIns="12358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단계 출력: Candidate1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input_ref:Input1 / required_refs</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입력과 정보 조건 충족: ELIGIBLE</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부족: 대기 / 옛 후보: DISCARDED</a:t>
            </a:r>
            <a:endParaRPr lang="ko-KR">
              <a:solidFill>
                <a:srgbClr val="000000"/>
              </a:solidFill>
              <a:latin typeface="Calibri"/>
              <a:ea typeface="Calibri"/>
              <a:cs typeface="Calibri"/>
            </a:endParaRPr>
          </a:p>
        </p:txBody>
      </p:sp>
      <p:sp>
        <p:nvSpPr>
          <p:cNvPr id="251" name="dp44-comparison / n193 / fold">
            <a:extLst>
              <a:ext uri="{FF2B5EF4-FFF2-40B4-BE49-F238E27FC236}">
                <ns2:creationId id="{317A893F-A524-4436-B990-28F9066032A4}"/>
              </a:ext>
            </a:extLst>
          </p:cNvPr>
          <p:cNvSpPr>
            <a:spLocks noGrp="1"/>
          </p:cNvSpPr>
          <p:nvPr/>
        </p:nvSpPr>
        <p:spPr>
          <a:xfrm>
            <a:off x="12020550" y="53625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56" name="dp44-comparison / n195">
            <a:extLst>
              <a:ext uri="{FF2B5EF4-FFF2-40B4-BE49-F238E27FC236}">
                <ns2:creationId id="{BE0F721E-237D-4C1D-B07C-EA3FB21D16D1}"/>
              </a:ext>
            </a:extLst>
          </p:cNvPr>
          <p:cNvSpPr>
            <a:spLocks noGrp="1"/>
          </p:cNvSpPr>
          <p:nvPr/>
        </p:nvSpPr>
        <p:spPr>
          <a:xfrm>
            <a:off x="15268575" y="5438775"/>
            <a:ext cx="1826895" cy="133350"/>
          </a:xfrm>
          <a:prstGeom prst="rect">
            <a:avLst/>
          </a:prstGeom>
          <a:solidFill>
            <a:srgbClr val="FFFFFF"/>
          </a:solidFill>
          <a:ln w="0">
            <a:noFill/>
            <a:prstDash val="solid"/>
          </a:ln>
        </p:spPr>
      </p:sp>
      <p:sp>
        <p:nvSpPr>
          <p:cNvPr id="257" name="dp44-comparison / n196 / text 1">
            <a:extLst>
              <a:ext uri="{FF2B5EF4-FFF2-40B4-BE49-F238E27FC236}">
                <ns2:creationId id="{17FAEDF0-9901-4925-924A-44A905F1FB57}"/>
              </a:ext>
            </a:extLst>
          </p:cNvPr>
          <p:cNvSpPr>
            <a:spLocks noGrp="1"/>
          </p:cNvSpPr>
          <p:nvPr/>
        </p:nvSpPr>
        <p:spPr>
          <a:xfrm>
            <a:off x="15287625" y="5448300"/>
            <a:ext cx="2095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후보 + 해당 입력 / 정보 / 전달 상태</a:t>
            </a:r>
            <a:endParaRPr lang="ko-KR">
              <a:solidFill>
                <a:srgbClr val="000000"/>
              </a:solidFill>
              <a:latin typeface="Calibri"/>
              <a:ea typeface="Calibri"/>
              <a:cs typeface="Calibri"/>
            </a:endParaRPr>
          </a:p>
        </p:txBody>
      </p:sp>
      <p:sp>
        <p:nvSpPr>
          <p:cNvPr id="258" name="dp44-comparison / n197">
            <a:extLst>
              <a:ext uri="{FF2B5EF4-FFF2-40B4-BE49-F238E27FC236}">
                <ns2:creationId id="{43D09EC8-C676-4E00-8EC3-81F64EA6140B}"/>
              </a:ext>
            </a:extLst>
          </p:cNvPr>
          <p:cNvSpPr>
            <a:spLocks noGrp="1"/>
          </p:cNvSpPr>
          <p:nvPr/>
        </p:nvSpPr>
        <p:spPr>
          <a:xfrm>
            <a:off x="12934950" y="6057900"/>
            <a:ext cx="2796540" cy="156210"/>
          </a:xfrm>
          <a:prstGeom prst="rect">
            <a:avLst/>
          </a:prstGeom>
          <a:solidFill>
            <a:srgbClr val="FFFFFF"/>
          </a:solidFill>
          <a:ln w="0">
            <a:noFill/>
            <a:prstDash val="solid"/>
          </a:ln>
        </p:spPr>
      </p:sp>
      <p:sp>
        <p:nvSpPr>
          <p:cNvPr id="259" name="dp44-comparison / n198 / text 1">
            <a:extLst>
              <a:ext uri="{FF2B5EF4-FFF2-40B4-BE49-F238E27FC236}">
                <ns2:creationId id="{5249CB9E-F032-4336-9A21-AA79536FB281}"/>
              </a:ext>
            </a:extLst>
          </p:cNvPr>
          <p:cNvSpPr>
            <a:spLocks noGrp="1"/>
          </p:cNvSpPr>
          <p:nvPr/>
        </p:nvSpPr>
        <p:spPr>
          <a:xfrm>
            <a:off x="12954000" y="6067425"/>
            <a:ext cx="4381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조건 충족 시 게시 단계 활성화 / 중앙 회수 없음</a:t>
            </a:r>
            <a:endParaRPr lang="ko-KR">
              <a:solidFill>
                <a:srgbClr val="000000"/>
              </a:solidFill>
              <a:latin typeface="Calibri"/>
              <a:ea typeface="Calibri"/>
              <a:cs typeface="Calibri"/>
            </a:endParaRPr>
          </a:p>
        </p:txBody>
      </p:sp>
      <p:sp>
        <p:nvSpPr>
          <p:cNvPr id="260" name="dp44-comparison / n200">
            <a:extLst>
              <a:ext uri="{FF2B5EF4-FFF2-40B4-BE49-F238E27FC236}">
                <ns2:creationId id="{5D00DB23-85E1-4EDC-BCA4-C02279BBE757}"/>
              </a:ext>
            </a:extLst>
          </p:cNvPr>
          <p:cNvSpPr>
            <a:spLocks noGrp="1"/>
          </p:cNvSpPr>
          <p:nvPr/>
        </p:nvSpPr>
        <p:spPr>
          <a:xfrm>
            <a:off x="9934575" y="6381750"/>
            <a:ext cx="2828544" cy="179070"/>
          </a:xfrm>
          <a:prstGeom prst="rect">
            <a:avLst/>
          </a:prstGeom>
          <a:solidFill>
            <a:srgbClr val="FFFFFF"/>
          </a:solidFill>
          <a:ln w="0">
            <a:noFill/>
            <a:prstDash val="solid"/>
          </a:ln>
        </p:spPr>
      </p:sp>
      <p:sp>
        <p:nvSpPr>
          <p:cNvPr id="261" name="dp44-comparison / n201 / text 1">
            <a:extLst>
              <a:ext uri="{FF2B5EF4-FFF2-40B4-BE49-F238E27FC236}">
                <ns2:creationId id="{3E1BE21D-61BC-4D13-B209-4679E3025013}"/>
              </a:ext>
            </a:extLst>
          </p:cNvPr>
          <p:cNvSpPr>
            <a:spLocks noGrp="1"/>
          </p:cNvSpPr>
          <p:nvPr/>
        </p:nvSpPr>
        <p:spPr>
          <a:xfrm>
            <a:off x="9953625" y="63912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완료 결과의 다음 처리</a:t>
            </a:r>
            <a:endParaRPr lang="ko-KR">
              <a:solidFill>
                <a:srgbClr val="000000"/>
              </a:solidFill>
              <a:latin typeface="Calibri"/>
              <a:ea typeface="Calibri"/>
              <a:cs typeface="Calibri"/>
            </a:endParaRPr>
          </a:p>
        </p:txBody>
      </p:sp>
      <p:sp>
        <p:nvSpPr>
          <p:cNvPr id="262" name="dp44-comparison / n210">
            <a:extLst>
              <a:ext uri="{FF2B5EF4-FFF2-40B4-BE49-F238E27FC236}">
                <ns2:creationId id="{0F8FB0C4-6C03-4DAF-8B0C-2358638ED991}"/>
              </a:ext>
            </a:extLst>
          </p:cNvPr>
          <p:cNvSpPr>
            <a:spLocks noGrp="1"/>
          </p:cNvSpPr>
          <p:nvPr/>
        </p:nvSpPr>
        <p:spPr>
          <a:xfrm>
            <a:off x="12649200" y="6924675"/>
            <a:ext cx="2995422" cy="156210"/>
          </a:xfrm>
          <a:prstGeom prst="rect">
            <a:avLst/>
          </a:prstGeom>
          <a:solidFill>
            <a:srgbClr val="FFFFFF"/>
          </a:solidFill>
          <a:ln w="0">
            <a:noFill/>
            <a:prstDash val="solid"/>
          </a:ln>
        </p:spPr>
      </p:sp>
      <p:sp>
        <p:nvSpPr>
          <p:cNvPr id="263" name="dp44-comparison / n211 / text 1">
            <a:extLst>
              <a:ext uri="{FF2B5EF4-FFF2-40B4-BE49-F238E27FC236}">
                <ns2:creationId id="{841673A6-CFA6-493B-A404-BEB051204918}"/>
              </a:ext>
            </a:extLst>
          </p:cNvPr>
          <p:cNvSpPr>
            <a:spLocks noGrp="1"/>
          </p:cNvSpPr>
          <p:nvPr/>
        </p:nvSpPr>
        <p:spPr>
          <a:xfrm>
            <a:off x="12668250" y="6934200"/>
            <a:ext cx="4762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알림 후보도 같은 Join으로 연결 / 입력별 상태 유지</a:t>
            </a:r>
            <a:endParaRPr lang="ko-KR">
              <a:solidFill>
                <a:srgbClr val="000000"/>
              </a:solidFill>
              <a:latin typeface="Calibri"/>
              <a:ea typeface="Calibri"/>
              <a:cs typeface="Calibri"/>
            </a:endParaRPr>
          </a:p>
        </p:txBody>
      </p:sp>
      <p:sp>
        <p:nvSpPr>
          <p:cNvPr id="264" name="dp44-comparison / n212">
            <a:extLst>
              <a:ext uri="{FF2B5EF4-FFF2-40B4-BE49-F238E27FC236}">
                <ns2:creationId id="{8B309A13-5447-4F81-824C-5AB915CAFFF2}"/>
              </a:ext>
            </a:extLst>
          </p:cNvPr>
          <p:cNvSpPr>
            <a:spLocks noGrp="1"/>
          </p:cNvSpPr>
          <p:nvPr/>
        </p:nvSpPr>
        <p:spPr>
          <a:xfrm>
            <a:off x="9934575" y="7105650"/>
            <a:ext cx="2790444" cy="167640"/>
          </a:xfrm>
          <a:prstGeom prst="rect">
            <a:avLst/>
          </a:prstGeom>
          <a:solidFill>
            <a:srgbClr val="FFFFFF"/>
          </a:solidFill>
          <a:ln w="0">
            <a:noFill/>
            <a:prstDash val="solid"/>
          </a:ln>
        </p:spPr>
      </p:sp>
      <p:sp>
        <p:nvSpPr>
          <p:cNvPr id="265" name="dp44-comparison / n213 / text 1">
            <a:extLst>
              <a:ext uri="{FF2B5EF4-FFF2-40B4-BE49-F238E27FC236}">
                <ns2:creationId id="{EB07B714-044F-4872-AFFD-6811839125E5}"/>
              </a:ext>
            </a:extLst>
          </p:cNvPr>
          <p:cNvSpPr>
            <a:spLocks noGrp="1"/>
          </p:cNvSpPr>
          <p:nvPr/>
        </p:nvSpPr>
        <p:spPr>
          <a:xfrm>
            <a:off x="9953625" y="711517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늦은 Candidate0 / 이미 새 Input1 처리 중</a:t>
            </a:r>
            <a:endParaRPr lang="ko-KR">
              <a:solidFill>
                <a:srgbClr val="000000"/>
              </a:solidFill>
              <a:latin typeface="Calibri"/>
              <a:ea typeface="Calibri"/>
              <a:cs typeface="Calibri"/>
            </a:endParaRPr>
          </a:p>
        </p:txBody>
      </p:sp>
      <p:sp>
        <p:nvSpPr>
          <p:cNvPr id="293" name="v6-header-title">
            <a:extLst>
              <a:ext uri="{FF2B5EF4-FFF2-40B4-BE49-F238E27FC236}">
                <ns2:creationId id="{96479637-6132-4DA8-9D4E-010B622816F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지속 대화 설계 비교 (원본)</a:t>
            </a:r>
            <a:endParaRPr lang="ko-KR">
              <a:latin typeface="Calibri"/>
              <a:ea typeface="Calibri"/>
              <a:cs typeface="Calibri"/>
            </a:endParaRPr>
          </a:p>
        </p:txBody>
      </p:sp>
      <p:sp>
        <p:nvSpPr>
          <p:cNvPr id="294" name="v6-header-rule">
            <a:extLst>
              <a:ext uri="{FF2B5EF4-FFF2-40B4-BE49-F238E27FC236}">
                <ns2:creationId id="{A11EBDEE-D1CC-4C89-A4EB-BFF1934BD30A}"/>
              </a:ext>
            </a:extLst>
          </p:cNvPr>
          <p:cNvSpPr>
            <a:spLocks noGrp="1"/>
          </p:cNvSpPr>
          <p:nvPr/>
        </p:nvSpPr>
        <p:spPr>
          <a:xfrm>
            <a:off x="495300" y="990600"/>
            <a:ext cx="17335500" cy="0"/>
          </a:xfrm>
          <a:prstGeom prst="line">
            <a:avLst/>
          </a:prstGeom>
          <a:noFill/>
          <a:ln w="19050">
            <a:solidFill>
              <a:srgbClr val="A6A6A6"/>
            </a:solidFill>
          </a:ln>
        </p:spPr>
      </p:sp>
      <p:sp>
        <p:nvSpPr>
          <p:cNvPr id="295" name="v6-header-stage-0">
            <a:extLst>
              <a:ext uri="{FF2B5EF4-FFF2-40B4-BE49-F238E27FC236}">
                <ns2:creationId id="{29AA01A2-BBDC-4B62-9AF9-D98FEDE51C5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6" name="v6-header-stage-1">
            <a:extLst>
              <a:ext uri="{FF2B5EF4-FFF2-40B4-BE49-F238E27FC236}">
                <ns2:creationId id="{B1C6BB6D-540F-473E-B418-391272B70E6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97" name="v6-header-stage-2">
            <a:extLst>
              <a:ext uri="{FF2B5EF4-FFF2-40B4-BE49-F238E27FC236}">
                <ns2:creationId id="{30A4BE10-0409-4991-A717-FD632456381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8" name="v6-header-stage-3">
            <a:extLst>
              <a:ext uri="{FF2B5EF4-FFF2-40B4-BE49-F238E27FC236}">
                <ns2:creationId id="{94B28183-8DB6-4344-B208-DEA09282F9C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99" name="v6-header-stage-4">
            <a:extLst>
              <a:ext uri="{FF2B5EF4-FFF2-40B4-BE49-F238E27FC236}">
                <ns2:creationId id="{AE1F1940-CB6D-44EF-9970-0D9DD8E02474}"/>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00" name="v6-header-page">
            <a:extLst>
              <a:ext uri="{FF2B5EF4-FFF2-40B4-BE49-F238E27FC236}">
                <ns2:creationId id="{40437E02-3DE4-46C7-B011-16D063AC20A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50 / 63</a:t>
            </a:r>
            <a:endParaRPr lang="ko-KR">
              <a:latin typeface="Calibri"/>
              <a:ea typeface="Calibri"/>
              <a:cs typeface="Calibri"/>
            </a:endParaRPr>
          </a:p>
        </p:txBody>
      </p:sp>
      <p:sp>
        <p:nvSpPr>
          <p:cNvPr id="301" name="v6-native-header-cell-50-0">
            <a:extLst>
              <a:ext uri="{FF2B5EF4-FFF2-40B4-BE49-F238E27FC236}">
                <ns2:creationId id="{3E80E337-1E12-4913-9842-0CE104086D1E}"/>
              </a:ext>
            </a:extLst>
          </p:cNvPr>
          <p:cNvSpPr>
            <a:spLocks noGrp="1"/>
          </p:cNvSpPr>
          <p:nvPr/>
        </p:nvSpPr>
        <p:spPr>
          <a:xfrm>
            <a:off x="381000" y="1857375"/>
            <a:ext cx="9239250" cy="457200"/>
          </a:xfrm>
          <a:prstGeom prst="rect">
            <a:avLst/>
          </a:prstGeom>
          <a:solidFill>
            <a:srgbClr val="C6E0B4"/>
          </a:solidFill>
          <a:ln w="0">
            <a:noFill/>
          </a:ln>
        </p:spPr>
        <p:txBody>
          <a:bodyPr lIns="11049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중앙에서 완료 회수와 다음 실행 지시</a:t>
            </a:r>
            <a:endParaRPr lang="ko-KR">
              <a:latin typeface="Calibri"/>
              <a:ea typeface="Calibri"/>
              <a:cs typeface="Calibri"/>
            </a:endParaRPr>
          </a:p>
        </p:txBody>
      </p:sp>
      <p:sp>
        <p:nvSpPr>
          <p:cNvPr id="302" name="v6-native-header-cell-50-1">
            <a:extLst>
              <a:ext uri="{FF2B5EF4-FFF2-40B4-BE49-F238E27FC236}">
                <ns2:creationId id="{2F2808FE-1759-4540-9719-FE4DEA79A571}"/>
              </a:ext>
            </a:extLst>
          </p:cNvPr>
          <p:cNvSpPr>
            <a:spLocks noGrp="1"/>
          </p:cNvSpPr>
          <p:nvPr/>
        </p:nvSpPr>
        <p:spPr>
          <a:xfrm>
            <a:off x="9620250" y="1857375"/>
            <a:ext cx="8286750" cy="457200"/>
          </a:xfrm>
          <a:prstGeom prst="rect">
            <a:avLst/>
          </a:prstGeom>
          <a:solidFill>
            <a:srgbClr val="C6E0B4"/>
          </a:solidFill>
          <a:ln w="0">
            <a:noFill/>
          </a:ln>
        </p:spPr>
        <p:txBody>
          <a:bodyPr lIns="1524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연결된 단계가 입력과 조건으로 실행</a:t>
            </a:r>
            <a:endParaRPr lang="ko-KR">
              <a:latin typeface="Calibri"/>
              <a:ea typeface="Calibri"/>
              <a:cs typeface="Calibri"/>
            </a:endParaRPr>
          </a:p>
        </p:txBody>
      </p:sp>
    </p:spTree>
    <p:extLst>
      <p:ext uri="{BB962C8B-B14F-4D97-AF65-F5344CB8AC3E}">
        <p14:creationId val="663736752"/>
      </p:ext>
    </p:extLst>
  </p:cSld>
</p:sld>
</file>

<file path=ppt/slides/slide26.xml><?xml version="1.0" encoding="utf-8"?>
<p:sld xmlns:a="http://schemas.openxmlformats.org/drawingml/2006/main" xmlns:ns2="http://schemas.microsoft.com/office/drawing/2014/main" xmlns:p="http://schemas.openxmlformats.org/presentationml/2006/main" xmlns:p14="http://schemas.microsoft.com/office/powerpoint/2010/main">
  <p:cSld name="dp44-qa">
    <p:bg>
      <p:bgPr>
        <a:solidFill>
          <a:srgbClr val="FFFFFF"/>
        </a:solidFill>
      </p:bgPr>
    </p:bg>
    <p:spTree>
      <p:nvGrpSpPr>
        <p:cNvPr id="1" name=""/>
        <p:cNvGrpSpPr/>
        <p:nvPr/>
      </p:nvGrpSpPr>
      <p:grpSpPr>
        <a:xfrm/>
      </p:grpSpPr>
      <p:sp>
        <p:nvSpPr>
          <p:cNvPr id="4" name="dp44-v5-qa-detail / n4">
            <a:extLst>
              <a:ext uri="{FF2B5EF4-FFF2-40B4-BE49-F238E27FC236}">
                <ns2:creationId id="{C814F336-D42B-477A-A6C8-5D9E41CEEFCE}"/>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4-v5-qa-detail / n5">
            <a:extLst>
              <a:ext uri="{FF2B5EF4-FFF2-40B4-BE49-F238E27FC236}">
                <ns2:creationId id="{AC82426D-1B2F-4CEB-B69F-53E627A36BA5}"/>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4-v5-qa-detail / n6">
            <a:extLst>
              <a:ext uri="{FF2B5EF4-FFF2-40B4-BE49-F238E27FC236}">
                <ns2:creationId id="{C40CC6A5-FDED-47E4-AA8C-A3B591A08822}"/>
              </a:ext>
            </a:extLst>
          </p:cNvPr>
          <p:cNvSpPr>
            <a:spLocks noGrp="1"/>
          </p:cNvSpPr>
          <p:nvPr/>
        </p:nvSpPr>
        <p:spPr>
          <a:xfrm>
            <a:off x="381000" y="2143125"/>
            <a:ext cx="17526000" cy="457200"/>
          </a:xfrm>
          <a:prstGeom prst="rect">
            <a:avLst/>
          </a:prstGeom>
          <a:solidFill>
            <a:srgbClr val="C6E0B4"/>
          </a:solidFill>
          <a:ln w="0">
            <a:noFill/>
          </a:ln>
        </p:spPr>
      </p:sp>
      <p:sp>
        <p:nvSpPr>
          <p:cNvPr id="11" name="dp44-v5-qa-detail / n11">
            <a:extLst>
              <a:ext uri="{FF2B5EF4-FFF2-40B4-BE49-F238E27FC236}">
                <ns2:creationId id="{A58DDFEB-9E24-492E-AC66-D6A939B0534A}"/>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4-v5-qa-detail / n12">
            <a:extLst>
              <a:ext uri="{FF2B5EF4-FFF2-40B4-BE49-F238E27FC236}">
                <ns2:creationId id="{6AC67BEE-7F38-432E-A95F-A94E6BB3D051}"/>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4-v5-qa-detail / n13">
            <a:extLst>
              <a:ext uri="{FF2B5EF4-FFF2-40B4-BE49-F238E27FC236}">
                <ns2:creationId id="{65A9B487-E4B7-4E84-AC9B-C3FB9D92E966}"/>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4-v5-qa-detail / n14">
            <a:extLst>
              <a:ext uri="{FF2B5EF4-FFF2-40B4-BE49-F238E27FC236}">
                <ns2:creationId id="{227A4BBF-2F5E-4210-994C-9135901F1447}"/>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4-v5-qa-detail / n15">
            <a:extLst>
              <a:ext uri="{FF2B5EF4-FFF2-40B4-BE49-F238E27FC236}">
                <ns2:creationId id="{4AC3F92B-DE9C-41CC-B827-DB00EE1C53B2}"/>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현재성 검사와 올바른 후속 지시</a:t>
            </a:r>
            <a:endParaRPr lang="ko-KR">
              <a:solidFill>
                <a:srgbClr val="000000"/>
              </a:solidFill>
              <a:latin typeface="Calibri"/>
              <a:ea typeface="Calibri"/>
              <a:cs typeface="Calibri"/>
            </a:endParaRPr>
          </a:p>
        </p:txBody>
      </p:sp>
      <p:sp>
        <p:nvSpPr>
          <p:cNvPr id="16" name="dp44-v5-qa-detail / n16">
            <a:extLst>
              <a:ext uri="{FF2B5EF4-FFF2-40B4-BE49-F238E27FC236}">
                <ns2:creationId id="{B92EBD59-ED0E-43A5-A972-F53800C08FA5}"/>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4-v5-qa-detail / n17">
            <a:extLst>
              <a:ext uri="{FF2B5EF4-FFF2-40B4-BE49-F238E27FC236}">
                <ns2:creationId id="{6921F257-FBF9-492F-955F-48240C66AD7E}"/>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window와 Join의 현재성 검사</a:t>
            </a:r>
            <a:endParaRPr lang="ko-KR">
              <a:solidFill>
                <a:srgbClr val="000000"/>
              </a:solidFill>
              <a:latin typeface="Calibri"/>
              <a:ea typeface="Calibri"/>
              <a:cs typeface="Calibri"/>
            </a:endParaRPr>
          </a:p>
        </p:txBody>
      </p:sp>
      <p:sp>
        <p:nvSpPr>
          <p:cNvPr id="18" name="dp44-v5-qa-detail / n18">
            <a:extLst>
              <a:ext uri="{FF2B5EF4-FFF2-40B4-BE49-F238E27FC236}">
                <ns2:creationId id="{6AFDB98E-18CA-4CD5-A29D-F3088D9E24B1}"/>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4-v5-qa-detail / n19">
            <a:extLst>
              <a:ext uri="{FF2B5EF4-FFF2-40B4-BE49-F238E27FC236}">
                <ns2:creationId id="{5DD5D5B4-4285-4B53-9F58-DAA46A6F8256}"/>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4-v5-qa-detail / n20">
            <a:extLst>
              <a:ext uri="{FF2B5EF4-FFF2-40B4-BE49-F238E27FC236}">
                <ns2:creationId id="{48D2025D-2671-480F-9536-2E9ECD40344F}"/>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4-v5-qa-detail / n21">
            <a:extLst>
              <a:ext uri="{FF2B5EF4-FFF2-40B4-BE49-F238E27FC236}">
                <ns2:creationId id="{9CC2EE3E-A64A-47DE-8EE0-F74C6196482C}"/>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4-v5-qa-detail / n22">
            <a:extLst>
              <a:ext uri="{FF2B5EF4-FFF2-40B4-BE49-F238E27FC236}">
                <ns2:creationId id="{58CCD97D-F57F-4BFC-A262-007E103638EE}"/>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4-v5-qa-detail / n23">
            <a:extLst>
              <a:ext uri="{FF2B5EF4-FFF2-40B4-BE49-F238E27FC236}">
                <ns2:creationId id="{864118FF-53D1-42B2-B733-8ACC47A0F0DA}"/>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4-v5-qa-detail / n24">
            <a:extLst>
              <a:ext uri="{FF2B5EF4-FFF2-40B4-BE49-F238E27FC236}">
                <ns2:creationId id="{055EF714-8A2A-4475-8CBE-76BE94999136}"/>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4-v5-qa-detail / n25">
            <a:extLst>
              <a:ext uri="{FF2B5EF4-FFF2-40B4-BE49-F238E27FC236}">
                <ns2:creationId id="{3B475389-17AA-442A-A6E9-495788561581}"/>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중앙 queue와 회수 대기</a:t>
            </a:r>
            <a:endParaRPr lang="ko-KR">
              <a:solidFill>
                <a:srgbClr val="000000"/>
              </a:solidFill>
              <a:latin typeface="Calibri"/>
              <a:ea typeface="Calibri"/>
              <a:cs typeface="Calibri"/>
            </a:endParaRPr>
          </a:p>
        </p:txBody>
      </p:sp>
      <p:sp>
        <p:nvSpPr>
          <p:cNvPr id="26" name="dp44-v5-qa-detail / n26">
            <a:extLst>
              <a:ext uri="{FF2B5EF4-FFF2-40B4-BE49-F238E27FC236}">
                <ns2:creationId id="{BC5D581A-0674-4918-B680-4BBDAE40A7FB}"/>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4-v5-qa-detail / n27">
            <a:extLst>
              <a:ext uri="{FF2B5EF4-FFF2-40B4-BE49-F238E27FC236}">
                <ns2:creationId id="{7EE33099-6F3C-4251-B479-AA841A816EF7}"/>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credit와 Stage 및 Join 대기</a:t>
            </a:r>
            <a:endParaRPr lang="ko-KR">
              <a:solidFill>
                <a:srgbClr val="000000"/>
              </a:solidFill>
              <a:latin typeface="Calibri"/>
              <a:ea typeface="Calibri"/>
              <a:cs typeface="Calibri"/>
            </a:endParaRPr>
          </a:p>
        </p:txBody>
      </p:sp>
      <p:sp>
        <p:nvSpPr>
          <p:cNvPr id="28" name="dp44-v5-qa-detail / n28">
            <a:extLst>
              <a:ext uri="{FF2B5EF4-FFF2-40B4-BE49-F238E27FC236}">
                <ns2:creationId id="{C95AED90-22CD-46D4-BDDA-670678D9854A}"/>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4-v5-qa-detail / n29">
            <a:extLst>
              <a:ext uri="{FF2B5EF4-FFF2-40B4-BE49-F238E27FC236}">
                <ns2:creationId id="{ECFDE78C-A74F-4E9A-AD5E-B2E862DC8DA6}"/>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4-v5-qa-detail / n30">
            <a:extLst>
              <a:ext uri="{FF2B5EF4-FFF2-40B4-BE49-F238E27FC236}">
                <ns2:creationId id="{425B0040-F664-44A3-AADE-641AFDE58245}"/>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4-v5-qa-detail / n31">
            <a:extLst>
              <a:ext uri="{FF2B5EF4-FFF2-40B4-BE49-F238E27FC236}">
                <ns2:creationId id="{E40D985F-900F-4FAA-9EFE-BA627AD7BF5C}"/>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4-v5-qa-detail / n32">
            <a:extLst>
              <a:ext uri="{FF2B5EF4-FFF2-40B4-BE49-F238E27FC236}">
                <ns2:creationId id="{FF113011-6473-4949-9CD0-313FD50BC33F}"/>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4-v5-qa-detail / n33">
            <a:extLst>
              <a:ext uri="{FF2B5EF4-FFF2-40B4-BE49-F238E27FC236}">
                <ns2:creationId id="{44ED9A88-6535-4143-B3C7-AA6D58E1A534}"/>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4-v5-qa-detail / n34">
            <a:extLst>
              <a:ext uri="{FF2B5EF4-FFF2-40B4-BE49-F238E27FC236}">
                <ns2:creationId id="{D2232C35-39C3-462F-BD49-1EDD80B65EA8}"/>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4-v5-qa-detail / n35">
            <a:extLst>
              <a:ext uri="{FF2B5EF4-FFF2-40B4-BE49-F238E27FC236}">
                <ns2:creationId id="{67133127-2F03-42E4-B317-B5FF9619EED8}"/>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완료 회수와 다음 실행의 연결</a:t>
            </a:r>
            <a:endParaRPr lang="ko-KR">
              <a:solidFill>
                <a:srgbClr val="000000"/>
              </a:solidFill>
              <a:latin typeface="Calibri"/>
              <a:ea typeface="Calibri"/>
              <a:cs typeface="Calibri"/>
            </a:endParaRPr>
          </a:p>
        </p:txBody>
      </p:sp>
      <p:sp>
        <p:nvSpPr>
          <p:cNvPr id="36" name="dp44-v5-qa-detail / n36">
            <a:extLst>
              <a:ext uri="{FF2B5EF4-FFF2-40B4-BE49-F238E27FC236}">
                <ns2:creationId id="{1E3FDE92-3F0A-4FAB-BADC-C4679AD9D22C}"/>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4-v5-qa-detail / n37">
            <a:extLst>
              <a:ext uri="{FF2B5EF4-FFF2-40B4-BE49-F238E27FC236}">
                <ns2:creationId id="{F0FB1C53-1031-49C9-8671-B39B79C2C454}"/>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Stage 활성화와 publication Join</a:t>
            </a:r>
            <a:endParaRPr lang="ko-KR">
              <a:solidFill>
                <a:srgbClr val="000000"/>
              </a:solidFill>
              <a:latin typeface="Calibri"/>
              <a:ea typeface="Calibri"/>
              <a:cs typeface="Calibri"/>
            </a:endParaRPr>
          </a:p>
        </p:txBody>
      </p:sp>
      <p:sp>
        <p:nvSpPr>
          <p:cNvPr id="38" name="dp44-v5-qa-detail / n38">
            <a:extLst>
              <a:ext uri="{FF2B5EF4-FFF2-40B4-BE49-F238E27FC236}">
                <ns2:creationId id="{83064FC9-B1DC-496E-AD5C-2EF64B4466AD}"/>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4-v5-qa-detail / n39">
            <a:extLst>
              <a:ext uri="{FF2B5EF4-FFF2-40B4-BE49-F238E27FC236}">
                <ns2:creationId id="{C870FBA8-AFFE-48D9-B660-CAAD9A0F853D}"/>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4-v5-qa-detail / n40">
            <a:extLst>
              <a:ext uri="{FF2B5EF4-FFF2-40B4-BE49-F238E27FC236}">
                <ns2:creationId id="{394BB954-926C-4424-B51B-37DC545E8E8D}"/>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4-v5-qa-detail / n41">
            <a:extLst>
              <a:ext uri="{FF2B5EF4-FFF2-40B4-BE49-F238E27FC236}">
                <ns2:creationId id="{AF064DF1-59A5-43E8-870D-A639363803D6}"/>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4-v5-qa-detail / n42">
            <a:extLst>
              <a:ext uri="{FF2B5EF4-FFF2-40B4-BE49-F238E27FC236}">
                <ns2:creationId id="{7CF1F32A-1EEF-4101-81F1-61D39F4D44C2}"/>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4-v5-qa-detail / n43">
            <a:extLst>
              <a:ext uri="{FF2B5EF4-FFF2-40B4-BE49-F238E27FC236}">
                <ns2:creationId id="{FF2309D1-D690-45E0-BA4F-F541524AFF45}"/>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4-v5-qa-detail / n44">
            <a:extLst>
              <a:ext uri="{FF2B5EF4-FFF2-40B4-BE49-F238E27FC236}">
                <ns2:creationId id="{E7F99501-E2EC-4A65-8257-10074B011AB7}"/>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4-v5-qa-detail / n45">
            <a:extLst>
              <a:ext uri="{FF2B5EF4-FFF2-40B4-BE49-F238E27FC236}">
                <ns2:creationId id="{C8FC41FD-08BF-4EC6-BD7C-1915CA2E1B2F}"/>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실제 호출과 retry 및 폐기 청구</a:t>
            </a:r>
            <a:endParaRPr lang="ko-KR">
              <a:solidFill>
                <a:srgbClr val="000000"/>
              </a:solidFill>
              <a:latin typeface="Calibri"/>
              <a:ea typeface="Calibri"/>
              <a:cs typeface="Calibri"/>
            </a:endParaRPr>
          </a:p>
        </p:txBody>
      </p:sp>
      <p:sp>
        <p:nvSpPr>
          <p:cNvPr id="46" name="dp44-v5-qa-detail / n46">
            <a:extLst>
              <a:ext uri="{FF2B5EF4-FFF2-40B4-BE49-F238E27FC236}">
                <ns2:creationId id="{77E8946B-A3D4-4A8C-A9E2-FEDCC67915BA}"/>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4-v5-qa-detail / n47">
            <a:extLst>
              <a:ext uri="{FF2B5EF4-FFF2-40B4-BE49-F238E27FC236}">
                <ns2:creationId id="{10D1417A-1F33-46AA-BFD6-318ADE209AE1}"/>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실제 호출과 retry 및 폐기 청구</a:t>
            </a:r>
            <a:endParaRPr lang="ko-KR">
              <a:solidFill>
                <a:srgbClr val="000000"/>
              </a:solidFill>
              <a:latin typeface="Calibri"/>
              <a:ea typeface="Calibri"/>
              <a:cs typeface="Calibri"/>
            </a:endParaRPr>
          </a:p>
        </p:txBody>
      </p:sp>
      <p:sp>
        <p:nvSpPr>
          <p:cNvPr id="48" name="dp44-v5-qa-detail / n48">
            <a:extLst>
              <a:ext uri="{FF2B5EF4-FFF2-40B4-BE49-F238E27FC236}">
                <ns2:creationId id="{EED160D1-2ED7-4562-92BD-A3BC1CF7DD85}"/>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4-v5-qa-detail / n49">
            <a:extLst>
              <a:ext uri="{FF2B5EF4-FFF2-40B4-BE49-F238E27FC236}">
                <ns2:creationId id="{43683345-A2D1-4B96-9C61-0C96483ECFE5}"/>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4-v5-qa-detail / n50">
            <a:extLst>
              <a:ext uri="{FF2B5EF4-FFF2-40B4-BE49-F238E27FC236}">
                <ns2:creationId id="{C56445F0-A320-45C7-8BBC-E1E490418423}"/>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4-v5-qa-detail / n51">
            <a:extLst>
              <a:ext uri="{FF2B5EF4-FFF2-40B4-BE49-F238E27FC236}">
                <ns2:creationId id="{C61037A0-CB34-4CA5-862F-253A8E4728B4}"/>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4-v5-qa-detail / n52">
            <a:extLst>
              <a:ext uri="{FF2B5EF4-FFF2-40B4-BE49-F238E27FC236}">
                <ns2:creationId id="{83DBD071-5C67-4FAE-98AA-5151D76DABD8}"/>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4-v5-qa-detail / n53">
            <a:extLst>
              <a:ext uri="{FF2B5EF4-FFF2-40B4-BE49-F238E27FC236}">
                <ns2:creationId id="{D6F7F2FF-5C06-455C-9F74-BB6007208EDF}"/>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4-v5-qa-detail / n54">
            <a:extLst>
              <a:ext uri="{FF2B5EF4-FFF2-40B4-BE49-F238E27FC236}">
                <ns2:creationId id="{1EECA6AD-0410-4E9C-B19F-E67898735CF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4-v5-qa-detail / n55">
            <a:extLst>
              <a:ext uri="{FF2B5EF4-FFF2-40B4-BE49-F238E27FC236}">
                <ns2:creationId id="{57FBBC1A-A0FD-4A8B-826B-BEFE7008E21A}"/>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후속 규칙과 사건 계약의 수정</a:t>
            </a:r>
            <a:endParaRPr lang="ko-KR">
              <a:solidFill>
                <a:srgbClr val="000000"/>
              </a:solidFill>
              <a:latin typeface="Calibri"/>
              <a:ea typeface="Calibri"/>
              <a:cs typeface="Calibri"/>
            </a:endParaRPr>
          </a:p>
        </p:txBody>
      </p:sp>
      <p:sp>
        <p:nvSpPr>
          <p:cNvPr id="56" name="dp44-v5-qa-detail / n56">
            <a:extLst>
              <a:ext uri="{FF2B5EF4-FFF2-40B4-BE49-F238E27FC236}">
                <ns2:creationId id="{A0824304-FB74-4A6D-8F36-4A113DACD205}"/>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4-v5-qa-detail / n57">
            <a:extLst>
              <a:ext uri="{FF2B5EF4-FFF2-40B4-BE49-F238E27FC236}">
                <ns2:creationId id="{F6F3FF26-0042-4987-9F40-9B5F80C2D03F}"/>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단계와 Join 계약의 실제 수정</a:t>
            </a:r>
            <a:endParaRPr lang="ko-KR">
              <a:solidFill>
                <a:srgbClr val="000000"/>
              </a:solidFill>
              <a:latin typeface="Calibri"/>
              <a:ea typeface="Calibri"/>
              <a:cs typeface="Calibri"/>
            </a:endParaRPr>
          </a:p>
        </p:txBody>
      </p:sp>
      <p:sp>
        <p:nvSpPr>
          <p:cNvPr id="58" name="dp44-v5-qa-detail / n58">
            <a:extLst>
              <a:ext uri="{FF2B5EF4-FFF2-40B4-BE49-F238E27FC236}">
                <ns2:creationId id="{968EF13F-A449-46D4-B942-EB7A5EB64339}"/>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4-v5-qa-detail / n59">
            <a:extLst>
              <a:ext uri="{FF2B5EF4-FFF2-40B4-BE49-F238E27FC236}">
                <ns2:creationId id="{402D16F0-CD62-4213-B715-454B213CFB56}"/>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4-v5-qa-detail / n60">
            <a:extLst>
              <a:ext uri="{FF2B5EF4-FFF2-40B4-BE49-F238E27FC236}">
                <ns2:creationId id="{B64C6C79-6BAD-45B4-BB1A-722F584A8A44}"/>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4-v5-qa-detail / n61">
            <a:extLst>
              <a:ext uri="{FF2B5EF4-FFF2-40B4-BE49-F238E27FC236}">
                <ns2:creationId id="{B315C34C-AB6E-46FF-ADEB-5C0F6DCC2B77}"/>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4-v5-qa-detail / n62">
            <a:extLst>
              <a:ext uri="{FF2B5EF4-FFF2-40B4-BE49-F238E27FC236}">
                <ns2:creationId id="{DAD95C97-1F78-48E9-A471-CF8A5133B930}"/>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4-v5-qa-detail / n63">
            <a:extLst>
              <a:ext uri="{FF2B5EF4-FFF2-40B4-BE49-F238E27FC236}">
                <ns2:creationId id="{E144F5B2-41E5-4E6C-B4A4-3EFAB7178528}"/>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4-v5-qa-detail / n64">
            <a:extLst>
              <a:ext uri="{FF2B5EF4-FFF2-40B4-BE49-F238E27FC236}">
                <ns2:creationId id="{136530F9-0296-4EE8-9FF0-1E7B690B7554}"/>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4-v5-qa-detail / n65">
            <a:extLst>
              <a:ext uri="{FF2B5EF4-FFF2-40B4-BE49-F238E27FC236}">
                <ns2:creationId id="{8F66B9A2-DC05-41E1-97DF-8DE013A563C1}"/>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중앙 진행 상태와 실행 대기열</a:t>
            </a:r>
            <a:endParaRPr lang="ko-KR">
              <a:solidFill>
                <a:srgbClr val="000000"/>
              </a:solidFill>
              <a:latin typeface="Calibri"/>
              <a:ea typeface="Calibri"/>
              <a:cs typeface="Calibri"/>
            </a:endParaRPr>
          </a:p>
        </p:txBody>
      </p:sp>
      <p:sp>
        <p:nvSpPr>
          <p:cNvPr id="66" name="dp44-v5-qa-detail / n66">
            <a:extLst>
              <a:ext uri="{FF2B5EF4-FFF2-40B4-BE49-F238E27FC236}">
                <ns2:creationId id="{EA7F0B05-6A33-4BD1-99C5-44C0F2F2E997}"/>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1,840MiB (가정)</a:t>
            </a:r>
            <a:endParaRPr lang="ko-KR">
              <a:solidFill>
                <a:srgbClr val="000000"/>
              </a:solidFill>
              <a:latin typeface="Calibri"/>
              <a:ea typeface="Calibri"/>
              <a:cs typeface="Calibri"/>
            </a:endParaRPr>
          </a:p>
        </p:txBody>
      </p:sp>
      <p:sp>
        <p:nvSpPr>
          <p:cNvPr id="67" name="dp44-v5-qa-detail / n67">
            <a:extLst>
              <a:ext uri="{FF2B5EF4-FFF2-40B4-BE49-F238E27FC236}">
                <ns2:creationId id="{646B2835-2040-4B40-812E-006606674C8A}"/>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window와 credit 및 envelope copy</a:t>
            </a:r>
            <a:endParaRPr lang="ko-KR">
              <a:solidFill>
                <a:srgbClr val="000000"/>
              </a:solidFill>
              <a:latin typeface="Calibri"/>
              <a:ea typeface="Calibri"/>
              <a:cs typeface="Calibri"/>
            </a:endParaRPr>
          </a:p>
        </p:txBody>
      </p:sp>
      <p:sp>
        <p:nvSpPr>
          <p:cNvPr id="68" name="dp44-v5-qa-detail / n68">
            <a:extLst>
              <a:ext uri="{FF2B5EF4-FFF2-40B4-BE49-F238E27FC236}">
                <ns2:creationId id="{F21BC9E9-1F2D-42A1-9975-C0F6781A0F23}"/>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4-v5-qa-detail / n69">
            <a:extLst>
              <a:ext uri="{FF2B5EF4-FFF2-40B4-BE49-F238E27FC236}">
                <ns2:creationId id="{526B1B18-E4CA-4CB2-974F-1A97A9F23048}"/>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4-v5-qa-detail / n70">
            <a:extLst>
              <a:ext uri="{FF2B5EF4-FFF2-40B4-BE49-F238E27FC236}">
                <ns2:creationId id="{14FBD837-90A8-43C0-B4A3-E1E75CAE30D8}"/>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4-v5-qa-detail / n71">
            <a:extLst>
              <a:ext uri="{FF2B5EF4-FFF2-40B4-BE49-F238E27FC236}">
                <ns2:creationId id="{CC4B4C12-48F8-4BE9-914F-2C44A6178E05}"/>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4-v5-qa-detail / n72">
            <a:extLst>
              <a:ext uri="{FF2B5EF4-FFF2-40B4-BE49-F238E27FC236}">
                <ns2:creationId id="{86CFD645-9475-48E1-B2A6-0FBC774FC731}"/>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4-v5-qa-detail / n73">
            <a:extLst>
              <a:ext uri="{FF2B5EF4-FFF2-40B4-BE49-F238E27FC236}">
                <ns2:creationId id="{9D95C4F9-C664-4BA8-BD37-8EEF0ED074AF}"/>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4-v5-qa-detail / n74">
            <a:extLst>
              <a:ext uri="{FF2B5EF4-FFF2-40B4-BE49-F238E27FC236}">
                <ns2:creationId id="{2AEB324B-541D-46D1-9618-D7A966618EA4}"/>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지역 계산 S5-04: 전이 6회 A 0.060초 / B 0.050초. 실제 queue와 음성 차례 비용은 별도다.</a:t>
            </a:r>
            <a:endParaRPr lang="ko-KR">
              <a:solidFill>
                <a:srgbClr val="000000"/>
              </a:solidFill>
              <a:latin typeface="Calibri"/>
              <a:ea typeface="Calibri"/>
              <a:cs typeface="Calibri"/>
            </a:endParaRPr>
          </a:p>
        </p:txBody>
      </p:sp>
      <p:sp>
        <p:nvSpPr>
          <p:cNvPr id="75" name="dp44-v5-qa-detail / n75">
            <a:extLst>
              <a:ext uri="{FF2B5EF4-FFF2-40B4-BE49-F238E27FC236}">
                <ns2:creationId id="{0F507A23-01EC-4E13-B9C8-8B3AD9FE1FDF}"/>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4-v5-qa-detail / n76">
            <a:extLst>
              <a:ext uri="{FF2B5EF4-FFF2-40B4-BE49-F238E27FC236}">
                <ns2:creationId id="{49B1163A-09C3-4F87-8F61-D810D0719FEC}"/>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D023A429-33FF-456F-9977-B582756D975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품질 평가 상세</a:t>
            </a:r>
            <a:endParaRPr lang="ko-KR">
              <a:latin typeface="Calibri"/>
              <a:ea typeface="Calibri"/>
              <a:cs typeface="Calibri"/>
            </a:endParaRPr>
          </a:p>
        </p:txBody>
      </p:sp>
      <p:sp>
        <p:nvSpPr>
          <p:cNvPr id="78" name="v6-header-rule">
            <a:extLst>
              <a:ext uri="{FF2B5EF4-FFF2-40B4-BE49-F238E27FC236}">
                <ns2:creationId id="{472425A6-2084-4DD0-B44C-5B133FD2B88A}"/>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965A1DF9-C7EB-4666-A171-EF6280C015A5}"/>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0161AD61-0E7D-4827-BB02-333EE5F1A09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477E6C4A-4AA2-4261-8263-C4AA1545D99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BA4AEE19-9A42-4E51-B0A1-9B41AFB9DAC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3DA0AED0-A554-4CA5-9483-2A77AF1D8B65}"/>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84" name="v6-header-page">
            <a:extLst>
              <a:ext uri="{FF2B5EF4-FFF2-40B4-BE49-F238E27FC236}">
                <ns2:creationId id="{3543F2A7-A3C2-4EC3-B64F-B44C9AFB725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51 / 63</a:t>
            </a:r>
            <a:endParaRPr lang="ko-KR">
              <a:latin typeface="Calibri"/>
              <a:ea typeface="Calibri"/>
              <a:cs typeface="Calibri"/>
            </a:endParaRPr>
          </a:p>
        </p:txBody>
      </p:sp>
      <p:sp>
        <p:nvSpPr>
          <p:cNvPr id="85" name="v6-native-header-cell-51-0">
            <a:extLst>
              <a:ext uri="{FF2B5EF4-FFF2-40B4-BE49-F238E27FC236}">
                <ns2:creationId id="{B7FB0FD1-41B5-4884-A4BC-FE5EC8E9AE54}"/>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51-1">
            <a:extLst>
              <a:ext uri="{FF2B5EF4-FFF2-40B4-BE49-F238E27FC236}">
                <ns2:creationId id="{2E0D103B-3F58-4123-9DD5-FFB339F75DAC}"/>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중앙에서 다음 실행 지시</a:t>
            </a:r>
            <a:endParaRPr lang="ko-KR">
              <a:latin typeface="Calibri"/>
              <a:ea typeface="Calibri"/>
              <a:cs typeface="Calibri"/>
            </a:endParaRPr>
          </a:p>
        </p:txBody>
      </p:sp>
      <p:sp>
        <p:nvSpPr>
          <p:cNvPr id="87" name="v6-native-header-cell-51-2">
            <a:extLst>
              <a:ext uri="{FF2B5EF4-FFF2-40B4-BE49-F238E27FC236}">
                <ns2:creationId id="{FA89CC43-8A66-4E49-9E9B-B738F6CF16D6}"/>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연결된 단계가 조건으로 실행</a:t>
            </a:r>
            <a:endParaRPr lang="ko-KR">
              <a:latin typeface="Calibri"/>
              <a:ea typeface="Calibri"/>
              <a:cs typeface="Calibri"/>
            </a:endParaRPr>
          </a:p>
        </p:txBody>
      </p:sp>
      <p:sp>
        <p:nvSpPr>
          <p:cNvPr id="88" name="v6-native-header-cell-51-3">
            <a:extLst>
              <a:ext uri="{FF2B5EF4-FFF2-40B4-BE49-F238E27FC236}">
                <ns2:creationId id="{0E6EC397-0BE4-406E-90F1-96B8ED9BBE54}"/>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1713456358"/>
      </p:ext>
    </p:extLst>
  </p:cSld>
</p:sld>
</file>

<file path=ppt/slides/slide2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
    <p:bg>
      <p:bgPr>
        <a:solidFill>
          <a:srgbClr val="FFFFFF"/>
        </a:solidFill>
      </p:bgPr>
    </p:bg>
    <p:spTree>
      <p:nvGrpSpPr>
        <p:cNvPr id="1" name=""/>
        <p:cNvGrpSpPr/>
        <p:nvPr/>
      </p:nvGrpSpPr>
      <p:grpSpPr>
        <a:xfrm/>
      </p:grpSpPr>
      <p:sp>
        <p:nvSpPr>
          <p:cNvPr id="3"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“지난번 네가 설명한 평가 기준으로,</a:t>
            </a:r>
            <a:endParaRPr lang="ko-KR">
              <a:solidFill>
                <a:srgbClr val="000000"/>
              </a:solidFill>
              <a:latin typeface="Calibri"/>
              <a:ea typeface="Calibri"/>
              <a:cs typeface="Calibri"/>
            </a:endParaRPr>
          </a:p>
        </p:txBody>
      </p:sp>
      <p:sp>
        <p:nvSpPr>
          <p:cNvPr id="4"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제품 비교와 견적 결과를 함께 써서 제안서를 만들어줘.”</a:t>
            </a:r>
            <a:endParaRPr lang="ko-KR">
              <a:solidFill>
                <a:srgbClr val="000000"/>
              </a:solidFill>
              <a:latin typeface="Calibri"/>
              <a:ea typeface="Calibri"/>
              <a:cs typeface="Calibri"/>
            </a:endParaRPr>
          </a:p>
        </p:txBody>
      </p:sp>
      <p:pic>
        <p:nvPicPr>
          <p:cNvPr id="31"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32"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33"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8"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서로 다른 과거 기록</a:t>
            </a:r>
            <a:endParaRPr lang="ko-KR">
              <a:solidFill>
                <a:srgbClr val="000000"/>
              </a:solidFill>
              <a:latin typeface="Calibri"/>
              <a:ea typeface="Calibri"/>
              <a:cs typeface="Calibri"/>
            </a:endParaRPr>
          </a:p>
        </p:txBody>
      </p:sp>
      <p:sp>
        <p:nvSpPr>
          <p:cNvPr id="9"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맥락 연결</a:t>
            </a:r>
            <a:endParaRPr lang="ko-KR">
              <a:solidFill>
                <a:srgbClr val="000000"/>
              </a:solidFill>
              <a:latin typeface="Calibri"/>
              <a:ea typeface="Calibri"/>
              <a:cs typeface="Calibri"/>
            </a:endParaRPr>
          </a:p>
        </p:txBody>
      </p:sp>
      <p:sp>
        <p:nvSpPr>
          <p:cNvPr id="10"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Task를 수행하는 Agent</a:t>
            </a:r>
            <a:endParaRPr lang="ko-KR">
              <a:solidFill>
                <a:srgbClr val="000000"/>
              </a:solidFill>
              <a:latin typeface="Calibri"/>
              <a:ea typeface="Calibri"/>
              <a:cs typeface="Calibri"/>
            </a:endParaRPr>
          </a:p>
        </p:txBody>
      </p:sp>
      <p:sp>
        <p:nvSpPr>
          <p:cNvPr id="11"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VIA가 설명한 평가 기준</a:t>
            </a:r>
            <a:endParaRPr lang="ko-KR">
              <a:solidFill>
                <a:srgbClr val="000000"/>
              </a:solidFill>
              <a:latin typeface="Calibri"/>
              <a:ea typeface="Calibri"/>
              <a:cs typeface="Calibri"/>
            </a:endParaRPr>
          </a:p>
        </p:txBody>
      </p:sp>
      <p:sp>
        <p:nvSpPr>
          <p:cNvPr id="16"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조사 Agent의 비교 결과</a:t>
            </a:r>
            <a:endParaRPr lang="ko-KR">
              <a:solidFill>
                <a:srgbClr val="000000"/>
              </a:solidFill>
              <a:latin typeface="Calibri"/>
              <a:ea typeface="Calibri"/>
              <a:cs typeface="Calibri"/>
            </a:endParaRPr>
          </a:p>
        </p:txBody>
      </p:sp>
      <p:sp>
        <p:nvSpPr>
          <p:cNvPr id="17"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 Agent의 견적 결과</a:t>
            </a:r>
            <a:endParaRPr lang="ko-KR">
              <a:solidFill>
                <a:srgbClr val="000000"/>
              </a:solidFill>
              <a:latin typeface="Calibri"/>
              <a:ea typeface="Calibri"/>
              <a:cs typeface="Calibri"/>
            </a:endParaRPr>
          </a:p>
        </p:txBody>
      </p:sp>
      <p:sp>
        <p:nvSpPr>
          <p:cNvPr id="18"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관련 기록, 실제 전달 범위 확인</a:t>
            </a:r>
            <a:endParaRPr lang="ko-KR">
              <a:solidFill>
                <a:srgbClr val="000000"/>
              </a:solidFill>
              <a:latin typeface="Calibri"/>
              <a:ea typeface="Calibri"/>
              <a:cs typeface="Calibri"/>
            </a:endParaRPr>
          </a:p>
        </p:txBody>
      </p:sp>
      <p:sp>
        <p:nvSpPr>
          <p:cNvPr id="19"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필요한 발췌, 결과 참조 연결</a:t>
            </a:r>
            <a:endParaRPr lang="ko-KR">
              <a:solidFill>
                <a:srgbClr val="000000"/>
              </a:solidFill>
              <a:latin typeface="Calibri"/>
              <a:ea typeface="Calibri"/>
              <a:cs typeface="Calibri"/>
            </a:endParaRPr>
          </a:p>
        </p:txBody>
      </p:sp>
      <p:sp>
        <p:nvSpPr>
          <p:cNvPr id="20"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이번 Request에 필요한 맥락 제공</a:t>
            </a:r>
            <a:endParaRPr lang="ko-KR">
              <a:solidFill>
                <a:srgbClr val="000000"/>
              </a:solidFill>
              <a:latin typeface="Calibri"/>
              <a:ea typeface="Calibri"/>
              <a:cs typeface="Calibri"/>
            </a:endParaRPr>
          </a:p>
        </p:txBody>
      </p:sp>
      <p:sp>
        <p:nvSpPr>
          <p:cNvPr id="21"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평가 기준을 적용해 자료 분석</a:t>
            </a:r>
            <a:endParaRPr lang="ko-KR">
              <a:solidFill>
                <a:srgbClr val="000000"/>
              </a:solidFill>
              <a:latin typeface="Calibri"/>
              <a:ea typeface="Calibri"/>
              <a:cs typeface="Calibri"/>
            </a:endParaRPr>
          </a:p>
        </p:txBody>
      </p:sp>
      <p:sp>
        <p:nvSpPr>
          <p:cNvPr id="22"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제안서 작성</a:t>
            </a:r>
            <a:endParaRPr lang="ko-KR">
              <a:solidFill>
                <a:srgbClr val="000000"/>
              </a:solidFill>
              <a:latin typeface="Calibri"/>
              <a:ea typeface="Calibri"/>
              <a:cs typeface="Calibri"/>
            </a:endParaRPr>
          </a:p>
        </p:txBody>
      </p:sp>
      <p:sp>
        <p:nvSpPr>
          <p:cNvPr id="23"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이전 설명과 여러 Task의 결과를 다시 모아 전달할 필요가 없습니다</a:t>
            </a:r>
            <a:endParaRPr lang="ko-KR">
              <a:solidFill>
                <a:srgbClr val="000000"/>
              </a:solidFill>
              <a:latin typeface="Calibri"/>
              <a:ea typeface="Calibri"/>
              <a:cs typeface="Calibri"/>
            </a:endParaRPr>
          </a:p>
        </p:txBody>
      </p:sp>
      <p:sp>
        <p:nvSpPr>
          <p:cNvPr id="24"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5" name="dp45-background / design-challenge / 1">
            <a:extLst>
              <a:ext uri="{FF2B5EF4-FFF2-40B4-BE49-F238E27FC236}">
                <ns2:creationId id="{DF16BB4B-3C3F-4C79-B52C-C50DE745A0EC}"/>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과거 대화와 여러 Task에 흩어진 정보 중 현재 Request에 필요한 내용을 찾아,</a:t>
            </a:r>
            <a:endParaRPr lang="ko-KR">
              <a:solidFill>
                <a:srgbClr val="000000"/>
              </a:solidFill>
              <a:latin typeface="Calibri"/>
              <a:ea typeface="Calibri"/>
              <a:cs typeface="Calibri"/>
            </a:endParaRPr>
          </a:p>
        </p:txBody>
      </p:sp>
      <p:sp>
        <p:nvSpPr>
          <p:cNvPr id="26" name="dp45-background / design-challenge / 2">
            <a:extLst>
              <a:ext uri="{FF2B5EF4-FFF2-40B4-BE49-F238E27FC236}">
                <ns2:creationId id="{2C0BEF4A-3494-4C0B-A5EB-BEAFCD8AE07E}"/>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이력과 실제 전달 내용을 반영해 제공하는 맥락 관리 구조</a:t>
            </a:r>
            <a:endParaRPr lang="ko-KR">
              <a:solidFill>
                <a:srgbClr val="000000"/>
              </a:solidFill>
              <a:latin typeface="Calibri"/>
              <a:ea typeface="Calibri"/>
              <a:cs typeface="Calibri"/>
            </a:endParaRPr>
          </a:p>
        </p:txBody>
      </p:sp>
      <p:sp>
        <p:nvSpPr>
          <p:cNvPr id="34" name="v6-header-title">
            <a:extLst>
              <a:ext uri="{FF2B5EF4-FFF2-40B4-BE49-F238E27FC236}">
                <ns2:creationId id="{8EA1BD79-8BDA-48DF-88EF-7E59535C8DB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맥락 배경 (원본)</a:t>
            </a:r>
            <a:endParaRPr lang="ko-KR">
              <a:latin typeface="Calibri"/>
              <a:ea typeface="Calibri"/>
              <a:cs typeface="Calibri"/>
            </a:endParaRPr>
          </a:p>
        </p:txBody>
      </p:sp>
      <p:sp>
        <p:nvSpPr>
          <p:cNvPr id="35" name="v6-header-rule">
            <a:extLst>
              <a:ext uri="{FF2B5EF4-FFF2-40B4-BE49-F238E27FC236}">
                <ns2:creationId id="{30327D60-17B1-4FCD-A26E-B08B4E357505}"/>
              </a:ext>
            </a:extLst>
          </p:cNvPr>
          <p:cNvSpPr>
            <a:spLocks noGrp="1"/>
          </p:cNvSpPr>
          <p:nvPr/>
        </p:nvSpPr>
        <p:spPr>
          <a:xfrm>
            <a:off x="495300" y="990600"/>
            <a:ext cx="17335500" cy="0"/>
          </a:xfrm>
          <a:prstGeom prst="line">
            <a:avLst/>
          </a:prstGeom>
          <a:noFill/>
          <a:ln w="19050">
            <a:solidFill>
              <a:srgbClr val="A6A6A6"/>
            </a:solidFill>
          </a:ln>
        </p:spPr>
      </p:sp>
      <p:sp>
        <p:nvSpPr>
          <p:cNvPr id="36" name="v6-header-stage-0">
            <a:extLst>
              <a:ext uri="{FF2B5EF4-FFF2-40B4-BE49-F238E27FC236}">
                <ns2:creationId id="{6CC1C6CE-38F2-494E-BD97-322B7AD7D721}"/>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7" name="v6-header-stage-1">
            <a:extLst>
              <a:ext uri="{FF2B5EF4-FFF2-40B4-BE49-F238E27FC236}">
                <ns2:creationId id="{EC6B0D30-A34D-407F-8CF3-806A5D53910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8" name="v6-header-stage-2">
            <a:extLst>
              <a:ext uri="{FF2B5EF4-FFF2-40B4-BE49-F238E27FC236}">
                <ns2:creationId id="{BE21F8AB-6C78-4534-8B62-1732714F55D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9" name="v6-header-stage-3">
            <a:extLst>
              <a:ext uri="{FF2B5EF4-FFF2-40B4-BE49-F238E27FC236}">
                <ns2:creationId id="{CE359CB7-2F82-4774-8765-0CF7C0E8332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0" name="v6-header-stage-4">
            <a:extLst>
              <a:ext uri="{FF2B5EF4-FFF2-40B4-BE49-F238E27FC236}">
                <ns2:creationId id="{936BD5BB-2CD4-426B-AE68-2AA45E4BEB72}"/>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1" name="v6-header-page">
            <a:extLst>
              <a:ext uri="{FF2B5EF4-FFF2-40B4-BE49-F238E27FC236}">
                <ns2:creationId id="{D289AE66-F981-444D-8EED-31D404A9839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52 / 63</a:t>
            </a:r>
            <a:endParaRPr lang="ko-KR">
              <a:latin typeface="Calibri"/>
              <a:ea typeface="Calibri"/>
              <a:cs typeface="Calibri"/>
            </a:endParaRPr>
          </a:p>
        </p:txBody>
      </p:sp>
    </p:spTree>
    <p:extLst>
      <p:ext uri="{BB962C8B-B14F-4D97-AF65-F5344CB8AC3E}">
        <p14:creationId val="331947025"/>
      </p:ext>
    </p:extLst>
  </p:cSld>
</p:sld>
</file>

<file path=ppt/slides/slide28.xml><?xml version="1.0" encoding="utf-8"?>
<p:sld xmlns:a="http://schemas.openxmlformats.org/drawingml/2006/main" xmlns:ns2="http://schemas.microsoft.com/office/drawing/2014/main" xmlns:p="http://schemas.openxmlformats.org/presentationml/2006/main" xmlns:p14="http://schemas.microsoft.com/office/powerpoint/2010/main">
  <p:cSld name="dp45-comparison">
    <p:bg>
      <p:bgPr>
        <a:solidFill>
          <a:srgbClr val="FFFFFF"/>
        </a:solidFill>
      </p:bgPr>
    </p:bg>
    <p:spTree>
      <p:nvGrpSpPr>
        <p:cNvPr id="1" name=""/>
        <p:cNvGrpSpPr/>
        <p:nvPr/>
      </p:nvGrpSpPr>
      <p:grpSpPr>
        <a:xfrm/>
      </p:grpSpPr>
      <p:sp>
        <p:nvSpPr>
          <p:cNvPr id="304" name="dp45-comparison / n1">
            <a:extLst>
              <a:ext uri="{FF2B5EF4-FFF2-40B4-BE49-F238E27FC236}">
                <ns2:creationId id="{E1BCBBC5-DF86-41AD-9756-7530D0E71F55}"/>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5-comparison / n6 / text 1">
            <a:extLst>
              <a:ext uri="{FF2B5EF4-FFF2-40B4-BE49-F238E27FC236}">
                <ns2:creationId id="{719D88DA-42F4-4794-9DF4-FC26DF5C25E3}"/>
              </a:ext>
            </a:extLst>
          </p:cNvPr>
          <p:cNvSpPr>
            <a:spLocks noGrp="1"/>
          </p:cNvSpPr>
          <p:nvPr/>
        </p:nvSpPr>
        <p:spPr>
          <a:xfrm>
            <a:off x="381000" y="1304925"/>
            <a:ext cx="17526000" cy="276225"/>
          </a:xfrm>
          <a:prstGeom prst="rect">
            <a:avLst/>
          </a:prstGeom>
          <a:noFill/>
          <a:ln w="0">
            <a:noFill/>
            <a:prstDash val="solid"/>
          </a:ln>
        </p:spPr>
        <p:txBody>
          <a:bodyPr wrap="none" lIns="0" tIns="0" rIns="0" bIns="0" anchor="t">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“지난번 네가 설명한 평가 기준에 맞춰, 앞서 조사한 제품 비교 결과와 받아둔 견적을 이번 제안서에 반영해줘.”</a:t>
            </a:r>
            <a:endParaRPr lang="ko-KR">
              <a:solidFill>
                <a:srgbClr val="000000"/>
              </a:solidFill>
              <a:latin typeface="Calibri"/>
              <a:ea typeface="Calibri"/>
              <a:cs typeface="Calibri"/>
            </a:endParaRPr>
          </a:p>
        </p:txBody>
      </p:sp>
      <p:sp>
        <p:nvSpPr>
          <p:cNvPr id="7" name="dp45-comparison / n7 / text 1">
            <a:extLst>
              <a:ext uri="{FF2B5EF4-FFF2-40B4-BE49-F238E27FC236}">
                <ns2:creationId id="{3FF8F708-7464-4469-86CA-A0587DFE3519}"/>
              </a:ext>
            </a:extLst>
          </p:cNvPr>
          <p:cNvSpPr>
            <a:spLocks noGrp="1"/>
          </p:cNvSpPr>
          <p:nvPr/>
        </p:nvSpPr>
        <p:spPr>
          <a:xfrm>
            <a:off x="381000" y="160020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VIA가 실제 설명한 내용 + 제품 조사와 견적의 결과 / 현재 제안서 업무 연결은 해석 결과 / 로컬 VIA + 클라우드 모델</a:t>
            </a:r>
            <a:endParaRPr lang="ko-KR">
              <a:solidFill>
                <a:srgbClr val="000000"/>
              </a:solidFill>
              <a:latin typeface="Calibri"/>
              <a:ea typeface="Calibri"/>
              <a:cs typeface="Calibri"/>
            </a:endParaRPr>
          </a:p>
        </p:txBody>
      </p:sp>
      <p:sp>
        <p:nvSpPr>
          <p:cNvPr id="8" name="dp45-comparison / n8">
            <a:extLst>
              <a:ext uri="{FF2B5EF4-FFF2-40B4-BE49-F238E27FC236}">
                <ns2:creationId id="{4E1CCC2D-04AF-4B29-B92C-C052344E9A78}"/>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1" name="dp45-comparison / n11 / path">
            <a:extLst>
              <a:ext uri="{FF2B5EF4-FFF2-40B4-BE49-F238E27FC236}">
                <ns2:creationId id="{8A6C861D-6F6E-4E41-BE84-4FB30EC9C466}"/>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5-comparison / n12 / path">
            <a:extLst>
              <a:ext uri="{FF2B5EF4-FFF2-40B4-BE49-F238E27FC236}">
                <ns2:creationId id="{0C14A470-130F-4C02-B0E0-1AEA6F27EDCF}"/>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5-comparison / n13 / text 1">
            <a:extLst>
              <a:ext uri="{FF2B5EF4-FFF2-40B4-BE49-F238E27FC236}">
                <ns2:creationId id="{301E5772-F68A-40F3-BEBB-95C20C48137A}"/>
              </a:ext>
            </a:extLst>
          </p:cNvPr>
          <p:cNvSpPr>
            <a:spLocks noGrp="1"/>
          </p:cNvSpPr>
          <p:nvPr/>
        </p:nvSpPr>
        <p:spPr>
          <a:xfrm>
            <a:off x="381000" y="7705725"/>
            <a:ext cx="1752600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PARTIAL: 실제 전달한 예외 문구 한 구간과 결과 참조의 예시 / 기준 전체의 완전 추출을 뜻하지 않음 / 과거 게시와 현재 의미 채택은 별개</a:t>
            </a:r>
            <a:endParaRPr lang="ko-KR">
              <a:solidFill>
                <a:srgbClr val="000000"/>
              </a:solidFill>
              <a:latin typeface="Calibri"/>
              <a:ea typeface="Calibri"/>
              <a:cs typeface="Calibri"/>
            </a:endParaRPr>
          </a:p>
        </p:txBody>
      </p:sp>
      <p:sp>
        <p:nvSpPr>
          <p:cNvPr id="14" name="dp45-comparison / n14 / text 1">
            <a:extLst>
              <a:ext uri="{FF2B5EF4-FFF2-40B4-BE49-F238E27FC236}">
                <ns2:creationId id="{14AD77A4-F4B7-43BD-B53F-E5AEACB57C5E}"/>
              </a:ext>
            </a:extLst>
          </p:cNvPr>
          <p:cNvSpPr>
            <a:spLocks noGrp="1"/>
          </p:cNvSpPr>
          <p:nvPr/>
        </p:nvSpPr>
        <p:spPr>
          <a:xfrm>
            <a:off x="381000" y="7981950"/>
            <a:ext cx="1752600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첫 요청 / 준비된 반복 조회 / 정정 직후 / 표현 밖 관계를 구분. A의 유효 관계 cache와 부분 갱신도 허용한다.</a:t>
            </a:r>
            <a:endParaRPr lang="ko-KR">
              <a:solidFill>
                <a:srgbClr val="000000"/>
              </a:solidFill>
              <a:latin typeface="Calibri"/>
              <a:ea typeface="Calibri"/>
              <a:cs typeface="Calibri"/>
            </a:endParaRPr>
          </a:p>
        </p:txBody>
      </p:sp>
      <p:sp>
        <p:nvSpPr>
          <p:cNvPr id="305" name="dp45-v5-summary / n1">
            <a:extLst>
              <a:ext uri="{FF2B5EF4-FFF2-40B4-BE49-F238E27FC236}">
                <ns2:creationId id="{D4EA064B-9BAC-4B2A-B125-2DDCCF109CE3}"/>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306" name="dp45-v5-summary / n2">
            <a:extLst>
              <a:ext uri="{FF2B5EF4-FFF2-40B4-BE49-F238E27FC236}">
                <ns2:creationId id="{FFA8F87D-763B-471A-A92D-3A54F041D436}"/>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307" name="dp45-v5-summary / n3">
            <a:extLst>
              <a:ext uri="{FF2B5EF4-FFF2-40B4-BE49-F238E27FC236}">
                <ns2:creationId id="{9D202C4B-925F-4FEA-963F-EED87566F99E}"/>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[원문과 유효 cache의 조건 보존]</a:t>
            </a:r>
            <a:endParaRPr lang="ko-KR">
              <a:solidFill>
                <a:srgbClr val="000000"/>
              </a:solidFill>
              <a:latin typeface="Calibri"/>
              <a:ea typeface="Calibri"/>
              <a:cs typeface="Calibri"/>
            </a:endParaRPr>
          </a:p>
        </p:txBody>
      </p:sp>
      <p:sp>
        <p:nvSpPr>
          <p:cNvPr id="308" name="dp45-v5-summary / n4">
            <a:extLst>
              <a:ext uri="{FF2B5EF4-FFF2-40B4-BE49-F238E27FC236}">
                <ns2:creationId id="{5E3F5AC9-9EF1-4891-AD86-8C546E5C94C2}"/>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[게시 관계의 coverage와 예외 보존]</a:t>
            </a:r>
            <a:endParaRPr lang="ko-KR">
              <a:solidFill>
                <a:srgbClr val="000000"/>
              </a:solidFill>
              <a:latin typeface="Calibri"/>
              <a:ea typeface="Calibri"/>
              <a:cs typeface="Calibri"/>
            </a:endParaRPr>
          </a:p>
        </p:txBody>
      </p:sp>
      <p:sp>
        <p:nvSpPr>
          <p:cNvPr id="309" name="dp45-v5-summary / n5">
            <a:extLst>
              <a:ext uri="{FF2B5EF4-FFF2-40B4-BE49-F238E27FC236}">
                <ns2:creationId id="{411ED8AC-EA95-4B8D-B0BE-E0286E14D2A4}"/>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310" name="dp45-v5-summary / n6">
            <a:extLst>
              <a:ext uri="{FF2B5EF4-FFF2-40B4-BE49-F238E27FC236}">
                <ns2:creationId id="{AC17D3EF-C50C-4227-9D39-7CD47822E2E5}"/>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311" name="dp45-v5-summary / n7">
            <a:extLst>
              <a:ext uri="{FF2B5EF4-FFF2-40B4-BE49-F238E27FC236}">
                <ns2:creationId id="{3B059090-DF17-4BC2-AC58-0994D0CC0736}"/>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[최초 조합과 재사용 cache 대기]</a:t>
            </a:r>
            <a:endParaRPr lang="ko-KR">
              <a:solidFill>
                <a:srgbClr val="000000"/>
              </a:solidFill>
              <a:latin typeface="Calibri"/>
              <a:ea typeface="Calibri"/>
              <a:cs typeface="Calibri"/>
            </a:endParaRPr>
          </a:p>
        </p:txBody>
      </p:sp>
      <p:sp>
        <p:nvSpPr>
          <p:cNvPr id="312" name="dp45-v5-summary / n8">
            <a:extLst>
              <a:ext uri="{FF2B5EF4-FFF2-40B4-BE49-F238E27FC236}">
                <ns2:creationId id="{35F96B96-DDB9-4142-A123-91596EB921CE}"/>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[준비된 조회와 미게시 backfill 대기]</a:t>
            </a:r>
            <a:endParaRPr lang="ko-KR">
              <a:solidFill>
                <a:srgbClr val="000000"/>
              </a:solidFill>
              <a:latin typeface="Calibri"/>
              <a:ea typeface="Calibri"/>
              <a:cs typeface="Calibri"/>
            </a:endParaRPr>
          </a:p>
        </p:txBody>
      </p:sp>
      <p:sp>
        <p:nvSpPr>
          <p:cNvPr id="313" name="dp45-v5-summary / n9">
            <a:extLst>
              <a:ext uri="{FF2B5EF4-FFF2-40B4-BE49-F238E27FC236}">
                <ns2:creationId id="{CA05DA6A-8F2E-48A1-B9C5-96E60DA0AB15}"/>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314" name="dp45-v5-summary / n10">
            <a:extLst>
              <a:ext uri="{FF2B5EF4-FFF2-40B4-BE49-F238E27FC236}">
                <ns2:creationId id="{CD241364-3072-426B-925C-5FA99D4DF722}"/>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315" name="dp45-v5-summary / n11">
            <a:extLst>
              <a:ext uri="{FF2B5EF4-FFF2-40B4-BE49-F238E27FC236}">
                <ns2:creationId id="{912AD28A-7C0A-4AF7-A851-01CAC5CF3A13}"/>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[첫 사용과 반복 및 갱신 후 조합]</a:t>
            </a:r>
            <a:endParaRPr lang="ko-KR">
              <a:solidFill>
                <a:srgbClr val="000000"/>
              </a:solidFill>
              <a:latin typeface="Calibri"/>
              <a:ea typeface="Calibri"/>
              <a:cs typeface="Calibri"/>
            </a:endParaRPr>
          </a:p>
        </p:txBody>
      </p:sp>
      <p:sp>
        <p:nvSpPr>
          <p:cNvPr id="316" name="dp45-v5-summary / n12">
            <a:extLst>
              <a:ext uri="{FF2B5EF4-FFF2-40B4-BE49-F238E27FC236}">
                <ns2:creationId id="{F54913EB-9767-4B28-8C6D-E497B651A2A8}"/>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[조회와 원문검증 및 동기 backfill]</a:t>
            </a:r>
            <a:endParaRPr lang="ko-KR">
              <a:solidFill>
                <a:srgbClr val="000000"/>
              </a:solidFill>
              <a:latin typeface="Calibri"/>
              <a:ea typeface="Calibri"/>
              <a:cs typeface="Calibri"/>
            </a:endParaRPr>
          </a:p>
        </p:txBody>
      </p:sp>
      <p:sp>
        <p:nvSpPr>
          <p:cNvPr id="317" name="dp45-v5-summary / n13">
            <a:extLst>
              <a:ext uri="{FF2B5EF4-FFF2-40B4-BE49-F238E27FC236}">
                <ns2:creationId id="{8909F820-D94F-479F-A14A-CCEE4E74CBA2}"/>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318" name="dp45-v5-summary / n14">
            <a:extLst>
              <a:ext uri="{FF2B5EF4-FFF2-40B4-BE49-F238E27FC236}">
                <ns2:creationId id="{091DA110-8769-488C-BBA1-A025AD712D7D}"/>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319" name="dp45-v5-summary / n15">
            <a:extLst>
              <a:ext uri="{FF2B5EF4-FFF2-40B4-BE49-F238E27FC236}">
                <ns2:creationId id="{B6584A14-E021-4BA9-9BE6-36C43B8B005B}"/>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[cache miss와 실제 추가 해석 청구]</a:t>
            </a:r>
            <a:endParaRPr lang="ko-KR">
              <a:solidFill>
                <a:srgbClr val="000000"/>
              </a:solidFill>
              <a:latin typeface="Calibri"/>
              <a:ea typeface="Calibri"/>
              <a:cs typeface="Calibri"/>
            </a:endParaRPr>
          </a:p>
        </p:txBody>
      </p:sp>
      <p:sp>
        <p:nvSpPr>
          <p:cNvPr id="320" name="dp45-v5-summary / n16">
            <a:extLst>
              <a:ext uri="{FF2B5EF4-FFF2-40B4-BE49-F238E27FC236}">
                <ns2:creationId id="{241DDEEC-DFE1-40F9-8097-A2ED77EDB0A5}"/>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[초기와 미사용 갱신 및 철회 청구]</a:t>
            </a:r>
            <a:endParaRPr lang="ko-KR">
              <a:solidFill>
                <a:srgbClr val="000000"/>
              </a:solidFill>
              <a:latin typeface="Calibri"/>
              <a:ea typeface="Calibri"/>
              <a:cs typeface="Calibri"/>
            </a:endParaRPr>
          </a:p>
        </p:txBody>
      </p:sp>
      <p:sp>
        <p:nvSpPr>
          <p:cNvPr id="321" name="dp45-v5-summary / n17">
            <a:extLst>
              <a:ext uri="{FF2B5EF4-FFF2-40B4-BE49-F238E27FC236}">
                <ns2:creationId id="{5AE138C9-DD16-4263-9A78-C31D74554EF9}"/>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322" name="dp45-v5-summary / n18">
            <a:extLst>
              <a:ext uri="{FF2B5EF4-FFF2-40B4-BE49-F238E27FC236}">
                <ns2:creationId id="{BB50C27A-0F16-4269-839E-93438EE068B8}"/>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323" name="dp45-v5-summary / n19">
            <a:extLst>
              <a:ext uri="{FF2B5EF4-FFF2-40B4-BE49-F238E27FC236}">
                <ns2:creationId id="{58EC372C-B508-4815-96B1-020147887448}"/>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[조합과 cache의 철회 처리 수정]</a:t>
            </a:r>
            <a:endParaRPr lang="ko-KR">
              <a:solidFill>
                <a:srgbClr val="000000"/>
              </a:solidFill>
              <a:latin typeface="Calibri"/>
              <a:ea typeface="Calibri"/>
              <a:cs typeface="Calibri"/>
            </a:endParaRPr>
          </a:p>
        </p:txBody>
      </p:sp>
      <p:sp>
        <p:nvSpPr>
          <p:cNvPr id="324" name="dp45-v5-summary / n20">
            <a:extLst>
              <a:ext uri="{FF2B5EF4-FFF2-40B4-BE49-F238E27FC236}">
                <ns2:creationId id="{04D46C24-52F1-4A14-8253-FBCC08355924}"/>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[생산자와 조회자의 철회 처리 수정]</a:t>
            </a:r>
            <a:endParaRPr lang="ko-KR">
              <a:solidFill>
                <a:srgbClr val="000000"/>
              </a:solidFill>
              <a:latin typeface="Calibri"/>
              <a:ea typeface="Calibri"/>
              <a:cs typeface="Calibri"/>
            </a:endParaRPr>
          </a:p>
        </p:txBody>
      </p:sp>
      <p:sp>
        <p:nvSpPr>
          <p:cNvPr id="325" name="dp45-v5-summary / n21">
            <a:extLst>
              <a:ext uri="{FF2B5EF4-FFF2-40B4-BE49-F238E27FC236}">
                <ns2:creationId id="{D2739DC9-D644-4B55-8255-B374E0A15614}"/>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326" name="dp45-v5-summary / n22">
            <a:extLst>
              <a:ext uri="{FF2B5EF4-FFF2-40B4-BE49-F238E27FC236}">
                <ns2:creationId id="{90D65D04-063D-43D0-A21E-5802A3974B34}"/>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327" name="dp45-v5-summary / n23">
            <a:extLst>
              <a:ext uri="{FF2B5EF4-FFF2-40B4-BE49-F238E27FC236}">
                <ns2:creationId id="{0BB912E4-A139-46F0-894F-323C22346319}"/>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1,792MiB  [원문 Context와 선택 cache]</a:t>
            </a:r>
            <a:endParaRPr lang="ko-KR">
              <a:solidFill>
                <a:srgbClr val="000000"/>
              </a:solidFill>
              <a:latin typeface="Calibri"/>
              <a:ea typeface="Calibri"/>
              <a:cs typeface="Calibri"/>
            </a:endParaRPr>
          </a:p>
        </p:txBody>
      </p:sp>
      <p:sp>
        <p:nvSpPr>
          <p:cNvPr id="328" name="dp45-v5-summary / n24">
            <a:extLst>
              <a:ext uri="{FF2B5EF4-FFF2-40B4-BE49-F238E27FC236}">
                <ns2:creationId id="{00FA2D21-AB7D-451B-B33B-3AF7BB7E297B}"/>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1,920MiB  [관계 index와 생산 상태 및 원문]</a:t>
            </a:r>
            <a:endParaRPr lang="ko-KR">
              <a:solidFill>
                <a:srgbClr val="000000"/>
              </a:solidFill>
              <a:latin typeface="Calibri"/>
              <a:ea typeface="Calibri"/>
              <a:cs typeface="Calibri"/>
            </a:endParaRPr>
          </a:p>
        </p:txBody>
      </p:sp>
      <p:sp>
        <p:nvSpPr>
          <p:cNvPr id="329" name="dp45-v5-summary / n25">
            <a:extLst>
              <a:ext uri="{FF2B5EF4-FFF2-40B4-BE49-F238E27FC236}">
                <ns2:creationId id="{B8795731-DC89-44BF-82BE-4FD199401D96}"/>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P21 비용 예산 소계 $0.35184, 잔여 $0.14816. 후보별 전체 청구와 목표 판정은 평가 전.</a:t>
            </a:r>
            <a:endParaRPr lang="ko-KR">
              <a:solidFill>
                <a:srgbClr val="000000"/>
              </a:solidFill>
              <a:latin typeface="Calibri"/>
              <a:ea typeface="Calibri"/>
              <a:cs typeface="Calibri"/>
            </a:endParaRPr>
          </a:p>
        </p:txBody>
      </p:sp>
      <p:sp>
        <p:nvSpPr>
          <p:cNvPr id="330" name="dp45-v5-summary / n26">
            <a:extLst>
              <a:ext uri="{FF2B5EF4-FFF2-40B4-BE49-F238E27FC236}">
                <ns2:creationId id="{A5C57EC2-A8AB-4D43-8C61-7EE512D05EB6}"/>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41" name="dp45-comparison / legend_continuation_0">
            <a:extLst>
              <a:ext uri="{FF2B5EF4-FFF2-40B4-BE49-F238E27FC236}">
                <ns2:creationId id="{9C4B664D-D444-4BC7-B0D6-8AEF8132B3D8}"/>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txBody>
          <a:bodyPr wrap="none" lIns="19050" tIns="72009" rIns="19050" bIns="392134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43" name="dp45-comparison / legend_continuation_2">
            <a:extLst>
              <a:ext uri="{FF2B5EF4-FFF2-40B4-BE49-F238E27FC236}">
                <ns2:creationId id="{6067826F-FC35-41F1-9EEA-16A922316E98}"/>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45" name="dp45-comparison / legend_continuation_4 / text 1">
            <a:extLst>
              <a:ext uri="{FF2B5EF4-FFF2-40B4-BE49-F238E27FC236}">
                <ns2:creationId id="{8459572A-12F2-4B32-B1D4-B70F9F18C56C}"/>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46" name="dp45-comparison / legend_continuation_5">
            <a:extLst>
              <a:ext uri="{FF2B5EF4-FFF2-40B4-BE49-F238E27FC236}">
                <ns2:creationId id="{9B99842E-F88D-4006-B22B-A57AA5BBC15C}"/>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8" name="dp45-comparison / legend_continuation_7 / text 1">
            <a:extLst>
              <a:ext uri="{FF2B5EF4-FFF2-40B4-BE49-F238E27FC236}">
                <ns2:creationId id="{A26ECB5D-7AE4-42BD-AD5F-DE59151AF709}"/>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9" name="dp45-comparison / legend_continuation_8">
            <a:extLst>
              <a:ext uri="{FF2B5EF4-FFF2-40B4-BE49-F238E27FC236}">
                <ns2:creationId id="{F9B7818B-B2C9-4F43-A1D9-A345C4E7FB7C}"/>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txBody>
          <a:bodyPr wrap="none" lIns="19050" tIns="56007" rIns="19050" bIns="2190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50" name="dp45-comparison / legend_continuation_8 / fold">
            <a:extLst>
              <a:ext uri="{FF2B5EF4-FFF2-40B4-BE49-F238E27FC236}">
                <ns2:creationId id="{6A2DC598-18FE-44D6-826F-E3F32DEE6369}"/>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2" name="dp45-comparison / legend_continuation_10 / text 1">
            <a:extLst>
              <a:ext uri="{FF2B5EF4-FFF2-40B4-BE49-F238E27FC236}">
                <ns2:creationId id="{DF3AD842-9DBB-40B5-8159-7E5CBCF44355}"/>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53" name="dp45-comparison / legend_continuation_11">
            <a:extLst>
              <a:ext uri="{FF2B5EF4-FFF2-40B4-BE49-F238E27FC236}">
                <ns2:creationId id="{06A3214A-6E8B-4C37-9A5E-54DF4395B3D1}"/>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55" name="dp45-comparison / legend_continuation_13 / text 1">
            <a:extLst>
              <a:ext uri="{FF2B5EF4-FFF2-40B4-BE49-F238E27FC236}">
                <ns2:creationId id="{7C0CE6FF-7DCC-48E7-9314-5556A09947E7}"/>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56" name="dp45-comparison / legend_continuation_14">
            <a:extLst>
              <a:ext uri="{FF2B5EF4-FFF2-40B4-BE49-F238E27FC236}">
                <ns2:creationId id="{A0051BEC-CAD5-416A-B223-2B7ADCE2E507}"/>
              </a:ext>
            </a:extLst>
          </p:cNvPr>
          <p:cNvSpPr>
            <a:spLocks noGrp="1"/>
          </p:cNvSpPr>
          <p:nvPr/>
        </p:nvSpPr>
        <p:spPr>
          <a:xfrm>
            <a:off x="504825" y="5433822"/>
            <a:ext cx="704850" cy="216027"/>
          </a:xfrm>
          <a:prstGeom prst="roundRect">
            <a:avLst>
              <a:gd name="adj" fmla="val 35273"/>
            </a:avLst>
          </a:prstGeom>
          <a:solidFill>
            <a:srgbClr val="FFF6DE"/>
          </a:solidFill>
          <a:ln w="9525">
            <a:solidFill>
              <a:srgbClr val="B8753F"/>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8" name="dp45-comparison / legend_continuation_16 / text 1">
            <a:extLst>
              <a:ext uri="{FF2B5EF4-FFF2-40B4-BE49-F238E27FC236}">
                <ns2:creationId id="{76959A61-0B29-41A2-99F5-5B12CBAD5C0F}"/>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9" name="dp45-comparison / legend_continuation_17">
            <a:extLst>
              <a:ext uri="{FF2B5EF4-FFF2-40B4-BE49-F238E27FC236}">
                <ns2:creationId id="{AD5825EF-8259-4EFD-908D-D5B57314F3B3}"/>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5-comparison / legend_continuation_18 / text 1">
            <a:extLst>
              <a:ext uri="{FF2B5EF4-FFF2-40B4-BE49-F238E27FC236}">
                <ns2:creationId id="{4BBD1DF9-4F93-4453-A6BA-6DA8846A9CE6}"/>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61" name="dp45-comparison / legend_continuation_19 / text 1">
            <a:extLst>
              <a:ext uri="{FF2B5EF4-FFF2-40B4-BE49-F238E27FC236}">
                <ns2:creationId id="{D9C483BC-6BD6-418C-A531-40016459E995}"/>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62" name="dp45-comparison / legend_continuation_20 / path">
            <a:extLst>
              <a:ext uri="{FF2B5EF4-FFF2-40B4-BE49-F238E27FC236}">
                <ns2:creationId id="{844F7EA7-2281-4D35-A5BB-1750CE149AE5}"/>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5-comparison / legend_continuation_20 / arrow">
            <a:extLst>
              <a:ext uri="{FF2B5EF4-FFF2-40B4-BE49-F238E27FC236}">
                <ns2:creationId id="{446AE336-7F9B-430A-B559-F1D32EDFA2AF}"/>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5-comparison / legend_continuation_21 / text 1">
            <a:extLst>
              <a:ext uri="{FF2B5EF4-FFF2-40B4-BE49-F238E27FC236}">
                <ns2:creationId id="{986E9A34-39D8-4D43-A561-4BAF6C183EAA}"/>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65" name="dp45-comparison / legend_continuation_22 / path">
            <a:extLst>
              <a:ext uri="{FF2B5EF4-FFF2-40B4-BE49-F238E27FC236}">
                <ns2:creationId id="{DF96F52B-4496-4F22-9802-B457657D88D1}"/>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5-comparison / legend_continuation_22 / arrow">
            <a:extLst>
              <a:ext uri="{FF2B5EF4-FFF2-40B4-BE49-F238E27FC236}">
                <ns2:creationId id="{3F83018E-A48E-4FF4-BEDE-5BE0A853F241}"/>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5-comparison / legend_continuation_23 / text 1">
            <a:extLst>
              <a:ext uri="{FF2B5EF4-FFF2-40B4-BE49-F238E27FC236}">
                <ns2:creationId id="{F8881E7C-681B-4AA5-9132-86695694CCDE}"/>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8" name="dp45-comparison / legend_continuation_24 / text 1">
            <a:extLst>
              <a:ext uri="{FF2B5EF4-FFF2-40B4-BE49-F238E27FC236}">
                <ns2:creationId id="{336D6C12-8F72-4AF1-8596-EA07E569E44E}"/>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9" name="dp45-comparison / legend_continuation_25">
            <a:extLst>
              <a:ext uri="{FF2B5EF4-FFF2-40B4-BE49-F238E27FC236}">
                <ns2:creationId id="{A1D5678D-835C-4EED-B16E-97D1BE8086FE}"/>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5-comparison / legend_continuation_26 / text 1">
            <a:extLst>
              <a:ext uri="{FF2B5EF4-FFF2-40B4-BE49-F238E27FC236}">
                <ns2:creationId id="{203CC53E-9E99-40E5-8047-1523DE84F0AC}"/>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1" name="dp45-comparison / legend_continuation_27 / text 1">
            <a:extLst>
              <a:ext uri="{FF2B5EF4-FFF2-40B4-BE49-F238E27FC236}">
                <ns2:creationId id="{D415AF75-1B81-40AB-8226-E2D720C87E9A}"/>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72" name="dp45-comparison / legend_continuation_28">
            <a:extLst>
              <a:ext uri="{FF2B5EF4-FFF2-40B4-BE49-F238E27FC236}">
                <ns2:creationId id="{BD7E38DE-0267-43B3-B646-2DB1611BF3B8}"/>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5-comparison / legend_continuation_29 / text 1">
            <a:extLst>
              <a:ext uri="{FF2B5EF4-FFF2-40B4-BE49-F238E27FC236}">
                <ns2:creationId id="{F564EB89-5B7A-4AAB-B70B-9E44115DABCB}"/>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4" name="dp45-comparison / legend_continuation_30 / text 1">
            <a:extLst>
              <a:ext uri="{FF2B5EF4-FFF2-40B4-BE49-F238E27FC236}">
                <ns2:creationId id="{37896095-FA61-4971-A7BC-5999024AF08D}"/>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75" name="dp45-comparison / n72">
            <a:extLst>
              <a:ext uri="{FF2B5EF4-FFF2-40B4-BE49-F238E27FC236}">
                <ns2:creationId id="{EDBB8967-FD66-4E9E-B26E-D21496D69EEA}"/>
              </a:ext>
            </a:extLst>
          </p:cNvPr>
          <p:cNvSpPr>
            <a:spLocks noGrp="1"/>
          </p:cNvSpPr>
          <p:nvPr/>
        </p:nvSpPr>
        <p:spPr>
          <a:xfrm>
            <a:off x="1666875" y="2409825"/>
            <a:ext cx="2381250"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77" name="dp45-comparison / n74">
            <a:extLst>
              <a:ext uri="{FF2B5EF4-FFF2-40B4-BE49-F238E27FC236}">
                <ns2:creationId id="{B881AE6B-F1CC-4C91-81D3-64F8C1002B30}"/>
              </a:ext>
            </a:extLst>
          </p:cNvPr>
          <p:cNvSpPr>
            <a:spLocks noGrp="1"/>
          </p:cNvSpPr>
          <p:nvPr/>
        </p:nvSpPr>
        <p:spPr>
          <a:xfrm>
            <a:off x="4572000" y="2409825"/>
            <a:ext cx="2238375"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79" name="dp45-comparison / n76">
            <a:extLst>
              <a:ext uri="{FF2B5EF4-FFF2-40B4-BE49-F238E27FC236}">
                <ns2:creationId id="{29FFA2A9-4E94-4EAA-A7F7-00C06F0CD3A8}"/>
              </a:ext>
            </a:extLst>
          </p:cNvPr>
          <p:cNvSpPr>
            <a:spLocks noGrp="1"/>
          </p:cNvSpPr>
          <p:nvPr/>
        </p:nvSpPr>
        <p:spPr>
          <a:xfrm>
            <a:off x="7096125" y="2409825"/>
            <a:ext cx="2190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81" name="dp45-comparison / n88">
            <a:extLst>
              <a:ext uri="{FF2B5EF4-FFF2-40B4-BE49-F238E27FC236}">
                <ns2:creationId id="{862E52BA-81D8-4D83-849D-7B83456D1F2C}"/>
              </a:ext>
            </a:extLst>
          </p:cNvPr>
          <p:cNvSpPr>
            <a:spLocks noGrp="1"/>
          </p:cNvSpPr>
          <p:nvPr/>
        </p:nvSpPr>
        <p:spPr>
          <a:xfrm>
            <a:off x="1571625" y="3276600"/>
            <a:ext cx="7715250" cy="2705100"/>
          </a:xfrm>
          <a:prstGeom prst="rect">
            <a:avLst/>
          </a:prstGeom>
          <a:solidFill>
            <a:srgbClr val="FFFFFF"/>
          </a:solidFill>
          <a:ln w="9525">
            <a:solidFill>
              <a:srgbClr val="000000"/>
            </a:solidFill>
            <a:prstDash val="solid"/>
          </a:ln>
        </p:spPr>
        <p:txBody>
          <a:bodyPr wrap="none" lIns="123825" tIns="95250" rIns="123825" bIns="23198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83" name="dp45-comparison / n90">
            <a:extLst>
              <a:ext uri="{FF2B5EF4-FFF2-40B4-BE49-F238E27FC236}">
                <ns2:creationId id="{79DAEF86-897A-4228-8FA2-997CC4CCCAE6}"/>
              </a:ext>
            </a:extLst>
          </p:cNvPr>
          <p:cNvSpPr>
            <a:spLocks noGrp="1"/>
          </p:cNvSpPr>
          <p:nvPr/>
        </p:nvSpPr>
        <p:spPr>
          <a:xfrm>
            <a:off x="1857375" y="3752850"/>
            <a:ext cx="2571750" cy="361950"/>
          </a:xfrm>
          <a:prstGeom prst="roundRect">
            <a:avLst>
              <a:gd name="adj" fmla="val 21053"/>
            </a:avLst>
          </a:prstGeom>
          <a:solidFill>
            <a:srgbClr val="FFF6DE"/>
          </a:solidFill>
          <a:ln w="17145">
            <a:solidFill>
              <a:srgbClr val="B8753F"/>
            </a:solidFill>
            <a:prstDash val="solid"/>
          </a:ln>
        </p:spPr>
        <p:txBody>
          <a:bodyPr wrap="none" lIns="85725" tIns="63341" rIns="85725" bIns="3619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Context Composer</a:t>
            </a:r>
            <a:endParaRPr lang="ko-KR">
              <a:solidFill>
                <a:srgbClr val="000000"/>
              </a:solidFill>
              <a:latin typeface="Calibri"/>
              <a:ea typeface="Calibri"/>
              <a:cs typeface="Calibri"/>
            </a:endParaRPr>
          </a:p>
        </p:txBody>
      </p:sp>
      <p:sp>
        <p:nvSpPr>
          <p:cNvPr id="85" name="dp45-comparison / n92">
            <a:extLst>
              <a:ext uri="{FF2B5EF4-FFF2-40B4-BE49-F238E27FC236}">
                <ns2:creationId id="{2F20C446-9F14-48CE-B5A7-DDDCE550DC1D}"/>
              </a:ext>
            </a:extLst>
          </p:cNvPr>
          <p:cNvSpPr>
            <a:spLocks noGrp="1"/>
          </p:cNvSpPr>
          <p:nvPr/>
        </p:nvSpPr>
        <p:spPr>
          <a:xfrm>
            <a:off x="1857375" y="5191125"/>
            <a:ext cx="2571750" cy="381000"/>
          </a:xfrm>
          <a:prstGeom prst="can">
            <a:avLst>
              <a:gd name="adj" fmla="val 20000"/>
            </a:avLst>
          </a:prstGeom>
          <a:solidFill>
            <a:srgbClr val="FFFFFF"/>
          </a:solidFill>
          <a:ln w="9525">
            <a:solidFill>
              <a:srgbClr val="000000"/>
            </a:solidFill>
            <a:prstDash val="solid"/>
          </a:ln>
        </p:spPr>
        <p:txBody>
          <a:bodyPr wrap="none" lIns="85725" tIns="93345" rIns="85725" bIns="52864" anchor="t">
            <a:noAutofit/>
          </a:bodyPr>
          <a:lstStyle/>
          <a:p>
            <a:pPr algn="ct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Source View Cache</a:t>
            </a:r>
            <a:endParaRPr lang="ko-KR">
              <a:solidFill>
                <a:srgbClr val="000000"/>
              </a:solidFill>
              <a:latin typeface="Calibri"/>
              <a:ea typeface="Calibri"/>
              <a:cs typeface="Calibri"/>
            </a:endParaRPr>
          </a:p>
        </p:txBody>
      </p:sp>
      <p:sp>
        <p:nvSpPr>
          <p:cNvPr id="87" name="dp45-comparison / n94">
            <a:extLst>
              <a:ext uri="{FF2B5EF4-FFF2-40B4-BE49-F238E27FC236}">
                <ns2:creationId id="{66C9334E-81EC-42D8-A104-C2914EAB28CF}"/>
              </a:ext>
            </a:extLst>
          </p:cNvPr>
          <p:cNvSpPr>
            <a:spLocks noGrp="1"/>
          </p:cNvSpPr>
          <p:nvPr/>
        </p:nvSpPr>
        <p:spPr>
          <a:xfrm>
            <a:off x="5953125" y="5191125"/>
            <a:ext cx="2952750" cy="381000"/>
          </a:xfrm>
          <a:prstGeom prst="can">
            <a:avLst>
              <a:gd name="adj" fmla="val 20000"/>
            </a:avLst>
          </a:prstGeom>
          <a:solidFill>
            <a:srgbClr val="FFF6DE"/>
          </a:solidFill>
          <a:ln w="9525">
            <a:solidFill>
              <a:srgbClr val="B8753F"/>
            </a:solidFill>
            <a:prstDash val="solid"/>
          </a:ln>
        </p:spPr>
        <p:txBody>
          <a:bodyPr wrap="none" lIns="85725" tIns="93345" rIns="85725" bIns="52864" anchor="t">
            <a:noAutofit/>
          </a:bodyPr>
          <a:lstStyle/>
          <a:p>
            <a:pPr algn="ct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Request Evidence Set</a:t>
            </a:r>
            <a:endParaRPr lang="ko-KR">
              <a:solidFill>
                <a:srgbClr val="000000"/>
              </a:solidFill>
              <a:latin typeface="Calibri"/>
              <a:ea typeface="Calibri"/>
              <a:cs typeface="Calibri"/>
            </a:endParaRPr>
          </a:p>
        </p:txBody>
      </p:sp>
      <p:sp>
        <p:nvSpPr>
          <p:cNvPr id="89" name="dp45-comparison / n96 / path">
            <a:extLst>
              <a:ext uri="{FF2B5EF4-FFF2-40B4-BE49-F238E27FC236}">
                <ns2:creationId id="{D7B359DB-756C-4FCD-8CF3-ECEF169F02EC}"/>
              </a:ext>
            </a:extLst>
          </p:cNvPr>
          <p:cNvSpPr>
            <a:spLocks noGrp="1"/>
          </p:cNvSpPr>
          <p:nvPr/>
        </p:nvSpPr>
        <p:spPr>
          <a:xfrm>
            <a:off x="3905250" y="2714625"/>
            <a:ext cx="2762250" cy="1038225"/>
          </a:xfrm>
          <a:custGeom>
            <a:pathLst>
              <a:path w="2762250" h="1038225">
                <a:moveTo>
                  <a:pt x="0" y="1038225"/>
                </a:moveTo>
                <a:lnTo>
                  <a:pt x="0" y="419100"/>
                </a:lnTo>
                <a:lnTo>
                  <a:pt x="2762250" y="419100"/>
                </a:lnTo>
                <a:lnTo>
                  <a:pt x="2762250" y="0"/>
                </a:lnTo>
              </a:path>
            </a:pathLst>
          </a:custGeom>
          <a:noFill/>
          <a:ln w="10478">
            <a:solidFill>
              <a:srgbClr val="000000"/>
            </a:solidFill>
            <a:prstDash val="solid"/>
          </a:ln>
        </p:spPr>
      </p:sp>
      <p:sp>
        <p:nvSpPr>
          <p:cNvPr id="90" name="dp45-comparison / n96 / arrow">
            <a:extLst>
              <a:ext uri="{FF2B5EF4-FFF2-40B4-BE49-F238E27FC236}">
                <ns2:creationId id="{040CD6EA-226B-4805-A7D6-6B1BC6FF0AFA}"/>
              </a:ext>
            </a:extLst>
          </p:cNvPr>
          <p:cNvSpPr>
            <a:spLocks noGrp="1"/>
          </p:cNvSpPr>
          <p:nvPr/>
        </p:nvSpPr>
        <p:spPr>
          <a:xfrm>
            <a:off x="6633972"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91" name="dp45-comparison / n97 / path">
            <a:extLst>
              <a:ext uri="{FF2B5EF4-FFF2-40B4-BE49-F238E27FC236}">
                <ns2:creationId id="{44877ABE-E164-4CC3-912B-E485B03FAEC5}"/>
              </a:ext>
            </a:extLst>
          </p:cNvPr>
          <p:cNvSpPr>
            <a:spLocks noGrp="1"/>
          </p:cNvSpPr>
          <p:nvPr/>
        </p:nvSpPr>
        <p:spPr>
          <a:xfrm>
            <a:off x="3943350" y="2714625"/>
            <a:ext cx="2762250" cy="1038225"/>
          </a:xfrm>
          <a:custGeom>
            <a:pathLst>
              <a:path w="2762250" h="1038225">
                <a:moveTo>
                  <a:pt x="2762250" y="0"/>
                </a:moveTo>
                <a:lnTo>
                  <a:pt x="2762250" y="495300"/>
                </a:lnTo>
                <a:lnTo>
                  <a:pt x="0" y="495300"/>
                </a:lnTo>
                <a:lnTo>
                  <a:pt x="0" y="1038225"/>
                </a:lnTo>
              </a:path>
            </a:pathLst>
          </a:custGeom>
          <a:noFill/>
          <a:ln w="10478">
            <a:solidFill>
              <a:srgbClr val="000000"/>
            </a:solidFill>
            <a:prstDash val="dash"/>
          </a:ln>
        </p:spPr>
      </p:sp>
      <p:sp>
        <p:nvSpPr>
          <p:cNvPr id="92" name="dp45-comparison / n97 / arrow">
            <a:extLst>
              <a:ext uri="{FF2B5EF4-FFF2-40B4-BE49-F238E27FC236}">
                <ns2:creationId id="{5C6352C2-826B-4565-B6A6-2EFEC030D618}"/>
              </a:ext>
            </a:extLst>
          </p:cNvPr>
          <p:cNvSpPr>
            <a:spLocks noGrp="1"/>
          </p:cNvSpPr>
          <p:nvPr/>
        </p:nvSpPr>
        <p:spPr>
          <a:xfrm>
            <a:off x="3909822"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3" name="dp45-comparison / n98 / path">
            <a:extLst>
              <a:ext uri="{FF2B5EF4-FFF2-40B4-BE49-F238E27FC236}">
                <ns2:creationId id="{6B9219C0-D27F-4A5A-A9CD-027D8471AB13}"/>
              </a:ext>
            </a:extLst>
          </p:cNvPr>
          <p:cNvSpPr>
            <a:spLocks noGrp="1"/>
          </p:cNvSpPr>
          <p:nvPr/>
        </p:nvSpPr>
        <p:spPr>
          <a:xfrm>
            <a:off x="4143375" y="2714625"/>
            <a:ext cx="5048250" cy="1038225"/>
          </a:xfrm>
          <a:custGeom>
            <a:pathLst>
              <a:path w="5048250" h="1038225">
                <a:moveTo>
                  <a:pt x="0" y="1038225"/>
                </a:moveTo>
                <a:lnTo>
                  <a:pt x="0" y="419100"/>
                </a:lnTo>
                <a:lnTo>
                  <a:pt x="5048250" y="419100"/>
                </a:lnTo>
                <a:lnTo>
                  <a:pt x="5048250" y="0"/>
                </a:lnTo>
              </a:path>
            </a:pathLst>
          </a:custGeom>
          <a:noFill/>
          <a:ln w="10478">
            <a:solidFill>
              <a:srgbClr val="000000"/>
            </a:solidFill>
            <a:prstDash val="solid"/>
          </a:ln>
        </p:spPr>
      </p:sp>
      <p:sp>
        <p:nvSpPr>
          <p:cNvPr id="94" name="dp45-comparison / n98 / arrow">
            <a:extLst>
              <a:ext uri="{FF2B5EF4-FFF2-40B4-BE49-F238E27FC236}">
                <ns2:creationId id="{D6A7B91D-FD3B-4409-B67D-12A586BA9293}"/>
              </a:ext>
            </a:extLst>
          </p:cNvPr>
          <p:cNvSpPr>
            <a:spLocks noGrp="1"/>
          </p:cNvSpPr>
          <p:nvPr/>
        </p:nvSpPr>
        <p:spPr>
          <a:xfrm>
            <a:off x="9158097"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95" name="dp45-comparison / n99 / path">
            <a:extLst>
              <a:ext uri="{FF2B5EF4-FFF2-40B4-BE49-F238E27FC236}">
                <ns2:creationId id="{6420D9D8-2A99-42A6-9C2F-CA31A1DFDFDC}"/>
              </a:ext>
            </a:extLst>
          </p:cNvPr>
          <p:cNvSpPr>
            <a:spLocks noGrp="1"/>
          </p:cNvSpPr>
          <p:nvPr/>
        </p:nvSpPr>
        <p:spPr>
          <a:xfrm>
            <a:off x="4181475" y="2714625"/>
            <a:ext cx="5048250" cy="1038225"/>
          </a:xfrm>
          <a:custGeom>
            <a:pathLst>
              <a:path w="5048250" h="1038225">
                <a:moveTo>
                  <a:pt x="5048250" y="0"/>
                </a:moveTo>
                <a:lnTo>
                  <a:pt x="5048250" y="495300"/>
                </a:lnTo>
                <a:lnTo>
                  <a:pt x="0" y="495300"/>
                </a:lnTo>
                <a:lnTo>
                  <a:pt x="0" y="1038225"/>
                </a:lnTo>
              </a:path>
            </a:pathLst>
          </a:custGeom>
          <a:noFill/>
          <a:ln w="10478">
            <a:solidFill>
              <a:srgbClr val="000000"/>
            </a:solidFill>
            <a:prstDash val="dash"/>
          </a:ln>
        </p:spPr>
      </p:sp>
      <p:sp>
        <p:nvSpPr>
          <p:cNvPr id="96" name="dp45-comparison / n99 / arrow">
            <a:extLst>
              <a:ext uri="{FF2B5EF4-FFF2-40B4-BE49-F238E27FC236}">
                <ns2:creationId id="{8768FD56-5C1E-4BC1-853A-01629EF8F678}"/>
              </a:ext>
            </a:extLst>
          </p:cNvPr>
          <p:cNvSpPr>
            <a:spLocks noGrp="1"/>
          </p:cNvSpPr>
          <p:nvPr/>
        </p:nvSpPr>
        <p:spPr>
          <a:xfrm>
            <a:off x="4147947"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7" name="dp45-comparison / n102 / path">
            <a:extLst>
              <a:ext uri="{FF2B5EF4-FFF2-40B4-BE49-F238E27FC236}">
                <ns2:creationId id="{D09D7D16-3F15-4ACF-8E7B-03901D8E0BC7}"/>
              </a:ext>
            </a:extLst>
          </p:cNvPr>
          <p:cNvSpPr>
            <a:spLocks noGrp="1"/>
          </p:cNvSpPr>
          <p:nvPr/>
        </p:nvSpPr>
        <p:spPr>
          <a:xfrm>
            <a:off x="2905125" y="4114800"/>
            <a:ext cx="953" cy="1076325"/>
          </a:xfrm>
          <a:custGeom>
            <a:pathLst>
              <a:path w="953" h="1076325">
                <a:moveTo>
                  <a:pt x="0" y="0"/>
                </a:moveTo>
                <a:lnTo>
                  <a:pt x="0" y="1076325"/>
                </a:lnTo>
              </a:path>
            </a:pathLst>
          </a:custGeom>
          <a:noFill/>
          <a:ln w="10478">
            <a:solidFill>
              <a:srgbClr val="000000"/>
            </a:solidFill>
            <a:prstDash val="solid"/>
          </a:ln>
        </p:spPr>
      </p:sp>
      <p:sp>
        <p:nvSpPr>
          <p:cNvPr id="98" name="dp45-comparison / n102 / arrow">
            <a:extLst>
              <a:ext uri="{FF2B5EF4-FFF2-40B4-BE49-F238E27FC236}">
                <ns2:creationId id="{176FFC31-762A-4B05-A625-83A58C062811}"/>
              </a:ext>
            </a:extLst>
          </p:cNvPr>
          <p:cNvSpPr>
            <a:spLocks noGrp="1"/>
          </p:cNvSpPr>
          <p:nvPr/>
        </p:nvSpPr>
        <p:spPr>
          <a:xfrm>
            <a:off x="2871597" y="51240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9" name="dp45-comparison / n103 / path">
            <a:extLst>
              <a:ext uri="{FF2B5EF4-FFF2-40B4-BE49-F238E27FC236}">
                <ns2:creationId id="{9C710B6D-FE7B-4867-AB9C-99674C47017E}"/>
              </a:ext>
            </a:extLst>
          </p:cNvPr>
          <p:cNvSpPr>
            <a:spLocks noGrp="1"/>
          </p:cNvSpPr>
          <p:nvPr/>
        </p:nvSpPr>
        <p:spPr>
          <a:xfrm>
            <a:off x="3381375" y="4114800"/>
            <a:ext cx="953" cy="1076325"/>
          </a:xfrm>
          <a:custGeom>
            <a:pathLst>
              <a:path w="953" h="1076325">
                <a:moveTo>
                  <a:pt x="0" y="1076325"/>
                </a:moveTo>
                <a:lnTo>
                  <a:pt x="0" y="0"/>
                </a:lnTo>
              </a:path>
            </a:pathLst>
          </a:custGeom>
          <a:noFill/>
          <a:ln w="10478">
            <a:solidFill>
              <a:srgbClr val="000000"/>
            </a:solidFill>
            <a:prstDash val="dash"/>
          </a:ln>
        </p:spPr>
      </p:sp>
      <p:sp>
        <p:nvSpPr>
          <p:cNvPr id="100" name="dp45-comparison / n103 / arrow">
            <a:extLst>
              <a:ext uri="{FF2B5EF4-FFF2-40B4-BE49-F238E27FC236}">
                <ns2:creationId id="{7A0B15AC-4112-4424-B315-703914DAFC18}"/>
              </a:ext>
            </a:extLst>
          </p:cNvPr>
          <p:cNvSpPr>
            <a:spLocks noGrp="1"/>
          </p:cNvSpPr>
          <p:nvPr/>
        </p:nvSpPr>
        <p:spPr>
          <a:xfrm>
            <a:off x="3347847" y="4114800"/>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01" name="dp45-comparison / n108 / path">
            <a:extLst>
              <a:ext uri="{FF2B5EF4-FFF2-40B4-BE49-F238E27FC236}">
                <ns2:creationId id="{F4EC5E1A-2A74-42ED-A4C2-7A3EDF03708C}"/>
              </a:ext>
            </a:extLst>
          </p:cNvPr>
          <p:cNvSpPr>
            <a:spLocks noGrp="1"/>
          </p:cNvSpPr>
          <p:nvPr/>
        </p:nvSpPr>
        <p:spPr>
          <a:xfrm>
            <a:off x="4429125" y="3933825"/>
            <a:ext cx="3000375" cy="1257300"/>
          </a:xfrm>
          <a:custGeom>
            <a:pathLst>
              <a:path w="3000375" h="1257300">
                <a:moveTo>
                  <a:pt x="0" y="0"/>
                </a:moveTo>
                <a:lnTo>
                  <a:pt x="381000" y="0"/>
                </a:lnTo>
                <a:lnTo>
                  <a:pt x="381000" y="1181100"/>
                </a:lnTo>
                <a:lnTo>
                  <a:pt x="3000375" y="1181100"/>
                </a:lnTo>
                <a:lnTo>
                  <a:pt x="3000375" y="1257300"/>
                </a:lnTo>
              </a:path>
            </a:pathLst>
          </a:custGeom>
          <a:noFill/>
          <a:ln w="10478">
            <a:solidFill>
              <a:srgbClr val="B8753F"/>
            </a:solidFill>
            <a:prstDash val="solid"/>
          </a:ln>
        </p:spPr>
      </p:sp>
      <p:sp>
        <p:nvSpPr>
          <p:cNvPr id="102" name="dp45-comparison / n108 / arrow">
            <a:extLst>
              <a:ext uri="{FF2B5EF4-FFF2-40B4-BE49-F238E27FC236}">
                <ns2:creationId id="{E12143EE-16A5-42C1-9BBB-30992D3FFA4E}"/>
              </a:ext>
            </a:extLst>
          </p:cNvPr>
          <p:cNvSpPr>
            <a:spLocks noGrp="1"/>
          </p:cNvSpPr>
          <p:nvPr/>
        </p:nvSpPr>
        <p:spPr>
          <a:xfrm>
            <a:off x="7395972" y="512406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03" name="dp45-comparison / n109 / path">
            <a:extLst>
              <a:ext uri="{FF2B5EF4-FFF2-40B4-BE49-F238E27FC236}">
                <ns2:creationId id="{151130CB-2D1B-4EA1-A1C4-782B311685BE}"/>
              </a:ext>
            </a:extLst>
          </p:cNvPr>
          <p:cNvSpPr>
            <a:spLocks noGrp="1"/>
          </p:cNvSpPr>
          <p:nvPr/>
        </p:nvSpPr>
        <p:spPr>
          <a:xfrm>
            <a:off x="4429125" y="4029075"/>
            <a:ext cx="3143250" cy="1162050"/>
          </a:xfrm>
          <a:custGeom>
            <a:pathLst>
              <a:path w="3143250" h="1162050">
                <a:moveTo>
                  <a:pt x="3143250" y="1162050"/>
                </a:moveTo>
                <a:lnTo>
                  <a:pt x="3143250" y="1038225"/>
                </a:lnTo>
                <a:lnTo>
                  <a:pt x="476250" y="1038225"/>
                </a:lnTo>
                <a:lnTo>
                  <a:pt x="476250" y="0"/>
                </a:lnTo>
                <a:lnTo>
                  <a:pt x="0" y="0"/>
                </a:lnTo>
              </a:path>
            </a:pathLst>
          </a:custGeom>
          <a:noFill/>
          <a:ln w="10478">
            <a:solidFill>
              <a:srgbClr val="B8753F"/>
            </a:solidFill>
            <a:prstDash val="dash"/>
          </a:ln>
        </p:spPr>
      </p:sp>
      <p:sp>
        <p:nvSpPr>
          <p:cNvPr id="104" name="dp45-comparison / n109 / arrow">
            <a:extLst>
              <a:ext uri="{FF2B5EF4-FFF2-40B4-BE49-F238E27FC236}">
                <ns2:creationId id="{87EFDF25-C509-4CC0-969A-2436C22B7E4E}"/>
              </a:ext>
            </a:extLst>
          </p:cNvPr>
          <p:cNvSpPr>
            <a:spLocks noGrp="1"/>
          </p:cNvSpPr>
          <p:nvPr/>
        </p:nvSpPr>
        <p:spPr>
          <a:xfrm>
            <a:off x="4429125" y="3995547"/>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105" name="dp45-comparison / n116 / path">
            <a:extLst>
              <a:ext uri="{FF2B5EF4-FFF2-40B4-BE49-F238E27FC236}">
                <ns2:creationId id="{FF0719B1-BB45-47FB-89B0-8D4854BFB652}"/>
              </a:ext>
            </a:extLst>
          </p:cNvPr>
          <p:cNvSpPr>
            <a:spLocks noGrp="1"/>
          </p:cNvSpPr>
          <p:nvPr/>
        </p:nvSpPr>
        <p:spPr>
          <a:xfrm>
            <a:off x="1447800" y="2562225"/>
            <a:ext cx="409575" cy="1371600"/>
          </a:xfrm>
          <a:custGeom>
            <a:pathLst>
              <a:path w="409575" h="1371600">
                <a:moveTo>
                  <a:pt x="219075" y="0"/>
                </a:moveTo>
                <a:lnTo>
                  <a:pt x="0" y="0"/>
                </a:lnTo>
                <a:lnTo>
                  <a:pt x="0" y="1371600"/>
                </a:lnTo>
                <a:lnTo>
                  <a:pt x="409575" y="1371600"/>
                </a:lnTo>
              </a:path>
            </a:pathLst>
          </a:custGeom>
          <a:noFill/>
          <a:ln w="10478">
            <a:solidFill>
              <a:srgbClr val="B8753F"/>
            </a:solidFill>
            <a:prstDash val="solid"/>
          </a:ln>
        </p:spPr>
      </p:sp>
      <p:sp>
        <p:nvSpPr>
          <p:cNvPr id="106" name="dp45-comparison / n116 / arrow">
            <a:extLst>
              <a:ext uri="{FF2B5EF4-FFF2-40B4-BE49-F238E27FC236}">
                <ns2:creationId id="{53690F01-1478-4A61-863E-43C72B6D4413}"/>
              </a:ext>
            </a:extLst>
          </p:cNvPr>
          <p:cNvSpPr>
            <a:spLocks noGrp="1"/>
          </p:cNvSpPr>
          <p:nvPr/>
        </p:nvSpPr>
        <p:spPr>
          <a:xfrm>
            <a:off x="1790319" y="39002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7" name="dp45-comparison / n117 / path">
            <a:extLst>
              <a:ext uri="{FF2B5EF4-FFF2-40B4-BE49-F238E27FC236}">
                <ns2:creationId id="{4D371327-C6F6-4508-9137-AFE2DBE350BF}"/>
              </a:ext>
            </a:extLst>
          </p:cNvPr>
          <p:cNvSpPr>
            <a:spLocks noGrp="1"/>
          </p:cNvSpPr>
          <p:nvPr/>
        </p:nvSpPr>
        <p:spPr>
          <a:xfrm>
            <a:off x="1524000" y="2638425"/>
            <a:ext cx="333375" cy="1381125"/>
          </a:xfrm>
          <a:custGeom>
            <a:pathLst>
              <a:path w="333375" h="1381125">
                <a:moveTo>
                  <a:pt x="333375" y="1381125"/>
                </a:moveTo>
                <a:lnTo>
                  <a:pt x="0" y="1381125"/>
                </a:lnTo>
                <a:lnTo>
                  <a:pt x="0" y="0"/>
                </a:lnTo>
                <a:lnTo>
                  <a:pt x="142875" y="0"/>
                </a:lnTo>
              </a:path>
            </a:pathLst>
          </a:custGeom>
          <a:noFill/>
          <a:ln w="10478">
            <a:solidFill>
              <a:srgbClr val="B8753F"/>
            </a:solidFill>
            <a:prstDash val="dash"/>
          </a:ln>
        </p:spPr>
      </p:sp>
      <p:sp>
        <p:nvSpPr>
          <p:cNvPr id="108" name="dp45-comparison / n117 / arrow">
            <a:extLst>
              <a:ext uri="{FF2B5EF4-FFF2-40B4-BE49-F238E27FC236}">
                <ns2:creationId id="{36F7B903-B03F-4E76-9045-B10328BF6E11}"/>
              </a:ext>
            </a:extLst>
          </p:cNvPr>
          <p:cNvSpPr>
            <a:spLocks noGrp="1"/>
          </p:cNvSpPr>
          <p:nvPr/>
        </p:nvSpPr>
        <p:spPr>
          <a:xfrm>
            <a:off x="1599819" y="26048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9" name="dp45-comparison / n120">
            <a:extLst>
              <a:ext uri="{FF2B5EF4-FFF2-40B4-BE49-F238E27FC236}">
                <ns2:creationId id="{B4A43EE1-C5F2-42F1-8C78-1899D2B5C494}"/>
              </a:ext>
            </a:extLst>
          </p:cNvPr>
          <p:cNvSpPr>
            <a:spLocks noGrp="1"/>
          </p:cNvSpPr>
          <p:nvPr/>
        </p:nvSpPr>
        <p:spPr>
          <a:xfrm>
            <a:off x="1857375" y="6076950"/>
            <a:ext cx="2571750" cy="238125"/>
          </a:xfrm>
          <a:prstGeom prst="rect">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11" name="dp45-comparison / n122">
            <a:extLst>
              <a:ext uri="{FF2B5EF4-FFF2-40B4-BE49-F238E27FC236}">
                <ns2:creationId id="{D6A8F2B5-DA06-478B-8EAC-411EBE14467E}"/>
              </a:ext>
            </a:extLst>
          </p:cNvPr>
          <p:cNvSpPr>
            <a:spLocks noGrp="1"/>
          </p:cNvSpPr>
          <p:nvPr/>
        </p:nvSpPr>
        <p:spPr>
          <a:xfrm>
            <a:off x="6334125" y="6076950"/>
            <a:ext cx="2857500" cy="238125"/>
          </a:xfrm>
          <a:prstGeom prst="hexagon">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13" name="dp45-comparison / n124 / path">
            <a:extLst>
              <a:ext uri="{FF2B5EF4-FFF2-40B4-BE49-F238E27FC236}">
                <ns2:creationId id="{E3D8BEDD-5129-4F40-BFB2-0E4E662B646B}"/>
              </a:ext>
            </a:extLst>
          </p:cNvPr>
          <p:cNvSpPr>
            <a:spLocks noGrp="1"/>
          </p:cNvSpPr>
          <p:nvPr/>
        </p:nvSpPr>
        <p:spPr>
          <a:xfrm>
            <a:off x="1638300" y="3933825"/>
            <a:ext cx="219075" cy="2262188"/>
          </a:xfrm>
          <a:custGeom>
            <a:pathLst>
              <a:path w="219075" h="2262188">
                <a:moveTo>
                  <a:pt x="219075" y="0"/>
                </a:moveTo>
                <a:lnTo>
                  <a:pt x="0" y="0"/>
                </a:lnTo>
                <a:lnTo>
                  <a:pt x="0" y="2262188"/>
                </a:lnTo>
                <a:lnTo>
                  <a:pt x="219075" y="2262188"/>
                </a:lnTo>
              </a:path>
            </a:pathLst>
          </a:custGeom>
          <a:noFill/>
          <a:ln w="10478">
            <a:solidFill>
              <a:srgbClr val="000000"/>
            </a:solidFill>
            <a:prstDash val="solid"/>
          </a:ln>
        </p:spPr>
      </p:sp>
      <p:sp>
        <p:nvSpPr>
          <p:cNvPr id="114" name="dp45-comparison / n124 / arrow">
            <a:extLst>
              <a:ext uri="{FF2B5EF4-FFF2-40B4-BE49-F238E27FC236}">
                <ns2:creationId id="{879A7D0F-F6C9-4F53-B2E8-5C1B8D80500C}"/>
              </a:ext>
            </a:extLst>
          </p:cNvPr>
          <p:cNvSpPr>
            <a:spLocks noGrp="1"/>
          </p:cNvSpPr>
          <p:nvPr/>
        </p:nvSpPr>
        <p:spPr>
          <a:xfrm>
            <a:off x="1790319" y="61624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5" name="dp45-comparison / n125 / path">
            <a:extLst>
              <a:ext uri="{FF2B5EF4-FFF2-40B4-BE49-F238E27FC236}">
                <ns2:creationId id="{78AA5789-6A21-4255-B8EB-625C964AC4C9}"/>
              </a:ext>
            </a:extLst>
          </p:cNvPr>
          <p:cNvSpPr>
            <a:spLocks noGrp="1"/>
          </p:cNvSpPr>
          <p:nvPr/>
        </p:nvSpPr>
        <p:spPr>
          <a:xfrm>
            <a:off x="1714500" y="4029075"/>
            <a:ext cx="142875" cy="2224088"/>
          </a:xfrm>
          <a:custGeom>
            <a:pathLst>
              <a:path w="142875" h="2224088">
                <a:moveTo>
                  <a:pt x="142875" y="2224088"/>
                </a:moveTo>
                <a:lnTo>
                  <a:pt x="0" y="2224088"/>
                </a:lnTo>
                <a:lnTo>
                  <a:pt x="0" y="0"/>
                </a:lnTo>
                <a:lnTo>
                  <a:pt x="142875" y="0"/>
                </a:lnTo>
              </a:path>
            </a:pathLst>
          </a:custGeom>
          <a:noFill/>
          <a:ln w="10478">
            <a:solidFill>
              <a:srgbClr val="000000"/>
            </a:solidFill>
            <a:prstDash val="dash"/>
          </a:ln>
        </p:spPr>
      </p:sp>
      <p:sp>
        <p:nvSpPr>
          <p:cNvPr id="116" name="dp45-comparison / n125 / arrow">
            <a:extLst>
              <a:ext uri="{FF2B5EF4-FFF2-40B4-BE49-F238E27FC236}">
                <ns2:creationId id="{9252D5C7-3FAD-44B2-85AE-D5F2D500E7B7}"/>
              </a:ext>
            </a:extLst>
          </p:cNvPr>
          <p:cNvSpPr>
            <a:spLocks noGrp="1"/>
          </p:cNvSpPr>
          <p:nvPr/>
        </p:nvSpPr>
        <p:spPr>
          <a:xfrm>
            <a:off x="1790319" y="39955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7" name="dp45-comparison / n126 / path">
            <a:extLst>
              <a:ext uri="{FF2B5EF4-FFF2-40B4-BE49-F238E27FC236}">
                <ns2:creationId id="{8DB03CD2-36B1-4913-9B7F-08F9F61845B3}"/>
              </a:ext>
            </a:extLst>
          </p:cNvPr>
          <p:cNvSpPr>
            <a:spLocks noGrp="1"/>
          </p:cNvSpPr>
          <p:nvPr/>
        </p:nvSpPr>
        <p:spPr>
          <a:xfrm>
            <a:off x="4429125" y="6157913"/>
            <a:ext cx="1905000" cy="953"/>
          </a:xfrm>
          <a:custGeom>
            <a:pathLst>
              <a:path w="1905000" h="953">
                <a:moveTo>
                  <a:pt x="0" y="0"/>
                </a:moveTo>
                <a:lnTo>
                  <a:pt x="1905000" y="0"/>
                </a:lnTo>
              </a:path>
            </a:pathLst>
          </a:custGeom>
          <a:noFill/>
          <a:ln w="10478">
            <a:solidFill>
              <a:srgbClr val="000000"/>
            </a:solidFill>
            <a:prstDash val="solid"/>
          </a:ln>
        </p:spPr>
      </p:sp>
      <p:sp>
        <p:nvSpPr>
          <p:cNvPr id="118" name="dp45-comparison / n126 / arrow">
            <a:extLst>
              <a:ext uri="{FF2B5EF4-FFF2-40B4-BE49-F238E27FC236}">
                <ns2:creationId id="{41F501EB-D5CB-47AC-A1B2-DEC83D392A58}"/>
              </a:ext>
            </a:extLst>
          </p:cNvPr>
          <p:cNvSpPr>
            <a:spLocks noGrp="1"/>
          </p:cNvSpPr>
          <p:nvPr/>
        </p:nvSpPr>
        <p:spPr>
          <a:xfrm>
            <a:off x="6267069" y="61243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9" name="dp45-comparison / n127 / path">
            <a:extLst>
              <a:ext uri="{FF2B5EF4-FFF2-40B4-BE49-F238E27FC236}">
                <ns2:creationId id="{F314221A-781F-47EF-8B76-CE33BF7CFCC5}"/>
              </a:ext>
            </a:extLst>
          </p:cNvPr>
          <p:cNvSpPr>
            <a:spLocks noGrp="1"/>
          </p:cNvSpPr>
          <p:nvPr/>
        </p:nvSpPr>
        <p:spPr>
          <a:xfrm>
            <a:off x="4429125" y="6243638"/>
            <a:ext cx="1905000" cy="953"/>
          </a:xfrm>
          <a:custGeom>
            <a:pathLst>
              <a:path w="1905000" h="953">
                <a:moveTo>
                  <a:pt x="1905000" y="0"/>
                </a:moveTo>
                <a:lnTo>
                  <a:pt x="0" y="0"/>
                </a:lnTo>
              </a:path>
            </a:pathLst>
          </a:custGeom>
          <a:noFill/>
          <a:ln w="10478">
            <a:solidFill>
              <a:srgbClr val="000000"/>
            </a:solidFill>
            <a:prstDash val="dash"/>
          </a:ln>
        </p:spPr>
      </p:sp>
      <p:sp>
        <p:nvSpPr>
          <p:cNvPr id="120" name="dp45-comparison / n127 / arrow">
            <a:extLst>
              <a:ext uri="{FF2B5EF4-FFF2-40B4-BE49-F238E27FC236}">
                <ns2:creationId id="{56079DA8-0ED8-4C67-8DD7-332EAF0455B5}"/>
              </a:ext>
            </a:extLst>
          </p:cNvPr>
          <p:cNvSpPr>
            <a:spLocks noGrp="1"/>
          </p:cNvSpPr>
          <p:nvPr/>
        </p:nvSpPr>
        <p:spPr>
          <a:xfrm>
            <a:off x="4429125" y="621011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21" name="dp45-comparison / n130 / path">
            <a:extLst>
              <a:ext uri="{FF2B5EF4-FFF2-40B4-BE49-F238E27FC236}">
                <ns2:creationId id="{C874EBF8-D9CB-42D9-ACD7-A1C1641D50D9}"/>
              </a:ext>
            </a:extLst>
          </p:cNvPr>
          <p:cNvSpPr>
            <a:spLocks noGrp="1"/>
          </p:cNvSpPr>
          <p:nvPr/>
        </p:nvSpPr>
        <p:spPr>
          <a:xfrm>
            <a:off x="1571625" y="6448425"/>
            <a:ext cx="7715250" cy="953"/>
          </a:xfrm>
          <a:custGeom>
            <a:pathLst>
              <a:path w="7715250" h="953">
                <a:moveTo>
                  <a:pt x="0" y="0"/>
                </a:moveTo>
                <a:lnTo>
                  <a:pt x="7715250" y="0"/>
                </a:lnTo>
              </a:path>
            </a:pathLst>
          </a:custGeom>
          <a:noFill/>
          <a:ln w="10478">
            <a:solidFill>
              <a:srgbClr val="000000"/>
            </a:solidFill>
            <a:prstDash val="solid"/>
          </a:ln>
        </p:spPr>
      </p:sp>
      <p:sp>
        <p:nvSpPr>
          <p:cNvPr id="122" name="dp45-comparison / n133">
            <a:extLst>
              <a:ext uri="{FF2B5EF4-FFF2-40B4-BE49-F238E27FC236}">
                <ns2:creationId id="{F0EC092A-497C-480F-96C4-CF3129A6E74F}"/>
              </a:ext>
            </a:extLst>
          </p:cNvPr>
          <p:cNvSpPr>
            <a:spLocks noGrp="1"/>
          </p:cNvSpPr>
          <p:nvPr/>
        </p:nvSpPr>
        <p:spPr>
          <a:xfrm>
            <a:off x="166687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Query1 도착</a:t>
            </a:r>
            <a:endParaRPr lang="ko-KR">
              <a:solidFill>
                <a:srgbClr val="000000"/>
              </a:solidFill>
              <a:latin typeface="Calibri"/>
              <a:ea typeface="Calibri"/>
              <a:cs typeface="Calibri"/>
            </a:endParaRPr>
          </a:p>
        </p:txBody>
      </p:sp>
      <p:sp>
        <p:nvSpPr>
          <p:cNvPr id="124" name="dp45-comparison / n135">
            <a:extLst>
              <a:ext uri="{FF2B5EF4-FFF2-40B4-BE49-F238E27FC236}">
                <ns2:creationId id="{5D89E3F5-15D9-4A97-A61F-03D6436B7A96}"/>
              </a:ext>
            </a:extLst>
          </p:cNvPr>
          <p:cNvSpPr>
            <a:spLocks noGrp="1"/>
          </p:cNvSpPr>
          <p:nvPr/>
        </p:nvSpPr>
        <p:spPr>
          <a:xfrm>
            <a:off x="433387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원본 조회 / 결합</a:t>
            </a:r>
            <a:endParaRPr lang="ko-KR">
              <a:solidFill>
                <a:srgbClr val="000000"/>
              </a:solidFill>
              <a:latin typeface="Calibri"/>
              <a:ea typeface="Calibri"/>
              <a:cs typeface="Calibri"/>
            </a:endParaRPr>
          </a:p>
        </p:txBody>
      </p:sp>
      <p:sp>
        <p:nvSpPr>
          <p:cNvPr id="126" name="dp45-comparison / n137 / path">
            <a:extLst>
              <a:ext uri="{FF2B5EF4-FFF2-40B4-BE49-F238E27FC236}">
                <ns2:creationId id="{007A54D2-DE75-48F8-8EDC-4B383EE2A4C9}"/>
              </a:ext>
            </a:extLst>
          </p:cNvPr>
          <p:cNvSpPr>
            <a:spLocks noGrp="1"/>
          </p:cNvSpPr>
          <p:nvPr/>
        </p:nvSpPr>
        <p:spPr>
          <a:xfrm>
            <a:off x="3905250" y="6843713"/>
            <a:ext cx="428625" cy="953"/>
          </a:xfrm>
          <a:custGeom>
            <a:pathLst>
              <a:path w="428625" h="953">
                <a:moveTo>
                  <a:pt x="0" y="0"/>
                </a:moveTo>
                <a:lnTo>
                  <a:pt x="428625" y="0"/>
                </a:lnTo>
              </a:path>
            </a:pathLst>
          </a:custGeom>
          <a:noFill/>
          <a:ln w="10478">
            <a:solidFill>
              <a:srgbClr val="B8753F"/>
            </a:solidFill>
            <a:prstDash val="solid"/>
          </a:ln>
        </p:spPr>
      </p:sp>
      <p:sp>
        <p:nvSpPr>
          <p:cNvPr id="127" name="dp45-comparison / n137 / arrow">
            <a:extLst>
              <a:ext uri="{FF2B5EF4-FFF2-40B4-BE49-F238E27FC236}">
                <ns2:creationId id="{68DDC289-3778-4126-AC58-E276320D10B9}"/>
              </a:ext>
            </a:extLst>
          </p:cNvPr>
          <p:cNvSpPr>
            <a:spLocks noGrp="1"/>
          </p:cNvSpPr>
          <p:nvPr/>
        </p:nvSpPr>
        <p:spPr>
          <a:xfrm>
            <a:off x="426681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28" name="dp45-comparison / n138">
            <a:extLst>
              <a:ext uri="{FF2B5EF4-FFF2-40B4-BE49-F238E27FC236}">
                <ns2:creationId id="{4DA388E7-4005-4FFA-BEE5-E30FDAF1AACE}"/>
              </a:ext>
            </a:extLst>
          </p:cNvPr>
          <p:cNvSpPr>
            <a:spLocks noGrp="1"/>
          </p:cNvSpPr>
          <p:nvPr/>
        </p:nvSpPr>
        <p:spPr>
          <a:xfrm>
            <a:off x="7000875" y="671512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Bundle1을 caller에 반환</a:t>
            </a:r>
            <a:endParaRPr lang="ko-KR">
              <a:solidFill>
                <a:srgbClr val="000000"/>
              </a:solidFill>
              <a:latin typeface="Calibri"/>
              <a:ea typeface="Calibri"/>
              <a:cs typeface="Calibri"/>
            </a:endParaRPr>
          </a:p>
        </p:txBody>
      </p:sp>
      <p:sp>
        <p:nvSpPr>
          <p:cNvPr id="130" name="dp45-comparison / n140 / path">
            <a:extLst>
              <a:ext uri="{FF2B5EF4-FFF2-40B4-BE49-F238E27FC236}">
                <ns2:creationId id="{F7186A59-D65C-4922-94DD-ABF60E50B024}"/>
              </a:ext>
            </a:extLst>
          </p:cNvPr>
          <p:cNvSpPr>
            <a:spLocks noGrp="1"/>
          </p:cNvSpPr>
          <p:nvPr/>
        </p:nvSpPr>
        <p:spPr>
          <a:xfrm>
            <a:off x="6572250" y="6843713"/>
            <a:ext cx="428625" cy="953"/>
          </a:xfrm>
          <a:custGeom>
            <a:pathLst>
              <a:path w="428625" h="953">
                <a:moveTo>
                  <a:pt x="0" y="0"/>
                </a:moveTo>
                <a:lnTo>
                  <a:pt x="428625" y="0"/>
                </a:lnTo>
              </a:path>
            </a:pathLst>
          </a:custGeom>
          <a:noFill/>
          <a:ln w="10478">
            <a:solidFill>
              <a:srgbClr val="B8753F"/>
            </a:solidFill>
            <a:prstDash val="solid"/>
          </a:ln>
        </p:spPr>
      </p:sp>
      <p:sp>
        <p:nvSpPr>
          <p:cNvPr id="131" name="dp45-comparison / n140 / arrow">
            <a:extLst>
              <a:ext uri="{FF2B5EF4-FFF2-40B4-BE49-F238E27FC236}">
                <ns2:creationId id="{3BD6635A-54D6-4D17-AFCF-A447511EB969}"/>
              </a:ext>
            </a:extLst>
          </p:cNvPr>
          <p:cNvSpPr>
            <a:spLocks noGrp="1"/>
          </p:cNvSpPr>
          <p:nvPr/>
        </p:nvSpPr>
        <p:spPr>
          <a:xfrm>
            <a:off x="693381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2" name="dp45-comparison / n141">
            <a:extLst>
              <a:ext uri="{FF2B5EF4-FFF2-40B4-BE49-F238E27FC236}">
                <ns2:creationId id="{472CA240-B40A-4429-A613-17D75E69B73A}"/>
              </a:ext>
            </a:extLst>
          </p:cNvPr>
          <p:cNvSpPr>
            <a:spLocks noGrp="1"/>
          </p:cNvSpPr>
          <p:nvPr/>
        </p:nvSpPr>
        <p:spPr>
          <a:xfrm>
            <a:off x="166687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같은 정보 반복 요청</a:t>
            </a:r>
            <a:endParaRPr lang="ko-KR">
              <a:solidFill>
                <a:srgbClr val="000000"/>
              </a:solidFill>
              <a:latin typeface="Calibri"/>
              <a:ea typeface="Calibri"/>
              <a:cs typeface="Calibri"/>
            </a:endParaRPr>
          </a:p>
        </p:txBody>
      </p:sp>
      <p:sp>
        <p:nvSpPr>
          <p:cNvPr id="134" name="dp45-comparison / n143">
            <a:extLst>
              <a:ext uri="{FF2B5EF4-FFF2-40B4-BE49-F238E27FC236}">
                <ns2:creationId id="{BB5D0B0C-3040-44CC-B6AD-CD39051F7AC9}"/>
              </a:ext>
            </a:extLst>
          </p:cNvPr>
          <p:cNvSpPr>
            <a:spLocks noGrp="1"/>
          </p:cNvSpPr>
          <p:nvPr/>
        </p:nvSpPr>
        <p:spPr>
          <a:xfrm>
            <a:off x="433387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유효 cache / 부분 갱신</a:t>
            </a:r>
            <a:endParaRPr lang="ko-KR">
              <a:solidFill>
                <a:srgbClr val="000000"/>
              </a:solidFill>
              <a:latin typeface="Calibri"/>
              <a:ea typeface="Calibri"/>
              <a:cs typeface="Calibri"/>
            </a:endParaRPr>
          </a:p>
        </p:txBody>
      </p:sp>
      <p:sp>
        <p:nvSpPr>
          <p:cNvPr id="136" name="dp45-comparison / n145 / path">
            <a:extLst>
              <a:ext uri="{FF2B5EF4-FFF2-40B4-BE49-F238E27FC236}">
                <ns2:creationId id="{EDEE15F6-05C0-49D7-97E5-A938B9B29EA8}"/>
              </a:ext>
            </a:extLst>
          </p:cNvPr>
          <p:cNvSpPr>
            <a:spLocks noGrp="1"/>
          </p:cNvSpPr>
          <p:nvPr/>
        </p:nvSpPr>
        <p:spPr>
          <a:xfrm>
            <a:off x="3905250" y="7386638"/>
            <a:ext cx="428625" cy="953"/>
          </a:xfrm>
          <a:custGeom>
            <a:pathLst>
              <a:path w="428625" h="953">
                <a:moveTo>
                  <a:pt x="0" y="0"/>
                </a:moveTo>
                <a:lnTo>
                  <a:pt x="428625" y="0"/>
                </a:lnTo>
              </a:path>
            </a:pathLst>
          </a:custGeom>
          <a:noFill/>
          <a:ln w="10478">
            <a:solidFill>
              <a:srgbClr val="B8753F"/>
            </a:solidFill>
            <a:prstDash val="solid"/>
          </a:ln>
        </p:spPr>
      </p:sp>
      <p:sp>
        <p:nvSpPr>
          <p:cNvPr id="137" name="dp45-comparison / n145 / arrow">
            <a:extLst>
              <a:ext uri="{FF2B5EF4-FFF2-40B4-BE49-F238E27FC236}">
                <ns2:creationId id="{10E667E3-9D1E-473B-B71F-52A2E433388E}"/>
              </a:ext>
            </a:extLst>
          </p:cNvPr>
          <p:cNvSpPr>
            <a:spLocks noGrp="1"/>
          </p:cNvSpPr>
          <p:nvPr/>
        </p:nvSpPr>
        <p:spPr>
          <a:xfrm>
            <a:off x="426681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8" name="dp45-comparison / n146">
            <a:extLst>
              <a:ext uri="{FF2B5EF4-FFF2-40B4-BE49-F238E27FC236}">
                <ns2:creationId id="{FE5EFB4D-1217-460D-B041-1C28BD0BF38D}"/>
              </a:ext>
            </a:extLst>
          </p:cNvPr>
          <p:cNvSpPr>
            <a:spLocks noGrp="1"/>
          </p:cNvSpPr>
          <p:nvPr/>
        </p:nvSpPr>
        <p:spPr>
          <a:xfrm>
            <a:off x="7000875" y="7258050"/>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목적의 묶음 구성</a:t>
            </a:r>
            <a:endParaRPr lang="ko-KR">
              <a:solidFill>
                <a:srgbClr val="000000"/>
              </a:solidFill>
              <a:latin typeface="Calibri"/>
              <a:ea typeface="Calibri"/>
              <a:cs typeface="Calibri"/>
            </a:endParaRPr>
          </a:p>
        </p:txBody>
      </p:sp>
      <p:sp>
        <p:nvSpPr>
          <p:cNvPr id="140" name="dp45-comparison / n148 / path">
            <a:extLst>
              <a:ext uri="{FF2B5EF4-FFF2-40B4-BE49-F238E27FC236}">
                <ns2:creationId id="{67B105CE-472D-4222-827A-45BD046FA1FA}"/>
              </a:ext>
            </a:extLst>
          </p:cNvPr>
          <p:cNvSpPr>
            <a:spLocks noGrp="1"/>
          </p:cNvSpPr>
          <p:nvPr/>
        </p:nvSpPr>
        <p:spPr>
          <a:xfrm>
            <a:off x="6572250" y="7386638"/>
            <a:ext cx="428625" cy="953"/>
          </a:xfrm>
          <a:custGeom>
            <a:pathLst>
              <a:path w="428625" h="953">
                <a:moveTo>
                  <a:pt x="0" y="0"/>
                </a:moveTo>
                <a:lnTo>
                  <a:pt x="428625" y="0"/>
                </a:lnTo>
              </a:path>
            </a:pathLst>
          </a:custGeom>
          <a:noFill/>
          <a:ln w="10478">
            <a:solidFill>
              <a:srgbClr val="B8753F"/>
            </a:solidFill>
            <a:prstDash val="solid"/>
          </a:ln>
        </p:spPr>
      </p:sp>
      <p:sp>
        <p:nvSpPr>
          <p:cNvPr id="141" name="dp45-comparison / n148 / arrow">
            <a:extLst>
              <a:ext uri="{FF2B5EF4-FFF2-40B4-BE49-F238E27FC236}">
                <ns2:creationId id="{53A64EA1-8751-4888-94BC-61CF49AF359F}"/>
              </a:ext>
            </a:extLst>
          </p:cNvPr>
          <p:cNvSpPr>
            <a:spLocks noGrp="1"/>
          </p:cNvSpPr>
          <p:nvPr/>
        </p:nvSpPr>
        <p:spPr>
          <a:xfrm>
            <a:off x="693381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42" name="dp45-comparison / n78">
            <a:extLst>
              <a:ext uri="{FF2B5EF4-FFF2-40B4-BE49-F238E27FC236}">
                <ns2:creationId id="{3E202C2C-1727-4C45-9ED0-F9EC21E9C126}"/>
              </a:ext>
            </a:extLst>
          </p:cNvPr>
          <p:cNvSpPr>
            <a:spLocks noGrp="1"/>
          </p:cNvSpPr>
          <p:nvPr/>
        </p:nvSpPr>
        <p:spPr>
          <a:xfrm>
            <a:off x="1647825" y="2771775"/>
            <a:ext cx="1980629" cy="167640"/>
          </a:xfrm>
          <a:prstGeom prst="rect">
            <a:avLst/>
          </a:prstGeom>
          <a:solidFill>
            <a:srgbClr val="FFFFFF"/>
          </a:solidFill>
          <a:ln w="0">
            <a:noFill/>
            <a:prstDash val="solid"/>
          </a:ln>
        </p:spPr>
      </p:sp>
      <p:sp>
        <p:nvSpPr>
          <p:cNvPr id="143" name="dp45-comparison / n79 / text 1">
            <a:extLst>
              <a:ext uri="{FF2B5EF4-FFF2-40B4-BE49-F238E27FC236}">
                <ns2:creationId id="{8BDBB50E-791C-47F4-8C64-1A7043D1FB2B}"/>
              </a:ext>
            </a:extLst>
          </p:cNvPr>
          <p:cNvSpPr>
            <a:spLocks noGrp="1"/>
          </p:cNvSpPr>
          <p:nvPr/>
        </p:nvSpPr>
        <p:spPr>
          <a:xfrm>
            <a:off x="1666875" y="2781300"/>
            <a:ext cx="2667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Query1: 평가 기준과 과거 결과</a:t>
            </a:r>
            <a:endParaRPr lang="ko-KR">
              <a:solidFill>
                <a:srgbClr val="000000"/>
              </a:solidFill>
              <a:latin typeface="Calibri"/>
              <a:ea typeface="Calibri"/>
              <a:cs typeface="Calibri"/>
            </a:endParaRPr>
          </a:p>
        </p:txBody>
      </p:sp>
      <p:sp>
        <p:nvSpPr>
          <p:cNvPr id="144" name="dp45-comparison / n80">
            <a:extLst>
              <a:ext uri="{FF2B5EF4-FFF2-40B4-BE49-F238E27FC236}">
                <ns2:creationId id="{9D1277BD-8E23-42AD-9895-EEB3822CA42D}"/>
              </a:ext>
            </a:extLst>
          </p:cNvPr>
          <p:cNvSpPr>
            <a:spLocks noGrp="1"/>
          </p:cNvSpPr>
          <p:nvPr/>
        </p:nvSpPr>
        <p:spPr>
          <a:xfrm>
            <a:off x="4600575" y="2762250"/>
            <a:ext cx="1731264" cy="156210"/>
          </a:xfrm>
          <a:prstGeom prst="rect">
            <a:avLst/>
          </a:prstGeom>
          <a:solidFill>
            <a:srgbClr val="FFFFFF"/>
          </a:solidFill>
          <a:ln w="0">
            <a:noFill/>
            <a:prstDash val="solid"/>
          </a:ln>
        </p:spPr>
      </p:sp>
      <p:sp>
        <p:nvSpPr>
          <p:cNvPr id="145" name="dp45-comparison / n81 / text 1">
            <a:extLst>
              <a:ext uri="{FF2B5EF4-FFF2-40B4-BE49-F238E27FC236}">
                <ns2:creationId id="{F8C85EFE-2AEE-4666-BDED-29092DD1EB44}"/>
              </a:ext>
            </a:extLst>
          </p:cNvPr>
          <p:cNvSpPr>
            <a:spLocks noGrp="1"/>
          </p:cNvSpPr>
          <p:nvPr/>
        </p:nvSpPr>
        <p:spPr>
          <a:xfrm>
            <a:off x="4619625" y="2771775"/>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설명 원문 / 실제 전달한 범위</a:t>
            </a:r>
            <a:endParaRPr lang="ko-KR">
              <a:solidFill>
                <a:srgbClr val="000000"/>
              </a:solidFill>
              <a:latin typeface="Calibri"/>
              <a:ea typeface="Calibri"/>
              <a:cs typeface="Calibri"/>
            </a:endParaRPr>
          </a:p>
        </p:txBody>
      </p:sp>
      <p:sp>
        <p:nvSpPr>
          <p:cNvPr id="146" name="dp45-comparison / n82">
            <a:extLst>
              <a:ext uri="{FF2B5EF4-FFF2-40B4-BE49-F238E27FC236}">
                <ns2:creationId id="{ED7B4DD0-430C-4752-BC3E-610C3BE1198C}"/>
              </a:ext>
            </a:extLst>
          </p:cNvPr>
          <p:cNvSpPr>
            <a:spLocks noGrp="1"/>
          </p:cNvSpPr>
          <p:nvPr/>
        </p:nvSpPr>
        <p:spPr>
          <a:xfrm>
            <a:off x="7124700" y="2762250"/>
            <a:ext cx="1822704" cy="156210"/>
          </a:xfrm>
          <a:prstGeom prst="rect">
            <a:avLst/>
          </a:prstGeom>
          <a:solidFill>
            <a:srgbClr val="FFFFFF"/>
          </a:solidFill>
          <a:ln w="0">
            <a:noFill/>
            <a:prstDash val="solid"/>
          </a:ln>
        </p:spPr>
      </p:sp>
      <p:sp>
        <p:nvSpPr>
          <p:cNvPr id="147" name="dp45-comparison / n83 / text 1">
            <a:extLst>
              <a:ext uri="{FF2B5EF4-FFF2-40B4-BE49-F238E27FC236}">
                <ns2:creationId id="{87132FDA-890C-46F2-BAFC-3257F4F1C8B6}"/>
              </a:ext>
            </a:extLst>
          </p:cNvPr>
          <p:cNvSpPr>
            <a:spLocks noGrp="1"/>
          </p:cNvSpPr>
          <p:nvPr/>
        </p:nvSpPr>
        <p:spPr>
          <a:xfrm>
            <a:off x="7143750" y="2771775"/>
            <a:ext cx="2095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제품 조사 / Task2 견적</a:t>
            </a:r>
            <a:endParaRPr lang="ko-KR">
              <a:solidFill>
                <a:srgbClr val="000000"/>
              </a:solidFill>
              <a:latin typeface="Calibri"/>
              <a:ea typeface="Calibri"/>
              <a:cs typeface="Calibri"/>
            </a:endParaRPr>
          </a:p>
        </p:txBody>
      </p:sp>
      <p:sp>
        <p:nvSpPr>
          <p:cNvPr id="148" name="dp45-comparison / n84">
            <a:extLst>
              <a:ext uri="{FF2B5EF4-FFF2-40B4-BE49-F238E27FC236}">
                <ns2:creationId id="{90041367-3042-4B3F-B375-80A25876DBD5}"/>
              </a:ext>
            </a:extLst>
          </p:cNvPr>
          <p:cNvSpPr>
            <a:spLocks noGrp="1"/>
          </p:cNvSpPr>
          <p:nvPr/>
        </p:nvSpPr>
        <p:spPr>
          <a:xfrm>
            <a:off x="4600575" y="2924175"/>
            <a:ext cx="1207770" cy="156210"/>
          </a:xfrm>
          <a:prstGeom prst="rect">
            <a:avLst/>
          </a:prstGeom>
          <a:solidFill>
            <a:srgbClr val="FFFFFF"/>
          </a:solidFill>
          <a:ln w="0">
            <a:noFill/>
            <a:prstDash val="solid"/>
          </a:ln>
        </p:spPr>
      </p:sp>
      <p:sp>
        <p:nvSpPr>
          <p:cNvPr id="149" name="dp45-comparison / n85 / text 1">
            <a:extLst>
              <a:ext uri="{FF2B5EF4-FFF2-40B4-BE49-F238E27FC236}">
                <ns2:creationId id="{3069C894-36AC-4C3B-A23A-E99D22BE8ECA}"/>
              </a:ext>
            </a:extLst>
          </p:cNvPr>
          <p:cNvSpPr>
            <a:spLocks noGrp="1"/>
          </p:cNvSpPr>
          <p:nvPr/>
        </p:nvSpPr>
        <p:spPr>
          <a:xfrm>
            <a:off x="4619625" y="2933700"/>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“가격이 같은 경우…”</a:t>
            </a:r>
            <a:endParaRPr lang="ko-KR">
              <a:solidFill>
                <a:srgbClr val="000000"/>
              </a:solidFill>
              <a:latin typeface="Calibri"/>
              <a:ea typeface="Calibri"/>
              <a:cs typeface="Calibri"/>
            </a:endParaRPr>
          </a:p>
        </p:txBody>
      </p:sp>
      <p:sp>
        <p:nvSpPr>
          <p:cNvPr id="150" name="dp45-comparison / n86">
            <a:extLst>
              <a:ext uri="{FF2B5EF4-FFF2-40B4-BE49-F238E27FC236}">
                <ns2:creationId id="{9ADCD626-953A-4138-972E-4740121D13DE}"/>
              </a:ext>
            </a:extLst>
          </p:cNvPr>
          <p:cNvSpPr>
            <a:spLocks noGrp="1"/>
          </p:cNvSpPr>
          <p:nvPr/>
        </p:nvSpPr>
        <p:spPr>
          <a:xfrm>
            <a:off x="7124700" y="2924175"/>
            <a:ext cx="1731645" cy="144780"/>
          </a:xfrm>
          <a:prstGeom prst="rect">
            <a:avLst/>
          </a:prstGeom>
          <a:solidFill>
            <a:srgbClr val="FFFFFF"/>
          </a:solidFill>
          <a:ln w="0">
            <a:noFill/>
            <a:prstDash val="solid"/>
          </a:ln>
        </p:spPr>
      </p:sp>
      <p:sp>
        <p:nvSpPr>
          <p:cNvPr id="151" name="dp45-comparison / n87 / text 1">
            <a:extLst>
              <a:ext uri="{FF2B5EF4-FFF2-40B4-BE49-F238E27FC236}">
                <ns2:creationId id="{959D0887-1517-4890-B298-C959D041F385}"/>
              </a:ext>
            </a:extLst>
          </p:cNvPr>
          <p:cNvSpPr>
            <a:spLocks noGrp="1"/>
          </p:cNvSpPr>
          <p:nvPr/>
        </p:nvSpPr>
        <p:spPr>
          <a:xfrm>
            <a:off x="7143750" y="2933700"/>
            <a:ext cx="20955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제품 결과 개정 2 / 견적 개정 1</a:t>
            </a:r>
            <a:endParaRPr lang="ko-KR">
              <a:solidFill>
                <a:srgbClr val="000000"/>
              </a:solidFill>
              <a:latin typeface="Calibri"/>
              <a:ea typeface="Calibri"/>
              <a:cs typeface="Calibri"/>
            </a:endParaRPr>
          </a:p>
        </p:txBody>
      </p:sp>
      <p:sp>
        <p:nvSpPr>
          <p:cNvPr id="152" name="dp45-comparison / n100">
            <a:extLst>
              <a:ext uri="{FF2B5EF4-FFF2-40B4-BE49-F238E27FC236}">
                <ns2:creationId id="{C8658861-1FEF-486D-9A69-FA6BE95BB68F}"/>
              </a:ext>
            </a:extLst>
          </p:cNvPr>
          <p:cNvSpPr>
            <a:spLocks noGrp="1"/>
          </p:cNvSpPr>
          <p:nvPr/>
        </p:nvSpPr>
        <p:spPr>
          <a:xfrm>
            <a:off x="5457825" y="3362325"/>
            <a:ext cx="2281809" cy="179070"/>
          </a:xfrm>
          <a:prstGeom prst="rect">
            <a:avLst/>
          </a:prstGeom>
          <a:solidFill>
            <a:srgbClr val="FFFFFF"/>
          </a:solidFill>
          <a:ln w="0">
            <a:noFill/>
            <a:prstDash val="solid"/>
          </a:ln>
        </p:spPr>
      </p:sp>
      <p:sp>
        <p:nvSpPr>
          <p:cNvPr id="153" name="dp45-comparison / n101 / text 1">
            <a:extLst>
              <a:ext uri="{FF2B5EF4-FFF2-40B4-BE49-F238E27FC236}">
                <ns2:creationId id="{0C5B1B96-99F5-45D4-BA3B-C1E88A8D1EC6}"/>
              </a:ext>
            </a:extLst>
          </p:cNvPr>
          <p:cNvSpPr>
            <a:spLocks noGrp="1"/>
          </p:cNvSpPr>
          <p:nvPr/>
        </p:nvSpPr>
        <p:spPr>
          <a:xfrm>
            <a:off x="5476875" y="3371850"/>
            <a:ext cx="35242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② Query에 맞춘 원본 읽기 / 반환</a:t>
            </a:r>
            <a:endParaRPr lang="ko-KR">
              <a:solidFill>
                <a:srgbClr val="000000"/>
              </a:solidFill>
              <a:latin typeface="Calibri"/>
              <a:ea typeface="Calibri"/>
              <a:cs typeface="Calibri"/>
            </a:endParaRPr>
          </a:p>
        </p:txBody>
      </p:sp>
      <p:sp>
        <p:nvSpPr>
          <p:cNvPr id="154" name="dp45-comparison / n104">
            <a:extLst>
              <a:ext uri="{FF2B5EF4-FFF2-40B4-BE49-F238E27FC236}">
                <ns2:creationId id="{8CDAC728-89C9-4B2C-8993-6F9B526CB5B0}"/>
              </a:ext>
            </a:extLst>
          </p:cNvPr>
          <p:cNvSpPr>
            <a:spLocks noGrp="1"/>
          </p:cNvSpPr>
          <p:nvPr/>
        </p:nvSpPr>
        <p:spPr>
          <a:xfrm>
            <a:off x="1933575" y="4314825"/>
            <a:ext cx="2124266" cy="167640"/>
          </a:xfrm>
          <a:prstGeom prst="rect">
            <a:avLst/>
          </a:prstGeom>
          <a:solidFill>
            <a:srgbClr val="FFFFFF"/>
          </a:solidFill>
          <a:ln w="0">
            <a:noFill/>
            <a:prstDash val="solid"/>
          </a:ln>
        </p:spPr>
      </p:sp>
      <p:sp>
        <p:nvSpPr>
          <p:cNvPr id="155" name="dp45-comparison / n105 / text 1">
            <a:extLst>
              <a:ext uri="{FF2B5EF4-FFF2-40B4-BE49-F238E27FC236}">
                <ns2:creationId id="{7F7E0A97-EA67-45E2-8970-E9F43A846CB5}"/>
              </a:ext>
            </a:extLst>
          </p:cNvPr>
          <p:cNvSpPr>
            <a:spLocks noGrp="1"/>
          </p:cNvSpPr>
          <p:nvPr/>
        </p:nvSpPr>
        <p:spPr>
          <a:xfrm>
            <a:off x="1952625" y="4324350"/>
            <a:ext cx="252412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③ 원본 확인 / 유효 cache 재사용</a:t>
            </a:r>
            <a:endParaRPr lang="ko-KR">
              <a:solidFill>
                <a:srgbClr val="000000"/>
              </a:solidFill>
              <a:latin typeface="Calibri"/>
              <a:ea typeface="Calibri"/>
              <a:cs typeface="Calibri"/>
            </a:endParaRPr>
          </a:p>
        </p:txBody>
      </p:sp>
      <p:sp>
        <p:nvSpPr>
          <p:cNvPr id="156" name="dp45-comparison / n106">
            <a:extLst>
              <a:ext uri="{FF2B5EF4-FFF2-40B4-BE49-F238E27FC236}">
                <ns2:creationId id="{E8F35412-F623-4314-B063-FA2392D90E8A}"/>
              </a:ext>
            </a:extLst>
          </p:cNvPr>
          <p:cNvSpPr>
            <a:spLocks noGrp="1"/>
          </p:cNvSpPr>
          <p:nvPr/>
        </p:nvSpPr>
        <p:spPr>
          <a:xfrm>
            <a:off x="1933575" y="4533900"/>
            <a:ext cx="2188655" cy="167640"/>
          </a:xfrm>
          <a:prstGeom prst="rect">
            <a:avLst/>
          </a:prstGeom>
          <a:solidFill>
            <a:srgbClr val="FFFFFF"/>
          </a:solidFill>
          <a:ln w="0">
            <a:noFill/>
            <a:prstDash val="solid"/>
          </a:ln>
        </p:spPr>
      </p:sp>
      <p:sp>
        <p:nvSpPr>
          <p:cNvPr id="157" name="dp45-comparison / n107 / text 1">
            <a:extLst>
              <a:ext uri="{FF2B5EF4-FFF2-40B4-BE49-F238E27FC236}">
                <ns2:creationId id="{C0E8F7E1-6DB3-43A8-9CD8-8E91E1E3F314}"/>
              </a:ext>
            </a:extLst>
          </p:cNvPr>
          <p:cNvSpPr>
            <a:spLocks noGrp="1"/>
          </p:cNvSpPr>
          <p:nvPr/>
        </p:nvSpPr>
        <p:spPr>
          <a:xfrm>
            <a:off x="1952625" y="4543425"/>
            <a:ext cx="252412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필요한 원본 추가 조회 / 부분 갱신</a:t>
            </a:r>
            <a:endParaRPr lang="ko-KR">
              <a:solidFill>
                <a:srgbClr val="000000"/>
              </a:solidFill>
              <a:latin typeface="Calibri"/>
              <a:ea typeface="Calibri"/>
              <a:cs typeface="Calibri"/>
            </a:endParaRPr>
          </a:p>
        </p:txBody>
      </p:sp>
      <p:sp>
        <p:nvSpPr>
          <p:cNvPr id="158" name="dp45-comparison / n110">
            <a:extLst>
              <a:ext uri="{FF2B5EF4-FFF2-40B4-BE49-F238E27FC236}">
                <ns2:creationId id="{A7F7F74B-257B-4942-BB25-321DAEF0D63E}"/>
              </a:ext>
            </a:extLst>
          </p:cNvPr>
          <p:cNvSpPr>
            <a:spLocks noGrp="1"/>
          </p:cNvSpPr>
          <p:nvPr/>
        </p:nvSpPr>
        <p:spPr>
          <a:xfrm>
            <a:off x="5191125" y="3752850"/>
            <a:ext cx="3714750" cy="1123950"/>
          </a:xfrm>
          <a:custGeom>
            <a:pathLst>
              <a:path w="3714750" h="1123950">
                <a:moveTo>
                  <a:pt x="0" y="0"/>
                </a:moveTo>
                <a:lnTo>
                  <a:pt x="3543300" y="0"/>
                </a:lnTo>
                <a:lnTo>
                  <a:pt x="3714750" y="171450"/>
                </a:lnTo>
                <a:lnTo>
                  <a:pt x="3714750" y="1123950"/>
                </a:lnTo>
                <a:lnTo>
                  <a:pt x="0" y="1123950"/>
                </a:lnTo>
                <a:close/>
              </a:path>
            </a:pathLst>
          </a:custGeom>
          <a:solidFill>
            <a:srgbClr val="FFFFFF"/>
          </a:solidFill>
          <a:ln w="9525">
            <a:solidFill>
              <a:srgbClr val="000000"/>
            </a:solidFill>
            <a:prstDash val="solid"/>
          </a:ln>
        </p:spPr>
        <p:txBody>
          <a:bodyPr wrap="none" lIns="95250" tIns="57150" rIns="171450" bIns="28622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Query의 Bundle1 / Receipt1 (필드 축약)</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status:PARTIAL / acquisition:OWNER_COMPOSITION</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evidence: 실제 전달한 예외 문구 발췌</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“가격이 같은 경우 유지보수 기간을 우선합니다.”</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Task1 → 제품 비교 결과 / Task2 → 견적 결과</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checked_revisions / read_ranges: 원본 확인 범위</a:t>
            </a:r>
            <a:endParaRPr lang="ko-KR">
              <a:solidFill>
                <a:srgbClr val="000000"/>
              </a:solidFill>
              <a:latin typeface="Calibri"/>
              <a:ea typeface="Calibri"/>
              <a:cs typeface="Calibri"/>
            </a:endParaRPr>
          </a:p>
        </p:txBody>
      </p:sp>
      <p:sp>
        <p:nvSpPr>
          <p:cNvPr id="159" name="dp45-comparison / n110 / fold">
            <a:extLst>
              <a:ext uri="{FF2B5EF4-FFF2-40B4-BE49-F238E27FC236}">
                <ns2:creationId id="{30ACA1F8-9326-42E4-9E93-704E237D8C54}"/>
              </a:ext>
            </a:extLst>
          </p:cNvPr>
          <p:cNvSpPr>
            <a:spLocks noGrp="1"/>
          </p:cNvSpPr>
          <p:nvPr/>
        </p:nvSpPr>
        <p:spPr>
          <a:xfrm>
            <a:off x="8734425" y="37528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6" name="dp45-comparison / n112">
            <a:extLst>
              <a:ext uri="{FF2B5EF4-FFF2-40B4-BE49-F238E27FC236}">
                <ns2:creationId id="{FFF3ABEC-203F-482B-9BE6-1600B3DB6AEB}"/>
              </a:ext>
            </a:extLst>
          </p:cNvPr>
          <p:cNvSpPr>
            <a:spLocks noGrp="1"/>
          </p:cNvSpPr>
          <p:nvPr/>
        </p:nvSpPr>
        <p:spPr>
          <a:xfrm>
            <a:off x="1838325" y="5686425"/>
            <a:ext cx="2437829" cy="144780"/>
          </a:xfrm>
          <a:prstGeom prst="rect">
            <a:avLst/>
          </a:prstGeom>
          <a:solidFill>
            <a:srgbClr val="FFFFFF"/>
          </a:solidFill>
          <a:ln w="0">
            <a:noFill/>
            <a:prstDash val="solid"/>
          </a:ln>
        </p:spPr>
      </p:sp>
      <p:sp>
        <p:nvSpPr>
          <p:cNvPr id="167" name="dp45-comparison / n113 / text 1">
            <a:extLst>
              <a:ext uri="{FF2B5EF4-FFF2-40B4-BE49-F238E27FC236}">
                <ns2:creationId id="{95182870-BDF8-40C1-88F2-49DFDCFBB87A}"/>
              </a:ext>
            </a:extLst>
          </p:cNvPr>
          <p:cNvSpPr>
            <a:spLocks noGrp="1"/>
          </p:cNvSpPr>
          <p:nvPr/>
        </p:nvSpPr>
        <p:spPr>
          <a:xfrm>
            <a:off x="1857375" y="5695950"/>
            <a:ext cx="2905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선택 cache는 재사용 / 구성 책임은 이번 조회</a:t>
            </a:r>
            <a:endParaRPr lang="ko-KR">
              <a:solidFill>
                <a:srgbClr val="000000"/>
              </a:solidFill>
              <a:latin typeface="Calibri"/>
              <a:ea typeface="Calibri"/>
              <a:cs typeface="Calibri"/>
            </a:endParaRPr>
          </a:p>
        </p:txBody>
      </p:sp>
      <p:sp>
        <p:nvSpPr>
          <p:cNvPr id="168" name="dp45-comparison / n114">
            <a:extLst>
              <a:ext uri="{FF2B5EF4-FFF2-40B4-BE49-F238E27FC236}">
                <ns2:creationId id="{6DC12ECF-98F3-4301-A930-046071AC65B5}"/>
              </a:ext>
            </a:extLst>
          </p:cNvPr>
          <p:cNvSpPr>
            <a:spLocks noGrp="1"/>
          </p:cNvSpPr>
          <p:nvPr/>
        </p:nvSpPr>
        <p:spPr>
          <a:xfrm>
            <a:off x="5934075" y="5686425"/>
            <a:ext cx="2110740" cy="156210"/>
          </a:xfrm>
          <a:prstGeom prst="rect">
            <a:avLst/>
          </a:prstGeom>
          <a:solidFill>
            <a:srgbClr val="FFFFFF"/>
          </a:solidFill>
          <a:ln w="0">
            <a:noFill/>
            <a:prstDash val="solid"/>
          </a:ln>
        </p:spPr>
      </p:sp>
      <p:sp>
        <p:nvSpPr>
          <p:cNvPr id="169" name="dp45-comparison / n115 / text 1">
            <a:extLst>
              <a:ext uri="{FF2B5EF4-FFF2-40B4-BE49-F238E27FC236}">
                <ns2:creationId id="{1C286DD8-8893-4D4F-9585-A23D5DEF9B42}"/>
              </a:ext>
            </a:extLst>
          </p:cNvPr>
          <p:cNvSpPr>
            <a:spLocks noGrp="1"/>
          </p:cNvSpPr>
          <p:nvPr/>
        </p:nvSpPr>
        <p:spPr>
          <a:xfrm>
            <a:off x="5953125" y="5695950"/>
            <a:ext cx="2952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이번 Query 수명의 발췌와 결과 참조</a:t>
            </a:r>
            <a:endParaRPr lang="ko-KR">
              <a:solidFill>
                <a:srgbClr val="000000"/>
              </a:solidFill>
              <a:latin typeface="Calibri"/>
              <a:ea typeface="Calibri"/>
              <a:cs typeface="Calibri"/>
            </a:endParaRPr>
          </a:p>
        </p:txBody>
      </p:sp>
      <p:sp>
        <p:nvSpPr>
          <p:cNvPr id="170" name="dp45-comparison / n118">
            <a:extLst>
              <a:ext uri="{FF2B5EF4-FFF2-40B4-BE49-F238E27FC236}">
                <ns2:creationId id="{31185756-7320-416C-8869-E1FA5E1FD6D9}"/>
              </a:ext>
            </a:extLst>
          </p:cNvPr>
          <p:cNvSpPr>
            <a:spLocks noGrp="1"/>
          </p:cNvSpPr>
          <p:nvPr/>
        </p:nvSpPr>
        <p:spPr>
          <a:xfrm>
            <a:off x="1838325" y="3619500"/>
            <a:ext cx="763905" cy="133350"/>
          </a:xfrm>
          <a:prstGeom prst="rect">
            <a:avLst/>
          </a:prstGeom>
          <a:solidFill>
            <a:srgbClr val="FFFFFF"/>
          </a:solidFill>
          <a:ln w="0">
            <a:noFill/>
            <a:prstDash val="solid"/>
          </a:ln>
        </p:spPr>
      </p:sp>
      <p:sp>
        <p:nvSpPr>
          <p:cNvPr id="171" name="dp45-comparison / n119 / text 1">
            <a:extLst>
              <a:ext uri="{FF2B5EF4-FFF2-40B4-BE49-F238E27FC236}">
                <ns2:creationId id="{79B79BF2-8639-4B84-808A-80086055857E}"/>
              </a:ext>
            </a:extLst>
          </p:cNvPr>
          <p:cNvSpPr>
            <a:spLocks noGrp="1"/>
          </p:cNvSpPr>
          <p:nvPr/>
        </p:nvSpPr>
        <p:spPr>
          <a:xfrm>
            <a:off x="1857375" y="3629025"/>
            <a:ext cx="2857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① 현재 Query1</a:t>
            </a:r>
            <a:endParaRPr lang="ko-KR">
              <a:solidFill>
                <a:srgbClr val="000000"/>
              </a:solidFill>
              <a:latin typeface="Calibri"/>
              <a:ea typeface="Calibri"/>
              <a:cs typeface="Calibri"/>
            </a:endParaRPr>
          </a:p>
        </p:txBody>
      </p:sp>
      <p:sp>
        <p:nvSpPr>
          <p:cNvPr id="172" name="dp45-comparison / n128">
            <a:extLst>
              <a:ext uri="{FF2B5EF4-FFF2-40B4-BE49-F238E27FC236}">
                <ns2:creationId id="{D402C0D0-8B86-4EE8-966A-B1B827101C73}"/>
              </a:ext>
            </a:extLst>
          </p:cNvPr>
          <p:cNvSpPr>
            <a:spLocks noGrp="1"/>
          </p:cNvSpPr>
          <p:nvPr/>
        </p:nvSpPr>
        <p:spPr>
          <a:xfrm>
            <a:off x="4648200" y="6057900"/>
            <a:ext cx="1306258" cy="144780"/>
          </a:xfrm>
          <a:prstGeom prst="rect">
            <a:avLst/>
          </a:prstGeom>
          <a:solidFill>
            <a:srgbClr val="FFFFFF"/>
          </a:solidFill>
          <a:ln w="0">
            <a:noFill/>
            <a:prstDash val="solid"/>
          </a:ln>
        </p:spPr>
      </p:sp>
      <p:sp>
        <p:nvSpPr>
          <p:cNvPr id="173" name="dp45-comparison / n129 / text 1">
            <a:extLst>
              <a:ext uri="{FF2B5EF4-FFF2-40B4-BE49-F238E27FC236}">
                <ns2:creationId id="{FB447984-92AA-417F-9BE7-A5146B58BB0C}"/>
              </a:ext>
            </a:extLst>
          </p:cNvPr>
          <p:cNvSpPr>
            <a:spLocks noGrp="1"/>
          </p:cNvSpPr>
          <p:nvPr/>
        </p:nvSpPr>
        <p:spPr>
          <a:xfrm>
            <a:off x="4667250" y="6067425"/>
            <a:ext cx="1571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필요한 과거 의미만 가공</a:t>
            </a:r>
            <a:endParaRPr lang="ko-KR">
              <a:solidFill>
                <a:srgbClr val="000000"/>
              </a:solidFill>
              <a:latin typeface="Calibri"/>
              <a:ea typeface="Calibri"/>
              <a:cs typeface="Calibri"/>
            </a:endParaRPr>
          </a:p>
        </p:txBody>
      </p:sp>
      <p:sp>
        <p:nvSpPr>
          <p:cNvPr id="174" name="dp45-comparison / n131">
            <a:extLst>
              <a:ext uri="{FF2B5EF4-FFF2-40B4-BE49-F238E27FC236}">
                <ns2:creationId id="{1E22CE64-775D-40A9-A7ED-6F284180425B}"/>
              </a:ext>
            </a:extLst>
          </p:cNvPr>
          <p:cNvSpPr>
            <a:spLocks noGrp="1"/>
          </p:cNvSpPr>
          <p:nvPr/>
        </p:nvSpPr>
        <p:spPr>
          <a:xfrm>
            <a:off x="1647825" y="6477000"/>
            <a:ext cx="2484501" cy="179070"/>
          </a:xfrm>
          <a:prstGeom prst="rect">
            <a:avLst/>
          </a:prstGeom>
          <a:solidFill>
            <a:srgbClr val="FFFFFF"/>
          </a:solidFill>
          <a:ln w="0">
            <a:noFill/>
            <a:prstDash val="solid"/>
          </a:ln>
        </p:spPr>
      </p:sp>
      <p:sp>
        <p:nvSpPr>
          <p:cNvPr id="175" name="dp45-comparison / n132 / text 1">
            <a:extLst>
              <a:ext uri="{FF2B5EF4-FFF2-40B4-BE49-F238E27FC236}">
                <ns2:creationId id="{00FBEE2D-6878-40E3-B236-75D6CE772EB9}"/>
              </a:ext>
            </a:extLst>
          </p:cNvPr>
          <p:cNvSpPr>
            <a:spLocks noGrp="1"/>
          </p:cNvSpPr>
          <p:nvPr/>
        </p:nvSpPr>
        <p:spPr>
          <a:xfrm>
            <a:off x="1666875" y="648652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생산 시점과 조회 경로</a:t>
            </a:r>
            <a:endParaRPr lang="ko-KR">
              <a:solidFill>
                <a:srgbClr val="000000"/>
              </a:solidFill>
              <a:latin typeface="Calibri"/>
              <a:ea typeface="Calibri"/>
              <a:cs typeface="Calibri"/>
            </a:endParaRPr>
          </a:p>
        </p:txBody>
      </p:sp>
      <p:sp>
        <p:nvSpPr>
          <p:cNvPr id="176" name="dp45-comparison / n149">
            <a:extLst>
              <a:ext uri="{FF2B5EF4-FFF2-40B4-BE49-F238E27FC236}">
                <ns2:creationId id="{22FA2199-284A-4516-AE30-652A0C487A6D}"/>
              </a:ext>
            </a:extLst>
          </p:cNvPr>
          <p:cNvSpPr>
            <a:spLocks noGrp="1"/>
          </p:cNvSpPr>
          <p:nvPr/>
        </p:nvSpPr>
        <p:spPr>
          <a:xfrm>
            <a:off x="1647825" y="7058025"/>
            <a:ext cx="2611374" cy="156210"/>
          </a:xfrm>
          <a:prstGeom prst="rect">
            <a:avLst/>
          </a:prstGeom>
          <a:solidFill>
            <a:srgbClr val="FFFFFF"/>
          </a:solidFill>
          <a:ln w="0">
            <a:noFill/>
            <a:prstDash val="solid"/>
          </a:ln>
        </p:spPr>
      </p:sp>
      <p:sp>
        <p:nvSpPr>
          <p:cNvPr id="177" name="dp45-comparison / n150 / text 1">
            <a:extLst>
              <a:ext uri="{FF2B5EF4-FFF2-40B4-BE49-F238E27FC236}">
                <ns2:creationId id="{4B4F357C-09DF-47BD-94A7-A3762F6C2C37}"/>
              </a:ext>
            </a:extLst>
          </p:cNvPr>
          <p:cNvSpPr>
            <a:spLocks noGrp="1"/>
          </p:cNvSpPr>
          <p:nvPr/>
        </p:nvSpPr>
        <p:spPr>
          <a:xfrm>
            <a:off x="1666875" y="7067550"/>
            <a:ext cx="7524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A의 cache 허용 / Request별 구성 책임 유지</a:t>
            </a:r>
            <a:endParaRPr lang="ko-KR">
              <a:solidFill>
                <a:srgbClr val="000000"/>
              </a:solidFill>
              <a:latin typeface="Calibri"/>
              <a:ea typeface="Calibri"/>
              <a:cs typeface="Calibri"/>
            </a:endParaRPr>
          </a:p>
        </p:txBody>
      </p:sp>
      <p:sp>
        <p:nvSpPr>
          <p:cNvPr id="178" name="dp45-comparison / n151">
            <a:extLst>
              <a:ext uri="{FF2B5EF4-FFF2-40B4-BE49-F238E27FC236}">
                <ns2:creationId id="{3AAC4F77-261A-4D58-8812-4CF4AF6B0631}"/>
              </a:ext>
            </a:extLst>
          </p:cNvPr>
          <p:cNvSpPr>
            <a:spLocks noGrp="1"/>
          </p:cNvSpPr>
          <p:nvPr/>
        </p:nvSpPr>
        <p:spPr>
          <a:xfrm>
            <a:off x="9953625" y="2409825"/>
            <a:ext cx="2381250"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80" name="dp45-comparison / n153">
            <a:extLst>
              <a:ext uri="{FF2B5EF4-FFF2-40B4-BE49-F238E27FC236}">
                <ns2:creationId id="{75A275FE-19ED-4794-BD4A-37F6A7D88CB9}"/>
              </a:ext>
            </a:extLst>
          </p:cNvPr>
          <p:cNvSpPr>
            <a:spLocks noGrp="1"/>
          </p:cNvSpPr>
          <p:nvPr/>
        </p:nvSpPr>
        <p:spPr>
          <a:xfrm>
            <a:off x="12858750" y="2409825"/>
            <a:ext cx="2238375"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182" name="dp45-comparison / n155">
            <a:extLst>
              <a:ext uri="{FF2B5EF4-FFF2-40B4-BE49-F238E27FC236}">
                <ns2:creationId id="{D44AAB4E-E63A-4FA9-B9FD-8354C03F2A30}"/>
              </a:ext>
            </a:extLst>
          </p:cNvPr>
          <p:cNvSpPr>
            <a:spLocks noGrp="1"/>
          </p:cNvSpPr>
          <p:nvPr/>
        </p:nvSpPr>
        <p:spPr>
          <a:xfrm>
            <a:off x="15382875" y="2409825"/>
            <a:ext cx="2190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84" name="dp45-comparison / n167">
            <a:extLst>
              <a:ext uri="{FF2B5EF4-FFF2-40B4-BE49-F238E27FC236}">
                <ns2:creationId id="{78088C89-2527-4970-A523-D3E9062B679A}"/>
              </a:ext>
            </a:extLst>
          </p:cNvPr>
          <p:cNvSpPr>
            <a:spLocks noGrp="1"/>
          </p:cNvSpPr>
          <p:nvPr/>
        </p:nvSpPr>
        <p:spPr>
          <a:xfrm>
            <a:off x="9858375" y="3276600"/>
            <a:ext cx="7715250" cy="2705100"/>
          </a:xfrm>
          <a:prstGeom prst="rect">
            <a:avLst/>
          </a:prstGeom>
          <a:solidFill>
            <a:srgbClr val="FFFFFF"/>
          </a:solidFill>
          <a:ln w="9525">
            <a:solidFill>
              <a:srgbClr val="000000"/>
            </a:solidFill>
            <a:prstDash val="solid"/>
          </a:ln>
        </p:spPr>
        <p:txBody>
          <a:bodyPr wrap="none" lIns="123825" tIns="95250" rIns="123825" bIns="23198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186" name="dp45-comparison / n169">
            <a:extLst>
              <a:ext uri="{FF2B5EF4-FFF2-40B4-BE49-F238E27FC236}">
                <ns2:creationId id="{7FB73FB7-47F8-4E5F-9C68-22AC622AD2BA}"/>
              </a:ext>
            </a:extLst>
          </p:cNvPr>
          <p:cNvSpPr>
            <a:spLocks noGrp="1"/>
          </p:cNvSpPr>
          <p:nvPr/>
        </p:nvSpPr>
        <p:spPr>
          <a:xfrm>
            <a:off x="10144125" y="3752850"/>
            <a:ext cx="2571750" cy="361950"/>
          </a:xfrm>
          <a:prstGeom prst="roundRect">
            <a:avLst>
              <a:gd name="adj" fmla="val 21053"/>
            </a:avLst>
          </a:prstGeom>
          <a:solidFill>
            <a:srgbClr val="FFF6DE"/>
          </a:solidFill>
          <a:ln w="17145">
            <a:solidFill>
              <a:srgbClr val="B8753F"/>
            </a:solidFill>
            <a:prstDash val="solid"/>
          </a:ln>
        </p:spPr>
        <p:txBody>
          <a:bodyPr wrap="none" lIns="85725" tIns="63341" rIns="85725" bIns="3619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Memory Publisher</a:t>
            </a:r>
            <a:endParaRPr lang="ko-KR">
              <a:solidFill>
                <a:srgbClr val="000000"/>
              </a:solidFill>
              <a:latin typeface="Calibri"/>
              <a:ea typeface="Calibri"/>
              <a:cs typeface="Calibri"/>
            </a:endParaRPr>
          </a:p>
        </p:txBody>
      </p:sp>
      <p:sp>
        <p:nvSpPr>
          <p:cNvPr id="188" name="dp45-comparison / n171">
            <a:extLst>
              <a:ext uri="{FF2B5EF4-FFF2-40B4-BE49-F238E27FC236}">
                <ns2:creationId id="{3630E5B6-A2B6-443B-BD9B-562DB85544C8}"/>
              </a:ext>
            </a:extLst>
          </p:cNvPr>
          <p:cNvSpPr>
            <a:spLocks noGrp="1"/>
          </p:cNvSpPr>
          <p:nvPr/>
        </p:nvSpPr>
        <p:spPr>
          <a:xfrm>
            <a:off x="14239875" y="3752850"/>
            <a:ext cx="2952750" cy="400050"/>
          </a:xfrm>
          <a:prstGeom prst="can">
            <a:avLst>
              <a:gd name="adj" fmla="val 20000"/>
            </a:avLst>
          </a:prstGeom>
          <a:solidFill>
            <a:srgbClr val="FFF6DE"/>
          </a:solidFill>
          <a:ln w="9525">
            <a:solidFill>
              <a:srgbClr val="B8753F"/>
            </a:solidFill>
            <a:prstDash val="solid"/>
          </a:ln>
        </p:spPr>
        <p:txBody>
          <a:bodyPr wrap="none" lIns="85725" tIns="114300" rIns="85725" bIns="78581" anchor="t">
            <a:noAutofit/>
          </a:bodyPr>
          <a:lstStyle/>
          <a:p>
            <a:pPr algn="ctr">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Episodic Memory Repository</a:t>
            </a:r>
            <a:endParaRPr lang="ko-KR">
              <a:solidFill>
                <a:srgbClr val="000000"/>
              </a:solidFill>
              <a:latin typeface="Calibri"/>
              <a:ea typeface="Calibri"/>
              <a:cs typeface="Calibri"/>
            </a:endParaRPr>
          </a:p>
        </p:txBody>
      </p:sp>
      <p:sp>
        <p:nvSpPr>
          <p:cNvPr id="190" name="dp45-comparison / n173">
            <a:extLst>
              <a:ext uri="{FF2B5EF4-FFF2-40B4-BE49-F238E27FC236}">
                <ns2:creationId id="{03CB6A18-63F3-4E66-B82E-A8499B0F1A96}"/>
              </a:ext>
            </a:extLst>
          </p:cNvPr>
          <p:cNvSpPr>
            <a:spLocks noGrp="1"/>
          </p:cNvSpPr>
          <p:nvPr/>
        </p:nvSpPr>
        <p:spPr>
          <a:xfrm>
            <a:off x="10144125" y="5219700"/>
            <a:ext cx="2571750" cy="361950"/>
          </a:xfrm>
          <a:prstGeom prst="roundRect">
            <a:avLst>
              <a:gd name="adj" fmla="val 21053"/>
            </a:avLst>
          </a:prstGeom>
          <a:solidFill>
            <a:srgbClr val="FFF6DE"/>
          </a:solidFill>
          <a:ln w="17145">
            <a:solidFill>
              <a:srgbClr val="B8753F"/>
            </a:solidFill>
            <a:prstDash val="solid"/>
          </a:ln>
        </p:spPr>
        <p:txBody>
          <a:bodyPr wrap="none" lIns="85725" tIns="63341" rIns="85725" bIns="3619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Evidence Reader</a:t>
            </a:r>
            <a:endParaRPr lang="ko-KR">
              <a:solidFill>
                <a:srgbClr val="000000"/>
              </a:solidFill>
              <a:latin typeface="Calibri"/>
              <a:ea typeface="Calibri"/>
              <a:cs typeface="Calibri"/>
            </a:endParaRPr>
          </a:p>
        </p:txBody>
      </p:sp>
      <p:sp>
        <p:nvSpPr>
          <p:cNvPr id="192" name="dp45-comparison / n175">
            <a:extLst>
              <a:ext uri="{FF2B5EF4-FFF2-40B4-BE49-F238E27FC236}">
                <ns2:creationId id="{54A14F51-6160-4F8C-B592-50B2C3F40FDA}"/>
              </a:ext>
            </a:extLst>
          </p:cNvPr>
          <p:cNvSpPr>
            <a:spLocks noGrp="1"/>
          </p:cNvSpPr>
          <p:nvPr/>
        </p:nvSpPr>
        <p:spPr>
          <a:xfrm>
            <a:off x="14239875" y="5476875"/>
            <a:ext cx="2952750" cy="314325"/>
          </a:xfrm>
          <a:prstGeom prst="can">
            <a:avLst>
              <a:gd name="adj" fmla="val 20000"/>
            </a:avLst>
          </a:prstGeom>
          <a:solidFill>
            <a:srgbClr val="FFF6DE"/>
          </a:solidFill>
          <a:ln w="9525">
            <a:solidFill>
              <a:srgbClr val="B8753F"/>
            </a:solidFill>
            <a:prstDash val="solid"/>
          </a:ln>
        </p:spPr>
        <p:txBody>
          <a:bodyPr wrap="none" lIns="85725" tIns="65723" rIns="85725" bIns="27622"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Coverage State</a:t>
            </a:r>
            <a:endParaRPr lang="ko-KR">
              <a:solidFill>
                <a:srgbClr val="000000"/>
              </a:solidFill>
              <a:latin typeface="Calibri"/>
              <a:ea typeface="Calibri"/>
              <a:cs typeface="Calibri"/>
            </a:endParaRPr>
          </a:p>
        </p:txBody>
      </p:sp>
      <p:sp>
        <p:nvSpPr>
          <p:cNvPr id="194" name="dp45-comparison / n177 / path">
            <a:extLst>
              <a:ext uri="{FF2B5EF4-FFF2-40B4-BE49-F238E27FC236}">
                <ns2:creationId id="{1023F68E-F8F0-4A04-848D-EE39D1D39F9D}"/>
              </a:ext>
            </a:extLst>
          </p:cNvPr>
          <p:cNvSpPr>
            <a:spLocks noGrp="1"/>
          </p:cNvSpPr>
          <p:nvPr/>
        </p:nvSpPr>
        <p:spPr>
          <a:xfrm>
            <a:off x="12115800" y="2714625"/>
            <a:ext cx="2762250" cy="1038225"/>
          </a:xfrm>
          <a:custGeom>
            <a:pathLst>
              <a:path w="2762250" h="1038225">
                <a:moveTo>
                  <a:pt x="2762250" y="0"/>
                </a:moveTo>
                <a:lnTo>
                  <a:pt x="2762250" y="352425"/>
                </a:lnTo>
                <a:lnTo>
                  <a:pt x="0" y="352425"/>
                </a:lnTo>
                <a:lnTo>
                  <a:pt x="0" y="1038225"/>
                </a:lnTo>
              </a:path>
            </a:pathLst>
          </a:custGeom>
          <a:noFill/>
          <a:ln w="10478">
            <a:solidFill>
              <a:srgbClr val="B8753F"/>
            </a:solidFill>
            <a:prstDash val="solid"/>
          </a:ln>
        </p:spPr>
      </p:sp>
      <p:sp>
        <p:nvSpPr>
          <p:cNvPr id="195" name="dp45-comparison / n177 / arrow">
            <a:extLst>
              <a:ext uri="{FF2B5EF4-FFF2-40B4-BE49-F238E27FC236}">
                <ns2:creationId id="{DBF0F14C-44E3-40B7-8461-8789250D1704}"/>
              </a:ext>
            </a:extLst>
          </p:cNvPr>
          <p:cNvSpPr>
            <a:spLocks noGrp="1"/>
          </p:cNvSpPr>
          <p:nvPr/>
        </p:nvSpPr>
        <p:spPr>
          <a:xfrm>
            <a:off x="12082272" y="3685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96" name="dp45-comparison / n178 / path">
            <a:extLst>
              <a:ext uri="{FF2B5EF4-FFF2-40B4-BE49-F238E27FC236}">
                <ns2:creationId id="{F8F96BCD-F5F0-4553-84C4-791A643EF29E}"/>
              </a:ext>
            </a:extLst>
          </p:cNvPr>
          <p:cNvSpPr>
            <a:spLocks noGrp="1"/>
          </p:cNvSpPr>
          <p:nvPr/>
        </p:nvSpPr>
        <p:spPr>
          <a:xfrm>
            <a:off x="12192000" y="2714625"/>
            <a:ext cx="2762250" cy="1038225"/>
          </a:xfrm>
          <a:custGeom>
            <a:pathLst>
              <a:path w="2762250" h="1038225">
                <a:moveTo>
                  <a:pt x="0" y="1038225"/>
                </a:moveTo>
                <a:lnTo>
                  <a:pt x="0" y="419100"/>
                </a:lnTo>
                <a:lnTo>
                  <a:pt x="2762250" y="419100"/>
                </a:lnTo>
                <a:lnTo>
                  <a:pt x="2762250" y="0"/>
                </a:lnTo>
              </a:path>
            </a:pathLst>
          </a:custGeom>
          <a:noFill/>
          <a:ln w="10478">
            <a:solidFill>
              <a:srgbClr val="000000"/>
            </a:solidFill>
            <a:prstDash val="solid"/>
          </a:ln>
        </p:spPr>
      </p:sp>
      <p:sp>
        <p:nvSpPr>
          <p:cNvPr id="197" name="dp45-comparison / n178 / arrow">
            <a:extLst>
              <a:ext uri="{FF2B5EF4-FFF2-40B4-BE49-F238E27FC236}">
                <ns2:creationId id="{CE3DD192-A4EB-444B-B54C-4C77F7C7508B}"/>
              </a:ext>
            </a:extLst>
          </p:cNvPr>
          <p:cNvSpPr>
            <a:spLocks noGrp="1"/>
          </p:cNvSpPr>
          <p:nvPr/>
        </p:nvSpPr>
        <p:spPr>
          <a:xfrm>
            <a:off x="14920722"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98" name="dp45-comparison / n179 / path">
            <a:extLst>
              <a:ext uri="{FF2B5EF4-FFF2-40B4-BE49-F238E27FC236}">
                <ns2:creationId id="{35922650-623D-4C26-B281-D2B9CD34DA72}"/>
              </a:ext>
            </a:extLst>
          </p:cNvPr>
          <p:cNvSpPr>
            <a:spLocks noGrp="1"/>
          </p:cNvSpPr>
          <p:nvPr/>
        </p:nvSpPr>
        <p:spPr>
          <a:xfrm>
            <a:off x="12230100" y="2714625"/>
            <a:ext cx="2762250" cy="1038225"/>
          </a:xfrm>
          <a:custGeom>
            <a:pathLst>
              <a:path w="2762250" h="1038225">
                <a:moveTo>
                  <a:pt x="2762250" y="0"/>
                </a:moveTo>
                <a:lnTo>
                  <a:pt x="2762250" y="495300"/>
                </a:lnTo>
                <a:lnTo>
                  <a:pt x="0" y="495300"/>
                </a:lnTo>
                <a:lnTo>
                  <a:pt x="0" y="1038225"/>
                </a:lnTo>
              </a:path>
            </a:pathLst>
          </a:custGeom>
          <a:noFill/>
          <a:ln w="10478">
            <a:solidFill>
              <a:srgbClr val="000000"/>
            </a:solidFill>
            <a:prstDash val="dash"/>
          </a:ln>
        </p:spPr>
      </p:sp>
      <p:sp>
        <p:nvSpPr>
          <p:cNvPr id="199" name="dp45-comparison / n179 / arrow">
            <a:extLst>
              <a:ext uri="{FF2B5EF4-FFF2-40B4-BE49-F238E27FC236}">
                <ns2:creationId id="{FC8D935E-B63E-456C-84D9-7CE18EE980A6}"/>
              </a:ext>
            </a:extLst>
          </p:cNvPr>
          <p:cNvSpPr>
            <a:spLocks noGrp="1"/>
          </p:cNvSpPr>
          <p:nvPr/>
        </p:nvSpPr>
        <p:spPr>
          <a:xfrm>
            <a:off x="12196572"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00" name="dp45-comparison / n180 / path">
            <a:extLst>
              <a:ext uri="{FF2B5EF4-FFF2-40B4-BE49-F238E27FC236}">
                <ns2:creationId id="{433668F0-8FE9-483F-BA62-63B563293A4D}"/>
              </a:ext>
            </a:extLst>
          </p:cNvPr>
          <p:cNvSpPr>
            <a:spLocks noGrp="1"/>
          </p:cNvSpPr>
          <p:nvPr/>
        </p:nvSpPr>
        <p:spPr>
          <a:xfrm>
            <a:off x="12353925" y="2714625"/>
            <a:ext cx="5048250" cy="1038225"/>
          </a:xfrm>
          <a:custGeom>
            <a:pathLst>
              <a:path w="5048250" h="1038225">
                <a:moveTo>
                  <a:pt x="5048250" y="0"/>
                </a:moveTo>
                <a:lnTo>
                  <a:pt x="5048250" y="352425"/>
                </a:lnTo>
                <a:lnTo>
                  <a:pt x="0" y="352425"/>
                </a:lnTo>
                <a:lnTo>
                  <a:pt x="0" y="1038225"/>
                </a:lnTo>
              </a:path>
            </a:pathLst>
          </a:custGeom>
          <a:noFill/>
          <a:ln w="10478">
            <a:solidFill>
              <a:srgbClr val="B8753F"/>
            </a:solidFill>
            <a:prstDash val="solid"/>
          </a:ln>
        </p:spPr>
      </p:sp>
      <p:sp>
        <p:nvSpPr>
          <p:cNvPr id="201" name="dp45-comparison / n180 / arrow">
            <a:extLst>
              <a:ext uri="{FF2B5EF4-FFF2-40B4-BE49-F238E27FC236}">
                <ns2:creationId id="{FB81B58B-9E2C-40CC-A1B2-04F1FB89A795}"/>
              </a:ext>
            </a:extLst>
          </p:cNvPr>
          <p:cNvSpPr>
            <a:spLocks noGrp="1"/>
          </p:cNvSpPr>
          <p:nvPr/>
        </p:nvSpPr>
        <p:spPr>
          <a:xfrm>
            <a:off x="12320397" y="3685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02" name="dp45-comparison / n181 / path">
            <a:extLst>
              <a:ext uri="{FF2B5EF4-FFF2-40B4-BE49-F238E27FC236}">
                <ns2:creationId id="{BDDA27AE-8311-4B17-879E-8656DC5E8703}"/>
              </a:ext>
            </a:extLst>
          </p:cNvPr>
          <p:cNvSpPr>
            <a:spLocks noGrp="1"/>
          </p:cNvSpPr>
          <p:nvPr/>
        </p:nvSpPr>
        <p:spPr>
          <a:xfrm>
            <a:off x="12430125" y="2714625"/>
            <a:ext cx="5048250" cy="1038225"/>
          </a:xfrm>
          <a:custGeom>
            <a:pathLst>
              <a:path w="5048250" h="1038225">
                <a:moveTo>
                  <a:pt x="0" y="1038225"/>
                </a:moveTo>
                <a:lnTo>
                  <a:pt x="0" y="419100"/>
                </a:lnTo>
                <a:lnTo>
                  <a:pt x="5048250" y="419100"/>
                </a:lnTo>
                <a:lnTo>
                  <a:pt x="5048250" y="0"/>
                </a:lnTo>
              </a:path>
            </a:pathLst>
          </a:custGeom>
          <a:noFill/>
          <a:ln w="10478">
            <a:solidFill>
              <a:srgbClr val="000000"/>
            </a:solidFill>
            <a:prstDash val="solid"/>
          </a:ln>
        </p:spPr>
      </p:sp>
      <p:sp>
        <p:nvSpPr>
          <p:cNvPr id="203" name="dp45-comparison / n181 / arrow">
            <a:extLst>
              <a:ext uri="{FF2B5EF4-FFF2-40B4-BE49-F238E27FC236}">
                <ns2:creationId id="{736EFD4B-A71E-4795-86FE-1685A0C6AC56}"/>
              </a:ext>
            </a:extLst>
          </p:cNvPr>
          <p:cNvSpPr>
            <a:spLocks noGrp="1"/>
          </p:cNvSpPr>
          <p:nvPr/>
        </p:nvSpPr>
        <p:spPr>
          <a:xfrm>
            <a:off x="17444847"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04" name="dp45-comparison / n182 / path">
            <a:extLst>
              <a:ext uri="{FF2B5EF4-FFF2-40B4-BE49-F238E27FC236}">
                <ns2:creationId id="{7A761DF2-47B9-407D-B43D-56AF0D7824A7}"/>
              </a:ext>
            </a:extLst>
          </p:cNvPr>
          <p:cNvSpPr>
            <a:spLocks noGrp="1"/>
          </p:cNvSpPr>
          <p:nvPr/>
        </p:nvSpPr>
        <p:spPr>
          <a:xfrm>
            <a:off x="12468225" y="2714625"/>
            <a:ext cx="5048250" cy="1038225"/>
          </a:xfrm>
          <a:custGeom>
            <a:pathLst>
              <a:path w="5048250" h="1038225">
                <a:moveTo>
                  <a:pt x="5048250" y="0"/>
                </a:moveTo>
                <a:lnTo>
                  <a:pt x="5048250" y="495300"/>
                </a:lnTo>
                <a:lnTo>
                  <a:pt x="0" y="495300"/>
                </a:lnTo>
                <a:lnTo>
                  <a:pt x="0" y="1038225"/>
                </a:lnTo>
              </a:path>
            </a:pathLst>
          </a:custGeom>
          <a:noFill/>
          <a:ln w="10478">
            <a:solidFill>
              <a:srgbClr val="000000"/>
            </a:solidFill>
            <a:prstDash val="dash"/>
          </a:ln>
        </p:spPr>
      </p:sp>
      <p:sp>
        <p:nvSpPr>
          <p:cNvPr id="205" name="dp45-comparison / n182 / arrow">
            <a:extLst>
              <a:ext uri="{FF2B5EF4-FFF2-40B4-BE49-F238E27FC236}">
                <ns2:creationId id="{D8077D7D-3DC6-4CCB-B3A2-D0E862928863}"/>
              </a:ext>
            </a:extLst>
          </p:cNvPr>
          <p:cNvSpPr>
            <a:spLocks noGrp="1"/>
          </p:cNvSpPr>
          <p:nvPr/>
        </p:nvSpPr>
        <p:spPr>
          <a:xfrm>
            <a:off x="12434697"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06" name="dp45-comparison / n185 / path">
            <a:extLst>
              <a:ext uri="{FF2B5EF4-FFF2-40B4-BE49-F238E27FC236}">
                <ns2:creationId id="{A98D6180-5F01-4301-B0AE-5B05C350B0E6}"/>
              </a:ext>
            </a:extLst>
          </p:cNvPr>
          <p:cNvSpPr>
            <a:spLocks noGrp="1"/>
          </p:cNvSpPr>
          <p:nvPr/>
        </p:nvSpPr>
        <p:spPr>
          <a:xfrm>
            <a:off x="12715875" y="3895725"/>
            <a:ext cx="1524000" cy="953"/>
          </a:xfrm>
          <a:custGeom>
            <a:pathLst>
              <a:path w="1524000" h="953">
                <a:moveTo>
                  <a:pt x="0" y="0"/>
                </a:moveTo>
                <a:lnTo>
                  <a:pt x="1524000" y="0"/>
                </a:lnTo>
              </a:path>
            </a:pathLst>
          </a:custGeom>
          <a:noFill/>
          <a:ln w="10478">
            <a:solidFill>
              <a:srgbClr val="B8753F"/>
            </a:solidFill>
            <a:prstDash val="solid"/>
          </a:ln>
        </p:spPr>
      </p:sp>
      <p:sp>
        <p:nvSpPr>
          <p:cNvPr id="207" name="dp45-comparison / n185 / arrow">
            <a:extLst>
              <a:ext uri="{FF2B5EF4-FFF2-40B4-BE49-F238E27FC236}">
                <ns2:creationId id="{DC8959A3-1C83-4BF7-A83E-E7F5D2111ED4}"/>
              </a:ext>
            </a:extLst>
          </p:cNvPr>
          <p:cNvSpPr>
            <a:spLocks noGrp="1"/>
          </p:cNvSpPr>
          <p:nvPr/>
        </p:nvSpPr>
        <p:spPr>
          <a:xfrm>
            <a:off x="14172819" y="38621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8" name="dp45-comparison / n186 / path">
            <a:extLst>
              <a:ext uri="{FF2B5EF4-FFF2-40B4-BE49-F238E27FC236}">
                <ns2:creationId id="{597F743D-9071-4FA4-B9D5-3B1B6EBBD289}"/>
              </a:ext>
            </a:extLst>
          </p:cNvPr>
          <p:cNvSpPr>
            <a:spLocks noGrp="1"/>
          </p:cNvSpPr>
          <p:nvPr/>
        </p:nvSpPr>
        <p:spPr>
          <a:xfrm>
            <a:off x="12715875" y="4029075"/>
            <a:ext cx="1524000" cy="1528763"/>
          </a:xfrm>
          <a:custGeom>
            <a:pathLst>
              <a:path w="1524000" h="1528763">
                <a:moveTo>
                  <a:pt x="0" y="0"/>
                </a:moveTo>
                <a:lnTo>
                  <a:pt x="1314450" y="0"/>
                </a:lnTo>
                <a:lnTo>
                  <a:pt x="1314450" y="1528763"/>
                </a:lnTo>
                <a:lnTo>
                  <a:pt x="1524000" y="1528763"/>
                </a:lnTo>
              </a:path>
            </a:pathLst>
          </a:custGeom>
          <a:noFill/>
          <a:ln w="10478">
            <a:solidFill>
              <a:srgbClr val="B8753F"/>
            </a:solidFill>
            <a:prstDash val="solid"/>
          </a:ln>
        </p:spPr>
      </p:sp>
      <p:sp>
        <p:nvSpPr>
          <p:cNvPr id="209" name="dp45-comparison / n186 / arrow">
            <a:extLst>
              <a:ext uri="{FF2B5EF4-FFF2-40B4-BE49-F238E27FC236}">
                <ns2:creationId id="{0C3CBCDD-B39F-41F1-8027-79533E3376AD}"/>
              </a:ext>
            </a:extLst>
          </p:cNvPr>
          <p:cNvSpPr>
            <a:spLocks noGrp="1"/>
          </p:cNvSpPr>
          <p:nvPr/>
        </p:nvSpPr>
        <p:spPr>
          <a:xfrm>
            <a:off x="14172819" y="55243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10" name="dp45-comparison / n189 / path">
            <a:extLst>
              <a:ext uri="{FF2B5EF4-FFF2-40B4-BE49-F238E27FC236}">
                <ns2:creationId id="{7AA900C7-A8B1-4AD9-9DE9-5EA78540E419}"/>
              </a:ext>
            </a:extLst>
          </p:cNvPr>
          <p:cNvSpPr>
            <a:spLocks noGrp="1"/>
          </p:cNvSpPr>
          <p:nvPr/>
        </p:nvSpPr>
        <p:spPr>
          <a:xfrm>
            <a:off x="12715875" y="4152900"/>
            <a:ext cx="3000375" cy="1171575"/>
          </a:xfrm>
          <a:custGeom>
            <a:pathLst>
              <a:path w="3000375" h="1171575">
                <a:moveTo>
                  <a:pt x="0" y="1171575"/>
                </a:moveTo>
                <a:lnTo>
                  <a:pt x="857250" y="1171575"/>
                </a:lnTo>
                <a:lnTo>
                  <a:pt x="857250" y="66675"/>
                </a:lnTo>
                <a:lnTo>
                  <a:pt x="3000375" y="66675"/>
                </a:lnTo>
                <a:lnTo>
                  <a:pt x="3000375" y="0"/>
                </a:lnTo>
              </a:path>
            </a:pathLst>
          </a:custGeom>
          <a:noFill/>
          <a:ln w="10478">
            <a:solidFill>
              <a:srgbClr val="B8753F"/>
            </a:solidFill>
            <a:prstDash val="solid"/>
          </a:ln>
        </p:spPr>
      </p:sp>
      <p:sp>
        <p:nvSpPr>
          <p:cNvPr id="211" name="dp45-comparison / n189 / arrow">
            <a:extLst>
              <a:ext uri="{FF2B5EF4-FFF2-40B4-BE49-F238E27FC236}">
                <ns2:creationId id="{5CBA2286-6C90-4C0C-8D0C-CD0DA26251E3}"/>
              </a:ext>
            </a:extLst>
          </p:cNvPr>
          <p:cNvSpPr>
            <a:spLocks noGrp="1"/>
          </p:cNvSpPr>
          <p:nvPr/>
        </p:nvSpPr>
        <p:spPr>
          <a:xfrm>
            <a:off x="15682722" y="41529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12" name="dp45-comparison / n190 / path">
            <a:extLst>
              <a:ext uri="{FF2B5EF4-FFF2-40B4-BE49-F238E27FC236}">
                <ns2:creationId id="{D19E32D2-4E3C-4E7D-84EE-85ADEB561A99}"/>
              </a:ext>
            </a:extLst>
          </p:cNvPr>
          <p:cNvSpPr>
            <a:spLocks noGrp="1"/>
          </p:cNvSpPr>
          <p:nvPr/>
        </p:nvSpPr>
        <p:spPr>
          <a:xfrm>
            <a:off x="12715875" y="4152900"/>
            <a:ext cx="3143250" cy="1285875"/>
          </a:xfrm>
          <a:custGeom>
            <a:pathLst>
              <a:path w="3143250" h="1285875">
                <a:moveTo>
                  <a:pt x="3143250" y="0"/>
                </a:moveTo>
                <a:lnTo>
                  <a:pt x="3143250" y="104775"/>
                </a:lnTo>
                <a:lnTo>
                  <a:pt x="952500" y="104775"/>
                </a:lnTo>
                <a:lnTo>
                  <a:pt x="952500" y="1285875"/>
                </a:lnTo>
                <a:lnTo>
                  <a:pt x="0" y="1285875"/>
                </a:lnTo>
              </a:path>
            </a:pathLst>
          </a:custGeom>
          <a:noFill/>
          <a:ln w="10478">
            <a:solidFill>
              <a:srgbClr val="B8753F"/>
            </a:solidFill>
            <a:prstDash val="dash"/>
          </a:ln>
        </p:spPr>
      </p:sp>
      <p:sp>
        <p:nvSpPr>
          <p:cNvPr id="213" name="dp45-comparison / n190 / arrow">
            <a:extLst>
              <a:ext uri="{FF2B5EF4-FFF2-40B4-BE49-F238E27FC236}">
                <ns2:creationId id="{E518A6B3-C942-491E-B82C-866E7F1146D1}"/>
              </a:ext>
            </a:extLst>
          </p:cNvPr>
          <p:cNvSpPr>
            <a:spLocks noGrp="1"/>
          </p:cNvSpPr>
          <p:nvPr/>
        </p:nvSpPr>
        <p:spPr>
          <a:xfrm>
            <a:off x="12715875" y="5405247"/>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4" name="dp45-comparison / n191 / path">
            <a:extLst>
              <a:ext uri="{FF2B5EF4-FFF2-40B4-BE49-F238E27FC236}">
                <ns2:creationId id="{00BD20F5-AD72-4872-AF55-D305D05AA1F5}"/>
              </a:ext>
            </a:extLst>
          </p:cNvPr>
          <p:cNvSpPr>
            <a:spLocks noGrp="1"/>
          </p:cNvSpPr>
          <p:nvPr/>
        </p:nvSpPr>
        <p:spPr>
          <a:xfrm>
            <a:off x="12715875" y="5524500"/>
            <a:ext cx="1524000" cy="109538"/>
          </a:xfrm>
          <a:custGeom>
            <a:pathLst>
              <a:path w="1524000" h="109538">
                <a:moveTo>
                  <a:pt x="1524000" y="109538"/>
                </a:moveTo>
                <a:lnTo>
                  <a:pt x="285750" y="109538"/>
                </a:lnTo>
                <a:lnTo>
                  <a:pt x="285750" y="0"/>
                </a:lnTo>
                <a:lnTo>
                  <a:pt x="0" y="0"/>
                </a:lnTo>
              </a:path>
            </a:pathLst>
          </a:custGeom>
          <a:noFill/>
          <a:ln w="10478">
            <a:solidFill>
              <a:srgbClr val="B8753F"/>
            </a:solidFill>
            <a:prstDash val="dash"/>
          </a:ln>
        </p:spPr>
      </p:sp>
      <p:sp>
        <p:nvSpPr>
          <p:cNvPr id="215" name="dp45-comparison / n191 / arrow">
            <a:extLst>
              <a:ext uri="{FF2B5EF4-FFF2-40B4-BE49-F238E27FC236}">
                <ns2:creationId id="{F233A73F-1BF2-412D-BF47-05A01ABFBCAB}"/>
              </a:ext>
            </a:extLst>
          </p:cNvPr>
          <p:cNvSpPr>
            <a:spLocks noGrp="1"/>
          </p:cNvSpPr>
          <p:nvPr/>
        </p:nvSpPr>
        <p:spPr>
          <a:xfrm>
            <a:off x="12715875" y="549097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6" name="dp45-comparison / n192 / path">
            <a:extLst>
              <a:ext uri="{FF2B5EF4-FFF2-40B4-BE49-F238E27FC236}">
                <ns2:creationId id="{095C4C56-9C45-49F0-A7ED-8C709BCF8AF7}"/>
              </a:ext>
            </a:extLst>
          </p:cNvPr>
          <p:cNvSpPr>
            <a:spLocks noGrp="1"/>
          </p:cNvSpPr>
          <p:nvPr/>
        </p:nvSpPr>
        <p:spPr>
          <a:xfrm>
            <a:off x="11191875" y="4114800"/>
            <a:ext cx="953" cy="1104900"/>
          </a:xfrm>
          <a:custGeom>
            <a:pathLst>
              <a:path w="953" h="1104900">
                <a:moveTo>
                  <a:pt x="0" y="1104900"/>
                </a:moveTo>
                <a:lnTo>
                  <a:pt x="0" y="0"/>
                </a:lnTo>
              </a:path>
            </a:pathLst>
          </a:custGeom>
          <a:noFill/>
          <a:ln w="10478">
            <a:solidFill>
              <a:srgbClr val="B8753F"/>
            </a:solidFill>
            <a:prstDash val="solid"/>
          </a:ln>
        </p:spPr>
      </p:sp>
      <p:sp>
        <p:nvSpPr>
          <p:cNvPr id="217" name="dp45-comparison / n192 / arrow">
            <a:extLst>
              <a:ext uri="{FF2B5EF4-FFF2-40B4-BE49-F238E27FC236}">
                <ns2:creationId id="{2A768A63-0E93-47A7-8C41-97FAFAD4BBA6}"/>
              </a:ext>
            </a:extLst>
          </p:cNvPr>
          <p:cNvSpPr>
            <a:spLocks noGrp="1"/>
          </p:cNvSpPr>
          <p:nvPr/>
        </p:nvSpPr>
        <p:spPr>
          <a:xfrm>
            <a:off x="11158347" y="41148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18" name="dp45-comparison / n193 / path">
            <a:extLst>
              <a:ext uri="{FF2B5EF4-FFF2-40B4-BE49-F238E27FC236}">
                <ns2:creationId id="{5D1CC04B-9F9E-4D84-8E84-7AACC0CF9F64}"/>
              </a:ext>
            </a:extLst>
          </p:cNvPr>
          <p:cNvSpPr>
            <a:spLocks noGrp="1"/>
          </p:cNvSpPr>
          <p:nvPr/>
        </p:nvSpPr>
        <p:spPr>
          <a:xfrm>
            <a:off x="11668125" y="4114800"/>
            <a:ext cx="953" cy="1104900"/>
          </a:xfrm>
          <a:custGeom>
            <a:pathLst>
              <a:path w="953" h="1104900">
                <a:moveTo>
                  <a:pt x="0" y="0"/>
                </a:moveTo>
                <a:lnTo>
                  <a:pt x="0" y="1104900"/>
                </a:lnTo>
              </a:path>
            </a:pathLst>
          </a:custGeom>
          <a:noFill/>
          <a:ln w="10478">
            <a:solidFill>
              <a:srgbClr val="B8753F"/>
            </a:solidFill>
            <a:prstDash val="dash"/>
          </a:ln>
        </p:spPr>
      </p:sp>
      <p:sp>
        <p:nvSpPr>
          <p:cNvPr id="219" name="dp45-comparison / n193 / arrow">
            <a:extLst>
              <a:ext uri="{FF2B5EF4-FFF2-40B4-BE49-F238E27FC236}">
                <ns2:creationId id="{4C90461C-19A2-428E-B049-E5615E7B3A9A}"/>
              </a:ext>
            </a:extLst>
          </p:cNvPr>
          <p:cNvSpPr>
            <a:spLocks noGrp="1"/>
          </p:cNvSpPr>
          <p:nvPr/>
        </p:nvSpPr>
        <p:spPr>
          <a:xfrm>
            <a:off x="11634597" y="51526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20" name="dp45-comparison / n202 / path">
            <a:extLst>
              <a:ext uri="{FF2B5EF4-FFF2-40B4-BE49-F238E27FC236}">
                <ns2:creationId id="{63865D14-93F8-45DF-9E56-E0B322E45DCF}"/>
              </a:ext>
            </a:extLst>
          </p:cNvPr>
          <p:cNvSpPr>
            <a:spLocks noGrp="1"/>
          </p:cNvSpPr>
          <p:nvPr/>
        </p:nvSpPr>
        <p:spPr>
          <a:xfrm>
            <a:off x="12382500" y="2638425"/>
            <a:ext cx="5324475" cy="3267075"/>
          </a:xfrm>
          <a:custGeom>
            <a:pathLst>
              <a:path w="5324475" h="3267075">
                <a:moveTo>
                  <a:pt x="0" y="2943225"/>
                </a:moveTo>
                <a:lnTo>
                  <a:pt x="0" y="3267075"/>
                </a:lnTo>
                <a:lnTo>
                  <a:pt x="5324475" y="3267075"/>
                </a:lnTo>
                <a:lnTo>
                  <a:pt x="5324475" y="0"/>
                </a:lnTo>
                <a:lnTo>
                  <a:pt x="5191125" y="0"/>
                </a:lnTo>
              </a:path>
            </a:pathLst>
          </a:custGeom>
          <a:noFill/>
          <a:ln w="10478">
            <a:solidFill>
              <a:srgbClr val="000000"/>
            </a:solidFill>
            <a:prstDash val="solid"/>
          </a:ln>
        </p:spPr>
      </p:sp>
      <p:sp>
        <p:nvSpPr>
          <p:cNvPr id="221" name="dp45-comparison / n202 / arrow">
            <a:extLst>
              <a:ext uri="{FF2B5EF4-FFF2-40B4-BE49-F238E27FC236}">
                <ns2:creationId id="{2A34CAEA-57A7-40B5-ACFD-31759006C4F6}"/>
              </a:ext>
            </a:extLst>
          </p:cNvPr>
          <p:cNvSpPr>
            <a:spLocks noGrp="1"/>
          </p:cNvSpPr>
          <p:nvPr/>
        </p:nvSpPr>
        <p:spPr>
          <a:xfrm>
            <a:off x="17573625" y="26048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22" name="dp45-comparison / n203 / path">
            <a:extLst>
              <a:ext uri="{FF2B5EF4-FFF2-40B4-BE49-F238E27FC236}">
                <ns2:creationId id="{EB82A643-B04D-4D3D-B6C1-2C0B22D528EB}"/>
              </a:ext>
            </a:extLst>
          </p:cNvPr>
          <p:cNvSpPr>
            <a:spLocks noGrp="1"/>
          </p:cNvSpPr>
          <p:nvPr/>
        </p:nvSpPr>
        <p:spPr>
          <a:xfrm>
            <a:off x="12430125" y="2686050"/>
            <a:ext cx="5324475" cy="3248025"/>
          </a:xfrm>
          <a:custGeom>
            <a:pathLst>
              <a:path w="5324475" h="3248025">
                <a:moveTo>
                  <a:pt x="5143500" y="0"/>
                </a:moveTo>
                <a:lnTo>
                  <a:pt x="5324475" y="0"/>
                </a:lnTo>
                <a:lnTo>
                  <a:pt x="5324475" y="3248025"/>
                </a:lnTo>
                <a:lnTo>
                  <a:pt x="0" y="3248025"/>
                </a:lnTo>
                <a:lnTo>
                  <a:pt x="0" y="2895600"/>
                </a:lnTo>
              </a:path>
            </a:pathLst>
          </a:custGeom>
          <a:noFill/>
          <a:ln w="10478">
            <a:solidFill>
              <a:srgbClr val="000000"/>
            </a:solidFill>
            <a:prstDash val="dash"/>
          </a:ln>
        </p:spPr>
      </p:sp>
      <p:sp>
        <p:nvSpPr>
          <p:cNvPr id="223" name="dp45-comparison / n203 / arrow">
            <a:extLst>
              <a:ext uri="{FF2B5EF4-FFF2-40B4-BE49-F238E27FC236}">
                <ns2:creationId id="{85B0722D-FA22-4DCA-9ECA-FBEA879B3D1C}"/>
              </a:ext>
            </a:extLst>
          </p:cNvPr>
          <p:cNvSpPr>
            <a:spLocks noGrp="1"/>
          </p:cNvSpPr>
          <p:nvPr/>
        </p:nvSpPr>
        <p:spPr>
          <a:xfrm>
            <a:off x="12396597" y="5581650"/>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24" name="dp45-comparison / n204 / path">
            <a:extLst>
              <a:ext uri="{FF2B5EF4-FFF2-40B4-BE49-F238E27FC236}">
                <ns2:creationId id="{A95858D1-8FD8-49E9-A972-9E42005F5FD4}"/>
              </a:ext>
            </a:extLst>
          </p:cNvPr>
          <p:cNvSpPr>
            <a:spLocks noGrp="1"/>
          </p:cNvSpPr>
          <p:nvPr/>
        </p:nvSpPr>
        <p:spPr>
          <a:xfrm>
            <a:off x="12715875" y="2714625"/>
            <a:ext cx="4886325" cy="2590800"/>
          </a:xfrm>
          <a:custGeom>
            <a:pathLst>
              <a:path w="4886325" h="2590800">
                <a:moveTo>
                  <a:pt x="0" y="2590800"/>
                </a:moveTo>
                <a:lnTo>
                  <a:pt x="4886325" y="2590800"/>
                </a:lnTo>
                <a:lnTo>
                  <a:pt x="4886325" y="419100"/>
                </a:lnTo>
                <a:lnTo>
                  <a:pt x="2309813" y="419100"/>
                </a:lnTo>
                <a:lnTo>
                  <a:pt x="2309813" y="0"/>
                </a:lnTo>
              </a:path>
            </a:pathLst>
          </a:custGeom>
          <a:noFill/>
          <a:ln w="10478">
            <a:solidFill>
              <a:srgbClr val="000000"/>
            </a:solidFill>
            <a:prstDash val="solid"/>
          </a:ln>
        </p:spPr>
      </p:sp>
      <p:sp>
        <p:nvSpPr>
          <p:cNvPr id="225" name="dp45-comparison / n204 / arrow">
            <a:extLst>
              <a:ext uri="{FF2B5EF4-FFF2-40B4-BE49-F238E27FC236}">
                <ns2:creationId id="{09B88E48-32E4-417B-8F1A-44399DB17EF0}"/>
              </a:ext>
            </a:extLst>
          </p:cNvPr>
          <p:cNvSpPr>
            <a:spLocks noGrp="1"/>
          </p:cNvSpPr>
          <p:nvPr/>
        </p:nvSpPr>
        <p:spPr>
          <a:xfrm>
            <a:off x="14992160"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26" name="dp45-comparison / n205 / path">
            <a:extLst>
              <a:ext uri="{FF2B5EF4-FFF2-40B4-BE49-F238E27FC236}">
                <ns2:creationId id="{C03A3D60-B455-49C7-BD3B-AE304FBDF597}"/>
              </a:ext>
            </a:extLst>
          </p:cNvPr>
          <p:cNvSpPr>
            <a:spLocks noGrp="1"/>
          </p:cNvSpPr>
          <p:nvPr/>
        </p:nvSpPr>
        <p:spPr>
          <a:xfrm>
            <a:off x="12715875" y="2714625"/>
            <a:ext cx="4924425" cy="2628900"/>
          </a:xfrm>
          <a:custGeom>
            <a:pathLst>
              <a:path w="4924425" h="2628900">
                <a:moveTo>
                  <a:pt x="2347913" y="0"/>
                </a:moveTo>
                <a:lnTo>
                  <a:pt x="2347913" y="457200"/>
                </a:lnTo>
                <a:lnTo>
                  <a:pt x="4924425" y="457200"/>
                </a:lnTo>
                <a:lnTo>
                  <a:pt x="4924425" y="2628900"/>
                </a:lnTo>
                <a:lnTo>
                  <a:pt x="0" y="2628900"/>
                </a:lnTo>
              </a:path>
            </a:pathLst>
          </a:custGeom>
          <a:noFill/>
          <a:ln w="10478">
            <a:solidFill>
              <a:srgbClr val="000000"/>
            </a:solidFill>
            <a:prstDash val="dash"/>
          </a:ln>
        </p:spPr>
      </p:sp>
      <p:sp>
        <p:nvSpPr>
          <p:cNvPr id="227" name="dp45-comparison / n205 / arrow">
            <a:extLst>
              <a:ext uri="{FF2B5EF4-FFF2-40B4-BE49-F238E27FC236}">
                <ns2:creationId id="{9D6B43B4-74CB-4777-A441-8A865FF59AD9}"/>
              </a:ext>
            </a:extLst>
          </p:cNvPr>
          <p:cNvSpPr>
            <a:spLocks noGrp="1"/>
          </p:cNvSpPr>
          <p:nvPr/>
        </p:nvSpPr>
        <p:spPr>
          <a:xfrm>
            <a:off x="12715875" y="53099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28" name="dp45-comparison / n208 / path">
            <a:extLst>
              <a:ext uri="{FF2B5EF4-FFF2-40B4-BE49-F238E27FC236}">
                <ns2:creationId id="{4D0DF3E6-6C1D-4943-8EF5-CC7A64BAEC1B}"/>
              </a:ext>
            </a:extLst>
          </p:cNvPr>
          <p:cNvSpPr>
            <a:spLocks noGrp="1"/>
          </p:cNvSpPr>
          <p:nvPr/>
        </p:nvSpPr>
        <p:spPr>
          <a:xfrm>
            <a:off x="9734550" y="2562225"/>
            <a:ext cx="409575" cy="2838450"/>
          </a:xfrm>
          <a:custGeom>
            <a:pathLst>
              <a:path w="409575" h="2838450">
                <a:moveTo>
                  <a:pt x="219075" y="0"/>
                </a:moveTo>
                <a:lnTo>
                  <a:pt x="0" y="0"/>
                </a:lnTo>
                <a:lnTo>
                  <a:pt x="0" y="2838450"/>
                </a:lnTo>
                <a:lnTo>
                  <a:pt x="409575" y="2838450"/>
                </a:lnTo>
              </a:path>
            </a:pathLst>
          </a:custGeom>
          <a:noFill/>
          <a:ln w="10478">
            <a:solidFill>
              <a:srgbClr val="B8753F"/>
            </a:solidFill>
            <a:prstDash val="solid"/>
          </a:ln>
        </p:spPr>
      </p:sp>
      <p:sp>
        <p:nvSpPr>
          <p:cNvPr id="229" name="dp45-comparison / n208 / arrow">
            <a:extLst>
              <a:ext uri="{FF2B5EF4-FFF2-40B4-BE49-F238E27FC236}">
                <ns2:creationId id="{55E4401C-4004-4F05-AFBD-B31EA32C8397}"/>
              </a:ext>
            </a:extLst>
          </p:cNvPr>
          <p:cNvSpPr>
            <a:spLocks noGrp="1"/>
          </p:cNvSpPr>
          <p:nvPr/>
        </p:nvSpPr>
        <p:spPr>
          <a:xfrm>
            <a:off x="10077069" y="53671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0" name="dp45-comparison / n209 / path">
            <a:extLst>
              <a:ext uri="{FF2B5EF4-FFF2-40B4-BE49-F238E27FC236}">
                <ns2:creationId id="{B32A822C-72BD-4CE3-985E-C52213C01F09}"/>
              </a:ext>
            </a:extLst>
          </p:cNvPr>
          <p:cNvSpPr>
            <a:spLocks noGrp="1"/>
          </p:cNvSpPr>
          <p:nvPr/>
        </p:nvSpPr>
        <p:spPr>
          <a:xfrm>
            <a:off x="9810750" y="2638425"/>
            <a:ext cx="333375" cy="2847975"/>
          </a:xfrm>
          <a:custGeom>
            <a:pathLst>
              <a:path w="333375" h="2847975">
                <a:moveTo>
                  <a:pt x="333375" y="2847975"/>
                </a:moveTo>
                <a:lnTo>
                  <a:pt x="0" y="2847975"/>
                </a:lnTo>
                <a:lnTo>
                  <a:pt x="0" y="0"/>
                </a:lnTo>
                <a:lnTo>
                  <a:pt x="142875" y="0"/>
                </a:lnTo>
              </a:path>
            </a:pathLst>
          </a:custGeom>
          <a:noFill/>
          <a:ln w="10478">
            <a:solidFill>
              <a:srgbClr val="B8753F"/>
            </a:solidFill>
            <a:prstDash val="dash"/>
          </a:ln>
        </p:spPr>
      </p:sp>
      <p:sp>
        <p:nvSpPr>
          <p:cNvPr id="231" name="dp45-comparison / n209 / arrow">
            <a:extLst>
              <a:ext uri="{FF2B5EF4-FFF2-40B4-BE49-F238E27FC236}">
                <ns2:creationId id="{F049A37E-6203-4AF2-8455-299BC01929C6}"/>
              </a:ext>
            </a:extLst>
          </p:cNvPr>
          <p:cNvSpPr>
            <a:spLocks noGrp="1"/>
          </p:cNvSpPr>
          <p:nvPr/>
        </p:nvSpPr>
        <p:spPr>
          <a:xfrm>
            <a:off x="9886569" y="26048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2" name="dp45-comparison / n212">
            <a:extLst>
              <a:ext uri="{FF2B5EF4-FFF2-40B4-BE49-F238E27FC236}">
                <ns2:creationId id="{B8507AA3-E08C-4DB0-BBA8-E85F4DD19480}"/>
              </a:ext>
            </a:extLst>
          </p:cNvPr>
          <p:cNvSpPr>
            <a:spLocks noGrp="1"/>
          </p:cNvSpPr>
          <p:nvPr/>
        </p:nvSpPr>
        <p:spPr>
          <a:xfrm>
            <a:off x="10144125" y="6076950"/>
            <a:ext cx="2571750" cy="238125"/>
          </a:xfrm>
          <a:prstGeom prst="rect">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34" name="dp45-comparison / n214">
            <a:extLst>
              <a:ext uri="{FF2B5EF4-FFF2-40B4-BE49-F238E27FC236}">
                <ns2:creationId id="{8EB1AE35-67F3-4C39-9B34-8F1A11F63B19}"/>
              </a:ext>
            </a:extLst>
          </p:cNvPr>
          <p:cNvSpPr>
            <a:spLocks noGrp="1"/>
          </p:cNvSpPr>
          <p:nvPr/>
        </p:nvSpPr>
        <p:spPr>
          <a:xfrm>
            <a:off x="14620875" y="6076950"/>
            <a:ext cx="2857500" cy="238125"/>
          </a:xfrm>
          <a:prstGeom prst="hexagon">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36" name="dp45-comparison / n216 / path">
            <a:extLst>
              <a:ext uri="{FF2B5EF4-FFF2-40B4-BE49-F238E27FC236}">
                <ns2:creationId id="{EFECFF52-C903-469A-BFB0-DF9F141A9494}"/>
              </a:ext>
            </a:extLst>
          </p:cNvPr>
          <p:cNvSpPr>
            <a:spLocks noGrp="1"/>
          </p:cNvSpPr>
          <p:nvPr/>
        </p:nvSpPr>
        <p:spPr>
          <a:xfrm>
            <a:off x="9925050" y="3933825"/>
            <a:ext cx="219075" cy="2262188"/>
          </a:xfrm>
          <a:custGeom>
            <a:pathLst>
              <a:path w="219075" h="2262188">
                <a:moveTo>
                  <a:pt x="219075" y="0"/>
                </a:moveTo>
                <a:lnTo>
                  <a:pt x="0" y="0"/>
                </a:lnTo>
                <a:lnTo>
                  <a:pt x="0" y="2262188"/>
                </a:lnTo>
                <a:lnTo>
                  <a:pt x="219075" y="2262188"/>
                </a:lnTo>
              </a:path>
            </a:pathLst>
          </a:custGeom>
          <a:noFill/>
          <a:ln w="10478">
            <a:solidFill>
              <a:srgbClr val="000000"/>
            </a:solidFill>
            <a:prstDash val="solid"/>
          </a:ln>
        </p:spPr>
      </p:sp>
      <p:sp>
        <p:nvSpPr>
          <p:cNvPr id="237" name="dp45-comparison / n216 / arrow">
            <a:extLst>
              <a:ext uri="{FF2B5EF4-FFF2-40B4-BE49-F238E27FC236}">
                <ns2:creationId id="{634BB9AE-F4B7-4AFE-BC57-EB281B2DD0A4}"/>
              </a:ext>
            </a:extLst>
          </p:cNvPr>
          <p:cNvSpPr>
            <a:spLocks noGrp="1"/>
          </p:cNvSpPr>
          <p:nvPr/>
        </p:nvSpPr>
        <p:spPr>
          <a:xfrm>
            <a:off x="10077069" y="61624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38" name="dp45-comparison / n217 / path">
            <a:extLst>
              <a:ext uri="{FF2B5EF4-FFF2-40B4-BE49-F238E27FC236}">
                <ns2:creationId id="{6B037651-72F9-4133-806D-992A6D33C883}"/>
              </a:ext>
            </a:extLst>
          </p:cNvPr>
          <p:cNvSpPr>
            <a:spLocks noGrp="1"/>
          </p:cNvSpPr>
          <p:nvPr/>
        </p:nvSpPr>
        <p:spPr>
          <a:xfrm>
            <a:off x="10001250" y="4029075"/>
            <a:ext cx="142875" cy="2224088"/>
          </a:xfrm>
          <a:custGeom>
            <a:pathLst>
              <a:path w="142875" h="2224088">
                <a:moveTo>
                  <a:pt x="142875" y="2224088"/>
                </a:moveTo>
                <a:lnTo>
                  <a:pt x="0" y="2224088"/>
                </a:lnTo>
                <a:lnTo>
                  <a:pt x="0" y="0"/>
                </a:lnTo>
                <a:lnTo>
                  <a:pt x="142875" y="0"/>
                </a:lnTo>
              </a:path>
            </a:pathLst>
          </a:custGeom>
          <a:noFill/>
          <a:ln w="10478">
            <a:solidFill>
              <a:srgbClr val="000000"/>
            </a:solidFill>
            <a:prstDash val="dash"/>
          </a:ln>
        </p:spPr>
      </p:sp>
      <p:sp>
        <p:nvSpPr>
          <p:cNvPr id="239" name="dp45-comparison / n217 / arrow">
            <a:extLst>
              <a:ext uri="{FF2B5EF4-FFF2-40B4-BE49-F238E27FC236}">
                <ns2:creationId id="{F576800E-1843-48F1-9A36-18C89B1FA6B2}"/>
              </a:ext>
            </a:extLst>
          </p:cNvPr>
          <p:cNvSpPr>
            <a:spLocks noGrp="1"/>
          </p:cNvSpPr>
          <p:nvPr/>
        </p:nvSpPr>
        <p:spPr>
          <a:xfrm>
            <a:off x="10077069" y="39955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40" name="dp45-comparison / n218 / path">
            <a:extLst>
              <a:ext uri="{FF2B5EF4-FFF2-40B4-BE49-F238E27FC236}">
                <ns2:creationId id="{27803556-5FED-4E35-866F-FBF43C7CE703}"/>
              </a:ext>
            </a:extLst>
          </p:cNvPr>
          <p:cNvSpPr>
            <a:spLocks noGrp="1"/>
          </p:cNvSpPr>
          <p:nvPr/>
        </p:nvSpPr>
        <p:spPr>
          <a:xfrm>
            <a:off x="12715875" y="6157913"/>
            <a:ext cx="1905000" cy="953"/>
          </a:xfrm>
          <a:custGeom>
            <a:pathLst>
              <a:path w="1905000" h="953">
                <a:moveTo>
                  <a:pt x="0" y="0"/>
                </a:moveTo>
                <a:lnTo>
                  <a:pt x="1905000" y="0"/>
                </a:lnTo>
              </a:path>
            </a:pathLst>
          </a:custGeom>
          <a:noFill/>
          <a:ln w="10478">
            <a:solidFill>
              <a:srgbClr val="000000"/>
            </a:solidFill>
            <a:prstDash val="solid"/>
          </a:ln>
        </p:spPr>
      </p:sp>
      <p:sp>
        <p:nvSpPr>
          <p:cNvPr id="241" name="dp45-comparison / n218 / arrow">
            <a:extLst>
              <a:ext uri="{FF2B5EF4-FFF2-40B4-BE49-F238E27FC236}">
                <ns2:creationId id="{6E51AB4A-262D-46DE-83CC-4ED8689F3455}"/>
              </a:ext>
            </a:extLst>
          </p:cNvPr>
          <p:cNvSpPr>
            <a:spLocks noGrp="1"/>
          </p:cNvSpPr>
          <p:nvPr/>
        </p:nvSpPr>
        <p:spPr>
          <a:xfrm>
            <a:off x="14553819" y="61243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42" name="dp45-comparison / n219 / path">
            <a:extLst>
              <a:ext uri="{FF2B5EF4-FFF2-40B4-BE49-F238E27FC236}">
                <ns2:creationId id="{ABF69102-5539-4EF9-9CF2-693D9B962DF3}"/>
              </a:ext>
            </a:extLst>
          </p:cNvPr>
          <p:cNvSpPr>
            <a:spLocks noGrp="1"/>
          </p:cNvSpPr>
          <p:nvPr/>
        </p:nvSpPr>
        <p:spPr>
          <a:xfrm>
            <a:off x="12715875" y="6243638"/>
            <a:ext cx="1905000" cy="953"/>
          </a:xfrm>
          <a:custGeom>
            <a:pathLst>
              <a:path w="1905000" h="953">
                <a:moveTo>
                  <a:pt x="1905000" y="0"/>
                </a:moveTo>
                <a:lnTo>
                  <a:pt x="0" y="0"/>
                </a:lnTo>
              </a:path>
            </a:pathLst>
          </a:custGeom>
          <a:noFill/>
          <a:ln w="10478">
            <a:solidFill>
              <a:srgbClr val="000000"/>
            </a:solidFill>
            <a:prstDash val="dash"/>
          </a:ln>
        </p:spPr>
      </p:sp>
      <p:sp>
        <p:nvSpPr>
          <p:cNvPr id="243" name="dp45-comparison / n219 / arrow">
            <a:extLst>
              <a:ext uri="{FF2B5EF4-FFF2-40B4-BE49-F238E27FC236}">
                <ns2:creationId id="{F1373230-205D-4BA4-BE3D-3A4AFA2B15BD}"/>
              </a:ext>
            </a:extLst>
          </p:cNvPr>
          <p:cNvSpPr>
            <a:spLocks noGrp="1"/>
          </p:cNvSpPr>
          <p:nvPr/>
        </p:nvSpPr>
        <p:spPr>
          <a:xfrm>
            <a:off x="12715875" y="621011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4" name="dp45-comparison / n222 / path">
            <a:extLst>
              <a:ext uri="{FF2B5EF4-FFF2-40B4-BE49-F238E27FC236}">
                <ns2:creationId id="{6388FA69-D568-4ED5-ABE6-748AED1085A9}"/>
              </a:ext>
            </a:extLst>
          </p:cNvPr>
          <p:cNvSpPr>
            <a:spLocks noGrp="1"/>
          </p:cNvSpPr>
          <p:nvPr/>
        </p:nvSpPr>
        <p:spPr>
          <a:xfrm>
            <a:off x="9858375" y="6448425"/>
            <a:ext cx="7715250" cy="953"/>
          </a:xfrm>
          <a:custGeom>
            <a:pathLst>
              <a:path w="7715250" h="953">
                <a:moveTo>
                  <a:pt x="0" y="0"/>
                </a:moveTo>
                <a:lnTo>
                  <a:pt x="7715250" y="0"/>
                </a:lnTo>
              </a:path>
            </a:pathLst>
          </a:custGeom>
          <a:noFill/>
          <a:ln w="10478">
            <a:solidFill>
              <a:srgbClr val="000000"/>
            </a:solidFill>
            <a:prstDash val="solid"/>
          </a:ln>
        </p:spPr>
      </p:sp>
      <p:sp>
        <p:nvSpPr>
          <p:cNvPr id="245" name="dp45-comparison / n225">
            <a:extLst>
              <a:ext uri="{FF2B5EF4-FFF2-40B4-BE49-F238E27FC236}">
                <ns2:creationId id="{DA8481A1-009F-4AD5-BB1E-FA5F55014C0C}"/>
              </a:ext>
            </a:extLst>
          </p:cNvPr>
          <p:cNvSpPr>
            <a:spLocks noGrp="1"/>
          </p:cNvSpPr>
          <p:nvPr/>
        </p:nvSpPr>
        <p:spPr>
          <a:xfrm>
            <a:off x="995362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원본 변경 또는 생산 요청</a:t>
            </a:r>
            <a:endParaRPr lang="ko-KR">
              <a:solidFill>
                <a:srgbClr val="000000"/>
              </a:solidFill>
              <a:latin typeface="Calibri"/>
              <a:ea typeface="Calibri"/>
              <a:cs typeface="Calibri"/>
            </a:endParaRPr>
          </a:p>
        </p:txBody>
      </p:sp>
      <p:sp>
        <p:nvSpPr>
          <p:cNvPr id="247" name="dp45-comparison / n227">
            <a:extLst>
              <a:ext uri="{FF2B5EF4-FFF2-40B4-BE49-F238E27FC236}">
                <ns2:creationId id="{6E62BD2C-30EE-4283-8B96-0943EC1E9FF2}"/>
              </a:ext>
            </a:extLst>
          </p:cNvPr>
          <p:cNvSpPr>
            <a:spLocks noGrp="1"/>
          </p:cNvSpPr>
          <p:nvPr/>
        </p:nvSpPr>
        <p:spPr>
          <a:xfrm>
            <a:off x="1262062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Publisher: 공통 관계 게시</a:t>
            </a:r>
            <a:endParaRPr lang="ko-KR">
              <a:solidFill>
                <a:srgbClr val="000000"/>
              </a:solidFill>
              <a:latin typeface="Calibri"/>
              <a:ea typeface="Calibri"/>
              <a:cs typeface="Calibri"/>
            </a:endParaRPr>
          </a:p>
        </p:txBody>
      </p:sp>
      <p:sp>
        <p:nvSpPr>
          <p:cNvPr id="249" name="dp45-comparison / n229 / path">
            <a:extLst>
              <a:ext uri="{FF2B5EF4-FFF2-40B4-BE49-F238E27FC236}">
                <ns2:creationId id="{56448189-5A14-44A0-9662-28626EA3CEDC}"/>
              </a:ext>
            </a:extLst>
          </p:cNvPr>
          <p:cNvSpPr>
            <a:spLocks noGrp="1"/>
          </p:cNvSpPr>
          <p:nvPr/>
        </p:nvSpPr>
        <p:spPr>
          <a:xfrm>
            <a:off x="12192000" y="6843713"/>
            <a:ext cx="428625" cy="953"/>
          </a:xfrm>
          <a:custGeom>
            <a:pathLst>
              <a:path w="428625" h="953">
                <a:moveTo>
                  <a:pt x="0" y="0"/>
                </a:moveTo>
                <a:lnTo>
                  <a:pt x="428625" y="0"/>
                </a:lnTo>
              </a:path>
            </a:pathLst>
          </a:custGeom>
          <a:noFill/>
          <a:ln w="10478">
            <a:solidFill>
              <a:srgbClr val="B8753F"/>
            </a:solidFill>
            <a:prstDash val="solid"/>
          </a:ln>
        </p:spPr>
      </p:sp>
      <p:sp>
        <p:nvSpPr>
          <p:cNvPr id="250" name="dp45-comparison / n229 / arrow">
            <a:extLst>
              <a:ext uri="{FF2B5EF4-FFF2-40B4-BE49-F238E27FC236}">
                <ns2:creationId id="{62CCFE01-627A-4496-B4CA-54769C5698C4}"/>
              </a:ext>
            </a:extLst>
          </p:cNvPr>
          <p:cNvSpPr>
            <a:spLocks noGrp="1"/>
          </p:cNvSpPr>
          <p:nvPr/>
        </p:nvSpPr>
        <p:spPr>
          <a:xfrm>
            <a:off x="1255356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51" name="dp45-comparison / n230">
            <a:extLst>
              <a:ext uri="{FF2B5EF4-FFF2-40B4-BE49-F238E27FC236}">
                <ns2:creationId id="{9AC9E401-690C-4CE6-9AAC-EBA117D90FDC}"/>
              </a:ext>
            </a:extLst>
          </p:cNvPr>
          <p:cNvSpPr>
            <a:spLocks noGrp="1"/>
          </p:cNvSpPr>
          <p:nvPr/>
        </p:nvSpPr>
        <p:spPr>
          <a:xfrm>
            <a:off x="15287625" y="671512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Repository와 Coverage 유지</a:t>
            </a:r>
            <a:endParaRPr lang="ko-KR">
              <a:solidFill>
                <a:srgbClr val="000000"/>
              </a:solidFill>
              <a:latin typeface="Calibri"/>
              <a:ea typeface="Calibri"/>
              <a:cs typeface="Calibri"/>
            </a:endParaRPr>
          </a:p>
        </p:txBody>
      </p:sp>
      <p:sp>
        <p:nvSpPr>
          <p:cNvPr id="253" name="dp45-comparison / n232 / path">
            <a:extLst>
              <a:ext uri="{FF2B5EF4-FFF2-40B4-BE49-F238E27FC236}">
                <ns2:creationId id="{3D1B6973-4024-4A5E-BB19-3BC73E88C851}"/>
              </a:ext>
            </a:extLst>
          </p:cNvPr>
          <p:cNvSpPr>
            <a:spLocks noGrp="1"/>
          </p:cNvSpPr>
          <p:nvPr/>
        </p:nvSpPr>
        <p:spPr>
          <a:xfrm>
            <a:off x="14859000" y="6843713"/>
            <a:ext cx="428625" cy="953"/>
          </a:xfrm>
          <a:custGeom>
            <a:pathLst>
              <a:path w="428625" h="953">
                <a:moveTo>
                  <a:pt x="0" y="0"/>
                </a:moveTo>
                <a:lnTo>
                  <a:pt x="428625" y="0"/>
                </a:lnTo>
              </a:path>
            </a:pathLst>
          </a:custGeom>
          <a:noFill/>
          <a:ln w="10478">
            <a:solidFill>
              <a:srgbClr val="B8753F"/>
            </a:solidFill>
            <a:prstDash val="solid"/>
          </a:ln>
        </p:spPr>
      </p:sp>
      <p:sp>
        <p:nvSpPr>
          <p:cNvPr id="254" name="dp45-comparison / n232 / arrow">
            <a:extLst>
              <a:ext uri="{FF2B5EF4-FFF2-40B4-BE49-F238E27FC236}">
                <ns2:creationId id="{4206A140-B754-44B0-BC0A-F4CF661D4860}"/>
              </a:ext>
            </a:extLst>
          </p:cNvPr>
          <p:cNvSpPr>
            <a:spLocks noGrp="1"/>
          </p:cNvSpPr>
          <p:nvPr/>
        </p:nvSpPr>
        <p:spPr>
          <a:xfrm>
            <a:off x="1522056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55" name="dp45-comparison / n233">
            <a:extLst>
              <a:ext uri="{FF2B5EF4-FFF2-40B4-BE49-F238E27FC236}">
                <ns2:creationId id="{ADB9EE68-2BCA-4882-94C7-53FAB82F2802}"/>
              </a:ext>
            </a:extLst>
          </p:cNvPr>
          <p:cNvSpPr>
            <a:spLocks noGrp="1"/>
          </p:cNvSpPr>
          <p:nvPr/>
        </p:nvSpPr>
        <p:spPr>
          <a:xfrm>
            <a:off x="995362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Query1 도착</a:t>
            </a:r>
            <a:endParaRPr lang="ko-KR">
              <a:solidFill>
                <a:srgbClr val="000000"/>
              </a:solidFill>
              <a:latin typeface="Calibri"/>
              <a:ea typeface="Calibri"/>
              <a:cs typeface="Calibri"/>
            </a:endParaRPr>
          </a:p>
        </p:txBody>
      </p:sp>
      <p:sp>
        <p:nvSpPr>
          <p:cNvPr id="257" name="dp45-comparison / n235">
            <a:extLst>
              <a:ext uri="{FF2B5EF4-FFF2-40B4-BE49-F238E27FC236}">
                <ns2:creationId id="{3316044F-E899-4B31-A040-3DC82405EE87}"/>
              </a:ext>
            </a:extLst>
          </p:cNvPr>
          <p:cNvSpPr>
            <a:spLocks noGrp="1"/>
          </p:cNvSpPr>
          <p:nvPr/>
        </p:nvSpPr>
        <p:spPr>
          <a:xfrm>
            <a:off x="1262062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Reader: 게시 관계 읽기</a:t>
            </a:r>
            <a:endParaRPr lang="ko-KR">
              <a:solidFill>
                <a:srgbClr val="000000"/>
              </a:solidFill>
              <a:latin typeface="Calibri"/>
              <a:ea typeface="Calibri"/>
              <a:cs typeface="Calibri"/>
            </a:endParaRPr>
          </a:p>
        </p:txBody>
      </p:sp>
      <p:sp>
        <p:nvSpPr>
          <p:cNvPr id="259" name="dp45-comparison / n237 / path">
            <a:extLst>
              <a:ext uri="{FF2B5EF4-FFF2-40B4-BE49-F238E27FC236}">
                <ns2:creationId id="{70BC3753-0DE9-49C4-836E-F32EE275EF50}"/>
              </a:ext>
            </a:extLst>
          </p:cNvPr>
          <p:cNvSpPr>
            <a:spLocks noGrp="1"/>
          </p:cNvSpPr>
          <p:nvPr/>
        </p:nvSpPr>
        <p:spPr>
          <a:xfrm>
            <a:off x="12192000" y="7386638"/>
            <a:ext cx="428625" cy="953"/>
          </a:xfrm>
          <a:custGeom>
            <a:pathLst>
              <a:path w="428625" h="953">
                <a:moveTo>
                  <a:pt x="0" y="0"/>
                </a:moveTo>
                <a:lnTo>
                  <a:pt x="428625" y="0"/>
                </a:lnTo>
              </a:path>
            </a:pathLst>
          </a:custGeom>
          <a:noFill/>
          <a:ln w="10478">
            <a:solidFill>
              <a:srgbClr val="B8753F"/>
            </a:solidFill>
            <a:prstDash val="solid"/>
          </a:ln>
        </p:spPr>
      </p:sp>
      <p:sp>
        <p:nvSpPr>
          <p:cNvPr id="260" name="dp45-comparison / n237 / arrow">
            <a:extLst>
              <a:ext uri="{FF2B5EF4-FFF2-40B4-BE49-F238E27FC236}">
                <ns2:creationId id="{182BB609-691E-494C-ACFF-3AC762D4DA7C}"/>
              </a:ext>
            </a:extLst>
          </p:cNvPr>
          <p:cNvSpPr>
            <a:spLocks noGrp="1"/>
          </p:cNvSpPr>
          <p:nvPr/>
        </p:nvSpPr>
        <p:spPr>
          <a:xfrm>
            <a:off x="1255356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61" name="dp45-comparison / n238">
            <a:extLst>
              <a:ext uri="{FF2B5EF4-FFF2-40B4-BE49-F238E27FC236}">
                <ns2:creationId id="{5EDE5EEC-F85F-4677-9E39-9399C313B776}"/>
              </a:ext>
            </a:extLst>
          </p:cNvPr>
          <p:cNvSpPr>
            <a:spLocks noGrp="1"/>
          </p:cNvSpPr>
          <p:nvPr/>
        </p:nvSpPr>
        <p:spPr>
          <a:xfrm>
            <a:off x="15287625" y="7258050"/>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원본 확인 후 Bundle1 반환</a:t>
            </a:r>
            <a:endParaRPr lang="ko-KR">
              <a:solidFill>
                <a:srgbClr val="000000"/>
              </a:solidFill>
              <a:latin typeface="Calibri"/>
              <a:ea typeface="Calibri"/>
              <a:cs typeface="Calibri"/>
            </a:endParaRPr>
          </a:p>
        </p:txBody>
      </p:sp>
      <p:sp>
        <p:nvSpPr>
          <p:cNvPr id="263" name="dp45-comparison / n240 / path">
            <a:extLst>
              <a:ext uri="{FF2B5EF4-FFF2-40B4-BE49-F238E27FC236}">
                <ns2:creationId id="{EBDB35FA-C596-433B-9AF5-4899BA92E3B1}"/>
              </a:ext>
            </a:extLst>
          </p:cNvPr>
          <p:cNvSpPr>
            <a:spLocks noGrp="1"/>
          </p:cNvSpPr>
          <p:nvPr/>
        </p:nvSpPr>
        <p:spPr>
          <a:xfrm>
            <a:off x="14859000" y="7386638"/>
            <a:ext cx="428625" cy="953"/>
          </a:xfrm>
          <a:custGeom>
            <a:pathLst>
              <a:path w="428625" h="953">
                <a:moveTo>
                  <a:pt x="0" y="0"/>
                </a:moveTo>
                <a:lnTo>
                  <a:pt x="428625" y="0"/>
                </a:lnTo>
              </a:path>
            </a:pathLst>
          </a:custGeom>
          <a:noFill/>
          <a:ln w="10478">
            <a:solidFill>
              <a:srgbClr val="B8753F"/>
            </a:solidFill>
            <a:prstDash val="solid"/>
          </a:ln>
        </p:spPr>
      </p:sp>
      <p:sp>
        <p:nvSpPr>
          <p:cNvPr id="264" name="dp45-comparison / n240 / arrow">
            <a:extLst>
              <a:ext uri="{FF2B5EF4-FFF2-40B4-BE49-F238E27FC236}">
                <ns2:creationId id="{83248224-6B67-4A77-9300-59A83747CA63}"/>
              </a:ext>
            </a:extLst>
          </p:cNvPr>
          <p:cNvSpPr>
            <a:spLocks noGrp="1"/>
          </p:cNvSpPr>
          <p:nvPr/>
        </p:nvSpPr>
        <p:spPr>
          <a:xfrm>
            <a:off x="1522056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65" name="dp45-comparison / n157">
            <a:extLst>
              <a:ext uri="{FF2B5EF4-FFF2-40B4-BE49-F238E27FC236}">
                <ns2:creationId id="{6B7AA8B3-5E58-483E-B086-8966EC13CFC1}"/>
              </a:ext>
            </a:extLst>
          </p:cNvPr>
          <p:cNvSpPr>
            <a:spLocks noGrp="1"/>
          </p:cNvSpPr>
          <p:nvPr/>
        </p:nvSpPr>
        <p:spPr>
          <a:xfrm>
            <a:off x="9934575" y="2771775"/>
            <a:ext cx="1980629" cy="167640"/>
          </a:xfrm>
          <a:prstGeom prst="rect">
            <a:avLst/>
          </a:prstGeom>
          <a:solidFill>
            <a:srgbClr val="FFFFFF"/>
          </a:solidFill>
          <a:ln w="0">
            <a:noFill/>
            <a:prstDash val="solid"/>
          </a:ln>
        </p:spPr>
      </p:sp>
      <p:sp>
        <p:nvSpPr>
          <p:cNvPr id="266" name="dp45-comparison / n158 / text 1">
            <a:extLst>
              <a:ext uri="{FF2B5EF4-FFF2-40B4-BE49-F238E27FC236}">
                <ns2:creationId id="{19ED1C59-986C-449E-8163-4AA6352A9FF7}"/>
              </a:ext>
            </a:extLst>
          </p:cNvPr>
          <p:cNvSpPr>
            <a:spLocks noGrp="1"/>
          </p:cNvSpPr>
          <p:nvPr/>
        </p:nvSpPr>
        <p:spPr>
          <a:xfrm>
            <a:off x="9953625" y="2781300"/>
            <a:ext cx="2667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Query1: 평가 기준과 과거 결과</a:t>
            </a:r>
            <a:endParaRPr lang="ko-KR">
              <a:solidFill>
                <a:srgbClr val="000000"/>
              </a:solidFill>
              <a:latin typeface="Calibri"/>
              <a:ea typeface="Calibri"/>
              <a:cs typeface="Calibri"/>
            </a:endParaRPr>
          </a:p>
        </p:txBody>
      </p:sp>
      <p:sp>
        <p:nvSpPr>
          <p:cNvPr id="267" name="dp45-comparison / n159">
            <a:extLst>
              <a:ext uri="{FF2B5EF4-FFF2-40B4-BE49-F238E27FC236}">
                <ns2:creationId id="{33CA3BBF-708F-4783-9272-479E2239270A}"/>
              </a:ext>
            </a:extLst>
          </p:cNvPr>
          <p:cNvSpPr>
            <a:spLocks noGrp="1"/>
          </p:cNvSpPr>
          <p:nvPr/>
        </p:nvSpPr>
        <p:spPr>
          <a:xfrm>
            <a:off x="12887325" y="2762250"/>
            <a:ext cx="1731264" cy="156210"/>
          </a:xfrm>
          <a:prstGeom prst="rect">
            <a:avLst/>
          </a:prstGeom>
          <a:solidFill>
            <a:srgbClr val="FFFFFF"/>
          </a:solidFill>
          <a:ln w="0">
            <a:noFill/>
            <a:prstDash val="solid"/>
          </a:ln>
        </p:spPr>
      </p:sp>
      <p:sp>
        <p:nvSpPr>
          <p:cNvPr id="268" name="dp45-comparison / n160 / text 1">
            <a:extLst>
              <a:ext uri="{FF2B5EF4-FFF2-40B4-BE49-F238E27FC236}">
                <ns2:creationId id="{339E523D-E875-4BC5-AE4C-3C7E9E91436A}"/>
              </a:ext>
            </a:extLst>
          </p:cNvPr>
          <p:cNvSpPr>
            <a:spLocks noGrp="1"/>
          </p:cNvSpPr>
          <p:nvPr/>
        </p:nvSpPr>
        <p:spPr>
          <a:xfrm>
            <a:off x="12906375" y="2771775"/>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설명 원문 / 실제 전달한 범위</a:t>
            </a:r>
            <a:endParaRPr lang="ko-KR">
              <a:solidFill>
                <a:srgbClr val="000000"/>
              </a:solidFill>
              <a:latin typeface="Calibri"/>
              <a:ea typeface="Calibri"/>
              <a:cs typeface="Calibri"/>
            </a:endParaRPr>
          </a:p>
        </p:txBody>
      </p:sp>
      <p:sp>
        <p:nvSpPr>
          <p:cNvPr id="269" name="dp45-comparison / n161">
            <a:extLst>
              <a:ext uri="{FF2B5EF4-FFF2-40B4-BE49-F238E27FC236}">
                <ns2:creationId id="{1D05C98C-FEB5-4EA4-B1C2-0809624A6400}"/>
              </a:ext>
            </a:extLst>
          </p:cNvPr>
          <p:cNvSpPr>
            <a:spLocks noGrp="1"/>
          </p:cNvSpPr>
          <p:nvPr/>
        </p:nvSpPr>
        <p:spPr>
          <a:xfrm>
            <a:off x="15411450" y="2762250"/>
            <a:ext cx="1822704" cy="156210"/>
          </a:xfrm>
          <a:prstGeom prst="rect">
            <a:avLst/>
          </a:prstGeom>
          <a:solidFill>
            <a:srgbClr val="FFFFFF"/>
          </a:solidFill>
          <a:ln w="0">
            <a:noFill/>
            <a:prstDash val="solid"/>
          </a:ln>
        </p:spPr>
      </p:sp>
      <p:sp>
        <p:nvSpPr>
          <p:cNvPr id="270" name="dp45-comparison / n162 / text 1">
            <a:extLst>
              <a:ext uri="{FF2B5EF4-FFF2-40B4-BE49-F238E27FC236}">
                <ns2:creationId id="{2288C222-1A05-4DE0-BBE8-C44156C188BD}"/>
              </a:ext>
            </a:extLst>
          </p:cNvPr>
          <p:cNvSpPr>
            <a:spLocks noGrp="1"/>
          </p:cNvSpPr>
          <p:nvPr/>
        </p:nvSpPr>
        <p:spPr>
          <a:xfrm>
            <a:off x="15430500" y="2771775"/>
            <a:ext cx="2095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제품 조사 / Task2 견적</a:t>
            </a:r>
            <a:endParaRPr lang="ko-KR">
              <a:solidFill>
                <a:srgbClr val="000000"/>
              </a:solidFill>
              <a:latin typeface="Calibri"/>
              <a:ea typeface="Calibri"/>
              <a:cs typeface="Calibri"/>
            </a:endParaRPr>
          </a:p>
        </p:txBody>
      </p:sp>
      <p:sp>
        <p:nvSpPr>
          <p:cNvPr id="271" name="dp45-comparison / n163">
            <a:extLst>
              <a:ext uri="{FF2B5EF4-FFF2-40B4-BE49-F238E27FC236}">
                <ns2:creationId id="{8E098F75-43F1-4EAF-B51F-8DBC300CCD39}"/>
              </a:ext>
            </a:extLst>
          </p:cNvPr>
          <p:cNvSpPr>
            <a:spLocks noGrp="1"/>
          </p:cNvSpPr>
          <p:nvPr/>
        </p:nvSpPr>
        <p:spPr>
          <a:xfrm>
            <a:off x="12887325" y="2924175"/>
            <a:ext cx="1207770" cy="156210"/>
          </a:xfrm>
          <a:prstGeom prst="rect">
            <a:avLst/>
          </a:prstGeom>
          <a:solidFill>
            <a:srgbClr val="FFFFFF"/>
          </a:solidFill>
          <a:ln w="0">
            <a:noFill/>
            <a:prstDash val="solid"/>
          </a:ln>
        </p:spPr>
      </p:sp>
      <p:sp>
        <p:nvSpPr>
          <p:cNvPr id="272" name="dp45-comparison / n164 / text 1">
            <a:extLst>
              <a:ext uri="{FF2B5EF4-FFF2-40B4-BE49-F238E27FC236}">
                <ns2:creationId id="{F4A72F5A-9E49-44DF-8F36-0B6EE76B156E}"/>
              </a:ext>
            </a:extLst>
          </p:cNvPr>
          <p:cNvSpPr>
            <a:spLocks noGrp="1"/>
          </p:cNvSpPr>
          <p:nvPr/>
        </p:nvSpPr>
        <p:spPr>
          <a:xfrm>
            <a:off x="12906375" y="2933700"/>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“가격이 같은 경우…”</a:t>
            </a:r>
            <a:endParaRPr lang="ko-KR">
              <a:solidFill>
                <a:srgbClr val="000000"/>
              </a:solidFill>
              <a:latin typeface="Calibri"/>
              <a:ea typeface="Calibri"/>
              <a:cs typeface="Calibri"/>
            </a:endParaRPr>
          </a:p>
        </p:txBody>
      </p:sp>
      <p:sp>
        <p:nvSpPr>
          <p:cNvPr id="273" name="dp45-comparison / n165">
            <a:extLst>
              <a:ext uri="{FF2B5EF4-FFF2-40B4-BE49-F238E27FC236}">
                <ns2:creationId id="{6895F6A8-918A-4363-BAF4-B735725AE6C1}"/>
              </a:ext>
            </a:extLst>
          </p:cNvPr>
          <p:cNvSpPr>
            <a:spLocks noGrp="1"/>
          </p:cNvSpPr>
          <p:nvPr/>
        </p:nvSpPr>
        <p:spPr>
          <a:xfrm>
            <a:off x="15411450" y="2924175"/>
            <a:ext cx="1731645" cy="144780"/>
          </a:xfrm>
          <a:prstGeom prst="rect">
            <a:avLst/>
          </a:prstGeom>
          <a:solidFill>
            <a:srgbClr val="FFFFFF"/>
          </a:solidFill>
          <a:ln w="0">
            <a:noFill/>
            <a:prstDash val="solid"/>
          </a:ln>
        </p:spPr>
      </p:sp>
      <p:sp>
        <p:nvSpPr>
          <p:cNvPr id="274" name="dp45-comparison / n166 / text 1">
            <a:extLst>
              <a:ext uri="{FF2B5EF4-FFF2-40B4-BE49-F238E27FC236}">
                <ns2:creationId id="{198AE5B3-1BA7-4D38-A123-DA7232BDB172}"/>
              </a:ext>
            </a:extLst>
          </p:cNvPr>
          <p:cNvSpPr>
            <a:spLocks noGrp="1"/>
          </p:cNvSpPr>
          <p:nvPr/>
        </p:nvSpPr>
        <p:spPr>
          <a:xfrm>
            <a:off x="15430500" y="2933700"/>
            <a:ext cx="20955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제품 결과 개정 2 / 견적 개정 1</a:t>
            </a:r>
            <a:endParaRPr lang="ko-KR">
              <a:solidFill>
                <a:srgbClr val="000000"/>
              </a:solidFill>
              <a:latin typeface="Calibri"/>
              <a:ea typeface="Calibri"/>
              <a:cs typeface="Calibri"/>
            </a:endParaRPr>
          </a:p>
        </p:txBody>
      </p:sp>
      <p:sp>
        <p:nvSpPr>
          <p:cNvPr id="275" name="dp45-comparison / n183">
            <a:extLst>
              <a:ext uri="{FF2B5EF4-FFF2-40B4-BE49-F238E27FC236}">
                <ns2:creationId id="{76D66A59-F505-4110-B461-2DD72EAEB728}"/>
              </a:ext>
            </a:extLst>
          </p:cNvPr>
          <p:cNvSpPr>
            <a:spLocks noGrp="1"/>
          </p:cNvSpPr>
          <p:nvPr/>
        </p:nvSpPr>
        <p:spPr>
          <a:xfrm>
            <a:off x="13744575" y="3362325"/>
            <a:ext cx="2815209" cy="167640"/>
          </a:xfrm>
          <a:prstGeom prst="rect">
            <a:avLst/>
          </a:prstGeom>
          <a:solidFill>
            <a:srgbClr val="FFFFFF"/>
          </a:solidFill>
          <a:ln w="0">
            <a:noFill/>
            <a:prstDash val="solid"/>
          </a:ln>
        </p:spPr>
      </p:sp>
      <p:sp>
        <p:nvSpPr>
          <p:cNvPr id="276" name="dp45-comparison / n184 / text 1">
            <a:extLst>
              <a:ext uri="{FF2B5EF4-FFF2-40B4-BE49-F238E27FC236}">
                <ns2:creationId id="{6B68494E-A085-467C-A118-D96C04A4C45B}"/>
              </a:ext>
            </a:extLst>
          </p:cNvPr>
          <p:cNvSpPr>
            <a:spLocks noGrp="1"/>
          </p:cNvSpPr>
          <p:nvPr/>
        </p:nvSpPr>
        <p:spPr>
          <a:xfrm>
            <a:off x="13763625" y="3371850"/>
            <a:ext cx="3619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원본 변경 / 생산 / 검증 / 같은 개정 게시</a:t>
            </a:r>
            <a:endParaRPr lang="ko-KR">
              <a:solidFill>
                <a:srgbClr val="000000"/>
              </a:solidFill>
              <a:latin typeface="Calibri"/>
              <a:ea typeface="Calibri"/>
              <a:cs typeface="Calibri"/>
            </a:endParaRPr>
          </a:p>
        </p:txBody>
      </p:sp>
      <p:sp>
        <p:nvSpPr>
          <p:cNvPr id="277" name="dp45-comparison / n187">
            <a:extLst>
              <a:ext uri="{FF2B5EF4-FFF2-40B4-BE49-F238E27FC236}">
                <ns2:creationId id="{31ECDC31-53BC-4C9A-852D-1B4052F82702}"/>
              </a:ext>
            </a:extLst>
          </p:cNvPr>
          <p:cNvSpPr>
            <a:spLocks noGrp="1"/>
          </p:cNvSpPr>
          <p:nvPr/>
        </p:nvSpPr>
        <p:spPr>
          <a:xfrm>
            <a:off x="14239875" y="4305300"/>
            <a:ext cx="2952750" cy="942975"/>
          </a:xfrm>
          <a:custGeom>
            <a:pathLst>
              <a:path w="2952750" h="942975">
                <a:moveTo>
                  <a:pt x="0" y="0"/>
                </a:moveTo>
                <a:lnTo>
                  <a:pt x="2781300" y="0"/>
                </a:lnTo>
                <a:lnTo>
                  <a:pt x="2952750" y="171450"/>
                </a:lnTo>
                <a:lnTo>
                  <a:pt x="2952750" y="942975"/>
                </a:lnTo>
                <a:lnTo>
                  <a:pt x="0" y="942975"/>
                </a:lnTo>
                <a:close/>
              </a:path>
            </a:pathLst>
          </a:custGeom>
          <a:solidFill>
            <a:srgbClr val="FFFFFF"/>
          </a:solidFill>
          <a:ln w="9525">
            <a:solidFill>
              <a:srgbClr val="000000"/>
            </a:solidFill>
            <a:prstDash val="solid"/>
          </a:ln>
        </p:spPr>
        <p:txBody>
          <a:bodyPr wrap="none" lIns="95250" tIns="57150" rIns="171450" bIns="2071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Memory1 / relation_kind:EXPLAINS_ITEM</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from/to: 실제 전달 → 설명 원문</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value: “가격이 같은 경우 유지보수 기간을</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우선합니다.” / MODEL_DERIVED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HAS_RESULT: 제품 Task → 제품 결과 / EXPLICIT</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HAS_RESULT: 견적 Task → 견적 결과 / EXPLICIT</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source_spans / dependency_vector / 개정</a:t>
            </a:r>
            <a:endParaRPr lang="ko-KR">
              <a:solidFill>
                <a:srgbClr val="000000"/>
              </a:solidFill>
              <a:latin typeface="Calibri"/>
              <a:ea typeface="Calibri"/>
              <a:cs typeface="Calibri"/>
            </a:endParaRPr>
          </a:p>
        </p:txBody>
      </p:sp>
      <p:sp>
        <p:nvSpPr>
          <p:cNvPr id="278" name="dp45-comparison / n187 / fold">
            <a:extLst>
              <a:ext uri="{FF2B5EF4-FFF2-40B4-BE49-F238E27FC236}">
                <ns2:creationId id="{27494741-A52C-4A48-87D3-015440562D67}"/>
              </a:ext>
            </a:extLst>
          </p:cNvPr>
          <p:cNvSpPr>
            <a:spLocks noGrp="1"/>
          </p:cNvSpPr>
          <p:nvPr/>
        </p:nvSpPr>
        <p:spPr>
          <a:xfrm>
            <a:off x="17021175" y="43053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86" name="dp45-comparison / n194">
            <a:extLst>
              <a:ext uri="{FF2B5EF4-FFF2-40B4-BE49-F238E27FC236}">
                <ns2:creationId id="{4AFE8E12-0D9F-4B45-B071-3F974DF6D24F}"/>
              </a:ext>
            </a:extLst>
          </p:cNvPr>
          <p:cNvSpPr>
            <a:spLocks noGrp="1"/>
          </p:cNvSpPr>
          <p:nvPr/>
        </p:nvSpPr>
        <p:spPr>
          <a:xfrm>
            <a:off x="10220325" y="4314825"/>
            <a:ext cx="1886712" cy="144780"/>
          </a:xfrm>
          <a:prstGeom prst="rect">
            <a:avLst/>
          </a:prstGeom>
          <a:solidFill>
            <a:srgbClr val="FFFFFF"/>
          </a:solidFill>
          <a:ln w="0">
            <a:noFill/>
            <a:prstDash val="solid"/>
          </a:ln>
        </p:spPr>
      </p:sp>
      <p:sp>
        <p:nvSpPr>
          <p:cNvPr id="287" name="dp45-comparison / n195 / text 1">
            <a:extLst>
              <a:ext uri="{FF2B5EF4-FFF2-40B4-BE49-F238E27FC236}">
                <ns2:creationId id="{0EE020F7-2209-4D3F-9FF3-ACB9B29D2CBA}"/>
              </a:ext>
            </a:extLst>
          </p:cNvPr>
          <p:cNvSpPr>
            <a:spLocks noGrp="1"/>
          </p:cNvSpPr>
          <p:nvPr/>
        </p:nvSpPr>
        <p:spPr>
          <a:xfrm>
            <a:off x="10239375" y="4324350"/>
            <a:ext cx="2619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NOT_COVERED: 지원 범위 생산 요청</a:t>
            </a:r>
            <a:endParaRPr lang="ko-KR">
              <a:solidFill>
                <a:srgbClr val="000000"/>
              </a:solidFill>
              <a:latin typeface="Calibri"/>
              <a:ea typeface="Calibri"/>
              <a:cs typeface="Calibri"/>
            </a:endParaRPr>
          </a:p>
        </p:txBody>
      </p:sp>
      <p:sp>
        <p:nvSpPr>
          <p:cNvPr id="288" name="dp45-comparison / n196">
            <a:extLst>
              <a:ext uri="{FF2B5EF4-FFF2-40B4-BE49-F238E27FC236}">
                <ns2:creationId id="{9C03684A-B22B-4024-86C9-C39AF1A3180B}"/>
              </a:ext>
            </a:extLst>
          </p:cNvPr>
          <p:cNvSpPr>
            <a:spLocks noGrp="1"/>
          </p:cNvSpPr>
          <p:nvPr/>
        </p:nvSpPr>
        <p:spPr>
          <a:xfrm>
            <a:off x="10220325" y="4533900"/>
            <a:ext cx="2272284" cy="144780"/>
          </a:xfrm>
          <a:prstGeom prst="rect">
            <a:avLst/>
          </a:prstGeom>
          <a:solidFill>
            <a:srgbClr val="FFFFFF"/>
          </a:solidFill>
          <a:ln w="0">
            <a:noFill/>
            <a:prstDash val="solid"/>
          </a:ln>
        </p:spPr>
      </p:sp>
      <p:sp>
        <p:nvSpPr>
          <p:cNvPr id="289" name="dp45-comparison / n197 / text 1">
            <a:extLst>
              <a:ext uri="{FF2B5EF4-FFF2-40B4-BE49-F238E27FC236}">
                <ns2:creationId id="{426CDD62-6CDA-48BC-8F57-A34A38DA8F49}"/>
              </a:ext>
            </a:extLst>
          </p:cNvPr>
          <p:cNvSpPr>
            <a:spLocks noGrp="1"/>
          </p:cNvSpPr>
          <p:nvPr/>
        </p:nvSpPr>
        <p:spPr>
          <a:xfrm>
            <a:off x="10239375" y="4543425"/>
            <a:ext cx="2619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게시 개정 반환 후 Reader가 저장소 재조회</a:t>
            </a:r>
            <a:endParaRPr lang="ko-KR">
              <a:solidFill>
                <a:srgbClr val="000000"/>
              </a:solidFill>
              <a:latin typeface="Calibri"/>
              <a:ea typeface="Calibri"/>
              <a:cs typeface="Calibri"/>
            </a:endParaRPr>
          </a:p>
        </p:txBody>
      </p:sp>
      <p:sp>
        <p:nvSpPr>
          <p:cNvPr id="290" name="dp45-comparison / n198">
            <a:extLst>
              <a:ext uri="{FF2B5EF4-FFF2-40B4-BE49-F238E27FC236}">
                <ns2:creationId id="{CA27AEFC-D458-49F0-A167-2DE10597F4CA}"/>
              </a:ext>
            </a:extLst>
          </p:cNvPr>
          <p:cNvSpPr>
            <a:spLocks noGrp="1"/>
          </p:cNvSpPr>
          <p:nvPr/>
        </p:nvSpPr>
        <p:spPr>
          <a:xfrm>
            <a:off x="10125075" y="5686425"/>
            <a:ext cx="2991041" cy="144780"/>
          </a:xfrm>
          <a:prstGeom prst="rect">
            <a:avLst/>
          </a:prstGeom>
          <a:solidFill>
            <a:srgbClr val="FFFFFF"/>
          </a:solidFill>
          <a:ln w="0">
            <a:noFill/>
            <a:prstDash val="solid"/>
          </a:ln>
        </p:spPr>
      </p:sp>
      <p:sp>
        <p:nvSpPr>
          <p:cNvPr id="291" name="dp45-comparison / n199 / text 1">
            <a:extLst>
              <a:ext uri="{FF2B5EF4-FFF2-40B4-BE49-F238E27FC236}">
                <ns2:creationId id="{1A891CA5-C8B1-4AFA-8D3D-EE852FAD4E25}"/>
              </a:ext>
            </a:extLst>
          </p:cNvPr>
          <p:cNvSpPr>
            <a:spLocks noGrp="1"/>
          </p:cNvSpPr>
          <p:nvPr/>
        </p:nvSpPr>
        <p:spPr>
          <a:xfrm>
            <a:off x="10144125" y="5695950"/>
            <a:ext cx="3714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지원 밖 관계: UNSUPPORTED_RELATION / 반복 생산 없음</a:t>
            </a:r>
            <a:endParaRPr lang="ko-KR">
              <a:solidFill>
                <a:srgbClr val="000000"/>
              </a:solidFill>
              <a:latin typeface="Calibri"/>
              <a:ea typeface="Calibri"/>
              <a:cs typeface="Calibri"/>
            </a:endParaRPr>
          </a:p>
        </p:txBody>
      </p:sp>
      <p:sp>
        <p:nvSpPr>
          <p:cNvPr id="292" name="dp45-comparison / n200">
            <a:extLst>
              <a:ext uri="{FF2B5EF4-FFF2-40B4-BE49-F238E27FC236}">
                <ns2:creationId id="{C3D32650-B77E-4EC7-8DC9-10C7C9211545}"/>
              </a:ext>
            </a:extLst>
          </p:cNvPr>
          <p:cNvSpPr>
            <a:spLocks noGrp="1"/>
          </p:cNvSpPr>
          <p:nvPr/>
        </p:nvSpPr>
        <p:spPr>
          <a:xfrm>
            <a:off x="14220825" y="5800725"/>
            <a:ext cx="2177987" cy="144780"/>
          </a:xfrm>
          <a:prstGeom prst="rect">
            <a:avLst/>
          </a:prstGeom>
          <a:solidFill>
            <a:srgbClr val="FFFFFF"/>
          </a:solidFill>
          <a:ln w="0">
            <a:noFill/>
            <a:prstDash val="solid"/>
          </a:ln>
        </p:spPr>
      </p:sp>
      <p:sp>
        <p:nvSpPr>
          <p:cNvPr id="293" name="dp45-comparison / n201 / text 1">
            <a:extLst>
              <a:ext uri="{FF2B5EF4-FFF2-40B4-BE49-F238E27FC236}">
                <ns2:creationId id="{3DF01EB6-C905-4BA7-8AF9-8E1E653C87C6}"/>
              </a:ext>
            </a:extLst>
          </p:cNvPr>
          <p:cNvSpPr>
            <a:spLocks noGrp="1"/>
          </p:cNvSpPr>
          <p:nvPr/>
        </p:nvSpPr>
        <p:spPr>
          <a:xfrm>
            <a:off x="14239875" y="5810250"/>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예외 문구만 생산 / 나머지 기준은 미생산</a:t>
            </a:r>
            <a:endParaRPr lang="ko-KR">
              <a:solidFill>
                <a:srgbClr val="000000"/>
              </a:solidFill>
              <a:latin typeface="Calibri"/>
              <a:ea typeface="Calibri"/>
              <a:cs typeface="Calibri"/>
            </a:endParaRPr>
          </a:p>
        </p:txBody>
      </p:sp>
      <p:sp>
        <p:nvSpPr>
          <p:cNvPr id="294" name="dp45-comparison / n206">
            <a:extLst>
              <a:ext uri="{FF2B5EF4-FFF2-40B4-BE49-F238E27FC236}">
                <ns2:creationId id="{EE3730EB-D56C-4CAC-9B80-F95E88E568CC}"/>
              </a:ext>
            </a:extLst>
          </p:cNvPr>
          <p:cNvSpPr>
            <a:spLocks noGrp="1"/>
          </p:cNvSpPr>
          <p:nvPr/>
        </p:nvSpPr>
        <p:spPr>
          <a:xfrm>
            <a:off x="10125075" y="5819775"/>
            <a:ext cx="2045970" cy="144780"/>
          </a:xfrm>
          <a:prstGeom prst="rect">
            <a:avLst/>
          </a:prstGeom>
          <a:solidFill>
            <a:srgbClr val="FFFFFF"/>
          </a:solidFill>
          <a:ln w="0">
            <a:noFill/>
            <a:prstDash val="solid"/>
          </a:ln>
        </p:spPr>
      </p:sp>
      <p:sp>
        <p:nvSpPr>
          <p:cNvPr id="295" name="dp45-comparison / n207 / text 1">
            <a:extLst>
              <a:ext uri="{FF2B5EF4-FFF2-40B4-BE49-F238E27FC236}">
                <ns2:creationId id="{789052CA-85CC-44FA-83F1-DFDD0F5EE20A}"/>
              </a:ext>
            </a:extLst>
          </p:cNvPr>
          <p:cNvSpPr>
            <a:spLocks noGrp="1"/>
          </p:cNvSpPr>
          <p:nvPr/>
        </p:nvSpPr>
        <p:spPr>
          <a:xfrm>
            <a:off x="10144125" y="5829300"/>
            <a:ext cx="3333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현재 개정과 요청한 원문은 owner 확인</a:t>
            </a:r>
            <a:endParaRPr lang="ko-KR">
              <a:solidFill>
                <a:srgbClr val="000000"/>
              </a:solidFill>
              <a:latin typeface="Calibri"/>
              <a:ea typeface="Calibri"/>
              <a:cs typeface="Calibri"/>
            </a:endParaRPr>
          </a:p>
        </p:txBody>
      </p:sp>
      <p:sp>
        <p:nvSpPr>
          <p:cNvPr id="296" name="dp45-comparison / n210">
            <a:extLst>
              <a:ext uri="{FF2B5EF4-FFF2-40B4-BE49-F238E27FC236}">
                <ns2:creationId id="{2EC72412-3915-43BF-8D5A-B41119D8C6A2}"/>
              </a:ext>
            </a:extLst>
          </p:cNvPr>
          <p:cNvSpPr>
            <a:spLocks noGrp="1"/>
          </p:cNvSpPr>
          <p:nvPr/>
        </p:nvSpPr>
        <p:spPr>
          <a:xfrm>
            <a:off x="10125075" y="5029200"/>
            <a:ext cx="2379345" cy="167640"/>
          </a:xfrm>
          <a:prstGeom prst="rect">
            <a:avLst/>
          </a:prstGeom>
          <a:solidFill>
            <a:srgbClr val="FFFFFF"/>
          </a:solidFill>
          <a:ln w="0">
            <a:noFill/>
            <a:prstDash val="solid"/>
          </a:ln>
        </p:spPr>
      </p:sp>
      <p:sp>
        <p:nvSpPr>
          <p:cNvPr id="297" name="dp45-comparison / n211 / text 1">
            <a:extLst>
              <a:ext uri="{FF2B5EF4-FFF2-40B4-BE49-F238E27FC236}">
                <ns2:creationId id="{B42E108A-3966-4494-AB7A-B416EBE752C3}"/>
              </a:ext>
            </a:extLst>
          </p:cNvPr>
          <p:cNvSpPr>
            <a:spLocks noGrp="1"/>
          </p:cNvSpPr>
          <p:nvPr/>
        </p:nvSpPr>
        <p:spPr>
          <a:xfrm>
            <a:off x="10144125" y="5038725"/>
            <a:ext cx="2857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② 현재 Query1 / Reader로 별도 시작</a:t>
            </a:r>
            <a:endParaRPr lang="ko-KR">
              <a:solidFill>
                <a:srgbClr val="000000"/>
              </a:solidFill>
              <a:latin typeface="Calibri"/>
              <a:ea typeface="Calibri"/>
              <a:cs typeface="Calibri"/>
            </a:endParaRPr>
          </a:p>
        </p:txBody>
      </p:sp>
      <p:sp>
        <p:nvSpPr>
          <p:cNvPr id="298" name="dp45-comparison / n220">
            <a:extLst>
              <a:ext uri="{FF2B5EF4-FFF2-40B4-BE49-F238E27FC236}">
                <ns2:creationId id="{856D43CA-D870-4288-BED4-4F7F144F2C30}"/>
              </a:ext>
            </a:extLst>
          </p:cNvPr>
          <p:cNvSpPr>
            <a:spLocks noGrp="1"/>
          </p:cNvSpPr>
          <p:nvPr/>
        </p:nvSpPr>
        <p:spPr>
          <a:xfrm>
            <a:off x="12934950" y="6057900"/>
            <a:ext cx="1306258" cy="144780"/>
          </a:xfrm>
          <a:prstGeom prst="rect">
            <a:avLst/>
          </a:prstGeom>
          <a:solidFill>
            <a:srgbClr val="FFFFFF"/>
          </a:solidFill>
          <a:ln w="0">
            <a:noFill/>
            <a:prstDash val="solid"/>
          </a:ln>
        </p:spPr>
      </p:sp>
      <p:sp>
        <p:nvSpPr>
          <p:cNvPr id="299" name="dp45-comparison / n221 / text 1">
            <a:extLst>
              <a:ext uri="{FF2B5EF4-FFF2-40B4-BE49-F238E27FC236}">
                <ns2:creationId id="{17E00372-F493-454F-A18B-273869D99DAE}"/>
              </a:ext>
            </a:extLst>
          </p:cNvPr>
          <p:cNvSpPr>
            <a:spLocks noGrp="1"/>
          </p:cNvSpPr>
          <p:nvPr/>
        </p:nvSpPr>
        <p:spPr>
          <a:xfrm>
            <a:off x="12954000" y="6067425"/>
            <a:ext cx="1571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필요한 과거 의미만 가공</a:t>
            </a:r>
            <a:endParaRPr lang="ko-KR">
              <a:solidFill>
                <a:srgbClr val="000000"/>
              </a:solidFill>
              <a:latin typeface="Calibri"/>
              <a:ea typeface="Calibri"/>
              <a:cs typeface="Calibri"/>
            </a:endParaRPr>
          </a:p>
        </p:txBody>
      </p:sp>
      <p:sp>
        <p:nvSpPr>
          <p:cNvPr id="300" name="dp45-comparison / n223">
            <a:extLst>
              <a:ext uri="{FF2B5EF4-FFF2-40B4-BE49-F238E27FC236}">
                <ns2:creationId id="{6F520FE8-BF3D-428C-8928-5CE1EE1D7DF5}"/>
              </a:ext>
            </a:extLst>
          </p:cNvPr>
          <p:cNvSpPr>
            <a:spLocks noGrp="1"/>
          </p:cNvSpPr>
          <p:nvPr/>
        </p:nvSpPr>
        <p:spPr>
          <a:xfrm>
            <a:off x="9934575" y="6477000"/>
            <a:ext cx="2484501" cy="179070"/>
          </a:xfrm>
          <a:prstGeom prst="rect">
            <a:avLst/>
          </a:prstGeom>
          <a:solidFill>
            <a:srgbClr val="FFFFFF"/>
          </a:solidFill>
          <a:ln w="0">
            <a:noFill/>
            <a:prstDash val="solid"/>
          </a:ln>
        </p:spPr>
      </p:sp>
      <p:sp>
        <p:nvSpPr>
          <p:cNvPr id="301" name="dp45-comparison / n224 / text 1">
            <a:extLst>
              <a:ext uri="{FF2B5EF4-FFF2-40B4-BE49-F238E27FC236}">
                <ns2:creationId id="{319C599B-C959-4B81-870B-DB95C2429F8A}"/>
              </a:ext>
            </a:extLst>
          </p:cNvPr>
          <p:cNvSpPr>
            <a:spLocks noGrp="1"/>
          </p:cNvSpPr>
          <p:nvPr/>
        </p:nvSpPr>
        <p:spPr>
          <a:xfrm>
            <a:off x="9953625" y="648652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생산 시점과 조회 경로</a:t>
            </a:r>
            <a:endParaRPr lang="ko-KR">
              <a:solidFill>
                <a:srgbClr val="000000"/>
              </a:solidFill>
              <a:latin typeface="Calibri"/>
              <a:ea typeface="Calibri"/>
              <a:cs typeface="Calibri"/>
            </a:endParaRPr>
          </a:p>
        </p:txBody>
      </p:sp>
      <p:sp>
        <p:nvSpPr>
          <p:cNvPr id="302" name="dp45-comparison / n241">
            <a:extLst>
              <a:ext uri="{FF2B5EF4-FFF2-40B4-BE49-F238E27FC236}">
                <ns2:creationId id="{B39BE0BE-1814-470D-9520-A6604DAFD30E}"/>
              </a:ext>
            </a:extLst>
          </p:cNvPr>
          <p:cNvSpPr>
            <a:spLocks noGrp="1"/>
          </p:cNvSpPr>
          <p:nvPr/>
        </p:nvSpPr>
        <p:spPr>
          <a:xfrm>
            <a:off x="9934575" y="7058025"/>
            <a:ext cx="5272278" cy="156210"/>
          </a:xfrm>
          <a:prstGeom prst="rect">
            <a:avLst/>
          </a:prstGeom>
          <a:solidFill>
            <a:srgbClr val="FFFFFF"/>
          </a:solidFill>
          <a:ln w="0">
            <a:noFill/>
            <a:prstDash val="solid"/>
          </a:ln>
        </p:spPr>
      </p:sp>
      <p:sp>
        <p:nvSpPr>
          <p:cNvPr id="303" name="dp45-comparison / n242 / text 1">
            <a:extLst>
              <a:ext uri="{FF2B5EF4-FFF2-40B4-BE49-F238E27FC236}">
                <ns2:creationId id="{2D94C4D2-E5E6-49B0-ADC4-E9E181D02AC2}"/>
              </a:ext>
            </a:extLst>
          </p:cNvPr>
          <p:cNvSpPr>
            <a:spLocks noGrp="1"/>
          </p:cNvSpPr>
          <p:nvPr/>
        </p:nvSpPr>
        <p:spPr>
          <a:xfrm>
            <a:off x="9953625" y="7067550"/>
            <a:ext cx="7524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미생산 지원 범위: Publisher 게시 뒤 Reader 재조회 / 현재 Request 정답은 저장하지 않음</a:t>
            </a:r>
            <a:endParaRPr lang="ko-KR">
              <a:solidFill>
                <a:srgbClr val="000000"/>
              </a:solidFill>
              <a:latin typeface="Calibri"/>
              <a:ea typeface="Calibri"/>
              <a:cs typeface="Calibri"/>
            </a:endParaRPr>
          </a:p>
        </p:txBody>
      </p:sp>
      <p:sp>
        <p:nvSpPr>
          <p:cNvPr id="331" name="v6-header-title">
            <a:extLst>
              <a:ext uri="{FF2B5EF4-FFF2-40B4-BE49-F238E27FC236}">
                <ns2:creationId id="{050BF0AD-E51A-458A-A2D9-6D46CEDD5E9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맥락 설계 비교 (원본)</a:t>
            </a:r>
            <a:endParaRPr lang="ko-KR">
              <a:latin typeface="Calibri"/>
              <a:ea typeface="Calibri"/>
              <a:cs typeface="Calibri"/>
            </a:endParaRPr>
          </a:p>
        </p:txBody>
      </p:sp>
      <p:sp>
        <p:nvSpPr>
          <p:cNvPr id="332" name="v6-header-rule">
            <a:extLst>
              <a:ext uri="{FF2B5EF4-FFF2-40B4-BE49-F238E27FC236}">
                <ns2:creationId id="{F56D00EA-06BD-4134-BCA4-E172E1950607}"/>
              </a:ext>
            </a:extLst>
          </p:cNvPr>
          <p:cNvSpPr>
            <a:spLocks noGrp="1"/>
          </p:cNvSpPr>
          <p:nvPr/>
        </p:nvSpPr>
        <p:spPr>
          <a:xfrm>
            <a:off x="495300" y="990600"/>
            <a:ext cx="17335500" cy="0"/>
          </a:xfrm>
          <a:prstGeom prst="line">
            <a:avLst/>
          </a:prstGeom>
          <a:noFill/>
          <a:ln w="19050">
            <a:solidFill>
              <a:srgbClr val="A6A6A6"/>
            </a:solidFill>
          </a:ln>
        </p:spPr>
      </p:sp>
      <p:sp>
        <p:nvSpPr>
          <p:cNvPr id="333" name="v6-header-stage-0">
            <a:extLst>
              <a:ext uri="{FF2B5EF4-FFF2-40B4-BE49-F238E27FC236}">
                <ns2:creationId id="{7019F565-DE81-4CAB-BCE2-D07A548C696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34" name="v6-header-stage-1">
            <a:extLst>
              <a:ext uri="{FF2B5EF4-FFF2-40B4-BE49-F238E27FC236}">
                <ns2:creationId id="{DC320FF0-D827-48B8-8C0D-E5DD5D8C078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5" name="v6-header-stage-2">
            <a:extLst>
              <a:ext uri="{FF2B5EF4-FFF2-40B4-BE49-F238E27FC236}">
                <ns2:creationId id="{091A8B68-69D9-460C-9EC6-DFE2668623C4}"/>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36" name="v6-header-stage-3">
            <a:extLst>
              <a:ext uri="{FF2B5EF4-FFF2-40B4-BE49-F238E27FC236}">
                <ns2:creationId id="{387B0653-8849-48E4-AF81-D5A46B2F1C2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37" name="v6-header-stage-4">
            <a:extLst>
              <a:ext uri="{FF2B5EF4-FFF2-40B4-BE49-F238E27FC236}">
                <ns2:creationId id="{4E33157D-D592-481A-96C0-D1DD78E8209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8" name="v6-header-page">
            <a:extLst>
              <a:ext uri="{FF2B5EF4-FFF2-40B4-BE49-F238E27FC236}">
                <ns2:creationId id="{CBD35A78-F97A-4A02-92E1-8472378ACF5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53 / 63</a:t>
            </a:r>
            <a:endParaRPr lang="ko-KR">
              <a:latin typeface="Calibri"/>
              <a:ea typeface="Calibri"/>
              <a:cs typeface="Calibri"/>
            </a:endParaRPr>
          </a:p>
        </p:txBody>
      </p:sp>
      <p:sp>
        <p:nvSpPr>
          <p:cNvPr id="339" name="v6-native-header-cell-53-0">
            <a:extLst>
              <a:ext uri="{FF2B5EF4-FFF2-40B4-BE49-F238E27FC236}">
                <ns2:creationId id="{69E3E688-B9BE-4313-AF0A-1542603AECB7}"/>
              </a:ext>
            </a:extLst>
          </p:cNvPr>
          <p:cNvSpPr>
            <a:spLocks noGrp="1"/>
          </p:cNvSpPr>
          <p:nvPr/>
        </p:nvSpPr>
        <p:spPr>
          <a:xfrm>
            <a:off x="381000" y="1857375"/>
            <a:ext cx="9239250" cy="457200"/>
          </a:xfrm>
          <a:prstGeom prst="rect">
            <a:avLst/>
          </a:prstGeom>
          <a:solidFill>
            <a:srgbClr val="C6E0B4"/>
          </a:solidFill>
          <a:ln w="0">
            <a:noFill/>
          </a:ln>
        </p:spPr>
        <p:txBody>
          <a:bodyPr lIns="1104900" tIns="104775" rIns="152400" bIns="7144"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A 원본 서비스 조합형</a:t>
            </a:r>
            <a:endParaRPr lang="ko-KR">
              <a:latin typeface="Calibri"/>
              <a:ea typeface="Calibri"/>
              <a:cs typeface="Calibri"/>
            </a:endParaRPr>
          </a:p>
        </p:txBody>
      </p:sp>
      <p:sp>
        <p:nvSpPr>
          <p:cNvPr id="340" name="v6-native-header-cell-53-1">
            <a:extLst>
              <a:ext uri="{FF2B5EF4-FFF2-40B4-BE49-F238E27FC236}">
                <ns2:creationId id="{3DA2435E-E4F3-4632-A6FD-FBD2FDBB4EAD}"/>
              </a:ext>
            </a:extLst>
          </p:cNvPr>
          <p:cNvSpPr>
            <a:spLocks noGrp="1"/>
          </p:cNvSpPr>
          <p:nvPr/>
        </p:nvSpPr>
        <p:spPr>
          <a:xfrm>
            <a:off x="9620250" y="1857375"/>
            <a:ext cx="8286750" cy="457200"/>
          </a:xfrm>
          <a:prstGeom prst="rect">
            <a:avLst/>
          </a:prstGeom>
          <a:solidFill>
            <a:srgbClr val="C6E0B4"/>
          </a:solidFill>
          <a:ln w="0">
            <a:noFill/>
          </a:ln>
        </p:spPr>
        <p:txBody>
          <a:bodyPr lIns="152400" tIns="104775" rIns="152400" bIns="7144"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B 공통 파생 기억 저장소형</a:t>
            </a:r>
            <a:endParaRPr lang="ko-KR">
              <a:latin typeface="Calibri"/>
              <a:ea typeface="Calibri"/>
              <a:cs typeface="Calibri"/>
            </a:endParaRPr>
          </a:p>
        </p:txBody>
      </p:sp>
    </p:spTree>
    <p:extLst>
      <p:ext uri="{BB962C8B-B14F-4D97-AF65-F5344CB8AC3E}">
        <p14:creationId val="582865921"/>
      </p:ext>
    </p:extLst>
  </p:cSld>
</p:sld>
</file>

<file path=ppt/slides/slide29.xml><?xml version="1.0" encoding="utf-8"?>
<p:sld xmlns:a="http://schemas.openxmlformats.org/drawingml/2006/main" xmlns:ns2="http://schemas.microsoft.com/office/drawing/2014/main" xmlns:p="http://schemas.openxmlformats.org/presentationml/2006/main" xmlns:p14="http://schemas.microsoft.com/office/powerpoint/2010/main">
  <p:cSld name="dp45-qa">
    <p:bg>
      <p:bgPr>
        <a:solidFill>
          <a:srgbClr val="FFFFFF"/>
        </a:solidFill>
      </p:bgPr>
    </p:bg>
    <p:spTree>
      <p:nvGrpSpPr>
        <p:cNvPr id="1" name=""/>
        <p:cNvGrpSpPr/>
        <p:nvPr/>
      </p:nvGrpSpPr>
      <p:grpSpPr>
        <a:xfrm/>
      </p:grpSpPr>
      <p:sp>
        <p:nvSpPr>
          <p:cNvPr id="4" name="dp45-v5-qa-detail / n4">
            <a:extLst>
              <a:ext uri="{FF2B5EF4-FFF2-40B4-BE49-F238E27FC236}">
                <ns2:creationId id="{504E38D1-4521-4772-A4F7-1C79C6ADBFCE}"/>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5-v5-qa-detail / n5">
            <a:extLst>
              <a:ext uri="{FF2B5EF4-FFF2-40B4-BE49-F238E27FC236}">
                <ns2:creationId id="{268F6133-23D3-4855-953E-AAEC50C60C02}"/>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5-v5-qa-detail / n6">
            <a:extLst>
              <a:ext uri="{FF2B5EF4-FFF2-40B4-BE49-F238E27FC236}">
                <ns2:creationId id="{FFE71DE6-AFDC-4E1D-8B58-67AC5893BC0B}"/>
              </a:ext>
            </a:extLst>
          </p:cNvPr>
          <p:cNvSpPr>
            <a:spLocks noGrp="1"/>
          </p:cNvSpPr>
          <p:nvPr/>
        </p:nvSpPr>
        <p:spPr>
          <a:xfrm>
            <a:off x="381000" y="2143125"/>
            <a:ext cx="17526000" cy="457200"/>
          </a:xfrm>
          <a:prstGeom prst="rect">
            <a:avLst/>
          </a:prstGeom>
          <a:solidFill>
            <a:srgbClr val="C6E0B4"/>
          </a:solidFill>
          <a:ln w="0">
            <a:noFill/>
          </a:ln>
        </p:spPr>
      </p:sp>
      <p:sp>
        <p:nvSpPr>
          <p:cNvPr id="11" name="dp45-v5-qa-detail / n11">
            <a:extLst>
              <a:ext uri="{FF2B5EF4-FFF2-40B4-BE49-F238E27FC236}">
                <ns2:creationId id="{98A824C9-1C2F-4E77-A1B5-AFA6291D70DA}"/>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5-v5-qa-detail / n12">
            <a:extLst>
              <a:ext uri="{FF2B5EF4-FFF2-40B4-BE49-F238E27FC236}">
                <ns2:creationId id="{48999604-87FD-4E60-8B16-A76DBC13A11B}"/>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5-v5-qa-detail / n13">
            <a:extLst>
              <a:ext uri="{FF2B5EF4-FFF2-40B4-BE49-F238E27FC236}">
                <ns2:creationId id="{E19F732B-2502-4383-AA69-3449C7077C9D}"/>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5-v5-qa-detail / n14">
            <a:extLst>
              <a:ext uri="{FF2B5EF4-FFF2-40B4-BE49-F238E27FC236}">
                <ns2:creationId id="{CF0F638C-9189-4804-BC0D-F17CB6F68598}"/>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5-v5-qa-detail / n15">
            <a:extLst>
              <a:ext uri="{FF2B5EF4-FFF2-40B4-BE49-F238E27FC236}">
                <ns2:creationId id="{434148F4-F244-464E-9F75-06F426FAA2DA}"/>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원문과 유효 cache의 조건 보존</a:t>
            </a:r>
            <a:endParaRPr lang="ko-KR">
              <a:solidFill>
                <a:srgbClr val="000000"/>
              </a:solidFill>
              <a:latin typeface="Calibri"/>
              <a:ea typeface="Calibri"/>
              <a:cs typeface="Calibri"/>
            </a:endParaRPr>
          </a:p>
        </p:txBody>
      </p:sp>
      <p:sp>
        <p:nvSpPr>
          <p:cNvPr id="16" name="dp45-v5-qa-detail / n16">
            <a:extLst>
              <a:ext uri="{FF2B5EF4-FFF2-40B4-BE49-F238E27FC236}">
                <ns2:creationId id="{90CEC71A-EE87-464D-A61C-145156839908}"/>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5-v5-qa-detail / n17">
            <a:extLst>
              <a:ext uri="{FF2B5EF4-FFF2-40B4-BE49-F238E27FC236}">
                <ns2:creationId id="{91475157-1DCC-40BF-B824-34AC31464488}"/>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게시 관계의 coverage와 예외 보존</a:t>
            </a:r>
            <a:endParaRPr lang="ko-KR">
              <a:solidFill>
                <a:srgbClr val="000000"/>
              </a:solidFill>
              <a:latin typeface="Calibri"/>
              <a:ea typeface="Calibri"/>
              <a:cs typeface="Calibri"/>
            </a:endParaRPr>
          </a:p>
        </p:txBody>
      </p:sp>
      <p:sp>
        <p:nvSpPr>
          <p:cNvPr id="18" name="dp45-v5-qa-detail / n18">
            <a:extLst>
              <a:ext uri="{FF2B5EF4-FFF2-40B4-BE49-F238E27FC236}">
                <ns2:creationId id="{671956FB-1BDF-40EB-B41A-C501CA8433D7}"/>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5-v5-qa-detail / n19">
            <a:extLst>
              <a:ext uri="{FF2B5EF4-FFF2-40B4-BE49-F238E27FC236}">
                <ns2:creationId id="{2FE5E03B-DC14-4328-B096-7C9153BF7B8D}"/>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5-v5-qa-detail / n20">
            <a:extLst>
              <a:ext uri="{FF2B5EF4-FFF2-40B4-BE49-F238E27FC236}">
                <ns2:creationId id="{B94B1E1A-D68D-4988-ACD7-0CC1B4D41D6E}"/>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5-v5-qa-detail / n21">
            <a:extLst>
              <a:ext uri="{FF2B5EF4-FFF2-40B4-BE49-F238E27FC236}">
                <ns2:creationId id="{E1D7C069-CFB3-4DF3-ADB9-28C6F0D25E78}"/>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5-v5-qa-detail / n22">
            <a:extLst>
              <a:ext uri="{FF2B5EF4-FFF2-40B4-BE49-F238E27FC236}">
                <ns2:creationId id="{18600F67-7283-4792-9256-AB4956573C0C}"/>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5-v5-qa-detail / n23">
            <a:extLst>
              <a:ext uri="{FF2B5EF4-FFF2-40B4-BE49-F238E27FC236}">
                <ns2:creationId id="{BA628A3B-EEF8-44A9-9794-4C95688AD80E}"/>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5-v5-qa-detail / n24">
            <a:extLst>
              <a:ext uri="{FF2B5EF4-FFF2-40B4-BE49-F238E27FC236}">
                <ns2:creationId id="{EDA27F65-D4A2-4475-A2FD-4E0DCE1614FA}"/>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5-v5-qa-detail / n25">
            <a:extLst>
              <a:ext uri="{FF2B5EF4-FFF2-40B4-BE49-F238E27FC236}">
                <ns2:creationId id="{F202AFAC-5DBD-4BE2-B3D7-47422ABECF17}"/>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최초 조합과 재사용 cache 대기</a:t>
            </a:r>
            <a:endParaRPr lang="ko-KR">
              <a:solidFill>
                <a:srgbClr val="000000"/>
              </a:solidFill>
              <a:latin typeface="Calibri"/>
              <a:ea typeface="Calibri"/>
              <a:cs typeface="Calibri"/>
            </a:endParaRPr>
          </a:p>
        </p:txBody>
      </p:sp>
      <p:sp>
        <p:nvSpPr>
          <p:cNvPr id="26" name="dp45-v5-qa-detail / n26">
            <a:extLst>
              <a:ext uri="{FF2B5EF4-FFF2-40B4-BE49-F238E27FC236}">
                <ns2:creationId id="{8CBE306E-7C0F-4343-8DD1-98C2B640F8F0}"/>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5-v5-qa-detail / n27">
            <a:extLst>
              <a:ext uri="{FF2B5EF4-FFF2-40B4-BE49-F238E27FC236}">
                <ns2:creationId id="{4231D2D2-680A-4A6C-AC18-683ECF8F9C86}"/>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준비된 조회와 미게시 backfill 대기</a:t>
            </a:r>
            <a:endParaRPr lang="ko-KR">
              <a:solidFill>
                <a:srgbClr val="000000"/>
              </a:solidFill>
              <a:latin typeface="Calibri"/>
              <a:ea typeface="Calibri"/>
              <a:cs typeface="Calibri"/>
            </a:endParaRPr>
          </a:p>
        </p:txBody>
      </p:sp>
      <p:sp>
        <p:nvSpPr>
          <p:cNvPr id="28" name="dp45-v5-qa-detail / n28">
            <a:extLst>
              <a:ext uri="{FF2B5EF4-FFF2-40B4-BE49-F238E27FC236}">
                <ns2:creationId id="{DBE50C95-6E9D-4065-9E1D-42A199B346E1}"/>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5-v5-qa-detail / n29">
            <a:extLst>
              <a:ext uri="{FF2B5EF4-FFF2-40B4-BE49-F238E27FC236}">
                <ns2:creationId id="{675B2FD7-FCB9-498F-A0DD-C2B8059D1E97}"/>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5-v5-qa-detail / n30">
            <a:extLst>
              <a:ext uri="{FF2B5EF4-FFF2-40B4-BE49-F238E27FC236}">
                <ns2:creationId id="{95F6F4F6-2695-47BB-A9DD-8EF805F8305F}"/>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5-v5-qa-detail / n31">
            <a:extLst>
              <a:ext uri="{FF2B5EF4-FFF2-40B4-BE49-F238E27FC236}">
                <ns2:creationId id="{69EB9411-F933-4157-8C26-5DF010FE0520}"/>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5-v5-qa-detail / n32">
            <a:extLst>
              <a:ext uri="{FF2B5EF4-FFF2-40B4-BE49-F238E27FC236}">
                <ns2:creationId id="{5C8860FB-3D49-434A-93C6-A76A85C3E041}"/>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5-v5-qa-detail / n33">
            <a:extLst>
              <a:ext uri="{FF2B5EF4-FFF2-40B4-BE49-F238E27FC236}">
                <ns2:creationId id="{3E556553-4E41-4064-B126-4DBCF8CA219C}"/>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5-v5-qa-detail / n34">
            <a:extLst>
              <a:ext uri="{FF2B5EF4-FFF2-40B4-BE49-F238E27FC236}">
                <ns2:creationId id="{D9990E9B-F55C-43E5-A09A-2A9771CC4768}"/>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5-v5-qa-detail / n35">
            <a:extLst>
              <a:ext uri="{FF2B5EF4-FFF2-40B4-BE49-F238E27FC236}">
                <ns2:creationId id="{B41A171C-E789-49D7-B78E-B241B45C26A9}"/>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첫 사용과 반복 및 갱신 후 조합</a:t>
            </a:r>
            <a:endParaRPr lang="ko-KR">
              <a:solidFill>
                <a:srgbClr val="000000"/>
              </a:solidFill>
              <a:latin typeface="Calibri"/>
              <a:ea typeface="Calibri"/>
              <a:cs typeface="Calibri"/>
            </a:endParaRPr>
          </a:p>
        </p:txBody>
      </p:sp>
      <p:sp>
        <p:nvSpPr>
          <p:cNvPr id="36" name="dp45-v5-qa-detail / n36">
            <a:extLst>
              <a:ext uri="{FF2B5EF4-FFF2-40B4-BE49-F238E27FC236}">
                <ns2:creationId id="{7BE4D20B-9AEB-4785-9F89-C75A08F99192}"/>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5-v5-qa-detail / n37">
            <a:extLst>
              <a:ext uri="{FF2B5EF4-FFF2-40B4-BE49-F238E27FC236}">
                <ns2:creationId id="{0812570A-1A9F-45C6-9DCE-E6DC8A479A82}"/>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조회와 원문검증 및 동기 backfill</a:t>
            </a:r>
            <a:endParaRPr lang="ko-KR">
              <a:solidFill>
                <a:srgbClr val="000000"/>
              </a:solidFill>
              <a:latin typeface="Calibri"/>
              <a:ea typeface="Calibri"/>
              <a:cs typeface="Calibri"/>
            </a:endParaRPr>
          </a:p>
        </p:txBody>
      </p:sp>
      <p:sp>
        <p:nvSpPr>
          <p:cNvPr id="38" name="dp45-v5-qa-detail / n38">
            <a:extLst>
              <a:ext uri="{FF2B5EF4-FFF2-40B4-BE49-F238E27FC236}">
                <ns2:creationId id="{0FF15096-E7B5-4E30-BD1B-35D20062DFF4}"/>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5-v5-qa-detail / n39">
            <a:extLst>
              <a:ext uri="{FF2B5EF4-FFF2-40B4-BE49-F238E27FC236}">
                <ns2:creationId id="{2E1DF362-43ED-4C92-9660-283C5FB513C9}"/>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5-v5-qa-detail / n40">
            <a:extLst>
              <a:ext uri="{FF2B5EF4-FFF2-40B4-BE49-F238E27FC236}">
                <ns2:creationId id="{BD66259C-54BD-4EC4-B8EA-9673CCE293FC}"/>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5-v5-qa-detail / n41">
            <a:extLst>
              <a:ext uri="{FF2B5EF4-FFF2-40B4-BE49-F238E27FC236}">
                <ns2:creationId id="{4FBB853D-F410-4B25-8098-903A054612D2}"/>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5-v5-qa-detail / n42">
            <a:extLst>
              <a:ext uri="{FF2B5EF4-FFF2-40B4-BE49-F238E27FC236}">
                <ns2:creationId id="{F3AB4997-C570-4ACC-9D64-44C65E9CA3D9}"/>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5-v5-qa-detail / n43">
            <a:extLst>
              <a:ext uri="{FF2B5EF4-FFF2-40B4-BE49-F238E27FC236}">
                <ns2:creationId id="{2A5A55FB-BF2D-4F35-A78F-379A9098D632}"/>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5-v5-qa-detail / n44">
            <a:extLst>
              <a:ext uri="{FF2B5EF4-FFF2-40B4-BE49-F238E27FC236}">
                <ns2:creationId id="{1ADD7378-C686-4EA3-9473-6226A2101CB6}"/>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5-v5-qa-detail / n45">
            <a:extLst>
              <a:ext uri="{FF2B5EF4-FFF2-40B4-BE49-F238E27FC236}">
                <ns2:creationId id="{B4135216-F0DB-4DEE-B0A1-0FB44D1CAB22}"/>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cache miss와 실제 추가 해석 청구</a:t>
            </a:r>
            <a:endParaRPr lang="ko-KR">
              <a:solidFill>
                <a:srgbClr val="000000"/>
              </a:solidFill>
              <a:latin typeface="Calibri"/>
              <a:ea typeface="Calibri"/>
              <a:cs typeface="Calibri"/>
            </a:endParaRPr>
          </a:p>
        </p:txBody>
      </p:sp>
      <p:sp>
        <p:nvSpPr>
          <p:cNvPr id="46" name="dp45-v5-qa-detail / n46">
            <a:extLst>
              <a:ext uri="{FF2B5EF4-FFF2-40B4-BE49-F238E27FC236}">
                <ns2:creationId id="{3ED990B5-6B52-42EC-AD61-16176E46C394}"/>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5-v5-qa-detail / n47">
            <a:extLst>
              <a:ext uri="{FF2B5EF4-FFF2-40B4-BE49-F238E27FC236}">
                <ns2:creationId id="{68C114D5-4CFC-4FBB-A04E-8A245094708F}"/>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초기와 미사용 갱신 및 철회 청구</a:t>
            </a:r>
            <a:endParaRPr lang="ko-KR">
              <a:solidFill>
                <a:srgbClr val="000000"/>
              </a:solidFill>
              <a:latin typeface="Calibri"/>
              <a:ea typeface="Calibri"/>
              <a:cs typeface="Calibri"/>
            </a:endParaRPr>
          </a:p>
        </p:txBody>
      </p:sp>
      <p:sp>
        <p:nvSpPr>
          <p:cNvPr id="48" name="dp45-v5-qa-detail / n48">
            <a:extLst>
              <a:ext uri="{FF2B5EF4-FFF2-40B4-BE49-F238E27FC236}">
                <ns2:creationId id="{6248393F-D5EE-45A2-8722-863CF0610330}"/>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5-v5-qa-detail / n49">
            <a:extLst>
              <a:ext uri="{FF2B5EF4-FFF2-40B4-BE49-F238E27FC236}">
                <ns2:creationId id="{53D45FFE-52C7-400A-B4F4-48E484697AE4}"/>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5-v5-qa-detail / n50">
            <a:extLst>
              <a:ext uri="{FF2B5EF4-FFF2-40B4-BE49-F238E27FC236}">
                <ns2:creationId id="{4F599DA5-4116-4643-83DF-C7542394E38A}"/>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5-v5-qa-detail / n51">
            <a:extLst>
              <a:ext uri="{FF2B5EF4-FFF2-40B4-BE49-F238E27FC236}">
                <ns2:creationId id="{8A7401D2-DBC4-45BE-AC46-D27450B64ADA}"/>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5-v5-qa-detail / n52">
            <a:extLst>
              <a:ext uri="{FF2B5EF4-FFF2-40B4-BE49-F238E27FC236}">
                <ns2:creationId id="{E0097861-FCBE-40E0-A11E-08A8AE6380C3}"/>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5-v5-qa-detail / n53">
            <a:extLst>
              <a:ext uri="{FF2B5EF4-FFF2-40B4-BE49-F238E27FC236}">
                <ns2:creationId id="{44F2434A-CDF9-4F5A-9238-C536DD4F64C8}"/>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5-v5-qa-detail / n54">
            <a:extLst>
              <a:ext uri="{FF2B5EF4-FFF2-40B4-BE49-F238E27FC236}">
                <ns2:creationId id="{198C99E2-BA04-48DC-A094-265AFBCE0F8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5-v5-qa-detail / n55">
            <a:extLst>
              <a:ext uri="{FF2B5EF4-FFF2-40B4-BE49-F238E27FC236}">
                <ns2:creationId id="{61DFD837-5357-4E76-8756-B20CD4F61548}"/>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조합과 cache의 철회 처리 수정</a:t>
            </a:r>
            <a:endParaRPr lang="ko-KR">
              <a:solidFill>
                <a:srgbClr val="000000"/>
              </a:solidFill>
              <a:latin typeface="Calibri"/>
              <a:ea typeface="Calibri"/>
              <a:cs typeface="Calibri"/>
            </a:endParaRPr>
          </a:p>
        </p:txBody>
      </p:sp>
      <p:sp>
        <p:nvSpPr>
          <p:cNvPr id="56" name="dp45-v5-qa-detail / n56">
            <a:extLst>
              <a:ext uri="{FF2B5EF4-FFF2-40B4-BE49-F238E27FC236}">
                <ns2:creationId id="{D9E936D8-2C28-45A9-AA66-30C8591E5973}"/>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5-v5-qa-detail / n57">
            <a:extLst>
              <a:ext uri="{FF2B5EF4-FFF2-40B4-BE49-F238E27FC236}">
                <ns2:creationId id="{13240DFA-FC44-48FD-8B77-E5E1E23D3846}"/>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생산자와 조회자의 철회 처리 수정</a:t>
            </a:r>
            <a:endParaRPr lang="ko-KR">
              <a:solidFill>
                <a:srgbClr val="000000"/>
              </a:solidFill>
              <a:latin typeface="Calibri"/>
              <a:ea typeface="Calibri"/>
              <a:cs typeface="Calibri"/>
            </a:endParaRPr>
          </a:p>
        </p:txBody>
      </p:sp>
      <p:sp>
        <p:nvSpPr>
          <p:cNvPr id="58" name="dp45-v5-qa-detail / n58">
            <a:extLst>
              <a:ext uri="{FF2B5EF4-FFF2-40B4-BE49-F238E27FC236}">
                <ns2:creationId id="{72458032-49A5-4A8C-A4A1-560CA20E2FB5}"/>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5-v5-qa-detail / n59">
            <a:extLst>
              <a:ext uri="{FF2B5EF4-FFF2-40B4-BE49-F238E27FC236}">
                <ns2:creationId id="{1408861D-E578-4F89-8621-2358D5789565}"/>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5-v5-qa-detail / n60">
            <a:extLst>
              <a:ext uri="{FF2B5EF4-FFF2-40B4-BE49-F238E27FC236}">
                <ns2:creationId id="{7E05F39B-2B81-4D4C-BAE3-70F695EB4D8D}"/>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5-v5-qa-detail / n61">
            <a:extLst>
              <a:ext uri="{FF2B5EF4-FFF2-40B4-BE49-F238E27FC236}">
                <ns2:creationId id="{AF7552ED-145B-4BBA-8463-5E3E96F85FD3}"/>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5-v5-qa-detail / n62">
            <a:extLst>
              <a:ext uri="{FF2B5EF4-FFF2-40B4-BE49-F238E27FC236}">
                <ns2:creationId id="{011571D5-D275-412B-91BD-D4BF3630B60B}"/>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5-v5-qa-detail / n63">
            <a:extLst>
              <a:ext uri="{FF2B5EF4-FFF2-40B4-BE49-F238E27FC236}">
                <ns2:creationId id="{3619282F-8C89-479C-B142-28CE95C64732}"/>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5-v5-qa-detail / n64">
            <a:extLst>
              <a:ext uri="{FF2B5EF4-FFF2-40B4-BE49-F238E27FC236}">
                <ns2:creationId id="{9071C37D-D5D8-45A1-9DE5-64447B6CFF1A}"/>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5-v5-qa-detail / n65">
            <a:extLst>
              <a:ext uri="{FF2B5EF4-FFF2-40B4-BE49-F238E27FC236}">
                <ns2:creationId id="{D24A73C9-7E19-48BA-9814-BCCEDBFFF75F}"/>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원문 Context와 선택 cache</a:t>
            </a:r>
            <a:endParaRPr lang="ko-KR">
              <a:solidFill>
                <a:srgbClr val="000000"/>
              </a:solidFill>
              <a:latin typeface="Calibri"/>
              <a:ea typeface="Calibri"/>
              <a:cs typeface="Calibri"/>
            </a:endParaRPr>
          </a:p>
        </p:txBody>
      </p:sp>
      <p:sp>
        <p:nvSpPr>
          <p:cNvPr id="66" name="dp45-v5-qa-detail / n66">
            <a:extLst>
              <a:ext uri="{FF2B5EF4-FFF2-40B4-BE49-F238E27FC236}">
                <ns2:creationId id="{8B5BDFAB-9F46-4FE7-9165-1E02F42F641D}"/>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1,920MiB (가정)</a:t>
            </a:r>
            <a:endParaRPr lang="ko-KR">
              <a:solidFill>
                <a:srgbClr val="000000"/>
              </a:solidFill>
              <a:latin typeface="Calibri"/>
              <a:ea typeface="Calibri"/>
              <a:cs typeface="Calibri"/>
            </a:endParaRPr>
          </a:p>
        </p:txBody>
      </p:sp>
      <p:sp>
        <p:nvSpPr>
          <p:cNvPr id="67" name="dp45-v5-qa-detail / n67">
            <a:extLst>
              <a:ext uri="{FF2B5EF4-FFF2-40B4-BE49-F238E27FC236}">
                <ns2:creationId id="{2AA0BE21-9BFB-4776-8933-14354D46EEB6}"/>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관계 index와 생산 상태 및 원문</a:t>
            </a:r>
            <a:endParaRPr lang="ko-KR">
              <a:solidFill>
                <a:srgbClr val="000000"/>
              </a:solidFill>
              <a:latin typeface="Calibri"/>
              <a:ea typeface="Calibri"/>
              <a:cs typeface="Calibri"/>
            </a:endParaRPr>
          </a:p>
        </p:txBody>
      </p:sp>
      <p:sp>
        <p:nvSpPr>
          <p:cNvPr id="68" name="dp45-v5-qa-detail / n68">
            <a:extLst>
              <a:ext uri="{FF2B5EF4-FFF2-40B4-BE49-F238E27FC236}">
                <ns2:creationId id="{3B4295E7-6CEE-4BB6-94A2-2890BC727DF2}"/>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5-v5-qa-detail / n69">
            <a:extLst>
              <a:ext uri="{FF2B5EF4-FFF2-40B4-BE49-F238E27FC236}">
                <ns2:creationId id="{622C00A9-D9E6-40D4-843E-4A32730DBDA2}"/>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5-v5-qa-detail / n70">
            <a:extLst>
              <a:ext uri="{FF2B5EF4-FFF2-40B4-BE49-F238E27FC236}">
                <ns2:creationId id="{4EFBF6F0-A57B-4C9E-87F3-2D6E2A80EBCE}"/>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5-v5-qa-detail / n71">
            <a:extLst>
              <a:ext uri="{FF2B5EF4-FFF2-40B4-BE49-F238E27FC236}">
                <ns2:creationId id="{8D7E5F5B-F35A-4F35-BD34-A6341807647F}"/>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5-v5-qa-detail / n72">
            <a:extLst>
              <a:ext uri="{FF2B5EF4-FFF2-40B4-BE49-F238E27FC236}">
                <ns2:creationId id="{1F4CE258-4504-426D-9A9C-29724C832C06}"/>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5-v5-qa-detail / n73">
            <a:extLst>
              <a:ext uri="{FF2B5EF4-FFF2-40B4-BE49-F238E27FC236}">
                <ns2:creationId id="{4E6BBC37-7531-483D-9E46-928038BB9780}"/>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5-v5-qa-detail / n74">
            <a:extLst>
              <a:ext uri="{FF2B5EF4-FFF2-40B4-BE49-F238E27FC236}">
                <ns2:creationId id="{4847B3DC-6409-4A9B-A6C5-5B96EDFEC352}"/>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과거 처리만 계산: A 3miss $0.00288, cache 1miss $0.00096 / B 4생산 $0.00608. 중복 청구는 제거한다.</a:t>
            </a:r>
            <a:endParaRPr lang="ko-KR">
              <a:solidFill>
                <a:srgbClr val="000000"/>
              </a:solidFill>
              <a:latin typeface="Calibri"/>
              <a:ea typeface="Calibri"/>
              <a:cs typeface="Calibri"/>
            </a:endParaRPr>
          </a:p>
        </p:txBody>
      </p:sp>
      <p:sp>
        <p:nvSpPr>
          <p:cNvPr id="75" name="dp45-v5-qa-detail / n75">
            <a:extLst>
              <a:ext uri="{FF2B5EF4-FFF2-40B4-BE49-F238E27FC236}">
                <ns2:creationId id="{CC5F4406-D349-4B9F-BB34-E17F817417EB}"/>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5-v5-qa-detail / n76">
            <a:extLst>
              <a:ext uri="{FF2B5EF4-FFF2-40B4-BE49-F238E27FC236}">
                <ns2:creationId id="{32893C1C-8885-4CB4-B8E6-68BE246A46CC}"/>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7B271326-63F4-4899-813E-825A466DA9D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품질 평가 상세</a:t>
            </a:r>
            <a:endParaRPr lang="ko-KR">
              <a:latin typeface="Calibri"/>
              <a:ea typeface="Calibri"/>
              <a:cs typeface="Calibri"/>
            </a:endParaRPr>
          </a:p>
        </p:txBody>
      </p:sp>
      <p:sp>
        <p:nvSpPr>
          <p:cNvPr id="78" name="v6-header-rule">
            <a:extLst>
              <a:ext uri="{FF2B5EF4-FFF2-40B4-BE49-F238E27FC236}">
                <ns2:creationId id="{D0D09E40-33A8-4B14-AE87-9EC6A741A1C3}"/>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FD829F7D-1937-4E93-BACB-F7F8B2493B74}"/>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C6E5E082-65E2-4AC2-A7AC-26E88BDDDCA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5D12BA86-E41F-4BCB-8D43-8136B1AB6954}"/>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8AD3DB58-FED4-4916-B686-A307699B032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7028267E-53DC-4566-A178-3CC6AE9A8BF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84" name="v6-header-page">
            <a:extLst>
              <a:ext uri="{FF2B5EF4-FFF2-40B4-BE49-F238E27FC236}">
                <ns2:creationId id="{45027859-EF3C-4554-9120-5CF2F6BA478A}"/>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54 / 63</a:t>
            </a:r>
            <a:endParaRPr lang="ko-KR">
              <a:latin typeface="Calibri"/>
              <a:ea typeface="Calibri"/>
              <a:cs typeface="Calibri"/>
            </a:endParaRPr>
          </a:p>
        </p:txBody>
      </p:sp>
      <p:sp>
        <p:nvSpPr>
          <p:cNvPr id="85" name="v6-native-header-cell-54-0">
            <a:extLst>
              <a:ext uri="{FF2B5EF4-FFF2-40B4-BE49-F238E27FC236}">
                <ns2:creationId id="{0A3DBC3E-204D-4C88-AE97-B80BCE04348F}"/>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54-1">
            <a:extLst>
              <a:ext uri="{FF2B5EF4-FFF2-40B4-BE49-F238E27FC236}">
                <ns2:creationId id="{0FAEB69A-708F-4D91-A9A4-29D13F92BBA6}"/>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Request별 원본 조합</a:t>
            </a:r>
            <a:endParaRPr lang="ko-KR">
              <a:latin typeface="Calibri"/>
              <a:ea typeface="Calibri"/>
              <a:cs typeface="Calibri"/>
            </a:endParaRPr>
          </a:p>
        </p:txBody>
      </p:sp>
      <p:sp>
        <p:nvSpPr>
          <p:cNvPr id="87" name="v6-native-header-cell-54-2">
            <a:extLst>
              <a:ext uri="{FF2B5EF4-FFF2-40B4-BE49-F238E27FC236}">
                <ns2:creationId id="{8599B372-605A-4343-9C65-5CF0A8FB6F66}"/>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공통 가공 정보 생산과 조회</a:t>
            </a:r>
            <a:endParaRPr lang="ko-KR">
              <a:latin typeface="Calibri"/>
              <a:ea typeface="Calibri"/>
              <a:cs typeface="Calibri"/>
            </a:endParaRPr>
          </a:p>
        </p:txBody>
      </p:sp>
      <p:sp>
        <p:nvSpPr>
          <p:cNvPr id="88" name="v6-native-header-cell-54-3">
            <a:extLst>
              <a:ext uri="{FF2B5EF4-FFF2-40B4-BE49-F238E27FC236}">
                <ns2:creationId id="{4239A4C6-A5BF-46D1-80BF-FA82997C2B2F}"/>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2078744682"/>
      </p:ext>
    </p:extLst>
  </p:cSld>
</p:sld>
</file>

<file path=ppt/slides/slide3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
    <p:bg>
      <p:bgPr>
        <a:solidFill>
          <a:srgbClr val="FFFFFF"/>
        </a:solidFill>
      </p:bgPr>
    </p:bg>
    <p:spTree>
      <p:nvGrpSpPr>
        <p:cNvPr id="1" name=""/>
        <p:cNvGrpSpPr/>
        <p:nvPr/>
      </p:nvGrpSpPr>
      <p:grpSpPr>
        <a:xfrm/>
      </p:grpSpPr>
      <p:sp>
        <p:nvSpPr>
          <p:cNvPr id="3"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보고서를 맡기고 → 음성 연결을 잠시 끊고 → 다시 돌아와 결론을 수정</a:t>
            </a:r>
            <a:endParaRPr lang="ko-KR">
              <a:solidFill>
                <a:srgbClr val="000000"/>
              </a:solidFill>
              <a:latin typeface="Calibri"/>
              <a:ea typeface="Calibri"/>
              <a:cs typeface="Calibri"/>
            </a:endParaRPr>
          </a:p>
        </p:txBody>
      </p:sp>
      <p:pic>
        <p:nvPicPr>
          <p:cNvPr id="41"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42"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43"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7"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작성 Request</a:t>
            </a:r>
            <a:endParaRPr lang="ko-KR">
              <a:solidFill>
                <a:srgbClr val="000000"/>
              </a:solidFill>
              <a:latin typeface="Calibri"/>
              <a:ea typeface="Calibri"/>
              <a:cs typeface="Calibri"/>
            </a:endParaRPr>
          </a:p>
        </p:txBody>
      </p:sp>
      <p:sp>
        <p:nvSpPr>
          <p:cNvPr id="8"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음성 연결을 잠시 종료</a:t>
            </a:r>
            <a:endParaRPr lang="ko-KR">
              <a:solidFill>
                <a:srgbClr val="000000"/>
              </a:solidFill>
              <a:latin typeface="Calibri"/>
              <a:ea typeface="Calibri"/>
              <a:cs typeface="Calibri"/>
            </a:endParaRPr>
          </a:p>
        </p:txBody>
      </p:sp>
      <p:sp>
        <p:nvSpPr>
          <p:cNvPr id="9"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완료된 보고서 수정 Request</a:t>
            </a:r>
            <a:endParaRPr lang="ko-KR">
              <a:solidFill>
                <a:srgbClr val="000000"/>
              </a:solidFill>
              <a:latin typeface="Calibri"/>
              <a:ea typeface="Calibri"/>
              <a:cs typeface="Calibri"/>
            </a:endParaRPr>
          </a:p>
        </p:txBody>
      </p:sp>
      <p:sp>
        <p:nvSpPr>
          <p:cNvPr id="10"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 자료로 보고서를 만들어줘.”</a:t>
            </a:r>
            <a:endParaRPr lang="ko-KR">
              <a:solidFill>
                <a:srgbClr val="000000"/>
              </a:solidFill>
              <a:latin typeface="Calibri"/>
              <a:ea typeface="Calibri"/>
              <a:cs typeface="Calibri"/>
            </a:endParaRPr>
          </a:p>
        </p:txBody>
      </p:sp>
      <p:sp>
        <p:nvSpPr>
          <p:cNvPr id="11"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Task는 계속 진행</a:t>
            </a:r>
            <a:endParaRPr lang="ko-KR">
              <a:solidFill>
                <a:srgbClr val="000000"/>
              </a:solidFill>
              <a:latin typeface="Calibri"/>
              <a:ea typeface="Calibri"/>
              <a:cs typeface="Calibri"/>
            </a:endParaRPr>
          </a:p>
        </p:txBody>
      </p:sp>
      <p:sp>
        <p:nvSpPr>
          <p:cNvPr id="12"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“결론 부분만 짧게 바꿔줘.”</a:t>
            </a:r>
            <a:endParaRPr lang="ko-KR">
              <a:solidFill>
                <a:srgbClr val="000000"/>
              </a:solidFill>
              <a:latin typeface="Calibri"/>
              <a:ea typeface="Calibri"/>
              <a:cs typeface="Calibri"/>
            </a:endParaRPr>
          </a:p>
        </p:txBody>
      </p:sp>
      <p:sp>
        <p:nvSpPr>
          <p:cNvPr id="13"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음성 연결</a:t>
            </a:r>
            <a:endParaRPr lang="ko-KR">
              <a:solidFill>
                <a:srgbClr val="000000"/>
              </a:solidFill>
              <a:latin typeface="Calibri"/>
              <a:ea typeface="Calibri"/>
              <a:cs typeface="Calibri"/>
            </a:endParaRPr>
          </a:p>
        </p:txBody>
      </p:sp>
      <p:sp>
        <p:nvSpPr>
          <p:cNvPr id="14"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5"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개별 Request 처리</a:t>
            </a:r>
            <a:endParaRPr lang="ko-KR">
              <a:solidFill>
                <a:srgbClr val="000000"/>
              </a:solidFill>
              <a:latin typeface="Calibri"/>
              <a:ea typeface="Calibri"/>
              <a:cs typeface="Calibri"/>
            </a:endParaRPr>
          </a:p>
        </p:txBody>
      </p:sp>
      <p:sp>
        <p:nvSpPr>
          <p:cNvPr id="16"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7"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보고서 Task 이력</a:t>
            </a:r>
            <a:endParaRPr lang="ko-KR">
              <a:solidFill>
                <a:srgbClr val="000000"/>
              </a:solidFill>
              <a:latin typeface="Calibri"/>
              <a:ea typeface="Calibri"/>
              <a:cs typeface="Calibri"/>
            </a:endParaRPr>
          </a:p>
        </p:txBody>
      </p:sp>
      <p:sp>
        <p:nvSpPr>
          <p:cNvPr id="18"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19"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Agent의 실제 실행</a:t>
            </a:r>
            <a:endParaRPr lang="ko-KR">
              <a:solidFill>
                <a:srgbClr val="000000"/>
              </a:solidFill>
              <a:latin typeface="Calibri"/>
              <a:ea typeface="Calibri"/>
              <a:cs typeface="Calibri"/>
            </a:endParaRPr>
          </a:p>
        </p:txBody>
      </p:sp>
      <p:sp>
        <p:nvSpPr>
          <p:cNvPr id="20"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1"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2"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3"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연결 없음</a:t>
            </a:r>
            <a:endParaRPr lang="ko-KR">
              <a:solidFill>
                <a:srgbClr val="000000"/>
              </a:solidFill>
              <a:latin typeface="Calibri"/>
              <a:ea typeface="Calibri"/>
              <a:cs typeface="Calibri"/>
            </a:endParaRPr>
          </a:p>
        </p:txBody>
      </p:sp>
      <p:sp>
        <p:nvSpPr>
          <p:cNvPr id="24"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5"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6"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위임 Request 처리</a:t>
            </a:r>
            <a:endParaRPr lang="ko-KR">
              <a:solidFill>
                <a:srgbClr val="000000"/>
              </a:solidFill>
              <a:latin typeface="Calibri"/>
              <a:ea typeface="Calibri"/>
              <a:cs typeface="Calibri"/>
            </a:endParaRPr>
          </a:p>
        </p:txBody>
      </p:sp>
      <p:sp>
        <p:nvSpPr>
          <p:cNvPr id="27"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수정 Request 처리</a:t>
            </a:r>
            <a:endParaRPr lang="ko-KR">
              <a:solidFill>
                <a:srgbClr val="000000"/>
              </a:solidFill>
              <a:latin typeface="Calibri"/>
              <a:ea typeface="Calibri"/>
              <a:cs typeface="Calibri"/>
            </a:endParaRPr>
          </a:p>
        </p:txBody>
      </p:sp>
      <p:sp>
        <p:nvSpPr>
          <p:cNvPr id="28"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29"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같은 보고서의 Task, 결과, 정정 이력을 유지</a:t>
            </a:r>
            <a:endParaRPr lang="ko-KR">
              <a:solidFill>
                <a:srgbClr val="000000"/>
              </a:solidFill>
              <a:latin typeface="Calibri"/>
              <a:ea typeface="Calibri"/>
              <a:cs typeface="Calibri"/>
            </a:endParaRPr>
          </a:p>
        </p:txBody>
      </p:sp>
      <p:sp>
        <p:nvSpPr>
          <p:cNvPr id="30"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1"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2"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작성 실행</a:t>
            </a:r>
            <a:endParaRPr lang="ko-KR">
              <a:solidFill>
                <a:srgbClr val="000000"/>
              </a:solidFill>
              <a:latin typeface="Calibri"/>
              <a:ea typeface="Calibri"/>
              <a:cs typeface="Calibri"/>
            </a:endParaRPr>
          </a:p>
        </p:txBody>
      </p:sp>
      <p:sp>
        <p:nvSpPr>
          <p:cNvPr id="33"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수정 실행</a:t>
            </a:r>
            <a:endParaRPr lang="ko-KR">
              <a:solidFill>
                <a:srgbClr val="000000"/>
              </a:solidFill>
              <a:latin typeface="Calibri"/>
              <a:ea typeface="Calibri"/>
              <a:cs typeface="Calibri"/>
            </a:endParaRPr>
          </a:p>
        </p:txBody>
      </p:sp>
      <p:sp>
        <p:nvSpPr>
          <p:cNvPr id="34"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다시 돌아와, 이미 맡긴 보고서의 결과를 확인하고 수정을 이어갑니다</a:t>
            </a:r>
            <a:endParaRPr lang="ko-KR">
              <a:solidFill>
                <a:srgbClr val="000000"/>
              </a:solidFill>
              <a:latin typeface="Calibri"/>
              <a:ea typeface="Calibri"/>
              <a:cs typeface="Calibri"/>
            </a:endParaRPr>
          </a:p>
        </p:txBody>
      </p:sp>
      <p:sp>
        <p:nvSpPr>
          <p:cNvPr id="35" name="dp42-background / challenge-divider">
            <a:extLst>
              <a:ext uri="{FF2B5EF4-FFF2-40B4-BE49-F238E27FC236}">
                <ns2:creationId id="{E295A05B-2760-4895-B257-600CE5EF53D7}"/>
              </a:ext>
            </a:extLst>
          </p:cNvPr>
          <p:cNvSpPr>
            <a:spLocks noGrp="1"/>
          </p:cNvSpPr>
          <p:nvPr/>
        </p:nvSpPr>
        <p:spPr>
          <a:xfrm>
            <a:off x="904875" y="9077325"/>
            <a:ext cx="16478250" cy="953"/>
          </a:xfrm>
          <a:custGeom>
            <a:pathLst>
              <a:path w="16478250" h="953">
                <a:moveTo>
                  <a:pt x="0" y="0"/>
                </a:moveTo>
                <a:lnTo>
                  <a:pt x="16478250" y="0"/>
                </a:lnTo>
              </a:path>
            </a:pathLst>
          </a:custGeom>
          <a:noFill/>
          <a:ln w="12383">
            <a:solidFill>
              <a:srgbClr val="CDD7DA"/>
            </a:solidFill>
            <a:prstDash val="solid"/>
          </a:ln>
        </p:spPr>
      </p:sp>
      <p:sp>
        <p:nvSpPr>
          <p:cNvPr id="36" name="dp42-background / design-challenge / 1">
            <a:extLst>
              <a:ext uri="{FF2B5EF4-FFF2-40B4-BE49-F238E27FC236}">
                <ns2:creationId id="{01316599-B2F3-48F8-B411-3A7BFC759EFF}"/>
              </a:ext>
            </a:extLst>
          </p:cNvPr>
          <p:cNvSpPr>
            <a:spLocks noGrp="1"/>
          </p:cNvSpPr>
          <p:nvPr/>
        </p:nvSpPr>
        <p:spPr>
          <a:xfrm>
            <a:off x="904875" y="928687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대화 연결과 Request 처리가 끝나도 Task의 진행 상태와 결과 기록을 유지하고,</a:t>
            </a:r>
            <a:endParaRPr lang="ko-KR">
              <a:solidFill>
                <a:srgbClr val="000000"/>
              </a:solidFill>
              <a:latin typeface="Calibri"/>
              <a:ea typeface="Calibri"/>
              <a:cs typeface="Calibri"/>
            </a:endParaRPr>
          </a:p>
        </p:txBody>
      </p:sp>
      <p:sp>
        <p:nvSpPr>
          <p:cNvPr id="37" name="dp42-background / design-challenge / 2">
            <a:extLst>
              <a:ext uri="{FF2B5EF4-FFF2-40B4-BE49-F238E27FC236}">
                <ns2:creationId id="{0D2213E5-A8E3-43CE-9870-9AEDDEF51C76}"/>
              </a:ext>
            </a:extLst>
          </p:cNvPr>
          <p:cNvSpPr>
            <a:spLocks noGrp="1"/>
          </p:cNvSpPr>
          <p:nvPr/>
        </p:nvSpPr>
        <p:spPr>
          <a:xfrm>
            <a:off x="904875" y="966787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서로 다른 수명을 가진 상태와 연결 관계를 일관되게 관리하는 구조</a:t>
            </a:r>
            <a:endParaRPr lang="ko-KR">
              <a:solidFill>
                <a:srgbClr val="000000"/>
              </a:solidFill>
              <a:latin typeface="Calibri"/>
              <a:ea typeface="Calibri"/>
              <a:cs typeface="Calibri"/>
            </a:endParaRPr>
          </a:p>
        </p:txBody>
      </p:sp>
      <p:sp>
        <p:nvSpPr>
          <p:cNvPr id="44" name="v6-header-title">
            <a:extLst>
              <a:ext uri="{FF2B5EF4-FFF2-40B4-BE49-F238E27FC236}">
                <ns2:creationId id="{06CF778A-8629-4F75-ADCA-7B7B2E57052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상태 수명 배경 (원본)</a:t>
            </a:r>
            <a:endParaRPr lang="ko-KR">
              <a:latin typeface="Calibri"/>
              <a:ea typeface="Calibri"/>
              <a:cs typeface="Calibri"/>
            </a:endParaRPr>
          </a:p>
        </p:txBody>
      </p:sp>
      <p:sp>
        <p:nvSpPr>
          <p:cNvPr id="45" name="v6-header-rule">
            <a:extLst>
              <a:ext uri="{FF2B5EF4-FFF2-40B4-BE49-F238E27FC236}">
                <ns2:creationId id="{5D16F026-9733-464F-A4CA-506F0BC9228B}"/>
              </a:ext>
            </a:extLst>
          </p:cNvPr>
          <p:cNvSpPr>
            <a:spLocks noGrp="1"/>
          </p:cNvSpPr>
          <p:nvPr/>
        </p:nvSpPr>
        <p:spPr>
          <a:xfrm>
            <a:off x="495300" y="990600"/>
            <a:ext cx="17335500" cy="0"/>
          </a:xfrm>
          <a:prstGeom prst="line">
            <a:avLst/>
          </a:prstGeom>
          <a:noFill/>
          <a:ln w="19050">
            <a:solidFill>
              <a:srgbClr val="A6A6A6"/>
            </a:solidFill>
          </a:ln>
        </p:spPr>
      </p:sp>
      <p:sp>
        <p:nvSpPr>
          <p:cNvPr id="46" name="v6-header-stage-0">
            <a:extLst>
              <a:ext uri="{FF2B5EF4-FFF2-40B4-BE49-F238E27FC236}">
                <ns2:creationId id="{624503E1-9575-4587-AEDF-BBB92FC166EA}"/>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7" name="v6-header-stage-1">
            <a:extLst>
              <a:ext uri="{FF2B5EF4-FFF2-40B4-BE49-F238E27FC236}">
                <ns2:creationId id="{DA7AA94F-2509-4110-94C6-215BE0728FF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8" name="v6-header-stage-2">
            <a:extLst>
              <a:ext uri="{FF2B5EF4-FFF2-40B4-BE49-F238E27FC236}">
                <ns2:creationId id="{FDD28D4B-45B7-4C0D-A0CA-1F48B4278CD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9" name="v6-header-stage-3">
            <a:extLst>
              <a:ext uri="{FF2B5EF4-FFF2-40B4-BE49-F238E27FC236}">
                <ns2:creationId id="{B850E67A-42BF-4BDF-BF79-9524E04DCB9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0" name="v6-header-stage-4">
            <a:extLst>
              <a:ext uri="{FF2B5EF4-FFF2-40B4-BE49-F238E27FC236}">
                <ns2:creationId id="{EBB0051B-1818-4330-A4A5-BDDDB058BD4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51" name="v6-header-page">
            <a:extLst>
              <a:ext uri="{FF2B5EF4-FFF2-40B4-BE49-F238E27FC236}">
                <ns2:creationId id="{34EEA39A-E3AA-469A-83A3-0C081852F66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55 / 63</a:t>
            </a:r>
            <a:endParaRPr lang="ko-KR">
              <a:latin typeface="Calibri"/>
              <a:ea typeface="Calibri"/>
              <a:cs typeface="Calibri"/>
            </a:endParaRPr>
          </a:p>
        </p:txBody>
      </p:sp>
    </p:spTree>
    <p:extLst>
      <p:ext uri="{BB962C8B-B14F-4D97-AF65-F5344CB8AC3E}">
        <p14:creationId val="2044630242"/>
      </p:ext>
    </p:extLst>
  </p:cSld>
</p:sld>
</file>

<file path=ppt/slides/slide31.xml><?xml version="1.0" encoding="utf-8"?>
<p:sld xmlns:a="http://schemas.openxmlformats.org/drawingml/2006/main" xmlns:ns2="http://schemas.microsoft.com/office/drawing/2014/main" xmlns:p="http://schemas.openxmlformats.org/presentationml/2006/main" xmlns:p14="http://schemas.microsoft.com/office/powerpoint/2010/main">
  <p:cSld name="dp42-comparison">
    <p:bg>
      <p:bgPr>
        <a:solidFill>
          <a:srgbClr val="FFFFFF"/>
        </a:solidFill>
      </p:bgPr>
    </p:bg>
    <p:spTree>
      <p:nvGrpSpPr>
        <p:cNvPr id="1" name=""/>
        <p:cNvGrpSpPr/>
        <p:nvPr/>
      </p:nvGrpSpPr>
      <p:grpSpPr>
        <a:xfrm/>
      </p:grpSpPr>
      <p:sp>
        <p:nvSpPr>
          <p:cNvPr id="294" name="dp42-comparison / n1">
            <a:extLst>
              <a:ext uri="{FF2B5EF4-FFF2-40B4-BE49-F238E27FC236}">
                <ns2:creationId id="{3E4FCF4B-90EB-4D52-9CDE-C617568DEA6A}"/>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2-comparison / n6 / text 1">
            <a:extLst>
              <a:ext uri="{FF2B5EF4-FFF2-40B4-BE49-F238E27FC236}">
                <ns2:creationId id="{4342C25F-36CA-4DEF-8BC9-334F46D419E9}"/>
              </a:ext>
            </a:extLst>
          </p:cNvPr>
          <p:cNvSpPr>
            <a:spLocks noGrp="1"/>
          </p:cNvSpPr>
          <p:nvPr/>
        </p:nvSpPr>
        <p:spPr>
          <a:xfrm>
            <a:off x="381000" y="1333500"/>
            <a:ext cx="17526000" cy="303848"/>
          </a:xfrm>
          <a:prstGeom prst="rect">
            <a:avLst/>
          </a:prstGeom>
          <a:noFill/>
          <a:ln w="0">
            <a:noFill/>
            <a:prstDash val="solid"/>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보고서 기간 질문을 실제 제시 → “응, 상반기로 해줘” → 내부 접수 / 외부 전달 확인</a:t>
            </a:r>
            <a:endParaRPr lang="ko-KR">
              <a:solidFill>
                <a:srgbClr val="000000"/>
              </a:solidFill>
              <a:latin typeface="Calibri"/>
              <a:ea typeface="Calibri"/>
              <a:cs typeface="Calibri"/>
            </a:endParaRPr>
          </a:p>
        </p:txBody>
      </p:sp>
      <p:sp>
        <p:nvSpPr>
          <p:cNvPr id="7" name="dp42-comparison / n7 / text 1">
            <a:extLst>
              <a:ext uri="{FF2B5EF4-FFF2-40B4-BE49-F238E27FC236}">
                <ns2:creationId id="{979DB739-58E7-47BD-B95D-67A3DBEEBB4C}"/>
              </a:ext>
            </a:extLst>
          </p:cNvPr>
          <p:cNvSpPr>
            <a:spLocks noGrp="1"/>
          </p:cNvSpPr>
          <p:nvPr/>
        </p:nvSpPr>
        <p:spPr>
          <a:xfrm>
            <a:off x="381000" y="1628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별도 Conversation / Request / Task / Execution 수명 / 로컬 VAD와 지속 입력 / 클라우드 모델 / 같은 의미 판단</a:t>
            </a:r>
            <a:endParaRPr lang="ko-KR">
              <a:solidFill>
                <a:srgbClr val="000000"/>
              </a:solidFill>
              <a:latin typeface="Calibri"/>
              <a:ea typeface="Calibri"/>
              <a:cs typeface="Calibri"/>
            </a:endParaRPr>
          </a:p>
        </p:txBody>
      </p:sp>
      <p:sp>
        <p:nvSpPr>
          <p:cNvPr id="8" name="dp42-comparison / n8">
            <a:extLst>
              <a:ext uri="{FF2B5EF4-FFF2-40B4-BE49-F238E27FC236}">
                <ns2:creationId id="{7F01871B-D2DF-4DE8-ADBC-334BA042F66C}"/>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1" name="dp42-comparison / n11 / path">
            <a:extLst>
              <a:ext uri="{FF2B5EF4-FFF2-40B4-BE49-F238E27FC236}">
                <ns2:creationId id="{ECFB07C1-87C5-45EE-A43C-660BBC2C82E6}"/>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2-comparison / n12 / path">
            <a:extLst>
              <a:ext uri="{FF2B5EF4-FFF2-40B4-BE49-F238E27FC236}">
                <ns2:creationId id="{A5987A08-E1C2-467E-A791-43603A1C1D58}"/>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2-comparison / n13 / text 1">
            <a:extLst>
              <a:ext uri="{FF2B5EF4-FFF2-40B4-BE49-F238E27FC236}">
                <ns2:creationId id="{7BC290B2-3A07-458F-A53A-24A6E36A7E19}"/>
              </a:ext>
            </a:extLst>
          </p:cNvPr>
          <p:cNvSpPr>
            <a:spLocks noGrp="1"/>
          </p:cNvSpPr>
          <p:nvPr/>
        </p:nvSpPr>
        <p:spPr>
          <a:xfrm>
            <a:off x="400050" y="7724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의미 제안은 Request Interpreter, 채택은 Request Controller / 실제 전달 원장은 Response Manager / 모델 / 외부 통신은 transaction 밖</a:t>
            </a:r>
            <a:endParaRPr lang="ko-KR">
              <a:solidFill>
                <a:srgbClr val="000000"/>
              </a:solidFill>
              <a:latin typeface="Calibri"/>
              <a:ea typeface="Calibri"/>
              <a:cs typeface="Calibri"/>
            </a:endParaRPr>
          </a:p>
        </p:txBody>
      </p:sp>
      <p:sp>
        <p:nvSpPr>
          <p:cNvPr id="14" name="dp42-comparison / n14 / text 1">
            <a:extLst>
              <a:ext uri="{FF2B5EF4-FFF2-40B4-BE49-F238E27FC236}">
                <ns2:creationId id="{37CFA3E7-997B-491A-B8D8-908C4E601F44}"/>
              </a:ext>
            </a:extLst>
          </p:cNvPr>
          <p:cNvSpPr>
            <a:spLocks noGrp="1"/>
          </p:cNvSpPr>
          <p:nvPr/>
        </p:nvSpPr>
        <p:spPr>
          <a:xfrm>
            <a:off x="400050" y="800100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B: hold 요청 시각과 업무 gate 적용 ACK 시각은 다름 / ACK 전 DISPATCHING은 UNKNOWN / 외부 확인으로 처리</a:t>
            </a:r>
            <a:endParaRPr lang="ko-KR">
              <a:solidFill>
                <a:srgbClr val="000000"/>
              </a:solidFill>
              <a:latin typeface="Calibri"/>
              <a:ea typeface="Calibri"/>
              <a:cs typeface="Calibri"/>
            </a:endParaRPr>
          </a:p>
        </p:txBody>
      </p:sp>
      <p:sp>
        <p:nvSpPr>
          <p:cNvPr id="295" name="dp42-v5-summary / n1">
            <a:extLst>
              <a:ext uri="{FF2B5EF4-FFF2-40B4-BE49-F238E27FC236}">
                <ns2:creationId id="{BBB7754B-3A03-4875-AA18-962992E5FFEC}"/>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296" name="dp42-v5-summary / n2">
            <a:extLst>
              <a:ext uri="{FF2B5EF4-FFF2-40B4-BE49-F238E27FC236}">
                <ns2:creationId id="{A98EB82A-EAC2-40DA-8D80-EDF017078C94}"/>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297" name="dp42-v5-summary / n3">
            <a:extLst>
              <a:ext uri="{FF2B5EF4-FFF2-40B4-BE49-F238E27FC236}">
                <ns2:creationId id="{AC8DB5A1-4235-4B33-9CFD-A10C5F77CE36}"/>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[의미와 접수 및 현재성 검사]</a:t>
            </a:r>
            <a:endParaRPr lang="ko-KR">
              <a:solidFill>
                <a:srgbClr val="000000"/>
              </a:solidFill>
              <a:latin typeface="Calibri"/>
              <a:ea typeface="Calibri"/>
              <a:cs typeface="Calibri"/>
            </a:endParaRPr>
          </a:p>
        </p:txBody>
      </p:sp>
      <p:sp>
        <p:nvSpPr>
          <p:cNvPr id="298" name="dp42-v5-summary / n4">
            <a:extLst>
              <a:ext uri="{FF2B5EF4-FFF2-40B4-BE49-F238E27FC236}">
                <ns2:creationId id="{A69367C5-5C12-453D-BCF4-867E178EC317}"/>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[동일 검사와 receipt의 올바른 반영]</a:t>
            </a:r>
            <a:endParaRPr lang="ko-KR">
              <a:solidFill>
                <a:srgbClr val="000000"/>
              </a:solidFill>
              <a:latin typeface="Calibri"/>
              <a:ea typeface="Calibri"/>
              <a:cs typeface="Calibri"/>
            </a:endParaRPr>
          </a:p>
        </p:txBody>
      </p:sp>
      <p:sp>
        <p:nvSpPr>
          <p:cNvPr id="299" name="dp42-v5-summary / n5">
            <a:extLst>
              <a:ext uri="{FF2B5EF4-FFF2-40B4-BE49-F238E27FC236}">
                <ns2:creationId id="{11FD21C5-1F60-4B2F-8603-BDCE6D709AEA}"/>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300" name="dp42-v5-summary / n6">
            <a:extLst>
              <a:ext uri="{FF2B5EF4-FFF2-40B4-BE49-F238E27FC236}">
                <ns2:creationId id="{C29B0B20-446D-4FFC-8CA5-5BF055A72A6C}"/>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301" name="dp42-v5-summary / n7">
            <a:extLst>
              <a:ext uri="{FF2B5EF4-FFF2-40B4-BE49-F238E27FC236}">
                <ns2:creationId id="{9FEE09A3-ECAF-4A71-BEA0-F58BEB34BC90}"/>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[공동 commit과 대화 반영 대기]</a:t>
            </a:r>
            <a:endParaRPr lang="ko-KR">
              <a:solidFill>
                <a:srgbClr val="000000"/>
              </a:solidFill>
              <a:latin typeface="Calibri"/>
              <a:ea typeface="Calibri"/>
              <a:cs typeface="Calibri"/>
            </a:endParaRPr>
          </a:p>
        </p:txBody>
      </p:sp>
      <p:sp>
        <p:nvSpPr>
          <p:cNvPr id="302" name="dp42-v5-summary / n8">
            <a:extLst>
              <a:ext uri="{FF2B5EF4-FFF2-40B4-BE49-F238E27FC236}">
                <ns2:creationId id="{87D80DA0-265C-4C7A-A585-1BD9050536C3}"/>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[독립 접수와 receipt 반영 대기]</a:t>
            </a:r>
            <a:endParaRPr lang="ko-KR">
              <a:solidFill>
                <a:srgbClr val="000000"/>
              </a:solidFill>
              <a:latin typeface="Calibri"/>
              <a:ea typeface="Calibri"/>
              <a:cs typeface="Calibri"/>
            </a:endParaRPr>
          </a:p>
        </p:txBody>
      </p:sp>
      <p:sp>
        <p:nvSpPr>
          <p:cNvPr id="303" name="dp42-v5-summary / n9">
            <a:extLst>
              <a:ext uri="{FF2B5EF4-FFF2-40B4-BE49-F238E27FC236}">
                <ns2:creationId id="{02746A80-895B-4A31-AA1E-170BEEFCCD1B}"/>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304" name="dp42-v5-summary / n10">
            <a:extLst>
              <a:ext uri="{FF2B5EF4-FFF2-40B4-BE49-F238E27FC236}">
                <ns2:creationId id="{CC01BB89-1306-4B6A-9620-BE5B7101AFFB}"/>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305" name="dp42-v5-summary / n11">
            <a:extLst>
              <a:ext uri="{FF2B5EF4-FFF2-40B4-BE49-F238E27FC236}">
                <ns2:creationId id="{14660595-DF67-4D15-9CC5-0C71CA9777AA}"/>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[관련 상태의 공동 확정 경로]</a:t>
            </a:r>
            <a:endParaRPr lang="ko-KR">
              <a:solidFill>
                <a:srgbClr val="000000"/>
              </a:solidFill>
              <a:latin typeface="Calibri"/>
              <a:ea typeface="Calibri"/>
              <a:cs typeface="Calibri"/>
            </a:endParaRPr>
          </a:p>
        </p:txBody>
      </p:sp>
      <p:sp>
        <p:nvSpPr>
          <p:cNvPr id="306" name="dp42-v5-summary / n12">
            <a:extLst>
              <a:ext uri="{FF2B5EF4-FFF2-40B4-BE49-F238E27FC236}">
                <ns2:creationId id="{F12BF402-3739-45A2-A328-DA422D4C8141}"/>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[인계와 reconciliation의 전체 경로]</a:t>
            </a:r>
            <a:endParaRPr lang="ko-KR">
              <a:solidFill>
                <a:srgbClr val="000000"/>
              </a:solidFill>
              <a:latin typeface="Calibri"/>
              <a:ea typeface="Calibri"/>
              <a:cs typeface="Calibri"/>
            </a:endParaRPr>
          </a:p>
        </p:txBody>
      </p:sp>
      <p:sp>
        <p:nvSpPr>
          <p:cNvPr id="307" name="dp42-v5-summary / n13">
            <a:extLst>
              <a:ext uri="{FF2B5EF4-FFF2-40B4-BE49-F238E27FC236}">
                <ns2:creationId id="{3BDBA399-9060-4B28-A89A-5ED5C4CA795D}"/>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308" name="dp42-v5-summary / n14">
            <a:extLst>
              <a:ext uri="{FF2B5EF4-FFF2-40B4-BE49-F238E27FC236}">
                <ns2:creationId id="{34C29C02-63AE-4E05-84C2-5A22B0595056}"/>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309" name="dp42-v5-summary / n15">
            <a:extLst>
              <a:ext uri="{FF2B5EF4-FFF2-40B4-BE49-F238E27FC236}">
                <ns2:creationId id="{CA83F3F7-587D-49C4-8530-1D4D8668FC85}"/>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[코드 저장 외 실제 모델 청구]</a:t>
            </a:r>
            <a:endParaRPr lang="ko-KR">
              <a:solidFill>
                <a:srgbClr val="000000"/>
              </a:solidFill>
              <a:latin typeface="Calibri"/>
              <a:ea typeface="Calibri"/>
              <a:cs typeface="Calibri"/>
            </a:endParaRPr>
          </a:p>
        </p:txBody>
      </p:sp>
      <p:sp>
        <p:nvSpPr>
          <p:cNvPr id="310" name="dp42-v5-summary / n16">
            <a:extLst>
              <a:ext uri="{FF2B5EF4-FFF2-40B4-BE49-F238E27FC236}">
                <ns2:creationId id="{6A6B042C-2191-416B-A1F7-A5F794832EA7}"/>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[IPC 외 실제 모델 청구]</a:t>
            </a:r>
            <a:endParaRPr lang="ko-KR">
              <a:solidFill>
                <a:srgbClr val="000000"/>
              </a:solidFill>
              <a:latin typeface="Calibri"/>
              <a:ea typeface="Calibri"/>
              <a:cs typeface="Calibri"/>
            </a:endParaRPr>
          </a:p>
        </p:txBody>
      </p:sp>
      <p:sp>
        <p:nvSpPr>
          <p:cNvPr id="311" name="dp42-v5-summary / n17">
            <a:extLst>
              <a:ext uri="{FF2B5EF4-FFF2-40B4-BE49-F238E27FC236}">
                <ns2:creationId id="{F9653F1A-07BE-4B88-BF86-57A0BC2DE4EF}"/>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312" name="dp42-v5-summary / n18">
            <a:extLst>
              <a:ext uri="{FF2B5EF4-FFF2-40B4-BE49-F238E27FC236}">
                <ns2:creationId id="{64371A0C-93EB-481C-BDA2-BFD1CE325ECB}"/>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313" name="dp42-v5-summary / n19">
            <a:extLst>
              <a:ext uri="{FF2B5EF4-FFF2-40B4-BE49-F238E27FC236}">
                <ns2:creationId id="{16C61A28-CD0D-4F15-9BAB-C1096EF453D7}"/>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[공동 상태 계약의 실제 수정]</a:t>
            </a:r>
            <a:endParaRPr lang="ko-KR">
              <a:solidFill>
                <a:srgbClr val="000000"/>
              </a:solidFill>
              <a:latin typeface="Calibri"/>
              <a:ea typeface="Calibri"/>
              <a:cs typeface="Calibri"/>
            </a:endParaRPr>
          </a:p>
        </p:txBody>
      </p:sp>
      <p:sp>
        <p:nvSpPr>
          <p:cNvPr id="314" name="dp42-v5-summary / n20">
            <a:extLst>
              <a:ext uri="{FF2B5EF4-FFF2-40B4-BE49-F238E27FC236}">
                <ns2:creationId id="{0C6F7E2E-07B0-42C7-BF74-26B88B4BDB27}"/>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[독립 인계 계약의 실제 수정]</a:t>
            </a:r>
            <a:endParaRPr lang="ko-KR">
              <a:solidFill>
                <a:srgbClr val="000000"/>
              </a:solidFill>
              <a:latin typeface="Calibri"/>
              <a:ea typeface="Calibri"/>
              <a:cs typeface="Calibri"/>
            </a:endParaRPr>
          </a:p>
        </p:txBody>
      </p:sp>
      <p:sp>
        <p:nvSpPr>
          <p:cNvPr id="315" name="dp42-v5-summary / n21">
            <a:extLst>
              <a:ext uri="{FF2B5EF4-FFF2-40B4-BE49-F238E27FC236}">
                <ns2:creationId id="{99A2785B-B640-4165-A554-F2CA84C88B54}"/>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316" name="dp42-v5-summary / n22">
            <a:extLst>
              <a:ext uri="{FF2B5EF4-FFF2-40B4-BE49-F238E27FC236}">
                <ns2:creationId id="{EAFB6D55-0D87-46F2-8955-AD793DE0D412}"/>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317" name="dp42-v5-summary / n23">
            <a:extLst>
              <a:ext uri="{FF2B5EF4-FFF2-40B4-BE49-F238E27FC236}">
                <ns2:creationId id="{1C3646B8-938B-4A5D-918C-E9260953C3AD}"/>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1,792MiB  [통합 실행체의 상태와 대기열]</a:t>
            </a:r>
            <a:endParaRPr lang="ko-KR">
              <a:solidFill>
                <a:srgbClr val="000000"/>
              </a:solidFill>
              <a:latin typeface="Calibri"/>
              <a:ea typeface="Calibri"/>
              <a:cs typeface="Calibri"/>
            </a:endParaRPr>
          </a:p>
        </p:txBody>
      </p:sp>
      <p:sp>
        <p:nvSpPr>
          <p:cNvPr id="318" name="dp42-v5-summary / n24">
            <a:extLst>
              <a:ext uri="{FF2B5EF4-FFF2-40B4-BE49-F238E27FC236}">
                <ns2:creationId id="{2FD0F2FD-0ED4-4109-9805-83627B86BAFB}"/>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2,080MiB  [추가 process와 receipt 상태]</a:t>
            </a:r>
            <a:endParaRPr lang="ko-KR">
              <a:solidFill>
                <a:srgbClr val="000000"/>
              </a:solidFill>
              <a:latin typeface="Calibri"/>
              <a:ea typeface="Calibri"/>
              <a:cs typeface="Calibri"/>
            </a:endParaRPr>
          </a:p>
        </p:txBody>
      </p:sp>
      <p:sp>
        <p:nvSpPr>
          <p:cNvPr id="319" name="dp42-v5-summary / n25">
            <a:extLst>
              <a:ext uri="{FF2B5EF4-FFF2-40B4-BE49-F238E27FC236}">
                <ns2:creationId id="{D251C843-FE50-49F8-870E-E2590AD3F181}"/>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P21 비용 예산 소계 $0.35184, 잔여 $0.14816. 후보별 전체 청구와 목표 판정은 평가 전.</a:t>
            </a:r>
            <a:endParaRPr lang="ko-KR">
              <a:solidFill>
                <a:srgbClr val="000000"/>
              </a:solidFill>
              <a:latin typeface="Calibri"/>
              <a:ea typeface="Calibri"/>
              <a:cs typeface="Calibri"/>
            </a:endParaRPr>
          </a:p>
        </p:txBody>
      </p:sp>
      <p:sp>
        <p:nvSpPr>
          <p:cNvPr id="320" name="dp42-v5-summary / n26">
            <a:extLst>
              <a:ext uri="{FF2B5EF4-FFF2-40B4-BE49-F238E27FC236}">
                <ns2:creationId id="{9C7CAE37-D153-417C-9BE9-7EA721D0BA5B}"/>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41" name="dp42-comparison / legend_continuation_0">
            <a:extLst>
              <a:ext uri="{FF2B5EF4-FFF2-40B4-BE49-F238E27FC236}">
                <ns2:creationId id="{9071856A-91DF-4652-AFFA-86640B40A089}"/>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txBody>
          <a:bodyPr wrap="none" lIns="19050" tIns="72009" rIns="19050" bIns="392134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43" name="dp42-comparison / legend_continuation_2">
            <a:extLst>
              <a:ext uri="{FF2B5EF4-FFF2-40B4-BE49-F238E27FC236}">
                <ns2:creationId id="{4B50463D-1746-4D9C-8397-7DF921882358}"/>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45" name="dp42-comparison / legend_continuation_4 / text 1">
            <a:extLst>
              <a:ext uri="{FF2B5EF4-FFF2-40B4-BE49-F238E27FC236}">
                <ns2:creationId id="{04B91AE5-F7AF-48AB-B6E5-A1546518BC4F}"/>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46" name="dp42-comparison / legend_continuation_5">
            <a:extLst>
              <a:ext uri="{FF2B5EF4-FFF2-40B4-BE49-F238E27FC236}">
                <ns2:creationId id="{E1DC794E-F1AB-4F0A-A678-94922657E40C}"/>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8" name="dp42-comparison / legend_continuation_7 / text 1">
            <a:extLst>
              <a:ext uri="{FF2B5EF4-FFF2-40B4-BE49-F238E27FC236}">
                <ns2:creationId id="{3EC9F628-A8FF-4C6C-90B4-08E0C4558ECA}"/>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9" name="dp42-comparison / legend_continuation_8">
            <a:extLst>
              <a:ext uri="{FF2B5EF4-FFF2-40B4-BE49-F238E27FC236}">
                <ns2:creationId id="{AEE016F7-0432-4A31-B30F-B56B9DE1FEE7}"/>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txBody>
          <a:bodyPr wrap="none" lIns="19050" tIns="56007" rIns="19050" bIns="2190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50" name="dp42-comparison / legend_continuation_8 / fold">
            <a:extLst>
              <a:ext uri="{FF2B5EF4-FFF2-40B4-BE49-F238E27FC236}">
                <ns2:creationId id="{984DB165-6D31-4DD4-B055-BB28A3F04881}"/>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2" name="dp42-comparison / legend_continuation_10 / text 1">
            <a:extLst>
              <a:ext uri="{FF2B5EF4-FFF2-40B4-BE49-F238E27FC236}">
                <ns2:creationId id="{2D6C36CC-8A5D-42CA-A223-55B3C6BCD4AB}"/>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53" name="dp42-comparison / legend_continuation_11">
            <a:extLst>
              <a:ext uri="{FF2B5EF4-FFF2-40B4-BE49-F238E27FC236}">
                <ns2:creationId id="{3F750774-DA40-4330-9468-CA28E5A53439}"/>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55" name="dp42-comparison / legend_continuation_13 / text 1">
            <a:extLst>
              <a:ext uri="{FF2B5EF4-FFF2-40B4-BE49-F238E27FC236}">
                <ns2:creationId id="{6EB93D5E-261A-4169-B04D-477B6F66EF56}"/>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56" name="dp42-comparison / legend_continuation_14">
            <a:extLst>
              <a:ext uri="{FF2B5EF4-FFF2-40B4-BE49-F238E27FC236}">
                <ns2:creationId id="{1AD11029-0485-46DF-9D55-7A6098B7C7A4}"/>
              </a:ext>
            </a:extLst>
          </p:cNvPr>
          <p:cNvSpPr>
            <a:spLocks noGrp="1"/>
          </p:cNvSpPr>
          <p:nvPr/>
        </p:nvSpPr>
        <p:spPr>
          <a:xfrm>
            <a:off x="504825" y="5433822"/>
            <a:ext cx="704850" cy="216027"/>
          </a:xfrm>
          <a:prstGeom prst="roundRect">
            <a:avLst>
              <a:gd name="adj" fmla="val 35273"/>
            </a:avLst>
          </a:prstGeom>
          <a:solidFill>
            <a:srgbClr val="FFF6DE"/>
          </a:solidFill>
          <a:ln w="9525">
            <a:solidFill>
              <a:srgbClr val="B8753F"/>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8" name="dp42-comparison / legend_continuation_16 / text 1">
            <a:extLst>
              <a:ext uri="{FF2B5EF4-FFF2-40B4-BE49-F238E27FC236}">
                <ns2:creationId id="{E442694E-DA5B-4D87-BFF6-554D395E016B}"/>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9" name="dp42-comparison / legend_continuation_17">
            <a:extLst>
              <a:ext uri="{FF2B5EF4-FFF2-40B4-BE49-F238E27FC236}">
                <ns2:creationId id="{EEECB04D-A385-4CBF-8C34-D41B637C3BE1}"/>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2-comparison / legend_continuation_18 / text 1">
            <a:extLst>
              <a:ext uri="{FF2B5EF4-FFF2-40B4-BE49-F238E27FC236}">
                <ns2:creationId id="{1A69617A-4CC8-4226-AD36-F92C9F3B327F}"/>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61" name="dp42-comparison / legend_continuation_19 / text 1">
            <a:extLst>
              <a:ext uri="{FF2B5EF4-FFF2-40B4-BE49-F238E27FC236}">
                <ns2:creationId id="{B1E069DF-531F-479B-9920-57D8842A7780}"/>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62" name="dp42-comparison / legend_continuation_20 / path">
            <a:extLst>
              <a:ext uri="{FF2B5EF4-FFF2-40B4-BE49-F238E27FC236}">
                <ns2:creationId id="{30712748-AFB9-46A1-ACEB-EB3A37BEFE26}"/>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2-comparison / legend_continuation_20 / arrow">
            <a:extLst>
              <a:ext uri="{FF2B5EF4-FFF2-40B4-BE49-F238E27FC236}">
                <ns2:creationId id="{F18A34CE-7BA1-4AB4-AC08-F0EF51C5AE14}"/>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2-comparison / legend_continuation_21 / text 1">
            <a:extLst>
              <a:ext uri="{FF2B5EF4-FFF2-40B4-BE49-F238E27FC236}">
                <ns2:creationId id="{DFA8DEF3-F858-4EE8-AD0D-4919EA0AAEDF}"/>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65" name="dp42-comparison / legend_continuation_22 / path">
            <a:extLst>
              <a:ext uri="{FF2B5EF4-FFF2-40B4-BE49-F238E27FC236}">
                <ns2:creationId id="{1A917C4B-76C7-47FC-AE98-D15594FB3D59}"/>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2-comparison / legend_continuation_22 / arrow">
            <a:extLst>
              <a:ext uri="{FF2B5EF4-FFF2-40B4-BE49-F238E27FC236}">
                <ns2:creationId id="{63167A26-EA30-488C-B0DB-98643AA32B99}"/>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2-comparison / legend_continuation_23 / text 1">
            <a:extLst>
              <a:ext uri="{FF2B5EF4-FFF2-40B4-BE49-F238E27FC236}">
                <ns2:creationId id="{9836846A-62A5-4282-A4A8-59FE139F866C}"/>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8" name="dp42-comparison / legend_continuation_24 / text 1">
            <a:extLst>
              <a:ext uri="{FF2B5EF4-FFF2-40B4-BE49-F238E27FC236}">
                <ns2:creationId id="{E6473929-7B0E-4007-B490-588ABA408609}"/>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9" name="dp42-comparison / legend_continuation_25">
            <a:extLst>
              <a:ext uri="{FF2B5EF4-FFF2-40B4-BE49-F238E27FC236}">
                <ns2:creationId id="{9093E95D-642A-4DFF-AD44-D45B6CC360FD}"/>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2-comparison / legend_continuation_26 / text 1">
            <a:extLst>
              <a:ext uri="{FF2B5EF4-FFF2-40B4-BE49-F238E27FC236}">
                <ns2:creationId id="{608FF45B-9C11-4D58-B59B-9FAA8F14718E}"/>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1" name="dp42-comparison / legend_continuation_27 / text 1">
            <a:extLst>
              <a:ext uri="{FF2B5EF4-FFF2-40B4-BE49-F238E27FC236}">
                <ns2:creationId id="{051F5BE7-41E3-413F-B173-D1DE3C8E913E}"/>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72" name="dp42-comparison / legend_continuation_28">
            <a:extLst>
              <a:ext uri="{FF2B5EF4-FFF2-40B4-BE49-F238E27FC236}">
                <ns2:creationId id="{B1559AE1-FE7D-4347-A51D-37434CD47142}"/>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2-comparison / legend_continuation_29 / text 1">
            <a:extLst>
              <a:ext uri="{FF2B5EF4-FFF2-40B4-BE49-F238E27FC236}">
                <ns2:creationId id="{32216A94-7033-495D-BF74-04D41CFDA673}"/>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4" name="dp42-comparison / legend_continuation_30 / text 1">
            <a:extLst>
              <a:ext uri="{FF2B5EF4-FFF2-40B4-BE49-F238E27FC236}">
                <ns2:creationId id="{6B4669D8-10B0-48AB-B0EE-8C868F1C08D4}"/>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75" name="dp42-comparison / n72">
            <a:extLst>
              <a:ext uri="{FF2B5EF4-FFF2-40B4-BE49-F238E27FC236}">
                <ns2:creationId id="{3B9CE14D-5E0B-499D-88E3-52C4F3DE865C}"/>
              </a:ext>
            </a:extLst>
          </p:cNvPr>
          <p:cNvSpPr>
            <a:spLocks noGrp="1"/>
          </p:cNvSpPr>
          <p:nvPr/>
        </p:nvSpPr>
        <p:spPr>
          <a:xfrm>
            <a:off x="514350" y="2724150"/>
            <a:ext cx="276225" cy="171450"/>
          </a:xfrm>
          <a:prstGeom prst="rect">
            <a:avLst/>
          </a:prstGeom>
          <a:solidFill>
            <a:srgbClr val="FFFFFF"/>
          </a:solidFill>
          <a:ln w="14288">
            <a:solidFill>
              <a:srgbClr val="B8753F"/>
            </a:solidFill>
            <a:prstDash val="solid"/>
          </a:ln>
        </p:spPr>
      </p:sp>
      <p:sp>
        <p:nvSpPr>
          <p:cNvPr id="76" name="dp42-comparison / n73 / text 1">
            <a:extLst>
              <a:ext uri="{FF2B5EF4-FFF2-40B4-BE49-F238E27FC236}">
                <ns2:creationId id="{630AB5FD-4502-4579-9B6A-B32799D84F7F}"/>
              </a:ext>
            </a:extLst>
          </p:cNvPr>
          <p:cNvSpPr>
            <a:spLocks noGrp="1"/>
          </p:cNvSpPr>
          <p:nvPr/>
        </p:nvSpPr>
        <p:spPr>
          <a:xfrm>
            <a:off x="533400" y="2743200"/>
            <a:ext cx="238125"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a:t>
            </a:r>
            <a:endParaRPr lang="ko-KR">
              <a:solidFill>
                <a:srgbClr val="000000"/>
              </a:solidFill>
              <a:latin typeface="Calibri"/>
              <a:ea typeface="Calibri"/>
              <a:cs typeface="Calibri"/>
            </a:endParaRPr>
          </a:p>
        </p:txBody>
      </p:sp>
      <p:sp>
        <p:nvSpPr>
          <p:cNvPr id="77" name="dp42-comparison / n74">
            <a:extLst>
              <a:ext uri="{FF2B5EF4-FFF2-40B4-BE49-F238E27FC236}">
                <ns2:creationId id="{9C09DEB4-A18D-4E25-8164-657CAAD0389B}"/>
              </a:ext>
            </a:extLst>
          </p:cNvPr>
          <p:cNvSpPr>
            <a:spLocks noGrp="1"/>
          </p:cNvSpPr>
          <p:nvPr/>
        </p:nvSpPr>
        <p:spPr>
          <a:xfrm>
            <a:off x="885825" y="2724150"/>
            <a:ext cx="276225" cy="171450"/>
          </a:xfrm>
          <a:prstGeom prst="rect">
            <a:avLst/>
          </a:prstGeom>
          <a:solidFill>
            <a:srgbClr val="FFFFFF"/>
          </a:solidFill>
          <a:ln w="14288">
            <a:solidFill>
              <a:srgbClr val="B8753F"/>
            </a:solidFill>
            <a:prstDash val="dash"/>
          </a:ln>
        </p:spPr>
      </p:sp>
      <p:sp>
        <p:nvSpPr>
          <p:cNvPr id="78" name="dp42-comparison / n75 / text 1">
            <a:extLst>
              <a:ext uri="{FF2B5EF4-FFF2-40B4-BE49-F238E27FC236}">
                <ns2:creationId id="{E68A6D15-5DC2-4D9D-965C-AF4B47397FFA}"/>
              </a:ext>
            </a:extLst>
          </p:cNvPr>
          <p:cNvSpPr>
            <a:spLocks noGrp="1"/>
          </p:cNvSpPr>
          <p:nvPr/>
        </p:nvSpPr>
        <p:spPr>
          <a:xfrm>
            <a:off x="904875" y="2743200"/>
            <a:ext cx="238125"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B</a:t>
            </a:r>
            <a:endParaRPr lang="ko-KR">
              <a:solidFill>
                <a:srgbClr val="000000"/>
              </a:solidFill>
              <a:latin typeface="Calibri"/>
              <a:ea typeface="Calibri"/>
              <a:cs typeface="Calibri"/>
            </a:endParaRPr>
          </a:p>
        </p:txBody>
      </p:sp>
      <p:sp>
        <p:nvSpPr>
          <p:cNvPr id="79" name="dp42-comparison / n76 / text 1">
            <a:extLst>
              <a:ext uri="{FF2B5EF4-FFF2-40B4-BE49-F238E27FC236}">
                <ns2:creationId id="{43C3A445-2067-409D-A90B-A22D59D7DCE2}"/>
              </a:ext>
            </a:extLst>
          </p:cNvPr>
          <p:cNvSpPr>
            <a:spLocks noGrp="1"/>
          </p:cNvSpPr>
          <p:nvPr/>
        </p:nvSpPr>
        <p:spPr>
          <a:xfrm>
            <a:off x="514350" y="29622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실행 / 저장</a:t>
            </a:r>
            <a:endParaRPr lang="ko-KR">
              <a:solidFill>
                <a:srgbClr val="000000"/>
              </a:solidFill>
              <a:latin typeface="Calibri"/>
              <a:ea typeface="Calibri"/>
              <a:cs typeface="Calibri"/>
            </a:endParaRPr>
          </a:p>
        </p:txBody>
      </p:sp>
      <p:sp>
        <p:nvSpPr>
          <p:cNvPr id="80" name="dp42-comparison / n76 / text 2">
            <a:extLst>
              <a:ext uri="{FF2B5EF4-FFF2-40B4-BE49-F238E27FC236}">
                <ns2:creationId id="{74A939AF-420E-4FFA-9AE1-CAD36407FDD6}"/>
              </a:ext>
            </a:extLst>
          </p:cNvPr>
          <p:cNvSpPr>
            <a:spLocks noGrp="1"/>
          </p:cNvSpPr>
          <p:nvPr/>
        </p:nvSpPr>
        <p:spPr>
          <a:xfrm>
            <a:off x="514350" y="30765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확정 경계</a:t>
            </a:r>
            <a:endParaRPr lang="ko-KR">
              <a:solidFill>
                <a:srgbClr val="000000"/>
              </a:solidFill>
              <a:latin typeface="Calibri"/>
              <a:ea typeface="Calibri"/>
              <a:cs typeface="Calibri"/>
            </a:endParaRPr>
          </a:p>
        </p:txBody>
      </p:sp>
      <p:sp>
        <p:nvSpPr>
          <p:cNvPr id="81" name="dp42-comparison / n77">
            <a:extLst>
              <a:ext uri="{FF2B5EF4-FFF2-40B4-BE49-F238E27FC236}">
                <ns2:creationId id="{FFE7BD3A-F8D2-4176-AEA7-B27013253AC4}"/>
              </a:ext>
            </a:extLst>
          </p:cNvPr>
          <p:cNvSpPr>
            <a:spLocks noGrp="1"/>
          </p:cNvSpPr>
          <p:nvPr/>
        </p:nvSpPr>
        <p:spPr>
          <a:xfrm>
            <a:off x="1666875" y="2409825"/>
            <a:ext cx="2571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83" name="dp42-comparison / n81 / path">
            <a:extLst>
              <a:ext uri="{FF2B5EF4-FFF2-40B4-BE49-F238E27FC236}">
                <ns2:creationId id="{9913037B-F916-4EC7-BA13-96FCA33C7142}"/>
              </a:ext>
            </a:extLst>
          </p:cNvPr>
          <p:cNvSpPr>
            <a:spLocks noGrp="1"/>
          </p:cNvSpPr>
          <p:nvPr/>
        </p:nvSpPr>
        <p:spPr>
          <a:xfrm>
            <a:off x="4238625" y="2562225"/>
            <a:ext cx="333375" cy="953"/>
          </a:xfrm>
          <a:custGeom>
            <a:pathLst>
              <a:path w="333375" h="953">
                <a:moveTo>
                  <a:pt x="0" y="0"/>
                </a:moveTo>
                <a:lnTo>
                  <a:pt x="333375" y="0"/>
                </a:lnTo>
              </a:path>
            </a:pathLst>
          </a:custGeom>
          <a:noFill/>
          <a:ln w="10478">
            <a:solidFill>
              <a:srgbClr val="000000"/>
            </a:solidFill>
            <a:prstDash val="solid"/>
          </a:ln>
        </p:spPr>
      </p:sp>
      <p:sp>
        <p:nvSpPr>
          <p:cNvPr id="84" name="dp42-comparison / n81 / arrow">
            <a:extLst>
              <a:ext uri="{FF2B5EF4-FFF2-40B4-BE49-F238E27FC236}">
                <ns2:creationId id="{3AF0878A-A29B-49C8-988C-0E3D5FE56286}"/>
              </a:ext>
            </a:extLst>
          </p:cNvPr>
          <p:cNvSpPr>
            <a:spLocks noGrp="1"/>
          </p:cNvSpPr>
          <p:nvPr/>
        </p:nvSpPr>
        <p:spPr>
          <a:xfrm>
            <a:off x="4504944" y="2528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85" name="dp42-comparison / n86 / path">
            <a:extLst>
              <a:ext uri="{FF2B5EF4-FFF2-40B4-BE49-F238E27FC236}">
                <ns2:creationId id="{D3CFE383-8AE9-48FE-B1E0-DD4169A9CE5F}"/>
              </a:ext>
            </a:extLst>
          </p:cNvPr>
          <p:cNvSpPr>
            <a:spLocks noGrp="1"/>
          </p:cNvSpPr>
          <p:nvPr/>
        </p:nvSpPr>
        <p:spPr>
          <a:xfrm>
            <a:off x="3105150" y="3067050"/>
            <a:ext cx="6076950" cy="953"/>
          </a:xfrm>
          <a:custGeom>
            <a:pathLst>
              <a:path w="6076950" h="953">
                <a:moveTo>
                  <a:pt x="0" y="0"/>
                </a:moveTo>
                <a:lnTo>
                  <a:pt x="6076950" y="0"/>
                </a:lnTo>
              </a:path>
            </a:pathLst>
          </a:custGeom>
          <a:noFill/>
          <a:ln w="10478">
            <a:solidFill>
              <a:srgbClr val="000000"/>
            </a:solidFill>
            <a:prstDash val="solid"/>
          </a:ln>
        </p:spPr>
      </p:sp>
      <p:sp>
        <p:nvSpPr>
          <p:cNvPr id="86" name="dp42-comparison / n91 / path">
            <a:extLst>
              <a:ext uri="{FF2B5EF4-FFF2-40B4-BE49-F238E27FC236}">
                <ns2:creationId id="{0188F03C-44B2-4482-B324-A214D30B4C6B}"/>
              </a:ext>
            </a:extLst>
          </p:cNvPr>
          <p:cNvSpPr>
            <a:spLocks noGrp="1"/>
          </p:cNvSpPr>
          <p:nvPr/>
        </p:nvSpPr>
        <p:spPr>
          <a:xfrm>
            <a:off x="3105150" y="3238500"/>
            <a:ext cx="4038600" cy="953"/>
          </a:xfrm>
          <a:custGeom>
            <a:pathLst>
              <a:path w="4038600" h="953">
                <a:moveTo>
                  <a:pt x="0" y="0"/>
                </a:moveTo>
                <a:lnTo>
                  <a:pt x="4038600" y="0"/>
                </a:lnTo>
              </a:path>
            </a:pathLst>
          </a:custGeom>
          <a:noFill/>
          <a:ln w="10478">
            <a:solidFill>
              <a:srgbClr val="000000"/>
            </a:solidFill>
            <a:prstDash val="solid"/>
          </a:ln>
        </p:spPr>
      </p:sp>
      <p:sp>
        <p:nvSpPr>
          <p:cNvPr id="87" name="dp42-comparison / n96 / path">
            <a:extLst>
              <a:ext uri="{FF2B5EF4-FFF2-40B4-BE49-F238E27FC236}">
                <ns2:creationId id="{CBA7E758-9E50-4AFA-B2E3-2D30F179708F}"/>
              </a:ext>
            </a:extLst>
          </p:cNvPr>
          <p:cNvSpPr>
            <a:spLocks noGrp="1"/>
          </p:cNvSpPr>
          <p:nvPr/>
        </p:nvSpPr>
        <p:spPr>
          <a:xfrm>
            <a:off x="3105150" y="3409950"/>
            <a:ext cx="6076950" cy="953"/>
          </a:xfrm>
          <a:custGeom>
            <a:pathLst>
              <a:path w="6076950" h="953">
                <a:moveTo>
                  <a:pt x="0" y="0"/>
                </a:moveTo>
                <a:lnTo>
                  <a:pt x="6076950" y="0"/>
                </a:lnTo>
              </a:path>
            </a:pathLst>
          </a:custGeom>
          <a:noFill/>
          <a:ln w="10478">
            <a:solidFill>
              <a:srgbClr val="000000"/>
            </a:solidFill>
            <a:prstDash val="solid"/>
          </a:ln>
        </p:spPr>
      </p:sp>
      <p:sp>
        <p:nvSpPr>
          <p:cNvPr id="88" name="dp42-comparison / n101 / path">
            <a:extLst>
              <a:ext uri="{FF2B5EF4-FFF2-40B4-BE49-F238E27FC236}">
                <ns2:creationId id="{69624171-32C3-49C9-8F68-A03881D96B49}"/>
              </a:ext>
            </a:extLst>
          </p:cNvPr>
          <p:cNvSpPr>
            <a:spLocks noGrp="1"/>
          </p:cNvSpPr>
          <p:nvPr/>
        </p:nvSpPr>
        <p:spPr>
          <a:xfrm>
            <a:off x="3105150" y="3581400"/>
            <a:ext cx="6076950" cy="953"/>
          </a:xfrm>
          <a:custGeom>
            <a:pathLst>
              <a:path w="6076950" h="953">
                <a:moveTo>
                  <a:pt x="0" y="0"/>
                </a:moveTo>
                <a:lnTo>
                  <a:pt x="6076950" y="0"/>
                </a:lnTo>
              </a:path>
            </a:pathLst>
          </a:custGeom>
          <a:noFill/>
          <a:ln w="10478">
            <a:solidFill>
              <a:srgbClr val="000000"/>
            </a:solidFill>
            <a:prstDash val="solid"/>
          </a:ln>
        </p:spPr>
      </p:sp>
      <p:sp>
        <p:nvSpPr>
          <p:cNvPr id="89" name="dp42-comparison / n104">
            <a:extLst>
              <a:ext uri="{FF2B5EF4-FFF2-40B4-BE49-F238E27FC236}">
                <ns2:creationId id="{C8E1F564-614E-4D62-A23E-CA4A184213A7}"/>
              </a:ext>
            </a:extLst>
          </p:cNvPr>
          <p:cNvSpPr>
            <a:spLocks noGrp="1"/>
          </p:cNvSpPr>
          <p:nvPr/>
        </p:nvSpPr>
        <p:spPr>
          <a:xfrm>
            <a:off x="1571625" y="3638550"/>
            <a:ext cx="7715250" cy="2419350"/>
          </a:xfrm>
          <a:prstGeom prst="rect">
            <a:avLst/>
          </a:prstGeom>
          <a:solidFill>
            <a:srgbClr val="FFFFFF"/>
          </a:solidFill>
          <a:ln w="24765">
            <a:solidFill>
              <a:srgbClr val="B8753F"/>
            </a:solidFill>
            <a:prstDash val="solid"/>
          </a:ln>
        </p:spPr>
        <p:txBody>
          <a:bodyPr wrap="none" lIns="123825" tIns="95250" rIns="123825" bIns="20340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VIA Core 실행 경계</a:t>
            </a:r>
            <a:endParaRPr lang="ko-KR">
              <a:solidFill>
                <a:srgbClr val="000000"/>
              </a:solidFill>
              <a:latin typeface="Calibri"/>
              <a:ea typeface="Calibri"/>
              <a:cs typeface="Calibri"/>
            </a:endParaRPr>
          </a:p>
        </p:txBody>
      </p:sp>
      <p:sp>
        <p:nvSpPr>
          <p:cNvPr id="91" name="dp42-comparison / n108">
            <a:extLst>
              <a:ext uri="{FF2B5EF4-FFF2-40B4-BE49-F238E27FC236}">
                <ns2:creationId id="{C17E54AC-B15D-4DAB-AA5C-EA6DE646183A}"/>
              </a:ext>
            </a:extLst>
          </p:cNvPr>
          <p:cNvSpPr>
            <a:spLocks noGrp="1"/>
          </p:cNvSpPr>
          <p:nvPr/>
        </p:nvSpPr>
        <p:spPr>
          <a:xfrm>
            <a:off x="1714500" y="4048125"/>
            <a:ext cx="2952750" cy="857250"/>
          </a:xfrm>
          <a:prstGeom prst="rect">
            <a:avLst/>
          </a:prstGeom>
          <a:solidFill>
            <a:srgbClr val="FFFFFF"/>
          </a:solidFill>
          <a:ln w="9525">
            <a:solidFill>
              <a:srgbClr val="000000"/>
            </a:solidFill>
            <a:prstDash val="solid"/>
          </a:ln>
        </p:spPr>
        <p:txBody>
          <a:bodyPr wrap="none" lIns="123825" tIns="95250" rIns="123825" bIns="4719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93" name="dp42-comparison / n110">
            <a:extLst>
              <a:ext uri="{FF2B5EF4-FFF2-40B4-BE49-F238E27FC236}">
                <ns2:creationId id="{ABD76D8D-C4C6-45FC-9D92-D545712E85EE}"/>
              </a:ext>
            </a:extLst>
          </p:cNvPr>
          <p:cNvSpPr>
            <a:spLocks noGrp="1"/>
          </p:cNvSpPr>
          <p:nvPr/>
        </p:nvSpPr>
        <p:spPr>
          <a:xfrm>
            <a:off x="1809750" y="4562475"/>
            <a:ext cx="2762250" cy="238125"/>
          </a:xfrm>
          <a:prstGeom prst="can">
            <a:avLst>
              <a:gd name="adj" fmla="val 20000"/>
            </a:avLst>
          </a:prstGeom>
          <a:solidFill>
            <a:srgbClr val="FFFFFF"/>
          </a:solidFill>
          <a:ln w="9525">
            <a:solidFill>
              <a:srgbClr val="000000"/>
            </a:solidFill>
            <a:prstDash val="solid"/>
          </a:ln>
        </p:spPr>
        <p:txBody>
          <a:bodyPr wrap="none" lIns="85725" tIns="50483" rIns="85725" bIns="21907"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95" name="dp42-comparison / n112">
            <a:extLst>
              <a:ext uri="{FF2B5EF4-FFF2-40B4-BE49-F238E27FC236}">
                <ns2:creationId id="{E778BD3E-EC9B-46DD-B756-D2EBEDAACC40}"/>
              </a:ext>
            </a:extLst>
          </p:cNvPr>
          <p:cNvSpPr>
            <a:spLocks noGrp="1"/>
          </p:cNvSpPr>
          <p:nvPr/>
        </p:nvSpPr>
        <p:spPr>
          <a:xfrm>
            <a:off x="5953125" y="4048125"/>
            <a:ext cx="3190875" cy="1114425"/>
          </a:xfrm>
          <a:prstGeom prst="rect">
            <a:avLst/>
          </a:prstGeom>
          <a:solidFill>
            <a:srgbClr val="FFFFFF"/>
          </a:solidFill>
          <a:ln w="9525">
            <a:solidFill>
              <a:srgbClr val="000000"/>
            </a:solidFill>
            <a:prstDash val="solid"/>
          </a:ln>
        </p:spPr>
        <p:txBody>
          <a:bodyPr wrap="none" lIns="123825" tIns="95250" rIns="123825" bIns="729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97" name="dp42-comparison / n114">
            <a:extLst>
              <a:ext uri="{FF2B5EF4-FFF2-40B4-BE49-F238E27FC236}">
                <ns2:creationId id="{498E8CA4-D4C2-49B6-8C7E-BE109FB6932D}"/>
              </a:ext>
            </a:extLst>
          </p:cNvPr>
          <p:cNvSpPr>
            <a:spLocks noGrp="1"/>
          </p:cNvSpPr>
          <p:nvPr/>
        </p:nvSpPr>
        <p:spPr>
          <a:xfrm>
            <a:off x="6096000" y="4400550"/>
            <a:ext cx="2905125" cy="209550"/>
          </a:xfrm>
          <a:prstGeom prst="roundRect">
            <a:avLst>
              <a:gd name="adj" fmla="val 36364"/>
            </a:avLst>
          </a:prstGeom>
          <a:solidFill>
            <a:srgbClr val="FFFFFF"/>
          </a:solidFill>
          <a:ln w="9525">
            <a:solidFill>
              <a:srgbClr val="000000"/>
            </a:solidFill>
            <a:prstDash val="solid"/>
          </a:ln>
        </p:spPr>
        <p:txBody>
          <a:bodyPr wrap="none" lIns="85725" tIns="18098" rIns="85725"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업무 접수·전송 게이트</a:t>
            </a:r>
            <a:endParaRPr lang="ko-KR">
              <a:solidFill>
                <a:srgbClr val="000000"/>
              </a:solidFill>
              <a:latin typeface="Calibri"/>
              <a:ea typeface="Calibri"/>
              <a:cs typeface="Calibri"/>
            </a:endParaRPr>
          </a:p>
        </p:txBody>
      </p:sp>
      <p:sp>
        <p:nvSpPr>
          <p:cNvPr id="99" name="dp42-comparison / n116">
            <a:extLst>
              <a:ext uri="{FF2B5EF4-FFF2-40B4-BE49-F238E27FC236}">
                <ns2:creationId id="{3B437977-0068-4314-88F2-1106BEF8EEF2}"/>
              </a:ext>
            </a:extLst>
          </p:cNvPr>
          <p:cNvSpPr>
            <a:spLocks noGrp="1"/>
          </p:cNvSpPr>
          <p:nvPr/>
        </p:nvSpPr>
        <p:spPr>
          <a:xfrm>
            <a:off x="6048375" y="4743450"/>
            <a:ext cx="3000375" cy="257175"/>
          </a:xfrm>
          <a:prstGeom prst="can">
            <a:avLst>
              <a:gd name="adj" fmla="val 20000"/>
            </a:avLst>
          </a:prstGeom>
          <a:solidFill>
            <a:srgbClr val="FFFFFF"/>
          </a:solidFill>
          <a:ln w="9525">
            <a:solidFill>
              <a:srgbClr val="000000"/>
            </a:solidFill>
            <a:prstDash val="solid"/>
          </a:ln>
        </p:spPr>
        <p:txBody>
          <a:bodyPr wrap="none" lIns="85725" tIns="60008" rIns="85725" bIns="31432"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101" name="dp42-comparison / n118">
            <a:extLst>
              <a:ext uri="{FF2B5EF4-FFF2-40B4-BE49-F238E27FC236}">
                <ns2:creationId id="{5CB6CF0D-2A0A-4F26-A39D-F5B762011FB1}"/>
              </a:ext>
            </a:extLst>
          </p:cNvPr>
          <p:cNvSpPr>
            <a:spLocks noGrp="1"/>
          </p:cNvSpPr>
          <p:nvPr/>
        </p:nvSpPr>
        <p:spPr>
          <a:xfrm>
            <a:off x="1714500" y="5038725"/>
            <a:ext cx="2952750" cy="571500"/>
          </a:xfrm>
          <a:prstGeom prst="rect">
            <a:avLst/>
          </a:prstGeom>
          <a:solidFill>
            <a:srgbClr val="FFFFFF"/>
          </a:solidFill>
          <a:ln w="9525">
            <a:solidFill>
              <a:srgbClr val="000000"/>
            </a:solidFill>
            <a:prstDash val="solid"/>
          </a:ln>
        </p:spPr>
        <p:txBody>
          <a:bodyPr wrap="none" lIns="123825" tIns="95250" rIns="123825" bIns="1862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103" name="dp42-comparison / n120">
            <a:extLst>
              <a:ext uri="{FF2B5EF4-FFF2-40B4-BE49-F238E27FC236}">
                <ns2:creationId id="{99BE0AF7-B750-4933-B22F-76F175964965}"/>
              </a:ext>
            </a:extLst>
          </p:cNvPr>
          <p:cNvSpPr>
            <a:spLocks noGrp="1"/>
          </p:cNvSpPr>
          <p:nvPr/>
        </p:nvSpPr>
        <p:spPr>
          <a:xfrm>
            <a:off x="1809750" y="5343525"/>
            <a:ext cx="2762250" cy="247650"/>
          </a:xfrm>
          <a:prstGeom prst="can">
            <a:avLst>
              <a:gd name="adj" fmla="val 20000"/>
            </a:avLst>
          </a:prstGeom>
          <a:solidFill>
            <a:srgbClr val="FFFFFF"/>
          </a:solidFill>
          <a:ln w="9525">
            <a:solidFill>
              <a:srgbClr val="000000"/>
            </a:solidFill>
            <a:prstDash val="solid"/>
          </a:ln>
        </p:spPr>
        <p:txBody>
          <a:bodyPr wrap="none" lIns="85725" tIns="66675" rIns="85725" bIns="42862"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Publication Ledger</a:t>
            </a:r>
            <a:endParaRPr lang="ko-KR">
              <a:solidFill>
                <a:srgbClr val="000000"/>
              </a:solidFill>
              <a:latin typeface="Calibri"/>
              <a:ea typeface="Calibri"/>
              <a:cs typeface="Calibri"/>
            </a:endParaRPr>
          </a:p>
        </p:txBody>
      </p:sp>
      <p:sp>
        <p:nvSpPr>
          <p:cNvPr id="105" name="dp42-comparison / n122">
            <a:extLst>
              <a:ext uri="{FF2B5EF4-FFF2-40B4-BE49-F238E27FC236}">
                <ns2:creationId id="{BF7AF3B0-E203-4106-BCA3-D0360648638D}"/>
              </a:ext>
            </a:extLst>
          </p:cNvPr>
          <p:cNvSpPr>
            <a:spLocks noGrp="1"/>
          </p:cNvSpPr>
          <p:nvPr/>
        </p:nvSpPr>
        <p:spPr>
          <a:xfrm>
            <a:off x="5953125" y="5267325"/>
            <a:ext cx="3190875" cy="285750"/>
          </a:xfrm>
          <a:prstGeom prst="rect">
            <a:avLst/>
          </a:prstGeom>
          <a:solidFill>
            <a:srgbClr val="FFFFFF"/>
          </a:solidFill>
          <a:ln w="9525">
            <a:solidFill>
              <a:srgbClr val="000000"/>
            </a:solidFill>
            <a:prstDash val="solid"/>
          </a:ln>
        </p:spPr>
        <p:txBody>
          <a:bodyPr wrap="none" lIns="85725" tIns="31433" rIns="85725" bIns="571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107" name="dp42-comparison / n126 / path">
            <a:extLst>
              <a:ext uri="{FF2B5EF4-FFF2-40B4-BE49-F238E27FC236}">
                <ns2:creationId id="{D76B324A-A859-4F17-9EF4-B41332197409}"/>
              </a:ext>
            </a:extLst>
          </p:cNvPr>
          <p:cNvSpPr>
            <a:spLocks noGrp="1"/>
          </p:cNvSpPr>
          <p:nvPr/>
        </p:nvSpPr>
        <p:spPr>
          <a:xfrm>
            <a:off x="1571625" y="2562225"/>
            <a:ext cx="142875" cy="1638300"/>
          </a:xfrm>
          <a:custGeom>
            <a:pathLst>
              <a:path w="142875" h="1638300">
                <a:moveTo>
                  <a:pt x="95250" y="0"/>
                </a:moveTo>
                <a:lnTo>
                  <a:pt x="0" y="0"/>
                </a:lnTo>
                <a:lnTo>
                  <a:pt x="0" y="1638300"/>
                </a:lnTo>
                <a:lnTo>
                  <a:pt x="142875" y="1638300"/>
                </a:lnTo>
              </a:path>
            </a:pathLst>
          </a:custGeom>
          <a:noFill/>
          <a:ln w="10478">
            <a:solidFill>
              <a:srgbClr val="000000"/>
            </a:solidFill>
            <a:prstDash val="solid"/>
          </a:ln>
        </p:spPr>
      </p:sp>
      <p:sp>
        <p:nvSpPr>
          <p:cNvPr id="108" name="dp42-comparison / n126 / arrow">
            <a:extLst>
              <a:ext uri="{FF2B5EF4-FFF2-40B4-BE49-F238E27FC236}">
                <ns2:creationId id="{9CE673C1-24F4-4A17-89BB-80508663F4A0}"/>
              </a:ext>
            </a:extLst>
          </p:cNvPr>
          <p:cNvSpPr>
            <a:spLocks noGrp="1"/>
          </p:cNvSpPr>
          <p:nvPr/>
        </p:nvSpPr>
        <p:spPr>
          <a:xfrm>
            <a:off x="1647444"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09" name="dp42-comparison / n127">
            <a:extLst>
              <a:ext uri="{FF2B5EF4-FFF2-40B4-BE49-F238E27FC236}">
                <ns2:creationId id="{E9FDA494-A21B-417B-92FA-AD3CF3C17587}"/>
              </a:ext>
            </a:extLst>
          </p:cNvPr>
          <p:cNvSpPr>
            <a:spLocks noGrp="1"/>
          </p:cNvSpPr>
          <p:nvPr/>
        </p:nvSpPr>
        <p:spPr>
          <a:xfrm>
            <a:off x="5000625" y="5629275"/>
            <a:ext cx="4048125" cy="352425"/>
          </a:xfrm>
          <a:prstGeom prst="rect">
            <a:avLst/>
          </a:prstGeom>
          <a:solidFill>
            <a:srgbClr val="FFFFFF"/>
          </a:solidFill>
          <a:ln w="9525">
            <a:solidFill>
              <a:srgbClr val="000000"/>
            </a:solidFill>
            <a:prstDash val="solid"/>
          </a:ln>
        </p:spPr>
      </p:sp>
      <p:sp>
        <p:nvSpPr>
          <p:cNvPr id="110" name="dp42-comparison / n128 / text 1">
            <a:extLst>
              <a:ext uri="{FF2B5EF4-FFF2-40B4-BE49-F238E27FC236}">
                <ns2:creationId id="{A2C9F874-61F4-41A9-84AB-517AA1BA7231}"/>
              </a:ext>
            </a:extLst>
          </p:cNvPr>
          <p:cNvSpPr>
            <a:spLocks noGrp="1"/>
          </p:cNvSpPr>
          <p:nvPr/>
        </p:nvSpPr>
        <p:spPr>
          <a:xfrm>
            <a:off x="5124450" y="5724525"/>
            <a:ext cx="380047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111" name="dp42-comparison / n129">
            <a:extLst>
              <a:ext uri="{FF2B5EF4-FFF2-40B4-BE49-F238E27FC236}">
                <ns2:creationId id="{30446C53-8530-404E-9495-2CA0509D8954}"/>
              </a:ext>
            </a:extLst>
          </p:cNvPr>
          <p:cNvSpPr>
            <a:spLocks noGrp="1"/>
          </p:cNvSpPr>
          <p:nvPr/>
        </p:nvSpPr>
        <p:spPr>
          <a:xfrm>
            <a:off x="7096125" y="5676900"/>
            <a:ext cx="1809750" cy="238125"/>
          </a:xfrm>
          <a:prstGeom prst="roundRect">
            <a:avLst>
              <a:gd name="adj" fmla="val 32000"/>
            </a:avLst>
          </a:prstGeom>
          <a:solidFill>
            <a:srgbClr val="FFF6DE"/>
          </a:solidFill>
          <a:ln w="17145">
            <a:solidFill>
              <a:srgbClr val="B8753F"/>
            </a:solidFill>
            <a:prstDash val="solid"/>
          </a:ln>
        </p:spPr>
        <p:txBody>
          <a:bodyPr wrap="none" lIns="85725" tIns="32385" rIns="85725" bIns="1238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트랜잭션 관리자</a:t>
            </a:r>
            <a:endParaRPr lang="ko-KR">
              <a:solidFill>
                <a:srgbClr val="000000"/>
              </a:solidFill>
              <a:latin typeface="Calibri"/>
              <a:ea typeface="Calibri"/>
              <a:cs typeface="Calibri"/>
            </a:endParaRPr>
          </a:p>
        </p:txBody>
      </p:sp>
      <p:sp>
        <p:nvSpPr>
          <p:cNvPr id="113" name="dp42-comparison / n131 / path">
            <a:extLst>
              <a:ext uri="{FF2B5EF4-FFF2-40B4-BE49-F238E27FC236}">
                <ns2:creationId id="{42D787F6-E3F0-4F6C-9468-07A5E154481E}"/>
              </a:ext>
            </a:extLst>
          </p:cNvPr>
          <p:cNvSpPr>
            <a:spLocks noGrp="1"/>
          </p:cNvSpPr>
          <p:nvPr/>
        </p:nvSpPr>
        <p:spPr>
          <a:xfrm>
            <a:off x="4667250" y="4371975"/>
            <a:ext cx="2952750" cy="1304925"/>
          </a:xfrm>
          <a:custGeom>
            <a:pathLst>
              <a:path w="2952750" h="1304925">
                <a:moveTo>
                  <a:pt x="0" y="0"/>
                </a:moveTo>
                <a:lnTo>
                  <a:pt x="190500" y="0"/>
                </a:lnTo>
                <a:lnTo>
                  <a:pt x="190500" y="1219200"/>
                </a:lnTo>
                <a:lnTo>
                  <a:pt x="2952750" y="1219200"/>
                </a:lnTo>
                <a:lnTo>
                  <a:pt x="2952750" y="1304925"/>
                </a:lnTo>
              </a:path>
            </a:pathLst>
          </a:custGeom>
          <a:noFill/>
          <a:ln w="10478">
            <a:solidFill>
              <a:srgbClr val="000000"/>
            </a:solidFill>
            <a:prstDash val="solid"/>
          </a:ln>
        </p:spPr>
      </p:sp>
      <p:sp>
        <p:nvSpPr>
          <p:cNvPr id="114" name="dp42-comparison / n131 / arrow">
            <a:extLst>
              <a:ext uri="{FF2B5EF4-FFF2-40B4-BE49-F238E27FC236}">
                <ns2:creationId id="{D7BD7B37-779D-4E02-8621-6AB8328C4B8E}"/>
              </a:ext>
            </a:extLst>
          </p:cNvPr>
          <p:cNvSpPr>
            <a:spLocks noGrp="1"/>
          </p:cNvSpPr>
          <p:nvPr/>
        </p:nvSpPr>
        <p:spPr>
          <a:xfrm>
            <a:off x="7586472" y="56098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5" name="dp42-comparison / n132 / path">
            <a:extLst>
              <a:ext uri="{FF2B5EF4-FFF2-40B4-BE49-F238E27FC236}">
                <ns2:creationId id="{D8690226-1C08-4B81-8B58-AD35C2616D17}"/>
              </a:ext>
            </a:extLst>
          </p:cNvPr>
          <p:cNvSpPr>
            <a:spLocks noGrp="1"/>
          </p:cNvSpPr>
          <p:nvPr/>
        </p:nvSpPr>
        <p:spPr>
          <a:xfrm>
            <a:off x="5848350" y="4371975"/>
            <a:ext cx="2152650" cy="1304925"/>
          </a:xfrm>
          <a:custGeom>
            <a:pathLst>
              <a:path w="2152650" h="1304925">
                <a:moveTo>
                  <a:pt x="104775" y="0"/>
                </a:moveTo>
                <a:lnTo>
                  <a:pt x="0" y="0"/>
                </a:lnTo>
                <a:lnTo>
                  <a:pt x="0" y="1190625"/>
                </a:lnTo>
                <a:lnTo>
                  <a:pt x="2152650" y="1190625"/>
                </a:lnTo>
                <a:lnTo>
                  <a:pt x="2152650" y="1304925"/>
                </a:lnTo>
              </a:path>
            </a:pathLst>
          </a:custGeom>
          <a:noFill/>
          <a:ln w="10478">
            <a:solidFill>
              <a:srgbClr val="000000"/>
            </a:solidFill>
            <a:prstDash val="solid"/>
          </a:ln>
        </p:spPr>
      </p:sp>
      <p:sp>
        <p:nvSpPr>
          <p:cNvPr id="116" name="dp42-comparison / n132 / arrow">
            <a:extLst>
              <a:ext uri="{FF2B5EF4-FFF2-40B4-BE49-F238E27FC236}">
                <ns2:creationId id="{E78CCD6D-D9B3-49F1-8AF3-35342CBD9732}"/>
              </a:ext>
            </a:extLst>
          </p:cNvPr>
          <p:cNvSpPr>
            <a:spLocks noGrp="1"/>
          </p:cNvSpPr>
          <p:nvPr/>
        </p:nvSpPr>
        <p:spPr>
          <a:xfrm>
            <a:off x="7967472" y="56098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7" name="dp42-comparison / n133 / path">
            <a:extLst>
              <a:ext uri="{FF2B5EF4-FFF2-40B4-BE49-F238E27FC236}">
                <ns2:creationId id="{9F880A11-0AF8-44E7-807A-D388F4A7AC36}"/>
              </a:ext>
            </a:extLst>
          </p:cNvPr>
          <p:cNvSpPr>
            <a:spLocks noGrp="1"/>
          </p:cNvSpPr>
          <p:nvPr/>
        </p:nvSpPr>
        <p:spPr>
          <a:xfrm>
            <a:off x="4667250" y="4314825"/>
            <a:ext cx="2428875" cy="1704975"/>
          </a:xfrm>
          <a:custGeom>
            <a:pathLst>
              <a:path w="2428875" h="1704975">
                <a:moveTo>
                  <a:pt x="2428875" y="1481138"/>
                </a:moveTo>
                <a:lnTo>
                  <a:pt x="2343150" y="1481138"/>
                </a:lnTo>
                <a:lnTo>
                  <a:pt x="2343150" y="1704975"/>
                </a:lnTo>
                <a:lnTo>
                  <a:pt x="228600" y="1704975"/>
                </a:lnTo>
                <a:lnTo>
                  <a:pt x="228600" y="0"/>
                </a:lnTo>
                <a:lnTo>
                  <a:pt x="0" y="0"/>
                </a:lnTo>
              </a:path>
            </a:pathLst>
          </a:custGeom>
          <a:noFill/>
          <a:ln w="10478">
            <a:solidFill>
              <a:srgbClr val="000000"/>
            </a:solidFill>
            <a:prstDash val="dash"/>
          </a:ln>
        </p:spPr>
      </p:sp>
      <p:sp>
        <p:nvSpPr>
          <p:cNvPr id="118" name="dp42-comparison / n133 / arrow">
            <a:extLst>
              <a:ext uri="{FF2B5EF4-FFF2-40B4-BE49-F238E27FC236}">
                <ns2:creationId id="{71BB299B-B18C-48E1-9173-8D6CF9E6076E}"/>
              </a:ext>
            </a:extLst>
          </p:cNvPr>
          <p:cNvSpPr>
            <a:spLocks noGrp="1"/>
          </p:cNvSpPr>
          <p:nvPr/>
        </p:nvSpPr>
        <p:spPr>
          <a:xfrm>
            <a:off x="4667250" y="42812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19" name="dp42-comparison / n134 / path">
            <a:extLst>
              <a:ext uri="{FF2B5EF4-FFF2-40B4-BE49-F238E27FC236}">
                <ns2:creationId id="{B9936ECE-56D1-4DAD-A610-A5B0B1A53E71}"/>
              </a:ext>
            </a:extLst>
          </p:cNvPr>
          <p:cNvSpPr>
            <a:spLocks noGrp="1"/>
          </p:cNvSpPr>
          <p:nvPr/>
        </p:nvSpPr>
        <p:spPr>
          <a:xfrm>
            <a:off x="8905875" y="4314825"/>
            <a:ext cx="295275" cy="1481138"/>
          </a:xfrm>
          <a:custGeom>
            <a:pathLst>
              <a:path w="295275" h="1481138">
                <a:moveTo>
                  <a:pt x="0" y="1481138"/>
                </a:moveTo>
                <a:lnTo>
                  <a:pt x="295275" y="1481138"/>
                </a:lnTo>
                <a:lnTo>
                  <a:pt x="295275" y="0"/>
                </a:lnTo>
                <a:lnTo>
                  <a:pt x="238125" y="0"/>
                </a:lnTo>
              </a:path>
            </a:pathLst>
          </a:custGeom>
          <a:noFill/>
          <a:ln w="10478">
            <a:solidFill>
              <a:srgbClr val="000000"/>
            </a:solidFill>
            <a:prstDash val="dash"/>
          </a:ln>
        </p:spPr>
      </p:sp>
      <p:sp>
        <p:nvSpPr>
          <p:cNvPr id="120" name="dp42-comparison / n134 / arrow">
            <a:extLst>
              <a:ext uri="{FF2B5EF4-FFF2-40B4-BE49-F238E27FC236}">
                <ns2:creationId id="{F66B7812-AA4F-46E1-BE63-40B18C355522}"/>
              </a:ext>
            </a:extLst>
          </p:cNvPr>
          <p:cNvSpPr>
            <a:spLocks noGrp="1"/>
          </p:cNvSpPr>
          <p:nvPr/>
        </p:nvSpPr>
        <p:spPr>
          <a:xfrm>
            <a:off x="9144000" y="42812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21" name="dp42-comparison / n139 / path">
            <a:extLst>
              <a:ext uri="{FF2B5EF4-FFF2-40B4-BE49-F238E27FC236}">
                <ns2:creationId id="{07E4188A-1D39-4748-A87E-974458F7CD0D}"/>
              </a:ext>
            </a:extLst>
          </p:cNvPr>
          <p:cNvSpPr>
            <a:spLocks noGrp="1"/>
          </p:cNvSpPr>
          <p:nvPr/>
        </p:nvSpPr>
        <p:spPr>
          <a:xfrm>
            <a:off x="7548563" y="4505325"/>
            <a:ext cx="1538288" cy="762000"/>
          </a:xfrm>
          <a:custGeom>
            <a:pathLst>
              <a:path w="1538288" h="762000">
                <a:moveTo>
                  <a:pt x="1452563" y="0"/>
                </a:moveTo>
                <a:lnTo>
                  <a:pt x="1538288" y="0"/>
                </a:lnTo>
                <a:lnTo>
                  <a:pt x="1538288" y="704850"/>
                </a:lnTo>
                <a:lnTo>
                  <a:pt x="0" y="704850"/>
                </a:lnTo>
                <a:lnTo>
                  <a:pt x="0" y="762000"/>
                </a:lnTo>
              </a:path>
            </a:pathLst>
          </a:custGeom>
          <a:noFill/>
          <a:ln w="10478">
            <a:solidFill>
              <a:srgbClr val="000000"/>
            </a:solidFill>
            <a:prstDash val="solid"/>
          </a:ln>
        </p:spPr>
      </p:sp>
      <p:sp>
        <p:nvSpPr>
          <p:cNvPr id="122" name="dp42-comparison / n139 / arrow">
            <a:extLst>
              <a:ext uri="{FF2B5EF4-FFF2-40B4-BE49-F238E27FC236}">
                <ns2:creationId id="{65116B88-47CE-4EEA-B2CA-D858035F81B3}"/>
              </a:ext>
            </a:extLst>
          </p:cNvPr>
          <p:cNvSpPr>
            <a:spLocks noGrp="1"/>
          </p:cNvSpPr>
          <p:nvPr/>
        </p:nvSpPr>
        <p:spPr>
          <a:xfrm>
            <a:off x="7515035" y="52002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23" name="dp42-comparison / n144 / path">
            <a:extLst>
              <a:ext uri="{FF2B5EF4-FFF2-40B4-BE49-F238E27FC236}">
                <ns2:creationId id="{9D1C015C-3DB5-41D0-853E-969CEA5A174B}"/>
              </a:ext>
            </a:extLst>
          </p:cNvPr>
          <p:cNvSpPr>
            <a:spLocks noGrp="1"/>
          </p:cNvSpPr>
          <p:nvPr/>
        </p:nvSpPr>
        <p:spPr>
          <a:xfrm>
            <a:off x="1571625" y="6924675"/>
            <a:ext cx="7715250" cy="953"/>
          </a:xfrm>
          <a:custGeom>
            <a:pathLst>
              <a:path w="7715250" h="953">
                <a:moveTo>
                  <a:pt x="0" y="0"/>
                </a:moveTo>
                <a:lnTo>
                  <a:pt x="7715250" y="0"/>
                </a:lnTo>
              </a:path>
            </a:pathLst>
          </a:custGeom>
          <a:noFill/>
          <a:ln w="10478">
            <a:solidFill>
              <a:srgbClr val="000000"/>
            </a:solidFill>
            <a:prstDash val="solid"/>
          </a:ln>
        </p:spPr>
      </p:sp>
      <p:sp>
        <p:nvSpPr>
          <p:cNvPr id="124" name="dp42-comparison / n147">
            <a:extLst>
              <a:ext uri="{FF2B5EF4-FFF2-40B4-BE49-F238E27FC236}">
                <ns2:creationId id="{54A04251-6D49-410A-B5C2-38618B272348}"/>
              </a:ext>
            </a:extLst>
          </p:cNvPr>
          <p:cNvSpPr>
            <a:spLocks noGrp="1"/>
          </p:cNvSpPr>
          <p:nvPr/>
        </p:nvSpPr>
        <p:spPr>
          <a:xfrm>
            <a:off x="166687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RC / TM: 관련 변경 준비</a:t>
            </a:r>
            <a:endParaRPr lang="ko-KR">
              <a:solidFill>
                <a:srgbClr val="000000"/>
              </a:solidFill>
              <a:latin typeface="Calibri"/>
              <a:ea typeface="Calibri"/>
              <a:cs typeface="Calibri"/>
            </a:endParaRPr>
          </a:p>
        </p:txBody>
      </p:sp>
      <p:sp>
        <p:nvSpPr>
          <p:cNvPr id="126" name="dp42-comparison / n149">
            <a:extLst>
              <a:ext uri="{FF2B5EF4-FFF2-40B4-BE49-F238E27FC236}">
                <ns2:creationId id="{92A7BE6D-6AB8-445F-991D-4C948EB92999}"/>
              </a:ext>
            </a:extLst>
          </p:cNvPr>
          <p:cNvSpPr>
            <a:spLocks noGrp="1"/>
          </p:cNvSpPr>
          <p:nvPr/>
        </p:nvSpPr>
        <p:spPr>
          <a:xfrm>
            <a:off x="433387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트랜잭션 관리자: 공동 확정</a:t>
            </a:r>
            <a:endParaRPr lang="ko-KR">
              <a:solidFill>
                <a:srgbClr val="000000"/>
              </a:solidFill>
              <a:latin typeface="Calibri"/>
              <a:ea typeface="Calibri"/>
              <a:cs typeface="Calibri"/>
            </a:endParaRPr>
          </a:p>
        </p:txBody>
      </p:sp>
      <p:sp>
        <p:nvSpPr>
          <p:cNvPr id="128" name="dp42-comparison / n151 / path">
            <a:extLst>
              <a:ext uri="{FF2B5EF4-FFF2-40B4-BE49-F238E27FC236}">
                <ns2:creationId id="{973425CA-B266-460C-A88A-C949C9D7A45D}"/>
              </a:ext>
            </a:extLst>
          </p:cNvPr>
          <p:cNvSpPr>
            <a:spLocks noGrp="1"/>
          </p:cNvSpPr>
          <p:nvPr/>
        </p:nvSpPr>
        <p:spPr>
          <a:xfrm>
            <a:off x="3905250" y="7319963"/>
            <a:ext cx="428625" cy="953"/>
          </a:xfrm>
          <a:custGeom>
            <a:pathLst>
              <a:path w="428625" h="953">
                <a:moveTo>
                  <a:pt x="0" y="0"/>
                </a:moveTo>
                <a:lnTo>
                  <a:pt x="428625" y="0"/>
                </a:lnTo>
              </a:path>
            </a:pathLst>
          </a:custGeom>
          <a:noFill/>
          <a:ln w="10478">
            <a:solidFill>
              <a:srgbClr val="B8753F"/>
            </a:solidFill>
            <a:prstDash val="solid"/>
          </a:ln>
        </p:spPr>
      </p:sp>
      <p:sp>
        <p:nvSpPr>
          <p:cNvPr id="129" name="dp42-comparison / n151 / arrow">
            <a:extLst>
              <a:ext uri="{FF2B5EF4-FFF2-40B4-BE49-F238E27FC236}">
                <ns2:creationId id="{37DE5052-88CF-4046-8282-06CAF143B912}"/>
              </a:ext>
            </a:extLst>
          </p:cNvPr>
          <p:cNvSpPr>
            <a:spLocks noGrp="1"/>
          </p:cNvSpPr>
          <p:nvPr/>
        </p:nvSpPr>
        <p:spPr>
          <a:xfrm>
            <a:off x="426681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0" name="dp42-comparison / n152">
            <a:extLst>
              <a:ext uri="{FF2B5EF4-FFF2-40B4-BE49-F238E27FC236}">
                <ns2:creationId id="{7441E275-B928-457A-80F9-175F72D7AFDE}"/>
              </a:ext>
            </a:extLst>
          </p:cNvPr>
          <p:cNvSpPr>
            <a:spLocks noGrp="1"/>
          </p:cNvSpPr>
          <p:nvPr/>
        </p:nvSpPr>
        <p:spPr>
          <a:xfrm>
            <a:off x="7000875" y="71913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Gateway: 확정 명령 전송</a:t>
            </a:r>
            <a:endParaRPr lang="ko-KR">
              <a:solidFill>
                <a:srgbClr val="000000"/>
              </a:solidFill>
              <a:latin typeface="Calibri"/>
              <a:ea typeface="Calibri"/>
              <a:cs typeface="Calibri"/>
            </a:endParaRPr>
          </a:p>
        </p:txBody>
      </p:sp>
      <p:sp>
        <p:nvSpPr>
          <p:cNvPr id="132" name="dp42-comparison / n154 / path">
            <a:extLst>
              <a:ext uri="{FF2B5EF4-FFF2-40B4-BE49-F238E27FC236}">
                <ns2:creationId id="{4229E366-E502-4FF5-9117-D446ED65A4C3}"/>
              </a:ext>
            </a:extLst>
          </p:cNvPr>
          <p:cNvSpPr>
            <a:spLocks noGrp="1"/>
          </p:cNvSpPr>
          <p:nvPr/>
        </p:nvSpPr>
        <p:spPr>
          <a:xfrm>
            <a:off x="6572250" y="7319963"/>
            <a:ext cx="428625" cy="953"/>
          </a:xfrm>
          <a:custGeom>
            <a:pathLst>
              <a:path w="428625" h="953">
                <a:moveTo>
                  <a:pt x="0" y="0"/>
                </a:moveTo>
                <a:lnTo>
                  <a:pt x="428625" y="0"/>
                </a:lnTo>
              </a:path>
            </a:pathLst>
          </a:custGeom>
          <a:noFill/>
          <a:ln w="10478">
            <a:solidFill>
              <a:srgbClr val="B8753F"/>
            </a:solidFill>
            <a:prstDash val="solid"/>
          </a:ln>
        </p:spPr>
      </p:sp>
      <p:sp>
        <p:nvSpPr>
          <p:cNvPr id="133" name="dp42-comparison / n154 / arrow">
            <a:extLst>
              <a:ext uri="{FF2B5EF4-FFF2-40B4-BE49-F238E27FC236}">
                <ns2:creationId id="{FA8187EC-61E3-4DF5-9209-4A31DE888858}"/>
              </a:ext>
            </a:extLst>
          </p:cNvPr>
          <p:cNvSpPr>
            <a:spLocks noGrp="1"/>
          </p:cNvSpPr>
          <p:nvPr/>
        </p:nvSpPr>
        <p:spPr>
          <a:xfrm>
            <a:off x="693381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4" name="dp42-comparison / n79">
            <a:extLst>
              <a:ext uri="{FF2B5EF4-FFF2-40B4-BE49-F238E27FC236}">
                <ns2:creationId id="{AD16CA4B-44BA-4650-AC3B-EB18900B5EB9}"/>
              </a:ext>
            </a:extLst>
          </p:cNvPr>
          <p:cNvSpPr>
            <a:spLocks noGrp="1"/>
          </p:cNvSpPr>
          <p:nvPr/>
        </p:nvSpPr>
        <p:spPr>
          <a:xfrm>
            <a:off x="4572000" y="2409825"/>
            <a:ext cx="4667250" cy="304800"/>
          </a:xfrm>
          <a:custGeom>
            <a:pathLst>
              <a:path w="4667250" h="304800">
                <a:moveTo>
                  <a:pt x="0" y="0"/>
                </a:moveTo>
                <a:lnTo>
                  <a:pt x="4495800" y="0"/>
                </a:lnTo>
                <a:lnTo>
                  <a:pt x="4667250" y="171450"/>
                </a:lnTo>
                <a:lnTo>
                  <a:pt x="4667250" y="304800"/>
                </a:lnTo>
                <a:lnTo>
                  <a:pt x="0" y="304800"/>
                </a:lnTo>
                <a:close/>
              </a:path>
            </a:pathLst>
          </a:custGeom>
          <a:solidFill>
            <a:srgbClr val="FFFFFF"/>
          </a:solidFill>
          <a:ln w="9525">
            <a:solidFill>
              <a:srgbClr val="000000"/>
            </a:solidFill>
            <a:prstDash val="solid"/>
          </a:ln>
        </p:spPr>
        <p:txBody>
          <a:bodyPr wrap="none" lIns="95250" tIns="57150" rIns="171450" bIns="40481"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“응, 상반기로 해줘”</a:t>
            </a:r>
            <a:endParaRPr lang="ko-KR">
              <a:solidFill>
                <a:srgbClr val="000000"/>
              </a:solidFill>
              <a:latin typeface="Calibri"/>
              <a:ea typeface="Calibri"/>
              <a:cs typeface="Calibri"/>
            </a:endParaRPr>
          </a:p>
        </p:txBody>
      </p:sp>
      <p:sp>
        <p:nvSpPr>
          <p:cNvPr id="135" name="dp42-comparison / n79 / fold">
            <a:extLst>
              <a:ext uri="{FF2B5EF4-FFF2-40B4-BE49-F238E27FC236}">
                <ns2:creationId id="{C522FB7D-4213-4D36-AADF-5123CFD9C66B}"/>
              </a:ext>
            </a:extLst>
          </p:cNvPr>
          <p:cNvSpPr>
            <a:spLocks noGrp="1"/>
          </p:cNvSpPr>
          <p:nvPr/>
        </p:nvSpPr>
        <p:spPr>
          <a:xfrm>
            <a:off x="9067800"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37" name="dp42-comparison / n82">
            <a:extLst>
              <a:ext uri="{FF2B5EF4-FFF2-40B4-BE49-F238E27FC236}">
                <ns2:creationId id="{A2FF4B15-8F59-4BD4-BF96-B33CB7670804}"/>
              </a:ext>
            </a:extLst>
          </p:cNvPr>
          <p:cNvSpPr>
            <a:spLocks noGrp="1"/>
          </p:cNvSpPr>
          <p:nvPr/>
        </p:nvSpPr>
        <p:spPr>
          <a:xfrm>
            <a:off x="1647825" y="2743200"/>
            <a:ext cx="4335780" cy="167640"/>
          </a:xfrm>
          <a:prstGeom prst="rect">
            <a:avLst/>
          </a:prstGeom>
          <a:solidFill>
            <a:srgbClr val="FFFFFF"/>
          </a:solidFill>
          <a:ln w="0">
            <a:noFill/>
            <a:prstDash val="solid"/>
          </a:ln>
        </p:spPr>
      </p:sp>
      <p:sp>
        <p:nvSpPr>
          <p:cNvPr id="138" name="dp42-comparison / n83 / text 1">
            <a:extLst>
              <a:ext uri="{FF2B5EF4-FFF2-40B4-BE49-F238E27FC236}">
                <ns2:creationId id="{45F58B63-CBCF-4C53-86D4-DCF8D0B1BC51}"/>
              </a:ext>
            </a:extLst>
          </p:cNvPr>
          <p:cNvSpPr>
            <a:spLocks noGrp="1"/>
          </p:cNvSpPr>
          <p:nvPr/>
        </p:nvSpPr>
        <p:spPr>
          <a:xfrm>
            <a:off x="1666875" y="275272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공통 장면: 보고서 기간 질문 Question1을 Publication1로 실제 제시</a:t>
            </a:r>
            <a:endParaRPr lang="ko-KR">
              <a:solidFill>
                <a:srgbClr val="000000"/>
              </a:solidFill>
              <a:latin typeface="Calibri"/>
              <a:ea typeface="Calibri"/>
              <a:cs typeface="Calibri"/>
            </a:endParaRPr>
          </a:p>
        </p:txBody>
      </p:sp>
      <p:sp>
        <p:nvSpPr>
          <p:cNvPr id="139" name="dp42-comparison / n84">
            <a:extLst>
              <a:ext uri="{FF2B5EF4-FFF2-40B4-BE49-F238E27FC236}">
                <ns2:creationId id="{5EA5C5D8-0E42-43E1-A04A-34A649F3B0C4}"/>
              </a:ext>
            </a:extLst>
          </p:cNvPr>
          <p:cNvSpPr>
            <a:spLocks noGrp="1"/>
          </p:cNvSpPr>
          <p:nvPr/>
        </p:nvSpPr>
        <p:spPr>
          <a:xfrm>
            <a:off x="1647825" y="2933700"/>
            <a:ext cx="938022" cy="156210"/>
          </a:xfrm>
          <a:prstGeom prst="rect">
            <a:avLst/>
          </a:prstGeom>
          <a:solidFill>
            <a:srgbClr val="FFFFFF"/>
          </a:solidFill>
          <a:ln w="0">
            <a:noFill/>
            <a:prstDash val="solid"/>
          </a:ln>
        </p:spPr>
      </p:sp>
      <p:sp>
        <p:nvSpPr>
          <p:cNvPr id="140" name="dp42-comparison / n85 / text 1">
            <a:extLst>
              <a:ext uri="{FF2B5EF4-FFF2-40B4-BE49-F238E27FC236}">
                <ns2:creationId id="{84F9F70E-1A19-4A15-825B-2C7F7E7F5B62}"/>
              </a:ext>
            </a:extLst>
          </p:cNvPr>
          <p:cNvSpPr>
            <a:spLocks noGrp="1"/>
          </p:cNvSpPr>
          <p:nvPr/>
        </p:nvSpPr>
        <p:spPr>
          <a:xfrm>
            <a:off x="1666875" y="29432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Conversation1</a:t>
            </a:r>
            <a:endParaRPr lang="ko-KR">
              <a:solidFill>
                <a:srgbClr val="000000"/>
              </a:solidFill>
              <a:latin typeface="Calibri"/>
              <a:ea typeface="Calibri"/>
              <a:cs typeface="Calibri"/>
            </a:endParaRPr>
          </a:p>
        </p:txBody>
      </p:sp>
      <p:sp>
        <p:nvSpPr>
          <p:cNvPr id="141" name="dp42-comparison / n87">
            <a:extLst>
              <a:ext uri="{FF2B5EF4-FFF2-40B4-BE49-F238E27FC236}">
                <ns2:creationId id="{C0B1D572-CDA3-4D55-8941-40CD66F52219}"/>
              </a:ext>
            </a:extLst>
          </p:cNvPr>
          <p:cNvSpPr>
            <a:spLocks noGrp="1"/>
          </p:cNvSpPr>
          <p:nvPr/>
        </p:nvSpPr>
        <p:spPr>
          <a:xfrm>
            <a:off x="3171825" y="2924175"/>
            <a:ext cx="826389" cy="144780"/>
          </a:xfrm>
          <a:prstGeom prst="rect">
            <a:avLst/>
          </a:prstGeom>
          <a:solidFill>
            <a:srgbClr val="FFFFFF"/>
          </a:solidFill>
          <a:ln w="0">
            <a:noFill/>
            <a:prstDash val="solid"/>
          </a:ln>
        </p:spPr>
      </p:sp>
      <p:sp>
        <p:nvSpPr>
          <p:cNvPr id="142" name="dp42-comparison / n88 / text 1">
            <a:extLst>
              <a:ext uri="{FF2B5EF4-FFF2-40B4-BE49-F238E27FC236}">
                <ns2:creationId id="{EBA48700-4917-4795-A97A-FB1AA82A8B39}"/>
              </a:ext>
            </a:extLst>
          </p:cNvPr>
          <p:cNvSpPr>
            <a:spLocks noGrp="1"/>
          </p:cNvSpPr>
          <p:nvPr/>
        </p:nvSpPr>
        <p:spPr>
          <a:xfrm>
            <a:off x="3190875" y="29337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연결 유지</a:t>
            </a:r>
            <a:endParaRPr lang="ko-KR">
              <a:solidFill>
                <a:srgbClr val="000000"/>
              </a:solidFill>
              <a:latin typeface="Calibri"/>
              <a:ea typeface="Calibri"/>
              <a:cs typeface="Calibri"/>
            </a:endParaRPr>
          </a:p>
        </p:txBody>
      </p:sp>
      <p:sp>
        <p:nvSpPr>
          <p:cNvPr id="143" name="dp42-comparison / n89">
            <a:extLst>
              <a:ext uri="{FF2B5EF4-FFF2-40B4-BE49-F238E27FC236}">
                <ns2:creationId id="{169A9E2C-895A-449A-A807-06A42BE6B6D3}"/>
              </a:ext>
            </a:extLst>
          </p:cNvPr>
          <p:cNvSpPr>
            <a:spLocks noGrp="1"/>
          </p:cNvSpPr>
          <p:nvPr/>
        </p:nvSpPr>
        <p:spPr>
          <a:xfrm>
            <a:off x="1647825" y="3105150"/>
            <a:ext cx="606552" cy="156210"/>
          </a:xfrm>
          <a:prstGeom prst="rect">
            <a:avLst/>
          </a:prstGeom>
          <a:solidFill>
            <a:srgbClr val="FFFFFF"/>
          </a:solidFill>
          <a:ln w="0">
            <a:noFill/>
            <a:prstDash val="solid"/>
          </a:ln>
        </p:spPr>
      </p:sp>
      <p:sp>
        <p:nvSpPr>
          <p:cNvPr id="144" name="dp42-comparison / n90 / text 1">
            <a:extLst>
              <a:ext uri="{FF2B5EF4-FFF2-40B4-BE49-F238E27FC236}">
                <ns2:creationId id="{55CF8F50-31CE-4D12-B88F-67E4F61BF3EC}"/>
              </a:ext>
            </a:extLst>
          </p:cNvPr>
          <p:cNvSpPr>
            <a:spLocks noGrp="1"/>
          </p:cNvSpPr>
          <p:nvPr/>
        </p:nvSpPr>
        <p:spPr>
          <a:xfrm>
            <a:off x="1666875" y="31146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a:t>
            </a:r>
            <a:endParaRPr lang="ko-KR">
              <a:solidFill>
                <a:srgbClr val="000000"/>
              </a:solidFill>
              <a:latin typeface="Calibri"/>
              <a:ea typeface="Calibri"/>
              <a:cs typeface="Calibri"/>
            </a:endParaRPr>
          </a:p>
        </p:txBody>
      </p:sp>
      <p:sp>
        <p:nvSpPr>
          <p:cNvPr id="145" name="dp42-comparison / n92">
            <a:extLst>
              <a:ext uri="{FF2B5EF4-FFF2-40B4-BE49-F238E27FC236}">
                <ns2:creationId id="{CF5C77F4-896E-4F76-9842-A4718838CA2A}"/>
              </a:ext>
            </a:extLst>
          </p:cNvPr>
          <p:cNvSpPr>
            <a:spLocks noGrp="1"/>
          </p:cNvSpPr>
          <p:nvPr/>
        </p:nvSpPr>
        <p:spPr>
          <a:xfrm>
            <a:off x="3171825" y="3095625"/>
            <a:ext cx="2177987" cy="144780"/>
          </a:xfrm>
          <a:prstGeom prst="rect">
            <a:avLst/>
          </a:prstGeom>
          <a:solidFill>
            <a:srgbClr val="FFFFFF"/>
          </a:solidFill>
          <a:ln w="0">
            <a:noFill/>
            <a:prstDash val="solid"/>
          </a:ln>
        </p:spPr>
      </p:sp>
      <p:sp>
        <p:nvSpPr>
          <p:cNvPr id="146" name="dp42-comparison / n93 / text 1">
            <a:extLst>
              <a:ext uri="{FF2B5EF4-FFF2-40B4-BE49-F238E27FC236}">
                <ns2:creationId id="{55992C8D-FEC6-47AE-BA6C-F820B8233C49}"/>
              </a:ext>
            </a:extLst>
          </p:cNvPr>
          <p:cNvSpPr>
            <a:spLocks noGrp="1"/>
          </p:cNvSpPr>
          <p:nvPr/>
        </p:nvSpPr>
        <p:spPr>
          <a:xfrm>
            <a:off x="3190875" y="31051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답변의 외부 접수 확인 후 처리 종료</a:t>
            </a:r>
            <a:endParaRPr lang="ko-KR">
              <a:solidFill>
                <a:srgbClr val="000000"/>
              </a:solidFill>
              <a:latin typeface="Calibri"/>
              <a:ea typeface="Calibri"/>
              <a:cs typeface="Calibri"/>
            </a:endParaRPr>
          </a:p>
        </p:txBody>
      </p:sp>
      <p:sp>
        <p:nvSpPr>
          <p:cNvPr id="147" name="dp42-comparison / n94">
            <a:extLst>
              <a:ext uri="{FF2B5EF4-FFF2-40B4-BE49-F238E27FC236}">
                <ns2:creationId id="{096B6CC3-00E3-482F-87F2-4F2886164D48}"/>
              </a:ext>
            </a:extLst>
          </p:cNvPr>
          <p:cNvSpPr>
            <a:spLocks noGrp="1"/>
          </p:cNvSpPr>
          <p:nvPr/>
        </p:nvSpPr>
        <p:spPr>
          <a:xfrm>
            <a:off x="1647825" y="3276600"/>
            <a:ext cx="407670" cy="156210"/>
          </a:xfrm>
          <a:prstGeom prst="rect">
            <a:avLst/>
          </a:prstGeom>
          <a:solidFill>
            <a:srgbClr val="FFFFFF"/>
          </a:solidFill>
          <a:ln w="0">
            <a:noFill/>
            <a:prstDash val="solid"/>
          </a:ln>
        </p:spPr>
      </p:sp>
      <p:sp>
        <p:nvSpPr>
          <p:cNvPr id="148" name="dp42-comparison / n95 / text 1">
            <a:extLst>
              <a:ext uri="{FF2B5EF4-FFF2-40B4-BE49-F238E27FC236}">
                <ns2:creationId id="{BFE4FE09-D03E-4CCF-9168-2BC3EFB3AB02}"/>
              </a:ext>
            </a:extLst>
          </p:cNvPr>
          <p:cNvSpPr>
            <a:spLocks noGrp="1"/>
          </p:cNvSpPr>
          <p:nvPr/>
        </p:nvSpPr>
        <p:spPr>
          <a:xfrm>
            <a:off x="1666875" y="32861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a:t>
            </a:r>
            <a:endParaRPr lang="ko-KR">
              <a:solidFill>
                <a:srgbClr val="000000"/>
              </a:solidFill>
              <a:latin typeface="Calibri"/>
              <a:ea typeface="Calibri"/>
              <a:cs typeface="Calibri"/>
            </a:endParaRPr>
          </a:p>
        </p:txBody>
      </p:sp>
      <p:sp>
        <p:nvSpPr>
          <p:cNvPr id="149" name="dp42-comparison / n97">
            <a:extLst>
              <a:ext uri="{FF2B5EF4-FFF2-40B4-BE49-F238E27FC236}">
                <ns2:creationId id="{5F5F1A1F-CA23-4EDF-A585-54ADB281EB5E}"/>
              </a:ext>
            </a:extLst>
          </p:cNvPr>
          <p:cNvSpPr>
            <a:spLocks noGrp="1"/>
          </p:cNvSpPr>
          <p:nvPr/>
        </p:nvSpPr>
        <p:spPr>
          <a:xfrm>
            <a:off x="3171825" y="3267075"/>
            <a:ext cx="2106740" cy="144780"/>
          </a:xfrm>
          <a:prstGeom prst="rect">
            <a:avLst/>
          </a:prstGeom>
          <a:solidFill>
            <a:srgbClr val="FFFFFF"/>
          </a:solidFill>
          <a:ln w="0">
            <a:noFill/>
            <a:prstDash val="solid"/>
          </a:ln>
        </p:spPr>
      </p:sp>
      <p:sp>
        <p:nvSpPr>
          <p:cNvPr id="150" name="dp42-comparison / n98 / text 1">
            <a:extLst>
              <a:ext uri="{FF2B5EF4-FFF2-40B4-BE49-F238E27FC236}">
                <ns2:creationId id="{C9CB3062-C29E-402F-8A9A-C2DD03CF6A2A}"/>
              </a:ext>
            </a:extLst>
          </p:cNvPr>
          <p:cNvSpPr>
            <a:spLocks noGrp="1"/>
          </p:cNvSpPr>
          <p:nvPr/>
        </p:nvSpPr>
        <p:spPr>
          <a:xfrm>
            <a:off x="3190875" y="32766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보고서 Task는 계속 / 대화와 별도 수명</a:t>
            </a:r>
            <a:endParaRPr lang="ko-KR">
              <a:solidFill>
                <a:srgbClr val="000000"/>
              </a:solidFill>
              <a:latin typeface="Calibri"/>
              <a:ea typeface="Calibri"/>
              <a:cs typeface="Calibri"/>
            </a:endParaRPr>
          </a:p>
        </p:txBody>
      </p:sp>
      <p:sp>
        <p:nvSpPr>
          <p:cNvPr id="151" name="dp42-comparison / n99">
            <a:extLst>
              <a:ext uri="{FF2B5EF4-FFF2-40B4-BE49-F238E27FC236}">
                <ns2:creationId id="{713A1F22-8B02-4D5F-9B69-50F36507FBAF}"/>
              </a:ext>
            </a:extLst>
          </p:cNvPr>
          <p:cNvSpPr>
            <a:spLocks noGrp="1"/>
          </p:cNvSpPr>
          <p:nvPr/>
        </p:nvSpPr>
        <p:spPr>
          <a:xfrm>
            <a:off x="1647825" y="3448050"/>
            <a:ext cx="739140" cy="156210"/>
          </a:xfrm>
          <a:prstGeom prst="rect">
            <a:avLst/>
          </a:prstGeom>
          <a:solidFill>
            <a:srgbClr val="FFFFFF"/>
          </a:solidFill>
          <a:ln w="0">
            <a:noFill/>
            <a:prstDash val="solid"/>
          </a:ln>
        </p:spPr>
      </p:sp>
      <p:sp>
        <p:nvSpPr>
          <p:cNvPr id="152" name="dp42-comparison / n100 / text 1">
            <a:extLst>
              <a:ext uri="{FF2B5EF4-FFF2-40B4-BE49-F238E27FC236}">
                <ns2:creationId id="{E90593D7-E1B7-4756-A882-0CDB6371D309}"/>
              </a:ext>
            </a:extLst>
          </p:cNvPr>
          <p:cNvSpPr>
            <a:spLocks noGrp="1"/>
          </p:cNvSpPr>
          <p:nvPr/>
        </p:nvSpPr>
        <p:spPr>
          <a:xfrm>
            <a:off x="1666875" y="34575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Execution1</a:t>
            </a:r>
            <a:endParaRPr lang="ko-KR">
              <a:solidFill>
                <a:srgbClr val="000000"/>
              </a:solidFill>
              <a:latin typeface="Calibri"/>
              <a:ea typeface="Calibri"/>
              <a:cs typeface="Calibri"/>
            </a:endParaRPr>
          </a:p>
        </p:txBody>
      </p:sp>
      <p:sp>
        <p:nvSpPr>
          <p:cNvPr id="153" name="dp42-comparison / n102">
            <a:extLst>
              <a:ext uri="{FF2B5EF4-FFF2-40B4-BE49-F238E27FC236}">
                <ns2:creationId id="{82023FBA-219A-40FB-B2C5-B3FA0CB28140}"/>
              </a:ext>
            </a:extLst>
          </p:cNvPr>
          <p:cNvSpPr>
            <a:spLocks noGrp="1"/>
          </p:cNvSpPr>
          <p:nvPr/>
        </p:nvSpPr>
        <p:spPr>
          <a:xfrm>
            <a:off x="3171825" y="3438525"/>
            <a:ext cx="2339340" cy="144780"/>
          </a:xfrm>
          <a:prstGeom prst="rect">
            <a:avLst/>
          </a:prstGeom>
          <a:solidFill>
            <a:srgbClr val="FFFFFF"/>
          </a:solidFill>
          <a:ln w="0">
            <a:noFill/>
            <a:prstDash val="solid"/>
          </a:ln>
        </p:spPr>
      </p:sp>
      <p:sp>
        <p:nvSpPr>
          <p:cNvPr id="154" name="dp42-comparison / n103 / text 1">
            <a:extLst>
              <a:ext uri="{FF2B5EF4-FFF2-40B4-BE49-F238E27FC236}">
                <ns2:creationId id="{9819B888-F388-44B7-95D5-FF26F8CC122D}"/>
              </a:ext>
            </a:extLst>
          </p:cNvPr>
          <p:cNvSpPr>
            <a:spLocks noGrp="1"/>
          </p:cNvSpPr>
          <p:nvPr/>
        </p:nvSpPr>
        <p:spPr>
          <a:xfrm>
            <a:off x="3190875" y="34480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Downstream Agent의 실제 실행은 별도 수명</a:t>
            </a:r>
            <a:endParaRPr lang="ko-KR">
              <a:solidFill>
                <a:srgbClr val="000000"/>
              </a:solidFill>
              <a:latin typeface="Calibri"/>
              <a:ea typeface="Calibri"/>
              <a:cs typeface="Calibri"/>
            </a:endParaRPr>
          </a:p>
        </p:txBody>
      </p:sp>
      <p:sp>
        <p:nvSpPr>
          <p:cNvPr id="155" name="dp42-comparison / n106">
            <a:extLst>
              <a:ext uri="{FF2B5EF4-FFF2-40B4-BE49-F238E27FC236}">
                <ns2:creationId id="{CB5C5C44-7AF0-41D1-B8D7-5D72C05335F1}"/>
              </a:ext>
            </a:extLst>
          </p:cNvPr>
          <p:cNvSpPr>
            <a:spLocks noGrp="1"/>
          </p:cNvSpPr>
          <p:nvPr/>
        </p:nvSpPr>
        <p:spPr>
          <a:xfrm>
            <a:off x="5029200" y="3733800"/>
            <a:ext cx="2604516" cy="179070"/>
          </a:xfrm>
          <a:prstGeom prst="rect">
            <a:avLst/>
          </a:prstGeom>
          <a:solidFill>
            <a:srgbClr val="FFFFFF"/>
          </a:solidFill>
          <a:ln w="0">
            <a:noFill/>
            <a:prstDash val="solid"/>
          </a:ln>
        </p:spPr>
      </p:sp>
      <p:sp>
        <p:nvSpPr>
          <p:cNvPr id="156" name="dp42-comparison / n107 / text 1">
            <a:extLst>
              <a:ext uri="{FF2B5EF4-FFF2-40B4-BE49-F238E27FC236}">
                <ns2:creationId id="{82647F4E-C649-40BC-B843-2F1713879849}"/>
              </a:ext>
            </a:extLst>
          </p:cNvPr>
          <p:cNvSpPr>
            <a:spLocks noGrp="1"/>
          </p:cNvSpPr>
          <p:nvPr/>
        </p:nvSpPr>
        <p:spPr>
          <a:xfrm>
            <a:off x="5048250" y="3743325"/>
            <a:ext cx="40195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모듈형 Core / 관련 변경의 한 번 확정</a:t>
            </a:r>
            <a:endParaRPr lang="ko-KR">
              <a:solidFill>
                <a:srgbClr val="000000"/>
              </a:solidFill>
              <a:latin typeface="Calibri"/>
              <a:ea typeface="Calibri"/>
              <a:cs typeface="Calibri"/>
            </a:endParaRPr>
          </a:p>
        </p:txBody>
      </p:sp>
      <p:sp>
        <p:nvSpPr>
          <p:cNvPr id="157" name="dp42-comparison / n124">
            <a:extLst>
              <a:ext uri="{FF2B5EF4-FFF2-40B4-BE49-F238E27FC236}">
                <ns2:creationId id="{90C83E23-FEA0-46F1-852A-DD484405CD7D}"/>
              </a:ext>
            </a:extLst>
          </p:cNvPr>
          <p:cNvSpPr>
            <a:spLocks noGrp="1"/>
          </p:cNvSpPr>
          <p:nvPr/>
        </p:nvSpPr>
        <p:spPr>
          <a:xfrm>
            <a:off x="6086475" y="5029200"/>
            <a:ext cx="2190560" cy="144780"/>
          </a:xfrm>
          <a:prstGeom prst="rect">
            <a:avLst/>
          </a:prstGeom>
          <a:solidFill>
            <a:srgbClr val="FFFFFF"/>
          </a:solidFill>
          <a:ln w="0">
            <a:noFill/>
            <a:prstDash val="solid"/>
          </a:ln>
        </p:spPr>
      </p:sp>
      <p:sp>
        <p:nvSpPr>
          <p:cNvPr id="158" name="dp42-comparison / n125 / text 1">
            <a:extLst>
              <a:ext uri="{FF2B5EF4-FFF2-40B4-BE49-F238E27FC236}">
                <ns2:creationId id="{F482C8C9-219D-462D-92E7-42204C66B39C}"/>
              </a:ext>
            </a:extLst>
          </p:cNvPr>
          <p:cNvSpPr>
            <a:spLocks noGrp="1"/>
          </p:cNvSpPr>
          <p:nvPr/>
        </p:nvSpPr>
        <p:spPr>
          <a:xfrm>
            <a:off x="6105525" y="5038725"/>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보고서 / Command1: 상반기 답변</a:t>
            </a:r>
            <a:endParaRPr lang="ko-KR">
              <a:solidFill>
                <a:srgbClr val="000000"/>
              </a:solidFill>
              <a:latin typeface="Calibri"/>
              <a:ea typeface="Calibri"/>
              <a:cs typeface="Calibri"/>
            </a:endParaRPr>
          </a:p>
        </p:txBody>
      </p:sp>
      <p:sp>
        <p:nvSpPr>
          <p:cNvPr id="159" name="dp42-comparison / n135">
            <a:extLst>
              <a:ext uri="{FF2B5EF4-FFF2-40B4-BE49-F238E27FC236}">
                <ns2:creationId id="{367B99DD-7F68-4CA3-8C14-E6C942A4E2F4}"/>
              </a:ext>
            </a:extLst>
          </p:cNvPr>
          <p:cNvSpPr>
            <a:spLocks noGrp="1"/>
          </p:cNvSpPr>
          <p:nvPr/>
        </p:nvSpPr>
        <p:spPr>
          <a:xfrm>
            <a:off x="4838700" y="4381500"/>
            <a:ext cx="607695" cy="133350"/>
          </a:xfrm>
          <a:prstGeom prst="rect">
            <a:avLst/>
          </a:prstGeom>
          <a:solidFill>
            <a:srgbClr val="FFFFFF"/>
          </a:solidFill>
          <a:ln w="0">
            <a:noFill/>
            <a:prstDash val="solid"/>
          </a:ln>
        </p:spPr>
      </p:sp>
      <p:sp>
        <p:nvSpPr>
          <p:cNvPr id="160" name="dp42-comparison / n136 / text 1">
            <a:extLst>
              <a:ext uri="{FF2B5EF4-FFF2-40B4-BE49-F238E27FC236}">
                <ns2:creationId id="{677E3B54-98D6-41EC-95A2-A44BE50D81FB}"/>
              </a:ext>
            </a:extLst>
          </p:cNvPr>
          <p:cNvSpPr>
            <a:spLocks noGrp="1"/>
          </p:cNvSpPr>
          <p:nvPr/>
        </p:nvSpPr>
        <p:spPr>
          <a:xfrm>
            <a:off x="4857750" y="4391025"/>
            <a:ext cx="10287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검증한 변경</a:t>
            </a:r>
            <a:endParaRPr lang="ko-KR">
              <a:solidFill>
                <a:srgbClr val="000000"/>
              </a:solidFill>
              <a:latin typeface="Calibri"/>
              <a:ea typeface="Calibri"/>
              <a:cs typeface="Calibri"/>
            </a:endParaRPr>
          </a:p>
        </p:txBody>
      </p:sp>
      <p:sp>
        <p:nvSpPr>
          <p:cNvPr id="161" name="dp42-comparison / n137">
            <a:extLst>
              <a:ext uri="{FF2B5EF4-FFF2-40B4-BE49-F238E27FC236}">
                <ns2:creationId id="{8751B58C-698D-4834-B8A3-471B37293E8E}"/>
              </a:ext>
            </a:extLst>
          </p:cNvPr>
          <p:cNvSpPr>
            <a:spLocks noGrp="1"/>
          </p:cNvSpPr>
          <p:nvPr/>
        </p:nvSpPr>
        <p:spPr>
          <a:xfrm>
            <a:off x="4838700" y="4610100"/>
            <a:ext cx="653415" cy="133350"/>
          </a:xfrm>
          <a:prstGeom prst="rect">
            <a:avLst/>
          </a:prstGeom>
          <a:solidFill>
            <a:srgbClr val="FFFFFF"/>
          </a:solidFill>
          <a:ln w="0">
            <a:noFill/>
            <a:prstDash val="solid"/>
          </a:ln>
        </p:spPr>
      </p:sp>
      <p:sp>
        <p:nvSpPr>
          <p:cNvPr id="162" name="dp42-comparison / n138 / text 1">
            <a:extLst>
              <a:ext uri="{FF2B5EF4-FFF2-40B4-BE49-F238E27FC236}">
                <ns2:creationId id="{77CB5F22-465E-4E32-905C-F67C2D1BC7F3}"/>
              </a:ext>
            </a:extLst>
          </p:cNvPr>
          <p:cNvSpPr>
            <a:spLocks noGrp="1"/>
          </p:cNvSpPr>
          <p:nvPr/>
        </p:nvSpPr>
        <p:spPr>
          <a:xfrm>
            <a:off x="4857750" y="4619625"/>
            <a:ext cx="10287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같은 commit</a:t>
            </a:r>
            <a:endParaRPr lang="ko-KR">
              <a:solidFill>
                <a:srgbClr val="000000"/>
              </a:solidFill>
              <a:latin typeface="Calibri"/>
              <a:ea typeface="Calibri"/>
              <a:cs typeface="Calibri"/>
            </a:endParaRPr>
          </a:p>
        </p:txBody>
      </p:sp>
      <p:sp>
        <p:nvSpPr>
          <p:cNvPr id="163" name="dp42-comparison / n140">
            <a:extLst>
              <a:ext uri="{FF2B5EF4-FFF2-40B4-BE49-F238E27FC236}">
                <ns2:creationId id="{6B2B1296-6B29-4153-817D-2D29C7108D6F}"/>
              </a:ext>
            </a:extLst>
          </p:cNvPr>
          <p:cNvSpPr>
            <a:spLocks noGrp="1"/>
          </p:cNvSpPr>
          <p:nvPr/>
        </p:nvSpPr>
        <p:spPr>
          <a:xfrm>
            <a:off x="1666875" y="6191250"/>
            <a:ext cx="3238500" cy="647700"/>
          </a:xfrm>
          <a:custGeom>
            <a:pathLst>
              <a:path w="3238500" h="647700">
                <a:moveTo>
                  <a:pt x="0" y="0"/>
                </a:moveTo>
                <a:lnTo>
                  <a:pt x="3067050" y="0"/>
                </a:lnTo>
                <a:lnTo>
                  <a:pt x="3238500" y="171450"/>
                </a:lnTo>
                <a:lnTo>
                  <a:pt x="3238500" y="647700"/>
                </a:lnTo>
                <a:lnTo>
                  <a:pt x="0" y="647700"/>
                </a:lnTo>
                <a:close/>
              </a:path>
            </a:pathLst>
          </a:custGeom>
          <a:solidFill>
            <a:srgbClr val="FFFFFF"/>
          </a:solidFill>
          <a:ln w="9525">
            <a:solidFill>
              <a:srgbClr val="000000"/>
            </a:solidFill>
            <a:prstDash val="solid"/>
          </a:ln>
        </p:spPr>
        <p:txBody>
          <a:bodyPr wrap="none" lIns="95250" tIns="57150" rIns="171450" bIns="13335"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공동 변경 1 / Request Controller의 관계</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 → Question1 → Task1</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사용자 답변: 상반기</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Command1과 연결 / 관련 변경과 함께 확정</a:t>
            </a:r>
            <a:endParaRPr lang="ko-KR">
              <a:solidFill>
                <a:srgbClr val="000000"/>
              </a:solidFill>
              <a:latin typeface="Calibri"/>
              <a:ea typeface="Calibri"/>
              <a:cs typeface="Calibri"/>
            </a:endParaRPr>
          </a:p>
        </p:txBody>
      </p:sp>
      <p:sp>
        <p:nvSpPr>
          <p:cNvPr id="164" name="dp42-comparison / n140 / fold">
            <a:extLst>
              <a:ext uri="{FF2B5EF4-FFF2-40B4-BE49-F238E27FC236}">
                <ns2:creationId id="{7ABC59AF-41A3-4B7F-A1DD-A5518EDD6468}"/>
              </a:ext>
            </a:extLst>
          </p:cNvPr>
          <p:cNvSpPr>
            <a:spLocks noGrp="1"/>
          </p:cNvSpPr>
          <p:nvPr/>
        </p:nvSpPr>
        <p:spPr>
          <a:xfrm>
            <a:off x="473392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9" name="dp42-comparison / n142">
            <a:extLst>
              <a:ext uri="{FF2B5EF4-FFF2-40B4-BE49-F238E27FC236}">
                <ns2:creationId id="{D4532F2B-2231-4381-BB87-25ECDA962701}"/>
              </a:ext>
            </a:extLst>
          </p:cNvPr>
          <p:cNvSpPr>
            <a:spLocks noGrp="1"/>
          </p:cNvSpPr>
          <p:nvPr/>
        </p:nvSpPr>
        <p:spPr>
          <a:xfrm>
            <a:off x="5667375" y="6191250"/>
            <a:ext cx="3524250" cy="647700"/>
          </a:xfrm>
          <a:custGeom>
            <a:pathLst>
              <a:path w="3524250" h="647700">
                <a:moveTo>
                  <a:pt x="0" y="0"/>
                </a:moveTo>
                <a:lnTo>
                  <a:pt x="3352800" y="0"/>
                </a:lnTo>
                <a:lnTo>
                  <a:pt x="3524250" y="171450"/>
                </a:lnTo>
                <a:lnTo>
                  <a:pt x="3524250" y="647700"/>
                </a:lnTo>
                <a:lnTo>
                  <a:pt x="0" y="647700"/>
                </a:lnTo>
                <a:close/>
              </a:path>
            </a:pathLst>
          </a:custGeom>
          <a:solidFill>
            <a:srgbClr val="FFFFFF"/>
          </a:solidFill>
          <a:ln w="9525">
            <a:solidFill>
              <a:srgbClr val="000000"/>
            </a:solidFill>
            <a:prstDash val="solid"/>
          </a:ln>
        </p:spPr>
        <p:txBody>
          <a:bodyPr wrap="none" lIns="95250" tIns="57150" rIns="171450" bIns="13335"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공동 변경 2 / Task Manager의 상태</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Question1: OPEN → ANSWERED</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Command1: PENDING / payload.answer:상반기</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성공: 모두 반영 / 충돌과 실패: 모두 미반영</a:t>
            </a:r>
            <a:endParaRPr lang="ko-KR">
              <a:solidFill>
                <a:srgbClr val="000000"/>
              </a:solidFill>
              <a:latin typeface="Calibri"/>
              <a:ea typeface="Calibri"/>
              <a:cs typeface="Calibri"/>
            </a:endParaRPr>
          </a:p>
        </p:txBody>
      </p:sp>
      <p:sp>
        <p:nvSpPr>
          <p:cNvPr id="170" name="dp42-comparison / n142 / fold">
            <a:extLst>
              <a:ext uri="{FF2B5EF4-FFF2-40B4-BE49-F238E27FC236}">
                <ns2:creationId id="{20E90AF9-CF73-4F5F-9848-1CFDC5DA5B0D}"/>
              </a:ext>
            </a:extLst>
          </p:cNvPr>
          <p:cNvSpPr>
            <a:spLocks noGrp="1"/>
          </p:cNvSpPr>
          <p:nvPr/>
        </p:nvSpPr>
        <p:spPr>
          <a:xfrm>
            <a:off x="902017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75" name="dp42-comparison / n145">
            <a:extLst>
              <a:ext uri="{FF2B5EF4-FFF2-40B4-BE49-F238E27FC236}">
                <ns2:creationId id="{7AC68273-2825-40B3-9939-09A92DFDA9C5}"/>
              </a:ext>
            </a:extLst>
          </p:cNvPr>
          <p:cNvSpPr>
            <a:spLocks noGrp="1"/>
          </p:cNvSpPr>
          <p:nvPr/>
        </p:nvSpPr>
        <p:spPr>
          <a:xfrm>
            <a:off x="1647825" y="6953250"/>
            <a:ext cx="2961894" cy="179070"/>
          </a:xfrm>
          <a:prstGeom prst="rect">
            <a:avLst/>
          </a:prstGeom>
          <a:solidFill>
            <a:srgbClr val="FFFFFF"/>
          </a:solidFill>
          <a:ln w="0">
            <a:noFill/>
            <a:prstDash val="solid"/>
          </a:ln>
        </p:spPr>
      </p:sp>
      <p:sp>
        <p:nvSpPr>
          <p:cNvPr id="176" name="dp42-comparison / n146 / text 1">
            <a:extLst>
              <a:ext uri="{FF2B5EF4-FFF2-40B4-BE49-F238E27FC236}">
                <ns2:creationId id="{CEEAD770-4613-474C-94A7-3F24E97C11F6}"/>
              </a:ext>
            </a:extLst>
          </p:cNvPr>
          <p:cNvSpPr>
            <a:spLocks noGrp="1"/>
          </p:cNvSpPr>
          <p:nvPr/>
        </p:nvSpPr>
        <p:spPr>
          <a:xfrm>
            <a:off x="1666875" y="69627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상반기 답변의 로컬 확정</a:t>
            </a:r>
            <a:endParaRPr lang="ko-KR">
              <a:solidFill>
                <a:srgbClr val="000000"/>
              </a:solidFill>
              <a:latin typeface="Calibri"/>
              <a:ea typeface="Calibri"/>
              <a:cs typeface="Calibri"/>
            </a:endParaRPr>
          </a:p>
        </p:txBody>
      </p:sp>
      <p:sp>
        <p:nvSpPr>
          <p:cNvPr id="177" name="dp42-comparison / n155">
            <a:extLst>
              <a:ext uri="{FF2B5EF4-FFF2-40B4-BE49-F238E27FC236}">
                <ns2:creationId id="{A61225C5-E548-480D-803A-342B032BDB9E}"/>
              </a:ext>
            </a:extLst>
          </p:cNvPr>
          <p:cNvSpPr>
            <a:spLocks noGrp="1"/>
          </p:cNvSpPr>
          <p:nvPr/>
        </p:nvSpPr>
        <p:spPr>
          <a:xfrm>
            <a:off x="1647825" y="7448550"/>
            <a:ext cx="3101340" cy="114300"/>
          </a:xfrm>
          <a:prstGeom prst="rect">
            <a:avLst/>
          </a:prstGeom>
          <a:solidFill>
            <a:srgbClr val="FFFFFF"/>
          </a:solidFill>
          <a:ln w="0">
            <a:noFill/>
            <a:prstDash val="solid"/>
          </a:ln>
        </p:spPr>
      </p:sp>
      <p:sp>
        <p:nvSpPr>
          <p:cNvPr id="178" name="dp42-comparison / n156 / text 1">
            <a:extLst>
              <a:ext uri="{FF2B5EF4-FFF2-40B4-BE49-F238E27FC236}">
                <ns2:creationId id="{E5308301-6EA0-4871-A95C-49CED5A43455}"/>
              </a:ext>
            </a:extLst>
          </p:cNvPr>
          <p:cNvSpPr>
            <a:spLocks noGrp="1"/>
          </p:cNvSpPr>
          <p:nvPr/>
        </p:nvSpPr>
        <p:spPr>
          <a:xfrm>
            <a:off x="1666875" y="7458075"/>
            <a:ext cx="7524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충돌과 실패: 함께 미반영 / 모델과 외부 통신은 transaction 밖</a:t>
            </a:r>
            <a:endParaRPr lang="ko-KR">
              <a:solidFill>
                <a:srgbClr val="000000"/>
              </a:solidFill>
              <a:latin typeface="Calibri"/>
              <a:ea typeface="Calibri"/>
              <a:cs typeface="Calibri"/>
            </a:endParaRPr>
          </a:p>
        </p:txBody>
      </p:sp>
      <p:sp>
        <p:nvSpPr>
          <p:cNvPr id="179" name="dp42-comparison / n157">
            <a:extLst>
              <a:ext uri="{FF2B5EF4-FFF2-40B4-BE49-F238E27FC236}">
                <ns2:creationId id="{791D83F5-79C2-4356-8D21-71DF34DB67E2}"/>
              </a:ext>
            </a:extLst>
          </p:cNvPr>
          <p:cNvSpPr>
            <a:spLocks noGrp="1"/>
          </p:cNvSpPr>
          <p:nvPr/>
        </p:nvSpPr>
        <p:spPr>
          <a:xfrm>
            <a:off x="9953625" y="2409825"/>
            <a:ext cx="2571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81" name="dp42-comparison / n161 / path">
            <a:extLst>
              <a:ext uri="{FF2B5EF4-FFF2-40B4-BE49-F238E27FC236}">
                <ns2:creationId id="{E064153E-4331-44CE-B0D4-B0E11474ADC2}"/>
              </a:ext>
            </a:extLst>
          </p:cNvPr>
          <p:cNvSpPr>
            <a:spLocks noGrp="1"/>
          </p:cNvSpPr>
          <p:nvPr/>
        </p:nvSpPr>
        <p:spPr>
          <a:xfrm>
            <a:off x="12525375" y="2562225"/>
            <a:ext cx="333375" cy="953"/>
          </a:xfrm>
          <a:custGeom>
            <a:pathLst>
              <a:path w="333375" h="953">
                <a:moveTo>
                  <a:pt x="0" y="0"/>
                </a:moveTo>
                <a:lnTo>
                  <a:pt x="333375" y="0"/>
                </a:lnTo>
              </a:path>
            </a:pathLst>
          </a:custGeom>
          <a:noFill/>
          <a:ln w="10478">
            <a:solidFill>
              <a:srgbClr val="000000"/>
            </a:solidFill>
            <a:prstDash val="solid"/>
          </a:ln>
        </p:spPr>
      </p:sp>
      <p:sp>
        <p:nvSpPr>
          <p:cNvPr id="182" name="dp42-comparison / n161 / arrow">
            <a:extLst>
              <a:ext uri="{FF2B5EF4-FFF2-40B4-BE49-F238E27FC236}">
                <ns2:creationId id="{455CB784-FD8D-4FD0-954C-15DF05EADA91}"/>
              </a:ext>
            </a:extLst>
          </p:cNvPr>
          <p:cNvSpPr>
            <a:spLocks noGrp="1"/>
          </p:cNvSpPr>
          <p:nvPr/>
        </p:nvSpPr>
        <p:spPr>
          <a:xfrm>
            <a:off x="12791694" y="2528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3" name="dp42-comparison / n166 / path">
            <a:extLst>
              <a:ext uri="{FF2B5EF4-FFF2-40B4-BE49-F238E27FC236}">
                <ns2:creationId id="{D81372E8-E40C-4843-A8B7-54B443B30B5E}"/>
              </a:ext>
            </a:extLst>
          </p:cNvPr>
          <p:cNvSpPr>
            <a:spLocks noGrp="1"/>
          </p:cNvSpPr>
          <p:nvPr/>
        </p:nvSpPr>
        <p:spPr>
          <a:xfrm>
            <a:off x="11391900" y="3067050"/>
            <a:ext cx="6076950" cy="953"/>
          </a:xfrm>
          <a:custGeom>
            <a:pathLst>
              <a:path w="6076950" h="953">
                <a:moveTo>
                  <a:pt x="0" y="0"/>
                </a:moveTo>
                <a:lnTo>
                  <a:pt x="6076950" y="0"/>
                </a:lnTo>
              </a:path>
            </a:pathLst>
          </a:custGeom>
          <a:noFill/>
          <a:ln w="10478">
            <a:solidFill>
              <a:srgbClr val="000000"/>
            </a:solidFill>
            <a:prstDash val="solid"/>
          </a:ln>
        </p:spPr>
      </p:sp>
      <p:sp>
        <p:nvSpPr>
          <p:cNvPr id="184" name="dp42-comparison / n171 / path">
            <a:extLst>
              <a:ext uri="{FF2B5EF4-FFF2-40B4-BE49-F238E27FC236}">
                <ns2:creationId id="{F5AE7F17-9F4A-4C48-BBB1-583101B68D52}"/>
              </a:ext>
            </a:extLst>
          </p:cNvPr>
          <p:cNvSpPr>
            <a:spLocks noGrp="1"/>
          </p:cNvSpPr>
          <p:nvPr/>
        </p:nvSpPr>
        <p:spPr>
          <a:xfrm>
            <a:off x="11391900" y="3238500"/>
            <a:ext cx="4038600" cy="953"/>
          </a:xfrm>
          <a:custGeom>
            <a:pathLst>
              <a:path w="4038600" h="953">
                <a:moveTo>
                  <a:pt x="0" y="0"/>
                </a:moveTo>
                <a:lnTo>
                  <a:pt x="4038600" y="0"/>
                </a:lnTo>
              </a:path>
            </a:pathLst>
          </a:custGeom>
          <a:noFill/>
          <a:ln w="10478">
            <a:solidFill>
              <a:srgbClr val="000000"/>
            </a:solidFill>
            <a:prstDash val="solid"/>
          </a:ln>
        </p:spPr>
      </p:sp>
      <p:sp>
        <p:nvSpPr>
          <p:cNvPr id="185" name="dp42-comparison / n176 / path">
            <a:extLst>
              <a:ext uri="{FF2B5EF4-FFF2-40B4-BE49-F238E27FC236}">
                <ns2:creationId id="{4CEDAEBC-EAC5-4CBA-85B3-9628D71AE548}"/>
              </a:ext>
            </a:extLst>
          </p:cNvPr>
          <p:cNvSpPr>
            <a:spLocks noGrp="1"/>
          </p:cNvSpPr>
          <p:nvPr/>
        </p:nvSpPr>
        <p:spPr>
          <a:xfrm>
            <a:off x="11391900" y="3409950"/>
            <a:ext cx="6076950" cy="953"/>
          </a:xfrm>
          <a:custGeom>
            <a:pathLst>
              <a:path w="6076950" h="953">
                <a:moveTo>
                  <a:pt x="0" y="0"/>
                </a:moveTo>
                <a:lnTo>
                  <a:pt x="6076950" y="0"/>
                </a:lnTo>
              </a:path>
            </a:pathLst>
          </a:custGeom>
          <a:noFill/>
          <a:ln w="10478">
            <a:solidFill>
              <a:srgbClr val="000000"/>
            </a:solidFill>
            <a:prstDash val="solid"/>
          </a:ln>
        </p:spPr>
      </p:sp>
      <p:sp>
        <p:nvSpPr>
          <p:cNvPr id="186" name="dp42-comparison / n181 / path">
            <a:extLst>
              <a:ext uri="{FF2B5EF4-FFF2-40B4-BE49-F238E27FC236}">
                <ns2:creationId id="{5F6A1C93-EB90-48FB-9EF7-516936B3F99C}"/>
              </a:ext>
            </a:extLst>
          </p:cNvPr>
          <p:cNvSpPr>
            <a:spLocks noGrp="1"/>
          </p:cNvSpPr>
          <p:nvPr/>
        </p:nvSpPr>
        <p:spPr>
          <a:xfrm>
            <a:off x="11391900" y="3581400"/>
            <a:ext cx="6076950" cy="953"/>
          </a:xfrm>
          <a:custGeom>
            <a:pathLst>
              <a:path w="6076950" h="953">
                <a:moveTo>
                  <a:pt x="0" y="0"/>
                </a:moveTo>
                <a:lnTo>
                  <a:pt x="6076950" y="0"/>
                </a:lnTo>
              </a:path>
            </a:pathLst>
          </a:custGeom>
          <a:noFill/>
          <a:ln w="10478">
            <a:solidFill>
              <a:srgbClr val="000000"/>
            </a:solidFill>
            <a:prstDash val="solid"/>
          </a:ln>
        </p:spPr>
      </p:sp>
      <p:sp>
        <p:nvSpPr>
          <p:cNvPr id="187" name="dp42-comparison / n184">
            <a:extLst>
              <a:ext uri="{FF2B5EF4-FFF2-40B4-BE49-F238E27FC236}">
                <ns2:creationId id="{AE24BFCF-70C1-4324-A075-77C511392AEF}"/>
              </a:ext>
            </a:extLst>
          </p:cNvPr>
          <p:cNvSpPr>
            <a:spLocks noGrp="1"/>
          </p:cNvSpPr>
          <p:nvPr/>
        </p:nvSpPr>
        <p:spPr>
          <a:xfrm>
            <a:off x="9858375" y="3638550"/>
            <a:ext cx="3238500" cy="2419350"/>
          </a:xfrm>
          <a:prstGeom prst="rect">
            <a:avLst/>
          </a:prstGeom>
          <a:solidFill>
            <a:srgbClr val="FFFFFF"/>
          </a:solidFill>
          <a:ln w="24765">
            <a:solidFill>
              <a:srgbClr val="B8753F"/>
            </a:solidFill>
            <a:prstDash val="dash"/>
          </a:ln>
        </p:spPr>
        <p:txBody>
          <a:bodyPr wrap="none" lIns="123825" tIns="95250" rIns="123825" bIns="20340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대화 서비스 실행 경계</a:t>
            </a:r>
            <a:endParaRPr lang="ko-KR">
              <a:solidFill>
                <a:srgbClr val="000000"/>
              </a:solidFill>
              <a:latin typeface="Calibri"/>
              <a:ea typeface="Calibri"/>
              <a:cs typeface="Calibri"/>
            </a:endParaRPr>
          </a:p>
        </p:txBody>
      </p:sp>
      <p:sp>
        <p:nvSpPr>
          <p:cNvPr id="189" name="dp42-comparison / n186">
            <a:extLst>
              <a:ext uri="{FF2B5EF4-FFF2-40B4-BE49-F238E27FC236}">
                <ns2:creationId id="{5C8065C3-8809-4F7A-BE53-D92F8DF845DD}"/>
              </a:ext>
            </a:extLst>
          </p:cNvPr>
          <p:cNvSpPr>
            <a:spLocks noGrp="1"/>
          </p:cNvSpPr>
          <p:nvPr/>
        </p:nvSpPr>
        <p:spPr>
          <a:xfrm>
            <a:off x="14097000" y="3638550"/>
            <a:ext cx="3476625" cy="2419350"/>
          </a:xfrm>
          <a:prstGeom prst="rect">
            <a:avLst/>
          </a:prstGeom>
          <a:solidFill>
            <a:srgbClr val="FFFFFF"/>
          </a:solidFill>
          <a:ln w="24765">
            <a:solidFill>
              <a:srgbClr val="B8753F"/>
            </a:solidFill>
            <a:prstDash val="dash"/>
          </a:ln>
        </p:spPr>
        <p:txBody>
          <a:bodyPr wrap="none" lIns="123825" tIns="95250" rIns="123825" bIns="20340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서비스 실행 경계</a:t>
            </a:r>
            <a:endParaRPr lang="ko-KR">
              <a:solidFill>
                <a:srgbClr val="000000"/>
              </a:solidFill>
              <a:latin typeface="Calibri"/>
              <a:ea typeface="Calibri"/>
              <a:cs typeface="Calibri"/>
            </a:endParaRPr>
          </a:p>
        </p:txBody>
      </p:sp>
      <p:sp>
        <p:nvSpPr>
          <p:cNvPr id="191" name="dp42-comparison / n188">
            <a:extLst>
              <a:ext uri="{FF2B5EF4-FFF2-40B4-BE49-F238E27FC236}">
                <ns2:creationId id="{CDBCD7BD-8E84-44AF-A47D-F531669303A9}"/>
              </a:ext>
            </a:extLst>
          </p:cNvPr>
          <p:cNvSpPr>
            <a:spLocks noGrp="1"/>
          </p:cNvSpPr>
          <p:nvPr/>
        </p:nvSpPr>
        <p:spPr>
          <a:xfrm>
            <a:off x="10001250" y="4048125"/>
            <a:ext cx="2952750" cy="857250"/>
          </a:xfrm>
          <a:prstGeom prst="rect">
            <a:avLst/>
          </a:prstGeom>
          <a:solidFill>
            <a:srgbClr val="FFFFFF"/>
          </a:solidFill>
          <a:ln w="9525">
            <a:solidFill>
              <a:srgbClr val="000000"/>
            </a:solidFill>
            <a:prstDash val="solid"/>
          </a:ln>
        </p:spPr>
        <p:txBody>
          <a:bodyPr wrap="none" lIns="123825" tIns="95250" rIns="123825" bIns="4719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93" name="dp42-comparison / n190">
            <a:extLst>
              <a:ext uri="{FF2B5EF4-FFF2-40B4-BE49-F238E27FC236}">
                <ns2:creationId id="{541C4357-C268-42BD-A623-D15FD28EA415}"/>
              </a:ext>
            </a:extLst>
          </p:cNvPr>
          <p:cNvSpPr>
            <a:spLocks noGrp="1"/>
          </p:cNvSpPr>
          <p:nvPr/>
        </p:nvSpPr>
        <p:spPr>
          <a:xfrm>
            <a:off x="10096500" y="4562475"/>
            <a:ext cx="2762250" cy="238125"/>
          </a:xfrm>
          <a:prstGeom prst="can">
            <a:avLst>
              <a:gd name="adj" fmla="val 20000"/>
            </a:avLst>
          </a:prstGeom>
          <a:solidFill>
            <a:srgbClr val="FFFFFF"/>
          </a:solidFill>
          <a:ln w="9525">
            <a:solidFill>
              <a:srgbClr val="000000"/>
            </a:solidFill>
            <a:prstDash val="solid"/>
          </a:ln>
        </p:spPr>
        <p:txBody>
          <a:bodyPr wrap="none" lIns="85725" tIns="50483" rIns="85725" bIns="21907"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195" name="dp42-comparison / n192">
            <a:extLst>
              <a:ext uri="{FF2B5EF4-FFF2-40B4-BE49-F238E27FC236}">
                <ns2:creationId id="{8F2C2826-2412-4680-B9CB-3BD8903450A0}"/>
              </a:ext>
            </a:extLst>
          </p:cNvPr>
          <p:cNvSpPr>
            <a:spLocks noGrp="1"/>
          </p:cNvSpPr>
          <p:nvPr/>
        </p:nvSpPr>
        <p:spPr>
          <a:xfrm>
            <a:off x="14239875" y="4048125"/>
            <a:ext cx="3190875" cy="1114425"/>
          </a:xfrm>
          <a:prstGeom prst="rect">
            <a:avLst/>
          </a:prstGeom>
          <a:solidFill>
            <a:srgbClr val="FFFFFF"/>
          </a:solidFill>
          <a:ln w="9525">
            <a:solidFill>
              <a:srgbClr val="000000"/>
            </a:solidFill>
            <a:prstDash val="solid"/>
          </a:ln>
        </p:spPr>
        <p:txBody>
          <a:bodyPr wrap="none" lIns="123825" tIns="95250" rIns="123825" bIns="729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97" name="dp42-comparison / n194">
            <a:extLst>
              <a:ext uri="{FF2B5EF4-FFF2-40B4-BE49-F238E27FC236}">
                <ns2:creationId id="{E2B68D76-579E-4CAC-B75B-2FAD6EE8C3C9}"/>
              </a:ext>
            </a:extLst>
          </p:cNvPr>
          <p:cNvSpPr>
            <a:spLocks noGrp="1"/>
          </p:cNvSpPr>
          <p:nvPr/>
        </p:nvSpPr>
        <p:spPr>
          <a:xfrm>
            <a:off x="14382750" y="4400550"/>
            <a:ext cx="2905125" cy="209550"/>
          </a:xfrm>
          <a:prstGeom prst="roundRect">
            <a:avLst>
              <a:gd name="adj" fmla="val 36364"/>
            </a:avLst>
          </a:prstGeom>
          <a:solidFill>
            <a:srgbClr val="FFF6DE"/>
          </a:solidFill>
          <a:ln w="17145">
            <a:solidFill>
              <a:srgbClr val="B8753F"/>
            </a:solidFill>
            <a:prstDash val="solid"/>
          </a:ln>
        </p:spPr>
        <p:txBody>
          <a:bodyPr wrap="none" lIns="85725" tIns="18098" rIns="85725"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업무 접수·전송 게이트</a:t>
            </a:r>
            <a:endParaRPr lang="ko-KR">
              <a:solidFill>
                <a:srgbClr val="000000"/>
              </a:solidFill>
              <a:latin typeface="Calibri"/>
              <a:ea typeface="Calibri"/>
              <a:cs typeface="Calibri"/>
            </a:endParaRPr>
          </a:p>
        </p:txBody>
      </p:sp>
      <p:sp>
        <p:nvSpPr>
          <p:cNvPr id="199" name="dp42-comparison / n196">
            <a:extLst>
              <a:ext uri="{FF2B5EF4-FFF2-40B4-BE49-F238E27FC236}">
                <ns2:creationId id="{1CB57076-7289-4CED-ABA0-13191D572F3B}"/>
              </a:ext>
            </a:extLst>
          </p:cNvPr>
          <p:cNvSpPr>
            <a:spLocks noGrp="1"/>
          </p:cNvSpPr>
          <p:nvPr/>
        </p:nvSpPr>
        <p:spPr>
          <a:xfrm>
            <a:off x="14335125" y="4743450"/>
            <a:ext cx="3000375" cy="257175"/>
          </a:xfrm>
          <a:prstGeom prst="can">
            <a:avLst>
              <a:gd name="adj" fmla="val 20000"/>
            </a:avLst>
          </a:prstGeom>
          <a:solidFill>
            <a:srgbClr val="FFFFFF"/>
          </a:solidFill>
          <a:ln w="9525">
            <a:solidFill>
              <a:srgbClr val="000000"/>
            </a:solidFill>
            <a:prstDash val="solid"/>
          </a:ln>
        </p:spPr>
        <p:txBody>
          <a:bodyPr wrap="none" lIns="85725" tIns="60008" rIns="85725" bIns="31432"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201" name="dp42-comparison / n198">
            <a:extLst>
              <a:ext uri="{FF2B5EF4-FFF2-40B4-BE49-F238E27FC236}">
                <ns2:creationId id="{88902767-F5D0-431D-8D5B-D0FA77DE4A89}"/>
              </a:ext>
            </a:extLst>
          </p:cNvPr>
          <p:cNvSpPr>
            <a:spLocks noGrp="1"/>
          </p:cNvSpPr>
          <p:nvPr/>
        </p:nvSpPr>
        <p:spPr>
          <a:xfrm>
            <a:off x="10001250" y="5038725"/>
            <a:ext cx="2952750" cy="571500"/>
          </a:xfrm>
          <a:prstGeom prst="rect">
            <a:avLst/>
          </a:prstGeom>
          <a:solidFill>
            <a:srgbClr val="FFFFFF"/>
          </a:solidFill>
          <a:ln w="9525">
            <a:solidFill>
              <a:srgbClr val="000000"/>
            </a:solidFill>
            <a:prstDash val="solid"/>
          </a:ln>
        </p:spPr>
        <p:txBody>
          <a:bodyPr wrap="none" lIns="123825" tIns="95250" rIns="123825" bIns="1862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203" name="dp42-comparison / n200">
            <a:extLst>
              <a:ext uri="{FF2B5EF4-FFF2-40B4-BE49-F238E27FC236}">
                <ns2:creationId id="{C3CB287A-96C0-4E86-A24C-83945E974967}"/>
              </a:ext>
            </a:extLst>
          </p:cNvPr>
          <p:cNvSpPr>
            <a:spLocks noGrp="1"/>
          </p:cNvSpPr>
          <p:nvPr/>
        </p:nvSpPr>
        <p:spPr>
          <a:xfrm>
            <a:off x="10096500" y="5343525"/>
            <a:ext cx="2762250" cy="247650"/>
          </a:xfrm>
          <a:prstGeom prst="can">
            <a:avLst>
              <a:gd name="adj" fmla="val 20000"/>
            </a:avLst>
          </a:prstGeom>
          <a:solidFill>
            <a:srgbClr val="FFFFFF"/>
          </a:solidFill>
          <a:ln w="9525">
            <a:solidFill>
              <a:srgbClr val="000000"/>
            </a:solidFill>
            <a:prstDash val="solid"/>
          </a:ln>
        </p:spPr>
        <p:txBody>
          <a:bodyPr wrap="none" lIns="85725" tIns="66675" rIns="85725" bIns="42862"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Publication Ledger</a:t>
            </a:r>
            <a:endParaRPr lang="ko-KR">
              <a:solidFill>
                <a:srgbClr val="000000"/>
              </a:solidFill>
              <a:latin typeface="Calibri"/>
              <a:ea typeface="Calibri"/>
              <a:cs typeface="Calibri"/>
            </a:endParaRPr>
          </a:p>
        </p:txBody>
      </p:sp>
      <p:sp>
        <p:nvSpPr>
          <p:cNvPr id="205" name="dp42-comparison / n202">
            <a:extLst>
              <a:ext uri="{FF2B5EF4-FFF2-40B4-BE49-F238E27FC236}">
                <ns2:creationId id="{62A3E8C4-9C54-436D-881B-C9A3EB013333}"/>
              </a:ext>
            </a:extLst>
          </p:cNvPr>
          <p:cNvSpPr>
            <a:spLocks noGrp="1"/>
          </p:cNvSpPr>
          <p:nvPr/>
        </p:nvSpPr>
        <p:spPr>
          <a:xfrm>
            <a:off x="14239875" y="5267325"/>
            <a:ext cx="3190875" cy="285750"/>
          </a:xfrm>
          <a:prstGeom prst="rect">
            <a:avLst/>
          </a:prstGeom>
          <a:solidFill>
            <a:srgbClr val="FFFFFF"/>
          </a:solidFill>
          <a:ln w="9525">
            <a:solidFill>
              <a:srgbClr val="000000"/>
            </a:solidFill>
            <a:prstDash val="solid"/>
          </a:ln>
        </p:spPr>
        <p:txBody>
          <a:bodyPr wrap="none" lIns="85725" tIns="31433" rIns="85725" bIns="571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207" name="dp42-comparison / n206 / path">
            <a:extLst>
              <a:ext uri="{FF2B5EF4-FFF2-40B4-BE49-F238E27FC236}">
                <ns2:creationId id="{AC07CF4F-7CB4-4F5E-B325-25B5EE7DBE2E}"/>
              </a:ext>
            </a:extLst>
          </p:cNvPr>
          <p:cNvSpPr>
            <a:spLocks noGrp="1"/>
          </p:cNvSpPr>
          <p:nvPr/>
        </p:nvSpPr>
        <p:spPr>
          <a:xfrm>
            <a:off x="9858375" y="2562225"/>
            <a:ext cx="142875" cy="1638300"/>
          </a:xfrm>
          <a:custGeom>
            <a:pathLst>
              <a:path w="142875" h="1638300">
                <a:moveTo>
                  <a:pt x="95250" y="0"/>
                </a:moveTo>
                <a:lnTo>
                  <a:pt x="0" y="0"/>
                </a:lnTo>
                <a:lnTo>
                  <a:pt x="0" y="1638300"/>
                </a:lnTo>
                <a:lnTo>
                  <a:pt x="142875" y="1638300"/>
                </a:lnTo>
              </a:path>
            </a:pathLst>
          </a:custGeom>
          <a:noFill/>
          <a:ln w="10478">
            <a:solidFill>
              <a:srgbClr val="000000"/>
            </a:solidFill>
            <a:prstDash val="solid"/>
          </a:ln>
        </p:spPr>
      </p:sp>
      <p:sp>
        <p:nvSpPr>
          <p:cNvPr id="208" name="dp42-comparison / n206 / arrow">
            <a:extLst>
              <a:ext uri="{FF2B5EF4-FFF2-40B4-BE49-F238E27FC236}">
                <ns2:creationId id="{193394F1-5A9C-4139-AA33-F34C1C0239B2}"/>
              </a:ext>
            </a:extLst>
          </p:cNvPr>
          <p:cNvSpPr>
            <a:spLocks noGrp="1"/>
          </p:cNvSpPr>
          <p:nvPr/>
        </p:nvSpPr>
        <p:spPr>
          <a:xfrm>
            <a:off x="9934194"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09" name="dp42-comparison / n207">
            <a:extLst>
              <a:ext uri="{FF2B5EF4-FFF2-40B4-BE49-F238E27FC236}">
                <ns2:creationId id="{4247294D-6B06-47DC-BAB6-08520B8C4662}"/>
              </a:ext>
            </a:extLst>
          </p:cNvPr>
          <p:cNvSpPr>
            <a:spLocks noGrp="1"/>
          </p:cNvSpPr>
          <p:nvPr/>
        </p:nvSpPr>
        <p:spPr>
          <a:xfrm>
            <a:off x="10001250" y="5667375"/>
            <a:ext cx="2952750" cy="295275"/>
          </a:xfrm>
          <a:prstGeom prst="rect">
            <a:avLst/>
          </a:prstGeom>
          <a:solidFill>
            <a:srgbClr val="FFFFFF"/>
          </a:solidFill>
          <a:ln w="9525">
            <a:solidFill>
              <a:srgbClr val="000000"/>
            </a:solidFill>
            <a:prstDash val="solid"/>
          </a:ln>
        </p:spPr>
        <p:txBody>
          <a:bodyPr wrap="none" lIns="85725" tIns="36195" rIns="85725" bIns="1047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11" name="dp42-comparison / n209">
            <a:extLst>
              <a:ext uri="{FF2B5EF4-FFF2-40B4-BE49-F238E27FC236}">
                <ns2:creationId id="{EF1145CC-9879-43F1-9272-14F843293CF4}"/>
              </a:ext>
            </a:extLst>
          </p:cNvPr>
          <p:cNvSpPr>
            <a:spLocks noGrp="1"/>
          </p:cNvSpPr>
          <p:nvPr/>
        </p:nvSpPr>
        <p:spPr>
          <a:xfrm>
            <a:off x="14239875" y="5667375"/>
            <a:ext cx="3190875" cy="295275"/>
          </a:xfrm>
          <a:prstGeom prst="rect">
            <a:avLst/>
          </a:prstGeom>
          <a:solidFill>
            <a:srgbClr val="FFFFFF"/>
          </a:solidFill>
          <a:ln w="9525">
            <a:solidFill>
              <a:srgbClr val="000000"/>
            </a:solidFill>
            <a:prstDash val="solid"/>
          </a:ln>
        </p:spPr>
        <p:txBody>
          <a:bodyPr wrap="none" lIns="85725" tIns="36195" rIns="85725" bIns="1047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13" name="dp42-comparison / n211 / path">
            <a:extLst>
              <a:ext uri="{FF2B5EF4-FFF2-40B4-BE49-F238E27FC236}">
                <ns2:creationId id="{A4A48178-8D79-4D57-9455-CDF95F972256}"/>
              </a:ext>
            </a:extLst>
          </p:cNvPr>
          <p:cNvSpPr>
            <a:spLocks noGrp="1"/>
          </p:cNvSpPr>
          <p:nvPr/>
        </p:nvSpPr>
        <p:spPr>
          <a:xfrm>
            <a:off x="12954000" y="4200525"/>
            <a:ext cx="1285875" cy="953"/>
          </a:xfrm>
          <a:custGeom>
            <a:pathLst>
              <a:path w="1285875" h="953">
                <a:moveTo>
                  <a:pt x="0" y="0"/>
                </a:moveTo>
                <a:lnTo>
                  <a:pt x="1285875" y="0"/>
                </a:lnTo>
              </a:path>
            </a:pathLst>
          </a:custGeom>
          <a:noFill/>
          <a:ln w="10478">
            <a:solidFill>
              <a:srgbClr val="000000"/>
            </a:solidFill>
            <a:prstDash val="solid"/>
          </a:ln>
        </p:spPr>
      </p:sp>
      <p:sp>
        <p:nvSpPr>
          <p:cNvPr id="214" name="dp42-comparison / n211 / arrow">
            <a:extLst>
              <a:ext uri="{FF2B5EF4-FFF2-40B4-BE49-F238E27FC236}">
                <ns2:creationId id="{6332AB89-4CD8-454E-BADA-CF62F9532017}"/>
              </a:ext>
            </a:extLst>
          </p:cNvPr>
          <p:cNvSpPr>
            <a:spLocks noGrp="1"/>
          </p:cNvSpPr>
          <p:nvPr/>
        </p:nvSpPr>
        <p:spPr>
          <a:xfrm>
            <a:off x="14172819"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15" name="dp42-comparison / n214 / path">
            <a:extLst>
              <a:ext uri="{FF2B5EF4-FFF2-40B4-BE49-F238E27FC236}">
                <ns2:creationId id="{F7D9E950-F3E9-47B5-8874-C13769C37209}"/>
              </a:ext>
            </a:extLst>
          </p:cNvPr>
          <p:cNvSpPr>
            <a:spLocks noGrp="1"/>
          </p:cNvSpPr>
          <p:nvPr/>
        </p:nvSpPr>
        <p:spPr>
          <a:xfrm>
            <a:off x="12954000" y="4371975"/>
            <a:ext cx="1285875" cy="571500"/>
          </a:xfrm>
          <a:custGeom>
            <a:pathLst>
              <a:path w="1285875" h="571500">
                <a:moveTo>
                  <a:pt x="1285875" y="0"/>
                </a:moveTo>
                <a:lnTo>
                  <a:pt x="1181100" y="0"/>
                </a:lnTo>
                <a:lnTo>
                  <a:pt x="1181100" y="571500"/>
                </a:lnTo>
                <a:lnTo>
                  <a:pt x="123825" y="571500"/>
                </a:lnTo>
                <a:lnTo>
                  <a:pt x="123825" y="0"/>
                </a:lnTo>
                <a:lnTo>
                  <a:pt x="0" y="0"/>
                </a:lnTo>
              </a:path>
            </a:pathLst>
          </a:custGeom>
          <a:noFill/>
          <a:ln w="10478">
            <a:solidFill>
              <a:srgbClr val="000000"/>
            </a:solidFill>
            <a:prstDash val="dash"/>
          </a:ln>
        </p:spPr>
      </p:sp>
      <p:sp>
        <p:nvSpPr>
          <p:cNvPr id="216" name="dp42-comparison / n214 / arrow">
            <a:extLst>
              <a:ext uri="{FF2B5EF4-FFF2-40B4-BE49-F238E27FC236}">
                <ns2:creationId id="{908833FF-CD67-47CC-9277-57DC86FB4C97}"/>
              </a:ext>
            </a:extLst>
          </p:cNvPr>
          <p:cNvSpPr>
            <a:spLocks noGrp="1"/>
          </p:cNvSpPr>
          <p:nvPr/>
        </p:nvSpPr>
        <p:spPr>
          <a:xfrm>
            <a:off x="12954000" y="433844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17" name="dp42-comparison / n217 / path">
            <a:extLst>
              <a:ext uri="{FF2B5EF4-FFF2-40B4-BE49-F238E27FC236}">
                <ns2:creationId id="{1016E164-1F46-4020-ABBD-7422634CA4BD}"/>
              </a:ext>
            </a:extLst>
          </p:cNvPr>
          <p:cNvSpPr>
            <a:spLocks noGrp="1"/>
          </p:cNvSpPr>
          <p:nvPr/>
        </p:nvSpPr>
        <p:spPr>
          <a:xfrm>
            <a:off x="11477625" y="4295775"/>
            <a:ext cx="1552575" cy="1371600"/>
          </a:xfrm>
          <a:custGeom>
            <a:pathLst>
              <a:path w="1552575" h="1371600">
                <a:moveTo>
                  <a:pt x="1476375" y="0"/>
                </a:moveTo>
                <a:lnTo>
                  <a:pt x="1552575" y="0"/>
                </a:lnTo>
                <a:lnTo>
                  <a:pt x="1552575" y="1314450"/>
                </a:lnTo>
                <a:lnTo>
                  <a:pt x="0" y="1314450"/>
                </a:lnTo>
                <a:lnTo>
                  <a:pt x="0" y="1371600"/>
                </a:lnTo>
              </a:path>
            </a:pathLst>
          </a:custGeom>
          <a:noFill/>
          <a:ln w="10478">
            <a:solidFill>
              <a:srgbClr val="000000"/>
            </a:solidFill>
            <a:prstDash val="solid"/>
          </a:ln>
        </p:spPr>
      </p:sp>
      <p:sp>
        <p:nvSpPr>
          <p:cNvPr id="218" name="dp42-comparison / n217 / arrow">
            <a:extLst>
              <a:ext uri="{FF2B5EF4-FFF2-40B4-BE49-F238E27FC236}">
                <ns2:creationId id="{85826F5C-1D72-4505-BA26-824B91536E67}"/>
              </a:ext>
            </a:extLst>
          </p:cNvPr>
          <p:cNvSpPr>
            <a:spLocks noGrp="1"/>
          </p:cNvSpPr>
          <p:nvPr/>
        </p:nvSpPr>
        <p:spPr>
          <a:xfrm>
            <a:off x="11444097" y="560031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19" name="dp42-comparison / n218 / path">
            <a:extLst>
              <a:ext uri="{FF2B5EF4-FFF2-40B4-BE49-F238E27FC236}">
                <ns2:creationId id="{523B9EE7-6CC2-4D96-A821-212FC8380D71}"/>
              </a:ext>
            </a:extLst>
          </p:cNvPr>
          <p:cNvSpPr>
            <a:spLocks noGrp="1"/>
          </p:cNvSpPr>
          <p:nvPr/>
        </p:nvSpPr>
        <p:spPr>
          <a:xfrm>
            <a:off x="15835313" y="4295775"/>
            <a:ext cx="1652588" cy="1371600"/>
          </a:xfrm>
          <a:custGeom>
            <a:pathLst>
              <a:path w="1652588" h="1371600">
                <a:moveTo>
                  <a:pt x="1595438" y="0"/>
                </a:moveTo>
                <a:lnTo>
                  <a:pt x="1652588" y="0"/>
                </a:lnTo>
                <a:lnTo>
                  <a:pt x="1652588" y="1314450"/>
                </a:lnTo>
                <a:lnTo>
                  <a:pt x="0" y="1314450"/>
                </a:lnTo>
                <a:lnTo>
                  <a:pt x="0" y="1371600"/>
                </a:lnTo>
              </a:path>
            </a:pathLst>
          </a:custGeom>
          <a:noFill/>
          <a:ln w="10478">
            <a:solidFill>
              <a:srgbClr val="000000"/>
            </a:solidFill>
            <a:prstDash val="solid"/>
          </a:ln>
        </p:spPr>
      </p:sp>
      <p:sp>
        <p:nvSpPr>
          <p:cNvPr id="220" name="dp42-comparison / n218 / arrow">
            <a:extLst>
              <a:ext uri="{FF2B5EF4-FFF2-40B4-BE49-F238E27FC236}">
                <ns2:creationId id="{39AA240F-0098-4C48-8F84-8A7A036121A4}"/>
              </a:ext>
            </a:extLst>
          </p:cNvPr>
          <p:cNvSpPr>
            <a:spLocks noGrp="1"/>
          </p:cNvSpPr>
          <p:nvPr/>
        </p:nvSpPr>
        <p:spPr>
          <a:xfrm>
            <a:off x="15801785" y="560031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21" name="dp42-comparison / n223 / path">
            <a:extLst>
              <a:ext uri="{FF2B5EF4-FFF2-40B4-BE49-F238E27FC236}">
                <ns2:creationId id="{4437FFC7-6CDD-49D8-BD31-93A75FADD7C2}"/>
              </a:ext>
            </a:extLst>
          </p:cNvPr>
          <p:cNvSpPr>
            <a:spLocks noGrp="1"/>
          </p:cNvSpPr>
          <p:nvPr/>
        </p:nvSpPr>
        <p:spPr>
          <a:xfrm>
            <a:off x="15835313" y="4505325"/>
            <a:ext cx="1538288" cy="762000"/>
          </a:xfrm>
          <a:custGeom>
            <a:pathLst>
              <a:path w="1538288" h="762000">
                <a:moveTo>
                  <a:pt x="1452563" y="0"/>
                </a:moveTo>
                <a:lnTo>
                  <a:pt x="1538288" y="0"/>
                </a:lnTo>
                <a:lnTo>
                  <a:pt x="1538288" y="704850"/>
                </a:lnTo>
                <a:lnTo>
                  <a:pt x="0" y="704850"/>
                </a:lnTo>
                <a:lnTo>
                  <a:pt x="0" y="762000"/>
                </a:lnTo>
              </a:path>
            </a:pathLst>
          </a:custGeom>
          <a:noFill/>
          <a:ln w="10478">
            <a:solidFill>
              <a:srgbClr val="000000"/>
            </a:solidFill>
            <a:prstDash val="solid"/>
          </a:ln>
        </p:spPr>
      </p:sp>
      <p:sp>
        <p:nvSpPr>
          <p:cNvPr id="222" name="dp42-comparison / n223 / arrow">
            <a:extLst>
              <a:ext uri="{FF2B5EF4-FFF2-40B4-BE49-F238E27FC236}">
                <ns2:creationId id="{F010CF3E-D722-444B-9DCD-C8B82B2345E5}"/>
              </a:ext>
            </a:extLst>
          </p:cNvPr>
          <p:cNvSpPr>
            <a:spLocks noGrp="1"/>
          </p:cNvSpPr>
          <p:nvPr/>
        </p:nvSpPr>
        <p:spPr>
          <a:xfrm>
            <a:off x="15801785" y="52002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23" name="dp42-comparison / n230 / path">
            <a:extLst>
              <a:ext uri="{FF2B5EF4-FFF2-40B4-BE49-F238E27FC236}">
                <ns2:creationId id="{D5806055-29DB-4EA7-A164-3A081B89EE93}"/>
              </a:ext>
            </a:extLst>
          </p:cNvPr>
          <p:cNvSpPr>
            <a:spLocks noGrp="1"/>
          </p:cNvSpPr>
          <p:nvPr/>
        </p:nvSpPr>
        <p:spPr>
          <a:xfrm>
            <a:off x="12239625" y="6548438"/>
            <a:ext cx="428625" cy="953"/>
          </a:xfrm>
          <a:custGeom>
            <a:pathLst>
              <a:path w="428625" h="953">
                <a:moveTo>
                  <a:pt x="0" y="0"/>
                </a:moveTo>
                <a:lnTo>
                  <a:pt x="428625" y="0"/>
                </a:lnTo>
              </a:path>
            </a:pathLst>
          </a:custGeom>
          <a:noFill/>
          <a:ln w="10478">
            <a:solidFill>
              <a:srgbClr val="B8753F"/>
            </a:solidFill>
            <a:prstDash val="solid"/>
          </a:ln>
        </p:spPr>
      </p:sp>
      <p:sp>
        <p:nvSpPr>
          <p:cNvPr id="224" name="dp42-comparison / n230 / arrow">
            <a:extLst>
              <a:ext uri="{FF2B5EF4-FFF2-40B4-BE49-F238E27FC236}">
                <ns2:creationId id="{16AF8BEF-0F61-438F-852F-94C222135C35}"/>
              </a:ext>
            </a:extLst>
          </p:cNvPr>
          <p:cNvSpPr>
            <a:spLocks noGrp="1"/>
          </p:cNvSpPr>
          <p:nvPr/>
        </p:nvSpPr>
        <p:spPr>
          <a:xfrm>
            <a:off x="12601194" y="65149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5" name="dp42-comparison / n231 / path">
            <a:extLst>
              <a:ext uri="{FF2B5EF4-FFF2-40B4-BE49-F238E27FC236}">
                <ns2:creationId id="{753D3489-35FA-4FD6-B06A-074F9BC62437}"/>
              </a:ext>
            </a:extLst>
          </p:cNvPr>
          <p:cNvSpPr>
            <a:spLocks noGrp="1"/>
          </p:cNvSpPr>
          <p:nvPr/>
        </p:nvSpPr>
        <p:spPr>
          <a:xfrm>
            <a:off x="14954250" y="6548438"/>
            <a:ext cx="333375" cy="953"/>
          </a:xfrm>
          <a:custGeom>
            <a:pathLst>
              <a:path w="333375" h="953">
                <a:moveTo>
                  <a:pt x="0" y="0"/>
                </a:moveTo>
                <a:lnTo>
                  <a:pt x="333375" y="0"/>
                </a:lnTo>
              </a:path>
            </a:pathLst>
          </a:custGeom>
          <a:noFill/>
          <a:ln w="10478">
            <a:solidFill>
              <a:srgbClr val="B8753F"/>
            </a:solidFill>
            <a:prstDash val="solid"/>
          </a:ln>
        </p:spPr>
      </p:sp>
      <p:sp>
        <p:nvSpPr>
          <p:cNvPr id="226" name="dp42-comparison / n231 / arrow">
            <a:extLst>
              <a:ext uri="{FF2B5EF4-FFF2-40B4-BE49-F238E27FC236}">
                <ns2:creationId id="{E5249B08-E6E0-4519-8109-743215F4F872}"/>
              </a:ext>
            </a:extLst>
          </p:cNvPr>
          <p:cNvSpPr>
            <a:spLocks noGrp="1"/>
          </p:cNvSpPr>
          <p:nvPr/>
        </p:nvSpPr>
        <p:spPr>
          <a:xfrm>
            <a:off x="15220569" y="65149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7" name="dp42-comparison / n232 / path">
            <a:extLst>
              <a:ext uri="{FF2B5EF4-FFF2-40B4-BE49-F238E27FC236}">
                <ns2:creationId id="{4F3F883B-FAF0-43ED-8B1B-69B2770C20EB}"/>
              </a:ext>
            </a:extLst>
          </p:cNvPr>
          <p:cNvSpPr>
            <a:spLocks noGrp="1"/>
          </p:cNvSpPr>
          <p:nvPr/>
        </p:nvSpPr>
        <p:spPr>
          <a:xfrm>
            <a:off x="9858375" y="6924675"/>
            <a:ext cx="7715250" cy="953"/>
          </a:xfrm>
          <a:custGeom>
            <a:pathLst>
              <a:path w="7715250" h="953">
                <a:moveTo>
                  <a:pt x="0" y="0"/>
                </a:moveTo>
                <a:lnTo>
                  <a:pt x="7715250" y="0"/>
                </a:lnTo>
              </a:path>
            </a:pathLst>
          </a:custGeom>
          <a:noFill/>
          <a:ln w="10478">
            <a:solidFill>
              <a:srgbClr val="000000"/>
            </a:solidFill>
            <a:prstDash val="solid"/>
          </a:ln>
        </p:spPr>
      </p:sp>
      <p:sp>
        <p:nvSpPr>
          <p:cNvPr id="228" name="dp42-comparison / n235">
            <a:extLst>
              <a:ext uri="{FF2B5EF4-FFF2-40B4-BE49-F238E27FC236}">
                <ns2:creationId id="{DDB5740E-F3E4-485A-9027-F2FA7C2ADA69}"/>
              </a:ext>
            </a:extLst>
          </p:cNvPr>
          <p:cNvSpPr>
            <a:spLocks noGrp="1"/>
          </p:cNvSpPr>
          <p:nvPr/>
        </p:nvSpPr>
        <p:spPr>
          <a:xfrm>
            <a:off x="995362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대화: 의도 저장</a:t>
            </a:r>
            <a:endParaRPr lang="ko-KR">
              <a:solidFill>
                <a:srgbClr val="000000"/>
              </a:solidFill>
              <a:latin typeface="Calibri"/>
              <a:ea typeface="Calibri"/>
              <a:cs typeface="Calibri"/>
            </a:endParaRPr>
          </a:p>
        </p:txBody>
      </p:sp>
      <p:sp>
        <p:nvSpPr>
          <p:cNvPr id="230" name="dp42-comparison / n237">
            <a:extLst>
              <a:ext uri="{FF2B5EF4-FFF2-40B4-BE49-F238E27FC236}">
                <ns2:creationId id="{22E4C20D-0B91-47B5-99A7-E1DB5268801E}"/>
              </a:ext>
            </a:extLst>
          </p:cNvPr>
          <p:cNvSpPr>
            <a:spLocks noGrp="1"/>
          </p:cNvSpPr>
          <p:nvPr/>
        </p:nvSpPr>
        <p:spPr>
          <a:xfrm>
            <a:off x="1262062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Task: 접수 상태 확정</a:t>
            </a:r>
            <a:endParaRPr lang="ko-KR">
              <a:solidFill>
                <a:srgbClr val="000000"/>
              </a:solidFill>
              <a:latin typeface="Calibri"/>
              <a:ea typeface="Calibri"/>
              <a:cs typeface="Calibri"/>
            </a:endParaRPr>
          </a:p>
        </p:txBody>
      </p:sp>
      <p:sp>
        <p:nvSpPr>
          <p:cNvPr id="232" name="dp42-comparison / n239 / path">
            <a:extLst>
              <a:ext uri="{FF2B5EF4-FFF2-40B4-BE49-F238E27FC236}">
                <ns2:creationId id="{3BB64326-AD0A-40BB-9393-AEFC1860CCD7}"/>
              </a:ext>
            </a:extLst>
          </p:cNvPr>
          <p:cNvSpPr>
            <a:spLocks noGrp="1"/>
          </p:cNvSpPr>
          <p:nvPr/>
        </p:nvSpPr>
        <p:spPr>
          <a:xfrm>
            <a:off x="12192000" y="7319963"/>
            <a:ext cx="428625" cy="953"/>
          </a:xfrm>
          <a:custGeom>
            <a:pathLst>
              <a:path w="428625" h="953">
                <a:moveTo>
                  <a:pt x="0" y="0"/>
                </a:moveTo>
                <a:lnTo>
                  <a:pt x="428625" y="0"/>
                </a:lnTo>
              </a:path>
            </a:pathLst>
          </a:custGeom>
          <a:noFill/>
          <a:ln w="10478">
            <a:solidFill>
              <a:srgbClr val="B8753F"/>
            </a:solidFill>
            <a:prstDash val="solid"/>
          </a:ln>
        </p:spPr>
      </p:sp>
      <p:sp>
        <p:nvSpPr>
          <p:cNvPr id="233" name="dp42-comparison / n239 / arrow">
            <a:extLst>
              <a:ext uri="{FF2B5EF4-FFF2-40B4-BE49-F238E27FC236}">
                <ns2:creationId id="{7222CCD2-B47F-419F-9984-63AF3B625CF6}"/>
              </a:ext>
            </a:extLst>
          </p:cNvPr>
          <p:cNvSpPr>
            <a:spLocks noGrp="1"/>
          </p:cNvSpPr>
          <p:nvPr/>
        </p:nvSpPr>
        <p:spPr>
          <a:xfrm>
            <a:off x="1255356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4" name="dp42-comparison / n240">
            <a:extLst>
              <a:ext uri="{FF2B5EF4-FFF2-40B4-BE49-F238E27FC236}">
                <ns2:creationId id="{B6F1E930-AB9D-4E05-BF25-A3178165D879}"/>
              </a:ext>
            </a:extLst>
          </p:cNvPr>
          <p:cNvSpPr>
            <a:spLocks noGrp="1"/>
          </p:cNvSpPr>
          <p:nvPr/>
        </p:nvSpPr>
        <p:spPr>
          <a:xfrm>
            <a:off x="15287625" y="71913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대화: 접수 receipt 반영</a:t>
            </a:r>
            <a:endParaRPr lang="ko-KR">
              <a:solidFill>
                <a:srgbClr val="000000"/>
              </a:solidFill>
              <a:latin typeface="Calibri"/>
              <a:ea typeface="Calibri"/>
              <a:cs typeface="Calibri"/>
            </a:endParaRPr>
          </a:p>
        </p:txBody>
      </p:sp>
      <p:sp>
        <p:nvSpPr>
          <p:cNvPr id="236" name="dp42-comparison / n242 / path">
            <a:extLst>
              <a:ext uri="{FF2B5EF4-FFF2-40B4-BE49-F238E27FC236}">
                <ns2:creationId id="{8DD2B051-FC5E-48B3-9693-435FC36AC66A}"/>
              </a:ext>
            </a:extLst>
          </p:cNvPr>
          <p:cNvSpPr>
            <a:spLocks noGrp="1"/>
          </p:cNvSpPr>
          <p:nvPr/>
        </p:nvSpPr>
        <p:spPr>
          <a:xfrm>
            <a:off x="14859000" y="7319963"/>
            <a:ext cx="428625" cy="953"/>
          </a:xfrm>
          <a:custGeom>
            <a:pathLst>
              <a:path w="428625" h="953">
                <a:moveTo>
                  <a:pt x="0" y="0"/>
                </a:moveTo>
                <a:lnTo>
                  <a:pt x="428625" y="0"/>
                </a:lnTo>
              </a:path>
            </a:pathLst>
          </a:custGeom>
          <a:noFill/>
          <a:ln w="10478">
            <a:solidFill>
              <a:srgbClr val="B8753F"/>
            </a:solidFill>
            <a:prstDash val="solid"/>
          </a:ln>
        </p:spPr>
      </p:sp>
      <p:sp>
        <p:nvSpPr>
          <p:cNvPr id="237" name="dp42-comparison / n242 / arrow">
            <a:extLst>
              <a:ext uri="{FF2B5EF4-FFF2-40B4-BE49-F238E27FC236}">
                <ns2:creationId id="{5EAC8DDA-2847-4C84-97AE-C9952139D8F1}"/>
              </a:ext>
            </a:extLst>
          </p:cNvPr>
          <p:cNvSpPr>
            <a:spLocks noGrp="1"/>
          </p:cNvSpPr>
          <p:nvPr/>
        </p:nvSpPr>
        <p:spPr>
          <a:xfrm>
            <a:off x="1522056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8" name="dp42-comparison / n159">
            <a:extLst>
              <a:ext uri="{FF2B5EF4-FFF2-40B4-BE49-F238E27FC236}">
                <ns2:creationId id="{EDD614A1-B7A5-4C47-87B2-57FBC19EF648}"/>
              </a:ext>
            </a:extLst>
          </p:cNvPr>
          <p:cNvSpPr>
            <a:spLocks noGrp="1"/>
          </p:cNvSpPr>
          <p:nvPr/>
        </p:nvSpPr>
        <p:spPr>
          <a:xfrm>
            <a:off x="12858750" y="2409825"/>
            <a:ext cx="4667250" cy="304800"/>
          </a:xfrm>
          <a:custGeom>
            <a:pathLst>
              <a:path w="4667250" h="304800">
                <a:moveTo>
                  <a:pt x="0" y="0"/>
                </a:moveTo>
                <a:lnTo>
                  <a:pt x="4495800" y="0"/>
                </a:lnTo>
                <a:lnTo>
                  <a:pt x="4667250" y="171450"/>
                </a:lnTo>
                <a:lnTo>
                  <a:pt x="4667250" y="304800"/>
                </a:lnTo>
                <a:lnTo>
                  <a:pt x="0" y="304800"/>
                </a:lnTo>
                <a:close/>
              </a:path>
            </a:pathLst>
          </a:custGeom>
          <a:solidFill>
            <a:srgbClr val="FFFFFF"/>
          </a:solidFill>
          <a:ln w="9525">
            <a:solidFill>
              <a:srgbClr val="000000"/>
            </a:solidFill>
            <a:prstDash val="solid"/>
          </a:ln>
        </p:spPr>
        <p:txBody>
          <a:bodyPr wrap="none" lIns="95250" tIns="57150" rIns="171450" bIns="40481"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“응, 상반기로 해줘”</a:t>
            </a:r>
            <a:endParaRPr lang="ko-KR">
              <a:solidFill>
                <a:srgbClr val="000000"/>
              </a:solidFill>
              <a:latin typeface="Calibri"/>
              <a:ea typeface="Calibri"/>
              <a:cs typeface="Calibri"/>
            </a:endParaRPr>
          </a:p>
        </p:txBody>
      </p:sp>
      <p:sp>
        <p:nvSpPr>
          <p:cNvPr id="239" name="dp42-comparison / n159 / fold">
            <a:extLst>
              <a:ext uri="{FF2B5EF4-FFF2-40B4-BE49-F238E27FC236}">
                <ns2:creationId id="{7D749A08-7991-400C-A349-5698287F0E46}"/>
              </a:ext>
            </a:extLst>
          </p:cNvPr>
          <p:cNvSpPr>
            <a:spLocks noGrp="1"/>
          </p:cNvSpPr>
          <p:nvPr/>
        </p:nvSpPr>
        <p:spPr>
          <a:xfrm>
            <a:off x="17354550"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41" name="dp42-comparison / n162">
            <a:extLst>
              <a:ext uri="{FF2B5EF4-FFF2-40B4-BE49-F238E27FC236}">
                <ns2:creationId id="{1888CE70-76DE-482E-9A34-2359D470CF36}"/>
              </a:ext>
            </a:extLst>
          </p:cNvPr>
          <p:cNvSpPr>
            <a:spLocks noGrp="1"/>
          </p:cNvSpPr>
          <p:nvPr/>
        </p:nvSpPr>
        <p:spPr>
          <a:xfrm>
            <a:off x="9934575" y="2743200"/>
            <a:ext cx="4335780" cy="167640"/>
          </a:xfrm>
          <a:prstGeom prst="rect">
            <a:avLst/>
          </a:prstGeom>
          <a:solidFill>
            <a:srgbClr val="FFFFFF"/>
          </a:solidFill>
          <a:ln w="0">
            <a:noFill/>
            <a:prstDash val="solid"/>
          </a:ln>
        </p:spPr>
      </p:sp>
      <p:sp>
        <p:nvSpPr>
          <p:cNvPr id="242" name="dp42-comparison / n163 / text 1">
            <a:extLst>
              <a:ext uri="{FF2B5EF4-FFF2-40B4-BE49-F238E27FC236}">
                <ns2:creationId id="{747C4523-E463-4361-865E-D17CC8F003DE}"/>
              </a:ext>
            </a:extLst>
          </p:cNvPr>
          <p:cNvSpPr>
            <a:spLocks noGrp="1"/>
          </p:cNvSpPr>
          <p:nvPr/>
        </p:nvSpPr>
        <p:spPr>
          <a:xfrm>
            <a:off x="9953625" y="275272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공통 장면: 보고서 기간 질문 Question1을 Publication1로 실제 제시</a:t>
            </a:r>
            <a:endParaRPr lang="ko-KR">
              <a:solidFill>
                <a:srgbClr val="000000"/>
              </a:solidFill>
              <a:latin typeface="Calibri"/>
              <a:ea typeface="Calibri"/>
              <a:cs typeface="Calibri"/>
            </a:endParaRPr>
          </a:p>
        </p:txBody>
      </p:sp>
      <p:sp>
        <p:nvSpPr>
          <p:cNvPr id="243" name="dp42-comparison / n164">
            <a:extLst>
              <a:ext uri="{FF2B5EF4-FFF2-40B4-BE49-F238E27FC236}">
                <ns2:creationId id="{20DCADF8-6E10-4F45-A696-7DE4D82D99E5}"/>
              </a:ext>
            </a:extLst>
          </p:cNvPr>
          <p:cNvSpPr>
            <a:spLocks noGrp="1"/>
          </p:cNvSpPr>
          <p:nvPr/>
        </p:nvSpPr>
        <p:spPr>
          <a:xfrm>
            <a:off x="9934575" y="2933700"/>
            <a:ext cx="938022" cy="156210"/>
          </a:xfrm>
          <a:prstGeom prst="rect">
            <a:avLst/>
          </a:prstGeom>
          <a:solidFill>
            <a:srgbClr val="FFFFFF"/>
          </a:solidFill>
          <a:ln w="0">
            <a:noFill/>
            <a:prstDash val="solid"/>
          </a:ln>
        </p:spPr>
      </p:sp>
      <p:sp>
        <p:nvSpPr>
          <p:cNvPr id="244" name="dp42-comparison / n165 / text 1">
            <a:extLst>
              <a:ext uri="{FF2B5EF4-FFF2-40B4-BE49-F238E27FC236}">
                <ns2:creationId id="{62100F08-BC7D-4696-B385-D36BF048033A}"/>
              </a:ext>
            </a:extLst>
          </p:cNvPr>
          <p:cNvSpPr>
            <a:spLocks noGrp="1"/>
          </p:cNvSpPr>
          <p:nvPr/>
        </p:nvSpPr>
        <p:spPr>
          <a:xfrm>
            <a:off x="9953625" y="29432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Conversation1</a:t>
            </a:r>
            <a:endParaRPr lang="ko-KR">
              <a:solidFill>
                <a:srgbClr val="000000"/>
              </a:solidFill>
              <a:latin typeface="Calibri"/>
              <a:ea typeface="Calibri"/>
              <a:cs typeface="Calibri"/>
            </a:endParaRPr>
          </a:p>
        </p:txBody>
      </p:sp>
      <p:sp>
        <p:nvSpPr>
          <p:cNvPr id="245" name="dp42-comparison / n167">
            <a:extLst>
              <a:ext uri="{FF2B5EF4-FFF2-40B4-BE49-F238E27FC236}">
                <ns2:creationId id="{06C7C9ED-F345-47AE-8B3B-8EA0BA2B325A}"/>
              </a:ext>
            </a:extLst>
          </p:cNvPr>
          <p:cNvSpPr>
            <a:spLocks noGrp="1"/>
          </p:cNvSpPr>
          <p:nvPr/>
        </p:nvSpPr>
        <p:spPr>
          <a:xfrm>
            <a:off x="11458575" y="2924175"/>
            <a:ext cx="826389" cy="144780"/>
          </a:xfrm>
          <a:prstGeom prst="rect">
            <a:avLst/>
          </a:prstGeom>
          <a:solidFill>
            <a:srgbClr val="FFFFFF"/>
          </a:solidFill>
          <a:ln w="0">
            <a:noFill/>
            <a:prstDash val="solid"/>
          </a:ln>
        </p:spPr>
      </p:sp>
      <p:sp>
        <p:nvSpPr>
          <p:cNvPr id="246" name="dp42-comparison / n168 / text 1">
            <a:extLst>
              <a:ext uri="{FF2B5EF4-FFF2-40B4-BE49-F238E27FC236}">
                <ns2:creationId id="{4B5394D1-8070-430B-B862-E0DDB3B379EC}"/>
              </a:ext>
            </a:extLst>
          </p:cNvPr>
          <p:cNvSpPr>
            <a:spLocks noGrp="1"/>
          </p:cNvSpPr>
          <p:nvPr/>
        </p:nvSpPr>
        <p:spPr>
          <a:xfrm>
            <a:off x="11477625" y="29337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연결 유지</a:t>
            </a:r>
            <a:endParaRPr lang="ko-KR">
              <a:solidFill>
                <a:srgbClr val="000000"/>
              </a:solidFill>
              <a:latin typeface="Calibri"/>
              <a:ea typeface="Calibri"/>
              <a:cs typeface="Calibri"/>
            </a:endParaRPr>
          </a:p>
        </p:txBody>
      </p:sp>
      <p:sp>
        <p:nvSpPr>
          <p:cNvPr id="247" name="dp42-comparison / n169">
            <a:extLst>
              <a:ext uri="{FF2B5EF4-FFF2-40B4-BE49-F238E27FC236}">
                <ns2:creationId id="{42C0FDBC-E37A-463C-9DFC-9CC5D759E1B3}"/>
              </a:ext>
            </a:extLst>
          </p:cNvPr>
          <p:cNvSpPr>
            <a:spLocks noGrp="1"/>
          </p:cNvSpPr>
          <p:nvPr/>
        </p:nvSpPr>
        <p:spPr>
          <a:xfrm>
            <a:off x="9934575" y="3105150"/>
            <a:ext cx="606552" cy="156210"/>
          </a:xfrm>
          <a:prstGeom prst="rect">
            <a:avLst/>
          </a:prstGeom>
          <a:solidFill>
            <a:srgbClr val="FFFFFF"/>
          </a:solidFill>
          <a:ln w="0">
            <a:noFill/>
            <a:prstDash val="solid"/>
          </a:ln>
        </p:spPr>
      </p:sp>
      <p:sp>
        <p:nvSpPr>
          <p:cNvPr id="248" name="dp42-comparison / n170 / text 1">
            <a:extLst>
              <a:ext uri="{FF2B5EF4-FFF2-40B4-BE49-F238E27FC236}">
                <ns2:creationId id="{9DDB72E6-9E05-4870-9EF8-848D786B83F1}"/>
              </a:ext>
            </a:extLst>
          </p:cNvPr>
          <p:cNvSpPr>
            <a:spLocks noGrp="1"/>
          </p:cNvSpPr>
          <p:nvPr/>
        </p:nvSpPr>
        <p:spPr>
          <a:xfrm>
            <a:off x="9953625" y="31146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a:t>
            </a:r>
            <a:endParaRPr lang="ko-KR">
              <a:solidFill>
                <a:srgbClr val="000000"/>
              </a:solidFill>
              <a:latin typeface="Calibri"/>
              <a:ea typeface="Calibri"/>
              <a:cs typeface="Calibri"/>
            </a:endParaRPr>
          </a:p>
        </p:txBody>
      </p:sp>
      <p:sp>
        <p:nvSpPr>
          <p:cNvPr id="249" name="dp42-comparison / n172">
            <a:extLst>
              <a:ext uri="{FF2B5EF4-FFF2-40B4-BE49-F238E27FC236}">
                <ns2:creationId id="{2767A8C1-79E0-446A-BC8C-80AFD72D7337}"/>
              </a:ext>
            </a:extLst>
          </p:cNvPr>
          <p:cNvSpPr>
            <a:spLocks noGrp="1"/>
          </p:cNvSpPr>
          <p:nvPr/>
        </p:nvSpPr>
        <p:spPr>
          <a:xfrm>
            <a:off x="11458575" y="3095625"/>
            <a:ext cx="2177987" cy="144780"/>
          </a:xfrm>
          <a:prstGeom prst="rect">
            <a:avLst/>
          </a:prstGeom>
          <a:solidFill>
            <a:srgbClr val="FFFFFF"/>
          </a:solidFill>
          <a:ln w="0">
            <a:noFill/>
            <a:prstDash val="solid"/>
          </a:ln>
        </p:spPr>
      </p:sp>
      <p:sp>
        <p:nvSpPr>
          <p:cNvPr id="250" name="dp42-comparison / n173 / text 1">
            <a:extLst>
              <a:ext uri="{FF2B5EF4-FFF2-40B4-BE49-F238E27FC236}">
                <ns2:creationId id="{7C1BED76-86BE-4BD1-ACDF-EB34D4F251FC}"/>
              </a:ext>
            </a:extLst>
          </p:cNvPr>
          <p:cNvSpPr>
            <a:spLocks noGrp="1"/>
          </p:cNvSpPr>
          <p:nvPr/>
        </p:nvSpPr>
        <p:spPr>
          <a:xfrm>
            <a:off x="11477625" y="31051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답변의 외부 접수 확인 후 처리 종료</a:t>
            </a:r>
            <a:endParaRPr lang="ko-KR">
              <a:solidFill>
                <a:srgbClr val="000000"/>
              </a:solidFill>
              <a:latin typeface="Calibri"/>
              <a:ea typeface="Calibri"/>
              <a:cs typeface="Calibri"/>
            </a:endParaRPr>
          </a:p>
        </p:txBody>
      </p:sp>
      <p:sp>
        <p:nvSpPr>
          <p:cNvPr id="251" name="dp42-comparison / n174">
            <a:extLst>
              <a:ext uri="{FF2B5EF4-FFF2-40B4-BE49-F238E27FC236}">
                <ns2:creationId id="{9F2817F9-F0AB-4B78-A6DC-BFF7257F94CB}"/>
              </a:ext>
            </a:extLst>
          </p:cNvPr>
          <p:cNvSpPr>
            <a:spLocks noGrp="1"/>
          </p:cNvSpPr>
          <p:nvPr/>
        </p:nvSpPr>
        <p:spPr>
          <a:xfrm>
            <a:off x="9934575" y="3276600"/>
            <a:ext cx="407670" cy="156210"/>
          </a:xfrm>
          <a:prstGeom prst="rect">
            <a:avLst/>
          </a:prstGeom>
          <a:solidFill>
            <a:srgbClr val="FFFFFF"/>
          </a:solidFill>
          <a:ln w="0">
            <a:noFill/>
            <a:prstDash val="solid"/>
          </a:ln>
        </p:spPr>
      </p:sp>
      <p:sp>
        <p:nvSpPr>
          <p:cNvPr id="252" name="dp42-comparison / n175 / text 1">
            <a:extLst>
              <a:ext uri="{FF2B5EF4-FFF2-40B4-BE49-F238E27FC236}">
                <ns2:creationId id="{2B00A224-582A-460B-A760-7CD3CAD4D2A9}"/>
              </a:ext>
            </a:extLst>
          </p:cNvPr>
          <p:cNvSpPr>
            <a:spLocks noGrp="1"/>
          </p:cNvSpPr>
          <p:nvPr/>
        </p:nvSpPr>
        <p:spPr>
          <a:xfrm>
            <a:off x="9953625" y="32861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a:t>
            </a:r>
            <a:endParaRPr lang="ko-KR">
              <a:solidFill>
                <a:srgbClr val="000000"/>
              </a:solidFill>
              <a:latin typeface="Calibri"/>
              <a:ea typeface="Calibri"/>
              <a:cs typeface="Calibri"/>
            </a:endParaRPr>
          </a:p>
        </p:txBody>
      </p:sp>
      <p:sp>
        <p:nvSpPr>
          <p:cNvPr id="253" name="dp42-comparison / n177">
            <a:extLst>
              <a:ext uri="{FF2B5EF4-FFF2-40B4-BE49-F238E27FC236}">
                <ns2:creationId id="{CFEDA17C-417D-4844-8636-6E5032F15EAF}"/>
              </a:ext>
            </a:extLst>
          </p:cNvPr>
          <p:cNvSpPr>
            <a:spLocks noGrp="1"/>
          </p:cNvSpPr>
          <p:nvPr/>
        </p:nvSpPr>
        <p:spPr>
          <a:xfrm>
            <a:off x="11458575" y="3267075"/>
            <a:ext cx="2106740" cy="144780"/>
          </a:xfrm>
          <a:prstGeom prst="rect">
            <a:avLst/>
          </a:prstGeom>
          <a:solidFill>
            <a:srgbClr val="FFFFFF"/>
          </a:solidFill>
          <a:ln w="0">
            <a:noFill/>
            <a:prstDash val="solid"/>
          </a:ln>
        </p:spPr>
      </p:sp>
      <p:sp>
        <p:nvSpPr>
          <p:cNvPr id="254" name="dp42-comparison / n178 / text 1">
            <a:extLst>
              <a:ext uri="{FF2B5EF4-FFF2-40B4-BE49-F238E27FC236}">
                <ns2:creationId id="{F00FFA1B-27E1-4AFF-AE09-4F058A22918F}"/>
              </a:ext>
            </a:extLst>
          </p:cNvPr>
          <p:cNvSpPr>
            <a:spLocks noGrp="1"/>
          </p:cNvSpPr>
          <p:nvPr/>
        </p:nvSpPr>
        <p:spPr>
          <a:xfrm>
            <a:off x="11477625" y="32766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보고서 Task는 계속 / 대화와 별도 수명</a:t>
            </a:r>
            <a:endParaRPr lang="ko-KR">
              <a:solidFill>
                <a:srgbClr val="000000"/>
              </a:solidFill>
              <a:latin typeface="Calibri"/>
              <a:ea typeface="Calibri"/>
              <a:cs typeface="Calibri"/>
            </a:endParaRPr>
          </a:p>
        </p:txBody>
      </p:sp>
      <p:sp>
        <p:nvSpPr>
          <p:cNvPr id="255" name="dp42-comparison / n179">
            <a:extLst>
              <a:ext uri="{FF2B5EF4-FFF2-40B4-BE49-F238E27FC236}">
                <ns2:creationId id="{800F7B51-95E7-4D85-AC15-5E8189D63330}"/>
              </a:ext>
            </a:extLst>
          </p:cNvPr>
          <p:cNvSpPr>
            <a:spLocks noGrp="1"/>
          </p:cNvSpPr>
          <p:nvPr/>
        </p:nvSpPr>
        <p:spPr>
          <a:xfrm>
            <a:off x="9934575" y="3448050"/>
            <a:ext cx="739140" cy="156210"/>
          </a:xfrm>
          <a:prstGeom prst="rect">
            <a:avLst/>
          </a:prstGeom>
          <a:solidFill>
            <a:srgbClr val="FFFFFF"/>
          </a:solidFill>
          <a:ln w="0">
            <a:noFill/>
            <a:prstDash val="solid"/>
          </a:ln>
        </p:spPr>
      </p:sp>
      <p:sp>
        <p:nvSpPr>
          <p:cNvPr id="256" name="dp42-comparison / n180 / text 1">
            <a:extLst>
              <a:ext uri="{FF2B5EF4-FFF2-40B4-BE49-F238E27FC236}">
                <ns2:creationId id="{CEB385FB-7906-4783-9276-EF2729847BDB}"/>
              </a:ext>
            </a:extLst>
          </p:cNvPr>
          <p:cNvSpPr>
            <a:spLocks noGrp="1"/>
          </p:cNvSpPr>
          <p:nvPr/>
        </p:nvSpPr>
        <p:spPr>
          <a:xfrm>
            <a:off x="9953625" y="34575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Execution1</a:t>
            </a:r>
            <a:endParaRPr lang="ko-KR">
              <a:solidFill>
                <a:srgbClr val="000000"/>
              </a:solidFill>
              <a:latin typeface="Calibri"/>
              <a:ea typeface="Calibri"/>
              <a:cs typeface="Calibri"/>
            </a:endParaRPr>
          </a:p>
        </p:txBody>
      </p:sp>
      <p:sp>
        <p:nvSpPr>
          <p:cNvPr id="257" name="dp42-comparison / n182">
            <a:extLst>
              <a:ext uri="{FF2B5EF4-FFF2-40B4-BE49-F238E27FC236}">
                <ns2:creationId id="{86FC01FD-8D8D-4BA4-94CF-09090962C331}"/>
              </a:ext>
            </a:extLst>
          </p:cNvPr>
          <p:cNvSpPr>
            <a:spLocks noGrp="1"/>
          </p:cNvSpPr>
          <p:nvPr/>
        </p:nvSpPr>
        <p:spPr>
          <a:xfrm>
            <a:off x="11458575" y="3438525"/>
            <a:ext cx="2339340" cy="144780"/>
          </a:xfrm>
          <a:prstGeom prst="rect">
            <a:avLst/>
          </a:prstGeom>
          <a:solidFill>
            <a:srgbClr val="FFFFFF"/>
          </a:solidFill>
          <a:ln w="0">
            <a:noFill/>
            <a:prstDash val="solid"/>
          </a:ln>
        </p:spPr>
      </p:sp>
      <p:sp>
        <p:nvSpPr>
          <p:cNvPr id="258" name="dp42-comparison / n183 / text 1">
            <a:extLst>
              <a:ext uri="{FF2B5EF4-FFF2-40B4-BE49-F238E27FC236}">
                <ns2:creationId id="{E7AE3C44-16FD-4F2F-82C6-E352E1C18B85}"/>
              </a:ext>
            </a:extLst>
          </p:cNvPr>
          <p:cNvSpPr>
            <a:spLocks noGrp="1"/>
          </p:cNvSpPr>
          <p:nvPr/>
        </p:nvSpPr>
        <p:spPr>
          <a:xfrm>
            <a:off x="11477625" y="34480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Downstream Agent의 실제 실행은 별도 수명</a:t>
            </a:r>
            <a:endParaRPr lang="ko-KR">
              <a:solidFill>
                <a:srgbClr val="000000"/>
              </a:solidFill>
              <a:latin typeface="Calibri"/>
              <a:ea typeface="Calibri"/>
              <a:cs typeface="Calibri"/>
            </a:endParaRPr>
          </a:p>
        </p:txBody>
      </p:sp>
      <p:sp>
        <p:nvSpPr>
          <p:cNvPr id="259" name="dp42-comparison / n204">
            <a:extLst>
              <a:ext uri="{FF2B5EF4-FFF2-40B4-BE49-F238E27FC236}">
                <ns2:creationId id="{EFA55EC9-1CF8-45C2-97FE-75EDF0595613}"/>
              </a:ext>
            </a:extLst>
          </p:cNvPr>
          <p:cNvSpPr>
            <a:spLocks noGrp="1"/>
          </p:cNvSpPr>
          <p:nvPr/>
        </p:nvSpPr>
        <p:spPr>
          <a:xfrm>
            <a:off x="14373225" y="5029200"/>
            <a:ext cx="2190560" cy="144780"/>
          </a:xfrm>
          <a:prstGeom prst="rect">
            <a:avLst/>
          </a:prstGeom>
          <a:solidFill>
            <a:srgbClr val="FFFFFF"/>
          </a:solidFill>
          <a:ln w="0">
            <a:noFill/>
            <a:prstDash val="solid"/>
          </a:ln>
        </p:spPr>
      </p:sp>
      <p:sp>
        <p:nvSpPr>
          <p:cNvPr id="260" name="dp42-comparison / n205 / text 1">
            <a:extLst>
              <a:ext uri="{FF2B5EF4-FFF2-40B4-BE49-F238E27FC236}">
                <ns2:creationId id="{73E0CA4A-D0D7-4628-97F9-A716B0BF928C}"/>
              </a:ext>
            </a:extLst>
          </p:cNvPr>
          <p:cNvSpPr>
            <a:spLocks noGrp="1"/>
          </p:cNvSpPr>
          <p:nvPr/>
        </p:nvSpPr>
        <p:spPr>
          <a:xfrm>
            <a:off x="14392275" y="5038725"/>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보고서 / Command1: 상반기 답변</a:t>
            </a:r>
            <a:endParaRPr lang="ko-KR">
              <a:solidFill>
                <a:srgbClr val="000000"/>
              </a:solidFill>
              <a:latin typeface="Calibri"/>
              <a:ea typeface="Calibri"/>
              <a:cs typeface="Calibri"/>
            </a:endParaRPr>
          </a:p>
        </p:txBody>
      </p:sp>
      <p:sp>
        <p:nvSpPr>
          <p:cNvPr id="261" name="dp42-comparison / n212">
            <a:extLst>
              <a:ext uri="{FF2B5EF4-FFF2-40B4-BE49-F238E27FC236}">
                <ns2:creationId id="{9A8656D1-1389-4D82-8C8A-9E77D2CBFB0F}"/>
              </a:ext>
            </a:extLst>
          </p:cNvPr>
          <p:cNvSpPr>
            <a:spLocks noGrp="1"/>
          </p:cNvSpPr>
          <p:nvPr/>
        </p:nvSpPr>
        <p:spPr>
          <a:xfrm>
            <a:off x="13106400" y="4000500"/>
            <a:ext cx="628650" cy="133350"/>
          </a:xfrm>
          <a:prstGeom prst="rect">
            <a:avLst/>
          </a:prstGeom>
          <a:solidFill>
            <a:srgbClr val="FFFFFF"/>
          </a:solidFill>
          <a:ln w="0">
            <a:noFill/>
            <a:prstDash val="solid"/>
          </a:ln>
        </p:spPr>
      </p:sp>
      <p:sp>
        <p:nvSpPr>
          <p:cNvPr id="262" name="dp42-comparison / n213 / text 1">
            <a:extLst>
              <a:ext uri="{FF2B5EF4-FFF2-40B4-BE49-F238E27FC236}">
                <ns2:creationId id="{744583A2-EFF7-4E0C-AFFF-FD3B051BE337}"/>
              </a:ext>
            </a:extLst>
          </p:cNvPr>
          <p:cNvSpPr>
            <a:spLocks noGrp="1"/>
          </p:cNvSpPr>
          <p:nvPr/>
        </p:nvSpPr>
        <p:spPr>
          <a:xfrm>
            <a:off x="13125450" y="4010025"/>
            <a:ext cx="1047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Command1 →</a:t>
            </a:r>
            <a:endParaRPr lang="ko-KR">
              <a:solidFill>
                <a:srgbClr val="000000"/>
              </a:solidFill>
              <a:latin typeface="Calibri"/>
              <a:ea typeface="Calibri"/>
              <a:cs typeface="Calibri"/>
            </a:endParaRPr>
          </a:p>
        </p:txBody>
      </p:sp>
      <p:sp>
        <p:nvSpPr>
          <p:cNvPr id="263" name="dp42-comparison / n215">
            <a:extLst>
              <a:ext uri="{FF2B5EF4-FFF2-40B4-BE49-F238E27FC236}">
                <ns2:creationId id="{7FF70E6A-DE67-43C9-83C6-93A51F4CFDA3}"/>
              </a:ext>
            </a:extLst>
          </p:cNvPr>
          <p:cNvSpPr>
            <a:spLocks noGrp="1"/>
          </p:cNvSpPr>
          <p:nvPr/>
        </p:nvSpPr>
        <p:spPr>
          <a:xfrm>
            <a:off x="13115925" y="4581525"/>
            <a:ext cx="622935" cy="133350"/>
          </a:xfrm>
          <a:prstGeom prst="rect">
            <a:avLst/>
          </a:prstGeom>
          <a:solidFill>
            <a:srgbClr val="FFFFFF"/>
          </a:solidFill>
          <a:ln w="0">
            <a:noFill/>
            <a:prstDash val="solid"/>
          </a:ln>
        </p:spPr>
      </p:sp>
      <p:sp>
        <p:nvSpPr>
          <p:cNvPr id="264" name="dp42-comparison / n216 / text 1">
            <a:extLst>
              <a:ext uri="{FF2B5EF4-FFF2-40B4-BE49-F238E27FC236}">
                <ns2:creationId id="{4E3AE806-6313-441A-B3C3-52B0573A29F2}"/>
              </a:ext>
            </a:extLst>
          </p:cNvPr>
          <p:cNvSpPr>
            <a:spLocks noGrp="1"/>
          </p:cNvSpPr>
          <p:nvPr/>
        </p:nvSpPr>
        <p:spPr>
          <a:xfrm>
            <a:off x="13134975" y="4591050"/>
            <a:ext cx="9715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접수 결과</a:t>
            </a:r>
            <a:endParaRPr lang="ko-KR">
              <a:solidFill>
                <a:srgbClr val="000000"/>
              </a:solidFill>
              <a:latin typeface="Calibri"/>
              <a:ea typeface="Calibri"/>
              <a:cs typeface="Calibri"/>
            </a:endParaRPr>
          </a:p>
        </p:txBody>
      </p:sp>
      <p:sp>
        <p:nvSpPr>
          <p:cNvPr id="265" name="dp42-comparison / n219">
            <a:extLst>
              <a:ext uri="{FF2B5EF4-FFF2-40B4-BE49-F238E27FC236}">
                <ns2:creationId id="{6C681DF3-0E47-4CF2-B3AB-C85B51E7E141}"/>
              </a:ext>
            </a:extLst>
          </p:cNvPr>
          <p:cNvSpPr>
            <a:spLocks noGrp="1"/>
          </p:cNvSpPr>
          <p:nvPr/>
        </p:nvSpPr>
        <p:spPr>
          <a:xfrm>
            <a:off x="10039350" y="5962650"/>
            <a:ext cx="1863090" cy="133350"/>
          </a:xfrm>
          <a:prstGeom prst="rect">
            <a:avLst/>
          </a:prstGeom>
          <a:solidFill>
            <a:srgbClr val="FFFFFF"/>
          </a:solidFill>
          <a:ln w="0">
            <a:noFill/>
            <a:prstDash val="solid"/>
          </a:ln>
        </p:spPr>
      </p:sp>
      <p:sp>
        <p:nvSpPr>
          <p:cNvPr id="266" name="dp42-comparison / n220 / text 1">
            <a:extLst>
              <a:ext uri="{FF2B5EF4-FFF2-40B4-BE49-F238E27FC236}">
                <ns2:creationId id="{DFA025CE-2D61-4092-960F-610278C99F9D}"/>
              </a:ext>
            </a:extLst>
          </p:cNvPr>
          <p:cNvSpPr>
            <a:spLocks noGrp="1"/>
          </p:cNvSpPr>
          <p:nvPr/>
        </p:nvSpPr>
        <p:spPr>
          <a:xfrm>
            <a:off x="10058400" y="5972175"/>
            <a:ext cx="28479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원본 / 독립 local transaction</a:t>
            </a:r>
            <a:endParaRPr lang="ko-KR">
              <a:solidFill>
                <a:srgbClr val="000000"/>
              </a:solidFill>
              <a:latin typeface="Calibri"/>
              <a:ea typeface="Calibri"/>
              <a:cs typeface="Calibri"/>
            </a:endParaRPr>
          </a:p>
        </p:txBody>
      </p:sp>
      <p:sp>
        <p:nvSpPr>
          <p:cNvPr id="267" name="dp42-comparison / n221">
            <a:extLst>
              <a:ext uri="{FF2B5EF4-FFF2-40B4-BE49-F238E27FC236}">
                <ns2:creationId id="{02E5C838-89D2-4760-9ACB-CA8C8405509D}"/>
              </a:ext>
            </a:extLst>
          </p:cNvPr>
          <p:cNvSpPr>
            <a:spLocks noGrp="1"/>
          </p:cNvSpPr>
          <p:nvPr/>
        </p:nvSpPr>
        <p:spPr>
          <a:xfrm>
            <a:off x="14277975" y="5962650"/>
            <a:ext cx="1893570" cy="133350"/>
          </a:xfrm>
          <a:prstGeom prst="rect">
            <a:avLst/>
          </a:prstGeom>
          <a:solidFill>
            <a:srgbClr val="FFFFFF"/>
          </a:solidFill>
          <a:ln w="0">
            <a:noFill/>
            <a:prstDash val="solid"/>
          </a:ln>
        </p:spPr>
      </p:sp>
      <p:sp>
        <p:nvSpPr>
          <p:cNvPr id="268" name="dp42-comparison / n222 / text 1">
            <a:extLst>
              <a:ext uri="{FF2B5EF4-FFF2-40B4-BE49-F238E27FC236}">
                <ns2:creationId id="{243552D2-5DC2-44C7-91DC-AEC527B26B44}"/>
              </a:ext>
            </a:extLst>
          </p:cNvPr>
          <p:cNvSpPr>
            <a:spLocks noGrp="1"/>
          </p:cNvSpPr>
          <p:nvPr/>
        </p:nvSpPr>
        <p:spPr>
          <a:xfrm>
            <a:off x="14297025" y="5972175"/>
            <a:ext cx="31146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 원본 / 독립 local transaction</a:t>
            </a:r>
            <a:endParaRPr lang="ko-KR">
              <a:solidFill>
                <a:srgbClr val="000000"/>
              </a:solidFill>
              <a:latin typeface="Calibri"/>
              <a:ea typeface="Calibri"/>
              <a:cs typeface="Calibri"/>
            </a:endParaRPr>
          </a:p>
        </p:txBody>
      </p:sp>
      <p:sp>
        <p:nvSpPr>
          <p:cNvPr id="269" name="dp42-comparison / n224">
            <a:extLst>
              <a:ext uri="{FF2B5EF4-FFF2-40B4-BE49-F238E27FC236}">
                <ns2:creationId id="{72A131C8-EEAD-4D82-B6D5-AC86D5C5B20B}"/>
              </a:ext>
            </a:extLst>
          </p:cNvPr>
          <p:cNvSpPr>
            <a:spLocks noGrp="1"/>
          </p:cNvSpPr>
          <p:nvPr/>
        </p:nvSpPr>
        <p:spPr>
          <a:xfrm>
            <a:off x="9953625" y="6191250"/>
            <a:ext cx="2286000" cy="714375"/>
          </a:xfrm>
          <a:custGeom>
            <a:pathLst>
              <a:path w="2286000" h="714375">
                <a:moveTo>
                  <a:pt x="0" y="0"/>
                </a:moveTo>
                <a:lnTo>
                  <a:pt x="2114550" y="0"/>
                </a:lnTo>
                <a:lnTo>
                  <a:pt x="2286000" y="171450"/>
                </a:lnTo>
                <a:lnTo>
                  <a:pt x="2286000" y="714375"/>
                </a:lnTo>
                <a:lnTo>
                  <a:pt x="0" y="714375"/>
                </a:lnTo>
                <a:close/>
              </a:path>
            </a:pathLst>
          </a:custGeom>
          <a:solidFill>
            <a:srgbClr val="FFFFFF"/>
          </a:solidFill>
          <a:ln w="9525">
            <a:solidFill>
              <a:srgbClr val="000000"/>
            </a:solidFill>
            <a:prstDash val="solid"/>
          </a:ln>
        </p:spPr>
        <p:txBody>
          <a:bodyPr wrap="none" lIns="95250" tIns="57150" rIns="171450" bIns="3214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① 대화 저장 / 접수 대기</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command_id:Command1 / request_id:Request1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task_id:Task1 / question_id:Question1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payload.answer:상반기</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expected_question_revision:7</a:t>
            </a:r>
            <a:endParaRPr lang="ko-KR">
              <a:solidFill>
                <a:srgbClr val="000000"/>
              </a:solidFill>
              <a:latin typeface="Calibri"/>
              <a:ea typeface="Calibri"/>
              <a:cs typeface="Calibri"/>
            </a:endParaRPr>
          </a:p>
        </p:txBody>
      </p:sp>
      <p:sp>
        <p:nvSpPr>
          <p:cNvPr id="270" name="dp42-comparison / n224 / fold">
            <a:extLst>
              <a:ext uri="{FF2B5EF4-FFF2-40B4-BE49-F238E27FC236}">
                <ns2:creationId id="{E2C3C1D3-78B0-4CF9-A57D-362A1BDEB5FA}"/>
              </a:ext>
            </a:extLst>
          </p:cNvPr>
          <p:cNvSpPr>
            <a:spLocks noGrp="1"/>
          </p:cNvSpPr>
          <p:nvPr/>
        </p:nvSpPr>
        <p:spPr>
          <a:xfrm>
            <a:off x="1206817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76" name="dp42-comparison / n226">
            <a:extLst>
              <a:ext uri="{FF2B5EF4-FFF2-40B4-BE49-F238E27FC236}">
                <ns2:creationId id="{C036201E-B499-493F-95C3-DA83D4C8C9F2}"/>
              </a:ext>
            </a:extLst>
          </p:cNvPr>
          <p:cNvSpPr>
            <a:spLocks noGrp="1"/>
          </p:cNvSpPr>
          <p:nvPr/>
        </p:nvSpPr>
        <p:spPr>
          <a:xfrm>
            <a:off x="12668250" y="6191250"/>
            <a:ext cx="2286000" cy="714375"/>
          </a:xfrm>
          <a:custGeom>
            <a:pathLst>
              <a:path w="2286000" h="714375">
                <a:moveTo>
                  <a:pt x="0" y="0"/>
                </a:moveTo>
                <a:lnTo>
                  <a:pt x="2114550" y="0"/>
                </a:lnTo>
                <a:lnTo>
                  <a:pt x="2286000" y="171450"/>
                </a:lnTo>
                <a:lnTo>
                  <a:pt x="2286000" y="714375"/>
                </a:lnTo>
                <a:lnTo>
                  <a:pt x="0" y="714375"/>
                </a:lnTo>
                <a:close/>
              </a:path>
            </a:pathLst>
          </a:custGeom>
          <a:solidFill>
            <a:srgbClr val="FFFFFF"/>
          </a:solidFill>
          <a:ln w="9525">
            <a:solidFill>
              <a:srgbClr val="000000"/>
            </a:solidFill>
            <a:prstDash val="solid"/>
          </a:ln>
        </p:spPr>
        <p:txBody>
          <a:bodyPr wrap="none" lIns="95250" tIns="57150" rIns="171450" bIns="2381"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② Task 상태 확정 / 내부 접수</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Question1: ANSWERED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Command1: PENDING</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acceptance_status:ACCEPTED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확정 접수 결과도 함께 저장</a:t>
            </a:r>
            <a:endParaRPr lang="ko-KR">
              <a:solidFill>
                <a:srgbClr val="000000"/>
              </a:solidFill>
              <a:latin typeface="Calibri"/>
              <a:ea typeface="Calibri"/>
              <a:cs typeface="Calibri"/>
            </a:endParaRPr>
          </a:p>
        </p:txBody>
      </p:sp>
      <p:sp>
        <p:nvSpPr>
          <p:cNvPr id="277" name="dp42-comparison / n226 / fold">
            <a:extLst>
              <a:ext uri="{FF2B5EF4-FFF2-40B4-BE49-F238E27FC236}">
                <ns2:creationId id="{7F1081C1-7DF0-49CD-9DE3-EB57861A822B}"/>
              </a:ext>
            </a:extLst>
          </p:cNvPr>
          <p:cNvSpPr>
            <a:spLocks noGrp="1"/>
          </p:cNvSpPr>
          <p:nvPr/>
        </p:nvSpPr>
        <p:spPr>
          <a:xfrm>
            <a:off x="14782800"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83" name="dp42-comparison / n228">
            <a:extLst>
              <a:ext uri="{FF2B5EF4-FFF2-40B4-BE49-F238E27FC236}">
                <ns2:creationId id="{575FE653-082E-4059-B618-DE2055720942}"/>
              </a:ext>
            </a:extLst>
          </p:cNvPr>
          <p:cNvSpPr>
            <a:spLocks noGrp="1"/>
          </p:cNvSpPr>
          <p:nvPr/>
        </p:nvSpPr>
        <p:spPr>
          <a:xfrm>
            <a:off x="15287625" y="6191250"/>
            <a:ext cx="2190750" cy="714375"/>
          </a:xfrm>
          <a:custGeom>
            <a:pathLst>
              <a:path w="2190750" h="714375">
                <a:moveTo>
                  <a:pt x="0" y="0"/>
                </a:moveTo>
                <a:lnTo>
                  <a:pt x="2019300" y="0"/>
                </a:lnTo>
                <a:lnTo>
                  <a:pt x="2190750" y="171450"/>
                </a:lnTo>
                <a:lnTo>
                  <a:pt x="2190750" y="714375"/>
                </a:lnTo>
                <a:lnTo>
                  <a:pt x="0" y="714375"/>
                </a:lnTo>
                <a:close/>
              </a:path>
            </a:pathLst>
          </a:custGeom>
          <a:solidFill>
            <a:srgbClr val="FFFFFF"/>
          </a:solidFill>
          <a:ln w="9525">
            <a:solidFill>
              <a:srgbClr val="000000"/>
            </a:solidFill>
            <a:prstDash val="solid"/>
          </a:ln>
        </p:spPr>
        <p:txBody>
          <a:bodyPr wrap="none" lIns="95250" tIns="57150" rIns="171450" bIns="3214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③ 대화에 접수 결과 반영</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AcceptanceReceipt (필드 축약)</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command_id:Command1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acceptance_status:ACCEPTED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같은 Command1의 내부 접수 확인</a:t>
            </a:r>
            <a:endParaRPr lang="ko-KR">
              <a:solidFill>
                <a:srgbClr val="000000"/>
              </a:solidFill>
              <a:latin typeface="Calibri"/>
              <a:ea typeface="Calibri"/>
              <a:cs typeface="Calibri"/>
            </a:endParaRPr>
          </a:p>
        </p:txBody>
      </p:sp>
      <p:sp>
        <p:nvSpPr>
          <p:cNvPr id="284" name="dp42-comparison / n228 / fold">
            <a:extLst>
              <a:ext uri="{FF2B5EF4-FFF2-40B4-BE49-F238E27FC236}">
                <ns2:creationId id="{6413BF0C-3013-45B3-8E53-EF8016734B31}"/>
              </a:ext>
            </a:extLst>
          </p:cNvPr>
          <p:cNvSpPr>
            <a:spLocks noGrp="1"/>
          </p:cNvSpPr>
          <p:nvPr/>
        </p:nvSpPr>
        <p:spPr>
          <a:xfrm>
            <a:off x="1730692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90" name="dp42-comparison / n233">
            <a:extLst>
              <a:ext uri="{FF2B5EF4-FFF2-40B4-BE49-F238E27FC236}">
                <ns2:creationId id="{66BF7818-06A7-4DE6-8EE8-A94D3908ED14}"/>
              </a:ext>
            </a:extLst>
          </p:cNvPr>
          <p:cNvSpPr>
            <a:spLocks noGrp="1"/>
          </p:cNvSpPr>
          <p:nvPr/>
        </p:nvSpPr>
        <p:spPr>
          <a:xfrm>
            <a:off x="9934575" y="6953250"/>
            <a:ext cx="2961894" cy="179070"/>
          </a:xfrm>
          <a:prstGeom prst="rect">
            <a:avLst/>
          </a:prstGeom>
          <a:solidFill>
            <a:srgbClr val="FFFFFF"/>
          </a:solidFill>
          <a:ln w="0">
            <a:noFill/>
            <a:prstDash val="solid"/>
          </a:ln>
        </p:spPr>
      </p:sp>
      <p:sp>
        <p:nvSpPr>
          <p:cNvPr id="291" name="dp42-comparison / n234 / text 1">
            <a:extLst>
              <a:ext uri="{FF2B5EF4-FFF2-40B4-BE49-F238E27FC236}">
                <ns2:creationId id="{4BE8063C-836F-43ED-A99D-79A475F8A76E}"/>
              </a:ext>
            </a:extLst>
          </p:cNvPr>
          <p:cNvSpPr>
            <a:spLocks noGrp="1"/>
          </p:cNvSpPr>
          <p:nvPr/>
        </p:nvSpPr>
        <p:spPr>
          <a:xfrm>
            <a:off x="9953625" y="69627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상반기 답변의 로컬 확정</a:t>
            </a:r>
            <a:endParaRPr lang="ko-KR">
              <a:solidFill>
                <a:srgbClr val="000000"/>
              </a:solidFill>
              <a:latin typeface="Calibri"/>
              <a:ea typeface="Calibri"/>
              <a:cs typeface="Calibri"/>
            </a:endParaRPr>
          </a:p>
        </p:txBody>
      </p:sp>
      <p:sp>
        <p:nvSpPr>
          <p:cNvPr id="292" name="dp42-comparison / n243">
            <a:extLst>
              <a:ext uri="{FF2B5EF4-FFF2-40B4-BE49-F238E27FC236}">
                <ns2:creationId id="{5EF21C65-C496-427D-A199-BB857B9AEA1B}"/>
              </a:ext>
            </a:extLst>
          </p:cNvPr>
          <p:cNvSpPr>
            <a:spLocks noGrp="1"/>
          </p:cNvSpPr>
          <p:nvPr/>
        </p:nvSpPr>
        <p:spPr>
          <a:xfrm>
            <a:off x="9934575" y="7448550"/>
            <a:ext cx="4154805" cy="114300"/>
          </a:xfrm>
          <a:prstGeom prst="rect">
            <a:avLst/>
          </a:prstGeom>
          <a:solidFill>
            <a:srgbClr val="FFFFFF"/>
          </a:solidFill>
          <a:ln w="0">
            <a:noFill/>
            <a:prstDash val="solid"/>
          </a:ln>
        </p:spPr>
      </p:sp>
      <p:sp>
        <p:nvSpPr>
          <p:cNvPr id="293" name="dp42-comparison / n244 / text 1">
            <a:extLst>
              <a:ext uri="{FF2B5EF4-FFF2-40B4-BE49-F238E27FC236}">
                <ns2:creationId id="{34C64162-57A4-4C3D-8D9A-55C39CF2BD33}"/>
              </a:ext>
            </a:extLst>
          </p:cNvPr>
          <p:cNvSpPr>
            <a:spLocks noGrp="1"/>
          </p:cNvSpPr>
          <p:nvPr/>
        </p:nvSpPr>
        <p:spPr>
          <a:xfrm>
            <a:off x="9953625" y="7458075"/>
            <a:ext cx="7524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 접수 후 외부 전송 가능 / 대화 반영은 별도 / 접수 대기는 같은 Command1로 확인</a:t>
            </a:r>
            <a:endParaRPr lang="ko-KR">
              <a:solidFill>
                <a:srgbClr val="000000"/>
              </a:solidFill>
              <a:latin typeface="Calibri"/>
              <a:ea typeface="Calibri"/>
              <a:cs typeface="Calibri"/>
            </a:endParaRPr>
          </a:p>
        </p:txBody>
      </p:sp>
      <p:sp>
        <p:nvSpPr>
          <p:cNvPr id="321" name="v6-header-title">
            <a:extLst>
              <a:ext uri="{FF2B5EF4-FFF2-40B4-BE49-F238E27FC236}">
                <ns2:creationId id="{6B0A6383-AF96-4404-9370-88F2511B692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상태 관리 설계 비교 (원본)</a:t>
            </a:r>
            <a:endParaRPr lang="ko-KR">
              <a:latin typeface="Calibri"/>
              <a:ea typeface="Calibri"/>
              <a:cs typeface="Calibri"/>
            </a:endParaRPr>
          </a:p>
        </p:txBody>
      </p:sp>
      <p:sp>
        <p:nvSpPr>
          <p:cNvPr id="322" name="v6-header-rule">
            <a:extLst>
              <a:ext uri="{FF2B5EF4-FFF2-40B4-BE49-F238E27FC236}">
                <ns2:creationId id="{632D628B-3822-431F-8D94-29C7032C4350}"/>
              </a:ext>
            </a:extLst>
          </p:cNvPr>
          <p:cNvSpPr>
            <a:spLocks noGrp="1"/>
          </p:cNvSpPr>
          <p:nvPr/>
        </p:nvSpPr>
        <p:spPr>
          <a:xfrm>
            <a:off x="495300" y="990600"/>
            <a:ext cx="17335500" cy="0"/>
          </a:xfrm>
          <a:prstGeom prst="line">
            <a:avLst/>
          </a:prstGeom>
          <a:noFill/>
          <a:ln w="19050">
            <a:solidFill>
              <a:srgbClr val="A6A6A6"/>
            </a:solidFill>
          </a:ln>
        </p:spPr>
      </p:sp>
      <p:sp>
        <p:nvSpPr>
          <p:cNvPr id="323" name="v6-header-stage-0">
            <a:extLst>
              <a:ext uri="{FF2B5EF4-FFF2-40B4-BE49-F238E27FC236}">
                <ns2:creationId id="{A2E75D30-9B80-4728-940D-1A96BD57E956}"/>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4" name="v6-header-stage-1">
            <a:extLst>
              <a:ext uri="{FF2B5EF4-FFF2-40B4-BE49-F238E27FC236}">
                <ns2:creationId id="{77BF56D0-0414-4384-983E-C3F9DE9F706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25" name="v6-header-stage-2">
            <a:extLst>
              <a:ext uri="{FF2B5EF4-FFF2-40B4-BE49-F238E27FC236}">
                <ns2:creationId id="{62BBBABC-0375-48C6-9773-C5764E0281B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26" name="v6-header-stage-3">
            <a:extLst>
              <a:ext uri="{FF2B5EF4-FFF2-40B4-BE49-F238E27FC236}">
                <ns2:creationId id="{955974E1-6E97-4D98-AEAF-78253A3B980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7" name="v6-header-stage-4">
            <a:extLst>
              <a:ext uri="{FF2B5EF4-FFF2-40B4-BE49-F238E27FC236}">
                <ns2:creationId id="{D9D8AA9E-1294-4577-82C9-C4C6309F282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28" name="v6-header-page">
            <a:extLst>
              <a:ext uri="{FF2B5EF4-FFF2-40B4-BE49-F238E27FC236}">
                <ns2:creationId id="{04ADBEB8-3B1C-4BE2-8EE2-CCFEE461E9A4}"/>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56 / 63</a:t>
            </a:r>
            <a:endParaRPr lang="ko-KR">
              <a:latin typeface="Calibri"/>
              <a:ea typeface="Calibri"/>
              <a:cs typeface="Calibri"/>
            </a:endParaRPr>
          </a:p>
        </p:txBody>
      </p:sp>
      <p:sp>
        <p:nvSpPr>
          <p:cNvPr id="329" name="v6-native-header-cell-56-0">
            <a:extLst>
              <a:ext uri="{FF2B5EF4-FFF2-40B4-BE49-F238E27FC236}">
                <ns2:creationId id="{4A8B057D-1C88-45A0-ACCD-79B4E52A0D9A}"/>
              </a:ext>
            </a:extLst>
          </p:cNvPr>
          <p:cNvSpPr>
            <a:spLocks noGrp="1"/>
          </p:cNvSpPr>
          <p:nvPr/>
        </p:nvSpPr>
        <p:spPr>
          <a:xfrm>
            <a:off x="381000" y="1857375"/>
            <a:ext cx="9239250" cy="457200"/>
          </a:xfrm>
          <a:prstGeom prst="rect">
            <a:avLst/>
          </a:prstGeom>
          <a:solidFill>
            <a:srgbClr val="C6E0B4"/>
          </a:solidFill>
          <a:ln w="0">
            <a:noFill/>
          </a:ln>
        </p:spPr>
        <p:txBody>
          <a:bodyPr lIns="11049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모듈형 통합 Core / 공동 확정</a:t>
            </a:r>
            <a:endParaRPr lang="ko-KR">
              <a:latin typeface="Calibri"/>
              <a:ea typeface="Calibri"/>
              <a:cs typeface="Calibri"/>
            </a:endParaRPr>
          </a:p>
        </p:txBody>
      </p:sp>
      <p:sp>
        <p:nvSpPr>
          <p:cNvPr id="330" name="v6-native-header-cell-56-1">
            <a:extLst>
              <a:ext uri="{FF2B5EF4-FFF2-40B4-BE49-F238E27FC236}">
                <ns2:creationId id="{262B34C9-2F19-440B-978E-7BBD9982DF0E}"/>
              </a:ext>
            </a:extLst>
          </p:cNvPr>
          <p:cNvSpPr>
            <a:spLocks noGrp="1"/>
          </p:cNvSpPr>
          <p:nvPr/>
        </p:nvSpPr>
        <p:spPr>
          <a:xfrm>
            <a:off x="9620250" y="1857375"/>
            <a:ext cx="8286750" cy="457200"/>
          </a:xfrm>
          <a:prstGeom prst="rect">
            <a:avLst/>
          </a:prstGeom>
          <a:solidFill>
            <a:srgbClr val="C6E0B4"/>
          </a:solidFill>
          <a:ln w="0">
            <a:noFill/>
          </a:ln>
        </p:spPr>
        <p:txBody>
          <a:bodyPr lIns="1524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독립 대화 / Task 서비스 / 별도 접수</a:t>
            </a:r>
            <a:endParaRPr lang="ko-KR">
              <a:latin typeface="Calibri"/>
              <a:ea typeface="Calibri"/>
              <a:cs typeface="Calibri"/>
            </a:endParaRPr>
          </a:p>
        </p:txBody>
      </p:sp>
    </p:spTree>
    <p:extLst>
      <p:ext uri="{BB962C8B-B14F-4D97-AF65-F5344CB8AC3E}">
        <p14:creationId val="871643071"/>
      </p:ext>
    </p:extLst>
  </p:cSld>
</p:sld>
</file>

<file path=ppt/slides/slide32.xml><?xml version="1.0" encoding="utf-8"?>
<p:sld xmlns:a="http://schemas.openxmlformats.org/drawingml/2006/main" xmlns:ns2="http://schemas.microsoft.com/office/drawing/2014/main" xmlns:p="http://schemas.openxmlformats.org/presentationml/2006/main" xmlns:p14="http://schemas.microsoft.com/office/powerpoint/2010/main">
  <p:cSld name="dp42-qa">
    <p:bg>
      <p:bgPr>
        <a:solidFill>
          <a:srgbClr val="FFFFFF"/>
        </a:solidFill>
      </p:bgPr>
    </p:bg>
    <p:spTree>
      <p:nvGrpSpPr>
        <p:cNvPr id="1" name=""/>
        <p:cNvGrpSpPr/>
        <p:nvPr/>
      </p:nvGrpSpPr>
      <p:grpSpPr>
        <a:xfrm/>
      </p:grpSpPr>
      <p:sp>
        <p:nvSpPr>
          <p:cNvPr id="4" name="dp42-v5-qa-detail / n4">
            <a:extLst>
              <a:ext uri="{FF2B5EF4-FFF2-40B4-BE49-F238E27FC236}">
                <ns2:creationId id="{D1E736EA-DCCF-4FF8-B273-2CC4697CF24C}"/>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2-v5-qa-detail / n5">
            <a:extLst>
              <a:ext uri="{FF2B5EF4-FFF2-40B4-BE49-F238E27FC236}">
                <ns2:creationId id="{5CF79C2C-D2F5-4B8A-A70B-21FCB1741DA2}"/>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2-v5-qa-detail / n6">
            <a:extLst>
              <a:ext uri="{FF2B5EF4-FFF2-40B4-BE49-F238E27FC236}">
                <ns2:creationId id="{AAA5A47A-97F4-4641-8F8D-C7146FE7DA4A}"/>
              </a:ext>
            </a:extLst>
          </p:cNvPr>
          <p:cNvSpPr>
            <a:spLocks noGrp="1"/>
          </p:cNvSpPr>
          <p:nvPr/>
        </p:nvSpPr>
        <p:spPr>
          <a:xfrm>
            <a:off x="381000" y="2143125"/>
            <a:ext cx="17526000" cy="457200"/>
          </a:xfrm>
          <a:prstGeom prst="rect">
            <a:avLst/>
          </a:prstGeom>
          <a:solidFill>
            <a:srgbClr val="C6E0B4"/>
          </a:solidFill>
          <a:ln w="0">
            <a:noFill/>
          </a:ln>
        </p:spPr>
      </p:sp>
      <p:sp>
        <p:nvSpPr>
          <p:cNvPr id="11" name="dp42-v5-qa-detail / n11">
            <a:extLst>
              <a:ext uri="{FF2B5EF4-FFF2-40B4-BE49-F238E27FC236}">
                <ns2:creationId id="{6C80D7EE-3CD2-4E7D-A5FD-B508FAE0B00B}"/>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2-v5-qa-detail / n12">
            <a:extLst>
              <a:ext uri="{FF2B5EF4-FFF2-40B4-BE49-F238E27FC236}">
                <ns2:creationId id="{ACC0F7C7-127F-41DA-A70B-226379BD6B0C}"/>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2-v5-qa-detail / n13">
            <a:extLst>
              <a:ext uri="{FF2B5EF4-FFF2-40B4-BE49-F238E27FC236}">
                <ns2:creationId id="{05D3609A-88C5-4C2D-ABB7-4E2FFCE58396}"/>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2-v5-qa-detail / n14">
            <a:extLst>
              <a:ext uri="{FF2B5EF4-FFF2-40B4-BE49-F238E27FC236}">
                <ns2:creationId id="{CB30482C-3D5B-45A7-BFB2-2BD982D9CEF3}"/>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2-v5-qa-detail / n15">
            <a:extLst>
              <a:ext uri="{FF2B5EF4-FFF2-40B4-BE49-F238E27FC236}">
                <ns2:creationId id="{94E7ABA1-8F4E-4F8F-8019-0235844CA74B}"/>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의미와 접수 및 현재성 검사</a:t>
            </a:r>
            <a:endParaRPr lang="ko-KR">
              <a:solidFill>
                <a:srgbClr val="000000"/>
              </a:solidFill>
              <a:latin typeface="Calibri"/>
              <a:ea typeface="Calibri"/>
              <a:cs typeface="Calibri"/>
            </a:endParaRPr>
          </a:p>
        </p:txBody>
      </p:sp>
      <p:sp>
        <p:nvSpPr>
          <p:cNvPr id="16" name="dp42-v5-qa-detail / n16">
            <a:extLst>
              <a:ext uri="{FF2B5EF4-FFF2-40B4-BE49-F238E27FC236}">
                <ns2:creationId id="{3CB92D02-CDB9-4D07-8699-F9FDF33C9601}"/>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2-v5-qa-detail / n17">
            <a:extLst>
              <a:ext uri="{FF2B5EF4-FFF2-40B4-BE49-F238E27FC236}">
                <ns2:creationId id="{A0672D16-BCD5-4950-8852-B80DD4D80EA9}"/>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동일 검사와 receipt의 올바른 반영</a:t>
            </a:r>
            <a:endParaRPr lang="ko-KR">
              <a:solidFill>
                <a:srgbClr val="000000"/>
              </a:solidFill>
              <a:latin typeface="Calibri"/>
              <a:ea typeface="Calibri"/>
              <a:cs typeface="Calibri"/>
            </a:endParaRPr>
          </a:p>
        </p:txBody>
      </p:sp>
      <p:sp>
        <p:nvSpPr>
          <p:cNvPr id="18" name="dp42-v5-qa-detail / n18">
            <a:extLst>
              <a:ext uri="{FF2B5EF4-FFF2-40B4-BE49-F238E27FC236}">
                <ns2:creationId id="{EB2A28A1-537A-452D-AC68-B935FAE3FA59}"/>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2-v5-qa-detail / n19">
            <a:extLst>
              <a:ext uri="{FF2B5EF4-FFF2-40B4-BE49-F238E27FC236}">
                <ns2:creationId id="{333ACB09-5CC8-4F98-BD3A-E6C7897CEAB9}"/>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2-v5-qa-detail / n20">
            <a:extLst>
              <a:ext uri="{FF2B5EF4-FFF2-40B4-BE49-F238E27FC236}">
                <ns2:creationId id="{89679BA1-10D4-448A-88EF-495E7DDAB0D0}"/>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2-v5-qa-detail / n21">
            <a:extLst>
              <a:ext uri="{FF2B5EF4-FFF2-40B4-BE49-F238E27FC236}">
                <ns2:creationId id="{A183CDA9-39A8-40B7-A144-6D256214F068}"/>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2-v5-qa-detail / n22">
            <a:extLst>
              <a:ext uri="{FF2B5EF4-FFF2-40B4-BE49-F238E27FC236}">
                <ns2:creationId id="{8C6ABC98-5957-4577-8D56-5965B005BEA8}"/>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2-v5-qa-detail / n23">
            <a:extLst>
              <a:ext uri="{FF2B5EF4-FFF2-40B4-BE49-F238E27FC236}">
                <ns2:creationId id="{6A52D990-E1EF-4059-870C-CAF278572D44}"/>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2-v5-qa-detail / n24">
            <a:extLst>
              <a:ext uri="{FF2B5EF4-FFF2-40B4-BE49-F238E27FC236}">
                <ns2:creationId id="{57ABAEE6-B9AE-48F1-A54F-58562A637106}"/>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2-v5-qa-detail / n25">
            <a:extLst>
              <a:ext uri="{FF2B5EF4-FFF2-40B4-BE49-F238E27FC236}">
                <ns2:creationId id="{0D379A5A-F6AF-4CFC-9437-CD87FEC5DD0A}"/>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공동 commit과 대화 반영 대기</a:t>
            </a:r>
            <a:endParaRPr lang="ko-KR">
              <a:solidFill>
                <a:srgbClr val="000000"/>
              </a:solidFill>
              <a:latin typeface="Calibri"/>
              <a:ea typeface="Calibri"/>
              <a:cs typeface="Calibri"/>
            </a:endParaRPr>
          </a:p>
        </p:txBody>
      </p:sp>
      <p:sp>
        <p:nvSpPr>
          <p:cNvPr id="26" name="dp42-v5-qa-detail / n26">
            <a:extLst>
              <a:ext uri="{FF2B5EF4-FFF2-40B4-BE49-F238E27FC236}">
                <ns2:creationId id="{56FEC738-42C2-4E46-837F-14806C58B2EB}"/>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2-v5-qa-detail / n27">
            <a:extLst>
              <a:ext uri="{FF2B5EF4-FFF2-40B4-BE49-F238E27FC236}">
                <ns2:creationId id="{F7254C71-C574-417E-89F1-25ED1F5AAE92}"/>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독립 접수와 receipt 반영 대기</a:t>
            </a:r>
            <a:endParaRPr lang="ko-KR">
              <a:solidFill>
                <a:srgbClr val="000000"/>
              </a:solidFill>
              <a:latin typeface="Calibri"/>
              <a:ea typeface="Calibri"/>
              <a:cs typeface="Calibri"/>
            </a:endParaRPr>
          </a:p>
        </p:txBody>
      </p:sp>
      <p:sp>
        <p:nvSpPr>
          <p:cNvPr id="28" name="dp42-v5-qa-detail / n28">
            <a:extLst>
              <a:ext uri="{FF2B5EF4-FFF2-40B4-BE49-F238E27FC236}">
                <ns2:creationId id="{546672EC-1ECE-4F3F-8B12-7ED015AAB9A6}"/>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2-v5-qa-detail / n29">
            <a:extLst>
              <a:ext uri="{FF2B5EF4-FFF2-40B4-BE49-F238E27FC236}">
                <ns2:creationId id="{46B1BAC1-96E4-4E21-92E5-BCB21F926CB1}"/>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2-v5-qa-detail / n30">
            <a:extLst>
              <a:ext uri="{FF2B5EF4-FFF2-40B4-BE49-F238E27FC236}">
                <ns2:creationId id="{ABA50E0E-0586-4FDC-97A7-9D6EB5F8CA7E}"/>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2-v5-qa-detail / n31">
            <a:extLst>
              <a:ext uri="{FF2B5EF4-FFF2-40B4-BE49-F238E27FC236}">
                <ns2:creationId id="{59050E6C-2A16-4876-A557-A3A9A2645A55}"/>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2-v5-qa-detail / n32">
            <a:extLst>
              <a:ext uri="{FF2B5EF4-FFF2-40B4-BE49-F238E27FC236}">
                <ns2:creationId id="{D76A025A-6521-4E5A-BF91-F486B25A62D0}"/>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2-v5-qa-detail / n33">
            <a:extLst>
              <a:ext uri="{FF2B5EF4-FFF2-40B4-BE49-F238E27FC236}">
                <ns2:creationId id="{775FF466-C3F6-4F67-8091-E81F45EE5AA4}"/>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2-v5-qa-detail / n34">
            <a:extLst>
              <a:ext uri="{FF2B5EF4-FFF2-40B4-BE49-F238E27FC236}">
                <ns2:creationId id="{0AC44497-6110-4A0C-9E5A-3DDC5805E1C6}"/>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2-v5-qa-detail / n35">
            <a:extLst>
              <a:ext uri="{FF2B5EF4-FFF2-40B4-BE49-F238E27FC236}">
                <ns2:creationId id="{5B54F910-04BA-4523-AF83-9D2021E4E261}"/>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관련 상태의 공동 확정 경로</a:t>
            </a:r>
            <a:endParaRPr lang="ko-KR">
              <a:solidFill>
                <a:srgbClr val="000000"/>
              </a:solidFill>
              <a:latin typeface="Calibri"/>
              <a:ea typeface="Calibri"/>
              <a:cs typeface="Calibri"/>
            </a:endParaRPr>
          </a:p>
        </p:txBody>
      </p:sp>
      <p:sp>
        <p:nvSpPr>
          <p:cNvPr id="36" name="dp42-v5-qa-detail / n36">
            <a:extLst>
              <a:ext uri="{FF2B5EF4-FFF2-40B4-BE49-F238E27FC236}">
                <ns2:creationId id="{6E96FA26-E099-4CBF-9744-2A65E83D5B42}"/>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2-v5-qa-detail / n37">
            <a:extLst>
              <a:ext uri="{FF2B5EF4-FFF2-40B4-BE49-F238E27FC236}">
                <ns2:creationId id="{D7292273-B6BC-4716-900D-0F627D5EB9C8}"/>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인계와 reconciliation의 전체 경로</a:t>
            </a:r>
            <a:endParaRPr lang="ko-KR">
              <a:solidFill>
                <a:srgbClr val="000000"/>
              </a:solidFill>
              <a:latin typeface="Calibri"/>
              <a:ea typeface="Calibri"/>
              <a:cs typeface="Calibri"/>
            </a:endParaRPr>
          </a:p>
        </p:txBody>
      </p:sp>
      <p:sp>
        <p:nvSpPr>
          <p:cNvPr id="38" name="dp42-v5-qa-detail / n38">
            <a:extLst>
              <a:ext uri="{FF2B5EF4-FFF2-40B4-BE49-F238E27FC236}">
                <ns2:creationId id="{6E8A9371-F9ED-430E-9C42-27EBF679AE1C}"/>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2-v5-qa-detail / n39">
            <a:extLst>
              <a:ext uri="{FF2B5EF4-FFF2-40B4-BE49-F238E27FC236}">
                <ns2:creationId id="{03655D70-01E8-4F6F-94C2-3F4539D3702F}"/>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2-v5-qa-detail / n40">
            <a:extLst>
              <a:ext uri="{FF2B5EF4-FFF2-40B4-BE49-F238E27FC236}">
                <ns2:creationId id="{06EC16BF-DA90-49FF-8C44-A71246F28AA3}"/>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2-v5-qa-detail / n41">
            <a:extLst>
              <a:ext uri="{FF2B5EF4-FFF2-40B4-BE49-F238E27FC236}">
                <ns2:creationId id="{70EE21AD-A97E-420C-B24B-7CEC95FACEF9}"/>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2-v5-qa-detail / n42">
            <a:extLst>
              <a:ext uri="{FF2B5EF4-FFF2-40B4-BE49-F238E27FC236}">
                <ns2:creationId id="{9D82186A-07CC-4151-B0C0-4507D77FFEDA}"/>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2-v5-qa-detail / n43">
            <a:extLst>
              <a:ext uri="{FF2B5EF4-FFF2-40B4-BE49-F238E27FC236}">
                <ns2:creationId id="{0FF2BC54-AA01-40A7-9C66-2E55B99EE186}"/>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2-v5-qa-detail / n44">
            <a:extLst>
              <a:ext uri="{FF2B5EF4-FFF2-40B4-BE49-F238E27FC236}">
                <ns2:creationId id="{23BDA1F8-349E-4C2B-9B27-8F88FAF88FD9}"/>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2-v5-qa-detail / n45">
            <a:extLst>
              <a:ext uri="{FF2B5EF4-FFF2-40B4-BE49-F238E27FC236}">
                <ns2:creationId id="{41E4D9DF-BACE-4042-ADBB-E4427D978E5D}"/>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코드 저장 외 실제 모델 청구</a:t>
            </a:r>
            <a:endParaRPr lang="ko-KR">
              <a:solidFill>
                <a:srgbClr val="000000"/>
              </a:solidFill>
              <a:latin typeface="Calibri"/>
              <a:ea typeface="Calibri"/>
              <a:cs typeface="Calibri"/>
            </a:endParaRPr>
          </a:p>
        </p:txBody>
      </p:sp>
      <p:sp>
        <p:nvSpPr>
          <p:cNvPr id="46" name="dp42-v5-qa-detail / n46">
            <a:extLst>
              <a:ext uri="{FF2B5EF4-FFF2-40B4-BE49-F238E27FC236}">
                <ns2:creationId id="{0816BA81-618A-4B62-8DA1-6E2D95375788}"/>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2-v5-qa-detail / n47">
            <a:extLst>
              <a:ext uri="{FF2B5EF4-FFF2-40B4-BE49-F238E27FC236}">
                <ns2:creationId id="{F6FCE6FE-FB2B-4993-9D6D-864F2DF06D7D}"/>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IPC 외 실제 모델 청구</a:t>
            </a:r>
            <a:endParaRPr lang="ko-KR">
              <a:solidFill>
                <a:srgbClr val="000000"/>
              </a:solidFill>
              <a:latin typeface="Calibri"/>
              <a:ea typeface="Calibri"/>
              <a:cs typeface="Calibri"/>
            </a:endParaRPr>
          </a:p>
        </p:txBody>
      </p:sp>
      <p:sp>
        <p:nvSpPr>
          <p:cNvPr id="48" name="dp42-v5-qa-detail / n48">
            <a:extLst>
              <a:ext uri="{FF2B5EF4-FFF2-40B4-BE49-F238E27FC236}">
                <ns2:creationId id="{29913499-9549-4D7D-9932-BCEDFD96A7F7}"/>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2-v5-qa-detail / n49">
            <a:extLst>
              <a:ext uri="{FF2B5EF4-FFF2-40B4-BE49-F238E27FC236}">
                <ns2:creationId id="{7F6FE70F-4CF9-46E3-BA79-EA5987ED7DC8}"/>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2-v5-qa-detail / n50">
            <a:extLst>
              <a:ext uri="{FF2B5EF4-FFF2-40B4-BE49-F238E27FC236}">
                <ns2:creationId id="{6F897435-9B71-4F1C-B30C-33BBEDB7B8AE}"/>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2-v5-qa-detail / n51">
            <a:extLst>
              <a:ext uri="{FF2B5EF4-FFF2-40B4-BE49-F238E27FC236}">
                <ns2:creationId id="{77230508-5978-44F7-9F17-594B9BABF06E}"/>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2-v5-qa-detail / n52">
            <a:extLst>
              <a:ext uri="{FF2B5EF4-FFF2-40B4-BE49-F238E27FC236}">
                <ns2:creationId id="{BFAE2C7C-FF1E-4A1F-B5F4-FC807FBC9006}"/>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2-v5-qa-detail / n53">
            <a:extLst>
              <a:ext uri="{FF2B5EF4-FFF2-40B4-BE49-F238E27FC236}">
                <ns2:creationId id="{2DEA17DF-9C5C-40F3-9272-5BF240CA043C}"/>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2-v5-qa-detail / n54">
            <a:extLst>
              <a:ext uri="{FF2B5EF4-FFF2-40B4-BE49-F238E27FC236}">
                <ns2:creationId id="{86D35AE4-1A1C-4441-8778-A7F39F2A121A}"/>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2-v5-qa-detail / n55">
            <a:extLst>
              <a:ext uri="{FF2B5EF4-FFF2-40B4-BE49-F238E27FC236}">
                <ns2:creationId id="{6557B021-0E70-4839-8BCE-D1F7095ABDEA}"/>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공동 상태 계약의 실제 수정</a:t>
            </a:r>
            <a:endParaRPr lang="ko-KR">
              <a:solidFill>
                <a:srgbClr val="000000"/>
              </a:solidFill>
              <a:latin typeface="Calibri"/>
              <a:ea typeface="Calibri"/>
              <a:cs typeface="Calibri"/>
            </a:endParaRPr>
          </a:p>
        </p:txBody>
      </p:sp>
      <p:sp>
        <p:nvSpPr>
          <p:cNvPr id="56" name="dp42-v5-qa-detail / n56">
            <a:extLst>
              <a:ext uri="{FF2B5EF4-FFF2-40B4-BE49-F238E27FC236}">
                <ns2:creationId id="{24D12290-C101-4E09-832C-0CC6B4A77186}"/>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2-v5-qa-detail / n57">
            <a:extLst>
              <a:ext uri="{FF2B5EF4-FFF2-40B4-BE49-F238E27FC236}">
                <ns2:creationId id="{660985D6-1122-4DA6-A2C7-305ADB989956}"/>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독립 인계 계약의 실제 수정</a:t>
            </a:r>
            <a:endParaRPr lang="ko-KR">
              <a:solidFill>
                <a:srgbClr val="000000"/>
              </a:solidFill>
              <a:latin typeface="Calibri"/>
              <a:ea typeface="Calibri"/>
              <a:cs typeface="Calibri"/>
            </a:endParaRPr>
          </a:p>
        </p:txBody>
      </p:sp>
      <p:sp>
        <p:nvSpPr>
          <p:cNvPr id="58" name="dp42-v5-qa-detail / n58">
            <a:extLst>
              <a:ext uri="{FF2B5EF4-FFF2-40B4-BE49-F238E27FC236}">
                <ns2:creationId id="{778CC2C5-B11E-4DF2-86B5-DB540DE5B161}"/>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2-v5-qa-detail / n59">
            <a:extLst>
              <a:ext uri="{FF2B5EF4-FFF2-40B4-BE49-F238E27FC236}">
                <ns2:creationId id="{20CDC1C6-0D8C-4AD9-98D5-2409CB745597}"/>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2-v5-qa-detail / n60">
            <a:extLst>
              <a:ext uri="{FF2B5EF4-FFF2-40B4-BE49-F238E27FC236}">
                <ns2:creationId id="{A3D9A227-2830-473B-B4D0-FE05402D8F1D}"/>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2-v5-qa-detail / n61">
            <a:extLst>
              <a:ext uri="{FF2B5EF4-FFF2-40B4-BE49-F238E27FC236}">
                <ns2:creationId id="{83D2913F-66E7-4E29-8AC6-E17044B64FFC}"/>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2-v5-qa-detail / n62">
            <a:extLst>
              <a:ext uri="{FF2B5EF4-FFF2-40B4-BE49-F238E27FC236}">
                <ns2:creationId id="{3B442BC9-755B-47F5-AF10-EC479C7FE135}"/>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2-v5-qa-detail / n63">
            <a:extLst>
              <a:ext uri="{FF2B5EF4-FFF2-40B4-BE49-F238E27FC236}">
                <ns2:creationId id="{34326D37-5158-4C86-89A3-A58C6C91ADEB}"/>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2-v5-qa-detail / n64">
            <a:extLst>
              <a:ext uri="{FF2B5EF4-FFF2-40B4-BE49-F238E27FC236}">
                <ns2:creationId id="{2C3D3F81-F166-4CC5-B1F1-F0159468CB0D}"/>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2-v5-qa-detail / n65">
            <a:extLst>
              <a:ext uri="{FF2B5EF4-FFF2-40B4-BE49-F238E27FC236}">
                <ns2:creationId id="{D49112B5-316D-405C-A861-6061A0437C1B}"/>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통합 실행체의 상태와 대기열</a:t>
            </a:r>
            <a:endParaRPr lang="ko-KR">
              <a:solidFill>
                <a:srgbClr val="000000"/>
              </a:solidFill>
              <a:latin typeface="Calibri"/>
              <a:ea typeface="Calibri"/>
              <a:cs typeface="Calibri"/>
            </a:endParaRPr>
          </a:p>
        </p:txBody>
      </p:sp>
      <p:sp>
        <p:nvSpPr>
          <p:cNvPr id="66" name="dp42-v5-qa-detail / n66">
            <a:extLst>
              <a:ext uri="{FF2B5EF4-FFF2-40B4-BE49-F238E27FC236}">
                <ns2:creationId id="{003015C0-6ECD-440A-B3BA-F8A4AAE486F5}"/>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2,080MiB (가정)</a:t>
            </a:r>
            <a:endParaRPr lang="ko-KR">
              <a:solidFill>
                <a:srgbClr val="000000"/>
              </a:solidFill>
              <a:latin typeface="Calibri"/>
              <a:ea typeface="Calibri"/>
              <a:cs typeface="Calibri"/>
            </a:endParaRPr>
          </a:p>
        </p:txBody>
      </p:sp>
      <p:sp>
        <p:nvSpPr>
          <p:cNvPr id="67" name="dp42-v5-qa-detail / n67">
            <a:extLst>
              <a:ext uri="{FF2B5EF4-FFF2-40B4-BE49-F238E27FC236}">
                <ns2:creationId id="{CA74D0FF-BEEE-4F31-8B5F-952DC8CE53B7}"/>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추가 process와 receipt 상태</a:t>
            </a:r>
            <a:endParaRPr lang="ko-KR">
              <a:solidFill>
                <a:srgbClr val="000000"/>
              </a:solidFill>
              <a:latin typeface="Calibri"/>
              <a:ea typeface="Calibri"/>
              <a:cs typeface="Calibri"/>
            </a:endParaRPr>
          </a:p>
        </p:txBody>
      </p:sp>
      <p:sp>
        <p:nvSpPr>
          <p:cNvPr id="68" name="dp42-v5-qa-detail / n68">
            <a:extLst>
              <a:ext uri="{FF2B5EF4-FFF2-40B4-BE49-F238E27FC236}">
                <ns2:creationId id="{67B44F0A-0452-4DC0-81D8-435E2D234D24}"/>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2-v5-qa-detail / n69">
            <a:extLst>
              <a:ext uri="{FF2B5EF4-FFF2-40B4-BE49-F238E27FC236}">
                <ns2:creationId id="{FE0C7A5A-3EDE-4C4C-A686-7E8FC8AC891F}"/>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2-v5-qa-detail / n70">
            <a:extLst>
              <a:ext uri="{FF2B5EF4-FFF2-40B4-BE49-F238E27FC236}">
                <ns2:creationId id="{70009BE0-A31E-4FB0-8B5A-6FDD0930EA13}"/>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2-v5-qa-detail / n71">
            <a:extLst>
              <a:ext uri="{FF2B5EF4-FFF2-40B4-BE49-F238E27FC236}">
                <ns2:creationId id="{93E560E6-16C5-411F-BAB6-494B44198617}"/>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2-v5-qa-detail / n72">
            <a:extLst>
              <a:ext uri="{FF2B5EF4-FFF2-40B4-BE49-F238E27FC236}">
                <ns2:creationId id="{A494667C-15FC-4119-B46C-05B345E93077}"/>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2-v5-qa-detail / n73">
            <a:extLst>
              <a:ext uri="{FF2B5EF4-FFF2-40B4-BE49-F238E27FC236}">
                <ns2:creationId id="{17CE71E5-4D06-4C08-8C7B-F02FCF64EFDB}"/>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2-v5-qa-detail / n74">
            <a:extLst>
              <a:ext uri="{FF2B5EF4-FFF2-40B4-BE49-F238E27FC236}">
                <ns2:creationId id="{C455F8E0-DCB2-4A02-B433-A7BE40CD9457}"/>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지역 계산 S6-04: 확정/접수 A 0.010초 / B 0.025초. 모델과 외부 접수는 공통이며 전체 평균은 아니다.</a:t>
            </a:r>
            <a:endParaRPr lang="ko-KR">
              <a:solidFill>
                <a:srgbClr val="000000"/>
              </a:solidFill>
              <a:latin typeface="Calibri"/>
              <a:ea typeface="Calibri"/>
              <a:cs typeface="Calibri"/>
            </a:endParaRPr>
          </a:p>
        </p:txBody>
      </p:sp>
      <p:sp>
        <p:nvSpPr>
          <p:cNvPr id="75" name="dp42-v5-qa-detail / n75">
            <a:extLst>
              <a:ext uri="{FF2B5EF4-FFF2-40B4-BE49-F238E27FC236}">
                <ns2:creationId id="{4F200CD4-152C-4229-ADFC-9CEA573A0FC9}"/>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2-v5-qa-detail / n76">
            <a:extLst>
              <a:ext uri="{FF2B5EF4-FFF2-40B4-BE49-F238E27FC236}">
                <ns2:creationId id="{A50400FF-8397-42FE-98F6-CA34DEC4F3D0}"/>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9928B129-CCEE-4F0B-B233-FC3A39ACD7CF}"/>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품질 평가 상세</a:t>
            </a:r>
            <a:endParaRPr lang="ko-KR">
              <a:latin typeface="Calibri"/>
              <a:ea typeface="Calibri"/>
              <a:cs typeface="Calibri"/>
            </a:endParaRPr>
          </a:p>
        </p:txBody>
      </p:sp>
      <p:sp>
        <p:nvSpPr>
          <p:cNvPr id="78" name="v6-header-rule">
            <a:extLst>
              <a:ext uri="{FF2B5EF4-FFF2-40B4-BE49-F238E27FC236}">
                <ns2:creationId id="{39F3DD86-48F4-4458-B5BA-3C614EBB3FED}"/>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549ED720-209B-49F4-AE97-57656609B51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E5B567B0-8FE8-4D6F-92BB-8EA31F2053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981006E6-C78D-41F4-B730-A7CB4B9687F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637CFD9C-7127-4C91-A7BC-53D2DC3E934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177AF091-3061-476B-86F0-E1266966D8A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84" name="v6-header-page">
            <a:extLst>
              <a:ext uri="{FF2B5EF4-FFF2-40B4-BE49-F238E27FC236}">
                <ns2:creationId id="{EA362F78-DFCF-47F9-9E58-516E2AC3265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57 / 63</a:t>
            </a:r>
            <a:endParaRPr lang="ko-KR">
              <a:latin typeface="Calibri"/>
              <a:ea typeface="Calibri"/>
              <a:cs typeface="Calibri"/>
            </a:endParaRPr>
          </a:p>
        </p:txBody>
      </p:sp>
      <p:sp>
        <p:nvSpPr>
          <p:cNvPr id="85" name="v6-native-header-cell-57-0">
            <a:extLst>
              <a:ext uri="{FF2B5EF4-FFF2-40B4-BE49-F238E27FC236}">
                <ns2:creationId id="{736D43B5-E072-461F-8E34-0BA0B3CAAC6D}"/>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57-1">
            <a:extLst>
              <a:ext uri="{FF2B5EF4-FFF2-40B4-BE49-F238E27FC236}">
                <ns2:creationId id="{AB600A07-3672-468F-838B-383F1288F62B}"/>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통합 Core의 공동 확정</a:t>
            </a:r>
            <a:endParaRPr lang="ko-KR">
              <a:latin typeface="Calibri"/>
              <a:ea typeface="Calibri"/>
              <a:cs typeface="Calibri"/>
            </a:endParaRPr>
          </a:p>
        </p:txBody>
      </p:sp>
      <p:sp>
        <p:nvSpPr>
          <p:cNvPr id="87" name="v6-native-header-cell-57-2">
            <a:extLst>
              <a:ext uri="{FF2B5EF4-FFF2-40B4-BE49-F238E27FC236}">
                <ns2:creationId id="{16C6CD84-DE25-4E4E-86A4-C7B11E39F371}"/>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독립 대화와 Task 서비스의 접수</a:t>
            </a:r>
            <a:endParaRPr lang="ko-KR">
              <a:latin typeface="Calibri"/>
              <a:ea typeface="Calibri"/>
              <a:cs typeface="Calibri"/>
            </a:endParaRPr>
          </a:p>
        </p:txBody>
      </p:sp>
      <p:sp>
        <p:nvSpPr>
          <p:cNvPr id="88" name="v6-native-header-cell-57-3">
            <a:extLst>
              <a:ext uri="{FF2B5EF4-FFF2-40B4-BE49-F238E27FC236}">
                <ns2:creationId id="{16CAEA0D-1247-471B-B1F4-2E2CA2CD66A4}"/>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1875579069"/>
      </p:ext>
    </p:extLst>
  </p:cSld>
</p:sld>
</file>

<file path=ppt/slides/slide33.xml><?xml version="1.0" encoding="utf-8"?>
<p:sld xmlns:a="http://schemas.openxmlformats.org/drawingml/2006/main" xmlns:ns2="http://schemas.microsoft.com/office/drawing/2014/main" xmlns:ns4="http://schemas.openxmlformats.org/drawingml/2006/chart" xmlns:p="http://schemas.openxmlformats.org/presentationml/2006/main" xmlns:p14="http://schemas.microsoft.com/office/powerpoint/2010/main" xmlns:r="http://schemas.openxmlformats.org/officeDocument/2006/relationships">
  <p:cSld name="project-intro-v10-1">
    <p:bg>
      <p:bgPr>
        <a:solidFill>
          <a:srgbClr val="FFFFFF"/>
        </a:solidFill>
      </p:bgPr>
    </p:bg>
    <p:spTree>
      <p:nvGrpSpPr>
        <p:cNvPr id="2" name=""/>
        <p:cNvGrpSpPr/>
        <p:nvPr/>
      </p:nvGrpSpPr>
      <p:grpSpPr>
        <a:xfrm/>
      </p:grpSpPr>
      <p:sp>
        <p:nvSpPr>
          <p:cNvPr id="3" name="trend-execution-title">
            <a:extLst>
              <a:ext uri="{FF2B5EF4-FFF2-40B4-BE49-F238E27FC236}">
                <ns2:creationId id="{44A0B98E-0513-4C1A-8B6A-8BE9BAE2F5E7}"/>
              </a:ext>
            </a:extLst>
          </p:cNvPr>
          <p:cNvSpPr>
            <a:spLocks noGrp="1"/>
          </p:cNvSpPr>
          <p:nvPr/>
        </p:nvSpPr>
        <p:spPr>
          <a:xfrm>
            <a:off x="571500" y="1333500"/>
            <a:ext cx="7905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PC 업무 실행과 음성 상호작용의 발전</a:t>
            </a:r>
            <a:endParaRPr lang="ko-KR">
              <a:latin typeface="Calibri"/>
              <a:ea typeface="Calibri"/>
              <a:cs typeface="Calibri"/>
            </a:endParaRPr>
          </a:p>
        </p:txBody>
      </p:sp>
      <p:sp>
        <p:nvSpPr>
          <p:cNvPr id="4" name="demo-one-label">
            <a:extLst>
              <a:ext uri="{FF2B5EF4-FFF2-40B4-BE49-F238E27FC236}">
                <ns2:creationId id="{D3158B16-833B-405D-97A7-CCC286490073}"/>
              </a:ext>
            </a:extLst>
          </p:cNvPr>
          <p:cNvSpPr>
            <a:spLocks noGrp="1"/>
          </p:cNvSpPr>
          <p:nvPr/>
        </p:nvSpPr>
        <p:spPr>
          <a:xfrm>
            <a:off x="781050" y="2124075"/>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Claude Cowork  |  브라우저 업무 수행</a:t>
            </a:r>
            <a:endParaRPr lang="ko-KR">
              <a:latin typeface="Calibri"/>
              <a:ea typeface="Calibri"/>
              <a:cs typeface="Calibri"/>
            </a:endParaRPr>
          </a:p>
        </p:txBody>
      </p:sp>
      <p:sp>
        <p:nvSpPr>
          <p:cNvPr id="5" name="demo-one-frame">
            <a:extLst>
              <a:ext uri="{FF2B5EF4-FFF2-40B4-BE49-F238E27FC236}">
                <ns2:creationId id="{40069728-05D5-4723-BC18-CAE0D0A09614}"/>
              </a:ext>
            </a:extLst>
          </p:cNvPr>
          <p:cNvSpPr>
            <a:spLocks noGrp="1"/>
          </p:cNvSpPr>
          <p:nvPr/>
        </p:nvSpPr>
        <p:spPr>
          <a:xfrm>
            <a:off x="1800225" y="2609850"/>
            <a:ext cx="5467350" cy="3086100"/>
          </a:xfrm>
          <a:prstGeom prst="rect">
            <a:avLst/>
          </a:prstGeom>
          <a:solidFill>
            <a:srgbClr val="FFFFFF"/>
          </a:solidFill>
          <a:ln w="14288">
            <a:solidFill>
              <a:srgbClr val="D4DBE4"/>
            </a:solidFill>
          </a:ln>
        </p:spPr>
      </p:sp>
      <p:pic>
        <p:nvPicPr>
          <p:cNvPr id="6" name="">
            <a:extLst>
              <a:ext uri="{FF2B5EF4-FFF2-40B4-BE49-F238E27FC236}">
                <ns2:creationId id="{23DCDF09-2837-4F47-ABF3-AD9CAA0560BB}"/>
              </a:ext>
            </a:extLst>
          </p:cNvPr>
          <p:cNvPicPr>
            <a:picLocks noChangeAspect="1"/>
          </p:cNvPicPr>
          <p:nvPr/>
        </p:nvPicPr>
        <p:blipFill>
          <a:blip r:embed="R437653e567e04d29"/>
          <a:stretch/>
        </p:blipFill>
        <p:spPr>
          <a:xfrm>
            <a:off x="1819275" y="2631359"/>
            <a:ext cx="5429250" cy="3049035"/>
          </a:xfrm>
          <a:prstGeom prst="rect">
            <a:avLst/>
          </a:prstGeom>
        </p:spPr>
      </p:pic>
      <p:sp>
        <p:nvSpPr>
          <p:cNvPr id="7" name="demo-one-source">
            <a:extLst>
              <a:ext uri="{FF2B5EF4-FFF2-40B4-BE49-F238E27FC236}">
                <ns2:creationId id="{E524EA85-11B7-4A14-AF4A-5002233F0F27}"/>
              </a:ext>
            </a:extLst>
          </p:cNvPr>
          <p:cNvSpPr>
            <a:spLocks noGrp="1"/>
          </p:cNvSpPr>
          <p:nvPr/>
        </p:nvSpPr>
        <p:spPr>
          <a:xfrm>
            <a:off x="1676400" y="5743575"/>
            <a:ext cx="5715000" cy="24765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Anthropic 공개 시연 발췌  /  2026.08.26</a:t>
            </a:r>
            <a:endParaRPr lang="ko-KR">
              <a:latin typeface="Calibri"/>
              <a:ea typeface="Calibri"/>
              <a:cs typeface="Calibri"/>
            </a:endParaRPr>
          </a:p>
        </p:txBody>
      </p:sp>
      <p:sp>
        <p:nvSpPr>
          <p:cNvPr id="8" name="demo-divider">
            <a:extLst>
              <a:ext uri="{FF2B5EF4-FFF2-40B4-BE49-F238E27FC236}">
                <ns2:creationId id="{5FD607E5-ABE5-4BBD-97F5-C7C6116DD7F4}"/>
              </a:ext>
            </a:extLst>
          </p:cNvPr>
          <p:cNvSpPr>
            <a:spLocks noGrp="1"/>
          </p:cNvSpPr>
          <p:nvPr/>
        </p:nvSpPr>
        <p:spPr>
          <a:xfrm>
            <a:off x="781050" y="6067425"/>
            <a:ext cx="7486650" cy="14288"/>
          </a:xfrm>
          <a:prstGeom prst="rect">
            <a:avLst/>
          </a:prstGeom>
          <a:solidFill>
            <a:srgbClr val="D4DBE4"/>
          </a:solidFill>
          <a:ln w="0">
            <a:noFill/>
          </a:ln>
        </p:spPr>
      </p:sp>
      <p:sp>
        <p:nvSpPr>
          <p:cNvPr id="9" name="demo-two-label">
            <a:extLst>
              <a:ext uri="{FF2B5EF4-FFF2-40B4-BE49-F238E27FC236}">
                <ns2:creationId id="{9811B2DF-ADD1-4027-B851-28EDC7B007BC}"/>
              </a:ext>
            </a:extLst>
          </p:cNvPr>
          <p:cNvSpPr>
            <a:spLocks noGrp="1"/>
          </p:cNvSpPr>
          <p:nvPr/>
        </p:nvSpPr>
        <p:spPr>
          <a:xfrm>
            <a:off x="781050" y="6134100"/>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GPT-6 Astra  |  음성으로 수정과 후속 작업</a:t>
            </a:r>
            <a:endParaRPr lang="ko-KR">
              <a:latin typeface="Calibri"/>
              <a:ea typeface="Calibri"/>
              <a:cs typeface="Calibri"/>
            </a:endParaRPr>
          </a:p>
        </p:txBody>
      </p:sp>
      <p:sp>
        <p:nvSpPr>
          <p:cNvPr id="10" name="demo-two-frame">
            <a:extLst>
              <a:ext uri="{FF2B5EF4-FFF2-40B4-BE49-F238E27FC236}">
                <ns2:creationId id="{809FD282-BF47-410C-BE97-D9BCCE629A82}"/>
              </a:ext>
            </a:extLst>
          </p:cNvPr>
          <p:cNvSpPr>
            <a:spLocks noGrp="1"/>
          </p:cNvSpPr>
          <p:nvPr/>
        </p:nvSpPr>
        <p:spPr>
          <a:xfrm>
            <a:off x="1800225" y="6638925"/>
            <a:ext cx="5467350" cy="3086100"/>
          </a:xfrm>
          <a:prstGeom prst="rect">
            <a:avLst/>
          </a:prstGeom>
          <a:solidFill>
            <a:srgbClr val="FFFFFF"/>
          </a:solidFill>
          <a:ln w="14288">
            <a:solidFill>
              <a:srgbClr val="D4DBE4"/>
            </a:solidFill>
          </a:ln>
        </p:spPr>
      </p:sp>
      <p:pic>
        <p:nvPicPr>
          <p:cNvPr id="11" name="">
            <a:extLst>
              <a:ext uri="{FF2B5EF4-FFF2-40B4-BE49-F238E27FC236}">
                <ns2:creationId id="{AC3FBCC6-F7ED-43A8-A546-888173CB32DE}"/>
              </a:ext>
            </a:extLst>
          </p:cNvPr>
          <p:cNvPicPr>
            <a:picLocks noChangeAspect="1"/>
          </p:cNvPicPr>
          <p:nvPr/>
        </p:nvPicPr>
        <p:blipFill>
          <a:blip r:embed="R5ebd9b7fc25b4c2e"/>
          <a:stretch/>
        </p:blipFill>
        <p:spPr>
          <a:xfrm>
            <a:off x="1819275" y="6657975"/>
            <a:ext cx="5429250" cy="3053953"/>
          </a:xfrm>
          <a:prstGeom prst="rect">
            <a:avLst/>
          </a:prstGeom>
        </p:spPr>
      </p:pic>
      <p:sp>
        <p:nvSpPr>
          <p:cNvPr id="12" name="demo-two-source">
            <a:extLst>
              <a:ext uri="{FF2B5EF4-FFF2-40B4-BE49-F238E27FC236}">
                <ns2:creationId id="{96B172EA-E32B-4856-AAE3-667F82F8C39D}"/>
              </a:ext>
            </a:extLst>
          </p:cNvPr>
          <p:cNvSpPr>
            <a:spLocks noGrp="1"/>
          </p:cNvSpPr>
          <p:nvPr/>
        </p:nvSpPr>
        <p:spPr>
          <a:xfrm>
            <a:off x="876300" y="9753600"/>
            <a:ext cx="7334250" cy="22860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OpenAI 공식 발표 2026.09.03  /  시연 발췌, 1.5배속</a:t>
            </a:r>
            <a:endParaRPr lang="ko-KR">
              <a:latin typeface="Calibri"/>
              <a:ea typeface="Calibri"/>
              <a:cs typeface="Calibri"/>
            </a:endParaRPr>
          </a:p>
        </p:txBody>
      </p:sp>
      <p:sp>
        <p:nvSpPr>
          <p:cNvPr id="13" name="trend-market-title">
            <a:extLst>
              <a:ext uri="{FF2B5EF4-FFF2-40B4-BE49-F238E27FC236}">
                <ns2:creationId id="{1F289D35-8EC6-4154-9DA0-05C009F8CE61}"/>
              </a:ext>
            </a:extLst>
          </p:cNvPr>
          <p:cNvSpPr>
            <a:spLocks noGrp="1"/>
          </p:cNvSpPr>
          <p:nvPr/>
        </p:nvSpPr>
        <p:spPr>
          <a:xfrm>
            <a:off x="9048750" y="1333500"/>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음성 Agent 시장 확대와 주요 기업의 경쟁</a:t>
            </a:r>
            <a:endParaRPr lang="ko-KR">
              <a:latin typeface="Calibri"/>
              <a:ea typeface="Calibri"/>
              <a:cs typeface="Calibri"/>
            </a:endParaRPr>
          </a:p>
        </p:txBody>
      </p:sp>
      <p:sp>
        <p:nvSpPr>
          <p:cNvPr id="14" name="market-title">
            <a:extLst>
              <a:ext uri="{FF2B5EF4-FFF2-40B4-BE49-F238E27FC236}">
                <ns2:creationId id="{D82501A0-0D0B-447F-9D99-F58CC8D9797E}"/>
              </a:ext>
            </a:extLst>
          </p:cNvPr>
          <p:cNvSpPr>
            <a:spLocks noGrp="1"/>
          </p:cNvSpPr>
          <p:nvPr/>
        </p:nvSpPr>
        <p:spPr>
          <a:xfrm>
            <a:off x="9277350" y="2114550"/>
            <a:ext cx="3390900" cy="714375"/>
          </a:xfrm>
          <a:prstGeom prst="rect">
            <a:avLst/>
          </a:prstGeom>
          <a:noFill/>
          <a:ln w="0">
            <a:noFill/>
          </a:ln>
        </p:spPr>
        <p:txBody>
          <a:bodyPr wrap="none" lIns="0" tIns="0" rIns="0" bIns="0" anchor="ctr">
            <a:noAutofit/>
          </a:bodyPr>
          <a:lstStyle>
            <a:defPPr algn="l">
              <a:defRPr sz="2000" b="1" lang="ko-KR">
                <a:solidFill>
                  <a:srgbClr val="000000"/>
                </a:solidFill>
                <a:latin typeface="Calibri"/>
                <a:ea typeface="Calibri"/>
                <a:cs typeface="Calibri"/>
              </a:defRPr>
            </a:defP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관련 상위 시장</a:t>
            </a:r>
            <a:endParaRPr lang="ko-KR">
              <a:latin typeface="Calibri"/>
              <a:ea typeface="Calibri"/>
              <a:cs typeface="Calibri"/>
            </a:endParaRPr>
          </a:p>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음성 비서 애플리케이션</a:t>
            </a:r>
            <a:endParaRPr lang="ko-KR">
              <a:latin typeface="Calibri"/>
              <a:ea typeface="Calibri"/>
              <a:cs typeface="Calibri"/>
            </a:endParaRPr>
          </a:p>
        </p:txBody>
      </p:sp>
      <p:sp>
        <p:nvSpPr>
          <p:cNvPr id="15" name="market-cagr">
            <a:extLst>
              <a:ext uri="{FF2B5EF4-FFF2-40B4-BE49-F238E27FC236}">
                <ns2:creationId id="{BE93C29A-E045-43AA-88AE-6457786DD9D7}"/>
              </a:ext>
            </a:extLst>
          </p:cNvPr>
          <p:cNvSpPr>
            <a:spLocks noGrp="1"/>
          </p:cNvSpPr>
          <p:nvPr/>
        </p:nvSpPr>
        <p:spPr>
          <a:xfrm>
            <a:off x="9277350" y="2886075"/>
            <a:ext cx="3429000" cy="323850"/>
          </a:xfrm>
          <a:prstGeom prst="rect">
            <a:avLst/>
          </a:prstGeom>
          <a:noFill/>
          <a:ln w="0">
            <a:noFill/>
          </a:ln>
        </p:spPr>
        <p:txBody>
          <a:bodyPr wrap="none" lIns="0" tIns="0" rIns="0" bIns="0" anchor="ctr">
            <a:noAutofit/>
          </a:bodyPr>
          <a:lstStyle>
            <a:defPPr algn="l">
              <a:defRPr sz="2000" b="1" lang="ko-KR">
                <a:solidFill>
                  <a:srgbClr val="487139"/>
                </a:solidFill>
                <a:latin typeface="Calibri"/>
                <a:ea typeface="Calibri"/>
                <a:cs typeface="Calibri"/>
              </a:defRPr>
            </a:defPPr>
          </a:lstStyle>
          <a:p>
            <a:pPr algn="l">
              <a:defRPr sz="2000" b="1" lang="ko-KR">
                <a:solidFill>
                  <a:srgbClr val="487139"/>
                </a:solidFill>
                <a:latin typeface="Calibri"/>
                <a:ea typeface="Calibri"/>
                <a:cs typeface="Calibri"/>
              </a:defRPr>
            </a:pPr>
            <a:r>
              <a:rPr sz="2000" b="1" lang="ko-KR">
                <a:solidFill>
                  <a:srgbClr val="487139"/>
                </a:solidFill>
                <a:latin typeface="Calibri"/>
                <a:ea typeface="Calibri"/>
                <a:cs typeface="Calibri"/>
              </a:rPr>
              <a:t>연평균 15.27% 성장 전망</a:t>
            </a:r>
            <a:endParaRPr lang="ko-KR">
              <a:latin typeface="Calibri"/>
              <a:ea typeface="Calibri"/>
              <a:cs typeface="Calibri"/>
            </a:endParaRPr>
          </a:p>
        </p:txBody>
      </p:sp>
      <p:graphicFrame>
        <p:nvGraphicFramePr>
          <p:cNvPr id="16" name="Chart">
            <a:extLst>
              <a:ext uri="{FF2B5EF4-FFF2-40B4-BE49-F238E27FC236}">
                <ns2:creationId id="{CB3C054D-5D6D-40BA-ACAC-E960FADA17FB}"/>
              </a:ext>
            </a:extLst>
          </p:cNvPr>
          <p:cNvGraphicFramePr/>
          <p:nvPr/>
        </p:nvGraphicFramePr>
        <p:xfrm>
          <a:off x="9229725" y="3305175"/>
          <a:ext cx="3381375" cy="2181225"/>
        </p:xfrm>
        <a:graphic>
          <a:graphicData uri="http://schemas.openxmlformats.org/drawingml/2006/chart">
            <ns4:chart r:id="R5568b160e74c4c6b"/>
          </a:graphicData>
        </a:graphic>
      </p:graphicFrame>
      <p:sp>
        <p:nvSpPr>
          <p:cNvPr id="17" name="market-unit">
            <a:extLst>
              <a:ext uri="{FF2B5EF4-FFF2-40B4-BE49-F238E27FC236}">
                <ns2:creationId id="{0FBD6772-48E2-4D6B-9836-BC2A341F04F6}"/>
              </a:ext>
            </a:extLst>
          </p:cNvPr>
          <p:cNvSpPr>
            <a:spLocks noGrp="1"/>
          </p:cNvSpPr>
          <p:nvPr/>
        </p:nvSpPr>
        <p:spPr>
          <a:xfrm>
            <a:off x="9277350" y="5486400"/>
            <a:ext cx="3381375" cy="228600"/>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단위: 십억 달러</a:t>
            </a:r>
            <a:endParaRPr lang="ko-KR">
              <a:latin typeface="Calibri"/>
              <a:ea typeface="Calibri"/>
              <a:cs typeface="Calibri"/>
            </a:endParaRPr>
          </a:p>
        </p:txBody>
      </p:sp>
      <p:sp>
        <p:nvSpPr>
          <p:cNvPr id="18" name="market-list-divider">
            <a:extLst>
              <a:ext uri="{FF2B5EF4-FFF2-40B4-BE49-F238E27FC236}">
                <ns2:creationId id="{91E8E416-74F5-463A-8774-3F9936B2B239}"/>
              </a:ext>
            </a:extLst>
          </p:cNvPr>
          <p:cNvSpPr>
            <a:spLocks noGrp="1"/>
          </p:cNvSpPr>
          <p:nvPr/>
        </p:nvSpPr>
        <p:spPr>
          <a:xfrm>
            <a:off x="12782550" y="2181225"/>
            <a:ext cx="14288" cy="3505200"/>
          </a:xfrm>
          <a:prstGeom prst="rect">
            <a:avLst/>
          </a:prstGeom>
          <a:solidFill>
            <a:srgbClr val="D4DBE4"/>
          </a:solidFill>
          <a:ln w="0">
            <a:noFill/>
          </a:ln>
        </p:spPr>
      </p:sp>
      <p:sp>
        <p:nvSpPr>
          <p:cNvPr id="19" name="company-0">
            <a:extLst>
              <a:ext uri="{FF2B5EF4-FFF2-40B4-BE49-F238E27FC236}">
                <ns2:creationId id="{8ADDEE6E-8A42-49AF-A737-57F8BC089A79}"/>
              </a:ext>
            </a:extLst>
          </p:cNvPr>
          <p:cNvSpPr>
            <a:spLocks noGrp="1"/>
          </p:cNvSpPr>
          <p:nvPr/>
        </p:nvSpPr>
        <p:spPr>
          <a:xfrm>
            <a:off x="13049250" y="21145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Google</a:t>
            </a:r>
            <a:endParaRPr lang="ko-KR">
              <a:latin typeface="Calibri"/>
              <a:ea typeface="Calibri"/>
              <a:cs typeface="Calibri"/>
            </a:endParaRPr>
          </a:p>
        </p:txBody>
      </p:sp>
      <p:sp>
        <p:nvSpPr>
          <p:cNvPr id="20" name="product-0">
            <a:extLst>
              <a:ext uri="{FF2B5EF4-FFF2-40B4-BE49-F238E27FC236}">
                <ns2:creationId id="{D118655B-0D51-47AF-9734-83B4D14704E0}"/>
              </a:ext>
            </a:extLst>
          </p:cNvPr>
          <p:cNvSpPr>
            <a:spLocks noGrp="1"/>
          </p:cNvSpPr>
          <p:nvPr/>
        </p:nvSpPr>
        <p:spPr>
          <a:xfrm>
            <a:off x="14335125" y="21145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Gemini Live</a:t>
            </a:r>
            <a:endParaRPr lang="ko-KR">
              <a:latin typeface="Calibri"/>
              <a:ea typeface="Calibri"/>
              <a:cs typeface="Calibri"/>
            </a:endParaRPr>
          </a:p>
        </p:txBody>
      </p:sp>
      <p:sp>
        <p:nvSpPr>
          <p:cNvPr id="21" name="case-0">
            <a:extLst>
              <a:ext uri="{FF2B5EF4-FFF2-40B4-BE49-F238E27FC236}">
                <ns2:creationId id="{9FE4180A-93C9-4B74-A128-CDD601064DB8}"/>
              </a:ext>
            </a:extLst>
          </p:cNvPr>
          <p:cNvSpPr>
            <a:spLocks noGrp="1"/>
          </p:cNvSpPr>
          <p:nvPr/>
        </p:nvSpPr>
        <p:spPr>
          <a:xfrm>
            <a:off x="13049250" y="24765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음성과 화면 대화, 앱 연동</a:t>
            </a:r>
            <a:endParaRPr lang="ko-KR">
              <a:latin typeface="Calibri"/>
              <a:ea typeface="Calibri"/>
              <a:cs typeface="Calibri"/>
            </a:endParaRPr>
          </a:p>
        </p:txBody>
      </p:sp>
      <p:sp>
        <p:nvSpPr>
          <p:cNvPr id="22" name="case-rule-0">
            <a:extLst>
              <a:ext uri="{FF2B5EF4-FFF2-40B4-BE49-F238E27FC236}">
                <ns2:creationId id="{222C6524-8913-46B0-8E57-3D2EF9F56DD8}"/>
              </a:ext>
            </a:extLst>
          </p:cNvPr>
          <p:cNvSpPr>
            <a:spLocks noGrp="1"/>
          </p:cNvSpPr>
          <p:nvPr/>
        </p:nvSpPr>
        <p:spPr>
          <a:xfrm>
            <a:off x="13049250" y="2905125"/>
            <a:ext cx="4476750" cy="14288"/>
          </a:xfrm>
          <a:prstGeom prst="rect">
            <a:avLst/>
          </a:prstGeom>
          <a:solidFill>
            <a:srgbClr val="E3E7EC"/>
          </a:solidFill>
          <a:ln w="0">
            <a:noFill/>
          </a:ln>
        </p:spPr>
      </p:sp>
      <p:sp>
        <p:nvSpPr>
          <p:cNvPr id="23" name="company-1">
            <a:extLst>
              <a:ext uri="{FF2B5EF4-FFF2-40B4-BE49-F238E27FC236}">
                <ns2:creationId id="{9B181C3B-CAC6-4C34-BCE9-13D048E7321A}"/>
              </a:ext>
            </a:extLst>
          </p:cNvPr>
          <p:cNvSpPr>
            <a:spLocks noGrp="1"/>
          </p:cNvSpPr>
          <p:nvPr/>
        </p:nvSpPr>
        <p:spPr>
          <a:xfrm>
            <a:off x="13049250" y="30099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Amazon</a:t>
            </a:r>
            <a:endParaRPr lang="ko-KR">
              <a:latin typeface="Calibri"/>
              <a:ea typeface="Calibri"/>
              <a:cs typeface="Calibri"/>
            </a:endParaRPr>
          </a:p>
        </p:txBody>
      </p:sp>
      <p:sp>
        <p:nvSpPr>
          <p:cNvPr id="24" name="product-1">
            <a:extLst>
              <a:ext uri="{FF2B5EF4-FFF2-40B4-BE49-F238E27FC236}">
                <ns2:creationId id="{BC12AA19-6CBF-45C5-A786-971E8E90535E}"/>
              </a:ext>
            </a:extLst>
          </p:cNvPr>
          <p:cNvSpPr>
            <a:spLocks noGrp="1"/>
          </p:cNvSpPr>
          <p:nvPr/>
        </p:nvSpPr>
        <p:spPr>
          <a:xfrm>
            <a:off x="14335125" y="30099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Alexa+</a:t>
            </a:r>
            <a:endParaRPr lang="ko-KR">
              <a:latin typeface="Calibri"/>
              <a:ea typeface="Calibri"/>
              <a:cs typeface="Calibri"/>
            </a:endParaRPr>
          </a:p>
        </p:txBody>
      </p:sp>
      <p:sp>
        <p:nvSpPr>
          <p:cNvPr id="25" name="case-1">
            <a:extLst>
              <a:ext uri="{FF2B5EF4-FFF2-40B4-BE49-F238E27FC236}">
                <ns2:creationId id="{60BFCA46-1590-4784-B94C-561823283CB0}"/>
              </a:ext>
            </a:extLst>
          </p:cNvPr>
          <p:cNvSpPr>
            <a:spLocks noGrp="1"/>
          </p:cNvSpPr>
          <p:nvPr/>
        </p:nvSpPr>
        <p:spPr>
          <a:xfrm>
            <a:off x="13049250" y="33718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자연어 대화, 생활 서비스 실행</a:t>
            </a:r>
            <a:endParaRPr lang="ko-KR">
              <a:latin typeface="Calibri"/>
              <a:ea typeface="Calibri"/>
              <a:cs typeface="Calibri"/>
            </a:endParaRPr>
          </a:p>
        </p:txBody>
      </p:sp>
      <p:sp>
        <p:nvSpPr>
          <p:cNvPr id="26" name="case-rule-1">
            <a:extLst>
              <a:ext uri="{FF2B5EF4-FFF2-40B4-BE49-F238E27FC236}">
                <ns2:creationId id="{157BF196-545A-488E-A941-E07383760E1F}"/>
              </a:ext>
            </a:extLst>
          </p:cNvPr>
          <p:cNvSpPr>
            <a:spLocks noGrp="1"/>
          </p:cNvSpPr>
          <p:nvPr/>
        </p:nvSpPr>
        <p:spPr>
          <a:xfrm>
            <a:off x="13049250" y="3800475"/>
            <a:ext cx="4476750" cy="14288"/>
          </a:xfrm>
          <a:prstGeom prst="rect">
            <a:avLst/>
          </a:prstGeom>
          <a:solidFill>
            <a:srgbClr val="E3E7EC"/>
          </a:solidFill>
          <a:ln w="0">
            <a:noFill/>
          </a:ln>
        </p:spPr>
      </p:sp>
      <p:sp>
        <p:nvSpPr>
          <p:cNvPr id="27" name="company-2">
            <a:extLst>
              <a:ext uri="{FF2B5EF4-FFF2-40B4-BE49-F238E27FC236}">
                <ns2:creationId id="{490B7F90-3355-4DDA-B66D-A97AD65F7AD7}"/>
              </a:ext>
            </a:extLst>
          </p:cNvPr>
          <p:cNvSpPr>
            <a:spLocks noGrp="1"/>
          </p:cNvSpPr>
          <p:nvPr/>
        </p:nvSpPr>
        <p:spPr>
          <a:xfrm>
            <a:off x="13049250" y="39052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Apple</a:t>
            </a:r>
            <a:endParaRPr lang="ko-KR">
              <a:latin typeface="Calibri"/>
              <a:ea typeface="Calibri"/>
              <a:cs typeface="Calibri"/>
            </a:endParaRPr>
          </a:p>
        </p:txBody>
      </p:sp>
      <p:sp>
        <p:nvSpPr>
          <p:cNvPr id="28" name="product-2">
            <a:extLst>
              <a:ext uri="{FF2B5EF4-FFF2-40B4-BE49-F238E27FC236}">
                <ns2:creationId id="{D15E5D13-91C7-42F1-9C57-E0C6AEFF034D}"/>
              </a:ext>
            </a:extLst>
          </p:cNvPr>
          <p:cNvSpPr>
            <a:spLocks noGrp="1"/>
          </p:cNvSpPr>
          <p:nvPr/>
        </p:nvSpPr>
        <p:spPr>
          <a:xfrm>
            <a:off x="14335125" y="39052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Siri AI</a:t>
            </a:r>
            <a:endParaRPr lang="ko-KR">
              <a:latin typeface="Calibri"/>
              <a:ea typeface="Calibri"/>
              <a:cs typeface="Calibri"/>
            </a:endParaRPr>
          </a:p>
        </p:txBody>
      </p:sp>
      <p:sp>
        <p:nvSpPr>
          <p:cNvPr id="29" name="case-2">
            <a:extLst>
              <a:ext uri="{FF2B5EF4-FFF2-40B4-BE49-F238E27FC236}">
                <ns2:creationId id="{37C83267-88FB-4E1C-9EC0-D83198A577B0}"/>
              </a:ext>
            </a:extLst>
          </p:cNvPr>
          <p:cNvSpPr>
            <a:spLocks noGrp="1"/>
          </p:cNvSpPr>
          <p:nvPr/>
        </p:nvSpPr>
        <p:spPr>
          <a:xfrm>
            <a:off x="13049250" y="42672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개인 맥락과 화면 이해, 앱 연계</a:t>
            </a:r>
            <a:endParaRPr lang="ko-KR">
              <a:latin typeface="Calibri"/>
              <a:ea typeface="Calibri"/>
              <a:cs typeface="Calibri"/>
            </a:endParaRPr>
          </a:p>
        </p:txBody>
      </p:sp>
      <p:sp>
        <p:nvSpPr>
          <p:cNvPr id="30" name="case-rule-2">
            <a:extLst>
              <a:ext uri="{FF2B5EF4-FFF2-40B4-BE49-F238E27FC236}">
                <ns2:creationId id="{2587F61A-F464-4AB6-9CFE-56F023DF5896}"/>
              </a:ext>
            </a:extLst>
          </p:cNvPr>
          <p:cNvSpPr>
            <a:spLocks noGrp="1"/>
          </p:cNvSpPr>
          <p:nvPr/>
        </p:nvSpPr>
        <p:spPr>
          <a:xfrm>
            <a:off x="13049250" y="4695825"/>
            <a:ext cx="4476750" cy="14288"/>
          </a:xfrm>
          <a:prstGeom prst="rect">
            <a:avLst/>
          </a:prstGeom>
          <a:solidFill>
            <a:srgbClr val="E3E7EC"/>
          </a:solidFill>
          <a:ln w="0">
            <a:noFill/>
          </a:ln>
        </p:spPr>
      </p:sp>
      <p:sp>
        <p:nvSpPr>
          <p:cNvPr id="31" name="company-3">
            <a:extLst>
              <a:ext uri="{FF2B5EF4-FFF2-40B4-BE49-F238E27FC236}">
                <ns2:creationId id="{CC3B307C-EDEB-4302-B58C-894EAADEC7D4}"/>
              </a:ext>
            </a:extLst>
          </p:cNvPr>
          <p:cNvSpPr>
            <a:spLocks noGrp="1"/>
          </p:cNvSpPr>
          <p:nvPr/>
        </p:nvSpPr>
        <p:spPr>
          <a:xfrm>
            <a:off x="13049250" y="48006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OpenAI</a:t>
            </a:r>
            <a:endParaRPr lang="ko-KR">
              <a:latin typeface="Calibri"/>
              <a:ea typeface="Calibri"/>
              <a:cs typeface="Calibri"/>
            </a:endParaRPr>
          </a:p>
        </p:txBody>
      </p:sp>
      <p:sp>
        <p:nvSpPr>
          <p:cNvPr id="32" name="product-3">
            <a:extLst>
              <a:ext uri="{FF2B5EF4-FFF2-40B4-BE49-F238E27FC236}">
                <ns2:creationId id="{88CDCED2-AFB7-4E18-ACBC-D5CC7E74CEE8}"/>
              </a:ext>
            </a:extLst>
          </p:cNvPr>
          <p:cNvSpPr>
            <a:spLocks noGrp="1"/>
          </p:cNvSpPr>
          <p:nvPr/>
        </p:nvSpPr>
        <p:spPr>
          <a:xfrm>
            <a:off x="14335125" y="48006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GPT-6 Astra 시연</a:t>
            </a:r>
            <a:endParaRPr lang="ko-KR">
              <a:latin typeface="Calibri"/>
              <a:ea typeface="Calibri"/>
              <a:cs typeface="Calibri"/>
            </a:endParaRPr>
          </a:p>
        </p:txBody>
      </p:sp>
      <p:sp>
        <p:nvSpPr>
          <p:cNvPr id="33" name="case-3">
            <a:extLst>
              <a:ext uri="{FF2B5EF4-FFF2-40B4-BE49-F238E27FC236}">
                <ns2:creationId id="{F3923C9D-2BF8-4F85-A347-FF00954A06EF}"/>
              </a:ext>
            </a:extLst>
          </p:cNvPr>
          <p:cNvSpPr>
            <a:spLocks noGrp="1"/>
          </p:cNvSpPr>
          <p:nvPr/>
        </p:nvSpPr>
        <p:spPr>
          <a:xfrm>
            <a:off x="13049250" y="51625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 기반 수정과 후속 작업 연결</a:t>
            </a:r>
            <a:endParaRPr lang="ko-KR">
              <a:latin typeface="Calibri"/>
              <a:ea typeface="Calibri"/>
              <a:cs typeface="Calibri"/>
            </a:endParaRPr>
          </a:p>
        </p:txBody>
      </p:sp>
      <p:sp>
        <p:nvSpPr>
          <p:cNvPr id="34" name="market-source">
            <a:extLst>
              <a:ext uri="{FF2B5EF4-FFF2-40B4-BE49-F238E27FC236}">
                <ns2:creationId id="{37D6899B-ED9D-47FF-BFCC-FB13B4830EC3}"/>
              </a:ext>
            </a:extLst>
          </p:cNvPr>
          <p:cNvSpPr>
            <a:spLocks noGrp="1"/>
          </p:cNvSpPr>
          <p:nvPr/>
        </p:nvSpPr>
        <p:spPr>
          <a:xfrm>
            <a:off x="9258300" y="5829300"/>
            <a:ext cx="8267700" cy="23812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시장: Mordor Intelligence, 2026.08  /  전 산업 음성 비서 SW 및 서비스</a:t>
            </a:r>
            <a:endParaRPr lang="ko-KR">
              <a:latin typeface="Calibri"/>
              <a:ea typeface="Calibri"/>
              <a:cs typeface="Calibri"/>
            </a:endParaRPr>
          </a:p>
        </p:txBody>
      </p:sp>
      <p:sp>
        <p:nvSpPr>
          <p:cNvPr id="35" name="cases-source">
            <a:extLst>
              <a:ext uri="{FF2B5EF4-FFF2-40B4-BE49-F238E27FC236}">
                <ns2:creationId id="{63D6DE29-584D-4AED-B6D1-6B34F23E7BC5}"/>
              </a:ext>
            </a:extLst>
          </p:cNvPr>
          <p:cNvSpPr>
            <a:spLocks noGrp="1"/>
          </p:cNvSpPr>
          <p:nvPr/>
        </p:nvSpPr>
        <p:spPr>
          <a:xfrm>
            <a:off x="9258300" y="6086475"/>
            <a:ext cx="8267700" cy="21907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PC 전용 시장 규모와 구별  /  기업 사례: 각 사 공식 자료, 발표자 노트 참조</a:t>
            </a:r>
            <a:endParaRPr lang="ko-KR">
              <a:latin typeface="Calibri"/>
              <a:ea typeface="Calibri"/>
              <a:cs typeface="Calibri"/>
            </a:endParaRPr>
          </a:p>
        </p:txBody>
      </p:sp>
      <p:sp>
        <p:nvSpPr>
          <p:cNvPr id="36" name="strategic-title">
            <a:extLst>
              <a:ext uri="{FF2B5EF4-FFF2-40B4-BE49-F238E27FC236}">
                <ns2:creationId id="{00653028-E6B5-4D65-8C0B-26A6E43BD306}"/>
              </a:ext>
            </a:extLst>
          </p:cNvPr>
          <p:cNvSpPr>
            <a:spLocks noGrp="1"/>
          </p:cNvSpPr>
          <p:nvPr/>
        </p:nvSpPr>
        <p:spPr>
          <a:xfrm>
            <a:off x="9048750" y="6600825"/>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삼성의 방향: VIA를 통한 사용자 접점 확보</a:t>
            </a:r>
            <a:endParaRPr lang="ko-KR">
              <a:latin typeface="Calibri"/>
              <a:ea typeface="Calibri"/>
              <a:cs typeface="Calibri"/>
            </a:endParaRPr>
          </a:p>
        </p:txBody>
      </p:sp>
      <p:sp>
        <p:nvSpPr>
          <p:cNvPr id="37" name="quote-highlight">
            <a:extLst>
              <a:ext uri="{FF2B5EF4-FFF2-40B4-BE49-F238E27FC236}">
                <ns2:creationId id="{FBCC2805-A238-4A59-B3B4-C234D6DB2ACE}"/>
              </a:ext>
            </a:extLst>
          </p:cNvPr>
          <p:cNvSpPr>
            <a:spLocks noGrp="1"/>
          </p:cNvSpPr>
          <p:nvPr/>
        </p:nvSpPr>
        <p:spPr>
          <a:xfrm>
            <a:off x="9344025" y="8134350"/>
            <a:ext cx="5000625" cy="352425"/>
          </a:xfrm>
          <a:prstGeom prst="rect">
            <a:avLst/>
          </a:prstGeom>
          <a:solidFill>
            <a:srgbClr val="DDECCD"/>
          </a:solidFill>
          <a:ln w="0">
            <a:noFill/>
          </a:ln>
        </p:spPr>
      </p:sp>
      <p:sp>
        <p:nvSpPr>
          <p:cNvPr id="38" name="cto-quote">
            <a:extLst>
              <a:ext uri="{FF2B5EF4-FFF2-40B4-BE49-F238E27FC236}">
                <ns2:creationId id="{E265D602-22B8-4053-933C-BDDA9021CA45}"/>
              </a:ext>
            </a:extLst>
          </p:cNvPr>
          <p:cNvSpPr>
            <a:spLocks noGrp="1"/>
          </p:cNvSpPr>
          <p:nvPr/>
        </p:nvSpPr>
        <p:spPr>
          <a:xfrm>
            <a:off x="9344025" y="7381875"/>
            <a:ext cx="8048625" cy="109537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작업을 수행하는 AI Agent가 달라져도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사용자와의 경험은 당사의</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Voice Interaction Agent(VIA)가 담당”</a:t>
            </a:r>
            <a:endParaRPr lang="ko-KR">
              <a:latin typeface="Calibri"/>
              <a:ea typeface="Calibri"/>
              <a:cs typeface="Calibri"/>
            </a:endParaRPr>
          </a:p>
        </p:txBody>
      </p:sp>
      <p:sp>
        <p:nvSpPr>
          <p:cNvPr id="39" name="cto-attribution">
            <a:extLst>
              <a:ext uri="{FF2B5EF4-FFF2-40B4-BE49-F238E27FC236}">
                <ns2:creationId id="{E60FEDC6-520B-4F58-9251-B9EE144BE7BB}"/>
              </a:ext>
            </a:extLst>
          </p:cNvPr>
          <p:cNvSpPr>
            <a:spLocks noGrp="1"/>
          </p:cNvSpPr>
          <p:nvPr/>
        </p:nvSpPr>
        <p:spPr>
          <a:xfrm>
            <a:off x="9344025" y="8467725"/>
            <a:ext cx="8048625" cy="333375"/>
          </a:xfrm>
          <a:prstGeom prst="rect">
            <a:avLst/>
          </a:prstGeom>
          <a:noFill/>
          <a:ln w="0">
            <a:noFill/>
          </a:ln>
        </p:spPr>
        <p:txBody>
          <a:bodyPr wrap="none" lIns="0" tIns="0" rIns="0" bIns="0" anchor="ctr">
            <a:noAutofit/>
          </a:bodyPr>
          <a:lstStyle>
            <a:defPPr algn="r">
              <a:defRPr sz="1900" b="0" lang="ko-KR">
                <a:solidFill>
                  <a:srgbClr val="000000"/>
                </a:solidFill>
                <a:latin typeface="Calibri"/>
                <a:ea typeface="Calibri"/>
                <a:cs typeface="Calibri"/>
              </a:defRPr>
            </a:defPPr>
          </a:lstStyle>
          <a:p>
            <a:pPr algn="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윤장현 사장(CTO)  |  2026.06</a:t>
            </a:r>
            <a:endParaRPr lang="ko-KR">
              <a:latin typeface="Calibri"/>
              <a:ea typeface="Calibri"/>
              <a:cs typeface="Calibri"/>
            </a:endParaRPr>
          </a:p>
        </p:txBody>
      </p:sp>
      <p:sp>
        <p:nvSpPr>
          <p:cNvPr id="40" name="user-role">
            <a:extLst>
              <a:ext uri="{FF2B5EF4-FFF2-40B4-BE49-F238E27FC236}">
                <ns2:creationId id="{70E2E5B7-AAA2-416F-9826-E64F034B5F9C}"/>
              </a:ext>
            </a:extLst>
          </p:cNvPr>
          <p:cNvSpPr>
            <a:spLocks noGrp="1"/>
          </p:cNvSpPr>
          <p:nvPr/>
        </p:nvSpPr>
        <p:spPr>
          <a:xfrm>
            <a:off x="9286875" y="9182100"/>
            <a:ext cx="1285875" cy="590550"/>
          </a:xfrm>
          <a:prstGeom prst="roundRect">
            <a:avLst>
              <a:gd name="adj" fmla="val 12903"/>
            </a:avLst>
          </a:prstGeom>
          <a:solidFill>
            <a:srgbClr val="F1F4F8"/>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a:t>
            </a:r>
            <a:endParaRPr lang="ko-KR">
              <a:latin typeface="Calibri"/>
              <a:ea typeface="Calibri"/>
              <a:cs typeface="Calibri"/>
            </a:endParaRPr>
          </a:p>
        </p:txBody>
      </p:sp>
      <p:sp>
        <p:nvSpPr>
          <p:cNvPr id="41" name="user-via-link">
            <a:extLst>
              <a:ext uri="{FF2B5EF4-FFF2-40B4-BE49-F238E27FC236}">
                <ns2:creationId id="{E49DAB89-9457-4705-8127-F11F18828E5F}"/>
              </a:ext>
            </a:extLst>
          </p:cNvPr>
          <p:cNvSpPr>
            <a:spLocks noGrp="1"/>
          </p:cNvSpPr>
          <p:nvPr/>
        </p:nvSpPr>
        <p:spPr>
          <a:xfrm>
            <a:off x="10648950" y="9353550"/>
            <a:ext cx="361950" cy="228600"/>
          </a:xfrm>
          <a:prstGeom prst="leftRightArrow">
            <a:avLst/>
          </a:prstGeom>
          <a:solidFill>
            <a:srgbClr val="8398AF"/>
          </a:solidFill>
          <a:ln w="0">
            <a:noFill/>
          </a:ln>
        </p:spPr>
      </p:sp>
      <p:sp>
        <p:nvSpPr>
          <p:cNvPr id="42" name="via-role">
            <a:extLst>
              <a:ext uri="{FF2B5EF4-FFF2-40B4-BE49-F238E27FC236}">
                <ns2:creationId id="{41E16D4E-0073-4BBE-8F4B-C3819C432BCD}"/>
              </a:ext>
            </a:extLst>
          </p:cNvPr>
          <p:cNvSpPr>
            <a:spLocks noGrp="1"/>
          </p:cNvSpPr>
          <p:nvPr/>
        </p:nvSpPr>
        <p:spPr>
          <a:xfrm>
            <a:off x="11087100" y="9048750"/>
            <a:ext cx="3200400" cy="866775"/>
          </a:xfrm>
          <a:prstGeom prst="roundRect">
            <a:avLst>
              <a:gd name="adj" fmla="val 87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 대화와 인터페이스</a:t>
            </a:r>
            <a:endParaRPr lang="ko-KR">
              <a:latin typeface="Calibri"/>
              <a:ea typeface="Calibri"/>
              <a:cs typeface="Calibri"/>
            </a:endParaRPr>
          </a:p>
        </p:txBody>
      </p:sp>
      <p:sp>
        <p:nvSpPr>
          <p:cNvPr id="43" name="via-agent-link">
            <a:extLst>
              <a:ext uri="{FF2B5EF4-FFF2-40B4-BE49-F238E27FC236}">
                <ns2:creationId id="{0616E1B7-CB53-4869-80AB-45C14BC4A91A}"/>
              </a:ext>
            </a:extLst>
          </p:cNvPr>
          <p:cNvSpPr>
            <a:spLocks noGrp="1"/>
          </p:cNvSpPr>
          <p:nvPr/>
        </p:nvSpPr>
        <p:spPr>
          <a:xfrm>
            <a:off x="14373225" y="9353550"/>
            <a:ext cx="361950" cy="228600"/>
          </a:xfrm>
          <a:prstGeom prst="leftRightArrow">
            <a:avLst/>
          </a:prstGeom>
          <a:solidFill>
            <a:srgbClr val="8398AF"/>
          </a:solidFill>
          <a:ln w="0">
            <a:noFill/>
          </a:ln>
        </p:spPr>
      </p:sp>
      <p:sp>
        <p:nvSpPr>
          <p:cNvPr id="44" name="agent-role">
            <a:extLst>
              <a:ext uri="{FF2B5EF4-FFF2-40B4-BE49-F238E27FC236}">
                <ns2:creationId id="{A1DD7031-A319-4EBD-B28C-88D2B9664E0F}"/>
              </a:ext>
            </a:extLst>
          </p:cNvPr>
          <p:cNvSpPr>
            <a:spLocks noGrp="1"/>
          </p:cNvSpPr>
          <p:nvPr/>
        </p:nvSpPr>
        <p:spPr>
          <a:xfrm>
            <a:off x="14811375" y="9048750"/>
            <a:ext cx="2771775" cy="866775"/>
          </a:xfrm>
          <a:prstGeom prst="roundRect">
            <a:avLst>
              <a:gd name="adj" fmla="val 8791"/>
            </a:avLst>
          </a:prstGeom>
          <a:solidFill>
            <a:srgbClr val="EDF1F6"/>
          </a:solidFill>
          <a:ln w="0">
            <a:no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삼성 및 외부 Agent</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실제 업무 수행</a:t>
            </a:r>
            <a:endParaRPr lang="ko-KR">
              <a:latin typeface="Calibri"/>
              <a:ea typeface="Calibri"/>
              <a:cs typeface="Calibri"/>
            </a:endParaRPr>
          </a:p>
        </p:txBody>
      </p:sp>
      <p:sp>
        <p:nvSpPr>
          <p:cNvPr id="45" name="v6-header-title">
            <a:extLst>
              <a:ext uri="{FF2B5EF4-FFF2-40B4-BE49-F238E27FC236}">
                <ns2:creationId id="{EB63144F-50BC-471B-8EFA-C300638853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관련 동향</a:t>
            </a:r>
            <a:endParaRPr lang="ko-KR">
              <a:latin typeface="Calibri"/>
              <a:ea typeface="Calibri"/>
              <a:cs typeface="Calibri"/>
            </a:endParaRPr>
          </a:p>
        </p:txBody>
      </p:sp>
      <p:sp>
        <p:nvSpPr>
          <p:cNvPr id="46" name="v6-header-rule">
            <a:extLst>
              <a:ext uri="{FF2B5EF4-FFF2-40B4-BE49-F238E27FC236}">
                <ns2:creationId id="{86B8C9B0-5231-4D9D-ADFF-E9E53B34C4D4}"/>
              </a:ext>
            </a:extLst>
          </p:cNvPr>
          <p:cNvSpPr>
            <a:spLocks noGrp="1"/>
          </p:cNvSpPr>
          <p:nvPr/>
        </p:nvSpPr>
        <p:spPr>
          <a:xfrm>
            <a:off x="495300" y="990600"/>
            <a:ext cx="17335500" cy="0"/>
          </a:xfrm>
          <a:prstGeom prst="line">
            <a:avLst/>
          </a:prstGeom>
          <a:noFill/>
          <a:ln w="19050">
            <a:solidFill>
              <a:srgbClr val="A6A6A6"/>
            </a:solidFill>
          </a:ln>
        </p:spPr>
      </p:sp>
      <p:sp>
        <p:nvSpPr>
          <p:cNvPr id="47" name="v6-header-stage-0">
            <a:extLst>
              <a:ext uri="{FF2B5EF4-FFF2-40B4-BE49-F238E27FC236}">
                <ns2:creationId id="{8295749F-970C-4941-9B9C-0B768E2DC7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8" name="v6-header-stage-1">
            <a:extLst>
              <a:ext uri="{FF2B5EF4-FFF2-40B4-BE49-F238E27FC236}">
                <ns2:creationId id="{632A97E6-4C81-4581-80F1-BAEA2658942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9" name="v6-header-stage-2">
            <a:extLst>
              <a:ext uri="{FF2B5EF4-FFF2-40B4-BE49-F238E27FC236}">
                <ns2:creationId id="{9A88E145-C5E6-42E9-82ED-36759C92E49F}"/>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0" name="v6-header-stage-3">
            <a:extLst>
              <a:ext uri="{FF2B5EF4-FFF2-40B4-BE49-F238E27FC236}">
                <ns2:creationId id="{E72F65C8-878C-423D-994C-2C9A96C1C56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1" name="v6-header-stage-4">
            <a:extLst>
              <a:ext uri="{FF2B5EF4-FFF2-40B4-BE49-F238E27FC236}">
                <ns2:creationId id="{4A16CB0D-6F9D-4931-B91E-BA1A381D0AA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52" name="v6-header-page">
            <a:extLst>
              <a:ext uri="{FF2B5EF4-FFF2-40B4-BE49-F238E27FC236}">
                <ns2:creationId id="{DA3B8F5E-9123-450E-941E-56DFEBF5D62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 / 63</a:t>
            </a:r>
            <a:endParaRPr lang="ko-KR">
              <a:latin typeface="Calibri"/>
              <a:ea typeface="Calibri"/>
              <a:cs typeface="Calibri"/>
            </a:endParaRPr>
          </a:p>
        </p:txBody>
      </p:sp>
    </p:spTree>
    <p:extLst>
      <p:ext uri="{BB962C8B-B14F-4D97-AF65-F5344CB8AC3E}">
        <p14:creationId val="2004982267"/>
      </p:ext>
    </p:extLst>
  </p:cSld>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p:cSld name="role-v2">
    <p:bg>
      <p:bgPr>
        <a:solidFill>
          <a:srgbClr val="FFFFFF"/>
        </a:solidFill>
      </p:bgPr>
    </p:bg>
    <p:spTree>
      <p:nvGrpSpPr>
        <p:cNvPr id="1" name=""/>
        <p:cNvGrpSpPr/>
        <p:nvPr/>
      </p:nvGrpSpPr>
      <p:grpSpPr>
        <a:xfrm/>
      </p:grpSpPr>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VIA는 사용자의 요청과 AI의 업무 수행을 같은 대화와 업무 맥락으로 연결</a:t>
            </a:r>
            <a:endParaRPr lang="ko-KR">
              <a:solidFill>
                <a:srgbClr val="000000"/>
              </a:solidFill>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 PC에서 대화와 업무 연결을 담당</a:t>
            </a:r>
            <a:endParaRPr lang="ko-KR">
              <a:solidFill>
                <a:srgbClr val="000000"/>
              </a:solidFill>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연결된 AI: 맡은 업무를 수행</a:t>
            </a:r>
            <a:endParaRPr lang="ko-KR">
              <a:solidFill>
                <a:srgbClr val="000000"/>
              </a:solidFill>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음성 또는 텍스트 + 앞선 대화와 진행 업무 + 필요한 자료</a:t>
            </a:r>
            <a:endParaRPr lang="ko-KR">
              <a:solidFill>
                <a:srgbClr val="000000"/>
              </a:solidFill>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요청의 목표와 적용 범위 확정</a:t>
            </a:r>
            <a:endParaRPr lang="ko-KR">
              <a:solidFill>
                <a:srgbClr val="000000"/>
              </a:solidFill>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목표와 조건, 정정 내용 파악</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업무인지 기존 업무인지 판단</a:t>
            </a:r>
            <a:endParaRPr lang="ko-KR">
              <a:solidFill>
                <a:srgbClr val="000000"/>
              </a:solidFill>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직접 응답 또는 업무 위임</a:t>
            </a:r>
            <a:endParaRPr lang="ko-KR">
              <a:solidFill>
                <a:srgbClr val="000000"/>
              </a:solidFill>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범위가 명확한 설명은 직접 답하고, 실제 업무는 AI에 위임</a:t>
            </a:r>
            <a:endParaRPr lang="ko-KR">
              <a:solidFill>
                <a:srgbClr val="000000"/>
              </a:solidFill>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대화와 업무 상태 관리</a:t>
            </a:r>
            <a:endParaRPr lang="ko-KR">
              <a:solidFill>
                <a:srgbClr val="000000"/>
              </a:solidFill>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질문과 추가 지시, 취소를 해당 업무에 연결</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진행 상황과 결과도 같은 업무에서 관리</a:t>
            </a:r>
            <a:endParaRPr lang="ko-KR">
              <a:solidFill>
                <a:srgbClr val="000000"/>
              </a:solidFill>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목표와 조건</a:t>
            </a:r>
            <a:endParaRPr lang="ko-KR">
              <a:solidFill>
                <a:srgbClr val="000000"/>
              </a:solidFill>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질문과 상태</a:t>
            </a:r>
            <a:endParaRPr lang="ko-KR">
              <a:solidFill>
                <a:srgbClr val="000000"/>
              </a:solidFill>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a:t>
            </a:r>
            <a:endParaRPr lang="ko-KR">
              <a:solidFill>
                <a:srgbClr val="000000"/>
              </a:solidFill>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방법과 도구 선택</a:t>
            </a:r>
            <a:endParaRPr lang="ko-KR">
              <a:solidFill>
                <a:srgbClr val="000000"/>
              </a:solidFill>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 조사와 문서 작성</a:t>
            </a:r>
            <a:endParaRPr lang="ko-KR">
              <a:solidFill>
                <a:srgbClr val="000000"/>
              </a:solidFill>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앱 조작, 코드 수정과 시험 등</a:t>
            </a:r>
            <a:endParaRPr lang="ko-KR">
              <a:solidFill>
                <a:srgbClr val="000000"/>
              </a:solidFill>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결과를 확인하고 작업을 이어감</a:t>
            </a:r>
            <a:endParaRPr lang="ko-KR">
              <a:solidFill>
                <a:srgbClr val="000000"/>
              </a:solidFill>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같은 대화 안에서 두 업무를 구분하는 예</a:t>
            </a:r>
            <a:endParaRPr lang="ko-KR">
              <a:solidFill>
                <a:srgbClr val="000000"/>
              </a:solidFill>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 요청</a:t>
            </a:r>
            <a:endParaRPr lang="ko-KR">
              <a:solidFill>
                <a:srgbClr val="000000"/>
              </a:solidFill>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표로 보고서 만들어줘.</a:t>
            </a:r>
            <a:endParaRPr lang="ko-KR">
              <a:solidFill>
                <a:srgbClr val="000000"/>
              </a:solidFill>
              <a:latin typeface="Calibri"/>
              <a:ea typeface="Calibri"/>
              <a:cs typeface="Calibri"/>
            </a:endParaRPr>
          </a:p>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아까 자료 조사는 계속해.”</a:t>
            </a:r>
            <a:endParaRPr lang="ko-KR">
              <a:solidFill>
                <a:srgbClr val="000000"/>
              </a:solidFill>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새 업무로 위임</a:t>
            </a:r>
            <a:endParaRPr lang="ko-KR">
              <a:solidFill>
                <a:srgbClr val="000000"/>
              </a:solidFill>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기존 자료 조사</a:t>
            </a:r>
            <a:endParaRPr lang="ko-KR">
              <a:solidFill>
                <a:srgbClr val="000000"/>
              </a:solidFill>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진행 상태를 유지하며 별도로 추적</a:t>
            </a:r>
            <a:endParaRPr lang="ko-KR">
              <a:solidFill>
                <a:srgbClr val="000000"/>
              </a:solidFill>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C6E0B4"/>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후속 지시 “보고서만 취소해줘”도 해당 업무에 연결하고, 확인된 처리 상태를 전달</a:t>
            </a:r>
            <a:endParaRPr lang="ko-KR">
              <a:solidFill>
                <a:srgbClr val="000000"/>
              </a:solidFill>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본 과제 범위: 요청 판단과 상호작용, 업무 연결과 상태 관리</a:t>
            </a:r>
            <a:endParaRPr lang="ko-KR">
              <a:solidFill>
                <a:srgbClr val="000000"/>
              </a:solidFill>
              <a:latin typeface="Calibri"/>
              <a:ea typeface="Calibri"/>
              <a:cs typeface="Calibri"/>
            </a:endParaRPr>
          </a:p>
        </p:txBody>
      </p:sp>
      <p:sp>
        <p:nvSpPr>
          <p:cNvPr id="66" name="v6-header-title">
            <a:extLst>
              <a:ext uri="{FF2B5EF4-FFF2-40B4-BE49-F238E27FC236}">
                <ns2:creationId id="{3D70ABC1-7A2B-4E66-8089-93D2CFC955A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VIA의 역할</a:t>
            </a:r>
            <a:endParaRPr lang="ko-KR">
              <a:latin typeface="Calibri"/>
              <a:ea typeface="Calibri"/>
              <a:cs typeface="Calibri"/>
            </a:endParaRPr>
          </a:p>
        </p:txBody>
      </p:sp>
      <p:sp>
        <p:nvSpPr>
          <p:cNvPr id="67" name="v6-header-rule">
            <a:extLst>
              <a:ext uri="{FF2B5EF4-FFF2-40B4-BE49-F238E27FC236}">
                <ns2:creationId id="{7BC5569B-D9AE-4225-90C0-ABF5B5D2E750}"/>
              </a:ext>
            </a:extLst>
          </p:cNvPr>
          <p:cNvSpPr>
            <a:spLocks noGrp="1"/>
          </p:cNvSpPr>
          <p:nvPr/>
        </p:nvSpPr>
        <p:spPr>
          <a:xfrm>
            <a:off x="495300" y="990600"/>
            <a:ext cx="17335500" cy="0"/>
          </a:xfrm>
          <a:prstGeom prst="line">
            <a:avLst/>
          </a:prstGeom>
          <a:noFill/>
          <a:ln w="19050">
            <a:solidFill>
              <a:srgbClr val="A6A6A6"/>
            </a:solidFill>
          </a:ln>
        </p:spPr>
      </p:sp>
      <p:sp>
        <p:nvSpPr>
          <p:cNvPr id="68" name="v6-header-stage-0">
            <a:extLst>
              <a:ext uri="{FF2B5EF4-FFF2-40B4-BE49-F238E27FC236}">
                <ns2:creationId id="{3D84B9F1-97D2-4268-97D7-0886F0655E03}"/>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9" name="v6-header-stage-1">
            <a:extLst>
              <a:ext uri="{FF2B5EF4-FFF2-40B4-BE49-F238E27FC236}">
                <ns2:creationId id="{C74C14C8-1AA7-4B15-B75C-A257287C8AAD}"/>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0" name="v6-header-stage-2">
            <a:extLst>
              <a:ext uri="{FF2B5EF4-FFF2-40B4-BE49-F238E27FC236}">
                <ns2:creationId id="{65F70761-CA24-4F0F-8489-B95B00251FB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1" name="v6-header-stage-3">
            <a:extLst>
              <a:ext uri="{FF2B5EF4-FFF2-40B4-BE49-F238E27FC236}">
                <ns2:creationId id="{12D57344-F511-4219-84AE-59B7ECD8817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2" name="v6-header-stage-4">
            <a:extLst>
              <a:ext uri="{FF2B5EF4-FFF2-40B4-BE49-F238E27FC236}">
                <ns2:creationId id="{E8FA5CC7-ECBC-4471-A4AE-684A195829F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3" name="v6-header-page">
            <a:extLst>
              <a:ext uri="{FF2B5EF4-FFF2-40B4-BE49-F238E27FC236}">
                <ns2:creationId id="{1DEA2D71-C7A6-4CCE-9D89-4CF24E43ACE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 / 63</a:t>
            </a:r>
            <a:endParaRPr lang="ko-KR">
              <a:latin typeface="Calibri"/>
              <a:ea typeface="Calibri"/>
              <a:cs typeface="Calibri"/>
            </a:endParaRPr>
          </a:p>
        </p:txBody>
      </p:sp>
    </p:spTree>
    <p:extLst>
      <p:ext uri="{BB962C8B-B14F-4D97-AF65-F5344CB8AC3E}">
        <p14:creationId val="763265530"/>
      </p:ext>
    </p:extLst>
  </p:cSld>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scenario-v2">
    <p:bg>
      <p:bgPr>
        <a:solidFill>
          <a:srgbClr val="FFFFFF"/>
        </a:solidFill>
      </p:bgPr>
    </p:bg>
    <p:spTree>
      <p:nvGrpSpPr>
        <p:cNvPr id="1" name=""/>
        <p:cNvGrpSpPr/>
        <p:nvPr/>
      </p:nvGrpSpPr>
      <p:grpSpPr>
        <a:xfrm/>
      </p:grpSpPr>
      <p:sp>
        <p:nvSpPr>
          <p:cNvPr id="14"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표를 설명받고, 보고서와 메일 초안을 맡긴 뒤 대화로 작업을 이어가는 상황</a:t>
            </a:r>
            <a:endParaRPr lang="ko-KR">
              <a:solidFill>
                <a:srgbClr val="000000"/>
              </a:solidFill>
              <a:latin typeface="Calibri"/>
              <a:ea typeface="Calibri"/>
              <a:cs typeface="Calibri"/>
            </a:endParaRPr>
          </a:p>
        </p:txBody>
      </p:sp>
      <p:sp>
        <p:nvSpPr>
          <p:cNvPr id="15"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① 자료의 핵심을 질문</a:t>
            </a:r>
            <a:endParaRPr lang="ko-KR">
              <a:solidFill>
                <a:srgbClr val="000000"/>
              </a:solidFill>
              <a:latin typeface="Calibri"/>
              <a:ea typeface="Calibri"/>
              <a:cs typeface="Calibri"/>
            </a:endParaRPr>
          </a:p>
        </p:txBody>
      </p:sp>
      <p:pic>
        <p:nvPicPr>
          <p:cNvPr id="16" name=""/>
          <p:cNvPicPr>
            <a:picLocks noChangeAspect="1"/>
          </p:cNvPicPr>
          <p:nvPr/>
        </p:nvPicPr>
        <p:blipFill>
          <a:blip r:embed="R412e7293f74449f5"/>
          <a:stretch/>
        </p:blipFill>
        <p:spPr>
          <a:xfrm>
            <a:off x="571500" y="2686050"/>
            <a:ext cx="3200400" cy="2400300"/>
          </a:xfrm>
          <a:prstGeom prst="rect">
            <a:avLst/>
          </a:prstGeom>
        </p:spPr>
      </p:pic>
      <p:sp>
        <p:nvSpPr>
          <p:cNvPr id="17"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표의 핵심을</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설명해줘.”</a:t>
            </a:r>
            <a:endParaRPr lang="ko-KR">
              <a:solidFill>
                <a:srgbClr val="000000"/>
              </a:solidFill>
              <a:latin typeface="Calibri"/>
              <a:ea typeface="Calibri"/>
              <a:cs typeface="Calibri"/>
            </a:endParaRPr>
          </a:p>
        </p:txBody>
      </p:sp>
      <p:sp>
        <p:nvSpPr>
          <p:cNvPr id="18"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매출 표에 대해 질문</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VIA가 핵심을 직접 설명</a:t>
            </a:r>
            <a:endParaRPr lang="ko-KR">
              <a:solidFill>
                <a:srgbClr val="000000"/>
              </a:solidFill>
              <a:latin typeface="Calibri"/>
              <a:ea typeface="Calibri"/>
              <a:cs typeface="Calibri"/>
            </a:endParaRPr>
          </a:p>
        </p:txBody>
      </p:sp>
      <p:sp>
        <p:nvSpPr>
          <p:cNvPr id="19"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② 두 업무를 위임</a:t>
            </a:r>
            <a:endParaRPr lang="ko-KR">
              <a:solidFill>
                <a:srgbClr val="000000"/>
              </a:solidFill>
              <a:latin typeface="Calibri"/>
              <a:ea typeface="Calibri"/>
              <a:cs typeface="Calibri"/>
            </a:endParaRPr>
          </a:p>
        </p:txBody>
      </p:sp>
      <p:pic>
        <p:nvPicPr>
          <p:cNvPr id="20" name=""/>
          <p:cNvPicPr>
            <a:picLocks noChangeAspect="1"/>
          </p:cNvPicPr>
          <p:nvPr/>
        </p:nvPicPr>
        <p:blipFill>
          <a:blip r:embed="R7d0fe689e32e4185"/>
          <a:stretch/>
        </p:blipFill>
        <p:spPr>
          <a:xfrm>
            <a:off x="4057650" y="2686050"/>
            <a:ext cx="3200400" cy="2400300"/>
          </a:xfrm>
          <a:prstGeom prst="rect">
            <a:avLst/>
          </a:prstGeom>
        </p:spPr>
      </p:pic>
      <p:sp>
        <p:nvSpPr>
          <p:cNvPr id="21"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내용으로 PDF</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회의 안내 메일은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초안만 작성해줘.”</a:t>
            </a:r>
            <a:endParaRPr lang="ko-KR">
              <a:solidFill>
                <a:srgbClr val="000000"/>
              </a:solidFill>
              <a:latin typeface="Calibri"/>
              <a:ea typeface="Calibri"/>
              <a:cs typeface="Calibri"/>
            </a:endParaRPr>
          </a:p>
        </p:txBody>
      </p:sp>
      <p:sp>
        <p:nvSpPr>
          <p:cNvPr id="22"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설명으로 두 업무 위임</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PDF와 ‘초안만’ 조건 보존</a:t>
            </a:r>
            <a:endParaRPr lang="ko-KR">
              <a:solidFill>
                <a:srgbClr val="000000"/>
              </a:solidFill>
              <a:latin typeface="Calibri"/>
              <a:ea typeface="Calibri"/>
              <a:cs typeface="Calibri"/>
            </a:endParaRPr>
          </a:p>
        </p:txBody>
      </p:sp>
      <p:sp>
        <p:nvSpPr>
          <p:cNvPr id="23"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③ 말하는 도중 정정</a:t>
            </a:r>
            <a:endParaRPr lang="ko-KR">
              <a:solidFill>
                <a:srgbClr val="000000"/>
              </a:solidFill>
              <a:latin typeface="Calibri"/>
              <a:ea typeface="Calibri"/>
              <a:cs typeface="Calibri"/>
            </a:endParaRPr>
          </a:p>
        </p:txBody>
      </p:sp>
      <p:pic>
        <p:nvPicPr>
          <p:cNvPr id="24" name=""/>
          <p:cNvPicPr>
            <a:picLocks noChangeAspect="1"/>
          </p:cNvPicPr>
          <p:nvPr/>
        </p:nvPicPr>
        <p:blipFill>
          <a:blip r:embed="Rdc14f194c893430b"/>
          <a:stretch/>
        </p:blipFill>
        <p:spPr>
          <a:xfrm>
            <a:off x="7543800" y="2686050"/>
            <a:ext cx="3200400" cy="2400300"/>
          </a:xfrm>
          <a:prstGeom prst="rect">
            <a:avLst/>
          </a:prstGeom>
        </p:spPr>
      </p:pic>
      <p:sp>
        <p:nvSpPr>
          <p:cNvPr id="25"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보고서는 지난번</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고친 형식으로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메일은 그대로 진행해.”</a:t>
            </a:r>
            <a:endParaRPr lang="ko-KR">
              <a:solidFill>
                <a:srgbClr val="000000"/>
              </a:solidFill>
              <a:latin typeface="Calibri"/>
              <a:ea typeface="Calibri"/>
              <a:cs typeface="Calibri"/>
            </a:endParaRPr>
          </a:p>
        </p:txBody>
      </p:sp>
      <p:sp>
        <p:nvSpPr>
          <p:cNvPr id="26"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 응답을 즉시 중단</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보고서의 형식만 변경</a:t>
            </a:r>
            <a:endParaRPr lang="ko-KR">
              <a:solidFill>
                <a:srgbClr val="000000"/>
              </a:solidFill>
              <a:latin typeface="Calibri"/>
              <a:ea typeface="Calibri"/>
              <a:cs typeface="Calibri"/>
            </a:endParaRPr>
          </a:p>
        </p:txBody>
      </p:sp>
      <p:sp>
        <p:nvSpPr>
          <p:cNvPr id="27"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④ 해당 업무에 답변</a:t>
            </a:r>
            <a:endParaRPr lang="ko-KR">
              <a:solidFill>
                <a:srgbClr val="000000"/>
              </a:solidFill>
              <a:latin typeface="Calibri"/>
              <a:ea typeface="Calibri"/>
              <a:cs typeface="Calibri"/>
            </a:endParaRPr>
          </a:p>
        </p:txBody>
      </p:sp>
      <p:pic>
        <p:nvPicPr>
          <p:cNvPr id="28" name=""/>
          <p:cNvPicPr>
            <a:picLocks noChangeAspect="1"/>
          </p:cNvPicPr>
          <p:nvPr/>
        </p:nvPicPr>
        <p:blipFill>
          <a:blip r:embed="R926c21a837c1492e"/>
          <a:stretch/>
        </p:blipFill>
        <p:spPr>
          <a:xfrm>
            <a:off x="11029950" y="2686050"/>
            <a:ext cx="3200400" cy="2400300"/>
          </a:xfrm>
          <a:prstGeom prst="rect">
            <a:avLst/>
          </a:prstGeom>
        </p:spPr>
      </p:pic>
      <p:sp>
        <p:nvSpPr>
          <p:cNvPr id="29"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“초안의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받는 사람은?”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“영업팀.”</a:t>
            </a:r>
            <a:endParaRPr lang="ko-KR">
              <a:solidFill>
                <a:srgbClr val="000000"/>
              </a:solidFill>
              <a:latin typeface="Calibri"/>
              <a:ea typeface="Calibri"/>
              <a:cs typeface="Calibri"/>
            </a:endParaRPr>
          </a:p>
        </p:txBody>
      </p:sp>
      <p:sp>
        <p:nvSpPr>
          <p:cNvPr id="30"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정정 중 도착한 질문을 보류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발화 후 메일에 답변 연결</a:t>
            </a:r>
            <a:endParaRPr lang="ko-KR">
              <a:solidFill>
                <a:srgbClr val="000000"/>
              </a:solidFill>
              <a:latin typeface="Calibri"/>
              <a:ea typeface="Calibri"/>
              <a:cs typeface="Calibri"/>
            </a:endParaRPr>
          </a:p>
        </p:txBody>
      </p:sp>
      <p:sp>
        <p:nvSpPr>
          <p:cNvPr id="31"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⑤ Text로 상태 확인</a:t>
            </a:r>
            <a:endParaRPr lang="ko-KR">
              <a:solidFill>
                <a:srgbClr val="000000"/>
              </a:solidFill>
              <a:latin typeface="Calibri"/>
              <a:ea typeface="Calibri"/>
              <a:cs typeface="Calibri"/>
            </a:endParaRPr>
          </a:p>
        </p:txBody>
      </p:sp>
      <p:pic>
        <p:nvPicPr>
          <p:cNvPr id="32" name=""/>
          <p:cNvPicPr>
            <a:picLocks noChangeAspect="1"/>
          </p:cNvPicPr>
          <p:nvPr/>
        </p:nvPicPr>
        <p:blipFill>
          <a:blip r:embed="Re7e7daa896bb48e9"/>
          <a:stretch/>
        </p:blipFill>
        <p:spPr>
          <a:xfrm>
            <a:off x="14516100" y="2686050"/>
            <a:ext cx="3200400" cy="2400300"/>
          </a:xfrm>
          <a:prstGeom prst="rect">
            <a:avLst/>
          </a:prstGeom>
        </p:spPr>
      </p:pic>
      <p:sp>
        <p:nvSpPr>
          <p:cNvPr id="33"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어디까지 됐어?”</a:t>
            </a:r>
            <a:endParaRPr lang="ko-KR">
              <a:solidFill>
                <a:srgbClr val="000000"/>
              </a:solidFill>
              <a:latin typeface="Calibri"/>
              <a:ea typeface="Calibri"/>
              <a:cs typeface="Calibri"/>
            </a:endParaRPr>
          </a:p>
        </p:txBody>
      </p:sp>
      <p:sp>
        <p:nvSpPr>
          <p:cNvPr id="34"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음성을 끄고 Text로 전환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기존 업무의 확인된 상태 전달</a:t>
            </a:r>
            <a:endParaRPr lang="ko-KR">
              <a:solidFill>
                <a:srgbClr val="000000"/>
              </a:solidFill>
              <a:latin typeface="Calibri"/>
              <a:ea typeface="Calibri"/>
              <a:cs typeface="Calibri"/>
            </a:endParaRPr>
          </a:p>
        </p:txBody>
      </p:sp>
      <p:graphicFrame>
        <p:nvGraphicFramePr>
          <p:cNvPr id="35"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업무 상태</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② 위임</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③ 부분 정정</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④ 질문·답변</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⑤ 상태 확인</a:t>
                      </a:r>
                      <a:endParaRPr lang="ko-KR">
                        <a:solidFill>
                          <a:srgbClr val="000000"/>
                        </a:solidFill>
                        <a:latin typeface="Calibri"/>
                        <a:ea typeface="Calibri"/>
                        <a:cs typeface="Calibri"/>
                      </a:endParaRPr>
                    </a:p>
                  </a:txBody>
                  <a:tcPr marL="128588" marR="128588" marT="14288" marB="14288" anchor="ctr">
                    <a:solidFill>
                      <a:srgbClr val="C6E0B4"/>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보고서</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PDF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이전 형식 적용, PDF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작성 계속</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확인된 진행 상태 전달</a:t>
                      </a:r>
                      <a:endParaRPr lang="ko-KR">
                        <a:solidFill>
                          <a:srgbClr val="000000"/>
                        </a:solidFill>
                        <a:latin typeface="Calibri"/>
                        <a:ea typeface="Calibri"/>
                        <a:cs typeface="Calibri"/>
                      </a:endParaRPr>
                    </a:p>
                  </a:txBody>
                  <a:tcPr marL="128588" marR="128588" marT="14288" marB="14288" anchor="ctr">
                    <a:solidFill>
                      <a:srgbClr val="FFFFFF"/>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메일 초안</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기존 지시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받는 사람: 영업팀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 상태 유지</a:t>
                      </a:r>
                      <a:endParaRPr lang="ko-KR">
                        <a:solidFill>
                          <a:srgbClr val="000000"/>
                        </a:solidFill>
                        <a:latin typeface="Calibri"/>
                        <a:ea typeface="Calibri"/>
                        <a:cs typeface="Calibri"/>
                      </a:endParaRPr>
                    </a:p>
                  </a:txBody>
                  <a:tcPr marL="128588" marR="128588" marT="14288" marB="14288" anchor="ctr">
                    <a:solidFill>
                      <a:srgbClr val="FFFFFF"/>
                    </a:solidFill>
                  </a:tcPr>
                </a:tc>
              </a:tr>
            </a:tbl>
          </a:graphicData>
        </a:graphic>
      </p:graphicFrame>
      <p:sp>
        <p:nvSpPr>
          <p:cNvPr id="36"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VIA: 요청 이해와 대화·업무 연결     Downstream Agent: 보고서·메일 초안의 실제 작성</a:t>
            </a:r>
            <a:endParaRPr lang="ko-KR">
              <a:solidFill>
                <a:srgbClr val="000000"/>
              </a:solidFill>
              <a:latin typeface="Calibri"/>
              <a:ea typeface="Calibri"/>
              <a:cs typeface="Calibri"/>
            </a:endParaRPr>
          </a:p>
        </p:txBody>
      </p:sp>
      <p:sp>
        <p:nvSpPr>
          <p:cNvPr id="37" name="v6-header-title">
            <a:extLst>
              <a:ext uri="{FF2B5EF4-FFF2-40B4-BE49-F238E27FC236}">
                <ns2:creationId id="{C2581F79-E03D-4460-BE8D-B2242152A2C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대표 시나리오</a:t>
            </a:r>
            <a:endParaRPr lang="ko-KR">
              <a:latin typeface="Calibri"/>
              <a:ea typeface="Calibri"/>
              <a:cs typeface="Calibri"/>
            </a:endParaRPr>
          </a:p>
        </p:txBody>
      </p:sp>
      <p:sp>
        <p:nvSpPr>
          <p:cNvPr id="38" name="v6-header-rule">
            <a:extLst>
              <a:ext uri="{FF2B5EF4-FFF2-40B4-BE49-F238E27FC236}">
                <ns2:creationId id="{63206063-0F32-469C-AE4C-87325B12CBD3}"/>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900BB367-C560-4782-8E00-6E5321ADC2BA}"/>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6B4E0EC4-B0CA-4706-BD9B-2E36984D50BE}"/>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543B80B7-74C1-4533-842C-9D204D56C7F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7A632C50-7D29-4A65-8F85-E8F547DB8E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40EDD7B2-D2B1-4F40-9CCA-3D25BE4629A1}"/>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v6-header-page">
            <a:extLst>
              <a:ext uri="{FF2B5EF4-FFF2-40B4-BE49-F238E27FC236}">
                <ns2:creationId id="{DA48528F-0527-40AD-92FE-EEE280C37FE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 / 63</a:t>
            </a:r>
            <a:endParaRPr lang="ko-KR">
              <a:latin typeface="Calibri"/>
              <a:ea typeface="Calibri"/>
              <a:cs typeface="Calibri"/>
            </a:endParaRPr>
          </a:p>
        </p:txBody>
      </p:sp>
    </p:spTree>
    <p:extLst>
      <p:ext uri="{BB962C8B-B14F-4D97-AF65-F5344CB8AC3E}">
        <p14:creationId val="679796911"/>
      </p:ext>
    </p:extLst>
  </p:cSld>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sponsibility-v2">
    <p:bg>
      <p:bgPr>
        <a:solidFill>
          <a:srgbClr val="FFFFFF"/>
        </a:solidFill>
      </p:bgPr>
    </p:bg>
    <p:spTree>
      <p:nvGrpSpPr>
        <p:cNvPr id="1" name=""/>
        <p:cNvGrpSpPr/>
        <p:nvPr/>
      </p:nvGrpSpPr>
      <p:grpSpPr>
        <a:xfrm/>
      </p:grpSpPr>
      <p:sp>
        <p:nvSpPr>
          <p:cNvPr id="4"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“매출 자료와 지난달 매출보고서를 바탕으로</a:t>
            </a:r>
            <a:endParaRPr lang="ko-KR">
              <a:solidFill>
                <a:srgbClr val="000000"/>
              </a:solidFill>
              <a:latin typeface="Calibri"/>
              <a:ea typeface="Calibri"/>
              <a:cs typeface="Calibri"/>
            </a:endParaRPr>
          </a:p>
        </p:txBody>
      </p:sp>
      <p:sp>
        <p:nvSpPr>
          <p:cNvPr id="5"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이번 달 매출보고서를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7"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8"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9"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1"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2"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음성 요청 + 매출 자료</a:t>
            </a:r>
            <a:endParaRPr lang="ko-KR">
              <a:solidFill>
                <a:srgbClr val="000000"/>
              </a:solidFill>
              <a:latin typeface="Calibri"/>
              <a:ea typeface="Calibri"/>
              <a:cs typeface="Calibri"/>
            </a:endParaRPr>
          </a:p>
        </p:txBody>
      </p:sp>
      <p:sp>
        <p:nvSpPr>
          <p:cNvPr id="18"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목표·자료·조건을 이해해 위임</a:t>
            </a:r>
            <a:endParaRPr lang="ko-KR">
              <a:solidFill>
                <a:srgbClr val="000000"/>
              </a:solidFill>
              <a:latin typeface="Calibri"/>
              <a:ea typeface="Calibri"/>
              <a:cs typeface="Calibri"/>
            </a:endParaRPr>
          </a:p>
        </p:txBody>
      </p:sp>
      <p:sp>
        <p:nvSpPr>
          <p:cNvPr id="21"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2"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3"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강조할 항목은 무엇인가요?</a:t>
            </a:r>
            <a:endParaRPr lang="ko-KR">
              <a:solidFill>
                <a:srgbClr val="000000"/>
              </a:solidFill>
              <a:latin typeface="Calibri"/>
              <a:ea typeface="Calibri"/>
              <a:cs typeface="Calibri"/>
            </a:endParaRPr>
          </a:p>
        </p:txBody>
      </p:sp>
      <p:sp>
        <p:nvSpPr>
          <p:cNvPr id="24"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5"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사용자에게 전달</a:t>
            </a:r>
            <a:endParaRPr lang="ko-KR">
              <a:solidFill>
                <a:srgbClr val="000000"/>
              </a:solidFill>
              <a:latin typeface="Calibri"/>
              <a:ea typeface="Calibri"/>
              <a:cs typeface="Calibri"/>
            </a:endParaRPr>
          </a:p>
        </p:txBody>
      </p:sp>
      <p:sp>
        <p:nvSpPr>
          <p:cNvPr id="27"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8"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9"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“국내 매출을 강조해줘.”</a:t>
            </a:r>
            <a:endParaRPr lang="ko-KR">
              <a:solidFill>
                <a:srgbClr val="000000"/>
              </a:solidFill>
              <a:latin typeface="Calibri"/>
              <a:ea typeface="Calibri"/>
              <a:cs typeface="Calibri"/>
            </a:endParaRPr>
          </a:p>
        </p:txBody>
      </p:sp>
      <p:sp>
        <p:nvSpPr>
          <p:cNvPr id="30"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1"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2"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답변을 해당 업무에 연결</a:t>
            </a:r>
            <a:endParaRPr lang="ko-KR">
              <a:solidFill>
                <a:srgbClr val="000000"/>
              </a:solidFill>
              <a:latin typeface="Calibri"/>
              <a:ea typeface="Calibri"/>
              <a:cs typeface="Calibri"/>
            </a:endParaRPr>
          </a:p>
        </p:txBody>
      </p:sp>
      <p:sp>
        <p:nvSpPr>
          <p:cNvPr id="33"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4"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5"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완성된 보고서</a:t>
            </a:r>
            <a:endParaRPr lang="ko-KR">
              <a:solidFill>
                <a:srgbClr val="000000"/>
              </a:solidFill>
              <a:latin typeface="Calibri"/>
              <a:ea typeface="Calibri"/>
              <a:cs typeface="Calibri"/>
            </a:endParaRPr>
          </a:p>
        </p:txBody>
      </p:sp>
      <p:sp>
        <p:nvSpPr>
          <p:cNvPr id="36"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7"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8"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화면에 결과, 음성으로 핵심 안내</a:t>
            </a:r>
            <a:endParaRPr lang="ko-KR">
              <a:solidFill>
                <a:srgbClr val="000000"/>
              </a:solidFill>
              <a:latin typeface="Calibri"/>
              <a:ea typeface="Calibri"/>
              <a:cs typeface="Calibri"/>
            </a:endParaRPr>
          </a:p>
        </p:txBody>
      </p:sp>
      <p:sp>
        <p:nvSpPr>
          <p:cNvPr id="39"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VIA에서 대화를 이어가고, Agent는 실제 보고서 작성을 수행합니다</a:t>
            </a:r>
            <a:endParaRPr lang="ko-KR">
              <a:solidFill>
                <a:srgbClr val="000000"/>
              </a:solidFill>
              <a:latin typeface="Calibri"/>
              <a:ea typeface="Calibri"/>
              <a:cs typeface="Calibri"/>
            </a:endParaRPr>
          </a:p>
        </p:txBody>
      </p:sp>
      <p:sp>
        <p:nvSpPr>
          <p:cNvPr id="40" name="v6-header-title">
            <a:extLst>
              <a:ext uri="{FF2B5EF4-FFF2-40B4-BE49-F238E27FC236}">
                <ns2:creationId id="{D9C00C0B-0892-4CD5-A674-22A7DCD7BA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업무 위임과 대화 연결</a:t>
            </a:r>
            <a:endParaRPr lang="ko-KR">
              <a:latin typeface="Calibri"/>
              <a:ea typeface="Calibri"/>
              <a:cs typeface="Calibri"/>
            </a:endParaRPr>
          </a:p>
        </p:txBody>
      </p:sp>
      <p:sp>
        <p:nvSpPr>
          <p:cNvPr id="41" name="v6-header-rule">
            <a:extLst>
              <a:ext uri="{FF2B5EF4-FFF2-40B4-BE49-F238E27FC236}">
                <ns2:creationId id="{7A7ACC2A-AA84-4D0F-B1A8-BD862796FD5D}"/>
              </a:ext>
            </a:extLst>
          </p:cNvPr>
          <p:cNvSpPr>
            <a:spLocks noGrp="1"/>
          </p:cNvSpPr>
          <p:nvPr/>
        </p:nvSpPr>
        <p:spPr>
          <a:xfrm>
            <a:off x="495300" y="990600"/>
            <a:ext cx="17335500" cy="0"/>
          </a:xfrm>
          <a:prstGeom prst="line">
            <a:avLst/>
          </a:prstGeom>
          <a:noFill/>
          <a:ln w="19050">
            <a:solidFill>
              <a:srgbClr val="A6A6A6"/>
            </a:solidFill>
          </a:ln>
        </p:spPr>
      </p:sp>
      <p:sp>
        <p:nvSpPr>
          <p:cNvPr id="42" name="v6-header-stage-0">
            <a:extLst>
              <a:ext uri="{FF2B5EF4-FFF2-40B4-BE49-F238E27FC236}">
                <ns2:creationId id="{8D1C2D2A-3EE6-4A61-919E-F7A858902F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3" name="v6-header-stage-1">
            <a:extLst>
              <a:ext uri="{FF2B5EF4-FFF2-40B4-BE49-F238E27FC236}">
                <ns2:creationId id="{5CE7D356-8E9B-475B-9799-F0399DC17BD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4" name="v6-header-stage-2">
            <a:extLst>
              <a:ext uri="{FF2B5EF4-FFF2-40B4-BE49-F238E27FC236}">
                <ns2:creationId id="{D3E264A7-5DB1-4106-A9A7-2A2AABF4D6D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5" name="v6-header-stage-3">
            <a:extLst>
              <a:ext uri="{FF2B5EF4-FFF2-40B4-BE49-F238E27FC236}">
                <ns2:creationId id="{5D49F0C5-E5CC-4ACF-909F-B58C99B43C4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6" name="v6-header-stage-4">
            <a:extLst>
              <a:ext uri="{FF2B5EF4-FFF2-40B4-BE49-F238E27FC236}">
                <ns2:creationId id="{3C432130-549B-46C4-9A53-C2A69D751E9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7" name="v6-header-page">
            <a:extLst>
              <a:ext uri="{FF2B5EF4-FFF2-40B4-BE49-F238E27FC236}">
                <ns2:creationId id="{ACC8CA2E-2C51-4116-BFC1-FFA90131C95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 / 63</a:t>
            </a:r>
            <a:endParaRPr lang="ko-KR">
              <a:latin typeface="Calibri"/>
              <a:ea typeface="Calibri"/>
              <a:cs typeface="Calibri"/>
            </a:endParaRPr>
          </a:p>
        </p:txBody>
      </p:sp>
    </p:spTree>
    <p:extLst>
      <p:ext uri="{BB962C8B-B14F-4D97-AF65-F5344CB8AC3E}">
        <p14:creationId val="1926313185"/>
      </p:ext>
    </p:extLst>
  </p:cSld>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p:cSld name="requirements-v2">
    <p:bg>
      <p:bgPr>
        <a:solidFill>
          <a:srgbClr val="FFFFFF"/>
        </a:solidFill>
      </p:bgPr>
    </p:bg>
    <p:spTree>
      <p:nvGrpSpPr>
        <p:cNvPr id="1" name=""/>
        <p:cNvGrpSpPr/>
        <p:nvPr/>
      </p:nvGrpSpPr>
      <p:grpSpPr>
        <a:xfrm/>
      </p:grpSpPr>
      <p:sp>
        <p:nvSpPr>
          <p:cNvPr id="3"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기능 요구사항</a:t>
            </a:r>
            <a:endParaRPr lang="ko-KR">
              <a:solidFill>
                <a:srgbClr val="000000"/>
              </a:solidFill>
              <a:latin typeface="Calibri"/>
              <a:ea typeface="Calibri"/>
              <a:cs typeface="Calibri"/>
            </a:endParaRPr>
          </a:p>
        </p:txBody>
      </p:sp>
      <p:graphicFrame>
        <p:nvGraphicFramePr>
          <p:cNvPr id="4"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기능 요구사항명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지속 대화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VIA가 요청을 처리하거나 응답하는 동안에도 사용자의 음성 또는 텍스트 입력을 받아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대화를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맥락 기반 요청 해석</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자료와 대화 및 업무 맥락을 이용해 사용자 입력을 목표, 대상, 조건과 관련 업무가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식별된 요청으로 해석할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복합 요청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한 입력에 포함된 여러 요청을 사용자가 명시한 순서, 조건과 결과 의존 관계에 따라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처리할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FR4</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다중 업무 상호작용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여러 업무의 질문, 진행 상황, 결과와 사용자 후속 지시를 각각</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해당 업무에 연결할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FR5</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연속성 유지</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음성 연결 종료, 대화 전환 또는 VIA 재시작 이후에도 기존 업무를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중복 실행 없이 확인 가능한 상태로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과거 맥락 활용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이전 대화의 정정 내용, 업무 결과와 허용된 사용자 기억을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현재 요청에 필요한 맥락으로 활용할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5"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제약사항</a:t>
            </a:r>
            <a:endParaRPr lang="ko-KR">
              <a:solidFill>
                <a:srgbClr val="000000"/>
              </a:solidFill>
              <a:latin typeface="Calibri"/>
              <a:ea typeface="Calibri"/>
              <a:cs typeface="Calibri"/>
            </a:endParaRPr>
          </a:p>
        </p:txBody>
      </p:sp>
      <p:graphicFrame>
        <p:nvGraphicFramePr>
          <p:cNvPr id="6"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제약사항명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음성과 의미 모델 분리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VIA와 VAD는 사용자 PC에서 실행하고, 음성과 의미 해석은 별도 클라우드 모델을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Model Access를 통해 사용해야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실행 위임</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실제 업무 수행에 필요한 도메인 추론, 계획, 도구 선택과 실행은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Agent에 위임해야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04-42,</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7"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관련 DP는 직접 설계 영향만 표시한다. 로컬 VAD와 업무 상태의 권위는 VIA에 있으며 모델 공급자는 별도 reference다.</a:t>
            </a:r>
            <a:endParaRPr lang="ko-KR">
              <a:solidFill>
                <a:srgbClr val="000000"/>
              </a:solidFill>
              <a:latin typeface="Calibri"/>
              <a:ea typeface="Calibri"/>
              <a:cs typeface="Calibri"/>
            </a:endParaRPr>
          </a:p>
        </p:txBody>
      </p:sp>
      <p:sp>
        <p:nvSpPr>
          <p:cNvPr id="8" name="v6-header-title">
            <a:extLst>
              <a:ext uri="{FF2B5EF4-FFF2-40B4-BE49-F238E27FC236}">
                <ns2:creationId id="{2960351E-8A77-47BB-8BA6-126FFCC68A4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요구사항 및 제약사항</a:t>
            </a:r>
            <a:endParaRPr lang="ko-KR">
              <a:latin typeface="Calibri"/>
              <a:ea typeface="Calibri"/>
              <a:cs typeface="Calibri"/>
            </a:endParaRPr>
          </a:p>
        </p:txBody>
      </p:sp>
      <p:sp>
        <p:nvSpPr>
          <p:cNvPr id="9" name="v6-header-rule">
            <a:extLst>
              <a:ext uri="{FF2B5EF4-FFF2-40B4-BE49-F238E27FC236}">
                <ns2:creationId id="{F636E886-D891-4ED5-BFFF-1BDB4D632008}"/>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632ECE93-8BCD-42D1-945A-507F1130F56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C7329A6-0DB4-4F83-8240-943A997ED38A}"/>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CC33B0E9-EF9D-4019-B316-FB95B875470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D17D2622-3D1A-4816-89AE-AB6F071BB7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1D426386-C74C-4276-85B8-29506182D69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5" name="v6-header-page">
            <a:extLst>
              <a:ext uri="{FF2B5EF4-FFF2-40B4-BE49-F238E27FC236}">
                <ns2:creationId id="{35582466-A133-46F8-BBBE-54557271B286}"/>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8 / 63</a:t>
            </a:r>
            <a:endParaRPr lang="ko-KR">
              <a:latin typeface="Calibri"/>
              <a:ea typeface="Calibri"/>
              <a:cs typeface="Calibri"/>
            </a:endParaRPr>
          </a:p>
        </p:txBody>
      </p:sp>
    </p:spTree>
    <p:extLst>
      <p:ext uri="{BB962C8B-B14F-4D97-AF65-F5344CB8AC3E}">
        <p14:creationId val="1503880560"/>
      </p:ext>
    </p:extLst>
  </p:cSld>
</p:sld>
</file>

<file path=ppt/slides/slide38.xml><?xml version="1.0" encoding="utf-8"?>
<p:sld xmlns:a="http://schemas.openxmlformats.org/drawingml/2006/main" xmlns:ns2="http://schemas.microsoft.com/office/drawing/2014/main" xmlns:p="http://schemas.openxmlformats.org/presentationml/2006/main" xmlns:p14="http://schemas.microsoft.com/office/powerpoint/2010/main">
  <p:cSld name="quality-01-03-v2">
    <p:bg>
      <p:bgPr>
        <a:solidFill>
          <a:srgbClr val="FFFFFF"/>
        </a:solidFill>
      </p:bgPr>
    </p:bg>
    <p:spTree>
      <p:nvGrpSpPr>
        <p:cNvPr id="1" name=""/>
        <p:cNvGrpSpPr/>
        <p:nvPr/>
      </p:nvGrpSpPr>
      <p:grpSpPr>
        <a:xfrm/>
      </p:grpSpPr>
      <p:sp>
        <p:nvSpPr>
          <p:cNvPr id="5" name="headline">
            <a:extLst>
              <a:ext uri="{FF2B5EF4-FFF2-40B4-BE49-F238E27FC236}">
                <ns2:creationId id="{08F1D3F3-1A1B-4338-87BE-7C207667BD5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정확성과 응답시간</a:t>
            </a:r>
            <a:endParaRPr lang="ko-KR">
              <a:solidFill>
                <a:srgbClr val="000000"/>
              </a:solidFill>
              <a:latin typeface="Calibri"/>
              <a:ea typeface="Calibri"/>
              <a:cs typeface="Calibri"/>
            </a:endParaRPr>
          </a:p>
        </p:txBody>
      </p:sp>
      <p:sp>
        <p:nvSpPr>
          <p:cNvPr id="6" name="scope">
            <a:extLst>
              <a:ext uri="{FF2B5EF4-FFF2-40B4-BE49-F238E27FC236}">
                <ns2:creationId id="{064941F4-6E33-466E-95E4-0C2FC73BDA93}"/>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ASR-QA-01</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Accuracy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요청 처리</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정확성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사용자의 의도와 확인된 사실에 맞게 요청을 처리하는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필수 정답 조건 충족률 ≥ 98%</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21개 Voice/Agent 사례 × 5회 × 6조건 = 630개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50개 조건당 오류 1개 이하, 전체 시나리오 실패 ≤5%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1</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ASR-QA-02</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상호작용</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응답시간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상호작용 응답시간 ≤ 1초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모든 사례의 지정 반응 27개 × 5회 = 135관측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대화 흐름 1초, 끼어들기 local stop 0.1초 관리</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2</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ASR-QA-03</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요청</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처리시간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VIA 요청 처리시간 ≤ 10초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사용자 목표 19개 × 5회 = 95사이클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의미 6초 + 연결 1초 + 전달 1초 + 재검증 2초</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3</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8" name="footer">
            <a:extLst>
              <a:ext uri="{FF2B5EF4-FFF2-40B4-BE49-F238E27FC236}">
                <ns2:creationId id="{CF41FBD7-DE2E-4A7B-B884-B8962A1AE515}"/>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9"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(1/2)</a:t>
            </a:r>
            <a:endParaRPr lang="ko-KR">
              <a:latin typeface="Calibri"/>
              <a:ea typeface="Calibri"/>
              <a:cs typeface="Calibri"/>
            </a:endParaRPr>
          </a:p>
        </p:txBody>
      </p:sp>
      <p:sp>
        <p:nvSpPr>
          <p:cNvPr id="10"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11"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2"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5"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6"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9 / 63</a:t>
            </a:r>
            <a:endParaRPr lang="ko-KR">
              <a:latin typeface="Calibri"/>
              <a:ea typeface="Calibri"/>
              <a:cs typeface="Calibri"/>
            </a:endParaRPr>
          </a:p>
        </p:txBody>
      </p:sp>
    </p:spTree>
    <p:extLst>
      <p:ext uri="{BB962C8B-B14F-4D97-AF65-F5344CB8AC3E}">
        <p14:creationId val="1354158922"/>
      </p:ext>
    </p:extLst>
  </p:cSld>
</p:sld>
</file>

<file path=ppt/slides/slide39.xml><?xml version="1.0" encoding="utf-8"?>
<p:sld xmlns:a="http://schemas.openxmlformats.org/drawingml/2006/main" xmlns:ns2="http://schemas.microsoft.com/office/drawing/2014/main" xmlns:p="http://schemas.openxmlformats.org/presentationml/2006/main" xmlns:p14="http://schemas.microsoft.com/office/powerpoint/2010/main">
  <p:cSld name="quality-04-06-v2">
    <p:bg>
      <p:bgPr>
        <a:solidFill>
          <a:srgbClr val="FFFFFF"/>
        </a:solidFill>
      </p:bgPr>
    </p:bg>
    <p:spTree>
      <p:nvGrpSpPr>
        <p:cNvPr id="1" name=""/>
        <p:cNvGrpSpPr/>
        <p:nvPr/>
      </p:nvGrpSpPr>
      <p:grpSpPr>
        <a:xfrm/>
      </p:grpSpPr>
      <p:sp>
        <p:nvSpPr>
          <p:cNvPr id="5" name="headline">
            <a:extLst>
              <a:ext uri="{FF2B5EF4-FFF2-40B4-BE49-F238E27FC236}">
                <ns2:creationId id="{5FCFC1A5-4B22-4A58-A4BA-F5FC31B3461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비용, 변경 용이성과 메모리</a:t>
            </a:r>
            <a:endParaRPr lang="ko-KR">
              <a:solidFill>
                <a:srgbClr val="000000"/>
              </a:solidFill>
              <a:latin typeface="Calibri"/>
              <a:ea typeface="Calibri"/>
              <a:cs typeface="Calibri"/>
            </a:endParaRPr>
          </a:p>
        </p:txBody>
      </p:sp>
      <p:sp>
        <p:nvSpPr>
          <p:cNvPr id="6" name="scope">
            <a:extLst>
              <a:ext uri="{FF2B5EF4-FFF2-40B4-BE49-F238E27FC236}">
                <ns2:creationId id="{43F222AB-BDF3-43BE-B5EA-191BCB45DCB2}"/>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ASR-QA-04</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Cost</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모델</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사용 비용</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사용자 활동을 처리하는 동안 VIA의 음성/의미 모델 사용에 드는 금액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P21 1묶음 평균 모델 비용 ≤ $0.50</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총 청구량의 평균 × 단가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신규 audio·Text 기본 $0.351840 + 추가 여유 $0.148160</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4</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Maintainability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변경</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용이성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모델/Agent/정보원/기능 계약의 변화를 다른 사용자 기능을 유지하면서 수용하는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변경 책임 단위 수 ≤ 3개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6개 변경 과제의 고유 수정 책임 수 평균</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일상 변경을 adapter/생산/소비 약 3개 책임에 국소화</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5</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ASR-QA-06</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Resource</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로컬 VIA</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활동과 동시 부하에서 VIA가 로컬 PC에 할당해 유지하는 메모리의 최대량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최대 전체 commit 메모리 ≤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중 최대 동시 commit량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32GB급 PC의 사용자 앱과 공존하는 VIA 4GiB 예산</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6</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8" name="footer">
            <a:extLst>
              <a:ext uri="{FF2B5EF4-FFF2-40B4-BE49-F238E27FC236}">
                <ns2:creationId id="{69BC8A58-5AA0-4B2D-847A-805E0A30BBBB}"/>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9" name="v6-header-title">
            <a:extLst>
              <a:ext uri="{FF2B5EF4-FFF2-40B4-BE49-F238E27FC236}">
                <ns2:creationId id="{8555F033-7B5B-4131-A25D-759E7B3A513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(2/2)</a:t>
            </a:r>
            <a:endParaRPr lang="ko-KR">
              <a:latin typeface="Calibri"/>
              <a:ea typeface="Calibri"/>
              <a:cs typeface="Calibri"/>
            </a:endParaRPr>
          </a:p>
        </p:txBody>
      </p:sp>
      <p:sp>
        <p:nvSpPr>
          <p:cNvPr id="10" name="v6-header-rule">
            <a:extLst>
              <a:ext uri="{FF2B5EF4-FFF2-40B4-BE49-F238E27FC236}">
                <ns2:creationId id="{8A56D722-EE8A-46F3-BD78-13FCB18838B8}"/>
              </a:ext>
            </a:extLst>
          </p:cNvPr>
          <p:cNvSpPr>
            <a:spLocks noGrp="1"/>
          </p:cNvSpPr>
          <p:nvPr/>
        </p:nvSpPr>
        <p:spPr>
          <a:xfrm>
            <a:off x="495300" y="990600"/>
            <a:ext cx="17335500" cy="0"/>
          </a:xfrm>
          <a:prstGeom prst="line">
            <a:avLst/>
          </a:prstGeom>
          <a:noFill/>
          <a:ln w="19050">
            <a:solidFill>
              <a:srgbClr val="A6A6A6"/>
            </a:solidFill>
          </a:ln>
        </p:spPr>
      </p:sp>
      <p:sp>
        <p:nvSpPr>
          <p:cNvPr id="11" name="v6-header-stage-0">
            <a:extLst>
              <a:ext uri="{FF2B5EF4-FFF2-40B4-BE49-F238E27FC236}">
                <ns2:creationId id="{EB8CF45D-28C1-4F12-B8FB-5451CFE2E99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2" name="v6-header-stage-1">
            <a:extLst>
              <a:ext uri="{FF2B5EF4-FFF2-40B4-BE49-F238E27FC236}">
                <ns2:creationId id="{1FD48A72-6DDC-4F54-BA01-DBC58236A596}"/>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 name="v6-header-stage-2">
            <a:extLst>
              <a:ext uri="{FF2B5EF4-FFF2-40B4-BE49-F238E27FC236}">
                <ns2:creationId id="{350178B2-F806-47C2-8811-2FBE10CCA68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 name="v6-header-stage-3">
            <a:extLst>
              <a:ext uri="{FF2B5EF4-FFF2-40B4-BE49-F238E27FC236}">
                <ns2:creationId id="{D2EE7292-FF5F-44EC-83C2-3569F70E49C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5" name="v6-header-stage-4">
            <a:extLst>
              <a:ext uri="{FF2B5EF4-FFF2-40B4-BE49-F238E27FC236}">
                <ns2:creationId id="{DF4500CB-40FE-4C1F-9FCA-5A4C11BAEDA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6" name="v6-header-page">
            <a:extLst>
              <a:ext uri="{FF2B5EF4-FFF2-40B4-BE49-F238E27FC236}">
                <ns2:creationId id="{AE7000D2-EDCE-4A3B-B473-A2BA2295F51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10 / 63</a:t>
            </a:r>
            <a:endParaRPr lang="ko-KR">
              <a:latin typeface="Calibri"/>
              <a:ea typeface="Calibri"/>
              <a:cs typeface="Calibri"/>
            </a:endParaRPr>
          </a:p>
        </p:txBody>
      </p:sp>
    </p:spTree>
    <p:extLst>
      <p:ext uri="{BB962C8B-B14F-4D97-AF65-F5344CB8AC3E}">
        <p14:creationId val="1472402474"/>
      </p:ext>
    </p:extLst>
  </p:cSld>
</p:sld>
</file>

<file path=ppt/slides/slide40.xml><?xml version="1.0" encoding="utf-8"?>
<p:sld xmlns:a="http://schemas.openxmlformats.org/drawingml/2006/main" xmlns:ns2="http://schemas.microsoft.com/office/drawing/2014/main" xmlns:p="http://schemas.openxmlformats.org/presentationml/2006/main" xmlns:p14="http://schemas.microsoft.com/office/powerpoint/2010/main">
  <p:cSld name="overview-v2">
    <p:bg>
      <p:bgPr>
        <a:solidFill>
          <a:srgbClr val="FFFFFF"/>
        </a:solidFill>
      </p:bgPr>
    </p:bg>
    <p:spTree>
      <p:nvGrpSpPr>
        <p:cNvPr id="1" name=""/>
        <p:cNvGrpSpPr/>
        <p:nvPr/>
      </p:nvGrpSpPr>
      <p:grpSpPr>
        <a:xfrm/>
      </p:grpSpPr>
      <p:sp>
        <p:nvSpPr>
          <p:cNvPr id="14"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품질 목표와 주요 설계 질문</a:t>
            </a:r>
            <a:endParaRPr lang="ko-KR">
              <a:solidFill>
                <a:srgbClr val="000000"/>
              </a:solidFill>
              <a:latin typeface="Calibri"/>
              <a:ea typeface="Calibri"/>
              <a:cs typeface="Calibri"/>
            </a:endParaRPr>
          </a:p>
        </p:txBody>
      </p:sp>
      <p:sp>
        <p:nvSpPr>
          <p:cNvPr id="15" name="overview-quality-contract">
            <a:extLst>
              <a:ext uri="{FF2B5EF4-FFF2-40B4-BE49-F238E27FC236}">
                <ns2:creationId id="{6F52088C-2D65-4F63-8B41-AC849B3D4C0C}"/>
              </a:ext>
            </a:extLst>
          </p:cNvPr>
          <p:cNvSpPr>
            <a:spLocks noGrp="1"/>
          </p:cNvSpPr>
          <p:nvPr/>
        </p:nvSpPr>
        <p:spPr>
          <a:xfrm>
            <a:off x="495300" y="2057400"/>
            <a:ext cx="7429500" cy="2857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ASR-QA-v6 / 번호순 우선순위</a:t>
            </a:r>
            <a:endParaRPr lang="ko-KR">
              <a:solidFill>
                <a:srgbClr val="000000"/>
              </a:solidFill>
              <a:latin typeface="Calibri"/>
              <a:ea typeface="Calibri"/>
              <a:cs typeface="Calibri"/>
            </a:endParaRPr>
          </a:p>
        </p:txBody>
      </p:sp>
      <p:sp>
        <p:nvSpPr>
          <p:cNvPr id="17" name="overview-goal-1-45">
            <a:extLst>
              <a:ext uri="{FF2B5EF4-FFF2-40B4-BE49-F238E27FC236}">
                <ns2:creationId id="{B85A7F82-6AB9-4A6F-A70F-F75BA6FACF82}"/>
              </a:ext>
            </a:extLst>
          </p:cNvPr>
          <p:cNvSpPr>
            <a:spLocks noGrp="1"/>
          </p:cNvSpPr>
          <p:nvPr/>
        </p:nvSpPr>
        <p:spPr>
          <a:xfrm>
            <a:off x="3238500" y="2790825"/>
            <a:ext cx="257175" cy="3133725"/>
          </a:xfrm>
          <a:custGeom>
            <a:pathLst>
              <a:path w="257175" h="3133725">
                <a:moveTo>
                  <a:pt x="0" y="0"/>
                </a:moveTo>
                <a:lnTo>
                  <a:pt x="257175" y="3133725"/>
                </a:lnTo>
              </a:path>
            </a:pathLst>
          </a:custGeom>
          <a:noFill/>
          <a:ln w="24765">
            <a:solidFill>
              <a:srgbClr val="8D49B8"/>
            </a:solidFill>
            <a:prstDash val="solid"/>
          </a:ln>
        </p:spPr>
      </p:sp>
      <p:sp>
        <p:nvSpPr>
          <p:cNvPr id="18" name="overview-goal-ASR-QA-01">
            <a:extLst>
              <a:ext uri="{FF2B5EF4-FFF2-40B4-BE49-F238E27FC236}">
                <ns2:creationId id="{C40B0269-1EE0-45CA-9A6A-AADAF6EF1E0F}"/>
              </a:ext>
            </a:extLst>
          </p:cNvPr>
          <p:cNvSpPr>
            <a:spLocks noGrp="1"/>
          </p:cNvSpPr>
          <p:nvPr/>
        </p:nvSpPr>
        <p:spPr>
          <a:xfrm>
            <a:off x="495300" y="24098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98% 이상</a:t>
            </a:r>
            <a:endParaRPr lang="ko-KR">
              <a:solidFill>
                <a:srgbClr val="000000"/>
              </a:solidFill>
              <a:latin typeface="Calibri"/>
              <a:ea typeface="Calibri"/>
              <a:cs typeface="Calibri"/>
            </a:endParaRPr>
          </a:p>
        </p:txBody>
      </p:sp>
      <p:sp>
        <p:nvSpPr>
          <p:cNvPr id="21" name="overview-goal-2-44">
            <a:extLst>
              <a:ext uri="{FF2B5EF4-FFF2-40B4-BE49-F238E27FC236}">
                <ns2:creationId id="{3EA41C85-312E-49A5-9884-0AB37F3DFE83}"/>
              </a:ext>
            </a:extLst>
          </p:cNvPr>
          <p:cNvSpPr>
            <a:spLocks noGrp="1"/>
          </p:cNvSpPr>
          <p:nvPr/>
        </p:nvSpPr>
        <p:spPr>
          <a:xfrm>
            <a:off x="3238500" y="3714750"/>
            <a:ext cx="257175" cy="590550"/>
          </a:xfrm>
          <a:custGeom>
            <a:pathLst>
              <a:path w="257175" h="590550">
                <a:moveTo>
                  <a:pt x="0" y="0"/>
                </a:moveTo>
                <a:lnTo>
                  <a:pt x="257175" y="590550"/>
                </a:lnTo>
              </a:path>
            </a:pathLst>
          </a:custGeom>
          <a:noFill/>
          <a:ln w="24765">
            <a:solidFill>
              <a:srgbClr val="00A65A"/>
            </a:solidFill>
            <a:prstDash val="solid"/>
          </a:ln>
        </p:spPr>
      </p:sp>
      <p:sp>
        <p:nvSpPr>
          <p:cNvPr id="22" name="overview-goal-ASR-QA-02">
            <a:extLst>
              <a:ext uri="{FF2B5EF4-FFF2-40B4-BE49-F238E27FC236}">
                <ns2:creationId id="{47DE8FFE-70BC-4BE8-A3BD-98E8EC716A87}"/>
              </a:ext>
            </a:extLst>
          </p:cNvPr>
          <p:cNvSpPr>
            <a:spLocks noGrp="1"/>
          </p:cNvSpPr>
          <p:nvPr/>
        </p:nvSpPr>
        <p:spPr>
          <a:xfrm>
            <a:off x="495300" y="33337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이하, stop 0.1초 이하</a:t>
            </a:r>
            <a:endParaRPr lang="ko-KR">
              <a:solidFill>
                <a:srgbClr val="000000"/>
              </a:solidFill>
              <a:latin typeface="Calibri"/>
              <a:ea typeface="Calibri"/>
              <a:cs typeface="Calibri"/>
            </a:endParaRPr>
          </a:p>
        </p:txBody>
      </p:sp>
      <p:sp>
        <p:nvSpPr>
          <p:cNvPr id="25" name="overview-goal-3-44">
            <a:extLst>
              <a:ext uri="{FF2B5EF4-FFF2-40B4-BE49-F238E27FC236}">
                <ns2:creationId id="{5A7432CB-123F-419B-AD5C-459087272C61}"/>
              </a:ext>
            </a:extLst>
          </p:cNvPr>
          <p:cNvSpPr>
            <a:spLocks noGrp="1"/>
          </p:cNvSpPr>
          <p:nvPr/>
        </p:nvSpPr>
        <p:spPr>
          <a:xfrm>
            <a:off x="3238500" y="4305300"/>
            <a:ext cx="257175" cy="333375"/>
          </a:xfrm>
          <a:custGeom>
            <a:pathLst>
              <a:path w="257175" h="333375">
                <a:moveTo>
                  <a:pt x="0" y="333375"/>
                </a:moveTo>
                <a:lnTo>
                  <a:pt x="257175" y="0"/>
                </a:lnTo>
              </a:path>
            </a:pathLst>
          </a:custGeom>
          <a:noFill/>
          <a:ln w="24765">
            <a:solidFill>
              <a:srgbClr val="00A65A"/>
            </a:solidFill>
            <a:prstDash val="solid"/>
          </a:ln>
        </p:spPr>
      </p:sp>
      <p:sp>
        <p:nvSpPr>
          <p:cNvPr id="26" name="overview-goal-ASR-QA-03">
            <a:extLst>
              <a:ext uri="{FF2B5EF4-FFF2-40B4-BE49-F238E27FC236}">
                <ns2:creationId id="{94039416-4C98-455A-81FF-820108EF8A6C}"/>
              </a:ext>
            </a:extLst>
          </p:cNvPr>
          <p:cNvSpPr>
            <a:spLocks noGrp="1"/>
          </p:cNvSpPr>
          <p:nvPr/>
        </p:nvSpPr>
        <p:spPr>
          <a:xfrm>
            <a:off x="495300" y="425767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평균 10초 이하</a:t>
            </a:r>
            <a:endParaRPr lang="ko-KR">
              <a:solidFill>
                <a:srgbClr val="000000"/>
              </a:solidFill>
              <a:latin typeface="Calibri"/>
              <a:ea typeface="Calibri"/>
              <a:cs typeface="Calibri"/>
            </a:endParaRPr>
          </a:p>
        </p:txBody>
      </p:sp>
      <p:sp>
        <p:nvSpPr>
          <p:cNvPr id="30" name="overview-goal-4-45">
            <a:extLst>
              <a:ext uri="{FF2B5EF4-FFF2-40B4-BE49-F238E27FC236}">
                <ns2:creationId id="{62342AAF-0482-49F4-BCFC-9018640F9854}"/>
              </a:ext>
            </a:extLst>
          </p:cNvPr>
          <p:cNvSpPr>
            <a:spLocks noGrp="1"/>
          </p:cNvSpPr>
          <p:nvPr/>
        </p:nvSpPr>
        <p:spPr>
          <a:xfrm>
            <a:off x="3238500" y="5562600"/>
            <a:ext cx="257175" cy="361950"/>
          </a:xfrm>
          <a:custGeom>
            <a:pathLst>
              <a:path w="257175" h="361950">
                <a:moveTo>
                  <a:pt x="0" y="0"/>
                </a:moveTo>
                <a:lnTo>
                  <a:pt x="257175" y="361950"/>
                </a:lnTo>
              </a:path>
            </a:pathLst>
          </a:custGeom>
          <a:noFill/>
          <a:ln w="24765">
            <a:solidFill>
              <a:srgbClr val="8D49B8"/>
            </a:solidFill>
            <a:prstDash val="solid"/>
          </a:ln>
        </p:spPr>
      </p:sp>
      <p:sp>
        <p:nvSpPr>
          <p:cNvPr id="31" name="overview-goal-ASR-QA-04">
            <a:extLst>
              <a:ext uri="{FF2B5EF4-FFF2-40B4-BE49-F238E27FC236}">
                <ns2:creationId id="{A5442B45-AF8D-431B-BA53-B1FFF3A95BC4}"/>
              </a:ext>
            </a:extLst>
          </p:cNvPr>
          <p:cNvSpPr>
            <a:spLocks noGrp="1"/>
          </p:cNvSpPr>
          <p:nvPr/>
        </p:nvSpPr>
        <p:spPr>
          <a:xfrm>
            <a:off x="495300" y="518160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$0.50/P21 이하</a:t>
            </a:r>
            <a:endParaRPr lang="ko-KR">
              <a:solidFill>
                <a:srgbClr val="000000"/>
              </a:solidFill>
              <a:latin typeface="Calibri"/>
              <a:ea typeface="Calibri"/>
              <a:cs typeface="Calibri"/>
            </a:endParaRPr>
          </a:p>
        </p:txBody>
      </p:sp>
      <p:sp>
        <p:nvSpPr>
          <p:cNvPr id="34" name="overview-goal-5-42">
            <a:extLst>
              <a:ext uri="{FF2B5EF4-FFF2-40B4-BE49-F238E27FC236}">
                <ns2:creationId id="{B14483C5-9D05-4439-AE28-21AD64D93E42}"/>
              </a:ext>
            </a:extLst>
          </p:cNvPr>
          <p:cNvSpPr>
            <a:spLocks noGrp="1"/>
          </p:cNvSpPr>
          <p:nvPr/>
        </p:nvSpPr>
        <p:spPr>
          <a:xfrm>
            <a:off x="3238500" y="6486525"/>
            <a:ext cx="257175" cy="866775"/>
          </a:xfrm>
          <a:custGeom>
            <a:pathLst>
              <a:path w="257175" h="866775">
                <a:moveTo>
                  <a:pt x="0" y="0"/>
                </a:moveTo>
                <a:lnTo>
                  <a:pt x="257175" y="866775"/>
                </a:lnTo>
              </a:path>
            </a:pathLst>
          </a:custGeom>
          <a:noFill/>
          <a:ln w="24765">
            <a:solidFill>
              <a:srgbClr val="2463DD"/>
            </a:solidFill>
            <a:prstDash val="solid"/>
          </a:ln>
        </p:spPr>
      </p:sp>
      <p:sp>
        <p:nvSpPr>
          <p:cNvPr id="35" name="overview-goal-ASR-QA-05">
            <a:extLst>
              <a:ext uri="{FF2B5EF4-FFF2-40B4-BE49-F238E27FC236}">
                <ns2:creationId id="{0A55BD03-61FF-4CB6-9B47-5BA39B81C553}"/>
              </a:ext>
            </a:extLst>
          </p:cNvPr>
          <p:cNvSpPr>
            <a:spLocks noGrp="1"/>
          </p:cNvSpPr>
          <p:nvPr/>
        </p:nvSpPr>
        <p:spPr>
          <a:xfrm>
            <a:off x="495300" y="61055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이하, 과제별 5개 이하</a:t>
            </a:r>
            <a:endParaRPr lang="ko-KR">
              <a:solidFill>
                <a:srgbClr val="000000"/>
              </a:solidFill>
              <a:latin typeface="Calibri"/>
              <a:ea typeface="Calibri"/>
              <a:cs typeface="Calibri"/>
            </a:endParaRPr>
          </a:p>
        </p:txBody>
      </p:sp>
      <p:sp>
        <p:nvSpPr>
          <p:cNvPr id="38" name="overview-goal-6-42">
            <a:extLst>
              <a:ext uri="{FF2B5EF4-FFF2-40B4-BE49-F238E27FC236}">
                <ns2:creationId id="{7DAC7C8E-AC07-4FC9-B641-A62DBFB9C865}"/>
              </a:ext>
            </a:extLst>
          </p:cNvPr>
          <p:cNvSpPr>
            <a:spLocks noGrp="1"/>
          </p:cNvSpPr>
          <p:nvPr/>
        </p:nvSpPr>
        <p:spPr>
          <a:xfrm>
            <a:off x="3238500" y="7353300"/>
            <a:ext cx="257175" cy="57150"/>
          </a:xfrm>
          <a:custGeom>
            <a:pathLst>
              <a:path w="257175" h="57150">
                <a:moveTo>
                  <a:pt x="0" y="57150"/>
                </a:moveTo>
                <a:lnTo>
                  <a:pt x="257175" y="0"/>
                </a:lnTo>
              </a:path>
            </a:pathLst>
          </a:custGeom>
          <a:noFill/>
          <a:ln w="24765">
            <a:solidFill>
              <a:srgbClr val="2463DD"/>
            </a:solidFill>
            <a:prstDash val="solid"/>
          </a:ln>
        </p:spPr>
      </p:sp>
      <p:sp>
        <p:nvSpPr>
          <p:cNvPr id="39" name="overview-goal-ASR-QA-06">
            <a:extLst>
              <a:ext uri="{FF2B5EF4-FFF2-40B4-BE49-F238E27FC236}">
                <ns2:creationId id="{FB062707-8159-4FC1-B8B7-81A8266AC0ED}"/>
              </a:ext>
            </a:extLst>
          </p:cNvPr>
          <p:cNvSpPr>
            <a:spLocks noGrp="1"/>
          </p:cNvSpPr>
          <p:nvPr/>
        </p:nvSpPr>
        <p:spPr>
          <a:xfrm>
            <a:off x="495300" y="70294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4,096MiB 이하 (commit)</a:t>
            </a:r>
            <a:endParaRPr lang="ko-KR">
              <a:solidFill>
                <a:srgbClr val="000000"/>
              </a:solidFill>
              <a:latin typeface="Calibri"/>
              <a:ea typeface="Calibri"/>
              <a:cs typeface="Calibri"/>
            </a:endParaRPr>
          </a:p>
        </p:txBody>
      </p:sp>
      <p:sp>
        <p:nvSpPr>
          <p:cNvPr id="42"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FFF6DE"/>
          </a:solidFill>
          <a:ln w="0">
            <a:solidFill>
              <a:srgbClr val="E5A700"/>
            </a:solidFill>
            <a:prstDash val="solid"/>
          </a:ln>
        </p:spPr>
      </p:sp>
      <p:sp xmlns:a="http://schemas.openxmlformats.org/drawingml/2006/main" xmlns:ns2="http://schemas.microsoft.com/office/drawing/2014/main" xmlns:p="http://schemas.openxmlformats.org/presentationml/2006/main">
        <p:nvSpPr>
          <p:cNvPr id="43"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buNone/>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화면·음성 지칭 (문제 탐색)</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buNone/>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말과 손동작을 당시 화면에 연결</a:t>
            </a:r>
            <a:endParaRPr lang="ko-KR">
              <a:solidFill>
                <a:srgbClr val="000000"/>
              </a:solidFill>
              <a:latin typeface="Calibri"/>
              <a:ea typeface="Calibri"/>
              <a:cs typeface="Calibri"/>
            </a:endParaRPr>
          </a:p>
        </p:txBody>
      </p:sp>
      <p:sp>
        <p:nvSpPr>
          <p:cNvPr id="45"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C6E0B4"/>
          </a:solidFill>
          <a:ln w="0">
            <a:solidFill>
              <a:srgbClr val="00A65A"/>
            </a:solidFill>
            <a:prstDash val="solid"/>
          </a:ln>
        </p:spPr>
      </p:sp>
      <p:sp>
        <p:nvSpPr>
          <p:cNvPr id="46"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04-44. 지속 대화 실행</a:t>
            </a:r>
            <a:endParaRPr lang="ko-KR">
              <a:solidFill>
                <a:srgbClr val="000000"/>
              </a:solidFill>
              <a:latin typeface="Calibri"/>
              <a:ea typeface="Calibri"/>
              <a:cs typeface="Calibri"/>
            </a:endParaRPr>
          </a:p>
        </p:txBody>
      </p:sp>
      <p:sp>
        <p:nvSpPr>
          <p:cNvPr id="47"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입력과 질문 및 결과의 후속 실행</a:t>
            </a:r>
            <a:endParaRPr lang="ko-KR">
              <a:solidFill>
                <a:srgbClr val="000000"/>
              </a:solidFill>
              <a:latin typeface="Calibri"/>
              <a:ea typeface="Calibri"/>
              <a:cs typeface="Calibri"/>
            </a:endParaRPr>
          </a:p>
        </p:txBody>
      </p:sp>
      <p:sp>
        <p:nvSpPr>
          <p:cNvPr id="48"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E8EEF7"/>
          </a:solidFill>
          <a:ln w="0">
            <a:solidFill>
              <a:srgbClr val="8D49B8"/>
            </a:solidFill>
            <a:prstDash val="solid"/>
          </a:ln>
        </p:spPr>
      </p:sp>
      <p:sp>
        <p:nvSpPr>
          <p:cNvPr id="49"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04-45. 기억과 Context</a:t>
            </a:r>
            <a:endParaRPr lang="ko-KR">
              <a:solidFill>
                <a:srgbClr val="000000"/>
              </a:solidFill>
              <a:latin typeface="Calibri"/>
              <a:ea typeface="Calibri"/>
              <a:cs typeface="Calibri"/>
            </a:endParaRPr>
          </a:p>
        </p:txBody>
      </p:sp>
      <p:sp>
        <p:nvSpPr>
          <p:cNvPr id="50"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근거의 구성 및 공통 기억 제공</a:t>
            </a:r>
            <a:endParaRPr lang="ko-KR">
              <a:solidFill>
                <a:srgbClr val="000000"/>
              </a:solidFill>
              <a:latin typeface="Calibri"/>
              <a:ea typeface="Calibri"/>
              <a:cs typeface="Calibri"/>
            </a:endParaRPr>
          </a:p>
        </p:txBody>
      </p:sp>
      <p:sp>
        <p:nvSpPr>
          <p:cNvPr id="51"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E8EEF7"/>
          </a:solidFill>
          <a:ln w="0">
            <a:solidFill>
              <a:srgbClr val="2463DD"/>
            </a:solidFill>
            <a:prstDash val="solid"/>
          </a:ln>
        </p:spPr>
      </p:sp>
      <p:sp>
        <p:nvSpPr>
          <p:cNvPr id="52"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04-42. Conversation과 Task 관리</a:t>
            </a:r>
            <a:endParaRPr lang="ko-KR">
              <a:solidFill>
                <a:srgbClr val="000000"/>
              </a:solidFill>
              <a:latin typeface="Calibri"/>
              <a:ea typeface="Calibri"/>
              <a:cs typeface="Calibri"/>
            </a:endParaRPr>
          </a:p>
        </p:txBody>
      </p:sp>
      <p:sp>
        <p:nvSpPr>
          <p:cNvPr id="53"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상태 소유와 실행 수명의 분리 방식</a:t>
            </a:r>
            <a:endParaRPr lang="ko-KR">
              <a:solidFill>
                <a:srgbClr val="000000"/>
              </a:solidFill>
              <a:latin typeface="Calibri"/>
              <a:ea typeface="Calibri"/>
              <a:cs typeface="Calibri"/>
            </a:endParaRPr>
          </a:p>
        </p:txBody>
      </p:sp>
      <p:sp>
        <p:nvSpPr>
          <p:cNvPr id="54"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txBody>
          <a:bodyPr wrap="none" lIns="219075" tIns="95250" rIns="7058025" bIns="6848475"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56"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E8EEF7"/>
          </a:solidFill>
          <a:ln w="16193">
            <a:solidFill>
              <a:srgbClr val="141414"/>
            </a:solidFill>
            <a:prstDash val="solid"/>
          </a:ln>
        </p:spPr>
        <p:txBody>
          <a:bodyPr wrap="none" lIns="180975" tIns="28575" rIns="4533900" bIns="9715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a:t>
            </a:r>
            <a:endParaRPr lang="ko-KR">
              <a:solidFill>
                <a:srgbClr val="000000"/>
              </a:solidFill>
              <a:latin typeface="Calibri"/>
              <a:ea typeface="Calibri"/>
              <a:cs typeface="Calibri"/>
            </a:endParaRPr>
          </a:p>
        </p:txBody>
      </p:sp>
      <p:sp>
        <p:nvSpPr>
          <p:cNvPr id="58"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60"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2"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E8EEF7"/>
          </a:solidFill>
          <a:ln w="16193">
            <a:solidFill>
              <a:srgbClr val="141414"/>
            </a:solidFill>
            <a:prstDash val="solid"/>
          </a:ln>
        </p:spPr>
        <p:txBody>
          <a:bodyPr wrap="none" lIns="180975" tIns="28575" rIns="6486525" bIns="304800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Orchestration</a:t>
            </a:r>
            <a:endParaRPr lang="ko-KR">
              <a:solidFill>
                <a:srgbClr val="000000"/>
              </a:solidFill>
              <a:latin typeface="Calibri"/>
              <a:ea typeface="Calibri"/>
              <a:cs typeface="Calibri"/>
            </a:endParaRPr>
          </a:p>
        </p:txBody>
      </p:sp>
      <p:sp>
        <p:nvSpPr>
          <p:cNvPr id="64"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66"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8"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70"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Policy Manager</a:t>
            </a:r>
            <a:endParaRPr lang="ko-KR">
              <a:solidFill>
                <a:srgbClr val="000000"/>
              </a:solidFill>
              <a:latin typeface="Calibri"/>
              <a:ea typeface="Calibri"/>
              <a:cs typeface="Calibri"/>
            </a:endParaRPr>
          </a:p>
        </p:txBody>
      </p:sp>
      <p:sp>
        <p:nvSpPr>
          <p:cNvPr id="72"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4"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76"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E8EEF7"/>
          </a:solidFill>
          <a:ln w="16193">
            <a:solidFill>
              <a:srgbClr val="141414"/>
            </a:solidFill>
            <a:prstDash val="solid"/>
          </a:ln>
        </p:spPr>
        <p:txBody>
          <a:bodyPr wrap="none" lIns="180975" tIns="57150" rIns="6915150" bIns="9334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Shared</a:t>
            </a:r>
            <a:endParaRPr lang="ko-KR">
              <a:solidFill>
                <a:srgbClr val="000000"/>
              </a:solidFill>
              <a:latin typeface="Calibri"/>
              <a:ea typeface="Calibri"/>
              <a:cs typeface="Calibri"/>
            </a:endParaRPr>
          </a:p>
        </p:txBody>
      </p:sp>
      <p:sp>
        <p:nvSpPr>
          <p:cNvPr id="78"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80"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82"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txBody>
          <a:bodyPr wrap="none" lIns="219075" tIns="47625" rIns="3438525" bIns="66675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External Components</a:t>
            </a:r>
            <a:endParaRPr lang="ko-KR">
              <a:solidFill>
                <a:srgbClr val="000000"/>
              </a:solidFill>
              <a:latin typeface="Calibri"/>
              <a:ea typeface="Calibri"/>
              <a:cs typeface="Calibri"/>
            </a:endParaRPr>
          </a:p>
        </p:txBody>
      </p:sp>
      <p:sp>
        <p:nvSpPr>
          <p:cNvPr id="84"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Context Sources</a:t>
            </a:r>
            <a:endParaRPr lang="ko-KR">
              <a:solidFill>
                <a:srgbClr val="000000"/>
              </a:solidFill>
              <a:latin typeface="Calibri"/>
              <a:ea typeface="Calibri"/>
              <a:cs typeface="Calibri"/>
            </a:endParaRPr>
          </a:p>
        </p:txBody>
      </p:sp>
      <p:sp>
        <p:nvSpPr>
          <p:cNvPr id="86"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Downstream Agents</a:t>
            </a:r>
            <a:endParaRPr lang="ko-KR">
              <a:solidFill>
                <a:srgbClr val="000000"/>
              </a:solidFill>
              <a:latin typeface="Calibri"/>
              <a:ea typeface="Calibri"/>
              <a:cs typeface="Calibri"/>
            </a:endParaRPr>
          </a:p>
        </p:txBody>
      </p:sp>
      <p:sp>
        <p:nvSpPr>
          <p:cNvPr id="88"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E8EEF7"/>
          </a:solidFill>
          <a:ln w="16193">
            <a:solidFill>
              <a:srgbClr val="141414"/>
            </a:solidFill>
            <a:prstDash val="solid"/>
          </a:ln>
        </p:spPr>
        <p:txBody>
          <a:bodyPr wrap="none" lIns="114300" tIns="9525" rIns="200025" bIns="38100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Cloud Model Runtime</a:t>
            </a:r>
            <a:endParaRPr lang="ko-KR">
              <a:solidFill>
                <a:srgbClr val="000000"/>
              </a:solidFill>
              <a:latin typeface="Calibri"/>
              <a:ea typeface="Calibri"/>
              <a:cs typeface="Calibri"/>
            </a:endParaRPr>
          </a:p>
        </p:txBody>
      </p:sp>
      <p:sp>
        <p:nvSpPr>
          <p:cNvPr id="90"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음성 모델</a:t>
            </a:r>
            <a:endParaRPr lang="ko-KR">
              <a:solidFill>
                <a:srgbClr val="000000"/>
              </a:solidFill>
              <a:latin typeface="Calibri"/>
              <a:ea typeface="Calibri"/>
              <a:cs typeface="Calibri"/>
            </a:endParaRPr>
          </a:p>
        </p:txBody>
      </p:sp>
      <p:sp>
        <p:nvSpPr>
          <p:cNvPr id="92"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 LLM</a:t>
            </a:r>
            <a:endParaRPr lang="ko-KR">
              <a:solidFill>
                <a:srgbClr val="000000"/>
              </a:solidFill>
              <a:latin typeface="Calibri"/>
              <a:ea typeface="Calibri"/>
              <a:cs typeface="Calibri"/>
            </a:endParaRPr>
          </a:p>
        </p:txBody>
      </p:sp>
      <p:sp>
        <p:nvSpPr>
          <p:cNvPr id="94"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5"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C6E0B4"/>
          </a:solidFill>
          <a:ln w="28575">
            <a:solidFill>
              <a:srgbClr val="00A65A"/>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04-44</a:t>
            </a:r>
            <a:endParaRPr lang="ko-KR">
              <a:solidFill>
                <a:srgbClr val="000000"/>
              </a:solidFill>
              <a:latin typeface="Calibri"/>
              <a:ea typeface="Calibri"/>
              <a:cs typeface="Calibri"/>
            </a:endParaRPr>
          </a:p>
        </p:txBody>
      </p:sp>
      <p:sp>
        <p:nvSpPr>
          <p:cNvPr id="101"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2"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4"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5"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6"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8"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9"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1"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2"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3"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15"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7"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8"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9"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txBody>
          <a:bodyPr wrap="none" lIns="0" tIns="19050" rIns="0" bIns="106680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121"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2"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기능 모듈</a:t>
            </a:r>
            <a:endParaRPr lang="ko-KR">
              <a:solidFill>
                <a:srgbClr val="000000"/>
              </a:solidFill>
              <a:latin typeface="Calibri"/>
              <a:ea typeface="Calibri"/>
              <a:cs typeface="Calibri"/>
            </a:endParaRPr>
          </a:p>
        </p:txBody>
      </p:sp>
      <p:sp>
        <p:nvSpPr>
          <p:cNvPr id="123"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E8EEF7"/>
          </a:solidFill>
          <a:ln w="16193">
            <a:solidFill>
              <a:srgbClr val="141414"/>
            </a:solidFill>
            <a:prstDash val="solid"/>
          </a:ln>
        </p:spPr>
      </p:sp>
      <p:sp>
        <p:nvSpPr>
          <p:cNvPr id="124"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외부 책임 모듈</a:t>
            </a:r>
            <a:endParaRPr lang="ko-KR">
              <a:solidFill>
                <a:srgbClr val="000000"/>
              </a:solidFill>
              <a:latin typeface="Calibri"/>
              <a:ea typeface="Calibri"/>
              <a:cs typeface="Calibri"/>
            </a:endParaRPr>
          </a:p>
        </p:txBody>
      </p:sp>
      <p:sp>
        <p:nvSpPr>
          <p:cNvPr id="125"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6"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영속 저장소</a:t>
            </a:r>
            <a:endParaRPr lang="ko-KR">
              <a:solidFill>
                <a:srgbClr val="000000"/>
              </a:solidFill>
              <a:latin typeface="Calibri"/>
              <a:ea typeface="Calibri"/>
              <a:cs typeface="Calibri"/>
            </a:endParaRPr>
          </a:p>
        </p:txBody>
      </p:sp>
      <p:sp>
        <p:nvSpPr>
          <p:cNvPr id="127"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xmlns:a="http://schemas.openxmlformats.org/drawingml/2006/main" xmlns:ns2="http://schemas.microsoft.com/office/drawing/2014/main" xmlns:p="http://schemas.openxmlformats.org/presentationml/2006/main">
        <p:nvSpPr>
          <p:cNvPr id="128"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buNone/>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색상 점선: 기존 A/B 비교 범위</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129"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buNone/>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44·45·42의 기존 A/B 범위입니다. 화면·음성 주제의 구조는 미정이며, VIA의 요청 이해 기능은 유지합니다.</a:t>
            </a:r>
            <a:endParaRPr lang="ko-KR">
              <a:solidFill>
                <a:srgbClr val="000000"/>
              </a:solidFill>
              <a:latin typeface="Calibri"/>
              <a:ea typeface="Calibri"/>
              <a:cs typeface="Calibri"/>
            </a:endParaRPr>
          </a:p>
        </p:txBody>
      </p:sp>
      <p:sp>
        <p:nvSpPr>
          <p:cNvPr id="130" name="v6-header-title">
            <a:extLst>
              <a:ext uri="{FF2B5EF4-FFF2-40B4-BE49-F238E27FC236}">
                <ns2:creationId id="{BE92472F-572A-49AF-8FCC-3E3DA049C8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Overview</a:t>
            </a:r>
            <a:endParaRPr lang="ko-KR">
              <a:latin typeface="Calibri"/>
              <a:ea typeface="Calibri"/>
              <a:cs typeface="Calibri"/>
            </a:endParaRPr>
          </a:p>
        </p:txBody>
      </p:sp>
      <p:sp>
        <p:nvSpPr>
          <p:cNvPr id="131" name="v6-header-rule">
            <a:extLst>
              <a:ext uri="{FF2B5EF4-FFF2-40B4-BE49-F238E27FC236}">
                <ns2:creationId id="{640967A6-433A-47EE-A27F-DD58EC537341}"/>
              </a:ext>
            </a:extLst>
          </p:cNvPr>
          <p:cNvSpPr>
            <a:spLocks noGrp="1"/>
          </p:cNvSpPr>
          <p:nvPr/>
        </p:nvSpPr>
        <p:spPr>
          <a:xfrm>
            <a:off x="495300" y="990600"/>
            <a:ext cx="17335500" cy="0"/>
          </a:xfrm>
          <a:prstGeom prst="line">
            <a:avLst/>
          </a:prstGeom>
          <a:noFill/>
          <a:ln w="19050">
            <a:solidFill>
              <a:srgbClr val="A6A6A6"/>
            </a:solidFill>
          </a:ln>
        </p:spPr>
      </p:sp>
      <p:sp>
        <p:nvSpPr>
          <p:cNvPr id="132" name="v6-header-stage-0">
            <a:extLst>
              <a:ext uri="{FF2B5EF4-FFF2-40B4-BE49-F238E27FC236}">
                <ns2:creationId id="{E9486B47-44E4-45CF-BC0D-01525CFC7D8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3" name="v6-header-stage-1">
            <a:extLst>
              <a:ext uri="{FF2B5EF4-FFF2-40B4-BE49-F238E27FC236}">
                <ns2:creationId id="{22AE6F03-ACF9-4953-A355-4DBE45FC28E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4" name="v6-header-stage-2">
            <a:extLst>
              <a:ext uri="{FF2B5EF4-FFF2-40B4-BE49-F238E27FC236}">
                <ns2:creationId id="{DD972DC0-E8E0-45F1-B673-474F5693D9A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5" name="v6-header-stage-3">
            <a:extLst>
              <a:ext uri="{FF2B5EF4-FFF2-40B4-BE49-F238E27FC236}">
                <ns2:creationId id="{775E0F9A-A2B4-4D80-BD51-5BFA545AA31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6" name="v6-header-stage-4">
            <a:extLst>
              <a:ext uri="{FF2B5EF4-FFF2-40B4-BE49-F238E27FC236}">
                <ns2:creationId id="{687BBC16-B3C8-4A3B-B234-F79ECB57B9B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37" name="v6-header-page">
            <a:extLst>
              <a:ext uri="{FF2B5EF4-FFF2-40B4-BE49-F238E27FC236}">
                <ns2:creationId id="{03BA389B-9CA1-4B17-96F5-7D683BCDC1B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13 / 63</a:t>
            </a:r>
            <a:endParaRPr lang="ko-KR">
              <a:latin typeface="Calibri"/>
              <a:ea typeface="Calibri"/>
              <a:cs typeface="Calibri"/>
            </a:endParaRPr>
          </a:p>
        </p:txBody>
      </p:sp>
    </p:spTree>
    <p:extLst>
      <p:ext uri="{BB962C8B-B14F-4D97-AF65-F5344CB8AC3E}">
        <p14:creationId val="95298337"/>
      </p:ext>
    </p:extLst>
  </p:cSld>
</p:sld>
</file>

<file path=ppt/slides/slide41.xml><?xml version="1.0" encoding="utf-8"?>
<p:sld xmlns:a="http://schemas.openxmlformats.org/drawingml/2006/main" xmlns:ns2="http://schemas.microsoft.com/office/drawing/2014/main" xmlns:p="http://schemas.openxmlformats.org/presentationml/2006/main" xmlns:p14="http://schemas.microsoft.com/office/powerpoint/2010/main">
  <p:cSld name="via-common-request-background-v8">
    <p:bg>
      <p:bgPr>
        <a:solidFill>
          <a:srgbClr val="FFFFFF"/>
        </a:solidFill>
      </p:bgPr>
    </p:bg>
    <p:spTree>
      <p:nvGrpSpPr>
        <p:cNvPr id="2" name=""/>
        <p:cNvGrpSpPr/>
        <p:nvPr/>
      </p:nvGrpSpPr>
      <p:grpSpPr>
        <a:xfrm/>
      </p:grpSpPr>
      <p:sp>
        <p:nvSpPr>
          <p:cNvPr id="3" name="via-common-request-background-1">
            <a:extLst>
              <a:ext uri="{FF2B5EF4-FFF2-40B4-BE49-F238E27FC236}">
                <ns2:creationId id="{075CA812-9544-441A-B82C-3D4DBA4263A0}"/>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말과 화면, 이전 업무를 섞은 요청</a:t>
            </a:r>
            <a:endParaRPr lang="ko-KR">
              <a:latin typeface="Calibri"/>
              <a:ea typeface="Calibri"/>
              <a:cs typeface="Calibri"/>
            </a:endParaRPr>
          </a:p>
        </p:txBody>
      </p:sp>
      <p:sp>
        <p:nvSpPr>
          <p:cNvPr id="4" name="via-common-request-background-2">
            <a:extLst>
              <a:ext uri="{FF2B5EF4-FFF2-40B4-BE49-F238E27FC236}">
                <ns2:creationId id="{D20CB2A1-DCC9-456F-BE2C-ADBFEF1DB0C5}"/>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via-common-request-background-3">
            <a:extLst>
              <a:ext uri="{FF2B5EF4-FFF2-40B4-BE49-F238E27FC236}">
                <ns2:creationId id="{34A44CB7-98F9-4C32-BA6B-ED63611B177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via-common-request-background-4">
            <a:extLst>
              <a:ext uri="{FF2B5EF4-FFF2-40B4-BE49-F238E27FC236}">
                <ns2:creationId id="{A18E8A85-6B94-4DDD-A23C-1602456BFCDB}"/>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via-common-request-background-5">
            <a:extLst>
              <a:ext uri="{FF2B5EF4-FFF2-40B4-BE49-F238E27FC236}">
                <ns2:creationId id="{406B8F29-B38F-4A85-8058-F50DE9461481}"/>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 연결을 유지하며 새 입력, 과거 맥락과 업무를 어떻게 다룰까?</a:t>
            </a:r>
            <a:endParaRPr lang="ko-KR">
              <a:latin typeface="Calibri"/>
              <a:ea typeface="Calibri"/>
              <a:cs typeface="Calibri"/>
            </a:endParaRPr>
          </a:p>
        </p:txBody>
      </p:sp>
      <p:sp>
        <p:nvSpPr>
          <p:cNvPr id="8" name="via-common-request-background-6">
            <a:extLst>
              <a:ext uri="{FF2B5EF4-FFF2-40B4-BE49-F238E27FC236}">
                <ns2:creationId id="{658F0883-5BEB-4972-B2CC-2D3CE9EA4E9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“이 표를 아까 보고서에 넣어줘.</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아니, 두 번째 표만. 메일은 보내지 말고.”</a:t>
            </a:r>
            <a:endParaRPr lang="ko-KR">
              <a:latin typeface="Calibri"/>
              <a:ea typeface="Calibri"/>
              <a:cs typeface="Calibri"/>
            </a:endParaRPr>
          </a:p>
        </p:txBody>
      </p:sp>
      <p:sp>
        <p:nvSpPr>
          <p:cNvPr id="9" name="via-common-request-background-7">
            <a:extLst>
              <a:ext uri="{FF2B5EF4-FFF2-40B4-BE49-F238E27FC236}">
                <ns2:creationId id="{1103AD56-E022-4148-AF65-26BF21003AB6}"/>
              </a:ext>
            </a:extLst>
          </p:cNvPr>
          <p:cNvSpPr>
            <a:spLocks noGrp="1"/>
          </p:cNvSpPr>
          <p:nvPr/>
        </p:nvSpPr>
        <p:spPr>
          <a:xfrm>
            <a:off x="4953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화면에서 가리킨 자료</a:t>
            </a:r>
            <a:endParaRPr lang="ko-KR">
              <a:latin typeface="Calibri"/>
              <a:ea typeface="Calibri"/>
              <a:cs typeface="Calibri"/>
            </a:endParaRPr>
          </a:p>
        </p:txBody>
      </p:sp>
      <p:sp>
        <p:nvSpPr>
          <p:cNvPr id="10" name="via-common-request-background-8">
            <a:extLst>
              <a:ext uri="{FF2B5EF4-FFF2-40B4-BE49-F238E27FC236}">
                <ns2:creationId id="{30F5CEEE-06D4-489D-8A97-BE2EAA115291}"/>
              </a:ext>
            </a:extLst>
          </p:cNvPr>
          <p:cNvSpPr>
            <a:spLocks noGrp="1"/>
          </p:cNvSpPr>
          <p:nvPr/>
        </p:nvSpPr>
        <p:spPr>
          <a:xfrm>
            <a:off x="64389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앞서 진행한 업무</a:t>
            </a:r>
            <a:endParaRPr lang="ko-KR">
              <a:latin typeface="Calibri"/>
              <a:ea typeface="Calibri"/>
              <a:cs typeface="Calibri"/>
            </a:endParaRPr>
          </a:p>
        </p:txBody>
      </p:sp>
      <p:sp>
        <p:nvSpPr>
          <p:cNvPr id="11" name="via-common-request-background-9">
            <a:extLst>
              <a:ext uri="{FF2B5EF4-FFF2-40B4-BE49-F238E27FC236}">
                <ns2:creationId id="{6CAA2590-6F91-481D-AFCA-F17CBFD3B8DE}"/>
              </a:ext>
            </a:extLst>
          </p:cNvPr>
          <p:cNvSpPr>
            <a:spLocks noGrp="1"/>
          </p:cNvSpPr>
          <p:nvPr/>
        </p:nvSpPr>
        <p:spPr>
          <a:xfrm>
            <a:off x="123825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바꾼 부분과 유지할 조건</a:t>
            </a:r>
            <a:endParaRPr lang="ko-KR">
              <a:latin typeface="Calibri"/>
              <a:ea typeface="Calibri"/>
              <a:cs typeface="Calibri"/>
            </a:endParaRPr>
          </a:p>
        </p:txBody>
      </p:sp>
      <p:sp>
        <p:nvSpPr>
          <p:cNvPr id="12" name="via-common-request-background-10">
            <a:extLst>
              <a:ext uri="{FF2B5EF4-FFF2-40B4-BE49-F238E27FC236}">
                <ns2:creationId id="{85936C5B-418C-459F-A1E5-003801A09D41}"/>
              </a:ext>
            </a:extLst>
          </p:cNvPr>
          <p:cNvSpPr>
            <a:spLocks noGrp="1"/>
          </p:cNvSpPr>
          <p:nvPr/>
        </p:nvSpPr>
        <p:spPr>
          <a:xfrm>
            <a:off x="762000" y="3476625"/>
            <a:ext cx="4800600" cy="685800"/>
          </a:xfrm>
          <a:prstGeom prst="rect">
            <a:avLst/>
          </a:prstGeom>
          <a:solidFill>
            <a:srgbClr val="F2F2F2"/>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첫 번째 표</a:t>
            </a:r>
            <a:endParaRPr lang="ko-KR">
              <a:latin typeface="Calibri"/>
              <a:ea typeface="Calibri"/>
              <a:cs typeface="Calibri"/>
            </a:endParaRPr>
          </a:p>
        </p:txBody>
      </p:sp>
      <p:sp>
        <p:nvSpPr>
          <p:cNvPr id="13" name="via-common-request-background-11">
            <a:extLst>
              <a:ext uri="{FF2B5EF4-FFF2-40B4-BE49-F238E27FC236}">
                <ns2:creationId id="{23BE390D-03A5-4026-8336-A011595074CB}"/>
              </a:ext>
            </a:extLst>
          </p:cNvPr>
          <p:cNvSpPr>
            <a:spLocks noGrp="1"/>
          </p:cNvSpPr>
          <p:nvPr/>
        </p:nvSpPr>
        <p:spPr>
          <a:xfrm>
            <a:off x="762000" y="4381500"/>
            <a:ext cx="4800600" cy="685800"/>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두 번째 표</a:t>
            </a:r>
            <a:endParaRPr lang="ko-KR">
              <a:latin typeface="Calibri"/>
              <a:ea typeface="Calibri"/>
              <a:cs typeface="Calibri"/>
            </a:endParaRPr>
          </a:p>
        </p:txBody>
      </p:sp>
      <p:sp>
        <p:nvSpPr>
          <p:cNvPr id="14" name="via-common-request-background-12">
            <a:extLst>
              <a:ext uri="{FF2B5EF4-FFF2-40B4-BE49-F238E27FC236}">
                <ns2:creationId id="{B924A21A-B780-4CA0-8DC1-A929D05E2C39}"/>
              </a:ext>
            </a:extLst>
          </p:cNvPr>
          <p:cNvSpPr>
            <a:spLocks noGrp="1"/>
          </p:cNvSpPr>
          <p:nvPr/>
        </p:nvSpPr>
        <p:spPr>
          <a:xfrm>
            <a:off x="6705600" y="3476625"/>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 작성 업무</a:t>
            </a:r>
            <a:endParaRPr lang="ko-KR">
              <a:latin typeface="Calibri"/>
              <a:ea typeface="Calibri"/>
              <a:cs typeface="Calibri"/>
            </a:endParaRPr>
          </a:p>
        </p:txBody>
      </p:sp>
      <p:sp>
        <p:nvSpPr>
          <p:cNvPr id="15" name="via-common-request-background-13">
            <a:extLst>
              <a:ext uri="{FF2B5EF4-FFF2-40B4-BE49-F238E27FC236}">
                <ns2:creationId id="{79F37C84-2AD3-4444-A966-8320E2AB4D5A}"/>
              </a:ext>
            </a:extLst>
          </p:cNvPr>
          <p:cNvSpPr>
            <a:spLocks noGrp="1"/>
          </p:cNvSpPr>
          <p:nvPr/>
        </p:nvSpPr>
        <p:spPr>
          <a:xfrm>
            <a:off x="6705600" y="4381500"/>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메일 초안 업무</a:t>
            </a:r>
            <a:endParaRPr lang="ko-KR">
              <a:latin typeface="Calibri"/>
              <a:ea typeface="Calibri"/>
              <a:cs typeface="Calibri"/>
            </a:endParaRPr>
          </a:p>
        </p:txBody>
      </p:sp>
      <p:sp>
        <p:nvSpPr>
          <p:cNvPr id="16" name="via-common-request-background-14">
            <a:extLst>
              <a:ext uri="{FF2B5EF4-FFF2-40B4-BE49-F238E27FC236}">
                <ns2:creationId id="{B21A2688-8926-4163-8264-945A512FB45B}"/>
              </a:ext>
            </a:extLst>
          </p:cNvPr>
          <p:cNvSpPr>
            <a:spLocks noGrp="1"/>
          </p:cNvSpPr>
          <p:nvPr/>
        </p:nvSpPr>
        <p:spPr>
          <a:xfrm>
            <a:off x="12649200" y="3543300"/>
            <a:ext cx="4800600" cy="14287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표는 두 번째만</a:t>
            </a:r>
            <a:endParaRPr lang="ko-KR">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 발송 금지 유지</a:t>
            </a:r>
            <a:endParaRPr lang="ko-KR">
              <a:latin typeface="Calibri"/>
              <a:ea typeface="Calibri"/>
              <a:cs typeface="Calibri"/>
            </a:endParaRPr>
          </a:p>
        </p:txBody>
      </p:sp>
      <p:sp>
        <p:nvSpPr>
          <p:cNvPr id="17" name="via-common-request-background-15">
            <a:extLst>
              <a:ext uri="{FF2B5EF4-FFF2-40B4-BE49-F238E27FC236}">
                <ns2:creationId id="{E4EA977E-ED9E-4D0E-96AD-5FF467D8599F}"/>
              </a:ext>
            </a:extLst>
          </p:cNvPr>
          <p:cNvSpPr>
            <a:spLocks noGrp="1"/>
          </p:cNvSpPr>
          <p:nvPr/>
        </p:nvSpPr>
        <p:spPr>
          <a:xfrm>
            <a:off x="3162300" y="5334000"/>
            <a:ext cx="9525" cy="361950"/>
          </a:xfrm>
          <a:custGeom>
            <a:pathLst>
              <a:path w="9525" h="361950">
                <a:moveTo>
                  <a:pt x="0" y="0"/>
                </a:moveTo>
                <a:lnTo>
                  <a:pt x="0" y="361950"/>
                </a:lnTo>
              </a:path>
            </a:pathLst>
          </a:custGeom>
          <a:noFill/>
          <a:ln w="23813">
            <a:solidFill>
              <a:srgbClr val="00889A"/>
            </a:solidFill>
            <a:prstDash val="solid"/>
          </a:ln>
        </p:spPr>
      </p:sp>
      <p:sp>
        <p:nvSpPr>
          <p:cNvPr id="18" name="via-common-request-background-15-arrow">
            <a:extLst>
              <a:ext uri="{FF2B5EF4-FFF2-40B4-BE49-F238E27FC236}">
                <ns2:creationId id="{6E8B9350-E6E5-483F-807F-34C7A2478856}"/>
              </a:ext>
            </a:extLst>
          </p:cNvPr>
          <p:cNvSpPr>
            <a:spLocks noGrp="1"/>
          </p:cNvSpPr>
          <p:nvPr/>
        </p:nvSpPr>
        <p:spPr>
          <a:xfrm>
            <a:off x="3102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9" name="via-common-request-background-16">
            <a:extLst>
              <a:ext uri="{FF2B5EF4-FFF2-40B4-BE49-F238E27FC236}">
                <ns2:creationId id="{6BF298EF-26E8-4764-853A-E566C253DF1D}"/>
              </a:ext>
            </a:extLst>
          </p:cNvPr>
          <p:cNvSpPr>
            <a:spLocks noGrp="1"/>
          </p:cNvSpPr>
          <p:nvPr/>
        </p:nvSpPr>
        <p:spPr>
          <a:xfrm>
            <a:off x="9105900" y="5334000"/>
            <a:ext cx="9525" cy="361950"/>
          </a:xfrm>
          <a:custGeom>
            <a:pathLst>
              <a:path w="9525" h="361950">
                <a:moveTo>
                  <a:pt x="0" y="0"/>
                </a:moveTo>
                <a:lnTo>
                  <a:pt x="0" y="361950"/>
                </a:lnTo>
              </a:path>
            </a:pathLst>
          </a:custGeom>
          <a:noFill/>
          <a:ln w="23813">
            <a:solidFill>
              <a:srgbClr val="00889A"/>
            </a:solidFill>
            <a:prstDash val="solid"/>
          </a:ln>
        </p:spPr>
      </p:sp>
      <p:sp>
        <p:nvSpPr>
          <p:cNvPr id="20" name="via-common-request-background-16-arrow">
            <a:extLst>
              <a:ext uri="{FF2B5EF4-FFF2-40B4-BE49-F238E27FC236}">
                <ns2:creationId id="{5E05E353-8E81-4EE4-B242-1103688A4CDB}"/>
              </a:ext>
            </a:extLst>
          </p:cNvPr>
          <p:cNvSpPr>
            <a:spLocks noGrp="1"/>
          </p:cNvSpPr>
          <p:nvPr/>
        </p:nvSpPr>
        <p:spPr>
          <a:xfrm>
            <a:off x="90465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via-common-request-background-17">
            <a:extLst>
              <a:ext uri="{FF2B5EF4-FFF2-40B4-BE49-F238E27FC236}">
                <ns2:creationId id="{41DCFEB3-04CE-49C9-BD48-2AFDEB7DBC03}"/>
              </a:ext>
            </a:extLst>
          </p:cNvPr>
          <p:cNvSpPr>
            <a:spLocks noGrp="1"/>
          </p:cNvSpPr>
          <p:nvPr/>
        </p:nvSpPr>
        <p:spPr>
          <a:xfrm>
            <a:off x="15049500" y="5334000"/>
            <a:ext cx="9525" cy="361950"/>
          </a:xfrm>
          <a:custGeom>
            <a:pathLst>
              <a:path w="9525" h="361950">
                <a:moveTo>
                  <a:pt x="0" y="0"/>
                </a:moveTo>
                <a:lnTo>
                  <a:pt x="0" y="361950"/>
                </a:lnTo>
              </a:path>
            </a:pathLst>
          </a:custGeom>
          <a:noFill/>
          <a:ln w="23813">
            <a:solidFill>
              <a:srgbClr val="00889A"/>
            </a:solidFill>
            <a:prstDash val="solid"/>
          </a:ln>
        </p:spPr>
      </p:sp>
      <p:sp>
        <p:nvSpPr>
          <p:cNvPr id="22" name="via-common-request-background-17-arrow">
            <a:extLst>
              <a:ext uri="{FF2B5EF4-FFF2-40B4-BE49-F238E27FC236}">
                <ns2:creationId id="{B2C8E606-B9C4-4D91-98F4-130DA0CF584D}"/>
              </a:ext>
            </a:extLst>
          </p:cNvPr>
          <p:cNvSpPr>
            <a:spLocks noGrp="1"/>
          </p:cNvSpPr>
          <p:nvPr/>
        </p:nvSpPr>
        <p:spPr>
          <a:xfrm>
            <a:off x="149901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3" name="via-common-request-background-18">
            <a:extLst>
              <a:ext uri="{FF2B5EF4-FFF2-40B4-BE49-F238E27FC236}">
                <ns2:creationId id="{AAD32AE3-D6F4-495A-97A2-9CAA5E5A30FD}"/>
              </a:ext>
            </a:extLst>
          </p:cNvPr>
          <p:cNvSpPr>
            <a:spLocks noGrp="1"/>
          </p:cNvSpPr>
          <p:nvPr/>
        </p:nvSpPr>
        <p:spPr>
          <a:xfrm>
            <a:off x="4953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실제 자료와 범위</a:t>
            </a:r>
            <a:endParaRPr lang="ko-KR">
              <a:latin typeface="Calibri"/>
              <a:ea typeface="Calibri"/>
              <a:cs typeface="Calibri"/>
            </a:endParaRPr>
          </a:p>
        </p:txBody>
      </p:sp>
      <p:sp>
        <p:nvSpPr>
          <p:cNvPr id="24" name="via-common-request-background-19">
            <a:extLst>
              <a:ext uri="{FF2B5EF4-FFF2-40B4-BE49-F238E27FC236}">
                <ns2:creationId id="{015B5C40-89CA-48E6-8731-D3E7D782434F}"/>
              </a:ext>
            </a:extLst>
          </p:cNvPr>
          <p:cNvSpPr>
            <a:spLocks noGrp="1"/>
          </p:cNvSpPr>
          <p:nvPr/>
        </p:nvSpPr>
        <p:spPr>
          <a:xfrm>
            <a:off x="64389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수정할 보고서 업무</a:t>
            </a:r>
            <a:endParaRPr lang="ko-KR">
              <a:latin typeface="Calibri"/>
              <a:ea typeface="Calibri"/>
              <a:cs typeface="Calibri"/>
            </a:endParaRPr>
          </a:p>
        </p:txBody>
      </p:sp>
      <p:sp>
        <p:nvSpPr>
          <p:cNvPr id="25" name="via-common-request-background-20">
            <a:extLst>
              <a:ext uri="{FF2B5EF4-FFF2-40B4-BE49-F238E27FC236}">
                <ns2:creationId id="{A4CDC5ED-134C-4CC9-9091-45CCC4404853}"/>
              </a:ext>
            </a:extLst>
          </p:cNvPr>
          <p:cNvSpPr>
            <a:spLocks noGrp="1"/>
          </p:cNvSpPr>
          <p:nvPr/>
        </p:nvSpPr>
        <p:spPr>
          <a:xfrm>
            <a:off x="123825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범위와 기존 조건</a:t>
            </a:r>
            <a:endParaRPr lang="ko-KR">
              <a:latin typeface="Calibri"/>
              <a:ea typeface="Calibri"/>
              <a:cs typeface="Calibri"/>
            </a:endParaRPr>
          </a:p>
        </p:txBody>
      </p:sp>
      <p:sp>
        <p:nvSpPr>
          <p:cNvPr id="26" name="via-common-request-background-21">
            <a:extLst>
              <a:ext uri="{FF2B5EF4-FFF2-40B4-BE49-F238E27FC236}">
                <ns2:creationId id="{C4F63D7B-867F-4D7E-BCCF-61CF056DB812}"/>
              </a:ext>
            </a:extLst>
          </p:cNvPr>
          <p:cNvSpPr>
            <a:spLocks noGrp="1"/>
          </p:cNvSpPr>
          <p:nvPr/>
        </p:nvSpPr>
        <p:spPr>
          <a:xfrm>
            <a:off x="495300" y="680085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잘못 연결하면 다른 자료를 넣거나, 금지한 메일을 보내게 됩니다.</a:t>
            </a:r>
            <a:endParaRPr lang="ko-KR">
              <a:latin typeface="Calibri"/>
              <a:ea typeface="Calibri"/>
              <a:cs typeface="Calibri"/>
            </a:endParaRPr>
          </a:p>
        </p:txBody>
      </p:sp>
      <p:sp>
        <p:nvSpPr>
          <p:cNvPr id="27" name="via-common-request-background-22">
            <a:extLst>
              <a:ext uri="{FF2B5EF4-FFF2-40B4-BE49-F238E27FC236}">
                <ns2:creationId id="{F03A4937-92A8-4641-A651-8D8A4CAF284B}"/>
              </a:ext>
            </a:extLst>
          </p:cNvPr>
          <p:cNvSpPr>
            <a:spLocks noGrp="1"/>
          </p:cNvSpPr>
          <p:nvPr/>
        </p:nvSpPr>
        <p:spPr>
          <a:xfrm>
            <a:off x="495300" y="74866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VIA는 대상과 업무 연결, 정정 범위를 함께 판단하고 기존 조건을 보존해야 합니다.</a:t>
            </a:r>
            <a:endParaRPr lang="ko-KR">
              <a:latin typeface="Calibri"/>
              <a:ea typeface="Calibri"/>
              <a:cs typeface="Calibri"/>
            </a:endParaRPr>
          </a:p>
        </p:txBody>
      </p:sp>
      <p:sp>
        <p:nvSpPr>
          <p:cNvPr id="28" name="via-common-request-background-23">
            <a:extLst>
              <a:ext uri="{FF2B5EF4-FFF2-40B4-BE49-F238E27FC236}">
                <ns2:creationId id="{41708486-2B1D-4832-8EFE-F2A7B2D86967}"/>
              </a:ext>
            </a:extLst>
          </p:cNvPr>
          <p:cNvSpPr>
            <a:spLocks noGrp="1"/>
          </p:cNvSpPr>
          <p:nvPr/>
        </p:nvSpPr>
        <p:spPr>
          <a:xfrm>
            <a:off x="495300" y="8029575"/>
            <a:ext cx="17297400" cy="4381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보고서를 어떻게 작성할지 추론하고 실제로 만드는 일은 Downstream Agent가 맡습니다.</a:t>
            </a:r>
            <a:endParaRPr lang="ko-KR">
              <a:latin typeface="Calibri"/>
              <a:ea typeface="Calibri"/>
              <a:cs typeface="Calibri"/>
            </a:endParaRPr>
          </a:p>
        </p:txBody>
      </p:sp>
      <p:sp>
        <p:nvSpPr>
          <p:cNvPr id="29"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0"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1"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2"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3"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4"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14 / 63</a:t>
            </a:r>
            <a:endParaRPr lang="ko-KR">
              <a:latin typeface="Calibri"/>
              <a:ea typeface="Calibri"/>
              <a:cs typeface="Calibri"/>
            </a:endParaRPr>
          </a:p>
        </p:txBody>
      </p:sp>
    </p:spTree>
    <p:extLst>
      <p:ext uri="{BB962C8B-B14F-4D97-AF65-F5344CB8AC3E}">
        <p14:creationId val="1734597294"/>
      </p:ext>
    </p:extLst>
  </p:cSld>
</p:sld>
</file>

<file path=ppt/slides/slide4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v2">
    <p:bg>
      <p:bgPr>
        <a:solidFill>
          <a:srgbClr val="FFFFFF"/>
        </a:solidFill>
      </p:bgPr>
    </p:bg>
    <p:spTree>
      <p:nvGrpSpPr>
        <p:cNvPr id="1" name=""/>
        <p:cNvGrpSpPr/>
        <p:nvPr/>
      </p:nvGrpSpPr>
      <p:grpSpPr>
        <a:xfrm/>
      </p:grpSpPr>
      <p:sp>
        <p:nvSpPr>
          <p:cNvPr id="4"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표를 아까 보고서에 넣고,</a:t>
            </a:r>
            <a:endParaRPr lang="ko-KR">
              <a:solidFill>
                <a:srgbClr val="000000"/>
              </a:solidFill>
              <a:latin typeface="Calibri"/>
              <a:ea typeface="Calibri"/>
              <a:cs typeface="Calibri"/>
            </a:endParaRPr>
          </a:p>
        </p:txBody>
      </p:sp>
      <p:sp>
        <p:nvSpPr>
          <p:cNvPr id="5"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메일은 보내지 말고 보고서 결과로 메일 초안만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7"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8"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9"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발화 + 선택한 화면</a:t>
            </a:r>
            <a:endParaRPr lang="ko-KR">
              <a:solidFill>
                <a:srgbClr val="000000"/>
              </a:solidFill>
              <a:latin typeface="Calibri"/>
              <a:ea typeface="Calibri"/>
              <a:cs typeface="Calibri"/>
            </a:endParaRPr>
          </a:p>
        </p:txBody>
      </p:sp>
      <p:sp>
        <p:nvSpPr>
          <p:cNvPr id="10"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Request 이해</a:t>
            </a:r>
            <a:endParaRPr lang="ko-KR">
              <a:solidFill>
                <a:srgbClr val="000000"/>
              </a:solidFill>
              <a:latin typeface="Calibri"/>
              <a:ea typeface="Calibri"/>
              <a:cs typeface="Calibri"/>
            </a:endParaRPr>
          </a:p>
        </p:txBody>
      </p:sp>
      <p:sp>
        <p:nvSpPr>
          <p:cNvPr id="11"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위임할 Task</a:t>
            </a:r>
            <a:endParaRPr lang="ko-KR">
              <a:solidFill>
                <a:srgbClr val="000000"/>
              </a:solidFill>
              <a:latin typeface="Calibri"/>
              <a:ea typeface="Calibri"/>
              <a:cs typeface="Calibri"/>
            </a:endParaRPr>
          </a:p>
        </p:txBody>
      </p:sp>
      <p:sp>
        <p:nvSpPr>
          <p:cNvPr id="12"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화면에서 선택한 표</a:t>
            </a:r>
            <a:endParaRPr lang="ko-KR">
              <a:solidFill>
                <a:srgbClr val="000000"/>
              </a:solidFill>
              <a:latin typeface="Calibri"/>
              <a:ea typeface="Calibri"/>
              <a:cs typeface="Calibri"/>
            </a:endParaRPr>
          </a:p>
        </p:txBody>
      </p:sp>
      <p:sp>
        <p:nvSpPr>
          <p:cNvPr id="17"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대화에 남아 있는 보고서</a:t>
            </a:r>
            <a:endParaRPr lang="ko-KR">
              <a:solidFill>
                <a:srgbClr val="000000"/>
              </a:solidFill>
              <a:latin typeface="Calibri"/>
              <a:ea typeface="Calibri"/>
              <a:cs typeface="Calibri"/>
            </a:endParaRPr>
          </a:p>
        </p:txBody>
      </p:sp>
      <p:sp>
        <p:nvSpPr>
          <p:cNvPr id="18"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지칭 대상: 어느 표, 어느 보고서?</a:t>
            </a:r>
            <a:endParaRPr lang="ko-KR">
              <a:solidFill>
                <a:srgbClr val="000000"/>
              </a:solidFill>
              <a:latin typeface="Calibri"/>
              <a:ea typeface="Calibri"/>
              <a:cs typeface="Calibri"/>
            </a:endParaRPr>
          </a:p>
        </p:txBody>
      </p:sp>
      <p:sp>
        <p:nvSpPr>
          <p:cNvPr id="19"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순서: 보고서 수정 → 메일 초안</a:t>
            </a:r>
            <a:endParaRPr lang="ko-KR">
              <a:solidFill>
                <a:srgbClr val="000000"/>
              </a:solidFill>
              <a:latin typeface="Calibri"/>
              <a:ea typeface="Calibri"/>
              <a:cs typeface="Calibri"/>
            </a:endParaRPr>
          </a:p>
        </p:txBody>
      </p:sp>
      <p:sp>
        <p:nvSpPr>
          <p:cNvPr id="20"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조건: 메일 발송 금지</a:t>
            </a:r>
            <a:endParaRPr lang="ko-KR">
              <a:solidFill>
                <a:srgbClr val="000000"/>
              </a:solidFill>
              <a:latin typeface="Calibri"/>
              <a:ea typeface="Calibri"/>
              <a:cs typeface="Calibri"/>
            </a:endParaRPr>
          </a:p>
        </p:txBody>
      </p:sp>
      <p:sp>
        <p:nvSpPr>
          <p:cNvPr id="21"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보고서에 표 추가</a:t>
            </a:r>
            <a:endParaRPr lang="ko-KR">
              <a:solidFill>
                <a:srgbClr val="000000"/>
              </a:solidFill>
              <a:latin typeface="Calibri"/>
              <a:ea typeface="Calibri"/>
              <a:cs typeface="Calibri"/>
            </a:endParaRPr>
          </a:p>
        </p:txBody>
      </p:sp>
      <p:sp>
        <p:nvSpPr>
          <p:cNvPr id="22"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그 결과로 메일 초안 작성</a:t>
            </a:r>
            <a:endParaRPr lang="ko-KR">
              <a:solidFill>
                <a:srgbClr val="000000"/>
              </a:solidFill>
              <a:latin typeface="Calibri"/>
              <a:ea typeface="Calibri"/>
              <a:cs typeface="Calibri"/>
            </a:endParaRPr>
          </a:p>
        </p:txBody>
      </p:sp>
      <p:sp>
        <p:nvSpPr>
          <p:cNvPr id="23"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발송하지 않는 조건 유지</a:t>
            </a:r>
            <a:endParaRPr lang="ko-KR">
              <a:solidFill>
                <a:srgbClr val="000000"/>
              </a:solidFill>
              <a:latin typeface="Calibri"/>
              <a:ea typeface="Calibri"/>
              <a:cs typeface="Calibri"/>
            </a:endParaRPr>
          </a:p>
        </p:txBody>
      </p:sp>
      <p:sp>
        <p:nvSpPr>
          <p:cNvPr id="24"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지칭 대상이 모호하면 VIA가 사용자에게 확인합니다</a:t>
            </a:r>
            <a:endParaRPr lang="ko-KR">
              <a:solidFill>
                <a:srgbClr val="000000"/>
              </a:solidFill>
              <a:latin typeface="Calibri"/>
              <a:ea typeface="Calibri"/>
              <a:cs typeface="Calibri"/>
            </a:endParaRPr>
          </a:p>
        </p:txBody>
      </p:sp>
      <p:sp>
        <p:nvSpPr>
          <p:cNvPr id="25"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파일명이나 Task 번호를 외우지 않아도, 지칭 대상과 순서, 조건을 함께 말할 수 있습니다</a:t>
            </a:r>
            <a:endParaRPr lang="ko-KR">
              <a:solidFill>
                <a:srgbClr val="000000"/>
              </a:solidFill>
              <a:latin typeface="Calibri"/>
              <a:ea typeface="Calibri"/>
              <a:cs typeface="Calibri"/>
            </a:endParaRPr>
          </a:p>
        </p:txBody>
      </p:sp>
      <p:sp>
        <p:nvSpPr>
          <p:cNvPr id="26"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9" name="v2-106-choice-white">
            <a:extLst>
              <a:ext uri="{FF2B5EF4-FFF2-40B4-BE49-F238E27FC236}">
                <ns2:creationId id="{16B9579C-FD5E-4951-831D-941733699779}"/>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조회와 정정이 반복되어도, 요청의 대상과 순서 및 조건을 어떻게 정확히 확정할까?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모델 재판단의 유연성과 반복 비용 ↔ 유한 표현의 추적 가능성과 지원 범위/추가 해석 비용</a:t>
            </a:r>
            <a:endParaRPr lang="ko-KR">
              <a:solidFill>
                <a:srgbClr val="000000"/>
              </a:solidFill>
              <a:latin typeface="Calibri"/>
              <a:ea typeface="Calibri"/>
              <a:cs typeface="Calibri"/>
            </a:endParaRPr>
          </a:p>
        </p:txBody>
      </p:sp>
      <p:sp>
        <p:nvSpPr>
          <p:cNvPr id="30" name="v6-header-title">
            <a:extLst>
              <a:ext uri="{FF2B5EF4-FFF2-40B4-BE49-F238E27FC236}">
                <ns2:creationId id="{6A4610FD-C63B-457A-A33D-BC32FB86F8AF}"/>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 배경 (v2)</a:t>
            </a:r>
            <a:endParaRPr lang="ko-KR">
              <a:latin typeface="Calibri"/>
              <a:ea typeface="Calibri"/>
              <a:cs typeface="Calibri"/>
            </a:endParaRPr>
          </a:p>
        </p:txBody>
      </p:sp>
      <p:sp>
        <p:nvSpPr>
          <p:cNvPr id="31" name="v6-header-rule">
            <a:extLst>
              <a:ext uri="{FF2B5EF4-FFF2-40B4-BE49-F238E27FC236}">
                <ns2:creationId id="{0F31F9CA-71BE-4133-BF37-5299A16F298D}"/>
              </a:ext>
            </a:extLst>
          </p:cNvPr>
          <p:cNvSpPr>
            <a:spLocks noGrp="1"/>
          </p:cNvSpPr>
          <p:nvPr/>
        </p:nvSpPr>
        <p:spPr>
          <a:xfrm>
            <a:off x="495300" y="990600"/>
            <a:ext cx="17335500" cy="0"/>
          </a:xfrm>
          <a:prstGeom prst="line">
            <a:avLst/>
          </a:prstGeom>
          <a:noFill/>
          <a:ln w="19050">
            <a:solidFill>
              <a:srgbClr val="A6A6A6"/>
            </a:solidFill>
          </a:ln>
        </p:spPr>
      </p:sp>
      <p:sp>
        <p:nvSpPr>
          <p:cNvPr id="32" name="v6-header-stage-0">
            <a:extLst>
              <a:ext uri="{FF2B5EF4-FFF2-40B4-BE49-F238E27FC236}">
                <ns2:creationId id="{EB41E6B4-472F-46EB-B114-D7FBC0BB6B2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3" name="v6-header-stage-1">
            <a:extLst>
              <a:ext uri="{FF2B5EF4-FFF2-40B4-BE49-F238E27FC236}">
                <ns2:creationId id="{228197D9-56B2-4F67-828C-613814B6C64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4" name="v6-header-stage-2">
            <a:extLst>
              <a:ext uri="{FF2B5EF4-FFF2-40B4-BE49-F238E27FC236}">
                <ns2:creationId id="{7B771F74-B111-408D-88CF-B1D61869F3E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5" name="v6-header-stage-3">
            <a:extLst>
              <a:ext uri="{FF2B5EF4-FFF2-40B4-BE49-F238E27FC236}">
                <ns2:creationId id="{C1DD3E85-C045-4E4B-A901-B433664DA8C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6" name="v6-header-stage-4">
            <a:extLst>
              <a:ext uri="{FF2B5EF4-FFF2-40B4-BE49-F238E27FC236}">
                <ns2:creationId id="{22442A81-2ED9-4F48-9147-CDEDC7FEC0A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7" name="v6-header-page">
            <a:extLst>
              <a:ext uri="{FF2B5EF4-FFF2-40B4-BE49-F238E27FC236}">
                <ns2:creationId id="{A71CE005-7106-463B-97C8-B72CF88A00C4}"/>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58 / 63</a:t>
            </a:r>
            <a:endParaRPr lang="ko-KR">
              <a:latin typeface="Calibri"/>
              <a:ea typeface="Calibri"/>
              <a:cs typeface="Calibri"/>
            </a:endParaRPr>
          </a:p>
        </p:txBody>
      </p:sp>
    </p:spTree>
    <p:extLst>
      <p:ext uri="{BB962C8B-B14F-4D97-AF65-F5344CB8AC3E}">
        <p14:creationId val="75001597"/>
      </p:ext>
    </p:extLst>
  </p:cSld>
</p:sld>
</file>

<file path=ppt/slides/slide4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v2">
    <p:bg>
      <p:bgPr>
        <a:solidFill>
          <a:srgbClr val="FFFFFF"/>
        </a:solidFill>
      </p:bgPr>
    </p:bg>
    <p:spTree>
      <p:nvGrpSpPr>
        <p:cNvPr id="1" name=""/>
        <p:cNvGrpSpPr/>
        <p:nvPr/>
      </p:nvGrpSpPr>
      <p:grpSpPr>
        <a:xfrm/>
      </p:grpSpPr>
      <p:sp>
        <p:nvSpPr>
          <p:cNvPr id="4"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“보고서 내용을 설명해주고,</a:t>
            </a:r>
            <a:endParaRPr lang="ko-KR">
              <a:solidFill>
                <a:srgbClr val="000000"/>
              </a:solidFill>
              <a:latin typeface="Calibri"/>
              <a:ea typeface="Calibri"/>
              <a:cs typeface="Calibri"/>
            </a:endParaRPr>
          </a:p>
        </p:txBody>
      </p:sp>
      <p:sp>
        <p:nvSpPr>
          <p:cNvPr id="5"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내일 팀 회의 안내 메일 초안도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7"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8"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9"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사용자 발화</a:t>
            </a:r>
            <a:endParaRPr lang="ko-KR">
              <a:solidFill>
                <a:srgbClr val="000000"/>
              </a:solidFill>
              <a:latin typeface="Calibri"/>
              <a:ea typeface="Calibri"/>
              <a:cs typeface="Calibri"/>
            </a:endParaRPr>
          </a:p>
        </p:txBody>
      </p:sp>
      <p:sp>
        <p:nvSpPr>
          <p:cNvPr id="10"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준비 완료</a:t>
            </a:r>
            <a:endParaRPr lang="ko-KR">
              <a:solidFill>
                <a:srgbClr val="000000"/>
              </a:solidFill>
              <a:latin typeface="Calibri"/>
              <a:ea typeface="Calibri"/>
              <a:cs typeface="Calibri"/>
            </a:endParaRPr>
          </a:p>
        </p:txBody>
      </p:sp>
      <p:sp>
        <p:nvSpPr>
          <p:cNvPr id="11"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Agent의 질문</a:t>
            </a:r>
            <a:endParaRPr lang="ko-KR">
              <a:solidFill>
                <a:srgbClr val="000000"/>
              </a:solidFill>
              <a:latin typeface="Calibri"/>
              <a:ea typeface="Calibri"/>
              <a:cs typeface="Calibri"/>
            </a:endParaRPr>
          </a:p>
        </p:txBody>
      </p:sp>
      <p:sp>
        <p:nvSpPr>
          <p:cNvPr id="12"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“잠깐, 표부터 설명해줘.”</a:t>
            </a:r>
            <a:endParaRPr lang="ko-KR">
              <a:solidFill>
                <a:srgbClr val="000000"/>
              </a:solidFill>
              <a:latin typeface="Calibri"/>
              <a:ea typeface="Calibri"/>
              <a:cs typeface="Calibri"/>
            </a:endParaRPr>
          </a:p>
        </p:txBody>
      </p:sp>
      <p:sp>
        <p:nvSpPr>
          <p:cNvPr id="13"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이전 보고서 설명이</a:t>
            </a:r>
            <a:endParaRPr lang="ko-KR">
              <a:solidFill>
                <a:srgbClr val="000000"/>
              </a:solidFill>
              <a:latin typeface="Calibri"/>
              <a:ea typeface="Calibri"/>
              <a:cs typeface="Calibri"/>
            </a:endParaRPr>
          </a:p>
        </p:txBody>
      </p:sp>
      <p:sp>
        <p:nvSpPr>
          <p:cNvPr id="14"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늦게 준비됨</a:t>
            </a:r>
            <a:endParaRPr lang="ko-KR">
              <a:solidFill>
                <a:srgbClr val="000000"/>
              </a:solidFill>
              <a:latin typeface="Calibri"/>
              <a:ea typeface="Calibri"/>
              <a:cs typeface="Calibri"/>
            </a:endParaRPr>
          </a:p>
        </p:txBody>
      </p:sp>
      <p:sp>
        <p:nvSpPr>
          <p:cNvPr id="15"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“회의 안내 메일의</a:t>
            </a:r>
            <a:endParaRPr lang="ko-KR">
              <a:solidFill>
                <a:srgbClr val="000000"/>
              </a:solidFill>
              <a:latin typeface="Calibri"/>
              <a:ea typeface="Calibri"/>
              <a:cs typeface="Calibri"/>
            </a:endParaRPr>
          </a:p>
        </p:txBody>
      </p:sp>
      <p:sp>
        <p:nvSpPr>
          <p:cNvPr id="16"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수신자는 누구인가요?”</a:t>
            </a:r>
            <a:endParaRPr lang="ko-KR">
              <a:solidFill>
                <a:srgbClr val="000000"/>
              </a:solidFill>
              <a:latin typeface="Calibri"/>
              <a:ea typeface="Calibri"/>
              <a:cs typeface="Calibri"/>
            </a:endParaRPr>
          </a:p>
        </p:txBody>
      </p:sp>
      <p:sp>
        <p:nvSpPr>
          <p:cNvPr id="17"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8"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9"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20"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1"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2"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3"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4"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5"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6"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새 입력 처리, 유효한 응답과 질문 연결, 실제 전달 뒤 후속 처리</a:t>
            </a:r>
            <a:endParaRPr lang="ko-KR">
              <a:solidFill>
                <a:srgbClr val="000000"/>
              </a:solidFill>
              <a:latin typeface="Calibri"/>
              <a:ea typeface="Calibri"/>
              <a:cs typeface="Calibri"/>
            </a:endParaRPr>
          </a:p>
        </p:txBody>
      </p:sp>
      <p:sp>
        <p:nvSpPr>
          <p:cNvPr id="27"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말을 이어가고, Task 질문과 결과도 같은 대화에서 받습니다</a:t>
            </a:r>
            <a:endParaRPr lang="ko-KR">
              <a:solidFill>
                <a:srgbClr val="000000"/>
              </a:solidFill>
              <a:latin typeface="Calibri"/>
              <a:ea typeface="Calibri"/>
              <a:cs typeface="Calibri"/>
            </a:endParaRPr>
          </a:p>
        </p:txBody>
      </p:sp>
      <p:sp>
        <p:nvSpPr>
          <p:cNvPr id="28"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31" name="v2-111-choice-white">
            <a:extLst>
              <a:ext uri="{FF2B5EF4-FFF2-40B4-BE49-F238E27FC236}">
                <ns2:creationId id="{80B1982B-D083-4409-9F9C-5DF0A8CB8C1B}"/>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새 발화와 업무 사건이 겹쳐도, 유효한 응답을 적절한 시점에 어떻게 전달할까?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중앙 진행 상태와 회수 대기 ↔ 단계별 상태와 Join 조건, 대기 및 수용량 관리 비용</a:t>
            </a:r>
            <a:endParaRPr lang="ko-KR">
              <a:solidFill>
                <a:srgbClr val="000000"/>
              </a:solidFill>
              <a:latin typeface="Calibri"/>
              <a:ea typeface="Calibri"/>
              <a:cs typeface="Calibri"/>
            </a:endParaRPr>
          </a:p>
        </p:txBody>
      </p:sp>
      <p:sp>
        <p:nvSpPr>
          <p:cNvPr id="32" name="v6-header-title">
            <a:extLst>
              <a:ext uri="{FF2B5EF4-FFF2-40B4-BE49-F238E27FC236}">
                <ns2:creationId id="{18140C9A-D90A-4DD3-A020-CC95B2185F19}"/>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지속 대화 배경 (v2)</a:t>
            </a:r>
            <a:endParaRPr lang="ko-KR">
              <a:latin typeface="Calibri"/>
              <a:ea typeface="Calibri"/>
              <a:cs typeface="Calibri"/>
            </a:endParaRPr>
          </a:p>
        </p:txBody>
      </p:sp>
      <p:sp>
        <p:nvSpPr>
          <p:cNvPr id="33" name="v6-header-rule">
            <a:extLst>
              <a:ext uri="{FF2B5EF4-FFF2-40B4-BE49-F238E27FC236}">
                <ns2:creationId id="{EDC5B40C-95A0-4682-80E6-AEBB18A21836}"/>
              </a:ext>
            </a:extLst>
          </p:cNvPr>
          <p:cNvSpPr>
            <a:spLocks noGrp="1"/>
          </p:cNvSpPr>
          <p:nvPr/>
        </p:nvSpPr>
        <p:spPr>
          <a:xfrm>
            <a:off x="495300" y="990600"/>
            <a:ext cx="17335500" cy="0"/>
          </a:xfrm>
          <a:prstGeom prst="line">
            <a:avLst/>
          </a:prstGeom>
          <a:noFill/>
          <a:ln w="19050">
            <a:solidFill>
              <a:srgbClr val="A6A6A6"/>
            </a:solidFill>
          </a:ln>
        </p:spPr>
      </p:sp>
      <p:sp>
        <p:nvSpPr>
          <p:cNvPr id="34" name="v6-header-stage-0">
            <a:extLst>
              <a:ext uri="{FF2B5EF4-FFF2-40B4-BE49-F238E27FC236}">
                <ns2:creationId id="{38B7870B-69EE-432F-94C4-DB22BB18519F}"/>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5" name="v6-header-stage-1">
            <a:extLst>
              <a:ext uri="{FF2B5EF4-FFF2-40B4-BE49-F238E27FC236}">
                <ns2:creationId id="{3FB547D7-2BE5-4212-976F-FD297F34420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6" name="v6-header-stage-2">
            <a:extLst>
              <a:ext uri="{FF2B5EF4-FFF2-40B4-BE49-F238E27FC236}">
                <ns2:creationId id="{E5C956F1-25D7-4FD7-BDA4-8E7D60BBC0D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7" name="v6-header-stage-3">
            <a:extLst>
              <a:ext uri="{FF2B5EF4-FFF2-40B4-BE49-F238E27FC236}">
                <ns2:creationId id="{68DE021F-171C-4151-BDFD-20987531B97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8" name="v6-header-stage-4">
            <a:extLst>
              <a:ext uri="{FF2B5EF4-FFF2-40B4-BE49-F238E27FC236}">
                <ns2:creationId id="{E90B3CA0-575E-4479-B42B-DD546028A79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9" name="v6-header-page">
            <a:extLst>
              <a:ext uri="{FF2B5EF4-FFF2-40B4-BE49-F238E27FC236}">
                <ns2:creationId id="{7934093D-5067-4D29-ADAF-D252481D33D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59 / 63</a:t>
            </a:r>
            <a:endParaRPr lang="ko-KR">
              <a:latin typeface="Calibri"/>
              <a:ea typeface="Calibri"/>
              <a:cs typeface="Calibri"/>
            </a:endParaRPr>
          </a:p>
        </p:txBody>
      </p:sp>
    </p:spTree>
    <p:extLst>
      <p:ext uri="{BB962C8B-B14F-4D97-AF65-F5344CB8AC3E}">
        <p14:creationId val="464077372"/>
      </p:ext>
    </p:extLst>
  </p:cSld>
</p:sld>
</file>

<file path=ppt/slides/slide4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v2">
    <p:bg>
      <p:bgPr>
        <a:solidFill>
          <a:srgbClr val="FFFFFF"/>
        </a:solidFill>
      </p:bgPr>
    </p:bg>
    <p:spTree>
      <p:nvGrpSpPr>
        <p:cNvPr id="1" name=""/>
        <p:cNvGrpSpPr/>
        <p:nvPr/>
      </p:nvGrpSpPr>
      <p:grpSpPr>
        <a:xfrm/>
      </p:grpSpPr>
      <p:sp>
        <p:nvSpPr>
          <p:cNvPr id="4"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“지난번 네가 설명한 평가 기준으로,</a:t>
            </a:r>
            <a:endParaRPr lang="ko-KR">
              <a:solidFill>
                <a:srgbClr val="000000"/>
              </a:solidFill>
              <a:latin typeface="Calibri"/>
              <a:ea typeface="Calibri"/>
              <a:cs typeface="Calibri"/>
            </a:endParaRPr>
          </a:p>
        </p:txBody>
      </p:sp>
      <p:sp>
        <p:nvSpPr>
          <p:cNvPr id="5"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제품 비교와 견적 결과를 함께 써서 제안서를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7"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8"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9"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서로 다른 과거 기록</a:t>
            </a:r>
            <a:endParaRPr lang="ko-KR">
              <a:solidFill>
                <a:srgbClr val="000000"/>
              </a:solidFill>
              <a:latin typeface="Calibri"/>
              <a:ea typeface="Calibri"/>
              <a:cs typeface="Calibri"/>
            </a:endParaRPr>
          </a:p>
        </p:txBody>
      </p:sp>
      <p:sp>
        <p:nvSpPr>
          <p:cNvPr id="10"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맥락 연결</a:t>
            </a:r>
            <a:endParaRPr lang="ko-KR">
              <a:solidFill>
                <a:srgbClr val="000000"/>
              </a:solidFill>
              <a:latin typeface="Calibri"/>
              <a:ea typeface="Calibri"/>
              <a:cs typeface="Calibri"/>
            </a:endParaRPr>
          </a:p>
        </p:txBody>
      </p:sp>
      <p:sp>
        <p:nvSpPr>
          <p:cNvPr id="11"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Task를 수행하는 Agent</a:t>
            </a:r>
            <a:endParaRPr lang="ko-KR">
              <a:solidFill>
                <a:srgbClr val="000000"/>
              </a:solidFill>
              <a:latin typeface="Calibri"/>
              <a:ea typeface="Calibri"/>
              <a:cs typeface="Calibri"/>
            </a:endParaRPr>
          </a:p>
        </p:txBody>
      </p:sp>
      <p:sp>
        <p:nvSpPr>
          <p:cNvPr id="12"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VIA가 설명한 평가 기준</a:t>
            </a:r>
            <a:endParaRPr lang="ko-KR">
              <a:solidFill>
                <a:srgbClr val="000000"/>
              </a:solidFill>
              <a:latin typeface="Calibri"/>
              <a:ea typeface="Calibri"/>
              <a:cs typeface="Calibri"/>
            </a:endParaRPr>
          </a:p>
        </p:txBody>
      </p:sp>
      <p:sp>
        <p:nvSpPr>
          <p:cNvPr id="17"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조사 Agent의 비교 결과</a:t>
            </a:r>
            <a:endParaRPr lang="ko-KR">
              <a:solidFill>
                <a:srgbClr val="000000"/>
              </a:solidFill>
              <a:latin typeface="Calibri"/>
              <a:ea typeface="Calibri"/>
              <a:cs typeface="Calibri"/>
            </a:endParaRPr>
          </a:p>
        </p:txBody>
      </p:sp>
      <p:sp>
        <p:nvSpPr>
          <p:cNvPr id="18"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 Agent의 견적 결과</a:t>
            </a:r>
            <a:endParaRPr lang="ko-KR">
              <a:solidFill>
                <a:srgbClr val="000000"/>
              </a:solidFill>
              <a:latin typeface="Calibri"/>
              <a:ea typeface="Calibri"/>
              <a:cs typeface="Calibri"/>
            </a:endParaRPr>
          </a:p>
        </p:txBody>
      </p:sp>
      <p:sp>
        <p:nvSpPr>
          <p:cNvPr id="19"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관련 기록, 실제 전달 범위 확인</a:t>
            </a:r>
            <a:endParaRPr lang="ko-KR">
              <a:solidFill>
                <a:srgbClr val="000000"/>
              </a:solidFill>
              <a:latin typeface="Calibri"/>
              <a:ea typeface="Calibri"/>
              <a:cs typeface="Calibri"/>
            </a:endParaRPr>
          </a:p>
        </p:txBody>
      </p:sp>
      <p:sp>
        <p:nvSpPr>
          <p:cNvPr id="20"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필요한 발췌, 결과 참조 연결</a:t>
            </a:r>
            <a:endParaRPr lang="ko-KR">
              <a:solidFill>
                <a:srgbClr val="000000"/>
              </a:solidFill>
              <a:latin typeface="Calibri"/>
              <a:ea typeface="Calibri"/>
              <a:cs typeface="Calibri"/>
            </a:endParaRPr>
          </a:p>
        </p:txBody>
      </p:sp>
      <p:sp>
        <p:nvSpPr>
          <p:cNvPr id="21"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이번 Request에 필요한 맥락 제공</a:t>
            </a:r>
            <a:endParaRPr lang="ko-KR">
              <a:solidFill>
                <a:srgbClr val="000000"/>
              </a:solidFill>
              <a:latin typeface="Calibri"/>
              <a:ea typeface="Calibri"/>
              <a:cs typeface="Calibri"/>
            </a:endParaRPr>
          </a:p>
        </p:txBody>
      </p:sp>
      <p:sp>
        <p:nvSpPr>
          <p:cNvPr id="22"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평가 기준을 적용해 자료 분석</a:t>
            </a:r>
            <a:endParaRPr lang="ko-KR">
              <a:solidFill>
                <a:srgbClr val="000000"/>
              </a:solidFill>
              <a:latin typeface="Calibri"/>
              <a:ea typeface="Calibri"/>
              <a:cs typeface="Calibri"/>
            </a:endParaRPr>
          </a:p>
        </p:txBody>
      </p:sp>
      <p:sp>
        <p:nvSpPr>
          <p:cNvPr id="23"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제안서 작성</a:t>
            </a:r>
            <a:endParaRPr lang="ko-KR">
              <a:solidFill>
                <a:srgbClr val="000000"/>
              </a:solidFill>
              <a:latin typeface="Calibri"/>
              <a:ea typeface="Calibri"/>
              <a:cs typeface="Calibri"/>
            </a:endParaRPr>
          </a:p>
        </p:txBody>
      </p:sp>
      <p:sp>
        <p:nvSpPr>
          <p:cNvPr id="24"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이전 설명과 여러 Task의 결과를 다시 모아 전달할 필요가 없습니다</a:t>
            </a:r>
            <a:endParaRPr lang="ko-KR">
              <a:solidFill>
                <a:srgbClr val="000000"/>
              </a:solidFill>
              <a:latin typeface="Calibri"/>
              <a:ea typeface="Calibri"/>
              <a:cs typeface="Calibri"/>
            </a:endParaRPr>
          </a:p>
        </p:txBody>
      </p:sp>
      <p:sp>
        <p:nvSpPr>
          <p:cNvPr id="25"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v2-116-choice-white">
            <a:extLst>
              <a:ext uri="{FF2B5EF4-FFF2-40B4-BE49-F238E27FC236}">
                <ns2:creationId id="{AEAD3BC0-D248-474F-8999-D46276F6F413}"/>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흩어진 과거 근거를 어떻게 연결하고, 최신 상태와 권한에 맞게 다시 사용할까?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유효 cache와 요청별 miss 비용 ↔ 공통 조회와 초기/미사용 생산, 철회 및 coverage 비용</a:t>
            </a:r>
            <a:endParaRPr lang="ko-KR">
              <a:solidFill>
                <a:srgbClr val="000000"/>
              </a:solidFill>
              <a:latin typeface="Calibri"/>
              <a:ea typeface="Calibri"/>
              <a:cs typeface="Calibri"/>
            </a:endParaRPr>
          </a:p>
        </p:txBody>
      </p:sp>
      <p:sp>
        <p:nvSpPr>
          <p:cNvPr id="29" name="v6-header-title">
            <a:extLst>
              <a:ext uri="{FF2B5EF4-FFF2-40B4-BE49-F238E27FC236}">
                <ns2:creationId id="{B25CFC09-780C-4791-B12B-4E371A7654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맥락 배경 (v2)</a:t>
            </a:r>
            <a:endParaRPr lang="ko-KR">
              <a:latin typeface="Calibri"/>
              <a:ea typeface="Calibri"/>
              <a:cs typeface="Calibri"/>
            </a:endParaRPr>
          </a:p>
        </p:txBody>
      </p:sp>
      <p:sp>
        <p:nvSpPr>
          <p:cNvPr id="30" name="v6-header-rule">
            <a:extLst>
              <a:ext uri="{FF2B5EF4-FFF2-40B4-BE49-F238E27FC236}">
                <ns2:creationId id="{47A1BB24-934B-4B2F-B7E3-889ADB277728}"/>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B600630B-6B5D-438D-B571-1F4FA86A4824}"/>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D487FD8F-87C6-4E66-8D25-FD89C40A15E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BAE79A4A-82B5-45C0-B6AA-AC3FA408CC9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71F3B077-E167-4F86-833C-C63300B75AE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FE1494B1-A857-4B18-B2F1-407691CE336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6" name="v6-header-page">
            <a:extLst>
              <a:ext uri="{FF2B5EF4-FFF2-40B4-BE49-F238E27FC236}">
                <ns2:creationId id="{49E970FD-1B72-47D6-B261-418E27FF673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60 / 63</a:t>
            </a:r>
            <a:endParaRPr lang="ko-KR">
              <a:latin typeface="Calibri"/>
              <a:ea typeface="Calibri"/>
              <a:cs typeface="Calibri"/>
            </a:endParaRPr>
          </a:p>
        </p:txBody>
      </p:sp>
    </p:spTree>
    <p:extLst>
      <p:ext uri="{BB962C8B-B14F-4D97-AF65-F5344CB8AC3E}">
        <p14:creationId val="331947025"/>
      </p:ext>
    </p:extLst>
  </p:cSld>
</p:sld>
</file>

<file path=ppt/slides/slide4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v2">
    <p:bg>
      <p:bgPr>
        <a:solidFill>
          <a:srgbClr val="FFFFFF"/>
        </a:solidFill>
      </p:bgPr>
    </p:bg>
    <p:spTree>
      <p:nvGrpSpPr>
        <p:cNvPr id="1" name=""/>
        <p:cNvGrpSpPr/>
        <p:nvPr/>
      </p:nvGrpSpPr>
      <p:grpSpPr>
        <a:xfrm/>
      </p:grpSpPr>
      <p:sp>
        <p:nvSpPr>
          <p:cNvPr id="4"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보고서를 맡기고 → 음성 연결을 잠시 끊고 → 다시 돌아와 결론을 수정</a:t>
            </a:r>
            <a:endParaRPr lang="ko-KR">
              <a:solidFill>
                <a:srgbClr val="000000"/>
              </a:solidFill>
              <a:latin typeface="Calibri"/>
              <a:ea typeface="Calibri"/>
              <a:cs typeface="Calibri"/>
            </a:endParaRPr>
          </a:p>
        </p:txBody>
      </p:sp>
      <p:pic>
        <p:nvPicPr>
          <p:cNvPr id="5"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6"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7"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8"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작성 Request</a:t>
            </a:r>
            <a:endParaRPr lang="ko-KR">
              <a:solidFill>
                <a:srgbClr val="000000"/>
              </a:solidFill>
              <a:latin typeface="Calibri"/>
              <a:ea typeface="Calibri"/>
              <a:cs typeface="Calibri"/>
            </a:endParaRPr>
          </a:p>
        </p:txBody>
      </p:sp>
      <p:sp>
        <p:nvSpPr>
          <p:cNvPr id="9"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음성 연결을 잠시 종료</a:t>
            </a:r>
            <a:endParaRPr lang="ko-KR">
              <a:solidFill>
                <a:srgbClr val="000000"/>
              </a:solidFill>
              <a:latin typeface="Calibri"/>
              <a:ea typeface="Calibri"/>
              <a:cs typeface="Calibri"/>
            </a:endParaRPr>
          </a:p>
        </p:txBody>
      </p:sp>
      <p:sp>
        <p:nvSpPr>
          <p:cNvPr id="10"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완료된 보고서 수정 Request</a:t>
            </a:r>
            <a:endParaRPr lang="ko-KR">
              <a:solidFill>
                <a:srgbClr val="000000"/>
              </a:solidFill>
              <a:latin typeface="Calibri"/>
              <a:ea typeface="Calibri"/>
              <a:cs typeface="Calibri"/>
            </a:endParaRPr>
          </a:p>
        </p:txBody>
      </p:sp>
      <p:sp>
        <p:nvSpPr>
          <p:cNvPr id="11"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 자료로 보고서를 만들어줘.”</a:t>
            </a:r>
            <a:endParaRPr lang="ko-KR">
              <a:solidFill>
                <a:srgbClr val="000000"/>
              </a:solidFill>
              <a:latin typeface="Calibri"/>
              <a:ea typeface="Calibri"/>
              <a:cs typeface="Calibri"/>
            </a:endParaRPr>
          </a:p>
        </p:txBody>
      </p:sp>
      <p:sp>
        <p:nvSpPr>
          <p:cNvPr id="12"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Task는 계속 진행</a:t>
            </a:r>
            <a:endParaRPr lang="ko-KR">
              <a:solidFill>
                <a:srgbClr val="000000"/>
              </a:solidFill>
              <a:latin typeface="Calibri"/>
              <a:ea typeface="Calibri"/>
              <a:cs typeface="Calibri"/>
            </a:endParaRPr>
          </a:p>
        </p:txBody>
      </p:sp>
      <p:sp>
        <p:nvSpPr>
          <p:cNvPr id="13"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“결론 부분만 짧게 바꿔줘.”</a:t>
            </a:r>
            <a:endParaRPr lang="ko-KR">
              <a:solidFill>
                <a:srgbClr val="000000"/>
              </a:solidFill>
              <a:latin typeface="Calibri"/>
              <a:ea typeface="Calibri"/>
              <a:cs typeface="Calibri"/>
            </a:endParaRPr>
          </a:p>
        </p:txBody>
      </p:sp>
      <p:sp>
        <p:nvSpPr>
          <p:cNvPr id="14"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음성 연결</a:t>
            </a:r>
            <a:endParaRPr lang="ko-KR">
              <a:solidFill>
                <a:srgbClr val="000000"/>
              </a:solidFill>
              <a:latin typeface="Calibri"/>
              <a:ea typeface="Calibri"/>
              <a:cs typeface="Calibri"/>
            </a:endParaRPr>
          </a:p>
        </p:txBody>
      </p:sp>
      <p:sp>
        <p:nvSpPr>
          <p:cNvPr id="15"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6"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개별 Request 처리</a:t>
            </a:r>
            <a:endParaRPr lang="ko-KR">
              <a:solidFill>
                <a:srgbClr val="000000"/>
              </a:solidFill>
              <a:latin typeface="Calibri"/>
              <a:ea typeface="Calibri"/>
              <a:cs typeface="Calibri"/>
            </a:endParaRPr>
          </a:p>
        </p:txBody>
      </p:sp>
      <p:sp>
        <p:nvSpPr>
          <p:cNvPr id="17"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8"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보고서 Task 이력</a:t>
            </a:r>
            <a:endParaRPr lang="ko-KR">
              <a:solidFill>
                <a:srgbClr val="000000"/>
              </a:solidFill>
              <a:latin typeface="Calibri"/>
              <a:ea typeface="Calibri"/>
              <a:cs typeface="Calibri"/>
            </a:endParaRPr>
          </a:p>
        </p:txBody>
      </p:sp>
      <p:sp>
        <p:nvSpPr>
          <p:cNvPr id="19"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20"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Agent의 실제 실행</a:t>
            </a:r>
            <a:endParaRPr lang="ko-KR">
              <a:solidFill>
                <a:srgbClr val="000000"/>
              </a:solidFill>
              <a:latin typeface="Calibri"/>
              <a:ea typeface="Calibri"/>
              <a:cs typeface="Calibri"/>
            </a:endParaRPr>
          </a:p>
        </p:txBody>
      </p:sp>
      <p:sp>
        <p:nvSpPr>
          <p:cNvPr id="21"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2"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3"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4"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연결 없음</a:t>
            </a:r>
            <a:endParaRPr lang="ko-KR">
              <a:solidFill>
                <a:srgbClr val="000000"/>
              </a:solidFill>
              <a:latin typeface="Calibri"/>
              <a:ea typeface="Calibri"/>
              <a:cs typeface="Calibri"/>
            </a:endParaRPr>
          </a:p>
        </p:txBody>
      </p:sp>
      <p:sp>
        <p:nvSpPr>
          <p:cNvPr id="25"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6"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7"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위임 Request 처리</a:t>
            </a:r>
            <a:endParaRPr lang="ko-KR">
              <a:solidFill>
                <a:srgbClr val="000000"/>
              </a:solidFill>
              <a:latin typeface="Calibri"/>
              <a:ea typeface="Calibri"/>
              <a:cs typeface="Calibri"/>
            </a:endParaRPr>
          </a:p>
        </p:txBody>
      </p:sp>
      <p:sp>
        <p:nvSpPr>
          <p:cNvPr id="28"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수정 Request 처리</a:t>
            </a:r>
            <a:endParaRPr lang="ko-KR">
              <a:solidFill>
                <a:srgbClr val="000000"/>
              </a:solidFill>
              <a:latin typeface="Calibri"/>
              <a:ea typeface="Calibri"/>
              <a:cs typeface="Calibri"/>
            </a:endParaRPr>
          </a:p>
        </p:txBody>
      </p:sp>
      <p:sp>
        <p:nvSpPr>
          <p:cNvPr id="29"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30"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같은 보고서의 Task, 결과, 정정 이력을 유지</a:t>
            </a:r>
            <a:endParaRPr lang="ko-KR">
              <a:solidFill>
                <a:srgbClr val="000000"/>
              </a:solidFill>
              <a:latin typeface="Calibri"/>
              <a:ea typeface="Calibri"/>
              <a:cs typeface="Calibri"/>
            </a:endParaRPr>
          </a:p>
        </p:txBody>
      </p:sp>
      <p:sp>
        <p:nvSpPr>
          <p:cNvPr id="31"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2"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3"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작성 실행</a:t>
            </a:r>
            <a:endParaRPr lang="ko-KR">
              <a:solidFill>
                <a:srgbClr val="000000"/>
              </a:solidFill>
              <a:latin typeface="Calibri"/>
              <a:ea typeface="Calibri"/>
              <a:cs typeface="Calibri"/>
            </a:endParaRPr>
          </a:p>
        </p:txBody>
      </p:sp>
      <p:sp>
        <p:nvSpPr>
          <p:cNvPr id="34"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수정 실행</a:t>
            </a:r>
            <a:endParaRPr lang="ko-KR">
              <a:solidFill>
                <a:srgbClr val="000000"/>
              </a:solidFill>
              <a:latin typeface="Calibri"/>
              <a:ea typeface="Calibri"/>
              <a:cs typeface="Calibri"/>
            </a:endParaRPr>
          </a:p>
        </p:txBody>
      </p:sp>
      <p:sp>
        <p:nvSpPr>
          <p:cNvPr id="35"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다시 돌아와, 이미 맡긴 보고서의 결과를 확인하고 수정을 이어갑니다</a:t>
            </a:r>
            <a:endParaRPr lang="ko-KR">
              <a:solidFill>
                <a:srgbClr val="000000"/>
              </a:solidFill>
              <a:latin typeface="Calibri"/>
              <a:ea typeface="Calibri"/>
              <a:cs typeface="Calibri"/>
            </a:endParaRPr>
          </a:p>
        </p:txBody>
      </p:sp>
      <p:sp>
        <p:nvSpPr>
          <p:cNvPr id="38" name="v2-121-choice-white">
            <a:extLst>
              <a:ext uri="{FF2B5EF4-FFF2-40B4-BE49-F238E27FC236}">
                <ns2:creationId id="{1735B41E-BEBE-46BA-B79C-225CE4449434}"/>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대화와 업무의 수명이 달라도, 요청과 실행의 연결 및 상태를 어떻게 일관되게 유지할까?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모듈형 Core의 공동 확정 ↔ 독립 운영 조건과 인계/재확인, process 및 접수 상태 비용</a:t>
            </a:r>
            <a:endParaRPr lang="ko-KR">
              <a:solidFill>
                <a:srgbClr val="000000"/>
              </a:solidFill>
              <a:latin typeface="Calibri"/>
              <a:ea typeface="Calibri"/>
              <a:cs typeface="Calibri"/>
            </a:endParaRPr>
          </a:p>
        </p:txBody>
      </p:sp>
      <p:sp>
        <p:nvSpPr>
          <p:cNvPr id="41" name="v2-124-conversation-white">
            <a:extLst>
              <a:ext uri="{FF2B5EF4-FFF2-40B4-BE49-F238E27FC236}">
                <ns2:creationId id="{C7AB4E29-A1F9-4F9F-BC10-91E4C2D55A5E}"/>
              </a:ext>
            </a:extLst>
          </p:cNvPr>
          <p:cNvSpPr>
            <a:spLocks noGrp="1"/>
          </p:cNvSpPr>
          <p:nvPr/>
        </p:nvSpPr>
        <p:spPr>
          <a:xfrm>
            <a:off x="723900" y="2533650"/>
            <a:ext cx="16859250" cy="323850"/>
          </a:xfrm>
          <a:prstGeom prst="rect">
            <a:avLst/>
          </a:prstGeom>
          <a:solidFill>
            <a:srgbClr val="FFFFFF"/>
          </a:solidFill>
          <a:ln w="0">
            <a:solidFill>
              <a:srgbClr val="FFFFFF"/>
            </a:solidFill>
          </a:ln>
        </p:spPr>
      </p:sp>
      <p:sp>
        <p:nvSpPr>
          <p:cNvPr id="42" name="v2-125-note">
            <a:extLst>
              <a:ext uri="{FF2B5EF4-FFF2-40B4-BE49-F238E27FC236}">
                <ns2:creationId id="{77F3126A-AAFD-4DB2-B8EF-1EFD4CF49302}"/>
              </a:ext>
            </a:extLst>
          </p:cNvPr>
          <p:cNvSpPr>
            <a:spLocks noGrp="1"/>
          </p:cNvSpPr>
          <p:nvPr/>
        </p:nvSpPr>
        <p:spPr>
          <a:xfrm>
            <a:off x="904875" y="2533650"/>
            <a:ext cx="16764000" cy="3238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Conversation(대화 기록과 업무 연결)은 음성 연결 종료 뒤에도 이어집니다. 아래의 수명 차이는 양안 공통입니다.</a:t>
            </a:r>
            <a:endParaRPr lang="ko-KR">
              <a:solidFill>
                <a:srgbClr val="000000"/>
              </a:solidFill>
              <a:latin typeface="Calibri"/>
              <a:ea typeface="Calibri"/>
              <a:cs typeface="Calibri"/>
            </a:endParaRPr>
          </a:p>
        </p:txBody>
      </p:sp>
      <p:sp>
        <p:nvSpPr>
          <p:cNvPr id="43" name="v6-header-title">
            <a:extLst>
              <a:ext uri="{FF2B5EF4-FFF2-40B4-BE49-F238E27FC236}">
                <ns2:creationId id="{DE00A50B-AC47-4B10-A9DC-E9F449F1F56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상태 수명 배경 (v2)</a:t>
            </a:r>
            <a:endParaRPr lang="ko-KR">
              <a:latin typeface="Calibri"/>
              <a:ea typeface="Calibri"/>
              <a:cs typeface="Calibri"/>
            </a:endParaRPr>
          </a:p>
        </p:txBody>
      </p:sp>
      <p:sp>
        <p:nvSpPr>
          <p:cNvPr id="44" name="v6-header-rule">
            <a:extLst>
              <a:ext uri="{FF2B5EF4-FFF2-40B4-BE49-F238E27FC236}">
                <ns2:creationId id="{A51AE239-186C-4A88-85D5-F0F8B61E3B80}"/>
              </a:ext>
            </a:extLst>
          </p:cNvPr>
          <p:cNvSpPr>
            <a:spLocks noGrp="1"/>
          </p:cNvSpPr>
          <p:nvPr/>
        </p:nvSpPr>
        <p:spPr>
          <a:xfrm>
            <a:off x="495300" y="990600"/>
            <a:ext cx="17335500" cy="0"/>
          </a:xfrm>
          <a:prstGeom prst="line">
            <a:avLst/>
          </a:prstGeom>
          <a:noFill/>
          <a:ln w="19050">
            <a:solidFill>
              <a:srgbClr val="A6A6A6"/>
            </a:solidFill>
          </a:ln>
        </p:spPr>
      </p:sp>
      <p:sp>
        <p:nvSpPr>
          <p:cNvPr id="45" name="v6-header-stage-0">
            <a:extLst>
              <a:ext uri="{FF2B5EF4-FFF2-40B4-BE49-F238E27FC236}">
                <ns2:creationId id="{44EBDAB6-88F6-4F86-AA76-4365600180A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6" name="v6-header-stage-1">
            <a:extLst>
              <a:ext uri="{FF2B5EF4-FFF2-40B4-BE49-F238E27FC236}">
                <ns2:creationId id="{C8DCB80B-E45A-4690-9972-822035BB4F0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7" name="v6-header-stage-2">
            <a:extLst>
              <a:ext uri="{FF2B5EF4-FFF2-40B4-BE49-F238E27FC236}">
                <ns2:creationId id="{CD7C61D5-50E9-48FC-9EF2-55B959473684}"/>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8" name="v6-header-stage-3">
            <a:extLst>
              <a:ext uri="{FF2B5EF4-FFF2-40B4-BE49-F238E27FC236}">
                <ns2:creationId id="{93336E9B-E832-41E0-9B76-67CCA01AA96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9" name="v6-header-stage-4">
            <a:extLst>
              <a:ext uri="{FF2B5EF4-FFF2-40B4-BE49-F238E27FC236}">
                <ns2:creationId id="{BDF98E28-6DD0-48F7-B946-13EB6DE7EF2E}"/>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50" name="v6-header-page">
            <a:extLst>
              <a:ext uri="{FF2B5EF4-FFF2-40B4-BE49-F238E27FC236}">
                <ns2:creationId id="{BC65E57D-130C-4100-B2AD-2376E6FBF4AC}"/>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61 / 63</a:t>
            </a:r>
            <a:endParaRPr lang="ko-KR">
              <a:latin typeface="Calibri"/>
              <a:ea typeface="Calibri"/>
              <a:cs typeface="Calibri"/>
            </a:endParaRPr>
          </a:p>
        </p:txBody>
      </p:sp>
    </p:spTree>
    <p:extLst>
      <p:ext uri="{BB962C8B-B14F-4D97-AF65-F5344CB8AC3E}">
        <p14:creationId val="2044630242"/>
      </p:ext>
    </p:extLst>
  </p:cSld>
</p:sld>
</file>

<file path=ppt/slides/slide46.xml><?xml version="1.0" encoding="utf-8"?>
<p:sld xmlns:a="http://schemas.openxmlformats.org/drawingml/2006/main" xmlns:ns2="http://schemas.microsoft.com/office/drawing/2014/main" xmlns:p="http://schemas.openxmlformats.org/presentationml/2006/main" xmlns:p14="http://schemas.microsoft.com/office/powerpoint/2010/main">
  <p:cSld name="project-intro-v10-2">
    <p:bg>
      <p:bgPr>
        <a:solidFill>
          <a:srgbClr val="FFFFFF"/>
        </a:solidFill>
      </p:bgPr>
    </p:bg>
    <p:spTree>
      <p:nvGrpSpPr>
        <p:cNvPr id="2" name=""/>
        <p:cNvGrpSpPr/>
        <p:nvPr/>
      </p:nvGrpSpPr>
      <p:grpSpPr>
        <a:xfrm/>
      </p:grpSpPr>
      <p:sp>
        <p:nvSpPr>
          <p:cNvPr id="3" name="need-panel-0">
            <a:extLst>
              <a:ext uri="{FF2B5EF4-FFF2-40B4-BE49-F238E27FC236}">
                <ns2:creationId id="{224D4487-57BF-4373-8FB4-707ECAF7A333}"/>
              </a:ext>
            </a:extLst>
          </p:cNvPr>
          <p:cNvSpPr>
            <a:spLocks noGrp="1"/>
          </p:cNvSpPr>
          <p:nvPr/>
        </p:nvSpPr>
        <p:spPr>
          <a:xfrm>
            <a:off x="571500" y="1781175"/>
            <a:ext cx="5524500" cy="7953375"/>
          </a:xfrm>
          <a:prstGeom prst="roundRect">
            <a:avLst>
              <a:gd name="adj" fmla="val 1379"/>
            </a:avLst>
          </a:prstGeom>
          <a:solidFill>
            <a:srgbClr val="FFFFFF"/>
          </a:solidFill>
          <a:ln w="14288">
            <a:solidFill>
              <a:srgbClr val="D4DBE4"/>
            </a:solidFill>
          </a:ln>
        </p:spPr>
      </p:sp>
      <p:sp>
        <p:nvSpPr>
          <p:cNvPr id="4" name="need-heading-0">
            <a:extLst>
              <a:ext uri="{FF2B5EF4-FFF2-40B4-BE49-F238E27FC236}">
                <ns2:creationId id="{E024A275-EBCE-4114-993F-0E78C8D7B958}"/>
              </a:ext>
            </a:extLst>
          </p:cNvPr>
          <p:cNvSpPr>
            <a:spLocks noGrp="1"/>
          </p:cNvSpPr>
          <p:nvPr/>
        </p:nvSpPr>
        <p:spPr>
          <a:xfrm>
            <a:off x="66675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sp>
        <p:nvSpPr>
          <p:cNvPr id="5" name="need-copy-a-0">
            <a:extLst>
              <a:ext uri="{FF2B5EF4-FFF2-40B4-BE49-F238E27FC236}">
                <ns2:creationId id="{5FBB2EB7-E41C-4650-B37D-490D3FB273BF}"/>
              </a:ext>
            </a:extLst>
          </p:cNvPr>
          <p:cNvSpPr>
            <a:spLocks noGrp="1"/>
          </p:cNvSpPr>
          <p:nvPr/>
        </p:nvSpPr>
        <p:spPr>
          <a:xfrm>
            <a:off x="857250" y="6610350"/>
            <a:ext cx="4953000" cy="685800"/>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입력과 업무 응답의</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끊김 없는 연결</a:t>
            </a:r>
            <a:endParaRPr lang="ko-KR">
              <a:latin typeface="Calibri"/>
              <a:ea typeface="Calibri"/>
              <a:cs typeface="Calibri"/>
            </a:endParaRPr>
          </a:p>
        </p:txBody>
      </p:sp>
      <p:sp>
        <p:nvSpPr>
          <p:cNvPr id="6" name="need-copy-rule-0">
            <a:extLst>
              <a:ext uri="{FF2B5EF4-FFF2-40B4-BE49-F238E27FC236}">
                <ns2:creationId id="{E98903A0-115F-470E-AAC5-FBA34F2F826E}"/>
              </a:ext>
            </a:extLst>
          </p:cNvPr>
          <p:cNvSpPr>
            <a:spLocks noGrp="1"/>
          </p:cNvSpPr>
          <p:nvPr/>
        </p:nvSpPr>
        <p:spPr>
          <a:xfrm>
            <a:off x="895350" y="7505700"/>
            <a:ext cx="4876800" cy="14288"/>
          </a:xfrm>
          <a:prstGeom prst="rect">
            <a:avLst/>
          </a:prstGeom>
          <a:solidFill>
            <a:srgbClr val="D4DBE4"/>
          </a:solidFill>
          <a:ln w="0">
            <a:noFill/>
          </a:ln>
        </p:spPr>
      </p:sp>
      <p:sp>
        <p:nvSpPr>
          <p:cNvPr id="7" name="need-copy-b-0">
            <a:extLst>
              <a:ext uri="{FF2B5EF4-FFF2-40B4-BE49-F238E27FC236}">
                <ns2:creationId id="{F4CA0AA5-6D80-4BD9-AD47-DF9AD6420940}"/>
              </a:ext>
            </a:extLst>
          </p:cNvPr>
          <p:cNvSpPr>
            <a:spLocks noGrp="1"/>
          </p:cNvSpPr>
          <p:nvPr/>
        </p:nvSpPr>
        <p:spPr>
          <a:xfrm>
            <a:off x="857250" y="7696200"/>
            <a:ext cx="4953000" cy="1257300"/>
          </a:xfrm>
          <a:prstGeom prst="rect">
            <a:avLst/>
          </a:prstGeom>
          <a:noFill/>
          <a:ln w="0">
            <a:noFill/>
          </a:ln>
        </p:spPr>
        <p:txBody>
          <a:bodyPr wrap="none" lIns="0" tIns="0" rIns="0" bIns="0" anchor="t">
            <a:noAutofit/>
          </a:bodyPr>
          <a:lstStyle>
            <a:defPPr algn="l">
              <a:defRPr sz="2000" b="0" lang="ko-KR">
                <a:solidFill>
                  <a:srgbClr val="000000"/>
                </a:solidFill>
                <a:latin typeface="Calibri"/>
                <a:ea typeface="Calibri"/>
                <a:cs typeface="Calibri"/>
              </a:defRPr>
            </a:defPPr>
          </a:lstStyle>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끼어들기와 정정의 신속한 반영</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질문과 결과의 적절한 전달</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대화, 요청, 업무와 실행의 연결</a:t>
            </a:r>
            <a:endParaRPr lang="ko-KR">
              <a:latin typeface="Calibri"/>
              <a:ea typeface="Calibri"/>
              <a:cs typeface="Calibri"/>
            </a:endParaRPr>
          </a:p>
        </p:txBody>
      </p:sp>
      <p:sp>
        <p:nvSpPr>
          <p:cNvPr id="8" name="need-quality-0">
            <a:extLst>
              <a:ext uri="{FF2B5EF4-FFF2-40B4-BE49-F238E27FC236}">
                <ns2:creationId id="{BD0CCCBB-C5B4-4091-9173-E3011E60B54B}"/>
              </a:ext>
            </a:extLst>
          </p:cNvPr>
          <p:cNvSpPr>
            <a:spLocks noGrp="1"/>
          </p:cNvSpPr>
          <p:nvPr/>
        </p:nvSpPr>
        <p:spPr>
          <a:xfrm>
            <a:off x="819150" y="9124950"/>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응답 지연 최소화</a:t>
            </a:r>
            <a:endParaRPr lang="ko-KR">
              <a:latin typeface="Calibri"/>
              <a:ea typeface="Calibri"/>
              <a:cs typeface="Calibri"/>
            </a:endParaRPr>
          </a:p>
        </p:txBody>
      </p:sp>
      <p:sp>
        <p:nvSpPr>
          <p:cNvPr id="9" name="need-panel-1">
            <a:extLst>
              <a:ext uri="{FF2B5EF4-FFF2-40B4-BE49-F238E27FC236}">
                <ns2:creationId id="{8DAFE209-9D2F-4980-BEC3-6C67DE62251E}"/>
              </a:ext>
            </a:extLst>
          </p:cNvPr>
          <p:cNvSpPr>
            <a:spLocks noGrp="1"/>
          </p:cNvSpPr>
          <p:nvPr/>
        </p:nvSpPr>
        <p:spPr>
          <a:xfrm>
            <a:off x="6381750" y="1781175"/>
            <a:ext cx="5524500" cy="7953375"/>
          </a:xfrm>
          <a:prstGeom prst="roundRect">
            <a:avLst>
              <a:gd name="adj" fmla="val 1379"/>
            </a:avLst>
          </a:prstGeom>
          <a:solidFill>
            <a:srgbClr val="FFFFFF"/>
          </a:solidFill>
          <a:ln w="14288">
            <a:solidFill>
              <a:srgbClr val="D4DBE4"/>
            </a:solidFill>
          </a:ln>
        </p:spPr>
      </p:sp>
      <p:sp>
        <p:nvSpPr>
          <p:cNvPr id="10" name="need-heading-1">
            <a:extLst>
              <a:ext uri="{FF2B5EF4-FFF2-40B4-BE49-F238E27FC236}">
                <ns2:creationId id="{777CE776-B1CB-4FF9-AFFF-B9C3E7EA3A84}"/>
              </a:ext>
            </a:extLst>
          </p:cNvPr>
          <p:cNvSpPr>
            <a:spLocks noGrp="1"/>
          </p:cNvSpPr>
          <p:nvPr/>
        </p:nvSpPr>
        <p:spPr>
          <a:xfrm>
            <a:off x="647700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sp>
        <p:nvSpPr>
          <p:cNvPr id="11" name="need-copy-a-1">
            <a:extLst>
              <a:ext uri="{FF2B5EF4-FFF2-40B4-BE49-F238E27FC236}">
                <ns2:creationId id="{4AD6B398-0403-4929-B5DD-89BA199ADDE0}"/>
              </a:ext>
            </a:extLst>
          </p:cNvPr>
          <p:cNvSpPr>
            <a:spLocks noGrp="1"/>
          </p:cNvSpPr>
          <p:nvPr/>
        </p:nvSpPr>
        <p:spPr>
          <a:xfrm>
            <a:off x="6667500" y="6610350"/>
            <a:ext cx="4953000" cy="685800"/>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발화, 화면과 이력에 근거한</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현재 요청 이해</a:t>
            </a:r>
            <a:endParaRPr lang="ko-KR">
              <a:latin typeface="Calibri"/>
              <a:ea typeface="Calibri"/>
              <a:cs typeface="Calibri"/>
            </a:endParaRPr>
          </a:p>
        </p:txBody>
      </p:sp>
      <p:sp>
        <p:nvSpPr>
          <p:cNvPr id="12" name="need-copy-rule-1">
            <a:extLst>
              <a:ext uri="{FF2B5EF4-FFF2-40B4-BE49-F238E27FC236}">
                <ns2:creationId id="{E9CE2D55-FD76-43D1-ABE1-65E259D51E8D}"/>
              </a:ext>
            </a:extLst>
          </p:cNvPr>
          <p:cNvSpPr>
            <a:spLocks noGrp="1"/>
          </p:cNvSpPr>
          <p:nvPr/>
        </p:nvSpPr>
        <p:spPr>
          <a:xfrm>
            <a:off x="6705600" y="7505700"/>
            <a:ext cx="4876800" cy="14288"/>
          </a:xfrm>
          <a:prstGeom prst="rect">
            <a:avLst/>
          </a:prstGeom>
          <a:solidFill>
            <a:srgbClr val="D4DBE4"/>
          </a:solidFill>
          <a:ln w="0">
            <a:noFill/>
          </a:ln>
        </p:spPr>
      </p:sp>
      <p:sp>
        <p:nvSpPr>
          <p:cNvPr id="13" name="need-copy-b-1">
            <a:extLst>
              <a:ext uri="{FF2B5EF4-FFF2-40B4-BE49-F238E27FC236}">
                <ns2:creationId id="{68756CD8-22C0-4E1A-A726-74D19D9C7B51}"/>
              </a:ext>
            </a:extLst>
          </p:cNvPr>
          <p:cNvSpPr>
            <a:spLocks noGrp="1"/>
          </p:cNvSpPr>
          <p:nvPr/>
        </p:nvSpPr>
        <p:spPr>
          <a:xfrm>
            <a:off x="6667500" y="7696200"/>
            <a:ext cx="4953000" cy="1257300"/>
          </a:xfrm>
          <a:prstGeom prst="rect">
            <a:avLst/>
          </a:prstGeom>
          <a:noFill/>
          <a:ln w="0">
            <a:noFill/>
          </a:ln>
        </p:spPr>
        <p:txBody>
          <a:bodyPr wrap="none" lIns="0" tIns="0" rIns="0" bIns="0" anchor="t">
            <a:noAutofit/>
          </a:bodyPr>
          <a:lstStyle>
            <a:defPPr algn="l">
              <a:defRPr sz="2000" b="0" lang="ko-KR">
                <a:solidFill>
                  <a:srgbClr val="000000"/>
                </a:solidFill>
                <a:latin typeface="Calibri"/>
                <a:ea typeface="Calibri"/>
                <a:cs typeface="Calibri"/>
              </a:defRPr>
            </a:defPPr>
          </a:lstStyle>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발화 당시 화면과 조작 정보 결합</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과거 대화와 업무 결과의 활용</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지칭 대상과 정정 범위의 정확한 식별</a:t>
            </a:r>
            <a:endParaRPr lang="ko-KR">
              <a:latin typeface="Calibri"/>
              <a:ea typeface="Calibri"/>
              <a:cs typeface="Calibri"/>
            </a:endParaRPr>
          </a:p>
        </p:txBody>
      </p:sp>
      <p:sp>
        <p:nvSpPr>
          <p:cNvPr id="14" name="need-quality-1">
            <a:extLst>
              <a:ext uri="{FF2B5EF4-FFF2-40B4-BE49-F238E27FC236}">
                <ns2:creationId id="{AB581090-C6B7-423E-A3F9-66B7F15ADC6F}"/>
              </a:ext>
            </a:extLst>
          </p:cNvPr>
          <p:cNvSpPr>
            <a:spLocks noGrp="1"/>
          </p:cNvSpPr>
          <p:nvPr/>
        </p:nvSpPr>
        <p:spPr>
          <a:xfrm>
            <a:off x="6629400" y="9124950"/>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 의도와 지칭의 정확성 확보</a:t>
            </a:r>
            <a:endParaRPr lang="ko-KR">
              <a:latin typeface="Calibri"/>
              <a:ea typeface="Calibri"/>
              <a:cs typeface="Calibri"/>
            </a:endParaRPr>
          </a:p>
        </p:txBody>
      </p:sp>
      <p:sp>
        <p:nvSpPr>
          <p:cNvPr id="15" name="need-panel-2">
            <a:extLst>
              <a:ext uri="{FF2B5EF4-FFF2-40B4-BE49-F238E27FC236}">
                <ns2:creationId id="{BB38E869-327F-4DA5-928B-D45414BBA61D}"/>
              </a:ext>
            </a:extLst>
          </p:cNvPr>
          <p:cNvSpPr>
            <a:spLocks noGrp="1"/>
          </p:cNvSpPr>
          <p:nvPr/>
        </p:nvSpPr>
        <p:spPr>
          <a:xfrm>
            <a:off x="12192000" y="1781175"/>
            <a:ext cx="5524500" cy="7953375"/>
          </a:xfrm>
          <a:prstGeom prst="roundRect">
            <a:avLst>
              <a:gd name="adj" fmla="val 1379"/>
            </a:avLst>
          </a:prstGeom>
          <a:solidFill>
            <a:srgbClr val="FFFFFF"/>
          </a:solidFill>
          <a:ln w="14288">
            <a:solidFill>
              <a:srgbClr val="D4DBE4"/>
            </a:solidFill>
          </a:ln>
        </p:spPr>
      </p:sp>
      <p:sp>
        <p:nvSpPr>
          <p:cNvPr id="16" name="need-heading-2">
            <a:extLst>
              <a:ext uri="{FF2B5EF4-FFF2-40B4-BE49-F238E27FC236}">
                <ns2:creationId id="{CAAEC176-E15B-4E66-9C4E-A1A4E2718D34}"/>
              </a:ext>
            </a:extLst>
          </p:cNvPr>
          <p:cNvSpPr>
            <a:spLocks noGrp="1"/>
          </p:cNvSpPr>
          <p:nvPr/>
        </p:nvSpPr>
        <p:spPr>
          <a:xfrm>
            <a:off x="1228725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sp>
        <p:nvSpPr>
          <p:cNvPr id="17" name="need-copy-a-2">
            <a:extLst>
              <a:ext uri="{FF2B5EF4-FFF2-40B4-BE49-F238E27FC236}">
                <ns2:creationId id="{F3D1720C-70AC-44B3-A5F3-1AFF52219D6E}"/>
              </a:ext>
            </a:extLst>
          </p:cNvPr>
          <p:cNvSpPr>
            <a:spLocks noGrp="1"/>
          </p:cNvSpPr>
          <p:nvPr/>
        </p:nvSpPr>
        <p:spPr>
          <a:xfrm>
            <a:off x="12477750" y="6610350"/>
            <a:ext cx="4953000" cy="685800"/>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지속 사용에 따른 운영 부담과</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기술 변경 비용의 관리</a:t>
            </a:r>
            <a:endParaRPr lang="ko-KR">
              <a:latin typeface="Calibri"/>
              <a:ea typeface="Calibri"/>
              <a:cs typeface="Calibri"/>
            </a:endParaRPr>
          </a:p>
        </p:txBody>
      </p:sp>
      <p:sp>
        <p:nvSpPr>
          <p:cNvPr id="18" name="need-copy-rule-2">
            <a:extLst>
              <a:ext uri="{FF2B5EF4-FFF2-40B4-BE49-F238E27FC236}">
                <ns2:creationId id="{EC3A1F05-F7C0-43EE-9D1F-D5FD48B50C78}"/>
              </a:ext>
            </a:extLst>
          </p:cNvPr>
          <p:cNvSpPr>
            <a:spLocks noGrp="1"/>
          </p:cNvSpPr>
          <p:nvPr/>
        </p:nvSpPr>
        <p:spPr>
          <a:xfrm>
            <a:off x="12515850" y="7505700"/>
            <a:ext cx="4876800" cy="14288"/>
          </a:xfrm>
          <a:prstGeom prst="rect">
            <a:avLst/>
          </a:prstGeom>
          <a:solidFill>
            <a:srgbClr val="D4DBE4"/>
          </a:solidFill>
          <a:ln w="0">
            <a:noFill/>
          </a:ln>
        </p:spPr>
      </p:sp>
      <p:sp>
        <p:nvSpPr>
          <p:cNvPr id="19" name="need-copy-b-2">
            <a:extLst>
              <a:ext uri="{FF2B5EF4-FFF2-40B4-BE49-F238E27FC236}">
                <ns2:creationId id="{6BD0BE71-8D75-4CE5-8EC5-EEE020EFA053}"/>
              </a:ext>
            </a:extLst>
          </p:cNvPr>
          <p:cNvSpPr>
            <a:spLocks noGrp="1"/>
          </p:cNvSpPr>
          <p:nvPr/>
        </p:nvSpPr>
        <p:spPr>
          <a:xfrm>
            <a:off x="12477750" y="7696200"/>
            <a:ext cx="4953000" cy="1257300"/>
          </a:xfrm>
          <a:prstGeom prst="rect">
            <a:avLst/>
          </a:prstGeom>
          <a:noFill/>
          <a:ln w="0">
            <a:noFill/>
          </a:ln>
        </p:spPr>
        <p:txBody>
          <a:bodyPr wrap="none" lIns="0" tIns="0" rIns="0" bIns="0" anchor="t">
            <a:noAutofit/>
          </a:bodyPr>
          <a:lstStyle>
            <a:defPPr algn="l">
              <a:defRPr sz="2000" b="0" lang="ko-KR">
                <a:solidFill>
                  <a:srgbClr val="000000"/>
                </a:solidFill>
                <a:latin typeface="Calibri"/>
                <a:ea typeface="Calibri"/>
                <a:cs typeface="Calibri"/>
              </a:defRPr>
            </a:defPPr>
          </a:lstStyle>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반복 추론과 불필요한 호출 최소화</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화면 기록과 대화 상태의 메모리 관리</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모델 및 Agent 변경의 영향 범위 축소</a:t>
            </a:r>
            <a:endParaRPr lang="ko-KR">
              <a:latin typeface="Calibri"/>
              <a:ea typeface="Calibri"/>
              <a:cs typeface="Calibri"/>
            </a:endParaRPr>
          </a:p>
        </p:txBody>
      </p:sp>
      <p:sp>
        <p:nvSpPr>
          <p:cNvPr id="20" name="need-quality-2">
            <a:extLst>
              <a:ext uri="{FF2B5EF4-FFF2-40B4-BE49-F238E27FC236}">
                <ns2:creationId id="{160850FD-40D5-454E-BE81-8E585A64B858}"/>
              </a:ext>
            </a:extLst>
          </p:cNvPr>
          <p:cNvSpPr>
            <a:spLocks noGrp="1"/>
          </p:cNvSpPr>
          <p:nvPr/>
        </p:nvSpPr>
        <p:spPr>
          <a:xfrm>
            <a:off x="12439650" y="9124950"/>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운영 부담과 변경 비용 절감</a:t>
            </a:r>
            <a:endParaRPr lang="ko-KR">
              <a:latin typeface="Calibri"/>
              <a:ea typeface="Calibri"/>
              <a:cs typeface="Calibri"/>
            </a:endParaRPr>
          </a:p>
        </p:txBody>
      </p:sp>
      <p:sp>
        <p:nvSpPr>
          <p:cNvPr id="21" name="continuity-caption">
            <a:extLst>
              <a:ext uri="{FF2B5EF4-FFF2-40B4-BE49-F238E27FC236}">
                <ns2:creationId id="{F40AAB10-789B-418A-9A9C-6653DDC00C9D}"/>
              </a:ext>
            </a:extLst>
          </p:cNvPr>
          <p:cNvSpPr>
            <a:spLocks noGrp="1"/>
          </p:cNvSpPr>
          <p:nvPr/>
        </p:nvSpPr>
        <p:spPr>
          <a:xfrm>
            <a:off x="857250" y="2343150"/>
            <a:ext cx="4953000" cy="3429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사용자 발화와 Agent 응답의 중첩</a:t>
            </a:r>
            <a:endParaRPr lang="ko-KR">
              <a:latin typeface="Calibri"/>
              <a:ea typeface="Calibri"/>
              <a:cs typeface="Calibri"/>
            </a:endParaRPr>
          </a:p>
        </p:txBody>
      </p:sp>
      <p:sp>
        <p:nvSpPr>
          <p:cNvPr id="22" name="overlap-region">
            <a:extLst>
              <a:ext uri="{FF2B5EF4-FFF2-40B4-BE49-F238E27FC236}">
                <ns2:creationId id="{724EA4FA-1286-4248-B0E8-B7E5B360DD22}"/>
              </a:ext>
            </a:extLst>
          </p:cNvPr>
          <p:cNvSpPr>
            <a:spLocks noGrp="1"/>
          </p:cNvSpPr>
          <p:nvPr/>
        </p:nvSpPr>
        <p:spPr>
          <a:xfrm>
            <a:off x="3248025" y="2809875"/>
            <a:ext cx="1066800" cy="1676400"/>
          </a:xfrm>
          <a:prstGeom prst="rect">
            <a:avLst/>
          </a:prstGeom>
          <a:solidFill>
            <a:srgbClr val="EEF4E8"/>
          </a:solidFill>
          <a:ln w="0">
            <a:noFill/>
          </a:ln>
        </p:spPr>
      </p:sp>
      <p:sp>
        <p:nvSpPr>
          <p:cNvPr id="23" name="user-lane">
            <a:extLst>
              <a:ext uri="{FF2B5EF4-FFF2-40B4-BE49-F238E27FC236}">
                <ns2:creationId id="{4824201B-0D44-495F-B992-D7B4FF11FE0C}"/>
              </a:ext>
            </a:extLst>
          </p:cNvPr>
          <p:cNvSpPr>
            <a:spLocks noGrp="1"/>
          </p:cNvSpPr>
          <p:nvPr/>
        </p:nvSpPr>
        <p:spPr>
          <a:xfrm>
            <a:off x="857250" y="2762250"/>
            <a:ext cx="22860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사용자 발화</a:t>
            </a:r>
            <a:endParaRPr lang="ko-KR">
              <a:latin typeface="Calibri"/>
              <a:ea typeface="Calibri"/>
              <a:cs typeface="Calibri"/>
            </a:endParaRPr>
          </a:p>
        </p:txBody>
      </p:sp>
      <p:sp>
        <p:nvSpPr>
          <p:cNvPr id="24" name="user-time-axis">
            <a:extLst>
              <a:ext uri="{FF2B5EF4-FFF2-40B4-BE49-F238E27FC236}">
                <ns2:creationId id="{0CE124EC-FC9B-4A75-88AF-DFD63FF90B9B}"/>
              </a:ext>
            </a:extLst>
          </p:cNvPr>
          <p:cNvSpPr>
            <a:spLocks noGrp="1"/>
          </p:cNvSpPr>
          <p:nvPr/>
        </p:nvSpPr>
        <p:spPr>
          <a:xfrm>
            <a:off x="857250" y="3362325"/>
            <a:ext cx="4933950" cy="95250"/>
          </a:xfrm>
          <a:prstGeom prst="rightArrow">
            <a:avLst/>
          </a:prstGeom>
          <a:solidFill>
            <a:srgbClr val="8398AF"/>
          </a:solidFill>
          <a:ln w="0">
            <a:noFill/>
          </a:ln>
        </p:spPr>
      </p:sp>
      <p:sp>
        <p:nvSpPr>
          <p:cNvPr id="25" name="new-request">
            <a:extLst>
              <a:ext uri="{FF2B5EF4-FFF2-40B4-BE49-F238E27FC236}">
                <ns2:creationId id="{87B9DDB0-C00D-4A0F-A284-FE1FC8D8426B}"/>
              </a:ext>
            </a:extLst>
          </p:cNvPr>
          <p:cNvSpPr>
            <a:spLocks noGrp="1"/>
          </p:cNvSpPr>
          <p:nvPr/>
        </p:nvSpPr>
        <p:spPr>
          <a:xfrm>
            <a:off x="857250" y="3114675"/>
            <a:ext cx="1371600" cy="476250"/>
          </a:xfrm>
          <a:prstGeom prst="roundRect">
            <a:avLst>
              <a:gd name="adj" fmla="val 16000"/>
            </a:avLst>
          </a:prstGeom>
          <a:solidFill>
            <a:srgbClr val="E7F4F8"/>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새 요청</a:t>
            </a:r>
            <a:endParaRPr lang="ko-KR">
              <a:latin typeface="Calibri"/>
              <a:ea typeface="Calibri"/>
              <a:cs typeface="Calibri"/>
            </a:endParaRPr>
          </a:p>
        </p:txBody>
      </p:sp>
      <p:sp>
        <p:nvSpPr>
          <p:cNvPr id="26" name="interruption-correction">
            <a:extLst>
              <a:ext uri="{FF2B5EF4-FFF2-40B4-BE49-F238E27FC236}">
                <ns2:creationId id="{B00B2B35-9026-400A-9F89-3C35C274384F}"/>
              </a:ext>
            </a:extLst>
          </p:cNvPr>
          <p:cNvSpPr>
            <a:spLocks noGrp="1"/>
          </p:cNvSpPr>
          <p:nvPr/>
        </p:nvSpPr>
        <p:spPr>
          <a:xfrm>
            <a:off x="3286125" y="3114675"/>
            <a:ext cx="2505075" cy="476250"/>
          </a:xfrm>
          <a:prstGeom prst="roundRect">
            <a:avLst>
              <a:gd name="adj" fmla="val 16000"/>
            </a:avLst>
          </a:prstGeom>
          <a:solidFill>
            <a:srgbClr val="E7F4F8"/>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끼어들기와 정정</a:t>
            </a:r>
            <a:endParaRPr lang="ko-KR">
              <a:latin typeface="Calibri"/>
              <a:ea typeface="Calibri"/>
              <a:cs typeface="Calibri"/>
            </a:endParaRPr>
          </a:p>
        </p:txBody>
      </p:sp>
      <p:sp>
        <p:nvSpPr>
          <p:cNvPr id="27" name="agent-lane">
            <a:extLst>
              <a:ext uri="{FF2B5EF4-FFF2-40B4-BE49-F238E27FC236}">
                <ns2:creationId id="{5442C392-5D24-4F55-9B65-98BFDF761511}"/>
              </a:ext>
            </a:extLst>
          </p:cNvPr>
          <p:cNvSpPr>
            <a:spLocks noGrp="1"/>
          </p:cNvSpPr>
          <p:nvPr/>
        </p:nvSpPr>
        <p:spPr>
          <a:xfrm>
            <a:off x="857250" y="3762375"/>
            <a:ext cx="38100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Downstream Agent</a:t>
            </a:r>
            <a:endParaRPr lang="ko-KR">
              <a:latin typeface="Calibri"/>
              <a:ea typeface="Calibri"/>
              <a:cs typeface="Calibri"/>
            </a:endParaRPr>
          </a:p>
        </p:txBody>
      </p:sp>
      <p:sp>
        <p:nvSpPr>
          <p:cNvPr id="28" name="agent-time-axis">
            <a:extLst>
              <a:ext uri="{FF2B5EF4-FFF2-40B4-BE49-F238E27FC236}">
                <ns2:creationId id="{E0849DA2-5609-4767-A71E-26EB5B7CC1FD}"/>
              </a:ext>
            </a:extLst>
          </p:cNvPr>
          <p:cNvSpPr>
            <a:spLocks noGrp="1"/>
          </p:cNvSpPr>
          <p:nvPr/>
        </p:nvSpPr>
        <p:spPr>
          <a:xfrm>
            <a:off x="857250" y="4314825"/>
            <a:ext cx="4933950" cy="95250"/>
          </a:xfrm>
          <a:prstGeom prst="rightArrow">
            <a:avLst/>
          </a:prstGeom>
          <a:solidFill>
            <a:srgbClr val="8398AF"/>
          </a:solidFill>
          <a:ln w="0">
            <a:noFill/>
          </a:ln>
        </p:spPr>
      </p:sp>
      <p:sp>
        <p:nvSpPr>
          <p:cNvPr id="29" name="agent-question">
            <a:extLst>
              <a:ext uri="{FF2B5EF4-FFF2-40B4-BE49-F238E27FC236}">
                <ns2:creationId id="{8BED7837-FC1F-4408-9569-6EA946A0C26E}"/>
              </a:ext>
            </a:extLst>
          </p:cNvPr>
          <p:cNvSpPr>
            <a:spLocks noGrp="1"/>
          </p:cNvSpPr>
          <p:nvPr/>
        </p:nvSpPr>
        <p:spPr>
          <a:xfrm>
            <a:off x="2524125" y="4067175"/>
            <a:ext cx="1333500" cy="476250"/>
          </a:xfrm>
          <a:prstGeom prst="roundRect">
            <a:avLst>
              <a:gd name="adj" fmla="val 16000"/>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질문</a:t>
            </a:r>
            <a:endParaRPr lang="ko-KR">
              <a:latin typeface="Calibri"/>
              <a:ea typeface="Calibri"/>
              <a:cs typeface="Calibri"/>
            </a:endParaRPr>
          </a:p>
        </p:txBody>
      </p:sp>
      <p:sp>
        <p:nvSpPr>
          <p:cNvPr id="30" name="agent-result">
            <a:extLst>
              <a:ext uri="{FF2B5EF4-FFF2-40B4-BE49-F238E27FC236}">
                <ns2:creationId id="{CF55F259-9A5A-4C3F-AAEA-F72E08C8D7B0}"/>
              </a:ext>
            </a:extLst>
          </p:cNvPr>
          <p:cNvSpPr>
            <a:spLocks noGrp="1"/>
          </p:cNvSpPr>
          <p:nvPr/>
        </p:nvSpPr>
        <p:spPr>
          <a:xfrm>
            <a:off x="4429125" y="4067175"/>
            <a:ext cx="1362075" cy="476250"/>
          </a:xfrm>
          <a:prstGeom prst="roundRect">
            <a:avLst>
              <a:gd name="adj" fmla="val 16000"/>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결과</a:t>
            </a:r>
            <a:endParaRPr lang="ko-KR">
              <a:latin typeface="Calibri"/>
              <a:ea typeface="Calibri"/>
              <a:cs typeface="Calibri"/>
            </a:endParaRPr>
          </a:p>
        </p:txBody>
      </p:sp>
      <p:sp>
        <p:nvSpPr>
          <p:cNvPr id="31" name="overlap-label">
            <a:extLst>
              <a:ext uri="{FF2B5EF4-FFF2-40B4-BE49-F238E27FC236}">
                <ns2:creationId id="{3C77E548-D725-4FD6-AA84-00E580BF9E62}"/>
              </a:ext>
            </a:extLst>
          </p:cNvPr>
          <p:cNvSpPr>
            <a:spLocks noGrp="1"/>
          </p:cNvSpPr>
          <p:nvPr/>
        </p:nvSpPr>
        <p:spPr>
          <a:xfrm>
            <a:off x="3267075" y="4591050"/>
            <a:ext cx="1295400" cy="247650"/>
          </a:xfrm>
          <a:prstGeom prst="rect">
            <a:avLst/>
          </a:prstGeom>
          <a:noFill/>
          <a:ln w="0">
            <a:noFill/>
          </a:ln>
        </p:spPr>
        <p:txBody>
          <a:bodyPr wrap="none" lIns="0" tIns="0" rIns="0" bIns="0" anchor="ctr">
            <a:noAutofit/>
          </a:bodyPr>
          <a:lstStyle>
            <a:defPPr algn="ctr">
              <a:defRPr sz="1600" b="1" lang="ko-KR">
                <a:solidFill>
                  <a:srgbClr val="082759"/>
                </a:solidFill>
                <a:latin typeface="Calibri"/>
                <a:ea typeface="Calibri"/>
                <a:cs typeface="Calibri"/>
              </a:defRPr>
            </a:defPPr>
          </a:lstStyle>
          <a:p>
            <a:pPr algn="ctr">
              <a:defRPr sz="1600" b="1" lang="ko-KR">
                <a:solidFill>
                  <a:srgbClr val="082759"/>
                </a:solidFill>
                <a:latin typeface="Calibri"/>
                <a:ea typeface="Calibri"/>
                <a:cs typeface="Calibri"/>
              </a:defRPr>
            </a:pPr>
            <a:r>
              <a:rPr sz="1600" b="1" lang="ko-KR">
                <a:solidFill>
                  <a:srgbClr val="082759"/>
                </a:solidFill>
                <a:latin typeface="Calibri"/>
                <a:ea typeface="Calibri"/>
                <a:cs typeface="Calibri"/>
              </a:rPr>
              <a:t>동시 발생</a:t>
            </a:r>
            <a:endParaRPr lang="ko-KR">
              <a:latin typeface="Calibri"/>
              <a:ea typeface="Calibri"/>
              <a:cs typeface="Calibri"/>
            </a:endParaRPr>
          </a:p>
        </p:txBody>
      </p:sp>
      <p:sp>
        <p:nvSpPr>
          <p:cNvPr id="32" name="time-label">
            <a:extLst>
              <a:ext uri="{FF2B5EF4-FFF2-40B4-BE49-F238E27FC236}">
                <ns2:creationId id="{09606304-AF1B-4AEF-B4D4-60E7542DFB53}"/>
              </a:ext>
            </a:extLst>
          </p:cNvPr>
          <p:cNvSpPr>
            <a:spLocks noGrp="1"/>
          </p:cNvSpPr>
          <p:nvPr/>
        </p:nvSpPr>
        <p:spPr>
          <a:xfrm>
            <a:off x="5248275" y="4591050"/>
            <a:ext cx="533400" cy="247650"/>
          </a:xfrm>
          <a:prstGeom prst="rect">
            <a:avLst/>
          </a:prstGeom>
          <a:noFill/>
          <a:ln w="0">
            <a:noFill/>
          </a:ln>
        </p:spPr>
        <p:txBody>
          <a:bodyPr wrap="none" lIns="0" tIns="0" rIns="0" bIns="0" anchor="ctr">
            <a:noAutofit/>
          </a:bodyPr>
          <a:lstStyle>
            <a:defPPr algn="r">
              <a:defRPr sz="1400" b="0" lang="ko-KR">
                <a:solidFill>
                  <a:srgbClr val="4A5563"/>
                </a:solidFill>
                <a:latin typeface="Calibri"/>
                <a:ea typeface="Calibri"/>
                <a:cs typeface="Calibri"/>
              </a:defRPr>
            </a:defPPr>
          </a:lstStyle>
          <a:p>
            <a:pPr algn="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시간</a:t>
            </a:r>
            <a:endParaRPr lang="ko-KR">
              <a:latin typeface="Calibri"/>
              <a:ea typeface="Calibri"/>
              <a:cs typeface="Calibri"/>
            </a:endParaRPr>
          </a:p>
        </p:txBody>
      </p:sp>
      <p:sp>
        <p:nvSpPr>
          <p:cNvPr id="33" name="relations-label">
            <a:extLst>
              <a:ext uri="{FF2B5EF4-FFF2-40B4-BE49-F238E27FC236}">
                <ns2:creationId id="{DD177C67-386B-4A92-A7A2-90321EBA1082}"/>
              </a:ext>
            </a:extLst>
          </p:cNvPr>
          <p:cNvSpPr>
            <a:spLocks noGrp="1"/>
          </p:cNvSpPr>
          <p:nvPr/>
        </p:nvSpPr>
        <p:spPr>
          <a:xfrm>
            <a:off x="857250" y="5048250"/>
            <a:ext cx="2381250" cy="285750"/>
          </a:xfrm>
          <a:prstGeom prst="rect">
            <a:avLst/>
          </a:prstGeom>
          <a:noFill/>
          <a:ln w="0">
            <a:noFill/>
          </a:ln>
        </p:spPr>
        <p:txBody>
          <a:bodyPr wrap="none" lIns="0" tIns="0" rIns="0" bIns="0" anchor="ctr">
            <a:noAutofit/>
          </a:bodyPr>
          <a:lstStyle>
            <a:defPPr algn="l">
              <a:defRPr sz="1700" b="1" lang="ko-KR">
                <a:solidFill>
                  <a:srgbClr val="000000"/>
                </a:solidFill>
                <a:latin typeface="Calibri"/>
                <a:ea typeface="Calibri"/>
                <a:cs typeface="Calibri"/>
              </a:defRPr>
            </a:defP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대화와 업무의 관계</a:t>
            </a:r>
            <a:endParaRPr lang="ko-KR">
              <a:latin typeface="Calibri"/>
              <a:ea typeface="Calibri"/>
              <a:cs typeface="Calibri"/>
            </a:endParaRPr>
          </a:p>
        </p:txBody>
      </p:sp>
      <p:sp>
        <p:nvSpPr>
          <p:cNvPr id="34" name="relation-question">
            <a:extLst>
              <a:ext uri="{FF2B5EF4-FFF2-40B4-BE49-F238E27FC236}">
                <ns2:creationId id="{63C353A3-3962-4A8F-A03C-B25DCB8BAC8E}"/>
              </a:ext>
            </a:extLst>
          </p:cNvPr>
          <p:cNvSpPr>
            <a:spLocks noGrp="1"/>
          </p:cNvSpPr>
          <p:nvPr/>
        </p:nvSpPr>
        <p:spPr>
          <a:xfrm>
            <a:off x="2047875" y="5429250"/>
            <a:ext cx="876300" cy="400050"/>
          </a:xfrm>
          <a:prstGeom prst="roundRect">
            <a:avLst>
              <a:gd name="adj" fmla="val 19048"/>
            </a:avLst>
          </a:prstGeom>
          <a:solidFill>
            <a:srgbClr val="FFFFFF"/>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a:t>
            </a:r>
            <a:endParaRPr lang="ko-KR">
              <a:latin typeface="Calibri"/>
              <a:ea typeface="Calibri"/>
              <a:cs typeface="Calibri"/>
            </a:endParaRPr>
          </a:p>
        </p:txBody>
      </p:sp>
      <p:sp>
        <p:nvSpPr>
          <p:cNvPr id="35" name="question-request-link">
            <a:extLst>
              <a:ext uri="{FF2B5EF4-FFF2-40B4-BE49-F238E27FC236}">
                <ns2:creationId id="{CE98BAEC-8ADE-45B0-80C7-004AC47480A6}"/>
              </a:ext>
            </a:extLst>
          </p:cNvPr>
          <p:cNvSpPr>
            <a:spLocks noGrp="1"/>
          </p:cNvSpPr>
          <p:nvPr/>
        </p:nvSpPr>
        <p:spPr>
          <a:xfrm>
            <a:off x="2476500" y="5829300"/>
            <a:ext cx="19050" cy="190500"/>
          </a:xfrm>
          <a:prstGeom prst="rect">
            <a:avLst/>
          </a:prstGeom>
          <a:solidFill>
            <a:srgbClr val="8398AF"/>
          </a:solidFill>
          <a:ln w="0">
            <a:noFill/>
          </a:ln>
        </p:spPr>
      </p:sp>
      <p:sp>
        <p:nvSpPr>
          <p:cNvPr id="36" name="relation-0">
            <a:extLst>
              <a:ext uri="{FF2B5EF4-FFF2-40B4-BE49-F238E27FC236}">
                <ns2:creationId id="{ACD1DA3D-0D0B-4E3C-8C4C-78BFB6816D52}"/>
              </a:ext>
            </a:extLst>
          </p:cNvPr>
          <p:cNvSpPr>
            <a:spLocks noGrp="1"/>
          </p:cNvSpPr>
          <p:nvPr/>
        </p:nvSpPr>
        <p:spPr>
          <a:xfrm>
            <a:off x="857250" y="6019800"/>
            <a:ext cx="895350" cy="400050"/>
          </a:xfrm>
          <a:prstGeom prst="roundRect">
            <a:avLst>
              <a:gd name="adj" fmla="val 19048"/>
            </a:avLst>
          </a:prstGeom>
          <a:solidFill>
            <a:srgbClr val="F1F5F9"/>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대화</a:t>
            </a:r>
            <a:endParaRPr lang="ko-KR">
              <a:latin typeface="Calibri"/>
              <a:ea typeface="Calibri"/>
              <a:cs typeface="Calibri"/>
            </a:endParaRPr>
          </a:p>
        </p:txBody>
      </p:sp>
      <p:sp>
        <p:nvSpPr>
          <p:cNvPr id="37" name="relation-edge-0">
            <a:extLst>
              <a:ext uri="{FF2B5EF4-FFF2-40B4-BE49-F238E27FC236}">
                <ns2:creationId id="{A4B79ADE-46B6-47C0-97E1-3683C992B64C}"/>
              </a:ext>
            </a:extLst>
          </p:cNvPr>
          <p:cNvSpPr>
            <a:spLocks noGrp="1"/>
          </p:cNvSpPr>
          <p:nvPr/>
        </p:nvSpPr>
        <p:spPr>
          <a:xfrm>
            <a:off x="1752600" y="6210300"/>
            <a:ext cx="295275" cy="19050"/>
          </a:xfrm>
          <a:prstGeom prst="rect">
            <a:avLst/>
          </a:prstGeom>
          <a:solidFill>
            <a:srgbClr val="8398AF"/>
          </a:solidFill>
          <a:ln w="0">
            <a:noFill/>
          </a:ln>
        </p:spPr>
      </p:sp>
      <p:sp>
        <p:nvSpPr>
          <p:cNvPr id="38" name="relation-1">
            <a:extLst>
              <a:ext uri="{FF2B5EF4-FFF2-40B4-BE49-F238E27FC236}">
                <ns2:creationId id="{F23CA529-F09A-4F19-A392-41460FC786E1}"/>
              </a:ext>
            </a:extLst>
          </p:cNvPr>
          <p:cNvSpPr>
            <a:spLocks noGrp="1"/>
          </p:cNvSpPr>
          <p:nvPr/>
        </p:nvSpPr>
        <p:spPr>
          <a:xfrm>
            <a:off x="2047875" y="6019800"/>
            <a:ext cx="876300" cy="400050"/>
          </a:xfrm>
          <a:prstGeom prst="roundRect">
            <a:avLst>
              <a:gd name="adj" fmla="val 19048"/>
            </a:avLst>
          </a:prstGeom>
          <a:solidFill>
            <a:srgbClr val="DDECCD"/>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요청</a:t>
            </a:r>
            <a:endParaRPr lang="ko-KR">
              <a:latin typeface="Calibri"/>
              <a:ea typeface="Calibri"/>
              <a:cs typeface="Calibri"/>
            </a:endParaRPr>
          </a:p>
        </p:txBody>
      </p:sp>
      <p:sp>
        <p:nvSpPr>
          <p:cNvPr id="39" name="relation-edge-1">
            <a:extLst>
              <a:ext uri="{FF2B5EF4-FFF2-40B4-BE49-F238E27FC236}">
                <ns2:creationId id="{977DE543-A3A5-4FE6-99A7-1CAF948576E6}"/>
              </a:ext>
            </a:extLst>
          </p:cNvPr>
          <p:cNvSpPr>
            <a:spLocks noGrp="1"/>
          </p:cNvSpPr>
          <p:nvPr/>
        </p:nvSpPr>
        <p:spPr>
          <a:xfrm>
            <a:off x="2924175" y="6210300"/>
            <a:ext cx="295275" cy="19050"/>
          </a:xfrm>
          <a:prstGeom prst="rect">
            <a:avLst/>
          </a:prstGeom>
          <a:solidFill>
            <a:srgbClr val="8398AF"/>
          </a:solidFill>
          <a:ln w="0">
            <a:noFill/>
          </a:ln>
        </p:spPr>
      </p:sp>
      <p:sp>
        <p:nvSpPr>
          <p:cNvPr id="40" name="relation-2">
            <a:extLst>
              <a:ext uri="{FF2B5EF4-FFF2-40B4-BE49-F238E27FC236}">
                <ns2:creationId id="{10056226-722D-4FB5-BA33-FE16AFC7B821}"/>
              </a:ext>
            </a:extLst>
          </p:cNvPr>
          <p:cNvSpPr>
            <a:spLocks noGrp="1"/>
          </p:cNvSpPr>
          <p:nvPr/>
        </p:nvSpPr>
        <p:spPr>
          <a:xfrm>
            <a:off x="3238500" y="6019800"/>
            <a:ext cx="876300" cy="400050"/>
          </a:xfrm>
          <a:prstGeom prst="roundRect">
            <a:avLst>
              <a:gd name="adj" fmla="val 19048"/>
            </a:avLst>
          </a:prstGeom>
          <a:solidFill>
            <a:srgbClr val="F1F5F9"/>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업무</a:t>
            </a:r>
            <a:endParaRPr lang="ko-KR">
              <a:latin typeface="Calibri"/>
              <a:ea typeface="Calibri"/>
              <a:cs typeface="Calibri"/>
            </a:endParaRPr>
          </a:p>
        </p:txBody>
      </p:sp>
      <p:sp>
        <p:nvSpPr>
          <p:cNvPr id="41" name="relation-edge-2">
            <a:extLst>
              <a:ext uri="{FF2B5EF4-FFF2-40B4-BE49-F238E27FC236}">
                <ns2:creationId id="{0BF3EA68-1341-4292-B988-EF589B3B9BB1}"/>
              </a:ext>
            </a:extLst>
          </p:cNvPr>
          <p:cNvSpPr>
            <a:spLocks noGrp="1"/>
          </p:cNvSpPr>
          <p:nvPr/>
        </p:nvSpPr>
        <p:spPr>
          <a:xfrm>
            <a:off x="4114800" y="6210300"/>
            <a:ext cx="295275" cy="19050"/>
          </a:xfrm>
          <a:prstGeom prst="rect">
            <a:avLst/>
          </a:prstGeom>
          <a:solidFill>
            <a:srgbClr val="8398AF"/>
          </a:solidFill>
          <a:ln w="0">
            <a:noFill/>
          </a:ln>
        </p:spPr>
      </p:sp>
      <p:sp>
        <p:nvSpPr>
          <p:cNvPr id="42" name="relation-3">
            <a:extLst>
              <a:ext uri="{FF2B5EF4-FFF2-40B4-BE49-F238E27FC236}">
                <ns2:creationId id="{6F103742-6044-4C80-8400-49591DCF1DE7}"/>
              </a:ext>
            </a:extLst>
          </p:cNvPr>
          <p:cNvSpPr>
            <a:spLocks noGrp="1"/>
          </p:cNvSpPr>
          <p:nvPr/>
        </p:nvSpPr>
        <p:spPr>
          <a:xfrm>
            <a:off x="4429125" y="6019800"/>
            <a:ext cx="1362075" cy="400050"/>
          </a:xfrm>
          <a:prstGeom prst="roundRect">
            <a:avLst>
              <a:gd name="adj" fmla="val 19048"/>
            </a:avLst>
          </a:prstGeom>
          <a:solidFill>
            <a:srgbClr val="F1F5F9"/>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Agent 실행</a:t>
            </a:r>
            <a:endParaRPr lang="ko-KR">
              <a:latin typeface="Calibri"/>
              <a:ea typeface="Calibri"/>
              <a:cs typeface="Calibri"/>
            </a:endParaRPr>
          </a:p>
        </p:txBody>
      </p:sp>
      <p:sp>
        <p:nvSpPr>
          <p:cNvPr id="43" name="context-caption">
            <a:extLst>
              <a:ext uri="{FF2B5EF4-FFF2-40B4-BE49-F238E27FC236}">
                <ns2:creationId id="{A99C9A7B-B612-4CC2-BF5A-552F647E79E2}"/>
              </a:ext>
            </a:extLst>
          </p:cNvPr>
          <p:cNvSpPr>
            <a:spLocks noGrp="1"/>
          </p:cNvSpPr>
          <p:nvPr/>
        </p:nvSpPr>
        <p:spPr>
          <a:xfrm>
            <a:off x="6667500" y="2343150"/>
            <a:ext cx="4953000" cy="3429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현재 요청에 필요한 정보의 결합</a:t>
            </a:r>
            <a:endParaRPr lang="ko-KR">
              <a:latin typeface="Calibri"/>
              <a:ea typeface="Calibri"/>
              <a:cs typeface="Calibri"/>
            </a:endParaRPr>
          </a:p>
        </p:txBody>
      </p:sp>
      <p:sp>
        <p:nvSpPr>
          <p:cNvPr id="44" name="context-input-0">
            <a:extLst>
              <a:ext uri="{FF2B5EF4-FFF2-40B4-BE49-F238E27FC236}">
                <ns2:creationId id="{B30A3055-A594-4B22-9372-62328E57F5E7}"/>
              </a:ext>
            </a:extLst>
          </p:cNvPr>
          <p:cNvSpPr>
            <a:spLocks noGrp="1"/>
          </p:cNvSpPr>
          <p:nvPr/>
        </p:nvSpPr>
        <p:spPr>
          <a:xfrm>
            <a:off x="6667500" y="2867025"/>
            <a:ext cx="2514600" cy="1009650"/>
          </a:xfrm>
          <a:prstGeom prst="roundRect">
            <a:avLst>
              <a:gd name="adj" fmla="val 7547"/>
            </a:avLst>
          </a:prstGeom>
          <a:solidFill>
            <a:srgbClr val="E7F4F8"/>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음성</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발화 내용과 정정</a:t>
            </a:r>
            <a:endParaRPr lang="ko-KR">
              <a:latin typeface="Calibri"/>
              <a:ea typeface="Calibri"/>
              <a:cs typeface="Calibri"/>
            </a:endParaRPr>
          </a:p>
        </p:txBody>
      </p:sp>
      <p:sp>
        <p:nvSpPr>
          <p:cNvPr id="45" name="context-wire-0">
            <a:extLst>
              <a:ext uri="{FF2B5EF4-FFF2-40B4-BE49-F238E27FC236}">
                <ns2:creationId id="{39716019-23DD-4776-9862-B4E070564942}"/>
              </a:ext>
            </a:extLst>
          </p:cNvPr>
          <p:cNvSpPr>
            <a:spLocks noGrp="1"/>
          </p:cNvSpPr>
          <p:nvPr/>
        </p:nvSpPr>
        <p:spPr>
          <a:xfrm>
            <a:off x="9182100" y="3362325"/>
            <a:ext cx="323850" cy="19050"/>
          </a:xfrm>
          <a:prstGeom prst="rect">
            <a:avLst/>
          </a:prstGeom>
          <a:solidFill>
            <a:srgbClr val="8398AF"/>
          </a:solidFill>
          <a:ln w="0">
            <a:noFill/>
          </a:ln>
        </p:spPr>
      </p:sp>
      <p:sp>
        <p:nvSpPr>
          <p:cNvPr id="46" name="context-input-1">
            <a:extLst>
              <a:ext uri="{FF2B5EF4-FFF2-40B4-BE49-F238E27FC236}">
                <ns2:creationId id="{C5CC9D07-D789-4CD4-9327-D9B3C4BA7382}"/>
              </a:ext>
            </a:extLst>
          </p:cNvPr>
          <p:cNvSpPr>
            <a:spLocks noGrp="1"/>
          </p:cNvSpPr>
          <p:nvPr/>
        </p:nvSpPr>
        <p:spPr>
          <a:xfrm>
            <a:off x="6667500" y="4029075"/>
            <a:ext cx="2514600" cy="1009650"/>
          </a:xfrm>
          <a:prstGeom prst="roundRect">
            <a:avLst>
              <a:gd name="adj" fmla="val 7547"/>
            </a:avLst>
          </a:prstGeom>
          <a:solidFill>
            <a:srgbClr val="E7F4F8"/>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당시 화면</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활성 창, 포인터</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클릭, 선택 범위</a:t>
            </a:r>
            <a:endParaRPr lang="ko-KR">
              <a:latin typeface="Calibri"/>
              <a:ea typeface="Calibri"/>
              <a:cs typeface="Calibri"/>
            </a:endParaRPr>
          </a:p>
        </p:txBody>
      </p:sp>
      <p:sp>
        <p:nvSpPr>
          <p:cNvPr id="47" name="context-wire-1">
            <a:extLst>
              <a:ext uri="{FF2B5EF4-FFF2-40B4-BE49-F238E27FC236}">
                <ns2:creationId id="{5AAB65C3-10BD-4BE5-9ADB-BAF599844CD0}"/>
              </a:ext>
            </a:extLst>
          </p:cNvPr>
          <p:cNvSpPr>
            <a:spLocks noGrp="1"/>
          </p:cNvSpPr>
          <p:nvPr/>
        </p:nvSpPr>
        <p:spPr>
          <a:xfrm>
            <a:off x="9182100" y="4524375"/>
            <a:ext cx="323850" cy="19050"/>
          </a:xfrm>
          <a:prstGeom prst="rect">
            <a:avLst/>
          </a:prstGeom>
          <a:solidFill>
            <a:srgbClr val="8398AF"/>
          </a:solidFill>
          <a:ln w="0">
            <a:noFill/>
          </a:ln>
        </p:spPr>
      </p:sp>
      <p:sp>
        <p:nvSpPr>
          <p:cNvPr id="48" name="context-input-2">
            <a:extLst>
              <a:ext uri="{FF2B5EF4-FFF2-40B4-BE49-F238E27FC236}">
                <ns2:creationId id="{277BBF91-9D0A-4D9F-9C6F-E2D9D2276755}"/>
              </a:ext>
            </a:extLst>
          </p:cNvPr>
          <p:cNvSpPr>
            <a:spLocks noGrp="1"/>
          </p:cNvSpPr>
          <p:nvPr/>
        </p:nvSpPr>
        <p:spPr>
          <a:xfrm>
            <a:off x="6667500" y="5191125"/>
            <a:ext cx="2514600" cy="1009650"/>
          </a:xfrm>
          <a:prstGeom prst="roundRect">
            <a:avLst>
              <a:gd name="adj" fmla="val 7547"/>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과거 이력</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대화와 업무 결과</a:t>
            </a:r>
            <a:endParaRPr lang="ko-KR">
              <a:latin typeface="Calibri"/>
              <a:ea typeface="Calibri"/>
              <a:cs typeface="Calibri"/>
            </a:endParaRPr>
          </a:p>
        </p:txBody>
      </p:sp>
      <p:sp>
        <p:nvSpPr>
          <p:cNvPr id="49" name="context-wire-2">
            <a:extLst>
              <a:ext uri="{FF2B5EF4-FFF2-40B4-BE49-F238E27FC236}">
                <ns2:creationId id="{10BECB4F-FC94-4391-B060-E94473E2DBCD}"/>
              </a:ext>
            </a:extLst>
          </p:cNvPr>
          <p:cNvSpPr>
            <a:spLocks noGrp="1"/>
          </p:cNvSpPr>
          <p:nvPr/>
        </p:nvSpPr>
        <p:spPr>
          <a:xfrm>
            <a:off x="9182100" y="5686425"/>
            <a:ext cx="323850" cy="19050"/>
          </a:xfrm>
          <a:prstGeom prst="rect">
            <a:avLst/>
          </a:prstGeom>
          <a:solidFill>
            <a:srgbClr val="8398AF"/>
          </a:solidFill>
          <a:ln w="0">
            <a:noFill/>
          </a:ln>
        </p:spPr>
      </p:sp>
      <p:sp>
        <p:nvSpPr>
          <p:cNvPr id="50" name="context-bus">
            <a:extLst>
              <a:ext uri="{FF2B5EF4-FFF2-40B4-BE49-F238E27FC236}">
                <ns2:creationId id="{0C975E28-515D-44A6-8F02-9B6B11330F85}"/>
              </a:ext>
            </a:extLst>
          </p:cNvPr>
          <p:cNvSpPr>
            <a:spLocks noGrp="1"/>
          </p:cNvSpPr>
          <p:nvPr/>
        </p:nvSpPr>
        <p:spPr>
          <a:xfrm>
            <a:off x="9486900" y="3371850"/>
            <a:ext cx="19050" cy="2324100"/>
          </a:xfrm>
          <a:prstGeom prst="rect">
            <a:avLst/>
          </a:prstGeom>
          <a:solidFill>
            <a:srgbClr val="8398AF"/>
          </a:solidFill>
          <a:ln w="0">
            <a:noFill/>
          </a:ln>
        </p:spPr>
      </p:sp>
      <p:sp>
        <p:nvSpPr>
          <p:cNvPr id="51" name="context-adoption">
            <a:extLst>
              <a:ext uri="{FF2B5EF4-FFF2-40B4-BE49-F238E27FC236}">
                <ns2:creationId id="{2C89DDD7-DB47-4E2C-A4BB-A64DF868EB06}"/>
              </a:ext>
            </a:extLst>
          </p:cNvPr>
          <p:cNvSpPr>
            <a:spLocks noGrp="1"/>
          </p:cNvSpPr>
          <p:nvPr/>
        </p:nvSpPr>
        <p:spPr>
          <a:xfrm>
            <a:off x="9505950" y="4429125"/>
            <a:ext cx="266700" cy="209550"/>
          </a:xfrm>
          <a:prstGeom prst="rightArrow">
            <a:avLst/>
          </a:prstGeom>
          <a:solidFill>
            <a:srgbClr val="8398AF"/>
          </a:solidFill>
          <a:ln w="0">
            <a:noFill/>
          </a:ln>
        </p:spPr>
      </p:sp>
      <p:sp>
        <p:nvSpPr>
          <p:cNvPr id="52" name="context-output">
            <a:extLst>
              <a:ext uri="{FF2B5EF4-FFF2-40B4-BE49-F238E27FC236}">
                <ns2:creationId id="{42F66553-FDD5-429A-BE21-4056AE66ADDD}"/>
              </a:ext>
            </a:extLst>
          </p:cNvPr>
          <p:cNvSpPr>
            <a:spLocks noGrp="1"/>
          </p:cNvSpPr>
          <p:nvPr/>
        </p:nvSpPr>
        <p:spPr>
          <a:xfrm>
            <a:off x="9791700" y="3467100"/>
            <a:ext cx="1828800" cy="2133600"/>
          </a:xfrm>
          <a:prstGeom prst="roundRect">
            <a:avLst>
              <a:gd name="adj" fmla="val 4167"/>
            </a:avLst>
          </a:prstGeom>
          <a:solidFill>
            <a:srgbClr val="DDECCD"/>
          </a:solidFill>
          <a:ln w="14288">
            <a:solidFill>
              <a:srgbClr val="D4DBE4"/>
            </a:solid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현재 요청 이해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대상과 조건</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관련 업무</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정정 범위</a:t>
            </a:r>
            <a:endParaRPr lang="ko-KR">
              <a:latin typeface="Calibri"/>
              <a:ea typeface="Calibri"/>
              <a:cs typeface="Calibri"/>
            </a:endParaRPr>
          </a:p>
        </p:txBody>
      </p:sp>
      <p:sp>
        <p:nvSpPr>
          <p:cNvPr id="53" name="resource-caption">
            <a:extLst>
              <a:ext uri="{FF2B5EF4-FFF2-40B4-BE49-F238E27FC236}">
                <ns2:creationId id="{04B538E0-2F57-4A2C-A8DA-ABF15C59C6F7}"/>
              </a:ext>
            </a:extLst>
          </p:cNvPr>
          <p:cNvSpPr>
            <a:spLocks noGrp="1"/>
          </p:cNvSpPr>
          <p:nvPr/>
        </p:nvSpPr>
        <p:spPr>
          <a:xfrm>
            <a:off x="12477750" y="2343150"/>
            <a:ext cx="4953000" cy="3429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운영 조건에 따른 부담</a:t>
            </a:r>
            <a:endParaRPr lang="ko-KR">
              <a:latin typeface="Calibri"/>
              <a:ea typeface="Calibri"/>
              <a:cs typeface="Calibri"/>
            </a:endParaRPr>
          </a:p>
        </p:txBody>
      </p:sp>
      <p:sp>
        <p:nvSpPr>
          <p:cNvPr id="54" name="resource-cause-0">
            <a:extLst>
              <a:ext uri="{FF2B5EF4-FFF2-40B4-BE49-F238E27FC236}">
                <ns2:creationId id="{85FE23F6-45A4-420F-9F98-9177CE3BBECC}"/>
              </a:ext>
            </a:extLst>
          </p:cNvPr>
          <p:cNvSpPr>
            <a:spLocks noGrp="1"/>
          </p:cNvSpPr>
          <p:nvPr/>
        </p:nvSpPr>
        <p:spPr>
          <a:xfrm>
            <a:off x="12477750" y="2924175"/>
            <a:ext cx="2533650" cy="876300"/>
          </a:xfrm>
          <a:prstGeom prst="roundRect">
            <a:avLst>
              <a:gd name="adj" fmla="val 8696"/>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지속적인 대화</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반복적인 맥락 처리</a:t>
            </a:r>
            <a:endParaRPr lang="ko-KR">
              <a:latin typeface="Calibri"/>
              <a:ea typeface="Calibri"/>
              <a:cs typeface="Calibri"/>
            </a:endParaRPr>
          </a:p>
        </p:txBody>
      </p:sp>
      <p:sp>
        <p:nvSpPr>
          <p:cNvPr id="55" name="resource-arrow-0">
            <a:extLst>
              <a:ext uri="{FF2B5EF4-FFF2-40B4-BE49-F238E27FC236}">
                <ns2:creationId id="{F5943F93-8030-4C36-8A33-AB314CF0A888}"/>
              </a:ext>
            </a:extLst>
          </p:cNvPr>
          <p:cNvSpPr>
            <a:spLocks noGrp="1"/>
          </p:cNvSpPr>
          <p:nvPr/>
        </p:nvSpPr>
        <p:spPr>
          <a:xfrm>
            <a:off x="15049500" y="3257550"/>
            <a:ext cx="352425" cy="209550"/>
          </a:xfrm>
          <a:prstGeom prst="rightArrow">
            <a:avLst/>
          </a:prstGeom>
          <a:solidFill>
            <a:srgbClr val="8398AF"/>
          </a:solidFill>
          <a:ln w="0">
            <a:noFill/>
          </a:ln>
        </p:spPr>
      </p:sp>
      <p:sp>
        <p:nvSpPr>
          <p:cNvPr id="56" name="resource-effect-0">
            <a:extLst>
              <a:ext uri="{FF2B5EF4-FFF2-40B4-BE49-F238E27FC236}">
                <ns2:creationId id="{2456B684-7B0A-4C50-BEF9-3788D5E3C35D}"/>
              </a:ext>
            </a:extLst>
          </p:cNvPr>
          <p:cNvSpPr>
            <a:spLocks noGrp="1"/>
          </p:cNvSpPr>
          <p:nvPr/>
        </p:nvSpPr>
        <p:spPr>
          <a:xfrm>
            <a:off x="15468600" y="2924175"/>
            <a:ext cx="1962150" cy="876300"/>
          </a:xfrm>
          <a:prstGeom prst="roundRect">
            <a:avLst>
              <a:gd name="adj" fmla="val 8696"/>
            </a:avLst>
          </a:prstGeom>
          <a:solidFill>
            <a:srgbClr val="E7F4F8"/>
          </a:solidFill>
          <a:ln w="14288">
            <a:solidFill>
              <a:srgbClr val="D4DBE4"/>
            </a:solid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모델 사용 비용</a:t>
            </a:r>
            <a:endParaRPr lang="ko-KR">
              <a:latin typeface="Calibri"/>
              <a:ea typeface="Calibri"/>
              <a:cs typeface="Calibri"/>
            </a:endParaRPr>
          </a:p>
        </p:txBody>
      </p:sp>
      <p:sp>
        <p:nvSpPr>
          <p:cNvPr id="57" name="resource-cause-1">
            <a:extLst>
              <a:ext uri="{FF2B5EF4-FFF2-40B4-BE49-F238E27FC236}">
                <ns2:creationId id="{99B02B0E-C35A-4461-8D5A-1258E7CB3AED}"/>
              </a:ext>
            </a:extLst>
          </p:cNvPr>
          <p:cNvSpPr>
            <a:spLocks noGrp="1"/>
          </p:cNvSpPr>
          <p:nvPr/>
        </p:nvSpPr>
        <p:spPr>
          <a:xfrm>
            <a:off x="12477750" y="4143375"/>
            <a:ext cx="2533650" cy="876300"/>
          </a:xfrm>
          <a:prstGeom prst="roundRect">
            <a:avLst>
              <a:gd name="adj" fmla="val 8696"/>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화면 기록</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대화와 업무 상태</a:t>
            </a:r>
            <a:endParaRPr lang="ko-KR">
              <a:latin typeface="Calibri"/>
              <a:ea typeface="Calibri"/>
              <a:cs typeface="Calibri"/>
            </a:endParaRPr>
          </a:p>
        </p:txBody>
      </p:sp>
      <p:sp>
        <p:nvSpPr>
          <p:cNvPr id="58" name="resource-arrow-1">
            <a:extLst>
              <a:ext uri="{FF2B5EF4-FFF2-40B4-BE49-F238E27FC236}">
                <ns2:creationId id="{DDC7D74E-009E-4C35-AA7E-08156E12FA72}"/>
              </a:ext>
            </a:extLst>
          </p:cNvPr>
          <p:cNvSpPr>
            <a:spLocks noGrp="1"/>
          </p:cNvSpPr>
          <p:nvPr/>
        </p:nvSpPr>
        <p:spPr>
          <a:xfrm>
            <a:off x="15049500" y="4476750"/>
            <a:ext cx="352425" cy="209550"/>
          </a:xfrm>
          <a:prstGeom prst="rightArrow">
            <a:avLst/>
          </a:prstGeom>
          <a:solidFill>
            <a:srgbClr val="8398AF"/>
          </a:solidFill>
          <a:ln w="0">
            <a:noFill/>
          </a:ln>
        </p:spPr>
      </p:sp>
      <p:sp>
        <p:nvSpPr>
          <p:cNvPr id="59" name="resource-effect-1">
            <a:extLst>
              <a:ext uri="{FF2B5EF4-FFF2-40B4-BE49-F238E27FC236}">
                <ns2:creationId id="{AB9D1B01-BB23-4E08-88C1-1271767C0D91}"/>
              </a:ext>
            </a:extLst>
          </p:cNvPr>
          <p:cNvSpPr>
            <a:spLocks noGrp="1"/>
          </p:cNvSpPr>
          <p:nvPr/>
        </p:nvSpPr>
        <p:spPr>
          <a:xfrm>
            <a:off x="15468600" y="4143375"/>
            <a:ext cx="1962150" cy="876300"/>
          </a:xfrm>
          <a:prstGeom prst="roundRect">
            <a:avLst>
              <a:gd name="adj" fmla="val 8696"/>
            </a:avLst>
          </a:prstGeom>
          <a:solidFill>
            <a:srgbClr val="E7F4F8"/>
          </a:solidFill>
          <a:ln w="14288">
            <a:solidFill>
              <a:srgbClr val="D4DBE4"/>
            </a:solid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PC 메모리 점유</a:t>
            </a:r>
            <a:endParaRPr lang="ko-KR">
              <a:latin typeface="Calibri"/>
              <a:ea typeface="Calibri"/>
              <a:cs typeface="Calibri"/>
            </a:endParaRPr>
          </a:p>
        </p:txBody>
      </p:sp>
      <p:sp>
        <p:nvSpPr>
          <p:cNvPr id="60" name="resource-cause-2">
            <a:extLst>
              <a:ext uri="{FF2B5EF4-FFF2-40B4-BE49-F238E27FC236}">
                <ns2:creationId id="{2CE8440E-DE4A-4343-9425-1C996627EED3}"/>
              </a:ext>
            </a:extLst>
          </p:cNvPr>
          <p:cNvSpPr>
            <a:spLocks noGrp="1"/>
          </p:cNvSpPr>
          <p:nvPr/>
        </p:nvSpPr>
        <p:spPr>
          <a:xfrm>
            <a:off x="12477750" y="5362575"/>
            <a:ext cx="2533650" cy="876300"/>
          </a:xfrm>
          <a:prstGeom prst="roundRect">
            <a:avLst>
              <a:gd name="adj" fmla="val 8696"/>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모델과 Agent의</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기능 및 규격 변화</a:t>
            </a:r>
            <a:endParaRPr lang="ko-KR">
              <a:latin typeface="Calibri"/>
              <a:ea typeface="Calibri"/>
              <a:cs typeface="Calibri"/>
            </a:endParaRPr>
          </a:p>
        </p:txBody>
      </p:sp>
      <p:sp>
        <p:nvSpPr>
          <p:cNvPr id="61" name="resource-arrow-2">
            <a:extLst>
              <a:ext uri="{FF2B5EF4-FFF2-40B4-BE49-F238E27FC236}">
                <ns2:creationId id="{170814D5-1A0E-4DA6-9F88-06BD79BBEE0D}"/>
              </a:ext>
            </a:extLst>
          </p:cNvPr>
          <p:cNvSpPr>
            <a:spLocks noGrp="1"/>
          </p:cNvSpPr>
          <p:nvPr/>
        </p:nvSpPr>
        <p:spPr>
          <a:xfrm>
            <a:off x="15049500" y="5695950"/>
            <a:ext cx="352425" cy="209550"/>
          </a:xfrm>
          <a:prstGeom prst="rightArrow">
            <a:avLst/>
          </a:prstGeom>
          <a:solidFill>
            <a:srgbClr val="8398AF"/>
          </a:solidFill>
          <a:ln w="0">
            <a:noFill/>
          </a:ln>
        </p:spPr>
      </p:sp>
      <p:sp>
        <p:nvSpPr>
          <p:cNvPr id="62" name="resource-effect-2">
            <a:extLst>
              <a:ext uri="{FF2B5EF4-FFF2-40B4-BE49-F238E27FC236}">
                <ns2:creationId id="{118EF20A-4841-46DD-8EC2-95436492E68C}"/>
              </a:ext>
            </a:extLst>
          </p:cNvPr>
          <p:cNvSpPr>
            <a:spLocks noGrp="1"/>
          </p:cNvSpPr>
          <p:nvPr/>
        </p:nvSpPr>
        <p:spPr>
          <a:xfrm>
            <a:off x="15468600" y="5362575"/>
            <a:ext cx="1962150" cy="876300"/>
          </a:xfrm>
          <a:prstGeom prst="roundRect">
            <a:avLst>
              <a:gd name="adj" fmla="val 8696"/>
            </a:avLst>
          </a:prstGeom>
          <a:solidFill>
            <a:srgbClr val="DDECCD"/>
          </a:solidFill>
          <a:ln w="14288">
            <a:solidFill>
              <a:srgbClr val="D4DBE4"/>
            </a:solid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수정과 재검증</a:t>
            </a:r>
            <a:endParaRPr lang="ko-KR">
              <a:latin typeface="Calibri"/>
              <a:ea typeface="Calibri"/>
              <a:cs typeface="Calibri"/>
            </a:endParaRPr>
          </a:p>
        </p:txBody>
      </p:sp>
      <p:sp>
        <p:nvSpPr>
          <p:cNvPr id="63"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64"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65"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6"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7"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68"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69"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70" name="v6-header-page">
            <a:extLst>
              <a:ext uri="{FF2B5EF4-FFF2-40B4-BE49-F238E27FC236}">
                <ns2:creationId id="{7E6D0068-28BB-4E17-A047-C442BFFCE19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 / 63</a:t>
            </a:r>
            <a:endParaRPr lang="ko-KR">
              <a:latin typeface="Calibri"/>
              <a:ea typeface="Calibri"/>
              <a:cs typeface="Calibri"/>
            </a:endParaRPr>
          </a:p>
        </p:txBody>
      </p:sp>
    </p:spTree>
    <p:extLst>
      <p:ext uri="{BB962C8B-B14F-4D97-AF65-F5344CB8AC3E}">
        <p14:creationId val="811630019"/>
      </p:ext>
    </p:extLst>
  </p:cSld>
</p:sld>
</file>

<file path=ppt/slides/slide47.xml><?xml version="1.0" encoding="utf-8"?>
<p:sld xmlns:a="http://schemas.openxmlformats.org/drawingml/2006/main" xmlns:ns2="http://schemas.microsoft.com/office/drawing/2014/main" xmlns:p="http://schemas.openxmlformats.org/presentationml/2006/main" xmlns:p14="http://schemas.microsoft.com/office/powerpoint/2010/main">
  <p:cSld name="domain-primer">
    <p:bg>
      <p:bgPr>
        <a:solidFill>
          <a:srgbClr val="FFFFFF"/>
        </a:solidFill>
      </p:bgPr>
    </p:bg>
    <p:spTree>
      <p:nvGrpSpPr>
        <p:cNvPr id="1" name=""/>
        <p:cNvGrpSpPr/>
        <p:nvPr/>
      </p:nvGrpSpPr>
      <p:grpSpPr>
        <a:xfrm/>
      </p:grpSpPr>
      <p:sp>
        <p:nvSpPr>
          <p:cNvPr id="5" name="v2-25-note">
            <a:extLst>
              <a:ext uri="{FF2B5EF4-FFF2-40B4-BE49-F238E27FC236}">
                <ns2:creationId id="{4A710B79-A224-4755-8227-2B7A89B6BFCD}"/>
              </a:ext>
            </a:extLst>
          </p:cNvPr>
          <p:cNvSpPr>
            <a:spLocks noGrp="1"/>
          </p:cNvSpPr>
          <p:nvPr/>
        </p:nvSpPr>
        <p:spPr>
          <a:xfrm>
            <a:off x="495300" y="1562100"/>
            <a:ext cx="17145000" cy="514350"/>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Voice Interaction Agent: 음성과 텍스트로 PC 업무를 맡기고, 대화와 진행 상태를 이어주는 프로그램</a:t>
            </a:r>
            <a:endParaRPr lang="ko-KR">
              <a:solidFill>
                <a:srgbClr val="000000"/>
              </a:solidFill>
              <a:latin typeface="Calibri"/>
              <a:ea typeface="Calibri"/>
              <a:cs typeface="Calibri"/>
            </a:endParaRPr>
          </a:p>
        </p:txBody>
      </p:sp>
      <p:sp>
        <p:nvSpPr>
          <p:cNvPr id="6" name="v2-26-사용자">
            <a:extLst>
              <a:ext uri="{FF2B5EF4-FFF2-40B4-BE49-F238E27FC236}">
                <ns2:creationId id="{58E696E2-FF66-4406-99F0-0D47FE5950EB}"/>
              </a:ext>
            </a:extLst>
          </p:cNvPr>
          <p:cNvSpPr>
            <a:spLocks noGrp="1"/>
          </p:cNvSpPr>
          <p:nvPr/>
        </p:nvSpPr>
        <p:spPr>
          <a:xfrm>
            <a:off x="495300" y="2857500"/>
            <a:ext cx="247650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8" name="v2-28-로컬 VIA">
            <a:extLst>
              <a:ext uri="{FF2B5EF4-FFF2-40B4-BE49-F238E27FC236}">
                <ns2:creationId id="{224D553C-10F7-4679-A7A7-DFDC36468F64}"/>
              </a:ext>
            </a:extLst>
          </p:cNvPr>
          <p:cNvSpPr>
            <a:spLocks noGrp="1"/>
          </p:cNvSpPr>
          <p:nvPr/>
        </p:nvSpPr>
        <p:spPr>
          <a:xfrm>
            <a:off x="5000625" y="2857500"/>
            <a:ext cx="428625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로컬 VIA</a:t>
            </a:r>
            <a:endParaRPr lang="ko-KR">
              <a:solidFill>
                <a:srgbClr val="000000"/>
              </a:solidFill>
              <a:latin typeface="Calibri"/>
              <a:ea typeface="Calibri"/>
              <a:cs typeface="Calibri"/>
            </a:endParaRPr>
          </a:p>
        </p:txBody>
      </p:sp>
      <p:sp>
        <p:nvSpPr>
          <p:cNvPr id="10" name="v2-30-Downstream Agent">
            <a:extLst>
              <a:ext uri="{FF2B5EF4-FFF2-40B4-BE49-F238E27FC236}">
                <ns2:creationId id="{223AE7CB-B3A5-4EE6-BD90-C9EA8BD5C65E}"/>
              </a:ext>
            </a:extLst>
          </p:cNvPr>
          <p:cNvSpPr>
            <a:spLocks noGrp="1"/>
          </p:cNvSpPr>
          <p:nvPr/>
        </p:nvSpPr>
        <p:spPr>
          <a:xfrm>
            <a:off x="12715875" y="2857500"/>
            <a:ext cx="4905375" cy="809625"/>
          </a:xfrm>
          <a:prstGeom prst="rect">
            <a:avLst/>
          </a:prstGeom>
          <a:solidFill>
            <a:srgbClr val="E8EEF7"/>
          </a:solidFill>
          <a:ln w="19050">
            <a:solidFill>
              <a:srgbClr val="576773"/>
            </a:solidFill>
          </a:ln>
        </p:spPr>
        <p:txBody>
          <a:bodyPr wrap="none" lIns="76200" tIns="0" rIns="76200" bIns="0" anchor="ctr">
            <a:noAutofit/>
          </a:bodyPr>
          <a:lstStyle/>
          <a:p>
            <a:pPr algn="ctr">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Downstream Agent</a:t>
            </a:r>
            <a:endParaRPr lang="ko-KR">
              <a:solidFill>
                <a:srgbClr val="000000"/>
              </a:solidFill>
              <a:latin typeface="Calibri"/>
              <a:ea typeface="Calibri"/>
              <a:cs typeface="Calibri"/>
            </a:endParaRPr>
          </a:p>
        </p:txBody>
      </p:sp>
      <p:sp>
        <p:nvSpPr>
          <p:cNvPr id="12" name="v2-32-user-via">
            <a:extLst>
              <a:ext uri="{FF2B5EF4-FFF2-40B4-BE49-F238E27FC236}">
                <ns2:creationId id="{AA26E279-855D-491B-8BB9-DCD85DD43610}"/>
              </a:ext>
            </a:extLst>
          </p:cNvPr>
          <p:cNvSpPr>
            <a:spLocks noGrp="1"/>
          </p:cNvSpPr>
          <p:nvPr/>
        </p:nvSpPr>
        <p:spPr>
          <a:xfrm>
            <a:off x="2971800" y="3257550"/>
            <a:ext cx="2028825" cy="9525"/>
          </a:xfrm>
          <a:custGeom>
            <a:pathLst>
              <a:path w="2028825" h="9525">
                <a:moveTo>
                  <a:pt x="0" y="0"/>
                </a:moveTo>
                <a:lnTo>
                  <a:pt x="2028825" y="0"/>
                </a:lnTo>
              </a:path>
            </a:pathLst>
          </a:custGeom>
          <a:noFill/>
          <a:ln w="28575">
            <a:solidFill>
              <a:srgbClr val="00889A"/>
            </a:solidFill>
            <a:prstDash val="solid"/>
          </a:ln>
        </p:spPr>
      </p:sp>
      <p:sp>
        <p:nvSpPr>
          <p:cNvPr id="13" name="v2-33-user-via-head">
            <a:extLst>
              <a:ext uri="{FF2B5EF4-FFF2-40B4-BE49-F238E27FC236}">
                <ns2:creationId id="{ACBC43A9-322E-45E4-BB47-FFA028FFF98C}"/>
              </a:ext>
            </a:extLst>
          </p:cNvPr>
          <p:cNvSpPr>
            <a:spLocks noGrp="1"/>
          </p:cNvSpPr>
          <p:nvPr/>
        </p:nvSpPr>
        <p:spPr>
          <a:xfrm>
            <a:off x="490031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4" name="v2-34-note">
            <a:extLst>
              <a:ext uri="{FF2B5EF4-FFF2-40B4-BE49-F238E27FC236}">
                <ns2:creationId id="{72F237B1-E19D-4162-8F5D-9EF510E1A547}"/>
              </a:ext>
            </a:extLst>
          </p:cNvPr>
          <p:cNvSpPr>
            <a:spLocks noGrp="1"/>
          </p:cNvSpPr>
          <p:nvPr/>
        </p:nvSpPr>
        <p:spPr>
          <a:xfrm>
            <a:off x="3114675" y="2609850"/>
            <a:ext cx="2000250" cy="428625"/>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입력과 관련 맥락</a:t>
            </a:r>
            <a:endParaRPr lang="ko-KR">
              <a:solidFill>
                <a:srgbClr val="000000"/>
              </a:solidFill>
              <a:latin typeface="Calibri"/>
              <a:ea typeface="Calibri"/>
              <a:cs typeface="Calibri"/>
            </a:endParaRPr>
          </a:p>
        </p:txBody>
      </p:sp>
      <p:sp>
        <p:nvSpPr>
          <p:cNvPr id="15" name="v2-35-via-agent">
            <a:extLst>
              <a:ext uri="{FF2B5EF4-FFF2-40B4-BE49-F238E27FC236}">
                <ns2:creationId id="{20F824F2-EBDF-451F-BBF0-4AD4F6EF9EF2}"/>
              </a:ext>
            </a:extLst>
          </p:cNvPr>
          <p:cNvSpPr>
            <a:spLocks noGrp="1"/>
          </p:cNvSpPr>
          <p:nvPr/>
        </p:nvSpPr>
        <p:spPr>
          <a:xfrm>
            <a:off x="9286875" y="3257550"/>
            <a:ext cx="3429000" cy="9525"/>
          </a:xfrm>
          <a:custGeom>
            <a:pathLst>
              <a:path w="3429000" h="9525">
                <a:moveTo>
                  <a:pt x="0" y="0"/>
                </a:moveTo>
                <a:lnTo>
                  <a:pt x="3429000" y="0"/>
                </a:lnTo>
              </a:path>
            </a:pathLst>
          </a:custGeom>
          <a:noFill/>
          <a:ln w="28575">
            <a:solidFill>
              <a:srgbClr val="00889A"/>
            </a:solidFill>
            <a:prstDash val="solid"/>
          </a:ln>
        </p:spPr>
      </p:sp>
      <p:sp>
        <p:nvSpPr>
          <p:cNvPr id="16" name="v2-36-via-agent-head">
            <a:extLst>
              <a:ext uri="{FF2B5EF4-FFF2-40B4-BE49-F238E27FC236}">
                <ns2:creationId id="{D7FEB17F-12DD-401F-9341-9E6B45FBA186}"/>
              </a:ext>
            </a:extLst>
          </p:cNvPr>
          <p:cNvSpPr>
            <a:spLocks noGrp="1"/>
          </p:cNvSpPr>
          <p:nvPr/>
        </p:nvSpPr>
        <p:spPr>
          <a:xfrm>
            <a:off x="1261556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7" name="v2-37-note">
            <a:extLst>
              <a:ext uri="{FF2B5EF4-FFF2-40B4-BE49-F238E27FC236}">
                <ns2:creationId id="{FC96D12E-46C5-4A21-B9EA-5432D92B4913}"/>
              </a:ext>
            </a:extLst>
          </p:cNvPr>
          <p:cNvSpPr>
            <a:spLocks noGrp="1"/>
          </p:cNvSpPr>
          <p:nvPr/>
        </p:nvSpPr>
        <p:spPr>
          <a:xfrm>
            <a:off x="9658350" y="2571750"/>
            <a:ext cx="2952750" cy="4572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검사 후 업무 위임</a:t>
            </a:r>
            <a:endParaRPr lang="ko-KR">
              <a:solidFill>
                <a:srgbClr val="000000"/>
              </a:solidFill>
              <a:latin typeface="Calibri"/>
              <a:ea typeface="Calibri"/>
              <a:cs typeface="Calibri"/>
            </a:endParaRPr>
          </a:p>
        </p:txBody>
      </p:sp>
      <p:sp>
        <p:nvSpPr>
          <p:cNvPr id="18" name="v2-38-agent-return">
            <a:extLst>
              <a:ext uri="{FF2B5EF4-FFF2-40B4-BE49-F238E27FC236}">
                <ns2:creationId id="{00AB7417-DB56-4020-A735-14D1F22398C8}"/>
              </a:ext>
            </a:extLst>
          </p:cNvPr>
          <p:cNvSpPr>
            <a:spLocks noGrp="1"/>
          </p:cNvSpPr>
          <p:nvPr/>
        </p:nvSpPr>
        <p:spPr>
          <a:xfrm>
            <a:off x="7143750" y="3667125"/>
            <a:ext cx="5572125" cy="219075"/>
          </a:xfrm>
          <a:custGeom>
            <a:pathLst>
              <a:path w="5572125" h="219075">
                <a:moveTo>
                  <a:pt x="5572125" y="219075"/>
                </a:moveTo>
                <a:lnTo>
                  <a:pt x="0" y="219075"/>
                </a:lnTo>
                <a:lnTo>
                  <a:pt x="0" y="0"/>
                </a:lnTo>
              </a:path>
            </a:pathLst>
          </a:custGeom>
          <a:noFill/>
          <a:ln w="28575">
            <a:solidFill>
              <a:srgbClr val="576773"/>
            </a:solidFill>
            <a:prstDash val="solid"/>
          </a:ln>
        </p:spPr>
      </p:sp>
      <p:sp>
        <p:nvSpPr>
          <p:cNvPr id="19" name="v2-39-agent-return-head">
            <a:extLst>
              <a:ext uri="{FF2B5EF4-FFF2-40B4-BE49-F238E27FC236}">
                <ns2:creationId id="{2CD96EC4-5387-4BE5-840C-EB405FFD2839}"/>
              </a:ext>
            </a:extLst>
          </p:cNvPr>
          <p:cNvSpPr>
            <a:spLocks noGrp="1"/>
          </p:cNvSpPr>
          <p:nvPr/>
        </p:nvSpPr>
        <p:spPr>
          <a:xfrm>
            <a:off x="7088952" y="366712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0" name="v2-40-note">
            <a:extLst>
              <a:ext uri="{FF2B5EF4-FFF2-40B4-BE49-F238E27FC236}">
                <ns2:creationId id="{F27A43BB-C5D8-4204-8CC8-7D6196795198}"/>
              </a:ext>
            </a:extLst>
          </p:cNvPr>
          <p:cNvSpPr>
            <a:spLocks noGrp="1"/>
          </p:cNvSpPr>
          <p:nvPr/>
        </p:nvSpPr>
        <p:spPr>
          <a:xfrm>
            <a:off x="8877300" y="3962400"/>
            <a:ext cx="64770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질문, 확인된 진행과 결과</a:t>
            </a:r>
            <a:endParaRPr lang="ko-KR">
              <a:solidFill>
                <a:srgbClr val="000000"/>
              </a:solidFill>
              <a:latin typeface="Calibri"/>
              <a:ea typeface="Calibri"/>
              <a:cs typeface="Calibri"/>
            </a:endParaRPr>
          </a:p>
        </p:txBody>
      </p:sp>
      <p:sp>
        <p:nvSpPr>
          <p:cNvPr id="21" name="v2-41-Model Access">
            <a:extLst>
              <a:ext uri="{FF2B5EF4-FFF2-40B4-BE49-F238E27FC236}">
                <ns2:creationId id="{BB2DF0B2-836F-4B83-A54A-D41EDA6296C5}"/>
              </a:ext>
            </a:extLst>
          </p:cNvPr>
          <p:cNvSpPr>
            <a:spLocks noGrp="1"/>
          </p:cNvSpPr>
          <p:nvPr/>
        </p:nvSpPr>
        <p:spPr>
          <a:xfrm>
            <a:off x="5000625" y="4667250"/>
            <a:ext cx="4286250" cy="619125"/>
          </a:xfrm>
          <a:prstGeom prst="rect">
            <a:avLst/>
          </a:prstGeom>
          <a:solidFill>
            <a:srgbClr val="FFFFFF"/>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3" name="v2-43-클라우드 음성 모델">
            <a:extLst>
              <a:ext uri="{FF2B5EF4-FFF2-40B4-BE49-F238E27FC236}">
                <ns2:creationId id="{3790AE97-2705-499F-8630-32F0E42CEF3E}"/>
              </a:ext>
            </a:extLst>
          </p:cNvPr>
          <p:cNvSpPr>
            <a:spLocks noGrp="1"/>
          </p:cNvSpPr>
          <p:nvPr/>
        </p:nvSpPr>
        <p:spPr>
          <a:xfrm>
            <a:off x="10953750" y="4667250"/>
            <a:ext cx="304800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음성 모델</a:t>
            </a:r>
            <a:endParaRPr lang="ko-KR">
              <a:solidFill>
                <a:srgbClr val="000000"/>
              </a:solidFill>
              <a:latin typeface="Calibri"/>
              <a:ea typeface="Calibri"/>
              <a:cs typeface="Calibri"/>
            </a:endParaRPr>
          </a:p>
        </p:txBody>
      </p:sp>
      <p:sp>
        <p:nvSpPr>
          <p:cNvPr id="25" name="v2-45-클라우드 의미 LLM">
            <a:extLst>
              <a:ext uri="{FF2B5EF4-FFF2-40B4-BE49-F238E27FC236}">
                <ns2:creationId id="{D8F81462-06E6-42A5-A07A-06EC37F3EA01}"/>
              </a:ext>
            </a:extLst>
          </p:cNvPr>
          <p:cNvSpPr>
            <a:spLocks noGrp="1"/>
          </p:cNvSpPr>
          <p:nvPr/>
        </p:nvSpPr>
        <p:spPr>
          <a:xfrm>
            <a:off x="14287500" y="4667250"/>
            <a:ext cx="333375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7" name="v2-47-via-model">
            <a:extLst>
              <a:ext uri="{FF2B5EF4-FFF2-40B4-BE49-F238E27FC236}">
                <ns2:creationId id="{42545227-DEB6-49E5-8A46-2D03A25E20E9}"/>
              </a:ext>
            </a:extLst>
          </p:cNvPr>
          <p:cNvSpPr>
            <a:spLocks noGrp="1"/>
          </p:cNvSpPr>
          <p:nvPr/>
        </p:nvSpPr>
        <p:spPr>
          <a:xfrm>
            <a:off x="7143750" y="3667125"/>
            <a:ext cx="9525" cy="1000125"/>
          </a:xfrm>
          <a:custGeom>
            <a:pathLst>
              <a:path w="9525" h="1000125">
                <a:moveTo>
                  <a:pt x="0" y="0"/>
                </a:moveTo>
                <a:lnTo>
                  <a:pt x="0" y="1000125"/>
                </a:lnTo>
              </a:path>
            </a:pathLst>
          </a:custGeom>
          <a:noFill/>
          <a:ln w="28575">
            <a:solidFill>
              <a:srgbClr val="00889A"/>
            </a:solidFill>
            <a:prstDash val="solid"/>
          </a:ln>
        </p:spPr>
      </p:sp>
      <p:sp>
        <p:nvSpPr>
          <p:cNvPr id="28" name="v2-48-via-model-head">
            <a:extLst>
              <a:ext uri="{FF2B5EF4-FFF2-40B4-BE49-F238E27FC236}">
                <ns2:creationId id="{6F7DC035-1B4C-40E9-BC9A-80FA9A1AEF12}"/>
              </a:ext>
            </a:extLst>
          </p:cNvPr>
          <p:cNvSpPr>
            <a:spLocks noGrp="1"/>
          </p:cNvSpPr>
          <p:nvPr/>
        </p:nvSpPr>
        <p:spPr>
          <a:xfrm>
            <a:off x="7088952" y="45669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29" name="v2-49-model-voice">
            <a:extLst>
              <a:ext uri="{FF2B5EF4-FFF2-40B4-BE49-F238E27FC236}">
                <ns2:creationId id="{144485ED-CC7C-41E3-8221-219B4EACF002}"/>
              </a:ext>
            </a:extLst>
          </p:cNvPr>
          <p:cNvSpPr>
            <a:spLocks noGrp="1"/>
          </p:cNvSpPr>
          <p:nvPr/>
        </p:nvSpPr>
        <p:spPr>
          <a:xfrm>
            <a:off x="9286875" y="4991100"/>
            <a:ext cx="1666875" cy="9525"/>
          </a:xfrm>
          <a:custGeom>
            <a:pathLst>
              <a:path w="1666875" h="9525">
                <a:moveTo>
                  <a:pt x="0" y="0"/>
                </a:moveTo>
                <a:lnTo>
                  <a:pt x="1666875" y="0"/>
                </a:lnTo>
              </a:path>
            </a:pathLst>
          </a:custGeom>
          <a:noFill/>
          <a:ln w="28575">
            <a:solidFill>
              <a:srgbClr val="576773"/>
            </a:solidFill>
            <a:prstDash val="solid"/>
          </a:ln>
        </p:spPr>
      </p:sp>
      <p:sp>
        <p:nvSpPr>
          <p:cNvPr id="30" name="v2-50-model-voice-head">
            <a:extLst>
              <a:ext uri="{FF2B5EF4-FFF2-40B4-BE49-F238E27FC236}">
                <ns2:creationId id="{AE2135DC-B061-4A56-8D00-CC107E2AAF83}"/>
              </a:ext>
            </a:extLst>
          </p:cNvPr>
          <p:cNvSpPr>
            <a:spLocks noGrp="1"/>
          </p:cNvSpPr>
          <p:nvPr/>
        </p:nvSpPr>
        <p:spPr>
          <a:xfrm>
            <a:off x="10853442" y="4936302"/>
            <a:ext cx="100308" cy="109597"/>
          </a:xfrm>
          <a:custGeom>
            <a:pathLst>
              <a:path w="100308" h="109597">
                <a:moveTo>
                  <a:pt x="0" y="109597"/>
                </a:moveTo>
                <a:lnTo>
                  <a:pt x="100308" y="54798"/>
                </a:lnTo>
                <a:lnTo>
                  <a:pt x="0" y="0"/>
                </a:lnTo>
              </a:path>
            </a:pathLst>
          </a:custGeom>
          <a:noFill/>
          <a:ln w="28575">
            <a:solidFill>
              <a:srgbClr val="576773"/>
            </a:solidFill>
            <a:prstDash val="solid"/>
          </a:ln>
        </p:spPr>
      </p:sp>
      <p:sp>
        <p:nvSpPr>
          <p:cNvPr id="31" name="v2-51-model-meaning">
            <a:extLst>
              <a:ext uri="{FF2B5EF4-FFF2-40B4-BE49-F238E27FC236}">
                <ns2:creationId id="{B7B4DD31-3441-468E-B879-967F59EF7AF9}"/>
              </a:ext>
            </a:extLst>
          </p:cNvPr>
          <p:cNvSpPr>
            <a:spLocks noGrp="1"/>
          </p:cNvSpPr>
          <p:nvPr/>
        </p:nvSpPr>
        <p:spPr>
          <a:xfrm>
            <a:off x="9286875" y="5286375"/>
            <a:ext cx="6667500" cy="123825"/>
          </a:xfrm>
          <a:custGeom>
            <a:pathLst>
              <a:path w="6667500" h="123825">
                <a:moveTo>
                  <a:pt x="0" y="123825"/>
                </a:moveTo>
                <a:lnTo>
                  <a:pt x="6667500" y="123825"/>
                </a:lnTo>
                <a:lnTo>
                  <a:pt x="6667500" y="0"/>
                </a:lnTo>
              </a:path>
            </a:pathLst>
          </a:custGeom>
          <a:noFill/>
          <a:ln w="28575">
            <a:solidFill>
              <a:srgbClr val="576773"/>
            </a:solidFill>
            <a:prstDash val="solid"/>
          </a:ln>
        </p:spPr>
      </p:sp>
      <p:sp>
        <p:nvSpPr>
          <p:cNvPr id="32" name="v2-52-model-meaning-head">
            <a:extLst>
              <a:ext uri="{FF2B5EF4-FFF2-40B4-BE49-F238E27FC236}">
                <ns2:creationId id="{B0654220-EEFE-435C-BABA-0F4EECF023AC}"/>
              </a:ext>
            </a:extLst>
          </p:cNvPr>
          <p:cNvSpPr>
            <a:spLocks noGrp="1"/>
          </p:cNvSpPr>
          <p:nvPr/>
        </p:nvSpPr>
        <p:spPr>
          <a:xfrm>
            <a:off x="15899577" y="528637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33" name="v2-53-note">
            <a:extLst>
              <a:ext uri="{FF2B5EF4-FFF2-40B4-BE49-F238E27FC236}">
                <ns2:creationId id="{823A08C4-4E55-4A6F-8545-BA3AF00AA9EB}"/>
              </a:ext>
            </a:extLst>
          </p:cNvPr>
          <p:cNvSpPr>
            <a:spLocks noGrp="1"/>
          </p:cNvSpPr>
          <p:nvPr/>
        </p:nvSpPr>
        <p:spPr>
          <a:xfrm>
            <a:off x="495300" y="5753100"/>
            <a:ext cx="17049750" cy="4953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발화 시작/끝 탐지는 로컬 VAD. 전사와 뜻 해석은 별도입니다.</a:t>
            </a:r>
            <a:endParaRPr lang="ko-KR">
              <a:solidFill>
                <a:srgbClr val="000000"/>
              </a:solidFill>
              <a:latin typeface="Calibri"/>
              <a:ea typeface="Calibri"/>
              <a:cs typeface="Calibri"/>
            </a:endParaRPr>
          </a:p>
        </p:txBody>
      </p:sp>
      <p:graphicFrame>
        <p:nvGraphicFramePr>
          <p:cNvPr id="69" name=""/>
          <p:cNvGraphicFramePr/>
          <p:nvPr/>
        </p:nvGraphicFramePr>
        <p:xfrm>
          <a:off x="495300" y="6524625"/>
          <a:ext cx="17297400" cy="2676525"/>
        </p:xfrm>
        <a:graphic>
          <a:graphicData uri="http://schemas.openxmlformats.org/drawingml/2006/table">
            <a:tbl>
              <a:tblPr/>
              <a:tblGrid>
                <a:gridCol w="3829050"/>
                <a:gridCol w="3695700"/>
                <a:gridCol w="9772650"/>
              </a:tblGrid>
              <a:tr h="5524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일반 SW 관점</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VIA에서 쓰는 이름</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보고서와 메일 사례</a:t>
                      </a:r>
                      <a:endParaRPr lang="ko-KR">
                        <a:solidFill>
                          <a:srgbClr val="000000"/>
                        </a:solidFill>
                        <a:latin typeface="Calibri"/>
                        <a:ea typeface="Calibri"/>
                        <a:cs typeface="Calibri"/>
                      </a:endParaRPr>
                    </a:p>
                  </a:txBody>
                  <a:tcPr marL="114300" marR="76200" marT="47625" marB="47625" anchor="ctr">
                    <a:solidFill>
                      <a:srgbClr val="C6E0B4"/>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이번 입력의 처리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Request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“보고서는 이전 형식으로, 메일은 그대로”라는 이번 요청</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계속 추적하는 사용자 업무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Task</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보고서와 메일 초안을 별도 업무로 유지</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실제 작업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Execution</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외부 업무 AI의 작성 실행. 대화 종료와 수명이 다름</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이어지는 대화 / 해석 근거</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Conversation / Context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음성이 꺼져도 대화 기록과 업무 연결을 유지 / 자료와 과거 기록</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35" name="v2-54-note">
            <a:extLst>
              <a:ext uri="{FF2B5EF4-FFF2-40B4-BE49-F238E27FC236}">
                <ns2:creationId id="{8B58B7D3-E00C-413C-A31A-B822AE49E432}"/>
              </a:ext>
            </a:extLst>
          </p:cNvPr>
          <p:cNvSpPr>
            <a:spLocks noGrp="1"/>
          </p:cNvSpPr>
          <p:nvPr/>
        </p:nvSpPr>
        <p:spPr>
          <a:xfrm>
            <a:off x="495300" y="9410700"/>
            <a:ext cx="17297400" cy="50482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장면의 시작 상태: 매출 표가 준비되어 있고, 이전 보고서에서 수정한 형식이 허용된 기록으로 남아 있습니다.</a:t>
            </a:r>
            <a:endParaRPr lang="ko-KR">
              <a:solidFill>
                <a:srgbClr val="000000"/>
              </a:solidFill>
              <a:latin typeface="Calibri"/>
              <a:ea typeface="Calibri"/>
              <a:cs typeface="Calibri"/>
            </a:endParaRPr>
          </a:p>
        </p:txBody>
      </p:sp>
      <p:sp>
        <p:nvSpPr>
          <p:cNvPr id="70" name="v6-header-title">
            <a:extLst>
              <a:ext uri="{FF2B5EF4-FFF2-40B4-BE49-F238E27FC236}">
                <ns2:creationId id="{9F5B940F-9206-406C-89FF-06411993240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시스템 구조</a:t>
            </a:r>
            <a:endParaRPr lang="ko-KR">
              <a:latin typeface="Calibri"/>
              <a:ea typeface="Calibri"/>
              <a:cs typeface="Calibri"/>
            </a:endParaRPr>
          </a:p>
        </p:txBody>
      </p:sp>
      <p:sp>
        <p:nvSpPr>
          <p:cNvPr id="71" name="v6-header-rule">
            <a:extLst>
              <a:ext uri="{FF2B5EF4-FFF2-40B4-BE49-F238E27FC236}">
                <ns2:creationId id="{1BB5E029-C85D-4111-812E-F8056AAE6184}"/>
              </a:ext>
            </a:extLst>
          </p:cNvPr>
          <p:cNvSpPr>
            <a:spLocks noGrp="1"/>
          </p:cNvSpPr>
          <p:nvPr/>
        </p:nvSpPr>
        <p:spPr>
          <a:xfrm>
            <a:off x="495300" y="990600"/>
            <a:ext cx="17335500" cy="0"/>
          </a:xfrm>
          <a:prstGeom prst="line">
            <a:avLst/>
          </a:prstGeom>
          <a:noFill/>
          <a:ln w="19050">
            <a:solidFill>
              <a:srgbClr val="A6A6A6"/>
            </a:solidFill>
          </a:ln>
        </p:spPr>
      </p:sp>
      <p:sp>
        <p:nvSpPr>
          <p:cNvPr id="72" name="v6-header-stage-0">
            <a:extLst>
              <a:ext uri="{FF2B5EF4-FFF2-40B4-BE49-F238E27FC236}">
                <ns2:creationId id="{7ADF0FD2-1525-409A-8BE6-45C327231E30}"/>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73" name="v6-header-stage-1">
            <a:extLst>
              <a:ext uri="{FF2B5EF4-FFF2-40B4-BE49-F238E27FC236}">
                <ns2:creationId id="{40199977-EC20-4D4C-89C6-E5D2E7450EE1}"/>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4" name="v6-header-stage-2">
            <a:extLst>
              <a:ext uri="{FF2B5EF4-FFF2-40B4-BE49-F238E27FC236}">
                <ns2:creationId id="{1695252F-4B4C-451E-90B8-7096921DA335}"/>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5" name="v6-header-stage-3">
            <a:extLst>
              <a:ext uri="{FF2B5EF4-FFF2-40B4-BE49-F238E27FC236}">
                <ns2:creationId id="{2D581164-2D48-4D59-9F37-25BD1848302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6" name="v6-header-stage-4">
            <a:extLst>
              <a:ext uri="{FF2B5EF4-FFF2-40B4-BE49-F238E27FC236}">
                <ns2:creationId id="{38C793DB-87C8-492F-A515-B9711FD3F45D}"/>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7" name="v6-header-page">
            <a:extLst>
              <a:ext uri="{FF2B5EF4-FFF2-40B4-BE49-F238E27FC236}">
                <ns2:creationId id="{3929917E-9D38-441C-A6A6-8CC7C68F23D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 / 63</a:t>
            </a:r>
            <a:endParaRPr lang="ko-KR">
              <a:latin typeface="Calibri"/>
              <a:ea typeface="Calibri"/>
              <a:cs typeface="Calibri"/>
            </a:endParaRPr>
          </a:p>
        </p:txBody>
      </p:sp>
    </p:spTree>
    <p:extLst>
      <p:ext uri="{BB962C8B-B14F-4D97-AF65-F5344CB8AC3E}">
        <p14:creationId val="144154101"/>
      </p:ext>
    </p:extLst>
  </p:cSld>
</p:sld>
</file>

<file path=ppt/slides/slide48.xml><?xml version="1.0" encoding="utf-8"?>
<p:sld xmlns:a="http://schemas.openxmlformats.org/drawingml/2006/main" xmlns:ns2="http://schemas.microsoft.com/office/drawing/2014/main" xmlns:p="http://schemas.openxmlformats.org/presentationml/2006/main" xmlns:p14="http://schemas.microsoft.com/office/powerpoint/2010/main">
  <p:cSld name="requirements-rationale">
    <p:bg>
      <p:bgPr>
        <a:solidFill>
          <a:srgbClr val="FFFFFF"/>
        </a:solidFill>
      </p:bgPr>
    </p:bg>
    <p:spTree>
      <p:nvGrpSpPr>
        <p:cNvPr id="1" name=""/>
        <p:cNvGrpSpPr/>
        <p:nvPr/>
      </p:nvGrpSpPr>
      <p:grpSpPr>
        <a:xfrm/>
      </p:grpSpPr>
      <p:sp>
        <p:nvSpPr>
          <p:cNvPr id="5" name="v2-59-source-label">
            <a:extLst>
              <a:ext uri="{FF2B5EF4-FFF2-40B4-BE49-F238E27FC236}">
                <ns2:creationId id="{B171FF76-1ED5-4554-95FF-4907193DDEAB}"/>
              </a:ext>
            </a:extLst>
          </p:cNvPr>
          <p:cNvSpPr>
            <a:spLocks noGrp="1"/>
          </p:cNvSpPr>
          <p:nvPr/>
        </p:nvSpPr>
        <p:spPr>
          <a:xfrm>
            <a:off x="495300" y="1866900"/>
            <a:ext cx="514350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요구의 근거</a:t>
            </a:r>
            <a:endParaRPr lang="ko-KR">
              <a:solidFill>
                <a:srgbClr val="000000"/>
              </a:solidFill>
              <a:latin typeface="Calibri"/>
              <a:ea typeface="Calibri"/>
              <a:cs typeface="Calibri"/>
            </a:endParaRPr>
          </a:p>
        </p:txBody>
      </p:sp>
      <p:sp>
        <p:nvSpPr>
          <p:cNvPr id="6" name="v2-60-sources">
            <a:extLst>
              <a:ext uri="{FF2B5EF4-FFF2-40B4-BE49-F238E27FC236}">
                <ns2:creationId id="{CF68C1EA-57B1-4DF1-AD28-6EB91E1BBFD4}"/>
              </a:ext>
            </a:extLst>
          </p:cNvPr>
          <p:cNvSpPr>
            <a:spLocks noGrp="1"/>
          </p:cNvSpPr>
          <p:nvPr/>
        </p:nvSpPr>
        <p:spPr>
          <a:xfrm>
            <a:off x="495300" y="2867025"/>
            <a:ext cx="5095875" cy="2352675"/>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고정 Use Case와 변형 시나리오</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현재 시스템의 책임과 경계</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공통 실행 계약과 품질 정의</a:t>
            </a:r>
            <a:endParaRPr lang="ko-KR">
              <a:solidFill>
                <a:srgbClr val="000000"/>
              </a:solidFill>
              <a:latin typeface="Calibri"/>
              <a:ea typeface="Calibri"/>
              <a:cs typeface="Calibri"/>
            </a:endParaRPr>
          </a:p>
        </p:txBody>
      </p:sp>
      <p:sp>
        <p:nvSpPr>
          <p:cNvPr id="7" name="v2-61-req-source">
            <a:extLst>
              <a:ext uri="{FF2B5EF4-FFF2-40B4-BE49-F238E27FC236}">
                <ns2:creationId id="{798C4272-8763-4127-9533-FA39E67D029C}"/>
              </a:ext>
            </a:extLst>
          </p:cNvPr>
          <p:cNvSpPr>
            <a:spLocks noGrp="1"/>
          </p:cNvSpPr>
          <p:nvPr/>
        </p:nvSpPr>
        <p:spPr>
          <a:xfrm>
            <a:off x="5838825" y="3876675"/>
            <a:ext cx="1219200" cy="9525"/>
          </a:xfrm>
          <a:custGeom>
            <a:pathLst>
              <a:path w="1219200" h="9525">
                <a:moveTo>
                  <a:pt x="0" y="0"/>
                </a:moveTo>
                <a:lnTo>
                  <a:pt x="1219200" y="0"/>
                </a:lnTo>
              </a:path>
            </a:pathLst>
          </a:custGeom>
          <a:noFill/>
          <a:ln w="28575">
            <a:solidFill>
              <a:srgbClr val="00889A"/>
            </a:solidFill>
            <a:prstDash val="solid"/>
          </a:ln>
        </p:spPr>
      </p:sp>
      <p:sp>
        <p:nvSpPr>
          <p:cNvPr id="8" name="v2-62-req-source-head">
            <a:extLst>
              <a:ext uri="{FF2B5EF4-FFF2-40B4-BE49-F238E27FC236}">
                <ns2:creationId id="{2F2DD275-FDAC-4DCA-94E6-9EB19E4374FF}"/>
              </a:ext>
            </a:extLst>
          </p:cNvPr>
          <p:cNvSpPr>
            <a:spLocks noGrp="1"/>
          </p:cNvSpPr>
          <p:nvPr/>
        </p:nvSpPr>
        <p:spPr>
          <a:xfrm>
            <a:off x="6957717" y="3821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9" name="v2-63-scope-label">
            <a:extLst>
              <a:ext uri="{FF2B5EF4-FFF2-40B4-BE49-F238E27FC236}">
                <ns2:creationId id="{E38E70BA-5156-4C48-A71D-92ECA36B7CC7}"/>
              </a:ext>
            </a:extLst>
          </p:cNvPr>
          <p:cNvSpPr>
            <a:spLocks noGrp="1"/>
          </p:cNvSpPr>
          <p:nvPr/>
        </p:nvSpPr>
        <p:spPr>
          <a:xfrm>
            <a:off x="7400925" y="1866900"/>
            <a:ext cx="1038225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발표에서 설명할 기능</a:t>
            </a:r>
            <a:endParaRPr lang="ko-KR">
              <a:solidFill>
                <a:srgbClr val="000000"/>
              </a:solidFill>
              <a:latin typeface="Calibri"/>
              <a:ea typeface="Calibri"/>
              <a:cs typeface="Calibri"/>
            </a:endParaRPr>
          </a:p>
        </p:txBody>
      </p:sp>
      <p:graphicFrame>
        <p:nvGraphicFramePr>
          <p:cNvPr id="23" name=""/>
          <p:cNvGraphicFramePr/>
          <p:nvPr/>
        </p:nvGraphicFramePr>
        <p:xfrm>
          <a:off x="7400925" y="2800350"/>
          <a:ext cx="10391775" cy="3429000"/>
        </p:xfrm>
        <a:graphic>
          <a:graphicData uri="http://schemas.openxmlformats.org/drawingml/2006/table">
            <a:tbl>
              <a:tblPr/>
              <a:tblGrid>
                <a:gridCol w="4000500"/>
                <a:gridCol w="4381500"/>
                <a:gridCol w="2009775"/>
              </a:tblGrid>
              <a:tr h="552450">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사용 중 생기는 일</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필요한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연결</a:t>
                      </a:r>
                      <a:endParaRPr lang="ko-KR">
                        <a:solidFill>
                          <a:srgbClr val="000000"/>
                        </a:solidFill>
                        <a:latin typeface="Calibri"/>
                        <a:ea typeface="Calibri"/>
                        <a:cs typeface="Calibri"/>
                      </a:endParaRPr>
                    </a:p>
                  </a:txBody>
                  <a:tcPr marL="114300" marR="76200" marT="47625" marB="47625" anchor="ctr">
                    <a:solidFill>
                      <a:srgbClr val="C6E0B4"/>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말하는 중 정정, 늦은 응답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지속 입력과 맥락 기반 해석</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보고서 결과로 메일 초안 작성</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순서, 조건과 결과 의존 보존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여러 업무의 질문과 결과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해당 업무와 연결, 기존 업무 계속</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“지난번 형식 / 평가 기준” 재사용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허용된 과거 맥락 공급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11" name="v2-64-constraints-heading">
            <a:extLst>
              <a:ext uri="{FF2B5EF4-FFF2-40B4-BE49-F238E27FC236}">
                <ns2:creationId id="{5877D09C-181B-429B-B2FE-EFA2D4BD1A97}"/>
              </a:ext>
            </a:extLst>
          </p:cNvPr>
          <p:cNvSpPr>
            <a:spLocks noGrp="1"/>
          </p:cNvSpPr>
          <p:nvPr/>
        </p:nvSpPr>
        <p:spPr>
          <a:xfrm>
            <a:off x="495300" y="6953250"/>
            <a:ext cx="17049750" cy="5715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이 기능을 구현할 때 지킬 경계</a:t>
            </a:r>
            <a:endParaRPr lang="ko-KR">
              <a:solidFill>
                <a:srgbClr val="000000"/>
              </a:solidFill>
              <a:latin typeface="Calibri"/>
              <a:ea typeface="Calibri"/>
              <a:cs typeface="Calibri"/>
            </a:endParaRPr>
          </a:p>
        </p:txBody>
      </p:sp>
      <p:sp>
        <p:nvSpPr>
          <p:cNvPr id="12" name="v2-65-constraints">
            <a:extLst>
              <a:ext uri="{FF2B5EF4-FFF2-40B4-BE49-F238E27FC236}">
                <ns2:creationId id="{F8ADD162-3B63-4891-B0E2-F8BDB3E51399}"/>
              </a:ext>
            </a:extLst>
          </p:cNvPr>
          <p:cNvSpPr>
            <a:spLocks noGrp="1"/>
          </p:cNvSpPr>
          <p:nvPr/>
        </p:nvSpPr>
        <p:spPr>
          <a:xfrm>
            <a:off x="495300" y="7905750"/>
            <a:ext cx="16859250" cy="123825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C1  로컬 VIA와 VAD, 별도 클라우드 음성/의미 모델</a:t>
            </a:r>
            <a:endParaRPr lang="ko-KR">
              <a:solidFill>
                <a:srgbClr val="000000"/>
              </a:solidFill>
              <a:latin typeface="Calibri"/>
              <a:ea typeface="Calibri"/>
              <a:cs typeface="Calibri"/>
            </a:endParaRPr>
          </a:p>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C2  도메인 추론, 계획, 도구 선택과 실제 업무 실행은 Downstream Agent</a:t>
            </a:r>
            <a:endParaRPr lang="ko-KR">
              <a:solidFill>
                <a:srgbClr val="000000"/>
              </a:solidFill>
              <a:latin typeface="Calibri"/>
              <a:ea typeface="Calibri"/>
              <a:cs typeface="Calibri"/>
            </a:endParaRPr>
          </a:p>
        </p:txBody>
      </p:sp>
      <p:sp>
        <p:nvSpPr>
          <p:cNvPr id="13" name="v2-66-note">
            <a:extLst>
              <a:ext uri="{FF2B5EF4-FFF2-40B4-BE49-F238E27FC236}">
                <ns2:creationId id="{03AA631B-B572-44EA-9167-483C53F94DBC}"/>
              </a:ext>
            </a:extLst>
          </p:cNvPr>
          <p:cNvSpPr>
            <a:spLocks noGrp="1"/>
          </p:cNvSpPr>
          <p:nvPr/>
        </p:nvSpPr>
        <p:spPr>
          <a:xfrm>
            <a:off x="495300" y="9525000"/>
            <a:ext cx="17145000" cy="4572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표는 네 설계 질문과 직접 관련된 기능 6개와 제약 2개입니다. 전체 VIA 기능 목록은 별도 기준 문서에 보존합니다.</a:t>
            </a:r>
            <a:endParaRPr lang="ko-KR">
              <a:solidFill>
                <a:srgbClr val="000000"/>
              </a:solidFill>
              <a:latin typeface="Calibri"/>
              <a:ea typeface="Calibri"/>
              <a:cs typeface="Calibri"/>
            </a:endParaRPr>
          </a:p>
        </p:txBody>
      </p:sp>
      <p:sp>
        <p:nvSpPr>
          <p:cNvPr id="24" name="v6-header-title">
            <a:extLst>
              <a:ext uri="{FF2B5EF4-FFF2-40B4-BE49-F238E27FC236}">
                <ns2:creationId id="{81B4D19B-9877-46E8-A49A-4589A2FA7A4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 도출</a:t>
            </a:r>
            <a:endParaRPr lang="ko-KR">
              <a:latin typeface="Calibri"/>
              <a:ea typeface="Calibri"/>
              <a:cs typeface="Calibri"/>
            </a:endParaRPr>
          </a:p>
        </p:txBody>
      </p:sp>
      <p:sp>
        <p:nvSpPr>
          <p:cNvPr id="25" name="v6-header-rule">
            <a:extLst>
              <a:ext uri="{FF2B5EF4-FFF2-40B4-BE49-F238E27FC236}">
                <ns2:creationId id="{E39F706A-C84D-4499-BB0D-799C069626E5}"/>
              </a:ext>
            </a:extLst>
          </p:cNvPr>
          <p:cNvSpPr>
            <a:spLocks noGrp="1"/>
          </p:cNvSpPr>
          <p:nvPr/>
        </p:nvSpPr>
        <p:spPr>
          <a:xfrm>
            <a:off x="495300" y="990600"/>
            <a:ext cx="17335500" cy="0"/>
          </a:xfrm>
          <a:prstGeom prst="line">
            <a:avLst/>
          </a:prstGeom>
          <a:noFill/>
          <a:ln w="19050">
            <a:solidFill>
              <a:srgbClr val="A6A6A6"/>
            </a:solidFill>
          </a:ln>
        </p:spPr>
      </p:sp>
      <p:sp>
        <p:nvSpPr>
          <p:cNvPr id="26" name="v6-header-stage-0">
            <a:extLst>
              <a:ext uri="{FF2B5EF4-FFF2-40B4-BE49-F238E27FC236}">
                <ns2:creationId id="{AD2F0A68-CD79-4BC7-BEE7-A73EECAC9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7" name="v6-header-stage-1">
            <a:extLst>
              <a:ext uri="{FF2B5EF4-FFF2-40B4-BE49-F238E27FC236}">
                <ns2:creationId id="{4A1C2C27-74FE-46B3-B4CB-81DCC20BECE0}"/>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8" name="v6-header-stage-2">
            <a:extLst>
              <a:ext uri="{FF2B5EF4-FFF2-40B4-BE49-F238E27FC236}">
                <ns2:creationId id="{FDF15824-8906-4676-B08A-A57062DBEEE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 name="v6-header-stage-3">
            <a:extLst>
              <a:ext uri="{FF2B5EF4-FFF2-40B4-BE49-F238E27FC236}">
                <ns2:creationId id="{3A913AC6-1055-4C97-912E-356CE1E8D255}"/>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0" name="v6-header-stage-4">
            <a:extLst>
              <a:ext uri="{FF2B5EF4-FFF2-40B4-BE49-F238E27FC236}">
                <ns2:creationId id="{FA59692C-7872-425B-B1DE-7DCA700F1B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1" name="v6-header-page">
            <a:extLst>
              <a:ext uri="{FF2B5EF4-FFF2-40B4-BE49-F238E27FC236}">
                <ns2:creationId id="{4530E5E3-C039-4286-953E-9DC75AF384C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7 / 63</a:t>
            </a:r>
            <a:endParaRPr lang="ko-KR">
              <a:latin typeface="Calibri"/>
              <a:ea typeface="Calibri"/>
              <a:cs typeface="Calibri"/>
            </a:endParaRPr>
          </a:p>
        </p:txBody>
      </p:sp>
    </p:spTree>
    <p:extLst>
      <p:ext uri="{BB962C8B-B14F-4D97-AF65-F5344CB8AC3E}">
        <p14:creationId val="1237208146"/>
      </p:ext>
    </p:extLst>
  </p:cSld>
</p:sld>
</file>

<file path=ppt/slides/slide49.xml><?xml version="1.0" encoding="utf-8"?>
<p:sld xmlns:a="http://schemas.openxmlformats.org/drawingml/2006/main" xmlns:ns2="http://schemas.microsoft.com/office/drawing/2014/main" xmlns:p="http://schemas.openxmlformats.org/presentationml/2006/main" xmlns:p14="http://schemas.microsoft.com/office/powerpoint/2010/main">
  <p:cSld name="time-boundaries">
    <p:bg>
      <p:bgPr>
        <a:solidFill>
          <a:srgbClr val="FFFFFF"/>
        </a:solidFill>
      </p:bgPr>
    </p:bg>
    <p:spTree>
      <p:nvGrpSpPr>
        <p:cNvPr id="1" name=""/>
        <p:cNvGrpSpPr/>
        <p:nvPr/>
      </p:nvGrpSpPr>
      <p:grpSpPr>
        <a:xfrm/>
      </p:grpSpPr>
      <p:sp>
        <p:nvSpPr>
          <p:cNvPr id="5" name="v2-71-note">
            <a:extLst>
              <a:ext uri="{FF2B5EF4-FFF2-40B4-BE49-F238E27FC236}">
                <ns2:creationId id="{92EDE1B5-136A-494F-9FBB-7D0DA32081F2}"/>
              </a:ext>
            </a:extLst>
          </p:cNvPr>
          <p:cNvSpPr>
            <a:spLocks noGrp="1"/>
          </p:cNvSpPr>
          <p:nvPr/>
        </p:nvSpPr>
        <p:spPr>
          <a:xfrm>
            <a:off x="495300" y="1657350"/>
            <a:ext cx="17049750" cy="53340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예: “이 자료로 보고서를 만들어줘.” → 업무 인계 → 결과 수신 → 사용자에게 실제 전달</a:t>
            </a:r>
            <a:endParaRPr lang="ko-KR">
              <a:solidFill>
                <a:srgbClr val="000000"/>
              </a:solidFill>
              <a:latin typeface="Calibri"/>
              <a:ea typeface="Calibri"/>
              <a:cs typeface="Calibri"/>
            </a:endParaRPr>
          </a:p>
        </p:txBody>
      </p:sp>
      <p:sp>
        <p:nvSpPr>
          <p:cNvPr id="6" name="v2-72-Interaction Manager">
            <a:extLst>
              <a:ext uri="{FF2B5EF4-FFF2-40B4-BE49-F238E27FC236}">
                <ns2:creationId id="{CE594CA4-9593-4033-A9D0-E9DDED5A7DEC}"/>
              </a:ext>
            </a:extLst>
          </p:cNvPr>
          <p:cNvSpPr>
            <a:spLocks noGrp="1"/>
          </p:cNvSpPr>
          <p:nvPr/>
        </p:nvSpPr>
        <p:spPr>
          <a:xfrm>
            <a:off x="495300" y="2762250"/>
            <a:ext cx="3000375"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8" name="v2-74-Request Interpreter">
            <a:extLst>
              <a:ext uri="{FF2B5EF4-FFF2-40B4-BE49-F238E27FC236}">
                <ns2:creationId id="{18B398A8-3CB1-4072-A8EB-43FF13D35660}"/>
              </a:ext>
            </a:extLst>
          </p:cNvPr>
          <p:cNvSpPr>
            <a:spLocks noGrp="1"/>
          </p:cNvSpPr>
          <p:nvPr/>
        </p:nvSpPr>
        <p:spPr>
          <a:xfrm>
            <a:off x="4581525" y="2762250"/>
            <a:ext cx="3238500"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0" name="v2-76-Agent Gateway">
            <a:extLst>
              <a:ext uri="{FF2B5EF4-FFF2-40B4-BE49-F238E27FC236}">
                <ns2:creationId id="{58E9E2E8-115B-495F-955C-1F04ECDE6292}"/>
              </a:ext>
            </a:extLst>
          </p:cNvPr>
          <p:cNvSpPr>
            <a:spLocks noGrp="1"/>
          </p:cNvSpPr>
          <p:nvPr/>
        </p:nvSpPr>
        <p:spPr>
          <a:xfrm>
            <a:off x="8905875" y="2762250"/>
            <a:ext cx="2762250"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12" name="v2-78-Downstream Agent">
            <a:extLst>
              <a:ext uri="{FF2B5EF4-FFF2-40B4-BE49-F238E27FC236}">
                <ns2:creationId id="{BF08820D-C014-4A66-88F0-D0403EBD591F}"/>
              </a:ext>
            </a:extLst>
          </p:cNvPr>
          <p:cNvSpPr>
            <a:spLocks noGrp="1"/>
          </p:cNvSpPr>
          <p:nvPr/>
        </p:nvSpPr>
        <p:spPr>
          <a:xfrm>
            <a:off x="12734925" y="2762250"/>
            <a:ext cx="5057775"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a:t>
            </a:r>
            <a:endParaRPr lang="ko-KR">
              <a:solidFill>
                <a:srgbClr val="000000"/>
              </a:solidFill>
              <a:latin typeface="Calibri"/>
              <a:ea typeface="Calibri"/>
              <a:cs typeface="Calibri"/>
            </a:endParaRPr>
          </a:p>
        </p:txBody>
      </p:sp>
      <p:sp>
        <p:nvSpPr>
          <p:cNvPr id="14" name="v2-80-time-forward">
            <a:extLst>
              <a:ext uri="{FF2B5EF4-FFF2-40B4-BE49-F238E27FC236}">
                <ns2:creationId id="{A6E06B8B-2608-4B5C-9839-4B71B429E9A2}"/>
              </a:ext>
            </a:extLst>
          </p:cNvPr>
          <p:cNvSpPr>
            <a:spLocks noGrp="1"/>
          </p:cNvSpPr>
          <p:nvPr/>
        </p:nvSpPr>
        <p:spPr>
          <a:xfrm>
            <a:off x="3495675" y="3114675"/>
            <a:ext cx="1085850" cy="9525"/>
          </a:xfrm>
          <a:custGeom>
            <a:pathLst>
              <a:path w="1085850" h="9525">
                <a:moveTo>
                  <a:pt x="0" y="0"/>
                </a:moveTo>
                <a:lnTo>
                  <a:pt x="1085850" y="0"/>
                </a:lnTo>
              </a:path>
            </a:pathLst>
          </a:custGeom>
          <a:noFill/>
          <a:ln w="28575">
            <a:solidFill>
              <a:srgbClr val="00889A"/>
            </a:solidFill>
            <a:prstDash val="solid"/>
          </a:ln>
        </p:spPr>
      </p:sp>
      <p:sp>
        <p:nvSpPr>
          <p:cNvPr id="15" name="v2-81-time-forward-head">
            <a:extLst>
              <a:ext uri="{FF2B5EF4-FFF2-40B4-BE49-F238E27FC236}">
                <ns2:creationId id="{85530BDE-A8C1-4620-8505-A49180C8CFA5}"/>
              </a:ext>
            </a:extLst>
          </p:cNvPr>
          <p:cNvSpPr>
            <a:spLocks noGrp="1"/>
          </p:cNvSpPr>
          <p:nvPr/>
        </p:nvSpPr>
        <p:spPr>
          <a:xfrm>
            <a:off x="448121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6" name="v2-82-time-forward">
            <a:extLst>
              <a:ext uri="{FF2B5EF4-FFF2-40B4-BE49-F238E27FC236}">
                <ns2:creationId id="{2EBB4B1F-7FD9-4318-99CA-87EA481D09F6}"/>
              </a:ext>
            </a:extLst>
          </p:cNvPr>
          <p:cNvSpPr>
            <a:spLocks noGrp="1"/>
          </p:cNvSpPr>
          <p:nvPr/>
        </p:nvSpPr>
        <p:spPr>
          <a:xfrm>
            <a:off x="7820025" y="3114675"/>
            <a:ext cx="1085850" cy="9525"/>
          </a:xfrm>
          <a:custGeom>
            <a:pathLst>
              <a:path w="1085850" h="9525">
                <a:moveTo>
                  <a:pt x="0" y="0"/>
                </a:moveTo>
                <a:lnTo>
                  <a:pt x="1085850" y="0"/>
                </a:lnTo>
              </a:path>
            </a:pathLst>
          </a:custGeom>
          <a:noFill/>
          <a:ln w="28575">
            <a:solidFill>
              <a:srgbClr val="00889A"/>
            </a:solidFill>
            <a:prstDash val="solid"/>
          </a:ln>
        </p:spPr>
      </p:sp>
      <p:sp>
        <p:nvSpPr>
          <p:cNvPr id="17" name="v2-83-time-forward-head">
            <a:extLst>
              <a:ext uri="{FF2B5EF4-FFF2-40B4-BE49-F238E27FC236}">
                <ns2:creationId id="{92A6EB48-9B8E-4E37-A021-1C346B69A228}"/>
              </a:ext>
            </a:extLst>
          </p:cNvPr>
          <p:cNvSpPr>
            <a:spLocks noGrp="1"/>
          </p:cNvSpPr>
          <p:nvPr/>
        </p:nvSpPr>
        <p:spPr>
          <a:xfrm>
            <a:off x="880556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8" name="v2-84-time-forward">
            <a:extLst>
              <a:ext uri="{FF2B5EF4-FFF2-40B4-BE49-F238E27FC236}">
                <ns2:creationId id="{CCED7DF3-CF6D-4130-A54E-0F009CA47078}"/>
              </a:ext>
            </a:extLst>
          </p:cNvPr>
          <p:cNvSpPr>
            <a:spLocks noGrp="1"/>
          </p:cNvSpPr>
          <p:nvPr/>
        </p:nvSpPr>
        <p:spPr>
          <a:xfrm>
            <a:off x="11668125" y="3114675"/>
            <a:ext cx="1066800" cy="9525"/>
          </a:xfrm>
          <a:custGeom>
            <a:pathLst>
              <a:path w="1066800" h="9525">
                <a:moveTo>
                  <a:pt x="0" y="0"/>
                </a:moveTo>
                <a:lnTo>
                  <a:pt x="1066800" y="0"/>
                </a:lnTo>
              </a:path>
            </a:pathLst>
          </a:custGeom>
          <a:noFill/>
          <a:ln w="28575">
            <a:solidFill>
              <a:srgbClr val="00889A"/>
            </a:solidFill>
            <a:prstDash val="solid"/>
          </a:ln>
        </p:spPr>
      </p:sp>
      <p:sp>
        <p:nvSpPr>
          <p:cNvPr id="19" name="v2-85-time-forward-head">
            <a:extLst>
              <a:ext uri="{FF2B5EF4-FFF2-40B4-BE49-F238E27FC236}">
                <ns2:creationId id="{B0D867D1-92D3-4F9A-8044-229F9D99EEA0}"/>
              </a:ext>
            </a:extLst>
          </p:cNvPr>
          <p:cNvSpPr>
            <a:spLocks noGrp="1"/>
          </p:cNvSpPr>
          <p:nvPr/>
        </p:nvSpPr>
        <p:spPr>
          <a:xfrm>
            <a:off x="1263461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20" name="v2-86-note">
            <a:extLst>
              <a:ext uri="{FF2B5EF4-FFF2-40B4-BE49-F238E27FC236}">
                <ns2:creationId id="{0DAAA8BD-6EFC-4CCE-B034-438263CA4857}"/>
              </a:ext>
            </a:extLst>
          </p:cNvPr>
          <p:cNvSpPr>
            <a:spLocks noGrp="1"/>
          </p:cNvSpPr>
          <p:nvPr/>
        </p:nvSpPr>
        <p:spPr>
          <a:xfrm>
            <a:off x="495300" y="3629025"/>
            <a:ext cx="314325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입력 접수</a:t>
            </a:r>
            <a:endParaRPr lang="ko-KR">
              <a:solidFill>
                <a:srgbClr val="000000"/>
              </a:solidFill>
              <a:latin typeface="Calibri"/>
              <a:ea typeface="Calibri"/>
              <a:cs typeface="Calibri"/>
            </a:endParaRPr>
          </a:p>
        </p:txBody>
      </p:sp>
      <p:sp>
        <p:nvSpPr>
          <p:cNvPr id="21" name="v2-87-note">
            <a:extLst>
              <a:ext uri="{FF2B5EF4-FFF2-40B4-BE49-F238E27FC236}">
                <ns2:creationId id="{9A0CC7BE-04A3-4C3A-BE55-185C974B2208}"/>
              </a:ext>
            </a:extLst>
          </p:cNvPr>
          <p:cNvSpPr>
            <a:spLocks noGrp="1"/>
          </p:cNvSpPr>
          <p:nvPr/>
        </p:nvSpPr>
        <p:spPr>
          <a:xfrm>
            <a:off x="4581525" y="3629025"/>
            <a:ext cx="323850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 해석</a:t>
            </a:r>
            <a:endParaRPr lang="ko-KR">
              <a:solidFill>
                <a:srgbClr val="000000"/>
              </a:solidFill>
              <a:latin typeface="Calibri"/>
              <a:ea typeface="Calibri"/>
              <a:cs typeface="Calibri"/>
            </a:endParaRPr>
          </a:p>
        </p:txBody>
      </p:sp>
      <p:sp>
        <p:nvSpPr>
          <p:cNvPr id="22" name="v2-88-note">
            <a:extLst>
              <a:ext uri="{FF2B5EF4-FFF2-40B4-BE49-F238E27FC236}">
                <ns2:creationId id="{22C6A391-9FCD-4F7C-8A29-391B6D87588A}"/>
              </a:ext>
            </a:extLst>
          </p:cNvPr>
          <p:cNvSpPr>
            <a:spLocks noGrp="1"/>
          </p:cNvSpPr>
          <p:nvPr/>
        </p:nvSpPr>
        <p:spPr>
          <a:xfrm>
            <a:off x="8905875" y="3629025"/>
            <a:ext cx="276225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 인계</a:t>
            </a:r>
            <a:endParaRPr lang="ko-KR">
              <a:solidFill>
                <a:srgbClr val="000000"/>
              </a:solidFill>
              <a:latin typeface="Calibri"/>
              <a:ea typeface="Calibri"/>
              <a:cs typeface="Calibri"/>
            </a:endParaRPr>
          </a:p>
        </p:txBody>
      </p:sp>
      <p:sp>
        <p:nvSpPr>
          <p:cNvPr id="23" name="v2-89-note">
            <a:extLst>
              <a:ext uri="{FF2B5EF4-FFF2-40B4-BE49-F238E27FC236}">
                <ns2:creationId id="{5132981A-5EA9-4DA5-8580-64F4A29593F3}"/>
              </a:ext>
            </a:extLst>
          </p:cNvPr>
          <p:cNvSpPr>
            <a:spLocks noGrp="1"/>
          </p:cNvSpPr>
          <p:nvPr/>
        </p:nvSpPr>
        <p:spPr>
          <a:xfrm>
            <a:off x="12763500" y="3629025"/>
            <a:ext cx="485775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외부 AI의 실제 작성</a:t>
            </a:r>
            <a:endParaRPr lang="ko-KR">
              <a:solidFill>
                <a:srgbClr val="000000"/>
              </a:solidFill>
              <a:latin typeface="Calibri"/>
              <a:ea typeface="Calibri"/>
              <a:cs typeface="Calibri"/>
            </a:endParaRPr>
          </a:p>
        </p:txBody>
      </p:sp>
      <p:sp>
        <p:nvSpPr>
          <p:cNvPr id="24" name="v2-90-time-return">
            <a:extLst>
              <a:ext uri="{FF2B5EF4-FFF2-40B4-BE49-F238E27FC236}">
                <ns2:creationId id="{31CF41D0-55B5-4893-8F01-CEC314FD8BB2}"/>
              </a:ext>
            </a:extLst>
          </p:cNvPr>
          <p:cNvSpPr>
            <a:spLocks noGrp="1"/>
          </p:cNvSpPr>
          <p:nvPr/>
        </p:nvSpPr>
        <p:spPr>
          <a:xfrm>
            <a:off x="1781175" y="3467100"/>
            <a:ext cx="13477875" cy="1076325"/>
          </a:xfrm>
          <a:custGeom>
            <a:pathLst>
              <a:path w="13477875" h="1076325">
                <a:moveTo>
                  <a:pt x="13477875" y="0"/>
                </a:moveTo>
                <a:lnTo>
                  <a:pt x="13477875" y="1076325"/>
                </a:lnTo>
                <a:lnTo>
                  <a:pt x="0" y="1076325"/>
                </a:lnTo>
                <a:lnTo>
                  <a:pt x="0" y="0"/>
                </a:lnTo>
              </a:path>
            </a:pathLst>
          </a:custGeom>
          <a:noFill/>
          <a:ln w="28575">
            <a:solidFill>
              <a:srgbClr val="576773"/>
            </a:solidFill>
            <a:prstDash val="solid"/>
          </a:ln>
        </p:spPr>
      </p:sp>
      <p:sp>
        <p:nvSpPr>
          <p:cNvPr id="25" name="v2-91-time-return-head">
            <a:extLst>
              <a:ext uri="{FF2B5EF4-FFF2-40B4-BE49-F238E27FC236}">
                <ns2:creationId id="{93118C6D-0CEE-40C7-A4E6-E3F8373B1A69}"/>
              </a:ext>
            </a:extLst>
          </p:cNvPr>
          <p:cNvSpPr>
            <a:spLocks noGrp="1"/>
          </p:cNvSpPr>
          <p:nvPr/>
        </p:nvSpPr>
        <p:spPr>
          <a:xfrm>
            <a:off x="1726377" y="3467100"/>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6" name="v2-92-note">
            <a:extLst>
              <a:ext uri="{FF2B5EF4-FFF2-40B4-BE49-F238E27FC236}">
                <ns2:creationId id="{E2FAB8E3-80FE-4667-AF31-7F837A0075E9}"/>
              </a:ext>
            </a:extLst>
          </p:cNvPr>
          <p:cNvSpPr>
            <a:spLocks noGrp="1"/>
          </p:cNvSpPr>
          <p:nvPr/>
        </p:nvSpPr>
        <p:spPr>
          <a:xfrm>
            <a:off x="4972050" y="4552950"/>
            <a:ext cx="9715500" cy="57150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결과를 받은 뒤 VIA가 준비하고 실제 전달</a:t>
            </a:r>
            <a:endParaRPr lang="ko-KR">
              <a:solidFill>
                <a:srgbClr val="000000"/>
              </a:solidFill>
              <a:latin typeface="Calibri"/>
              <a:ea typeface="Calibri"/>
              <a:cs typeface="Calibri"/>
            </a:endParaRPr>
          </a:p>
        </p:txBody>
      </p:sp>
      <p:graphicFrame>
        <p:nvGraphicFramePr>
          <p:cNvPr id="56" name=""/>
          <p:cNvGraphicFramePr/>
          <p:nvPr/>
        </p:nvGraphicFramePr>
        <p:xfrm>
          <a:off x="495300" y="5810250"/>
          <a:ext cx="17297400" cy="2105025"/>
        </p:xfrm>
        <a:graphic>
          <a:graphicData uri="http://schemas.openxmlformats.org/drawingml/2006/table">
            <a:tbl>
              <a:tblPr/>
              <a:tblGrid>
                <a:gridCol w="4171950"/>
                <a:gridCol w="6638925"/>
                <a:gridCol w="64865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지표</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사용자가 보는 의미</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현재 목표와 계산 경계</a:t>
                      </a:r>
                      <a:endParaRPr lang="ko-KR">
                        <a:solidFill>
                          <a:srgbClr val="000000"/>
                        </a:solidFill>
                        <a:latin typeface="Calibri"/>
                        <a:ea typeface="Calibri"/>
                        <a:cs typeface="Calibri"/>
                      </a:endParaRPr>
                    </a:p>
                  </a:txBody>
                  <a:tcPr marL="114300" marR="76200" marT="47625" marB="47625" anchor="ctr">
                    <a:solidFill>
                      <a:srgbClr val="C6E0B4"/>
                    </a:solidFill>
                  </a:tcPr>
                </a:tc>
              </a:tr>
              <a:tr h="776288">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새 입력, 질문이나 결과에 알맞게 반응하기까지</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평균 ≤ 1초 / 로컬 재생 중단 ≤ 0.1초</a:t>
                      </a:r>
                      <a:endParaRPr lang="ko-KR">
                        <a:solidFill>
                          <a:srgbClr val="000000"/>
                        </a:solidFill>
                        <a:latin typeface="Calibri"/>
                        <a:ea typeface="Calibri"/>
                        <a:cs typeface="Calibri"/>
                      </a:endParaRPr>
                    </a:p>
                  </a:txBody>
                  <a:tcPr marL="114300" marR="76200" marT="47625" marB="47625" anchor="ctr">
                    <a:solidFill>
                      <a:srgbClr val="FFFFFF"/>
                    </a:solidFill>
                  </a:tcPr>
                </a:tc>
              </a:tr>
              <a:tr h="776288">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접수부터 결과 전달까지 VIA가 처리하고 기다린 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평균 ≤ 10초 / 외부 업무 실행과 사용자 대기 제외</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28" name="v2-93-time-boundary-footnote">
            <a:extLst>
              <a:ext uri="{FF2B5EF4-FFF2-40B4-BE49-F238E27FC236}">
                <ns2:creationId id="{FD9D7228-EEF4-418E-95CE-8033EE0BE4FD}"/>
              </a:ext>
            </a:extLst>
          </p:cNvPr>
          <p:cNvSpPr>
            <a:spLocks noGrp="1"/>
          </p:cNvSpPr>
          <p:nvPr/>
        </p:nvSpPr>
        <p:spPr>
          <a:xfrm>
            <a:off x="495300" y="8429625"/>
            <a:ext cx="17049750" cy="9334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포함: VIA 의미 모델 호출, 자료 조회, queue 대기와 실제 전달</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제외: 외부 업무 AI가 보고서를 작성하는 시간, 사용자 대기와 계약상 필요한 사용자 발화</a:t>
            </a:r>
            <a:endParaRPr lang="ko-KR">
              <a:solidFill>
                <a:srgbClr val="000000"/>
              </a:solidFill>
              <a:latin typeface="Calibri"/>
              <a:ea typeface="Calibri"/>
              <a:cs typeface="Calibri"/>
            </a:endParaRPr>
          </a:p>
        </p:txBody>
      </p:sp>
      <p:sp>
        <p:nvSpPr>
          <p:cNvPr id="29" name="v2-94-note">
            <a:extLst>
              <a:ext uri="{FF2B5EF4-FFF2-40B4-BE49-F238E27FC236}">
                <ns2:creationId id="{3022D369-0D55-45F3-AEB1-1EE565610638}"/>
              </a:ext>
            </a:extLst>
          </p:cNvPr>
          <p:cNvSpPr>
            <a:spLocks noGrp="1"/>
          </p:cNvSpPr>
          <p:nvPr/>
        </p:nvSpPr>
        <p:spPr>
          <a:xfrm>
            <a:off x="495300" y="9572625"/>
            <a:ext cx="17049750" cy="4572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그림의 길이는 시간 비율이 아닙니다. 같은 21개 사례를 5회 독립 반복하여 지정된 반응과 처리 사이클을 따로 평가합니다.</a:t>
            </a:r>
            <a:endParaRPr lang="ko-KR">
              <a:solidFill>
                <a:srgbClr val="000000"/>
              </a:solidFill>
              <a:latin typeface="Calibri"/>
              <a:ea typeface="Calibri"/>
              <a:cs typeface="Calibri"/>
            </a:endParaRPr>
          </a:p>
        </p:txBody>
      </p:sp>
      <p:sp>
        <p:nvSpPr>
          <p:cNvPr id="57" name="v6-header-title">
            <a:extLst>
              <a:ext uri="{FF2B5EF4-FFF2-40B4-BE49-F238E27FC236}">
                <ns2:creationId id="{700668DC-E122-4834-940B-CF8FAEC09A96}"/>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상호작용 응답시간과 요청 처리시간</a:t>
            </a:r>
            <a:endParaRPr lang="ko-KR">
              <a:latin typeface="Calibri"/>
              <a:ea typeface="Calibri"/>
              <a:cs typeface="Calibri"/>
            </a:endParaRPr>
          </a:p>
        </p:txBody>
      </p:sp>
      <p:sp>
        <p:nvSpPr>
          <p:cNvPr id="58" name="v6-header-rule">
            <a:extLst>
              <a:ext uri="{FF2B5EF4-FFF2-40B4-BE49-F238E27FC236}">
                <ns2:creationId id="{2C819B57-1951-422D-9EFB-D915A1F6DC38}"/>
              </a:ext>
            </a:extLst>
          </p:cNvPr>
          <p:cNvSpPr>
            <a:spLocks noGrp="1"/>
          </p:cNvSpPr>
          <p:nvPr/>
        </p:nvSpPr>
        <p:spPr>
          <a:xfrm>
            <a:off x="495300" y="990600"/>
            <a:ext cx="17335500" cy="0"/>
          </a:xfrm>
          <a:prstGeom prst="line">
            <a:avLst/>
          </a:prstGeom>
          <a:noFill/>
          <a:ln w="19050">
            <a:solidFill>
              <a:srgbClr val="A6A6A6"/>
            </a:solidFill>
          </a:ln>
        </p:spPr>
      </p:sp>
      <p:sp>
        <p:nvSpPr>
          <p:cNvPr id="59" name="v6-header-stage-0">
            <a:extLst>
              <a:ext uri="{FF2B5EF4-FFF2-40B4-BE49-F238E27FC236}">
                <ns2:creationId id="{EA6BE934-61D4-4013-89D6-020ED7C24D9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0" name="v6-header-stage-1">
            <a:extLst>
              <a:ext uri="{FF2B5EF4-FFF2-40B4-BE49-F238E27FC236}">
                <ns2:creationId id="{B48B9A57-CC76-4082-B438-F49B2CE0E8D3}"/>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1" name="v6-header-stage-2">
            <a:extLst>
              <a:ext uri="{FF2B5EF4-FFF2-40B4-BE49-F238E27FC236}">
                <ns2:creationId id="{368304C8-939A-471B-9421-040152A075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62" name="v6-header-stage-3">
            <a:extLst>
              <a:ext uri="{FF2B5EF4-FFF2-40B4-BE49-F238E27FC236}">
                <ns2:creationId id="{CE2659C9-EDEB-4341-911D-0A625BB11FD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63" name="v6-header-stage-4">
            <a:extLst>
              <a:ext uri="{FF2B5EF4-FFF2-40B4-BE49-F238E27FC236}">
                <ns2:creationId id="{85F1B396-28C9-47E6-A7C5-4B471315C65C}"/>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64" name="v6-header-page">
            <a:extLst>
              <a:ext uri="{FF2B5EF4-FFF2-40B4-BE49-F238E27FC236}">
                <ns2:creationId id="{1129F8E1-BD8D-4EE1-8E38-D2E0500CA5E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11 / 63</a:t>
            </a:r>
            <a:endParaRPr lang="ko-KR">
              <a:latin typeface="Calibri"/>
              <a:ea typeface="Calibri"/>
              <a:cs typeface="Calibri"/>
            </a:endParaRPr>
          </a:p>
        </p:txBody>
      </p:sp>
    </p:spTree>
    <p:extLst>
      <p:ext uri="{BB962C8B-B14F-4D97-AF65-F5344CB8AC3E}">
        <p14:creationId val="190162836"/>
      </p:ext>
    </p:extLst>
  </p:cSld>
</p:sld>
</file>

<file path=ppt/slides/slide50.xml><?xml version="1.0" encoding="utf-8"?>
<p:sld xmlns:a="http://schemas.openxmlformats.org/drawingml/2006/main" xmlns:ns2="http://schemas.microsoft.com/office/drawing/2014/main" xmlns:p="http://schemas.openxmlformats.org/presentationml/2006/main" xmlns:p14="http://schemas.microsoft.com/office/powerpoint/2010/main">
  <p:cSld name="drivers">
    <p:bg>
      <p:bgPr>
        <a:solidFill>
          <a:srgbClr val="FFFFFF"/>
        </a:solidFill>
      </p:bgPr>
    </p:bg>
    <p:spTree>
      <p:nvGrpSpPr>
        <p:cNvPr id="1" name=""/>
        <p:cNvGrpSpPr/>
        <p:nvPr/>
      </p:nvGrpSpPr>
      <p:grpSpPr>
        <a:xfrm/>
      </p:grpSpPr>
      <p:graphicFrame xmlns:a="http://schemas.openxmlformats.org/drawingml/2006/main" xmlns:p="http://schemas.openxmlformats.org/presentationml/2006/main">
        <p:nvGraphicFramePr>
          <p:cNvPr id="12" name=""/>
          <p:cNvGraphicFramePr/>
          <p:nvPr/>
        </p:nvGraphicFramePr>
        <p:xfrm>
          <a:off x="495300" y="2019300"/>
          <a:ext cx="17297400" cy="4362450"/>
        </p:xfrm>
        <a:graphic>
          <a:graphicData uri="http://schemas.openxmlformats.org/drawingml/2006/table">
            <a:tbl>
              <a:tblPr/>
              <a:tblGrid>
                <a:gridCol w="4619625"/>
                <a:gridCol w="4857750"/>
                <a:gridCol w="78200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필요한 기능과 제약</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비교할 품질 경로</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설계 질문</a:t>
                      </a:r>
                      <a:endParaRPr lang="ko-KR">
                        <a:solidFill>
                          <a:srgbClr val="000000"/>
                        </a:solidFill>
                        <a:latin typeface="Calibri"/>
                        <a:ea typeface="Calibri"/>
                        <a:cs typeface="Calibri"/>
                      </a:endParaRPr>
                    </a:p>
                  </a:txBody>
                  <a:tcPr marL="114300" marR="76200" marT="47625" marB="47625" anchor="ctr">
                    <a:solidFill>
                      <a:srgbClr val="C6E0B4"/>
                    </a:solidFill>
                  </a:tcPr>
                </a:tc>
              </a:tr>
              <a:tr h="952500">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FR1 / FR2  화면·발화 근거와 지칭</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VIA 처리시간 / 모델 비용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화면·음성  말한 순간의 대상을 어떻게 찾을까? (탐색)</a:t>
                      </a:r>
                      <a:endParaRPr lang="ko-KR">
                        <a:solidFill>
                          <a:srgbClr val="000000"/>
                        </a:solidFill>
                        <a:latin typeface="Calibri"/>
                        <a:ea typeface="Calibri"/>
                        <a:cs typeface="Calibri"/>
                      </a:endParaRPr>
                    </a:p>
                  </a:txBody>
                  <a:tcPr marL="114300" marR="76200" marT="47625" marB="47625" anchor="ctr">
                    <a:solidFill>
                      <a:srgbClr val="FFFFFF"/>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FR1 / FR3 / FR4  지속 입력과 후속 전달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상호작용 응답시간 / VIA 처리시간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44  정정·질문·결과가 겹쳐도 사용자 통제를 어떻게 유지할까?</a:t>
                      </a:r>
                      <a:endParaRPr lang="ko-KR">
                        <a:solidFill>
                          <a:srgbClr val="000000"/>
                        </a:solidFill>
                        <a:latin typeface="Calibri"/>
                        <a:ea typeface="Calibri"/>
                        <a:cs typeface="Calibri"/>
                      </a:endParaRPr>
                    </a:p>
                  </a:txBody>
                  <a:tcPr marL="114300" marR="76200" marT="47625" marB="47625" anchor="ctr">
                    <a:solidFill>
                      <a:srgbClr val="FFFFFF"/>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FR6  허용된 과거 맥락 제공</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VIA 처리시간 / 모델 비용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45  설명·결과·정정의 과거 맥락을 어떻게 다시 사용할까?</a:t>
                      </a:r>
                      <a:endParaRPr lang="ko-KR">
                        <a:solidFill>
                          <a:srgbClr val="000000"/>
                        </a:solidFill>
                        <a:latin typeface="Calibri"/>
                        <a:ea typeface="Calibri"/>
                        <a:cs typeface="Calibri"/>
                      </a:endParaRPr>
                    </a:p>
                  </a:txBody>
                  <a:tcPr marL="114300" marR="76200" marT="47625" marB="47625" anchor="ctr">
                    <a:solidFill>
                      <a:srgbClr val="FFFFFF"/>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FR4 / FR5  업무 연결과 연속성</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변경 용이성 / 로컬 메모리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42  대화·요청·질문·업무·실행의 수명을 어떻게 연결할까?</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xmlns:a="http://schemas.openxmlformats.org/drawingml/2006/main" xmlns:ns2="http://schemas.microsoft.com/office/drawing/2014/main" xmlns:p="http://schemas.openxmlformats.org/presentationml/2006/main">
        <p:nvSpPr>
          <p:cNvPr id="6" name="v2-99-drivers-common">
            <a:extLst>
              <a:ext uri="{FF2B5EF4-FFF2-40B4-BE49-F238E27FC236}">
                <ns2:creationId id="{DBD12002-1462-42DC-87FD-389E3E19F039}"/>
              </a:ext>
            </a:extLst>
          </p:cNvPr>
          <p:cNvSpPr>
            <a:spLocks noGrp="1"/>
          </p:cNvSpPr>
          <p:nvPr/>
        </p:nvSpPr>
        <p:spPr>
          <a:xfrm>
            <a:off x="495300" y="6943725"/>
            <a:ext cx="16954500" cy="600075"/>
          </a:xfrm>
          <a:prstGeom prst="rect">
            <a:avLst/>
          </a:prstGeom>
          <a:noFill/>
          <a:ln w="0">
            <a:noFill/>
          </a:ln>
        </p:spPr>
        <p:txBody>
          <a:bodyPr wrap="none" lIns="0" tIns="0" rIns="0" bIns="0" anchor="ctr">
            <a:noAutofit/>
          </a:bodyPr>
          <a:lstStyle/>
          <a:p>
            <a:pPr algn="l">
              <a:buNone/>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공통 제약 C1/C2는 모든 주제에서 지킵니다.</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7" name="v2-100-drivers-qa">
            <a:extLst>
              <a:ext uri="{FF2B5EF4-FFF2-40B4-BE49-F238E27FC236}">
                <ns2:creationId id="{525BB69C-F790-41AF-8026-FC7D6FC2B0F0}"/>
              </a:ext>
            </a:extLst>
          </p:cNvPr>
          <p:cNvSpPr>
            <a:spLocks noGrp="1"/>
          </p:cNvSpPr>
          <p:nvPr/>
        </p:nvSpPr>
        <p:spPr>
          <a:xfrm>
            <a:off x="495300" y="8001000"/>
            <a:ext cx="17049750" cy="1323975"/>
          </a:xfrm>
          <a:prstGeom prst="rect">
            <a:avLst/>
          </a:prstGeom>
          <a:noFill/>
          <a:ln w="0">
            <a:noFill/>
          </a:ln>
        </p:spPr>
        <p:txBody>
          <a:bodyPr wrap="none" lIns="0" tIns="0" rIns="0" bIns="0" anchor="ctr">
            <a:noAutofit/>
          </a:bodyPr>
          <a:lstStyle/>
          <a:p>
            <a:pPr algn="l">
              <a:buNone/>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여섯 QA 모두 검토합니다. 위 표는 대표 인과 경로이며 적용성 전수표나 효과 크기가 아닙니다.</a:t>
            </a:r>
            <a:endParaRPr lang="ko-KR">
              <a:solidFill>
                <a:srgbClr val="000000"/>
              </a:solidFill>
              <a:latin typeface="Calibri"/>
              <a:ea typeface="Calibri"/>
              <a:cs typeface="Calibri"/>
            </a:endParaRPr>
          </a:p>
          <a:p>
            <a:pPr algn="l">
              <a:buNone/>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44·45·42의 구조를 비교하고, 화면·음성 지칭의 문제와 대안을 탐색합니다.</a:t>
            </a:r>
            <a:endParaRPr lang="ko-KR">
              <a:solidFill>
                <a:srgbClr val="000000"/>
              </a:solidFill>
              <a:latin typeface="Calibri"/>
              <a:ea typeface="Calibri"/>
              <a:cs typeface="Calibri"/>
            </a:endParaRPr>
          </a:p>
        </p:txBody>
      </p:sp>
      <p:sp>
        <p:nvSpPr>
          <p:cNvPr id="13" name="v6-header-title">
            <a:extLst>
              <a:ext uri="{FF2B5EF4-FFF2-40B4-BE49-F238E27FC236}">
                <ns2:creationId id="{CC0DF3FB-6F85-44D7-9070-8CFB1E7F741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요구사항과 설계 질문</a:t>
            </a:r>
            <a:endParaRPr lang="ko-KR">
              <a:latin typeface="Calibri"/>
              <a:ea typeface="Calibri"/>
              <a:cs typeface="Calibri"/>
            </a:endParaRPr>
          </a:p>
        </p:txBody>
      </p:sp>
      <p:sp>
        <p:nvSpPr>
          <p:cNvPr id="14" name="v6-header-rule">
            <a:extLst>
              <a:ext uri="{FF2B5EF4-FFF2-40B4-BE49-F238E27FC236}">
                <ns2:creationId id="{818E77EE-2B3E-4F37-B826-0E9DAA08D453}"/>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5199B679-9291-498D-B275-64ACBA409F9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C1304838-93BD-465C-A24C-8786AD2A128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574452F7-84BD-44B6-AE44-125D5045FAD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F03214F6-5A8E-40B5-9223-45DE3E09276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51B3B348-ABD5-4DF2-A5B4-BC99EE5E353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E746A0CC-7AD9-49E2-B3E5-20B39B07E68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12 / 63</a:t>
            </a:r>
            <a:endParaRPr lang="ko-KR">
              <a:latin typeface="Calibri"/>
              <a:ea typeface="Calibri"/>
              <a:cs typeface="Calibri"/>
            </a:endParaRPr>
          </a:p>
        </p:txBody>
      </p:sp>
    </p:spTree>
    <p:extLst>
      <p:ext uri="{BB962C8B-B14F-4D97-AF65-F5344CB8AC3E}">
        <p14:creationId val="944121076"/>
      </p:ext>
    </p:extLst>
  </p:cSld>
</p:sld>
</file>

<file path=ppt/slides/slide51.xml><?xml version="1.0" encoding="utf-8"?>
<p:sld xmlns:a="http://schemas.openxmlformats.org/drawingml/2006/main" xmlns:ns2="http://schemas.microsoft.com/office/drawing/2014/main" xmlns:p="http://schemas.openxmlformats.org/presentationml/2006/main" xmlns:p14="http://schemas.microsoft.com/office/powerpoint/2010/main">
  <p:cSld name="dp41-comparison-v2">
    <p:bg>
      <p:bgPr>
        <a:solidFill>
          <a:srgbClr val="FFFFFF"/>
        </a:solidFill>
      </p:bgPr>
    </p:bg>
    <p:spTree>
      <p:nvGrpSpPr>
        <p:cNvPr id="1" name=""/>
        <p:cNvGrpSpPr/>
        <p:nvPr/>
      </p:nvGrpSpPr>
      <p:grpSpPr>
        <a:xfrm/>
      </p:grpSpPr>
      <p:sp>
        <p:nvSpPr>
          <p:cNvPr id="5" name="v2-130-note">
            <a:extLst>
              <a:ext uri="{FF2B5EF4-FFF2-40B4-BE49-F238E27FC236}">
                <ns2:creationId id="{FE38564E-474A-4F04-9209-54DB66279E88}"/>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입력: “매출 자료를 아까 보고서에 넣고, 보내지 말고 그 결과로 메일 초안만 만들어줘.”</a:t>
            </a:r>
            <a:endParaRPr lang="ko-KR">
              <a:solidFill>
                <a:srgbClr val="000000"/>
              </a:solidFill>
              <a:latin typeface="Calibri"/>
              <a:ea typeface="Calibri"/>
              <a:cs typeface="Calibri"/>
            </a:endParaRPr>
          </a:p>
        </p:txBody>
      </p:sp>
      <p:sp>
        <p:nvSpPr>
          <p:cNvPr id="6" name="v2-131-option-a">
            <a:extLst>
              <a:ext uri="{FF2B5EF4-FFF2-40B4-BE49-F238E27FC236}">
                <ns2:creationId id="{C5097FA2-DBE3-4DFD-980F-8E82CDDB33A7}"/>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모델이 조회와 전체 의미를 제안</a:t>
            </a:r>
            <a:endParaRPr lang="ko-KR">
              <a:solidFill>
                <a:srgbClr val="000000"/>
              </a:solidFill>
              <a:latin typeface="Calibri"/>
              <a:ea typeface="Calibri"/>
              <a:cs typeface="Calibri"/>
            </a:endParaRPr>
          </a:p>
        </p:txBody>
      </p:sp>
      <p:sp>
        <p:nvSpPr>
          <p:cNvPr id="7" name="v2-132-option-b">
            <a:extLst>
              <a:ext uri="{FF2B5EF4-FFF2-40B4-BE49-F238E27FC236}">
                <ns2:creationId id="{D6A83B6B-4D44-4E9F-B4AB-F4D8DF2BDF85}"/>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모델의 요청 틀을 코드가 완성</a:t>
            </a:r>
            <a:endParaRPr lang="ko-KR">
              <a:solidFill>
                <a:srgbClr val="000000"/>
              </a:solidFill>
              <a:latin typeface="Calibri"/>
              <a:ea typeface="Calibri"/>
              <a:cs typeface="Calibri"/>
            </a:endParaRPr>
          </a:p>
        </p:txBody>
      </p:sp>
      <p:sp>
        <p:nvSpPr>
          <p:cNvPr id="10" name="v2-135-클라우드 의미 LLM">
            <a:extLst>
              <a:ext uri="{FF2B5EF4-FFF2-40B4-BE49-F238E27FC236}">
                <ns2:creationId id="{61478EE3-0FAA-4401-A385-40AB982825AB}"/>
              </a:ext>
            </a:extLst>
          </p:cNvPr>
          <p:cNvSpPr>
            <a:spLocks noGrp="1"/>
          </p:cNvSpPr>
          <p:nvPr/>
        </p:nvSpPr>
        <p:spPr>
          <a:xfrm>
            <a:off x="704850" y="2619375"/>
            <a:ext cx="3076575" cy="44767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2" name="v2-137-Model Access">
            <a:extLst>
              <a:ext uri="{FF2B5EF4-FFF2-40B4-BE49-F238E27FC236}">
                <ns2:creationId id="{61E9C7B6-0FAB-4BE6-86B3-D6B7B25FA422}"/>
              </a:ext>
            </a:extLst>
          </p:cNvPr>
          <p:cNvSpPr>
            <a:spLocks noGrp="1"/>
          </p:cNvSpPr>
          <p:nvPr/>
        </p:nvSpPr>
        <p:spPr>
          <a:xfrm>
            <a:off x="4324350" y="2619375"/>
            <a:ext cx="2724150" cy="44767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4" name="v2-139-model-call">
            <a:extLst>
              <a:ext uri="{FF2B5EF4-FFF2-40B4-BE49-F238E27FC236}">
                <ns2:creationId id="{23F355C3-E176-47AF-AF39-77B294B3F6E9}"/>
              </a:ext>
            </a:extLst>
          </p:cNvPr>
          <p:cNvSpPr>
            <a:spLocks noGrp="1"/>
          </p:cNvSpPr>
          <p:nvPr/>
        </p:nvSpPr>
        <p:spPr>
          <a:xfrm>
            <a:off x="3781425" y="2752725"/>
            <a:ext cx="542925" cy="9525"/>
          </a:xfrm>
          <a:custGeom>
            <a:pathLst>
              <a:path w="542925" h="9525">
                <a:moveTo>
                  <a:pt x="542925" y="0"/>
                </a:moveTo>
                <a:lnTo>
                  <a:pt x="0" y="0"/>
                </a:lnTo>
              </a:path>
            </a:pathLst>
          </a:custGeom>
          <a:noFill/>
          <a:ln w="19050">
            <a:solidFill>
              <a:srgbClr val="576773"/>
            </a:solidFill>
            <a:prstDash val="solid"/>
          </a:ln>
        </p:spPr>
      </p:sp>
      <p:sp>
        <p:nvSpPr>
          <p:cNvPr id="15" name="v2-140-model-call-head">
            <a:extLst>
              <a:ext uri="{FF2B5EF4-FFF2-40B4-BE49-F238E27FC236}">
                <ns2:creationId id="{9B62CA40-1B2C-492F-A87D-16BC4E5D4982}"/>
              </a:ext>
            </a:extLst>
          </p:cNvPr>
          <p:cNvSpPr>
            <a:spLocks noGrp="1"/>
          </p:cNvSpPr>
          <p:nvPr/>
        </p:nvSpPr>
        <p:spPr>
          <a:xfrm>
            <a:off x="3781425" y="2697927"/>
            <a:ext cx="100308" cy="109597"/>
          </a:xfrm>
          <a:custGeom>
            <a:pathLst>
              <a:path w="100308" h="109597">
                <a:moveTo>
                  <a:pt x="100308" y="0"/>
                </a:moveTo>
                <a:lnTo>
                  <a:pt x="0" y="54798"/>
                </a:lnTo>
                <a:lnTo>
                  <a:pt x="100308" y="109597"/>
                </a:lnTo>
              </a:path>
            </a:pathLst>
          </a:custGeom>
          <a:noFill/>
          <a:ln w="19050">
            <a:solidFill>
              <a:srgbClr val="576773"/>
            </a:solidFill>
            <a:prstDash val="solid"/>
          </a:ln>
        </p:spPr>
      </p:sp>
      <p:sp>
        <p:nvSpPr>
          <p:cNvPr id="16" name="v2-141-model-result">
            <a:extLst>
              <a:ext uri="{FF2B5EF4-FFF2-40B4-BE49-F238E27FC236}">
                <ns2:creationId id="{3831F03A-A9EF-4856-B3AD-6279DF75A81C}"/>
              </a:ext>
            </a:extLst>
          </p:cNvPr>
          <p:cNvSpPr>
            <a:spLocks noGrp="1"/>
          </p:cNvSpPr>
          <p:nvPr/>
        </p:nvSpPr>
        <p:spPr>
          <a:xfrm>
            <a:off x="3781425" y="2952750"/>
            <a:ext cx="542925" cy="9525"/>
          </a:xfrm>
          <a:custGeom>
            <a:pathLst>
              <a:path w="542925" h="9525">
                <a:moveTo>
                  <a:pt x="0" y="0"/>
                </a:moveTo>
                <a:lnTo>
                  <a:pt x="542925" y="0"/>
                </a:lnTo>
              </a:path>
            </a:pathLst>
          </a:custGeom>
          <a:noFill/>
          <a:ln w="19050">
            <a:solidFill>
              <a:srgbClr val="576773"/>
            </a:solidFill>
            <a:prstDash val="solid"/>
          </a:ln>
        </p:spPr>
      </p:sp>
      <p:sp>
        <p:nvSpPr>
          <p:cNvPr id="17" name="v2-142-model-result-head">
            <a:extLst>
              <a:ext uri="{FF2B5EF4-FFF2-40B4-BE49-F238E27FC236}">
                <ns2:creationId id="{86949BA9-DB99-4265-8742-E93AD48785E7}"/>
              </a:ext>
            </a:extLst>
          </p:cNvPr>
          <p:cNvSpPr>
            <a:spLocks noGrp="1"/>
          </p:cNvSpPr>
          <p:nvPr/>
        </p:nvSpPr>
        <p:spPr>
          <a:xfrm>
            <a:off x="4224042" y="28979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8" name="v2-143-Request Interpreter">
            <a:extLst>
              <a:ext uri="{FF2B5EF4-FFF2-40B4-BE49-F238E27FC236}">
                <ns2:creationId id="{F97DEE2D-ED0C-44BF-8197-DA271D5B1A53}"/>
              </a:ext>
            </a:extLst>
          </p:cNvPr>
          <p:cNvSpPr>
            <a:spLocks noGrp="1"/>
          </p:cNvSpPr>
          <p:nvPr/>
        </p:nvSpPr>
        <p:spPr>
          <a:xfrm>
            <a:off x="590550" y="3248025"/>
            <a:ext cx="8105775" cy="2209800"/>
          </a:xfrm>
          <a:prstGeom prst="rect">
            <a:avLst/>
          </a:prstGeom>
          <a:noFill/>
          <a:ln w="19050">
            <a:solidFill>
              <a:srgbClr val="BCCAD2"/>
            </a:solidFill>
          </a:ln>
        </p:spPr>
        <p:txBody>
          <a:bodyPr wrap="none" lIns="133350" tIns="38100" rIns="4829175" bIns="1809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20" name="v2-145-클라우드 의미 LLM">
            <a:extLst>
              <a:ext uri="{FF2B5EF4-FFF2-40B4-BE49-F238E27FC236}">
                <ns2:creationId id="{2EAA4132-0376-4CC6-B421-4D878E425670}"/>
              </a:ext>
            </a:extLst>
          </p:cNvPr>
          <p:cNvSpPr>
            <a:spLocks noGrp="1"/>
          </p:cNvSpPr>
          <p:nvPr/>
        </p:nvSpPr>
        <p:spPr>
          <a:xfrm>
            <a:off x="9439275" y="2619375"/>
            <a:ext cx="3076575" cy="44767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2" name="v2-147-Model Access">
            <a:extLst>
              <a:ext uri="{FF2B5EF4-FFF2-40B4-BE49-F238E27FC236}">
                <ns2:creationId id="{B096E3FB-857C-43F9-BFA8-9593AC1C9183}"/>
              </a:ext>
            </a:extLst>
          </p:cNvPr>
          <p:cNvSpPr>
            <a:spLocks noGrp="1"/>
          </p:cNvSpPr>
          <p:nvPr/>
        </p:nvSpPr>
        <p:spPr>
          <a:xfrm>
            <a:off x="13058775" y="2619375"/>
            <a:ext cx="2724150" cy="44767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4" name="v2-149-model-call">
            <a:extLst>
              <a:ext uri="{FF2B5EF4-FFF2-40B4-BE49-F238E27FC236}">
                <ns2:creationId id="{C2A656A2-8B8D-4234-9122-F4E887F1683C}"/>
              </a:ext>
            </a:extLst>
          </p:cNvPr>
          <p:cNvSpPr>
            <a:spLocks noGrp="1"/>
          </p:cNvSpPr>
          <p:nvPr/>
        </p:nvSpPr>
        <p:spPr>
          <a:xfrm>
            <a:off x="12515850" y="2752725"/>
            <a:ext cx="542925" cy="9525"/>
          </a:xfrm>
          <a:custGeom>
            <a:pathLst>
              <a:path w="542925" h="9525">
                <a:moveTo>
                  <a:pt x="542925" y="0"/>
                </a:moveTo>
                <a:lnTo>
                  <a:pt x="0" y="0"/>
                </a:lnTo>
              </a:path>
            </a:pathLst>
          </a:custGeom>
          <a:noFill/>
          <a:ln w="19050">
            <a:solidFill>
              <a:srgbClr val="576773"/>
            </a:solidFill>
            <a:prstDash val="solid"/>
          </a:ln>
        </p:spPr>
      </p:sp>
      <p:sp>
        <p:nvSpPr>
          <p:cNvPr id="25" name="v2-150-model-call-head">
            <a:extLst>
              <a:ext uri="{FF2B5EF4-FFF2-40B4-BE49-F238E27FC236}">
                <ns2:creationId id="{444F95D9-FAB6-4C6F-AD10-4C3373CC5C64}"/>
              </a:ext>
            </a:extLst>
          </p:cNvPr>
          <p:cNvSpPr>
            <a:spLocks noGrp="1"/>
          </p:cNvSpPr>
          <p:nvPr/>
        </p:nvSpPr>
        <p:spPr>
          <a:xfrm>
            <a:off x="12515850" y="2697927"/>
            <a:ext cx="100308" cy="109597"/>
          </a:xfrm>
          <a:custGeom>
            <a:pathLst>
              <a:path w="100308" h="109597">
                <a:moveTo>
                  <a:pt x="100308" y="0"/>
                </a:moveTo>
                <a:lnTo>
                  <a:pt x="0" y="54798"/>
                </a:lnTo>
                <a:lnTo>
                  <a:pt x="100308" y="109597"/>
                </a:lnTo>
              </a:path>
            </a:pathLst>
          </a:custGeom>
          <a:noFill/>
          <a:ln w="19050">
            <a:solidFill>
              <a:srgbClr val="576773"/>
            </a:solidFill>
            <a:prstDash val="solid"/>
          </a:ln>
        </p:spPr>
      </p:sp>
      <p:sp>
        <p:nvSpPr>
          <p:cNvPr id="26" name="v2-151-model-result">
            <a:extLst>
              <a:ext uri="{FF2B5EF4-FFF2-40B4-BE49-F238E27FC236}">
                <ns2:creationId id="{530460F0-1800-48C6-B058-23972BFA8168}"/>
              </a:ext>
            </a:extLst>
          </p:cNvPr>
          <p:cNvSpPr>
            <a:spLocks noGrp="1"/>
          </p:cNvSpPr>
          <p:nvPr/>
        </p:nvSpPr>
        <p:spPr>
          <a:xfrm>
            <a:off x="12515850" y="2952750"/>
            <a:ext cx="542925" cy="9525"/>
          </a:xfrm>
          <a:custGeom>
            <a:pathLst>
              <a:path w="542925" h="9525">
                <a:moveTo>
                  <a:pt x="0" y="0"/>
                </a:moveTo>
                <a:lnTo>
                  <a:pt x="542925" y="0"/>
                </a:lnTo>
              </a:path>
            </a:pathLst>
          </a:custGeom>
          <a:noFill/>
          <a:ln w="19050">
            <a:solidFill>
              <a:srgbClr val="576773"/>
            </a:solidFill>
            <a:prstDash val="solid"/>
          </a:ln>
        </p:spPr>
      </p:sp>
      <p:sp>
        <p:nvSpPr>
          <p:cNvPr id="27" name="v2-152-model-result-head">
            <a:extLst>
              <a:ext uri="{FF2B5EF4-FFF2-40B4-BE49-F238E27FC236}">
                <ns2:creationId id="{F8810380-712F-45B6-B2BE-58ED2169EFD1}"/>
              </a:ext>
            </a:extLst>
          </p:cNvPr>
          <p:cNvSpPr>
            <a:spLocks noGrp="1"/>
          </p:cNvSpPr>
          <p:nvPr/>
        </p:nvSpPr>
        <p:spPr>
          <a:xfrm>
            <a:off x="12958467" y="28979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28" name="v2-153-Request Interpreter">
            <a:extLst>
              <a:ext uri="{FF2B5EF4-FFF2-40B4-BE49-F238E27FC236}">
                <ns2:creationId id="{8165AB30-0C0C-499E-8D6A-A98C3D1D0C51}"/>
              </a:ext>
            </a:extLst>
          </p:cNvPr>
          <p:cNvSpPr>
            <a:spLocks noGrp="1"/>
          </p:cNvSpPr>
          <p:nvPr/>
        </p:nvSpPr>
        <p:spPr>
          <a:xfrm>
            <a:off x="9324975" y="3248025"/>
            <a:ext cx="8105775" cy="2209800"/>
          </a:xfrm>
          <a:prstGeom prst="rect">
            <a:avLst/>
          </a:prstGeom>
          <a:noFill/>
          <a:ln w="19050">
            <a:solidFill>
              <a:srgbClr val="BCCAD2"/>
            </a:solidFill>
          </a:ln>
        </p:spPr>
        <p:txBody>
          <a:bodyPr wrap="none" lIns="133350" tIns="38100" rIns="4829175" bIns="1809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30" name="v2-155-모델 주도 해석 제어기">
            <a:extLst>
              <a:ext uri="{FF2B5EF4-FFF2-40B4-BE49-F238E27FC236}">
                <ns2:creationId id="{BEFCF12F-1B53-4BA8-9A18-68256CB3E77E}"/>
              </a:ext>
            </a:extLst>
          </p:cNvPr>
          <p:cNvSpPr>
            <a:spLocks noGrp="1"/>
          </p:cNvSpPr>
          <p:nvPr/>
        </p:nvSpPr>
        <p:spPr>
          <a:xfrm>
            <a:off x="800100" y="3838575"/>
            <a:ext cx="3200400" cy="52387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모델 주도 해석 제어기</a:t>
            </a:r>
            <a:endParaRPr lang="ko-KR">
              <a:solidFill>
                <a:srgbClr val="000000"/>
              </a:solidFill>
              <a:latin typeface="Calibri"/>
              <a:ea typeface="Calibri"/>
              <a:cs typeface="Calibri"/>
            </a:endParaRPr>
          </a:p>
        </p:txBody>
      </p:sp>
      <p:sp>
        <p:nvSpPr>
          <p:cNvPr id="32" name="v2-157-읽기 도구 실행기">
            <a:extLst>
              <a:ext uri="{FF2B5EF4-FFF2-40B4-BE49-F238E27FC236}">
                <ns2:creationId id="{8644218A-3CE1-48BF-95D8-8F6C97282ADE}"/>
              </a:ext>
            </a:extLst>
          </p:cNvPr>
          <p:cNvSpPr>
            <a:spLocks noGrp="1"/>
          </p:cNvSpPr>
          <p:nvPr/>
        </p:nvSpPr>
        <p:spPr>
          <a:xfrm>
            <a:off x="5257800" y="3838575"/>
            <a:ext cx="3076575" cy="52387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34" name="v2-159-모델에 제공할 해석 맥락">
            <a:extLst>
              <a:ext uri="{FF2B5EF4-FFF2-40B4-BE49-F238E27FC236}">
                <ns2:creationId id="{59026275-2ADB-4E6B-A8ED-C6B0D215BB57}"/>
              </a:ext>
            </a:extLst>
          </p:cNvPr>
          <p:cNvSpPr>
            <a:spLocks noGrp="1"/>
          </p:cNvSpPr>
          <p:nvPr/>
        </p:nvSpPr>
        <p:spPr>
          <a:xfrm>
            <a:off x="800100" y="4810125"/>
            <a:ext cx="3200400" cy="46672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모델에 제공할 해석 맥락</a:t>
            </a:r>
            <a:endParaRPr lang="ko-KR">
              <a:solidFill>
                <a:srgbClr val="000000"/>
              </a:solidFill>
              <a:latin typeface="Calibri"/>
              <a:ea typeface="Calibri"/>
              <a:cs typeface="Calibri"/>
            </a:endParaRPr>
          </a:p>
        </p:txBody>
      </p:sp>
      <p:sp>
        <p:nvSpPr>
          <p:cNvPr id="36" name="v2-161-의미 제안 검증기">
            <a:extLst>
              <a:ext uri="{FF2B5EF4-FFF2-40B4-BE49-F238E27FC236}">
                <ns2:creationId id="{386500E5-2EA3-4C84-9E3E-79EE442EDEFB}"/>
              </a:ext>
            </a:extLst>
          </p:cNvPr>
          <p:cNvSpPr>
            <a:spLocks noGrp="1"/>
          </p:cNvSpPr>
          <p:nvPr/>
        </p:nvSpPr>
        <p:spPr>
          <a:xfrm>
            <a:off x="5257800" y="4810125"/>
            <a:ext cx="3076575" cy="4667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의미 제안 검증기</a:t>
            </a:r>
            <a:endParaRPr lang="ko-KR">
              <a:solidFill>
                <a:srgbClr val="000000"/>
              </a:solidFill>
              <a:latin typeface="Calibri"/>
              <a:ea typeface="Calibri"/>
              <a:cs typeface="Calibri"/>
            </a:endParaRPr>
          </a:p>
        </p:txBody>
      </p:sp>
      <p:sp>
        <p:nvSpPr>
          <p:cNvPr id="38" name="v2-163-a-read">
            <a:extLst>
              <a:ext uri="{FF2B5EF4-FFF2-40B4-BE49-F238E27FC236}">
                <ns2:creationId id="{51ED4CBB-5236-4CA1-99CD-91943FBDDB68}"/>
              </a:ext>
            </a:extLst>
          </p:cNvPr>
          <p:cNvSpPr>
            <a:spLocks noGrp="1"/>
          </p:cNvSpPr>
          <p:nvPr/>
        </p:nvSpPr>
        <p:spPr>
          <a:xfrm>
            <a:off x="4000500" y="4095750"/>
            <a:ext cx="1257300" cy="9525"/>
          </a:xfrm>
          <a:custGeom>
            <a:pathLst>
              <a:path w="1257300" h="9525">
                <a:moveTo>
                  <a:pt x="0" y="0"/>
                </a:moveTo>
                <a:lnTo>
                  <a:pt x="1257300" y="0"/>
                </a:lnTo>
              </a:path>
            </a:pathLst>
          </a:custGeom>
          <a:noFill/>
          <a:ln w="26670">
            <a:solidFill>
              <a:srgbClr val="00889A"/>
            </a:solidFill>
            <a:prstDash val="solid"/>
          </a:ln>
        </p:spPr>
      </p:sp>
      <p:sp>
        <p:nvSpPr>
          <p:cNvPr id="39" name="v2-164-a-read-head">
            <a:extLst>
              <a:ext uri="{FF2B5EF4-FFF2-40B4-BE49-F238E27FC236}">
                <ns2:creationId id="{D416B11E-43B3-4485-89DA-85A188475966}"/>
              </a:ext>
            </a:extLst>
          </p:cNvPr>
          <p:cNvSpPr>
            <a:spLocks noGrp="1"/>
          </p:cNvSpPr>
          <p:nvPr/>
        </p:nvSpPr>
        <p:spPr>
          <a:xfrm>
            <a:off x="5157492" y="404095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40" name="v2-165-note">
            <a:extLst>
              <a:ext uri="{FF2B5EF4-FFF2-40B4-BE49-F238E27FC236}">
                <ns2:creationId id="{BCAC4950-9943-4F26-98BB-9E2ADB39666C}"/>
              </a:ext>
            </a:extLst>
          </p:cNvPr>
          <p:cNvSpPr>
            <a:spLocks noGrp="1"/>
          </p:cNvSpPr>
          <p:nvPr/>
        </p:nvSpPr>
        <p:spPr>
          <a:xfrm>
            <a:off x="4086225" y="3733800"/>
            <a:ext cx="14287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조회 선택</a:t>
            </a:r>
            <a:endParaRPr lang="ko-KR">
              <a:solidFill>
                <a:srgbClr val="000000"/>
              </a:solidFill>
              <a:latin typeface="Calibri"/>
              <a:ea typeface="Calibri"/>
              <a:cs typeface="Calibri"/>
            </a:endParaRPr>
          </a:p>
        </p:txBody>
      </p:sp>
      <p:sp>
        <p:nvSpPr>
          <p:cNvPr id="41" name="v2-166-a-results">
            <a:extLst>
              <a:ext uri="{FF2B5EF4-FFF2-40B4-BE49-F238E27FC236}">
                <ns2:creationId id="{73D83836-144C-4637-873B-1F3026913CDB}"/>
              </a:ext>
            </a:extLst>
          </p:cNvPr>
          <p:cNvSpPr>
            <a:spLocks noGrp="1"/>
          </p:cNvSpPr>
          <p:nvPr/>
        </p:nvSpPr>
        <p:spPr>
          <a:xfrm>
            <a:off x="2400300" y="4362450"/>
            <a:ext cx="4391025" cy="447675"/>
          </a:xfrm>
          <a:custGeom>
            <a:pathLst>
              <a:path w="4391025" h="447675">
                <a:moveTo>
                  <a:pt x="4391025" y="0"/>
                </a:moveTo>
                <a:lnTo>
                  <a:pt x="4391025" y="228600"/>
                </a:lnTo>
                <a:lnTo>
                  <a:pt x="0" y="228600"/>
                </a:lnTo>
                <a:lnTo>
                  <a:pt x="0" y="447675"/>
                </a:lnTo>
              </a:path>
            </a:pathLst>
          </a:custGeom>
          <a:noFill/>
          <a:ln w="26670">
            <a:solidFill>
              <a:srgbClr val="00889A"/>
            </a:solidFill>
            <a:prstDash val="solid"/>
          </a:ln>
        </p:spPr>
      </p:sp>
      <p:sp>
        <p:nvSpPr>
          <p:cNvPr id="42" name="v2-167-a-results-head">
            <a:extLst>
              <a:ext uri="{FF2B5EF4-FFF2-40B4-BE49-F238E27FC236}">
                <ns2:creationId id="{B57C6B69-ED53-4FEB-A637-AF21FABA31A9}"/>
              </a:ext>
            </a:extLst>
          </p:cNvPr>
          <p:cNvSpPr>
            <a:spLocks noGrp="1"/>
          </p:cNvSpPr>
          <p:nvPr/>
        </p:nvSpPr>
        <p:spPr>
          <a:xfrm>
            <a:off x="2345502" y="470981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43" name="v2-168-note">
            <a:extLst>
              <a:ext uri="{FF2B5EF4-FFF2-40B4-BE49-F238E27FC236}">
                <ns2:creationId id="{DF088886-EF77-4CB7-A21D-D884A7F59D15}"/>
              </a:ext>
            </a:extLst>
          </p:cNvPr>
          <p:cNvSpPr>
            <a:spLocks noGrp="1"/>
          </p:cNvSpPr>
          <p:nvPr/>
        </p:nvSpPr>
        <p:spPr>
          <a:xfrm>
            <a:off x="3048000" y="4419600"/>
            <a:ext cx="371475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결과를 해석 맥락에 반영</a:t>
            </a:r>
            <a:endParaRPr lang="ko-KR">
              <a:solidFill>
                <a:srgbClr val="000000"/>
              </a:solidFill>
              <a:latin typeface="Calibri"/>
              <a:ea typeface="Calibri"/>
              <a:cs typeface="Calibri"/>
            </a:endParaRPr>
          </a:p>
        </p:txBody>
      </p:sp>
      <p:sp>
        <p:nvSpPr>
          <p:cNvPr id="44" name="v2-169-a-rejudge">
            <a:extLst>
              <a:ext uri="{FF2B5EF4-FFF2-40B4-BE49-F238E27FC236}">
                <ns2:creationId id="{23804142-B7CD-4490-80A1-389887295865}"/>
              </a:ext>
            </a:extLst>
          </p:cNvPr>
          <p:cNvSpPr>
            <a:spLocks noGrp="1"/>
          </p:cNvSpPr>
          <p:nvPr/>
        </p:nvSpPr>
        <p:spPr>
          <a:xfrm>
            <a:off x="609600" y="3067050"/>
            <a:ext cx="4591050" cy="1743075"/>
          </a:xfrm>
          <a:custGeom>
            <a:pathLst>
              <a:path w="4591050" h="1743075">
                <a:moveTo>
                  <a:pt x="1790700" y="1743075"/>
                </a:moveTo>
                <a:lnTo>
                  <a:pt x="0" y="1743075"/>
                </a:lnTo>
                <a:lnTo>
                  <a:pt x="0" y="57150"/>
                </a:lnTo>
                <a:lnTo>
                  <a:pt x="4591050" y="57150"/>
                </a:lnTo>
                <a:lnTo>
                  <a:pt x="4591050" y="0"/>
                </a:lnTo>
              </a:path>
            </a:pathLst>
          </a:custGeom>
          <a:noFill/>
          <a:ln w="26670">
            <a:solidFill>
              <a:srgbClr val="00889A"/>
            </a:solidFill>
            <a:prstDash val="solid"/>
          </a:ln>
        </p:spPr>
      </p:sp>
      <p:sp>
        <p:nvSpPr>
          <p:cNvPr id="45" name="v2-170-a-rejudge-head">
            <a:extLst>
              <a:ext uri="{FF2B5EF4-FFF2-40B4-BE49-F238E27FC236}">
                <ns2:creationId id="{3B059275-4165-487D-8E48-2D5189429067}"/>
              </a:ext>
            </a:extLst>
          </p:cNvPr>
          <p:cNvSpPr>
            <a:spLocks noGrp="1"/>
          </p:cNvSpPr>
          <p:nvPr/>
        </p:nvSpPr>
        <p:spPr>
          <a:xfrm>
            <a:off x="5145852" y="3067050"/>
            <a:ext cx="109597" cy="100308"/>
          </a:xfrm>
          <a:custGeom>
            <a:pathLst>
              <a:path w="109597" h="100308">
                <a:moveTo>
                  <a:pt x="109597" y="100308"/>
                </a:moveTo>
                <a:lnTo>
                  <a:pt x="54798" y="0"/>
                </a:lnTo>
                <a:lnTo>
                  <a:pt x="0" y="100308"/>
                </a:lnTo>
              </a:path>
            </a:pathLst>
          </a:custGeom>
          <a:noFill/>
          <a:ln w="26670">
            <a:solidFill>
              <a:srgbClr val="00889A"/>
            </a:solidFill>
            <a:prstDash val="solid"/>
          </a:ln>
        </p:spPr>
      </p:sp>
      <p:sp>
        <p:nvSpPr>
          <p:cNvPr id="46" name="v2-171-note">
            <a:extLst>
              <a:ext uri="{FF2B5EF4-FFF2-40B4-BE49-F238E27FC236}">
                <ns2:creationId id="{DF25C22F-6FAF-4AB8-9F31-45BDCCC906FF}"/>
              </a:ext>
            </a:extLst>
          </p:cNvPr>
          <p:cNvSpPr>
            <a:spLocks noGrp="1"/>
          </p:cNvSpPr>
          <p:nvPr/>
        </p:nvSpPr>
        <p:spPr>
          <a:xfrm>
            <a:off x="666750" y="5495925"/>
            <a:ext cx="3876675" cy="3810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④ 누적 근거로 모델 재호출</a:t>
            </a:r>
            <a:endParaRPr lang="ko-KR">
              <a:solidFill>
                <a:srgbClr val="000000"/>
              </a:solidFill>
              <a:latin typeface="Calibri"/>
              <a:ea typeface="Calibri"/>
              <a:cs typeface="Calibri"/>
            </a:endParaRPr>
          </a:p>
        </p:txBody>
      </p:sp>
      <p:sp>
        <p:nvSpPr>
          <p:cNvPr id="47" name="v2-172-a-action">
            <a:extLst>
              <a:ext uri="{FF2B5EF4-FFF2-40B4-BE49-F238E27FC236}">
                <ns2:creationId id="{0787E1EA-B0C2-41B2-BE6A-D8E8DE761117}"/>
              </a:ext>
            </a:extLst>
          </p:cNvPr>
          <p:cNvSpPr>
            <a:spLocks noGrp="1"/>
          </p:cNvSpPr>
          <p:nvPr/>
        </p:nvSpPr>
        <p:spPr>
          <a:xfrm>
            <a:off x="2400300" y="3067050"/>
            <a:ext cx="2800350" cy="771525"/>
          </a:xfrm>
          <a:custGeom>
            <a:pathLst>
              <a:path w="2800350" h="771525">
                <a:moveTo>
                  <a:pt x="2800350" y="0"/>
                </a:moveTo>
                <a:lnTo>
                  <a:pt x="2800350" y="628650"/>
                </a:lnTo>
                <a:lnTo>
                  <a:pt x="0" y="628650"/>
                </a:lnTo>
                <a:lnTo>
                  <a:pt x="0" y="771525"/>
                </a:lnTo>
              </a:path>
            </a:pathLst>
          </a:custGeom>
          <a:noFill/>
          <a:ln w="26670">
            <a:solidFill>
              <a:srgbClr val="00889A"/>
            </a:solidFill>
            <a:prstDash val="solid"/>
          </a:ln>
        </p:spPr>
      </p:sp>
      <p:sp>
        <p:nvSpPr>
          <p:cNvPr id="48" name="v2-173-a-action-head">
            <a:extLst>
              <a:ext uri="{FF2B5EF4-FFF2-40B4-BE49-F238E27FC236}">
                <ns2:creationId id="{7F94799A-B896-4B48-BE80-8FC4855771F5}"/>
              </a:ext>
            </a:extLst>
          </p:cNvPr>
          <p:cNvSpPr>
            <a:spLocks noGrp="1"/>
          </p:cNvSpPr>
          <p:nvPr/>
        </p:nvSpPr>
        <p:spPr>
          <a:xfrm>
            <a:off x="2345502" y="373826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49" name="v2-174-note">
            <a:extLst>
              <a:ext uri="{FF2B5EF4-FFF2-40B4-BE49-F238E27FC236}">
                <ns2:creationId id="{1219E202-C53B-412B-A31C-CB8110458268}"/>
              </a:ext>
            </a:extLst>
          </p:cNvPr>
          <p:cNvSpPr>
            <a:spLocks noGrp="1"/>
          </p:cNvSpPr>
          <p:nvPr/>
        </p:nvSpPr>
        <p:spPr>
          <a:xfrm>
            <a:off x="5524500" y="3314700"/>
            <a:ext cx="2962275"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다음 조회 / 의미 / 질문</a:t>
            </a:r>
            <a:endParaRPr lang="ko-KR">
              <a:solidFill>
                <a:srgbClr val="000000"/>
              </a:solidFill>
              <a:latin typeface="Calibri"/>
              <a:ea typeface="Calibri"/>
              <a:cs typeface="Calibri"/>
            </a:endParaRPr>
          </a:p>
        </p:txBody>
      </p:sp>
      <p:sp>
        <p:nvSpPr>
          <p:cNvPr id="50" name="v2-175-a-proposal">
            <a:extLst>
              <a:ext uri="{FF2B5EF4-FFF2-40B4-BE49-F238E27FC236}">
                <ns2:creationId id="{F57BF01C-87C3-4BCD-94E3-DA978B8FAE55}"/>
              </a:ext>
            </a:extLst>
          </p:cNvPr>
          <p:cNvSpPr>
            <a:spLocks noGrp="1"/>
          </p:cNvSpPr>
          <p:nvPr/>
        </p:nvSpPr>
        <p:spPr>
          <a:xfrm>
            <a:off x="4000500" y="4181475"/>
            <a:ext cx="1257300" cy="866775"/>
          </a:xfrm>
          <a:custGeom>
            <a:pathLst>
              <a:path w="1257300" h="866775">
                <a:moveTo>
                  <a:pt x="0" y="0"/>
                </a:moveTo>
                <a:lnTo>
                  <a:pt x="371475" y="0"/>
                </a:lnTo>
                <a:lnTo>
                  <a:pt x="371475" y="866775"/>
                </a:lnTo>
                <a:lnTo>
                  <a:pt x="1257300" y="866775"/>
                </a:lnTo>
              </a:path>
            </a:pathLst>
          </a:custGeom>
          <a:noFill/>
          <a:ln w="19050">
            <a:solidFill>
              <a:srgbClr val="576773"/>
            </a:solidFill>
            <a:prstDash val="solid"/>
          </a:ln>
        </p:spPr>
      </p:sp>
      <p:sp>
        <p:nvSpPr>
          <p:cNvPr id="51" name="v2-176-a-proposal-head">
            <a:extLst>
              <a:ext uri="{FF2B5EF4-FFF2-40B4-BE49-F238E27FC236}">
                <ns2:creationId id="{49569D1D-D1F5-4826-9F08-89DFE8278506}"/>
              </a:ext>
            </a:extLst>
          </p:cNvPr>
          <p:cNvSpPr>
            <a:spLocks noGrp="1"/>
          </p:cNvSpPr>
          <p:nvPr/>
        </p:nvSpPr>
        <p:spPr>
          <a:xfrm>
            <a:off x="5157492" y="49934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52" name="v2-177-note">
            <a:extLst>
              <a:ext uri="{FF2B5EF4-FFF2-40B4-BE49-F238E27FC236}">
                <ns2:creationId id="{9F62F035-043F-4ABB-B0D4-65DCB808324E}"/>
              </a:ext>
            </a:extLst>
          </p:cNvPr>
          <p:cNvSpPr>
            <a:spLocks noGrp="1"/>
          </p:cNvSpPr>
          <p:nvPr/>
        </p:nvSpPr>
        <p:spPr>
          <a:xfrm>
            <a:off x="4276725" y="5172075"/>
            <a:ext cx="11239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완성 제안</a:t>
            </a:r>
            <a:endParaRPr lang="ko-KR">
              <a:solidFill>
                <a:srgbClr val="000000"/>
              </a:solidFill>
              <a:latin typeface="Calibri"/>
              <a:ea typeface="Calibri"/>
              <a:cs typeface="Calibri"/>
            </a:endParaRPr>
          </a:p>
        </p:txBody>
      </p:sp>
      <p:sp>
        <p:nvSpPr>
          <p:cNvPr id="53" name="v2-178-Context Manager">
            <a:extLst>
              <a:ext uri="{FF2B5EF4-FFF2-40B4-BE49-F238E27FC236}">
                <ns2:creationId id="{A75D6AE3-B5AB-417E-BC35-4BF68D77D228}"/>
              </a:ext>
            </a:extLst>
          </p:cNvPr>
          <p:cNvSpPr>
            <a:spLocks noGrp="1"/>
          </p:cNvSpPr>
          <p:nvPr/>
        </p:nvSpPr>
        <p:spPr>
          <a:xfrm>
            <a:off x="5067300" y="5648325"/>
            <a:ext cx="2162175" cy="419100"/>
          </a:xfrm>
          <a:prstGeom prst="rect">
            <a:avLst/>
          </a:prstGeom>
          <a:solidFill>
            <a:srgbClr val="E8EEF7"/>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55" name="v2-180-Task Manager">
            <a:extLst>
              <a:ext uri="{FF2B5EF4-FFF2-40B4-BE49-F238E27FC236}">
                <ns2:creationId id="{993C6A33-1437-48D9-9847-A80969E944A8}"/>
              </a:ext>
            </a:extLst>
          </p:cNvPr>
          <p:cNvSpPr>
            <a:spLocks noGrp="1"/>
          </p:cNvSpPr>
          <p:nvPr/>
        </p:nvSpPr>
        <p:spPr>
          <a:xfrm>
            <a:off x="7372350" y="5648325"/>
            <a:ext cx="1438275" cy="419100"/>
          </a:xfrm>
          <a:prstGeom prst="rect">
            <a:avLst/>
          </a:prstGeom>
          <a:solidFill>
            <a:srgbClr val="E8EEF7"/>
          </a:solidFill>
          <a:ln w="19050">
            <a:solidFill>
              <a:srgbClr val="576773"/>
            </a:solidFill>
          </a:ln>
        </p:spPr>
        <p:txBody>
          <a:bodyPr wrap="none" lIns="76200" tIns="0" rIns="7620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57" name="v2-182-a-sources">
            <a:extLst>
              <a:ext uri="{FF2B5EF4-FFF2-40B4-BE49-F238E27FC236}">
                <ns2:creationId id="{594DF430-0EDE-48EF-97BA-EC3EF8EA5BC1}"/>
              </a:ext>
            </a:extLst>
          </p:cNvPr>
          <p:cNvSpPr>
            <a:spLocks noGrp="1"/>
          </p:cNvSpPr>
          <p:nvPr/>
        </p:nvSpPr>
        <p:spPr>
          <a:xfrm>
            <a:off x="6191250" y="4095750"/>
            <a:ext cx="2581275" cy="1552575"/>
          </a:xfrm>
          <a:custGeom>
            <a:pathLst>
              <a:path w="2581275" h="1552575">
                <a:moveTo>
                  <a:pt x="2143125" y="0"/>
                </a:moveTo>
                <a:lnTo>
                  <a:pt x="2581275" y="0"/>
                </a:lnTo>
                <a:lnTo>
                  <a:pt x="2581275" y="1457325"/>
                </a:lnTo>
                <a:lnTo>
                  <a:pt x="0" y="1457325"/>
                </a:lnTo>
                <a:lnTo>
                  <a:pt x="0" y="1552575"/>
                </a:lnTo>
              </a:path>
            </a:pathLst>
          </a:custGeom>
          <a:noFill/>
          <a:ln w="19050">
            <a:solidFill>
              <a:srgbClr val="576773"/>
            </a:solidFill>
            <a:prstDash val="solid"/>
          </a:ln>
        </p:spPr>
      </p:sp>
      <p:sp>
        <p:nvSpPr>
          <p:cNvPr id="58" name="v2-183-a-sources-head">
            <a:extLst>
              <a:ext uri="{FF2B5EF4-FFF2-40B4-BE49-F238E27FC236}">
                <ns2:creationId id="{2EED4201-4607-4460-828A-E0F9530AEB0F}"/>
              </a:ext>
            </a:extLst>
          </p:cNvPr>
          <p:cNvSpPr>
            <a:spLocks noGrp="1"/>
          </p:cNvSpPr>
          <p:nvPr/>
        </p:nvSpPr>
        <p:spPr>
          <a:xfrm>
            <a:off x="61364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59" name="v2-184-a-task-source">
            <a:extLst>
              <a:ext uri="{FF2B5EF4-FFF2-40B4-BE49-F238E27FC236}">
                <ns2:creationId id="{50B68D1E-4239-4FFB-8D54-C2BCA8BFAF28}"/>
              </a:ext>
            </a:extLst>
          </p:cNvPr>
          <p:cNvSpPr>
            <a:spLocks noGrp="1"/>
          </p:cNvSpPr>
          <p:nvPr/>
        </p:nvSpPr>
        <p:spPr>
          <a:xfrm>
            <a:off x="8096250" y="5553075"/>
            <a:ext cx="9525" cy="95250"/>
          </a:xfrm>
          <a:custGeom>
            <a:pathLst>
              <a:path w="9525" h="95250">
                <a:moveTo>
                  <a:pt x="0" y="0"/>
                </a:moveTo>
                <a:lnTo>
                  <a:pt x="0" y="95250"/>
                </a:lnTo>
              </a:path>
            </a:pathLst>
          </a:custGeom>
          <a:noFill/>
          <a:ln w="19050">
            <a:solidFill>
              <a:srgbClr val="576773"/>
            </a:solidFill>
            <a:prstDash val="solid"/>
          </a:ln>
        </p:spPr>
      </p:sp>
      <p:sp>
        <p:nvSpPr>
          <p:cNvPr id="60" name="v2-185-a-task-source-head">
            <a:extLst>
              <a:ext uri="{FF2B5EF4-FFF2-40B4-BE49-F238E27FC236}">
                <ns2:creationId id="{0FCCC364-4AA4-4BEB-B9D1-0221A8E4CFDD}"/>
              </a:ext>
            </a:extLst>
          </p:cNvPr>
          <p:cNvSpPr>
            <a:spLocks noGrp="1"/>
          </p:cNvSpPr>
          <p:nvPr/>
        </p:nvSpPr>
        <p:spPr>
          <a:xfrm>
            <a:off x="80414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1" name="v2-186-요청 구조화기">
            <a:extLst>
              <a:ext uri="{FF2B5EF4-FFF2-40B4-BE49-F238E27FC236}">
                <ns2:creationId id="{36D1727E-405B-455C-8C40-4BAEB8BB35AC}"/>
              </a:ext>
            </a:extLst>
          </p:cNvPr>
          <p:cNvSpPr>
            <a:spLocks noGrp="1"/>
          </p:cNvSpPr>
          <p:nvPr/>
        </p:nvSpPr>
        <p:spPr>
          <a:xfrm>
            <a:off x="9515475" y="3838575"/>
            <a:ext cx="2838450" cy="5238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요청 구조화기</a:t>
            </a:r>
            <a:endParaRPr lang="ko-KR">
              <a:solidFill>
                <a:srgbClr val="000000"/>
              </a:solidFill>
              <a:latin typeface="Calibri"/>
              <a:ea typeface="Calibri"/>
              <a:cs typeface="Calibri"/>
            </a:endParaRPr>
          </a:p>
        </p:txBody>
      </p:sp>
      <p:sp>
        <p:nvSpPr>
          <p:cNvPr id="63" name="v2-188-Request Resolution Engine">
            <a:extLst>
              <a:ext uri="{FF2B5EF4-FFF2-40B4-BE49-F238E27FC236}">
                <ns2:creationId id="{FDC1DDB3-417B-4AFA-A72B-2CC3624AF2D8}"/>
              </a:ext>
            </a:extLst>
          </p:cNvPr>
          <p:cNvSpPr>
            <a:spLocks noGrp="1"/>
          </p:cNvSpPr>
          <p:nvPr/>
        </p:nvSpPr>
        <p:spPr>
          <a:xfrm>
            <a:off x="13239750" y="3838575"/>
            <a:ext cx="4029075" cy="5238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Resolution Engine</a:t>
            </a:r>
            <a:endParaRPr lang="ko-KR">
              <a:solidFill>
                <a:srgbClr val="000000"/>
              </a:solidFill>
              <a:latin typeface="Calibri"/>
              <a:ea typeface="Calibri"/>
              <a:cs typeface="Calibri"/>
            </a:endParaRPr>
          </a:p>
        </p:txBody>
      </p:sp>
      <p:sp>
        <p:nvSpPr>
          <p:cNvPr id="65" name="v2-190-항목별 해결 상태">
            <a:extLst>
              <a:ext uri="{FF2B5EF4-FFF2-40B4-BE49-F238E27FC236}">
                <ns2:creationId id="{8342863E-1726-4D0E-8217-8D2AE03EBDA4}"/>
              </a:ext>
            </a:extLst>
          </p:cNvPr>
          <p:cNvSpPr>
            <a:spLocks noGrp="1"/>
          </p:cNvSpPr>
          <p:nvPr/>
        </p:nvSpPr>
        <p:spPr>
          <a:xfrm>
            <a:off x="9515475" y="4810125"/>
            <a:ext cx="2838450" cy="46672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항목별 해결 상태</a:t>
            </a:r>
            <a:endParaRPr lang="ko-KR">
              <a:solidFill>
                <a:srgbClr val="000000"/>
              </a:solidFill>
              <a:latin typeface="Calibri"/>
              <a:ea typeface="Calibri"/>
              <a:cs typeface="Calibri"/>
            </a:endParaRPr>
          </a:p>
        </p:txBody>
      </p:sp>
      <p:sp>
        <p:nvSpPr>
          <p:cNvPr id="67" name="v2-192-읽기 도구 실행기">
            <a:extLst>
              <a:ext uri="{FF2B5EF4-FFF2-40B4-BE49-F238E27FC236}">
                <ns2:creationId id="{43B7D774-32F7-4F78-B997-AE3473B94396}"/>
              </a:ext>
            </a:extLst>
          </p:cNvPr>
          <p:cNvSpPr>
            <a:spLocks noGrp="1"/>
          </p:cNvSpPr>
          <p:nvPr/>
        </p:nvSpPr>
        <p:spPr>
          <a:xfrm>
            <a:off x="13239750" y="4810125"/>
            <a:ext cx="4029075" cy="4667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69" name="v2-194-b-frame">
            <a:extLst>
              <a:ext uri="{FF2B5EF4-FFF2-40B4-BE49-F238E27FC236}">
                <ns2:creationId id="{836F7C6F-36E9-4273-A84C-9763C5FD6F51}"/>
              </a:ext>
            </a:extLst>
          </p:cNvPr>
          <p:cNvSpPr>
            <a:spLocks noGrp="1"/>
          </p:cNvSpPr>
          <p:nvPr/>
        </p:nvSpPr>
        <p:spPr>
          <a:xfrm>
            <a:off x="12353925" y="4095750"/>
            <a:ext cx="885825" cy="9525"/>
          </a:xfrm>
          <a:custGeom>
            <a:pathLst>
              <a:path w="885825" h="9525">
                <a:moveTo>
                  <a:pt x="0" y="0"/>
                </a:moveTo>
                <a:lnTo>
                  <a:pt x="885825" y="0"/>
                </a:lnTo>
              </a:path>
            </a:pathLst>
          </a:custGeom>
          <a:noFill/>
          <a:ln w="26670">
            <a:solidFill>
              <a:srgbClr val="00889A"/>
            </a:solidFill>
            <a:prstDash val="solid"/>
          </a:ln>
        </p:spPr>
      </p:sp>
      <p:sp>
        <p:nvSpPr>
          <p:cNvPr id="70" name="v2-195-b-frame-head">
            <a:extLst>
              <a:ext uri="{FF2B5EF4-FFF2-40B4-BE49-F238E27FC236}">
                <ns2:creationId id="{6FF297D4-4349-46A3-A0B3-7533896393D0}"/>
              </a:ext>
            </a:extLst>
          </p:cNvPr>
          <p:cNvSpPr>
            <a:spLocks noGrp="1"/>
          </p:cNvSpPr>
          <p:nvPr/>
        </p:nvSpPr>
        <p:spPr>
          <a:xfrm>
            <a:off x="13139442" y="404095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71" name="v2-196-note">
            <a:extLst>
              <a:ext uri="{FF2B5EF4-FFF2-40B4-BE49-F238E27FC236}">
                <ns2:creationId id="{0A8BF5E7-F355-4807-A7B1-F00842874030}"/>
              </a:ext>
            </a:extLst>
          </p:cNvPr>
          <p:cNvSpPr>
            <a:spLocks noGrp="1"/>
          </p:cNvSpPr>
          <p:nvPr/>
        </p:nvSpPr>
        <p:spPr>
          <a:xfrm>
            <a:off x="12277725" y="3552825"/>
            <a:ext cx="1571625" cy="2952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요청 틀</a:t>
            </a:r>
            <a:endParaRPr lang="ko-KR">
              <a:solidFill>
                <a:srgbClr val="000000"/>
              </a:solidFill>
              <a:latin typeface="Calibri"/>
              <a:ea typeface="Calibri"/>
              <a:cs typeface="Calibri"/>
            </a:endParaRPr>
          </a:p>
        </p:txBody>
      </p:sp>
      <p:sp>
        <p:nvSpPr>
          <p:cNvPr id="72" name="v2-197-b-code-read">
            <a:extLst>
              <a:ext uri="{FF2B5EF4-FFF2-40B4-BE49-F238E27FC236}">
                <ns2:creationId id="{4775300E-56C3-46B5-BC7B-EBD639E5991A}"/>
              </a:ext>
            </a:extLst>
          </p:cNvPr>
          <p:cNvSpPr>
            <a:spLocks noGrp="1"/>
          </p:cNvSpPr>
          <p:nvPr/>
        </p:nvSpPr>
        <p:spPr>
          <a:xfrm>
            <a:off x="15249525" y="4362450"/>
            <a:ext cx="9525" cy="447675"/>
          </a:xfrm>
          <a:custGeom>
            <a:pathLst>
              <a:path w="9525" h="447675">
                <a:moveTo>
                  <a:pt x="0" y="0"/>
                </a:moveTo>
                <a:lnTo>
                  <a:pt x="0" y="447675"/>
                </a:lnTo>
              </a:path>
            </a:pathLst>
          </a:custGeom>
          <a:noFill/>
          <a:ln w="26670">
            <a:solidFill>
              <a:srgbClr val="00889A"/>
            </a:solidFill>
            <a:prstDash val="solid"/>
          </a:ln>
        </p:spPr>
      </p:sp>
      <p:sp>
        <p:nvSpPr>
          <p:cNvPr id="73" name="v2-198-b-code-read-head">
            <a:extLst>
              <a:ext uri="{FF2B5EF4-FFF2-40B4-BE49-F238E27FC236}">
                <ns2:creationId id="{CD62BF69-C551-47B2-A549-A79C83B7E55A}"/>
              </a:ext>
            </a:extLst>
          </p:cNvPr>
          <p:cNvSpPr>
            <a:spLocks noGrp="1"/>
          </p:cNvSpPr>
          <p:nvPr/>
        </p:nvSpPr>
        <p:spPr>
          <a:xfrm>
            <a:off x="15194727" y="470981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74" name="v2-199-note">
            <a:extLst>
              <a:ext uri="{FF2B5EF4-FFF2-40B4-BE49-F238E27FC236}">
                <ns2:creationId id="{BF7A7CFE-3E41-4FE8-8D4C-F3E711FEB1F3}"/>
              </a:ext>
            </a:extLst>
          </p:cNvPr>
          <p:cNvSpPr>
            <a:spLocks noGrp="1"/>
          </p:cNvSpPr>
          <p:nvPr/>
        </p:nvSpPr>
        <p:spPr>
          <a:xfrm>
            <a:off x="14211300" y="4410075"/>
            <a:ext cx="295275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코드가 조회 선택</a:t>
            </a:r>
            <a:endParaRPr lang="ko-KR">
              <a:solidFill>
                <a:srgbClr val="000000"/>
              </a:solidFill>
              <a:latin typeface="Calibri"/>
              <a:ea typeface="Calibri"/>
              <a:cs typeface="Calibri"/>
            </a:endParaRPr>
          </a:p>
        </p:txBody>
      </p:sp>
      <p:sp>
        <p:nvSpPr>
          <p:cNvPr id="75" name="v2-200-b-results">
            <a:extLst>
              <a:ext uri="{FF2B5EF4-FFF2-40B4-BE49-F238E27FC236}">
                <ns2:creationId id="{1F572CBF-65B7-45F3-9DED-1FE0CBA99B0C}"/>
              </a:ext>
            </a:extLst>
          </p:cNvPr>
          <p:cNvSpPr>
            <a:spLocks noGrp="1"/>
          </p:cNvSpPr>
          <p:nvPr/>
        </p:nvSpPr>
        <p:spPr>
          <a:xfrm>
            <a:off x="12353925" y="5048250"/>
            <a:ext cx="885825" cy="9525"/>
          </a:xfrm>
          <a:custGeom>
            <a:pathLst>
              <a:path w="885825" h="9525">
                <a:moveTo>
                  <a:pt x="885825" y="0"/>
                </a:moveTo>
                <a:lnTo>
                  <a:pt x="0" y="0"/>
                </a:lnTo>
              </a:path>
            </a:pathLst>
          </a:custGeom>
          <a:noFill/>
          <a:ln w="26670">
            <a:solidFill>
              <a:srgbClr val="00889A"/>
            </a:solidFill>
            <a:prstDash val="solid"/>
          </a:ln>
        </p:spPr>
      </p:sp>
      <p:sp>
        <p:nvSpPr>
          <p:cNvPr id="76" name="v2-201-b-results-head">
            <a:extLst>
              <a:ext uri="{FF2B5EF4-FFF2-40B4-BE49-F238E27FC236}">
                <ns2:creationId id="{8C19033B-7F7C-40E8-8202-AD23B6E20FF2}"/>
              </a:ext>
            </a:extLst>
          </p:cNvPr>
          <p:cNvSpPr>
            <a:spLocks noGrp="1"/>
          </p:cNvSpPr>
          <p:nvPr/>
        </p:nvSpPr>
        <p:spPr>
          <a:xfrm>
            <a:off x="12353925" y="4993452"/>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77" name="v2-202-note">
            <a:extLst>
              <a:ext uri="{FF2B5EF4-FFF2-40B4-BE49-F238E27FC236}">
                <ns2:creationId id="{E70802DF-46AE-433B-B5EF-D234F3357DB5}"/>
              </a:ext>
            </a:extLst>
          </p:cNvPr>
          <p:cNvSpPr>
            <a:spLocks noGrp="1"/>
          </p:cNvSpPr>
          <p:nvPr/>
        </p:nvSpPr>
        <p:spPr>
          <a:xfrm>
            <a:off x="12344400" y="5210175"/>
            <a:ext cx="114300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반영</a:t>
            </a:r>
            <a:endParaRPr lang="ko-KR">
              <a:solidFill>
                <a:srgbClr val="000000"/>
              </a:solidFill>
              <a:latin typeface="Calibri"/>
              <a:ea typeface="Calibri"/>
              <a:cs typeface="Calibri"/>
            </a:endParaRPr>
          </a:p>
        </p:txBody>
      </p:sp>
      <p:sp>
        <p:nvSpPr>
          <p:cNvPr id="78" name="v2-203-b-recheck">
            <a:extLst>
              <a:ext uri="{FF2B5EF4-FFF2-40B4-BE49-F238E27FC236}">
                <ns2:creationId id="{E81D438A-1D7B-4D89-B2E8-5175811E7BA0}"/>
              </a:ext>
            </a:extLst>
          </p:cNvPr>
          <p:cNvSpPr>
            <a:spLocks noGrp="1"/>
          </p:cNvSpPr>
          <p:nvPr/>
        </p:nvSpPr>
        <p:spPr>
          <a:xfrm>
            <a:off x="10934700" y="4362450"/>
            <a:ext cx="2743200" cy="447675"/>
          </a:xfrm>
          <a:custGeom>
            <a:pathLst>
              <a:path w="2743200" h="447675">
                <a:moveTo>
                  <a:pt x="0" y="447675"/>
                </a:moveTo>
                <a:lnTo>
                  <a:pt x="0" y="200025"/>
                </a:lnTo>
                <a:lnTo>
                  <a:pt x="2743200" y="200025"/>
                </a:lnTo>
                <a:lnTo>
                  <a:pt x="2743200" y="0"/>
                </a:lnTo>
              </a:path>
            </a:pathLst>
          </a:custGeom>
          <a:noFill/>
          <a:ln w="26670">
            <a:solidFill>
              <a:srgbClr val="00889A"/>
            </a:solidFill>
            <a:prstDash val="solid"/>
          </a:ln>
        </p:spPr>
      </p:sp>
      <p:sp>
        <p:nvSpPr>
          <p:cNvPr id="79" name="v2-204-b-recheck-head">
            <a:extLst>
              <a:ext uri="{FF2B5EF4-FFF2-40B4-BE49-F238E27FC236}">
                <ns2:creationId id="{AD5D289D-824B-4331-A843-E727D5196F81}"/>
              </a:ext>
            </a:extLst>
          </p:cNvPr>
          <p:cNvSpPr>
            <a:spLocks noGrp="1"/>
          </p:cNvSpPr>
          <p:nvPr/>
        </p:nvSpPr>
        <p:spPr>
          <a:xfrm>
            <a:off x="13623102" y="4362450"/>
            <a:ext cx="109597" cy="100308"/>
          </a:xfrm>
          <a:custGeom>
            <a:pathLst>
              <a:path w="109597" h="100308">
                <a:moveTo>
                  <a:pt x="109597" y="100308"/>
                </a:moveTo>
                <a:lnTo>
                  <a:pt x="54798" y="0"/>
                </a:lnTo>
                <a:lnTo>
                  <a:pt x="0" y="100308"/>
                </a:lnTo>
              </a:path>
            </a:pathLst>
          </a:custGeom>
          <a:noFill/>
          <a:ln w="26670">
            <a:solidFill>
              <a:srgbClr val="00889A"/>
            </a:solidFill>
            <a:prstDash val="solid"/>
          </a:ln>
        </p:spPr>
      </p:sp>
      <p:sp>
        <p:nvSpPr>
          <p:cNvPr id="80" name="v2-205-b-partial">
            <a:extLst>
              <a:ext uri="{FF2B5EF4-FFF2-40B4-BE49-F238E27FC236}">
                <ns2:creationId id="{E74EF213-1CEF-4D4E-A709-4D880093A8B3}"/>
              </a:ext>
            </a:extLst>
          </p:cNvPr>
          <p:cNvSpPr>
            <a:spLocks noGrp="1"/>
          </p:cNvSpPr>
          <p:nvPr/>
        </p:nvSpPr>
        <p:spPr>
          <a:xfrm>
            <a:off x="10934700" y="3209925"/>
            <a:ext cx="6057900" cy="628650"/>
          </a:xfrm>
          <a:custGeom>
            <a:pathLst>
              <a:path w="6057900" h="628650">
                <a:moveTo>
                  <a:pt x="6057900" y="628650"/>
                </a:moveTo>
                <a:lnTo>
                  <a:pt x="6057900" y="0"/>
                </a:lnTo>
                <a:lnTo>
                  <a:pt x="0" y="0"/>
                </a:lnTo>
                <a:lnTo>
                  <a:pt x="0" y="628650"/>
                </a:lnTo>
              </a:path>
            </a:pathLst>
          </a:custGeom>
          <a:noFill/>
          <a:ln w="19050">
            <a:solidFill>
              <a:srgbClr val="576773"/>
            </a:solidFill>
            <a:prstDash val="dash"/>
          </a:ln>
        </p:spPr>
      </p:sp>
      <p:sp>
        <p:nvSpPr>
          <p:cNvPr id="81" name="v2-206-b-partial-head">
            <a:extLst>
              <a:ext uri="{FF2B5EF4-FFF2-40B4-BE49-F238E27FC236}">
                <ns2:creationId id="{77FB0ACD-52B7-47B4-94AC-D6CA577A67EC}"/>
              </a:ext>
            </a:extLst>
          </p:cNvPr>
          <p:cNvSpPr>
            <a:spLocks noGrp="1"/>
          </p:cNvSpPr>
          <p:nvPr/>
        </p:nvSpPr>
        <p:spPr>
          <a:xfrm>
            <a:off x="10879902" y="373826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82" name="v2-207-note">
            <a:extLst>
              <a:ext uri="{FF2B5EF4-FFF2-40B4-BE49-F238E27FC236}">
                <ns2:creationId id="{9A9FA3DE-F538-4A53-934B-C30277CE4E6C}"/>
              </a:ext>
            </a:extLst>
          </p:cNvPr>
          <p:cNvSpPr>
            <a:spLocks noGrp="1"/>
          </p:cNvSpPr>
          <p:nvPr/>
        </p:nvSpPr>
        <p:spPr>
          <a:xfrm>
            <a:off x="12763500" y="3305175"/>
            <a:ext cx="4572000" cy="2762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④ 필요 항목만 조건부 해석</a:t>
            </a:r>
            <a:endParaRPr lang="ko-KR">
              <a:solidFill>
                <a:srgbClr val="000000"/>
              </a:solidFill>
              <a:latin typeface="Calibri"/>
              <a:ea typeface="Calibri"/>
              <a:cs typeface="Calibri"/>
            </a:endParaRPr>
          </a:p>
        </p:txBody>
      </p:sp>
      <p:sp>
        <p:nvSpPr>
          <p:cNvPr id="83" name="v2-208-b-cloud">
            <a:extLst>
              <a:ext uri="{FF2B5EF4-FFF2-40B4-BE49-F238E27FC236}">
                <ns2:creationId id="{C64F4680-499F-4CEE-90AE-F35D5342B004}"/>
              </a:ext>
            </a:extLst>
          </p:cNvPr>
          <p:cNvSpPr>
            <a:spLocks noGrp="1"/>
          </p:cNvSpPr>
          <p:nvPr/>
        </p:nvSpPr>
        <p:spPr>
          <a:xfrm>
            <a:off x="10934700" y="3067050"/>
            <a:ext cx="3429000" cy="771525"/>
          </a:xfrm>
          <a:custGeom>
            <a:pathLst>
              <a:path w="3429000" h="771525">
                <a:moveTo>
                  <a:pt x="0" y="771525"/>
                </a:moveTo>
                <a:lnTo>
                  <a:pt x="0" y="85725"/>
                </a:lnTo>
                <a:lnTo>
                  <a:pt x="3429000" y="85725"/>
                </a:lnTo>
                <a:lnTo>
                  <a:pt x="3429000" y="0"/>
                </a:lnTo>
              </a:path>
            </a:pathLst>
          </a:custGeom>
          <a:noFill/>
          <a:ln w="19050">
            <a:solidFill>
              <a:srgbClr val="576773"/>
            </a:solidFill>
            <a:prstDash val="solid"/>
          </a:ln>
        </p:spPr>
      </p:sp>
      <p:sp>
        <p:nvSpPr>
          <p:cNvPr id="84" name="v2-209-b-cloud-head">
            <a:extLst>
              <a:ext uri="{FF2B5EF4-FFF2-40B4-BE49-F238E27FC236}">
                <ns2:creationId id="{5C2E743B-44B7-4670-A1F3-70BB667F4DE4}"/>
              </a:ext>
            </a:extLst>
          </p:cNvPr>
          <p:cNvSpPr>
            <a:spLocks noGrp="1"/>
          </p:cNvSpPr>
          <p:nvPr/>
        </p:nvSpPr>
        <p:spPr>
          <a:xfrm>
            <a:off x="14308902" y="3067050"/>
            <a:ext cx="109597" cy="100308"/>
          </a:xfrm>
          <a:custGeom>
            <a:pathLst>
              <a:path w="109597" h="100308">
                <a:moveTo>
                  <a:pt x="109597" y="100308"/>
                </a:moveTo>
                <a:lnTo>
                  <a:pt x="54798" y="0"/>
                </a:lnTo>
                <a:lnTo>
                  <a:pt x="0" y="100308"/>
                </a:lnTo>
              </a:path>
            </a:pathLst>
          </a:custGeom>
          <a:noFill/>
          <a:ln w="19050">
            <a:solidFill>
              <a:srgbClr val="576773"/>
            </a:solidFill>
            <a:prstDash val="solid"/>
          </a:ln>
        </p:spPr>
      </p:sp>
      <p:sp>
        <p:nvSpPr>
          <p:cNvPr id="85" name="v2-210-Context Manager">
            <a:extLst>
              <a:ext uri="{FF2B5EF4-FFF2-40B4-BE49-F238E27FC236}">
                <ns2:creationId id="{B23FCE13-4494-48E3-9BE2-D1ADAF685E78}"/>
              </a:ext>
            </a:extLst>
          </p:cNvPr>
          <p:cNvSpPr>
            <a:spLocks noGrp="1"/>
          </p:cNvSpPr>
          <p:nvPr/>
        </p:nvSpPr>
        <p:spPr>
          <a:xfrm>
            <a:off x="13439775" y="5648325"/>
            <a:ext cx="2190750" cy="419100"/>
          </a:xfrm>
          <a:prstGeom prst="rect">
            <a:avLst/>
          </a:prstGeom>
          <a:solidFill>
            <a:srgbClr val="E8EEF7"/>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87" name="v2-212-Task Manager">
            <a:extLst>
              <a:ext uri="{FF2B5EF4-FFF2-40B4-BE49-F238E27FC236}">
                <ns2:creationId id="{F7A67874-29A3-4793-9DA0-53B231A05905}"/>
              </a:ext>
            </a:extLst>
          </p:cNvPr>
          <p:cNvSpPr>
            <a:spLocks noGrp="1"/>
          </p:cNvSpPr>
          <p:nvPr/>
        </p:nvSpPr>
        <p:spPr>
          <a:xfrm>
            <a:off x="15830550" y="5648325"/>
            <a:ext cx="1847850" cy="419100"/>
          </a:xfrm>
          <a:prstGeom prst="rect">
            <a:avLst/>
          </a:prstGeom>
          <a:solidFill>
            <a:srgbClr val="E8EEF7"/>
          </a:solidFill>
          <a:ln w="19050">
            <a:solidFill>
              <a:srgbClr val="576773"/>
            </a:solidFill>
          </a:ln>
        </p:spPr>
        <p:txBody>
          <a:bodyPr wrap="none" lIns="76200" tIns="0" rIns="7620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89" name="v2-214-b-sources">
            <a:extLst>
              <a:ext uri="{FF2B5EF4-FFF2-40B4-BE49-F238E27FC236}">
                <ns2:creationId id="{9862BB28-43B7-4751-A600-63C399C1156E}"/>
              </a:ext>
            </a:extLst>
          </p:cNvPr>
          <p:cNvSpPr>
            <a:spLocks noGrp="1"/>
          </p:cNvSpPr>
          <p:nvPr/>
        </p:nvSpPr>
        <p:spPr>
          <a:xfrm>
            <a:off x="14535150" y="5048250"/>
            <a:ext cx="3295650" cy="600075"/>
          </a:xfrm>
          <a:custGeom>
            <a:pathLst>
              <a:path w="3295650" h="600075">
                <a:moveTo>
                  <a:pt x="2733675" y="0"/>
                </a:moveTo>
                <a:lnTo>
                  <a:pt x="3295650" y="0"/>
                </a:lnTo>
                <a:lnTo>
                  <a:pt x="3295650" y="504825"/>
                </a:lnTo>
                <a:lnTo>
                  <a:pt x="0" y="504825"/>
                </a:lnTo>
                <a:lnTo>
                  <a:pt x="0" y="600075"/>
                </a:lnTo>
              </a:path>
            </a:pathLst>
          </a:custGeom>
          <a:noFill/>
          <a:ln w="19050">
            <a:solidFill>
              <a:srgbClr val="576773"/>
            </a:solidFill>
            <a:prstDash val="solid"/>
          </a:ln>
        </p:spPr>
      </p:sp>
      <p:sp>
        <p:nvSpPr>
          <p:cNvPr id="90" name="v2-215-b-sources-head">
            <a:extLst>
              <a:ext uri="{FF2B5EF4-FFF2-40B4-BE49-F238E27FC236}">
                <ns2:creationId id="{FD9883F0-E042-4D7D-AADB-3913D4CD73FB}"/>
              </a:ext>
            </a:extLst>
          </p:cNvPr>
          <p:cNvSpPr>
            <a:spLocks noGrp="1"/>
          </p:cNvSpPr>
          <p:nvPr/>
        </p:nvSpPr>
        <p:spPr>
          <a:xfrm>
            <a:off x="144803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91" name="v2-216-b-task-source">
            <a:extLst>
              <a:ext uri="{FF2B5EF4-FFF2-40B4-BE49-F238E27FC236}">
                <ns2:creationId id="{3DE455FA-9BBA-4EC7-ACE7-7D3F1E649962}"/>
              </a:ext>
            </a:extLst>
          </p:cNvPr>
          <p:cNvSpPr>
            <a:spLocks noGrp="1"/>
          </p:cNvSpPr>
          <p:nvPr/>
        </p:nvSpPr>
        <p:spPr>
          <a:xfrm>
            <a:off x="16754475" y="5553075"/>
            <a:ext cx="9525" cy="95250"/>
          </a:xfrm>
          <a:custGeom>
            <a:pathLst>
              <a:path w="9525" h="95250">
                <a:moveTo>
                  <a:pt x="0" y="0"/>
                </a:moveTo>
                <a:lnTo>
                  <a:pt x="0" y="95250"/>
                </a:lnTo>
              </a:path>
            </a:pathLst>
          </a:custGeom>
          <a:noFill/>
          <a:ln w="19050">
            <a:solidFill>
              <a:srgbClr val="576773"/>
            </a:solidFill>
            <a:prstDash val="solid"/>
          </a:ln>
        </p:spPr>
      </p:sp>
      <p:sp>
        <p:nvSpPr>
          <p:cNvPr id="92" name="v2-217-b-task-source-head">
            <a:extLst>
              <a:ext uri="{FF2B5EF4-FFF2-40B4-BE49-F238E27FC236}">
                <ns2:creationId id="{DB950453-A68F-4A18-AA2B-520D06EA5B2F}"/>
              </a:ext>
            </a:extLst>
          </p:cNvPr>
          <p:cNvSpPr>
            <a:spLocks noGrp="1"/>
          </p:cNvSpPr>
          <p:nvPr/>
        </p:nvSpPr>
        <p:spPr>
          <a:xfrm>
            <a:off x="16699677"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93" name="v2-218-note">
            <a:extLst>
              <a:ext uri="{FF2B5EF4-FFF2-40B4-BE49-F238E27FC236}">
                <ns2:creationId id="{87A6AFBF-892B-42E8-8254-BF8DDCEB0640}"/>
              </a:ext>
            </a:extLst>
          </p:cNvPr>
          <p:cNvSpPr>
            <a:spLocks noGrp="1"/>
          </p:cNvSpPr>
          <p:nvPr/>
        </p:nvSpPr>
        <p:spPr>
          <a:xfrm>
            <a:off x="9372600" y="5505450"/>
            <a:ext cx="4029075" cy="40957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⑤ 코드가 지원 연산으로 전체 의미 구성</a:t>
            </a:r>
            <a:endParaRPr lang="ko-KR">
              <a:solidFill>
                <a:srgbClr val="000000"/>
              </a:solidFill>
              <a:latin typeface="Calibri"/>
              <a:ea typeface="Calibri"/>
              <a:cs typeface="Calibri"/>
            </a:endParaRPr>
          </a:p>
        </p:txBody>
      </p:sp>
      <p:sp>
        <p:nvSpPr>
          <p:cNvPr id="94" name="v2-219-note">
            <a:extLst>
              <a:ext uri="{FF2B5EF4-FFF2-40B4-BE49-F238E27FC236}">
                <ns2:creationId id="{E6AABA55-93FA-488A-A271-7641AFB2F5D4}"/>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의미 제안 검증 → Request Controller의 최신성/권한 검사와 채택 → 직접 응답 또는 Task Manager / Agent Gateway 위임</a:t>
            </a:r>
            <a:endParaRPr lang="ko-KR">
              <a:solidFill>
                <a:srgbClr val="000000"/>
              </a:solidFill>
              <a:latin typeface="Calibri"/>
              <a:ea typeface="Calibri"/>
              <a:cs typeface="Calibri"/>
            </a:endParaRPr>
          </a:p>
        </p:txBody>
      </p:sp>
      <p:sp>
        <p:nvSpPr>
          <p:cNvPr id="95" name="v2-220-a-cost">
            <a:extLst>
              <a:ext uri="{FF2B5EF4-FFF2-40B4-BE49-F238E27FC236}">
                <ns2:creationId id="{E89C76D6-739D-4C84-80AD-B32212D4A3E2}"/>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구조화 출력, cache와 부분 갱신 가능</a:t>
            </a:r>
            <a:endParaRPr lang="ko-KR">
              <a:solidFill>
                <a:srgbClr val="000000"/>
              </a:solidFill>
              <a:latin typeface="Calibri"/>
              <a:ea typeface="Calibri"/>
              <a:cs typeface="Calibri"/>
            </a:endParaRPr>
          </a:p>
        </p:txBody>
      </p:sp>
      <p:sp>
        <p:nvSpPr>
          <p:cNvPr id="96" name="v2-221-b-cost">
            <a:extLst>
              <a:ext uri="{FF2B5EF4-FFF2-40B4-BE49-F238E27FC236}">
                <ns2:creationId id="{469E09BE-76BE-4AA7-A00C-D6FF5A6DB2E9}"/>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유한 표현 한계와 추가 해석/확인 비용</a:t>
            </a:r>
            <a:endParaRPr lang="ko-KR">
              <a:solidFill>
                <a:srgbClr val="000000"/>
              </a:solidFill>
              <a:latin typeface="Calibri"/>
              <a:ea typeface="Calibri"/>
              <a:cs typeface="Calibri"/>
            </a:endParaRPr>
          </a:p>
        </p:txBody>
      </p:sp>
      <p:graphicFrame>
        <p:nvGraphicFramePr>
          <p:cNvPr id="19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전체 의미와 부분 갱신</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표현 범위와 코드 결합</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 후 재판단 대기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항목 해결과 추가 해석 대기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조회와 전체 판단 반복</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항목 해결과 전체 결합</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재판단, retry와 폐기 청구</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부분 해석과 전체 실제 청구</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지침과 검증의 실제 수정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요청 틀과 Engine 규칙 수정</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해석 맥락과 buffer</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1,760MiB / 틀과 항목 해결 상태</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98" name="v2-222-note">
            <a:extLst>
              <a:ext uri="{FF2B5EF4-FFF2-40B4-BE49-F238E27FC236}">
                <ns2:creationId id="{C0A501B7-70F6-48EF-8355-56295944E605}"/>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96" name="v6-header-title">
            <a:extLst>
              <a:ext uri="{FF2B5EF4-FFF2-40B4-BE49-F238E27FC236}">
                <ns2:creationId id="{9E5C3BAB-B48C-4BBC-83F0-385009BDA67A}"/>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정확성을 위한 요청 해석 설계</a:t>
            </a:r>
            <a:endParaRPr lang="ko-KR">
              <a:latin typeface="Calibri"/>
              <a:ea typeface="Calibri"/>
              <a:cs typeface="Calibri"/>
            </a:endParaRPr>
          </a:p>
        </p:txBody>
      </p:sp>
      <p:sp>
        <p:nvSpPr>
          <p:cNvPr id="197" name="v6-header-rule">
            <a:extLst>
              <a:ext uri="{FF2B5EF4-FFF2-40B4-BE49-F238E27FC236}">
                <ns2:creationId id="{DCF0B4BB-0EF8-4882-8922-2DB8A3E9C6AB}"/>
              </a:ext>
            </a:extLst>
          </p:cNvPr>
          <p:cNvSpPr>
            <a:spLocks noGrp="1"/>
          </p:cNvSpPr>
          <p:nvPr/>
        </p:nvSpPr>
        <p:spPr>
          <a:xfrm>
            <a:off x="495300" y="990600"/>
            <a:ext cx="17335500" cy="0"/>
          </a:xfrm>
          <a:prstGeom prst="line">
            <a:avLst/>
          </a:prstGeom>
          <a:noFill/>
          <a:ln w="19050">
            <a:solidFill>
              <a:srgbClr val="A6A6A6"/>
            </a:solidFill>
          </a:ln>
        </p:spPr>
      </p:sp>
      <p:sp xmlns:a="http://schemas.openxmlformats.org/drawingml/2006/main" xmlns:ns2="http://schemas.microsoft.com/office/drawing/2014/main" xmlns:p="http://schemas.openxmlformats.org/presentationml/2006/main">
        <p:nvSpPr>
          <p:cNvPr id="198" name="v6-header-stage-0">
            <a:extLst>
              <a:ext uri="{FF2B5EF4-FFF2-40B4-BE49-F238E27FC236}">
                <ns2:creationId id="{DE43348A-46C0-4B9B-B615-553B85343ED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99" name="v6-header-stage-1">
            <a:extLst>
              <a:ext uri="{FF2B5EF4-FFF2-40B4-BE49-F238E27FC236}">
                <ns2:creationId id="{059E3728-C14E-4A38-BF6E-118AB47C730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0" name="v6-header-stage-2">
            <a:extLst>
              <a:ext uri="{FF2B5EF4-FFF2-40B4-BE49-F238E27FC236}">
                <ns2:creationId id="{32C2B52F-B301-4C47-B5A2-3665836567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1" name="v6-header-stage-3">
            <a:extLst>
              <a:ext uri="{FF2B5EF4-FFF2-40B4-BE49-F238E27FC236}">
                <ns2:creationId id="{14CF8636-99BE-45C3-BDFA-C3E43CA4E92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2" name="v6-header-stage-4">
            <a:extLst>
              <a:ext uri="{FF2B5EF4-FFF2-40B4-BE49-F238E27FC236}">
                <ns2:creationId id="{0E1666FF-6D3A-41BE-BDFD-56CFBF2C95CB}"/>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3" name="v6-header-page">
            <a:extLst>
              <a:ext uri="{FF2B5EF4-FFF2-40B4-BE49-F238E27FC236}">
                <ns2:creationId id="{BACC4734-2B82-43D5-B995-63EB9BDCCAE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63 / 63</a:t>
            </a:r>
            <a:endParaRPr lang="ko-KR">
              <a:latin typeface="Calibri"/>
              <a:ea typeface="Calibri"/>
              <a:cs typeface="Calibri"/>
            </a:endParaRPr>
          </a:p>
        </p:txBody>
      </p:sp>
    </p:spTree>
    <p:extLst>
      <p:ext uri="{BB962C8B-B14F-4D97-AF65-F5344CB8AC3E}">
        <p14:creationId val="563305708"/>
      </p:ext>
    </p:extLst>
  </p:cSld>
</p:sld>
</file>

<file path=ppt/slides/slide52.xml><?xml version="1.0" encoding="utf-8"?>
<p:sld xmlns:a="http://schemas.openxmlformats.org/drawingml/2006/main" xmlns:ns2="http://schemas.microsoft.com/office/drawing/2014/main" xmlns:p="http://schemas.openxmlformats.org/presentationml/2006/main" xmlns:p14="http://schemas.microsoft.com/office/powerpoint/2010/main">
  <p:cSld name="dp44-comparison-v2">
    <p:bg>
      <p:bgPr>
        <a:solidFill>
          <a:srgbClr val="FFFFFF"/>
        </a:solidFill>
      </p:bgPr>
    </p:bg>
    <p:spTree>
      <p:nvGrpSpPr>
        <p:cNvPr id="1" name=""/>
        <p:cNvGrpSpPr/>
        <p:nvPr/>
      </p:nvGrpSpPr>
      <p:grpSpPr>
        <a:xfrm/>
      </p:grpSpPr>
      <p:sp>
        <p:nvSpPr>
          <p:cNvPr id="5" name="v2-227-note">
            <a:extLst>
              <a:ext uri="{FF2B5EF4-FFF2-40B4-BE49-F238E27FC236}">
                <ns2:creationId id="{3920B635-CC86-4452-9F21-854F33BEA64C}"/>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사건: 새 “표부터 설명해줘” + 메일 수신자 질문 + 이전 응답 준비의 늦은 완료</a:t>
            </a:r>
            <a:endParaRPr lang="ko-KR">
              <a:solidFill>
                <a:srgbClr val="000000"/>
              </a:solidFill>
              <a:latin typeface="Calibri"/>
              <a:ea typeface="Calibri"/>
              <a:cs typeface="Calibri"/>
            </a:endParaRPr>
          </a:p>
        </p:txBody>
      </p:sp>
      <p:sp>
        <p:nvSpPr>
          <p:cNvPr id="6" name="v2-228-option-a">
            <a:extLst>
              <a:ext uri="{FF2B5EF4-FFF2-40B4-BE49-F238E27FC236}">
                <ns2:creationId id="{1C349DDE-BB2A-4356-AB27-2A6B5BB40C49}"/>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중앙이 완료를 회수하고 후속 지시</a:t>
            </a:r>
            <a:endParaRPr lang="ko-KR">
              <a:solidFill>
                <a:srgbClr val="000000"/>
              </a:solidFill>
              <a:latin typeface="Calibri"/>
              <a:ea typeface="Calibri"/>
              <a:cs typeface="Calibri"/>
            </a:endParaRPr>
          </a:p>
        </p:txBody>
      </p:sp>
      <p:sp>
        <p:nvSpPr>
          <p:cNvPr id="7" name="v2-229-option-b">
            <a:extLst>
              <a:ext uri="{FF2B5EF4-FFF2-40B4-BE49-F238E27FC236}">
                <ns2:creationId id="{19F101DC-0E54-43DB-ABC6-102F155AEC48}"/>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단계와 Join이 조건을 보고 실행</a:t>
            </a:r>
            <a:endParaRPr lang="ko-KR">
              <a:solidFill>
                <a:srgbClr val="000000"/>
              </a:solidFill>
              <a:latin typeface="Calibri"/>
              <a:ea typeface="Calibri"/>
              <a:cs typeface="Calibri"/>
            </a:endParaRPr>
          </a:p>
        </p:txBody>
      </p:sp>
      <p:sp>
        <p:nvSpPr>
          <p:cNvPr id="10" name="v2-232-Interaction Manager">
            <a:extLst>
              <a:ext uri="{FF2B5EF4-FFF2-40B4-BE49-F238E27FC236}">
                <ns2:creationId id="{6358AFF3-98E2-48FF-AEE8-A93BA66CD60B}"/>
              </a:ext>
            </a:extLst>
          </p:cNvPr>
          <p:cNvSpPr>
            <a:spLocks noGrp="1"/>
          </p:cNvSpPr>
          <p:nvPr/>
        </p:nvSpPr>
        <p:spPr>
          <a:xfrm>
            <a:off x="723900"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2" name="v2-234-Task Manager">
            <a:extLst>
              <a:ext uri="{FF2B5EF4-FFF2-40B4-BE49-F238E27FC236}">
                <ns2:creationId id="{E6F460AB-48F0-466C-AB34-23F291B23E53}"/>
              </a:ext>
            </a:extLst>
          </p:cNvPr>
          <p:cNvSpPr>
            <a:spLocks noGrp="1"/>
          </p:cNvSpPr>
          <p:nvPr/>
        </p:nvSpPr>
        <p:spPr>
          <a:xfrm>
            <a:off x="5153025"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4" name="v2-236-Interaction Manager">
            <a:extLst>
              <a:ext uri="{FF2B5EF4-FFF2-40B4-BE49-F238E27FC236}">
                <ns2:creationId id="{EE42A785-8692-4892-BFDD-55F317DDC51E}"/>
              </a:ext>
            </a:extLst>
          </p:cNvPr>
          <p:cNvSpPr>
            <a:spLocks noGrp="1"/>
          </p:cNvSpPr>
          <p:nvPr/>
        </p:nvSpPr>
        <p:spPr>
          <a:xfrm>
            <a:off x="9458325"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6" name="v2-238-Task Manager">
            <a:extLst>
              <a:ext uri="{FF2B5EF4-FFF2-40B4-BE49-F238E27FC236}">
                <ns2:creationId id="{86FC882E-8E92-4BB0-B701-4327E1CE3475}"/>
              </a:ext>
            </a:extLst>
          </p:cNvPr>
          <p:cNvSpPr>
            <a:spLocks noGrp="1"/>
          </p:cNvSpPr>
          <p:nvPr/>
        </p:nvSpPr>
        <p:spPr>
          <a:xfrm>
            <a:off x="13887450"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8" name="v2-240-Request Controller">
            <a:extLst>
              <a:ext uri="{FF2B5EF4-FFF2-40B4-BE49-F238E27FC236}">
                <ns2:creationId id="{8C0BF3DF-3739-488F-8771-DAA0DCDA6F8F}"/>
              </a:ext>
            </a:extLst>
          </p:cNvPr>
          <p:cNvSpPr>
            <a:spLocks noGrp="1"/>
          </p:cNvSpPr>
          <p:nvPr/>
        </p:nvSpPr>
        <p:spPr>
          <a:xfrm>
            <a:off x="600075" y="3371850"/>
            <a:ext cx="8105775" cy="1552575"/>
          </a:xfrm>
          <a:prstGeom prst="rect">
            <a:avLst/>
          </a:prstGeom>
          <a:noFill/>
          <a:ln w="19050">
            <a:solidFill>
              <a:srgbClr val="BCCAD2"/>
            </a:solidFill>
          </a:ln>
        </p:spPr>
        <p:txBody>
          <a:bodyPr wrap="none" lIns="133350" tIns="38100" rIns="48291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20" name="v2-242-Dialogue Dispatcher">
            <a:extLst>
              <a:ext uri="{FF2B5EF4-FFF2-40B4-BE49-F238E27FC236}">
                <ns2:creationId id="{B9CCD998-3CE2-4140-977F-5A4350CFD0B7}"/>
              </a:ext>
            </a:extLst>
          </p:cNvPr>
          <p:cNvSpPr>
            <a:spLocks noGrp="1"/>
          </p:cNvSpPr>
          <p:nvPr/>
        </p:nvSpPr>
        <p:spPr>
          <a:xfrm>
            <a:off x="2305050" y="3829050"/>
            <a:ext cx="3524250" cy="571500"/>
          </a:xfrm>
          <a:prstGeom prst="rect">
            <a:avLst/>
          </a:prstGeom>
          <a:solidFill>
            <a:srgbClr val="FFF6DE"/>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Dialogue Dispatcher</a:t>
            </a:r>
            <a:endParaRPr lang="ko-KR">
              <a:solidFill>
                <a:srgbClr val="000000"/>
              </a:solidFill>
              <a:latin typeface="Calibri"/>
              <a:ea typeface="Calibri"/>
              <a:cs typeface="Calibri"/>
            </a:endParaRPr>
          </a:p>
        </p:txBody>
      </p:sp>
      <p:sp>
        <p:nvSpPr>
          <p:cNvPr id="22" name="v2-244-Dialogue Progress State">
            <a:extLst>
              <a:ext uri="{FF2B5EF4-FFF2-40B4-BE49-F238E27FC236}">
                <ns2:creationId id="{71128F4C-99C5-4F2B-B0F8-B6520009F420}"/>
              </a:ext>
            </a:extLst>
          </p:cNvPr>
          <p:cNvSpPr>
            <a:spLocks noGrp="1"/>
          </p:cNvSpPr>
          <p:nvPr/>
        </p:nvSpPr>
        <p:spPr>
          <a:xfrm>
            <a:off x="6229350" y="3876675"/>
            <a:ext cx="2209800" cy="504825"/>
          </a:xfrm>
          <a:prstGeom prst="can">
            <a:avLst/>
          </a:prstGeom>
          <a:solidFill>
            <a:srgbClr val="FFFFFF"/>
          </a:solidFill>
          <a:ln w="19050">
            <a:solidFill>
              <a:srgbClr val="576773"/>
            </a:solidFill>
          </a:ln>
        </p:spPr>
        <p:txBody>
          <a:bodyPr wrap="none" lIns="76200" tIns="0" rIns="76200" bIns="0" anchor="ctr">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Dialogue Progress State</a:t>
            </a:r>
            <a:endParaRPr lang="ko-KR">
              <a:solidFill>
                <a:srgbClr val="000000"/>
              </a:solidFill>
              <a:latin typeface="Calibri"/>
              <a:ea typeface="Calibri"/>
              <a:cs typeface="Calibri"/>
            </a:endParaRPr>
          </a:p>
        </p:txBody>
      </p:sp>
      <p:sp>
        <p:nvSpPr>
          <p:cNvPr id="24" name="v2-246-Request Interpreter">
            <a:extLst>
              <a:ext uri="{FF2B5EF4-FFF2-40B4-BE49-F238E27FC236}">
                <ns2:creationId id="{10515061-9C96-4A77-9466-47004398756F}"/>
              </a:ext>
            </a:extLst>
          </p:cNvPr>
          <p:cNvSpPr>
            <a:spLocks noGrp="1"/>
          </p:cNvSpPr>
          <p:nvPr/>
        </p:nvSpPr>
        <p:spPr>
          <a:xfrm>
            <a:off x="809625" y="5391150"/>
            <a:ext cx="3238500" cy="4572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26" name="v2-248-Response Manager">
            <a:extLst>
              <a:ext uri="{FF2B5EF4-FFF2-40B4-BE49-F238E27FC236}">
                <ns2:creationId id="{C9E84AAA-8BDC-4B33-A292-FF9D35BBF6FC}"/>
              </a:ext>
            </a:extLst>
          </p:cNvPr>
          <p:cNvSpPr>
            <a:spLocks noGrp="1"/>
          </p:cNvSpPr>
          <p:nvPr/>
        </p:nvSpPr>
        <p:spPr>
          <a:xfrm>
            <a:off x="5191125" y="5076825"/>
            <a:ext cx="3429000" cy="1028700"/>
          </a:xfrm>
          <a:prstGeom prst="rect">
            <a:avLst/>
          </a:prstGeom>
          <a:noFill/>
          <a:ln w="19050">
            <a:solidFill>
              <a:srgbClr val="BCCAD2"/>
            </a:solidFill>
          </a:ln>
        </p:spPr>
        <p:txBody>
          <a:bodyPr wrap="none" lIns="133350" tIns="38100" rIns="152400" bIns="6286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28" name="v2-250-Response Composer">
            <a:extLst>
              <a:ext uri="{FF2B5EF4-FFF2-40B4-BE49-F238E27FC236}">
                <ns2:creationId id="{DEA13993-EBAE-46FF-9CA4-6B3DC6A76ABE}"/>
              </a:ext>
            </a:extLst>
          </p:cNvPr>
          <p:cNvSpPr>
            <a:spLocks noGrp="1"/>
          </p:cNvSpPr>
          <p:nvPr/>
        </p:nvSpPr>
        <p:spPr>
          <a:xfrm>
            <a:off x="5295900" y="5505450"/>
            <a:ext cx="3200400"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30" name="v2-252-a-progress-state">
            <a:extLst>
              <a:ext uri="{FF2B5EF4-FFF2-40B4-BE49-F238E27FC236}">
                <ns2:creationId id="{75DE4B8E-E875-442A-B918-A99AE3E3AE48}"/>
              </a:ext>
            </a:extLst>
          </p:cNvPr>
          <p:cNvSpPr>
            <a:spLocks noGrp="1"/>
          </p:cNvSpPr>
          <p:nvPr/>
        </p:nvSpPr>
        <p:spPr>
          <a:xfrm>
            <a:off x="5829300" y="4114800"/>
            <a:ext cx="400050" cy="9525"/>
          </a:xfrm>
          <a:custGeom>
            <a:pathLst>
              <a:path w="400050" h="9525">
                <a:moveTo>
                  <a:pt x="0" y="0"/>
                </a:moveTo>
                <a:lnTo>
                  <a:pt x="400050" y="0"/>
                </a:lnTo>
              </a:path>
            </a:pathLst>
          </a:custGeom>
          <a:noFill/>
          <a:ln w="19050">
            <a:solidFill>
              <a:srgbClr val="576773"/>
            </a:solidFill>
            <a:prstDash val="solid"/>
          </a:ln>
        </p:spPr>
      </p:sp>
      <p:sp>
        <p:nvSpPr>
          <p:cNvPr id="31" name="v2-253-a-progress-state-head">
            <a:extLst>
              <a:ext uri="{FF2B5EF4-FFF2-40B4-BE49-F238E27FC236}">
                <ns2:creationId id="{91E10480-327E-4948-B062-C0D4189160F2}"/>
              </a:ext>
            </a:extLst>
          </p:cNvPr>
          <p:cNvSpPr>
            <a:spLocks noGrp="1"/>
          </p:cNvSpPr>
          <p:nvPr/>
        </p:nvSpPr>
        <p:spPr>
          <a:xfrm>
            <a:off x="6129042" y="406000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32" name="v2-254-a-input">
            <a:extLst>
              <a:ext uri="{FF2B5EF4-FFF2-40B4-BE49-F238E27FC236}">
                <ns2:creationId id="{F2DBB809-146D-42F7-8545-32C38767E080}"/>
              </a:ext>
            </a:extLst>
          </p:cNvPr>
          <p:cNvSpPr>
            <a:spLocks noGrp="1"/>
          </p:cNvSpPr>
          <p:nvPr/>
        </p:nvSpPr>
        <p:spPr>
          <a:xfrm>
            <a:off x="2543175" y="3152775"/>
            <a:ext cx="1524000" cy="676275"/>
          </a:xfrm>
          <a:custGeom>
            <a:pathLst>
              <a:path w="1524000" h="676275">
                <a:moveTo>
                  <a:pt x="0" y="0"/>
                </a:moveTo>
                <a:lnTo>
                  <a:pt x="0" y="495300"/>
                </a:lnTo>
                <a:lnTo>
                  <a:pt x="1524000" y="495300"/>
                </a:lnTo>
                <a:lnTo>
                  <a:pt x="1524000" y="676275"/>
                </a:lnTo>
              </a:path>
            </a:pathLst>
          </a:custGeom>
          <a:noFill/>
          <a:ln w="28575">
            <a:solidFill>
              <a:srgbClr val="00889A"/>
            </a:solidFill>
            <a:prstDash val="solid"/>
          </a:ln>
        </p:spPr>
      </p:sp>
      <p:sp>
        <p:nvSpPr>
          <p:cNvPr id="33" name="v2-255-a-input-head">
            <a:extLst>
              <a:ext uri="{FF2B5EF4-FFF2-40B4-BE49-F238E27FC236}">
                <ns2:creationId id="{128D5E54-A7A4-4975-921F-60990F46E123}"/>
              </a:ext>
            </a:extLst>
          </p:cNvPr>
          <p:cNvSpPr>
            <a:spLocks noGrp="1"/>
          </p:cNvSpPr>
          <p:nvPr/>
        </p:nvSpPr>
        <p:spPr>
          <a:xfrm>
            <a:off x="4012377" y="37287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34" name="v2-256-a-task">
            <a:extLst>
              <a:ext uri="{FF2B5EF4-FFF2-40B4-BE49-F238E27FC236}">
                <ns2:creationId id="{F23881D9-16E9-45E4-8A6E-D69B9E73B7A7}"/>
              </a:ext>
            </a:extLst>
          </p:cNvPr>
          <p:cNvSpPr>
            <a:spLocks noGrp="1"/>
          </p:cNvSpPr>
          <p:nvPr/>
        </p:nvSpPr>
        <p:spPr>
          <a:xfrm>
            <a:off x="4067175" y="3152775"/>
            <a:ext cx="2838450" cy="495300"/>
          </a:xfrm>
          <a:custGeom>
            <a:pathLst>
              <a:path w="2838450" h="495300">
                <a:moveTo>
                  <a:pt x="2838450" y="0"/>
                </a:moveTo>
                <a:lnTo>
                  <a:pt x="2838450" y="495300"/>
                </a:lnTo>
                <a:lnTo>
                  <a:pt x="0" y="495300"/>
                </a:lnTo>
              </a:path>
            </a:pathLst>
          </a:custGeom>
          <a:noFill/>
          <a:ln w="28575">
            <a:solidFill>
              <a:srgbClr val="00889A"/>
            </a:solidFill>
            <a:prstDash val="solid"/>
          </a:ln>
        </p:spPr>
      </p:sp>
      <p:sp>
        <p:nvSpPr>
          <p:cNvPr id="35" name="v2-257-a-infer">
            <a:extLst>
              <a:ext uri="{FF2B5EF4-FFF2-40B4-BE49-F238E27FC236}">
                <ns2:creationId id="{7A3372B2-1020-4795-A27D-37D30287F342}"/>
              </a:ext>
            </a:extLst>
          </p:cNvPr>
          <p:cNvSpPr>
            <a:spLocks noGrp="1"/>
          </p:cNvSpPr>
          <p:nvPr/>
        </p:nvSpPr>
        <p:spPr>
          <a:xfrm>
            <a:off x="2428875" y="4400550"/>
            <a:ext cx="942975" cy="990600"/>
          </a:xfrm>
          <a:custGeom>
            <a:pathLst>
              <a:path w="942975" h="990600">
                <a:moveTo>
                  <a:pt x="942975" y="0"/>
                </a:moveTo>
                <a:lnTo>
                  <a:pt x="942975" y="409575"/>
                </a:lnTo>
                <a:lnTo>
                  <a:pt x="0" y="409575"/>
                </a:lnTo>
                <a:lnTo>
                  <a:pt x="0" y="990600"/>
                </a:lnTo>
              </a:path>
            </a:pathLst>
          </a:custGeom>
          <a:noFill/>
          <a:ln w="24765">
            <a:solidFill>
              <a:srgbClr val="00889A"/>
            </a:solidFill>
            <a:prstDash val="solid"/>
          </a:ln>
        </p:spPr>
      </p:sp>
      <p:sp>
        <p:nvSpPr>
          <p:cNvPr id="36" name="v2-258-a-infer-head">
            <a:extLst>
              <a:ext uri="{FF2B5EF4-FFF2-40B4-BE49-F238E27FC236}">
                <ns2:creationId id="{A46EE732-3280-433E-9E02-2E350937B860}"/>
              </a:ext>
            </a:extLst>
          </p:cNvPr>
          <p:cNvSpPr>
            <a:spLocks noGrp="1"/>
          </p:cNvSpPr>
          <p:nvPr/>
        </p:nvSpPr>
        <p:spPr>
          <a:xfrm>
            <a:off x="2374077" y="52908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37" name="v2-259-note">
            <a:extLst>
              <a:ext uri="{FF2B5EF4-FFF2-40B4-BE49-F238E27FC236}">
                <ns2:creationId id="{A5FB2E84-E2DC-4E40-B46B-6B68309D8A29}"/>
              </a:ext>
            </a:extLst>
          </p:cNvPr>
          <p:cNvSpPr>
            <a:spLocks noGrp="1"/>
          </p:cNvSpPr>
          <p:nvPr/>
        </p:nvSpPr>
        <p:spPr>
          <a:xfrm>
            <a:off x="819150" y="4410075"/>
            <a:ext cx="1714500"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지시</a:t>
            </a:r>
            <a:endParaRPr lang="ko-KR">
              <a:solidFill>
                <a:srgbClr val="000000"/>
              </a:solidFill>
              <a:latin typeface="Calibri"/>
              <a:ea typeface="Calibri"/>
              <a:cs typeface="Calibri"/>
            </a:endParaRPr>
          </a:p>
        </p:txBody>
      </p:sp>
      <p:sp>
        <p:nvSpPr>
          <p:cNvPr id="38" name="v2-260-a-infer-return">
            <a:extLst>
              <a:ext uri="{FF2B5EF4-FFF2-40B4-BE49-F238E27FC236}">
                <ns2:creationId id="{B79F5ADE-7773-44C6-822C-1B87009CBC02}"/>
              </a:ext>
            </a:extLst>
          </p:cNvPr>
          <p:cNvSpPr>
            <a:spLocks noGrp="1"/>
          </p:cNvSpPr>
          <p:nvPr/>
        </p:nvSpPr>
        <p:spPr>
          <a:xfrm>
            <a:off x="4048125" y="4400550"/>
            <a:ext cx="466725" cy="1219200"/>
          </a:xfrm>
          <a:custGeom>
            <a:pathLst>
              <a:path w="466725" h="1219200">
                <a:moveTo>
                  <a:pt x="0" y="1219200"/>
                </a:moveTo>
                <a:lnTo>
                  <a:pt x="466725" y="1219200"/>
                </a:lnTo>
                <a:lnTo>
                  <a:pt x="466725" y="0"/>
                </a:lnTo>
              </a:path>
            </a:pathLst>
          </a:custGeom>
          <a:noFill/>
          <a:ln w="24765">
            <a:solidFill>
              <a:srgbClr val="576773"/>
            </a:solidFill>
            <a:prstDash val="solid"/>
          </a:ln>
        </p:spPr>
      </p:sp>
      <p:sp>
        <p:nvSpPr>
          <p:cNvPr id="39" name="v2-261-a-infer-return-head">
            <a:extLst>
              <a:ext uri="{FF2B5EF4-FFF2-40B4-BE49-F238E27FC236}">
                <ns2:creationId id="{3BDA8E63-1A25-4814-933A-AC67476D6684}"/>
              </a:ext>
            </a:extLst>
          </p:cNvPr>
          <p:cNvSpPr>
            <a:spLocks noGrp="1"/>
          </p:cNvSpPr>
          <p:nvPr/>
        </p:nvSpPr>
        <p:spPr>
          <a:xfrm>
            <a:off x="446005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0" name="v2-262-note">
            <a:extLst>
              <a:ext uri="{FF2B5EF4-FFF2-40B4-BE49-F238E27FC236}">
                <ns2:creationId id="{90254A0B-BD9B-42F5-A9E4-D002865D89CA}"/>
              </a:ext>
            </a:extLst>
          </p:cNvPr>
          <p:cNvSpPr>
            <a:spLocks noGrp="1"/>
          </p:cNvSpPr>
          <p:nvPr/>
        </p:nvSpPr>
        <p:spPr>
          <a:xfrm>
            <a:off x="3314700" y="4857750"/>
            <a:ext cx="210502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② 완료 회수</a:t>
            </a:r>
            <a:endParaRPr lang="ko-KR">
              <a:solidFill>
                <a:srgbClr val="000000"/>
              </a:solidFill>
              <a:latin typeface="Calibri"/>
              <a:ea typeface="Calibri"/>
              <a:cs typeface="Calibri"/>
            </a:endParaRPr>
          </a:p>
        </p:txBody>
      </p:sp>
      <p:sp>
        <p:nvSpPr>
          <p:cNvPr id="41" name="v2-263-a-compose">
            <a:extLst>
              <a:ext uri="{FF2B5EF4-FFF2-40B4-BE49-F238E27FC236}">
                <ns2:creationId id="{B66C43C1-4B45-420D-92A8-531E2611D112}"/>
              </a:ext>
            </a:extLst>
          </p:cNvPr>
          <p:cNvSpPr>
            <a:spLocks noGrp="1"/>
          </p:cNvSpPr>
          <p:nvPr/>
        </p:nvSpPr>
        <p:spPr>
          <a:xfrm>
            <a:off x="5076825" y="4400550"/>
            <a:ext cx="1819275" cy="1104900"/>
          </a:xfrm>
          <a:custGeom>
            <a:pathLst>
              <a:path w="1819275" h="1104900">
                <a:moveTo>
                  <a:pt x="0" y="0"/>
                </a:moveTo>
                <a:lnTo>
                  <a:pt x="0" y="371475"/>
                </a:lnTo>
                <a:lnTo>
                  <a:pt x="1819275" y="371475"/>
                </a:lnTo>
                <a:lnTo>
                  <a:pt x="1819275" y="1104900"/>
                </a:lnTo>
              </a:path>
            </a:pathLst>
          </a:custGeom>
          <a:noFill/>
          <a:ln w="24765">
            <a:solidFill>
              <a:srgbClr val="00889A"/>
            </a:solidFill>
            <a:prstDash val="solid"/>
          </a:ln>
        </p:spPr>
      </p:sp>
      <p:sp>
        <p:nvSpPr>
          <p:cNvPr id="42" name="v2-264-a-compose-head">
            <a:extLst>
              <a:ext uri="{FF2B5EF4-FFF2-40B4-BE49-F238E27FC236}">
                <ns2:creationId id="{BB79F469-C51D-4622-9CB4-657DF2206553}"/>
              </a:ext>
            </a:extLst>
          </p:cNvPr>
          <p:cNvSpPr>
            <a:spLocks noGrp="1"/>
          </p:cNvSpPr>
          <p:nvPr/>
        </p:nvSpPr>
        <p:spPr>
          <a:xfrm>
            <a:off x="6841302" y="54051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43" name="v2-265-note">
            <a:extLst>
              <a:ext uri="{FF2B5EF4-FFF2-40B4-BE49-F238E27FC236}">
                <ns2:creationId id="{FA75560D-11D4-42D2-B84F-6F525F4DD23F}"/>
              </a:ext>
            </a:extLst>
          </p:cNvPr>
          <p:cNvSpPr>
            <a:spLocks noGrp="1"/>
          </p:cNvSpPr>
          <p:nvPr/>
        </p:nvSpPr>
        <p:spPr>
          <a:xfrm>
            <a:off x="6334125" y="4438650"/>
            <a:ext cx="204787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③ 준비 지시</a:t>
            </a:r>
            <a:endParaRPr lang="ko-KR">
              <a:solidFill>
                <a:srgbClr val="000000"/>
              </a:solidFill>
              <a:latin typeface="Calibri"/>
              <a:ea typeface="Calibri"/>
              <a:cs typeface="Calibri"/>
            </a:endParaRPr>
          </a:p>
        </p:txBody>
      </p:sp>
      <p:sp>
        <p:nvSpPr>
          <p:cNvPr id="44" name="v2-266-a-comp-return">
            <a:extLst>
              <a:ext uri="{FF2B5EF4-FFF2-40B4-BE49-F238E27FC236}">
                <ns2:creationId id="{32E03223-F0F8-4936-9326-42CE56686BA1}"/>
              </a:ext>
            </a:extLst>
          </p:cNvPr>
          <p:cNvSpPr>
            <a:spLocks noGrp="1"/>
          </p:cNvSpPr>
          <p:nvPr/>
        </p:nvSpPr>
        <p:spPr>
          <a:xfrm>
            <a:off x="4724400" y="4400550"/>
            <a:ext cx="571500" cy="1323975"/>
          </a:xfrm>
          <a:custGeom>
            <a:pathLst>
              <a:path w="571500" h="1323975">
                <a:moveTo>
                  <a:pt x="571500" y="1323975"/>
                </a:moveTo>
                <a:lnTo>
                  <a:pt x="0" y="1323975"/>
                </a:lnTo>
                <a:lnTo>
                  <a:pt x="0" y="0"/>
                </a:lnTo>
              </a:path>
            </a:pathLst>
          </a:custGeom>
          <a:noFill/>
          <a:ln w="24765">
            <a:solidFill>
              <a:srgbClr val="576773"/>
            </a:solidFill>
            <a:prstDash val="solid"/>
          </a:ln>
        </p:spPr>
      </p:sp>
      <p:sp>
        <p:nvSpPr>
          <p:cNvPr id="45" name="v2-267-a-comp-return-head">
            <a:extLst>
              <a:ext uri="{FF2B5EF4-FFF2-40B4-BE49-F238E27FC236}">
                <ns2:creationId id="{D5A3F212-A008-430F-85DD-B1E63907A13E}"/>
              </a:ext>
            </a:extLst>
          </p:cNvPr>
          <p:cNvSpPr>
            <a:spLocks noGrp="1"/>
          </p:cNvSpPr>
          <p:nvPr/>
        </p:nvSpPr>
        <p:spPr>
          <a:xfrm>
            <a:off x="466960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6" name="v2-268-Request Controller">
            <a:extLst>
              <a:ext uri="{FF2B5EF4-FFF2-40B4-BE49-F238E27FC236}">
                <ns2:creationId id="{AA4ACB19-B03A-4D44-A5D6-77D887B38511}"/>
              </a:ext>
            </a:extLst>
          </p:cNvPr>
          <p:cNvSpPr>
            <a:spLocks noGrp="1"/>
          </p:cNvSpPr>
          <p:nvPr/>
        </p:nvSpPr>
        <p:spPr>
          <a:xfrm>
            <a:off x="9334500" y="3371850"/>
            <a:ext cx="8372475" cy="1552575"/>
          </a:xfrm>
          <a:prstGeom prst="rect">
            <a:avLst/>
          </a:prstGeom>
          <a:noFill/>
          <a:ln w="19050">
            <a:solidFill>
              <a:srgbClr val="BCCAD2"/>
            </a:solidFill>
          </a:ln>
        </p:spPr>
        <p:txBody>
          <a:bodyPr wrap="none" lIns="133350" tIns="38100" rIns="50958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8" name="v2-270-Input Resolution Stage">
            <a:extLst>
              <a:ext uri="{FF2B5EF4-FFF2-40B4-BE49-F238E27FC236}">
                <ns2:creationId id="{5C643E7F-22F3-44F1-9C86-F355B4BF8A2B}"/>
              </a:ext>
            </a:extLst>
          </p:cNvPr>
          <p:cNvSpPr>
            <a:spLocks noGrp="1"/>
          </p:cNvSpPr>
          <p:nvPr/>
        </p:nvSpPr>
        <p:spPr>
          <a:xfrm>
            <a:off x="9448800" y="3800475"/>
            <a:ext cx="3857625" cy="4857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Input Resolution Stage</a:t>
            </a:r>
            <a:endParaRPr lang="ko-KR">
              <a:solidFill>
                <a:srgbClr val="000000"/>
              </a:solidFill>
              <a:latin typeface="Calibri"/>
              <a:ea typeface="Calibri"/>
              <a:cs typeface="Calibri"/>
            </a:endParaRPr>
          </a:p>
        </p:txBody>
      </p:sp>
      <p:sp>
        <p:nvSpPr>
          <p:cNvPr id="50" name="v2-272-Task Notice Stage">
            <a:extLst>
              <a:ext uri="{FF2B5EF4-FFF2-40B4-BE49-F238E27FC236}">
                <ns2:creationId id="{BA862099-4D56-4EB4-AAC8-0BB6CA9AF7E8}"/>
              </a:ext>
            </a:extLst>
          </p:cNvPr>
          <p:cNvSpPr>
            <a:spLocks noGrp="1"/>
          </p:cNvSpPr>
          <p:nvPr/>
        </p:nvSpPr>
        <p:spPr>
          <a:xfrm>
            <a:off x="14011275" y="3800475"/>
            <a:ext cx="3524250" cy="48577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Notice Stage</a:t>
            </a:r>
            <a:endParaRPr lang="ko-KR">
              <a:solidFill>
                <a:srgbClr val="000000"/>
              </a:solidFill>
              <a:latin typeface="Calibri"/>
              <a:ea typeface="Calibri"/>
              <a:cs typeface="Calibri"/>
            </a:endParaRPr>
          </a:p>
        </p:txBody>
      </p:sp>
      <p:sp>
        <p:nvSpPr>
          <p:cNvPr id="52" name="v2-274-Input Window">
            <a:extLst>
              <a:ext uri="{FF2B5EF4-FFF2-40B4-BE49-F238E27FC236}">
                <ns2:creationId id="{C8BA59D1-1B33-4D24-80B6-7B525134C4B8}"/>
              </a:ext>
            </a:extLst>
          </p:cNvPr>
          <p:cNvSpPr>
            <a:spLocks noGrp="1"/>
          </p:cNvSpPr>
          <p:nvPr/>
        </p:nvSpPr>
        <p:spPr>
          <a:xfrm>
            <a:off x="9448800"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Input Window</a:t>
            </a:r>
            <a:endParaRPr lang="ko-KR">
              <a:solidFill>
                <a:srgbClr val="000000"/>
              </a:solidFill>
              <a:latin typeface="Calibri"/>
              <a:ea typeface="Calibri"/>
              <a:cs typeface="Calibri"/>
            </a:endParaRPr>
          </a:p>
        </p:txBody>
      </p:sp>
      <p:sp>
        <p:nvSpPr>
          <p:cNvPr id="54" name="v2-276-Notice Window">
            <a:extLst>
              <a:ext uri="{FF2B5EF4-FFF2-40B4-BE49-F238E27FC236}">
                <ns2:creationId id="{90A77247-D0D0-4278-948B-1A0E84688BC3}"/>
              </a:ext>
            </a:extLst>
          </p:cNvPr>
          <p:cNvSpPr>
            <a:spLocks noGrp="1"/>
          </p:cNvSpPr>
          <p:nvPr/>
        </p:nvSpPr>
        <p:spPr>
          <a:xfrm>
            <a:off x="15344775"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Notice Window</a:t>
            </a:r>
            <a:endParaRPr lang="ko-KR">
              <a:solidFill>
                <a:srgbClr val="000000"/>
              </a:solidFill>
              <a:latin typeface="Calibri"/>
              <a:ea typeface="Calibri"/>
              <a:cs typeface="Calibri"/>
            </a:endParaRPr>
          </a:p>
        </p:txBody>
      </p:sp>
      <p:sp>
        <p:nvSpPr>
          <p:cNvPr id="56" name="v2-278-b-input">
            <a:extLst>
              <a:ext uri="{FF2B5EF4-FFF2-40B4-BE49-F238E27FC236}">
                <ns2:creationId id="{3E9CB588-B3BF-4ADE-8E2E-2F2C5E54CB70}"/>
              </a:ext>
            </a:extLst>
          </p:cNvPr>
          <p:cNvSpPr>
            <a:spLocks noGrp="1"/>
          </p:cNvSpPr>
          <p:nvPr/>
        </p:nvSpPr>
        <p:spPr>
          <a:xfrm>
            <a:off x="11277600" y="3152775"/>
            <a:ext cx="9525" cy="647700"/>
          </a:xfrm>
          <a:custGeom>
            <a:pathLst>
              <a:path w="9525" h="647700">
                <a:moveTo>
                  <a:pt x="0" y="0"/>
                </a:moveTo>
                <a:lnTo>
                  <a:pt x="0" y="647700"/>
                </a:lnTo>
              </a:path>
            </a:pathLst>
          </a:custGeom>
          <a:noFill/>
          <a:ln w="28575">
            <a:solidFill>
              <a:srgbClr val="00889A"/>
            </a:solidFill>
            <a:prstDash val="solid"/>
          </a:ln>
        </p:spPr>
      </p:sp>
      <p:sp>
        <p:nvSpPr>
          <p:cNvPr id="57" name="v2-279-b-input-head">
            <a:extLst>
              <a:ext uri="{FF2B5EF4-FFF2-40B4-BE49-F238E27FC236}">
                <ns2:creationId id="{3721A980-E25B-47FE-8753-28D745AF9D61}"/>
              </a:ext>
            </a:extLst>
          </p:cNvPr>
          <p:cNvSpPr>
            <a:spLocks noGrp="1"/>
          </p:cNvSpPr>
          <p:nvPr/>
        </p:nvSpPr>
        <p:spPr>
          <a:xfrm>
            <a:off x="1122280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58" name="v2-280-b-task">
            <a:extLst>
              <a:ext uri="{FF2B5EF4-FFF2-40B4-BE49-F238E27FC236}">
                <ns2:creationId id="{93FCC4A5-EDCD-4929-9428-0579DF94C9AC}"/>
              </a:ext>
            </a:extLst>
          </p:cNvPr>
          <p:cNvSpPr>
            <a:spLocks noGrp="1"/>
          </p:cNvSpPr>
          <p:nvPr/>
        </p:nvSpPr>
        <p:spPr>
          <a:xfrm>
            <a:off x="15792450" y="3152775"/>
            <a:ext cx="9525" cy="647700"/>
          </a:xfrm>
          <a:custGeom>
            <a:pathLst>
              <a:path w="9525" h="647700">
                <a:moveTo>
                  <a:pt x="0" y="0"/>
                </a:moveTo>
                <a:lnTo>
                  <a:pt x="0" y="647700"/>
                </a:lnTo>
              </a:path>
            </a:pathLst>
          </a:custGeom>
          <a:noFill/>
          <a:ln w="28575">
            <a:solidFill>
              <a:srgbClr val="00889A"/>
            </a:solidFill>
            <a:prstDash val="solid"/>
          </a:ln>
        </p:spPr>
      </p:sp>
      <p:sp>
        <p:nvSpPr>
          <p:cNvPr id="59" name="v2-281-b-task-head">
            <a:extLst>
              <a:ext uri="{FF2B5EF4-FFF2-40B4-BE49-F238E27FC236}">
                <ns2:creationId id="{59D1A660-5CF6-47AD-99D0-209C083EEA57}"/>
              </a:ext>
            </a:extLst>
          </p:cNvPr>
          <p:cNvSpPr>
            <a:spLocks noGrp="1"/>
          </p:cNvSpPr>
          <p:nvPr/>
        </p:nvSpPr>
        <p:spPr>
          <a:xfrm>
            <a:off x="1573765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60" name="v2-282-b-input-state">
            <a:extLst>
              <a:ext uri="{FF2B5EF4-FFF2-40B4-BE49-F238E27FC236}">
                <ns2:creationId id="{23CF3CF7-6445-4FC2-92FF-9D2B96A0E884}"/>
              </a:ext>
            </a:extLst>
          </p:cNvPr>
          <p:cNvSpPr>
            <a:spLocks noGrp="1"/>
          </p:cNvSpPr>
          <p:nvPr/>
        </p:nvSpPr>
        <p:spPr>
          <a:xfrm>
            <a:off x="10544175" y="4286250"/>
            <a:ext cx="9525" cy="152400"/>
          </a:xfrm>
          <a:custGeom>
            <a:pathLst>
              <a:path w="9525" h="152400">
                <a:moveTo>
                  <a:pt x="0" y="0"/>
                </a:moveTo>
                <a:lnTo>
                  <a:pt x="0" y="152400"/>
                </a:lnTo>
              </a:path>
            </a:pathLst>
          </a:custGeom>
          <a:noFill/>
          <a:ln w="19050">
            <a:solidFill>
              <a:srgbClr val="576773"/>
            </a:solidFill>
            <a:prstDash val="solid"/>
          </a:ln>
        </p:spPr>
      </p:sp>
      <p:sp>
        <p:nvSpPr>
          <p:cNvPr id="61" name="v2-283-b-input-state-head">
            <a:extLst>
              <a:ext uri="{FF2B5EF4-FFF2-40B4-BE49-F238E27FC236}">
                <ns2:creationId id="{23273D72-5773-48EE-9397-A43B0F31756A}"/>
              </a:ext>
            </a:extLst>
          </p:cNvPr>
          <p:cNvSpPr>
            <a:spLocks noGrp="1"/>
          </p:cNvSpPr>
          <p:nvPr/>
        </p:nvSpPr>
        <p:spPr>
          <a:xfrm>
            <a:off x="10489377"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2" name="v2-284-b-notice-state">
            <a:extLst>
              <a:ext uri="{FF2B5EF4-FFF2-40B4-BE49-F238E27FC236}">
                <ns2:creationId id="{888F5816-5AD2-41AC-A875-D707AEA4CA17}"/>
              </a:ext>
            </a:extLst>
          </p:cNvPr>
          <p:cNvSpPr>
            <a:spLocks noGrp="1"/>
          </p:cNvSpPr>
          <p:nvPr/>
        </p:nvSpPr>
        <p:spPr>
          <a:xfrm>
            <a:off x="16440150" y="4286250"/>
            <a:ext cx="9525" cy="152400"/>
          </a:xfrm>
          <a:custGeom>
            <a:pathLst>
              <a:path w="9525" h="152400">
                <a:moveTo>
                  <a:pt x="0" y="0"/>
                </a:moveTo>
                <a:lnTo>
                  <a:pt x="0" y="152400"/>
                </a:lnTo>
              </a:path>
            </a:pathLst>
          </a:custGeom>
          <a:noFill/>
          <a:ln w="19050">
            <a:solidFill>
              <a:srgbClr val="576773"/>
            </a:solidFill>
            <a:prstDash val="solid"/>
          </a:ln>
        </p:spPr>
      </p:sp>
      <p:sp>
        <p:nvSpPr>
          <p:cNvPr id="63" name="v2-285-b-notice-state-head">
            <a:extLst>
              <a:ext uri="{FF2B5EF4-FFF2-40B4-BE49-F238E27FC236}">
                <ns2:creationId id="{2466763E-E991-4D62-B10C-E537C805ABAD}"/>
              </a:ext>
            </a:extLst>
          </p:cNvPr>
          <p:cNvSpPr>
            <a:spLocks noGrp="1"/>
          </p:cNvSpPr>
          <p:nvPr/>
        </p:nvSpPr>
        <p:spPr>
          <a:xfrm>
            <a:off x="16385352"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4" name="v2-286-Request Interpreter">
            <a:extLst>
              <a:ext uri="{FF2B5EF4-FFF2-40B4-BE49-F238E27FC236}">
                <ns2:creationId id="{4B7B331B-356C-43EE-BF6E-12DE7A6DCB8A}"/>
              </a:ext>
            </a:extLst>
          </p:cNvPr>
          <p:cNvSpPr>
            <a:spLocks noGrp="1"/>
          </p:cNvSpPr>
          <p:nvPr/>
        </p:nvSpPr>
        <p:spPr>
          <a:xfrm>
            <a:off x="9477375" y="5314950"/>
            <a:ext cx="3857625"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6" name="v2-288-Response Manager">
            <a:extLst>
              <a:ext uri="{FF2B5EF4-FFF2-40B4-BE49-F238E27FC236}">
                <ns2:creationId id="{B768E91E-6077-47EE-B5F9-76E90E1FA16B}"/>
              </a:ext>
            </a:extLst>
          </p:cNvPr>
          <p:cNvSpPr>
            <a:spLocks noGrp="1"/>
          </p:cNvSpPr>
          <p:nvPr/>
        </p:nvSpPr>
        <p:spPr>
          <a:xfrm>
            <a:off x="13839825" y="5010150"/>
            <a:ext cx="3886200" cy="1114425"/>
          </a:xfrm>
          <a:prstGeom prst="rect">
            <a:avLst/>
          </a:prstGeom>
          <a:noFill/>
          <a:ln w="19050">
            <a:solidFill>
              <a:srgbClr val="BCCAD2"/>
            </a:solidFill>
          </a:ln>
        </p:spPr>
        <p:txBody>
          <a:bodyPr wrap="none" lIns="133350" tIns="38100" rIns="609600" bIns="7143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8" name="v2-290-Response Composer">
            <a:extLst>
              <a:ext uri="{FF2B5EF4-FFF2-40B4-BE49-F238E27FC236}">
                <ns2:creationId id="{8E7B5E4B-9B13-40D0-8F2A-F6B6C2DAE3BE}"/>
              </a:ext>
            </a:extLst>
          </p:cNvPr>
          <p:cNvSpPr>
            <a:spLocks noGrp="1"/>
          </p:cNvSpPr>
          <p:nvPr/>
        </p:nvSpPr>
        <p:spPr>
          <a:xfrm>
            <a:off x="14001750" y="5391150"/>
            <a:ext cx="3552825" cy="304800"/>
          </a:xfrm>
          <a:prstGeom prst="rect">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70" name="v2-292-Publication Join">
            <a:extLst>
              <a:ext uri="{FF2B5EF4-FFF2-40B4-BE49-F238E27FC236}">
                <ns2:creationId id="{460C16DC-E3B8-481D-992A-61E1601A23A1}"/>
              </a:ext>
            </a:extLst>
          </p:cNvPr>
          <p:cNvSpPr>
            <a:spLocks noGrp="1"/>
          </p:cNvSpPr>
          <p:nvPr/>
        </p:nvSpPr>
        <p:spPr>
          <a:xfrm>
            <a:off x="14001750" y="5772150"/>
            <a:ext cx="3552825" cy="304800"/>
          </a:xfrm>
          <a:prstGeom prst="rect">
            <a:avLst/>
          </a:prstGeom>
          <a:solidFill>
            <a:srgbClr val="FFF6DE"/>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Publication Join</a:t>
            </a:r>
            <a:endParaRPr lang="ko-KR">
              <a:solidFill>
                <a:srgbClr val="000000"/>
              </a:solidFill>
              <a:latin typeface="Calibri"/>
              <a:ea typeface="Calibri"/>
              <a:cs typeface="Calibri"/>
            </a:endParaRPr>
          </a:p>
        </p:txBody>
      </p:sp>
      <p:sp>
        <p:nvSpPr>
          <p:cNvPr id="72" name="v2-294-b-meaning">
            <a:extLst>
              <a:ext uri="{FF2B5EF4-FFF2-40B4-BE49-F238E27FC236}">
                <ns2:creationId id="{35F51184-54C3-4A97-89B5-6C9523D64795}"/>
              </a:ext>
            </a:extLst>
          </p:cNvPr>
          <p:cNvSpPr>
            <a:spLocks noGrp="1"/>
          </p:cNvSpPr>
          <p:nvPr/>
        </p:nvSpPr>
        <p:spPr>
          <a:xfrm>
            <a:off x="11401425" y="4048125"/>
            <a:ext cx="2162175" cy="1266825"/>
          </a:xfrm>
          <a:custGeom>
            <a:pathLst>
              <a:path w="2162175" h="1266825">
                <a:moveTo>
                  <a:pt x="1905000" y="0"/>
                </a:moveTo>
                <a:lnTo>
                  <a:pt x="2162175" y="0"/>
                </a:lnTo>
                <a:lnTo>
                  <a:pt x="2162175" y="1104900"/>
                </a:lnTo>
                <a:lnTo>
                  <a:pt x="0" y="1104900"/>
                </a:lnTo>
                <a:lnTo>
                  <a:pt x="0" y="1266825"/>
                </a:lnTo>
              </a:path>
            </a:pathLst>
          </a:custGeom>
          <a:noFill/>
          <a:ln w="23813">
            <a:solidFill>
              <a:srgbClr val="00889A"/>
            </a:solidFill>
            <a:prstDash val="solid"/>
          </a:ln>
        </p:spPr>
      </p:sp>
      <p:sp>
        <p:nvSpPr>
          <p:cNvPr id="73" name="v2-295-b-meaning-head">
            <a:extLst>
              <a:ext uri="{FF2B5EF4-FFF2-40B4-BE49-F238E27FC236}">
                <ns2:creationId id="{A24B0CDA-B05B-4A86-877A-A8078C0E6A00}"/>
              </a:ext>
            </a:extLst>
          </p:cNvPr>
          <p:cNvSpPr>
            <a:spLocks noGrp="1"/>
          </p:cNvSpPr>
          <p:nvPr/>
        </p:nvSpPr>
        <p:spPr>
          <a:xfrm>
            <a:off x="11346627" y="52146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74" name="v2-296-b-proposal-return">
            <a:extLst>
              <a:ext uri="{FF2B5EF4-FFF2-40B4-BE49-F238E27FC236}">
                <ns2:creationId id="{9D1B66C4-45F0-4EC7-B37A-D1EE02713380}"/>
              </a:ext>
            </a:extLst>
          </p:cNvPr>
          <p:cNvSpPr>
            <a:spLocks noGrp="1"/>
          </p:cNvSpPr>
          <p:nvPr/>
        </p:nvSpPr>
        <p:spPr>
          <a:xfrm>
            <a:off x="12992100" y="3667125"/>
            <a:ext cx="666750" cy="1866900"/>
          </a:xfrm>
          <a:custGeom>
            <a:pathLst>
              <a:path w="666750" h="1866900">
                <a:moveTo>
                  <a:pt x="342900" y="1866900"/>
                </a:moveTo>
                <a:lnTo>
                  <a:pt x="666750" y="1866900"/>
                </a:lnTo>
                <a:lnTo>
                  <a:pt x="666750" y="0"/>
                </a:lnTo>
                <a:lnTo>
                  <a:pt x="0" y="0"/>
                </a:lnTo>
                <a:lnTo>
                  <a:pt x="0" y="133350"/>
                </a:lnTo>
              </a:path>
            </a:pathLst>
          </a:custGeom>
          <a:noFill/>
          <a:ln w="23813">
            <a:solidFill>
              <a:srgbClr val="576773"/>
            </a:solidFill>
            <a:prstDash val="solid"/>
          </a:ln>
        </p:spPr>
      </p:sp>
      <p:sp>
        <p:nvSpPr>
          <p:cNvPr id="75" name="v2-297-b-proposal-return-head">
            <a:extLst>
              <a:ext uri="{FF2B5EF4-FFF2-40B4-BE49-F238E27FC236}">
                <ns2:creationId id="{2CD80145-B2CC-4268-8830-937F7D1E2F3D}"/>
              </a:ext>
            </a:extLst>
          </p:cNvPr>
          <p:cNvSpPr>
            <a:spLocks noGrp="1"/>
          </p:cNvSpPr>
          <p:nvPr/>
        </p:nvSpPr>
        <p:spPr>
          <a:xfrm>
            <a:off x="12937302" y="370016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76" name="v2-298-b-adopted-compose">
            <a:extLst>
              <a:ext uri="{FF2B5EF4-FFF2-40B4-BE49-F238E27FC236}">
                <ns2:creationId id="{4FFA312A-0D73-44FD-947B-CEFC085D8432}"/>
              </a:ext>
            </a:extLst>
          </p:cNvPr>
          <p:cNvSpPr>
            <a:spLocks noGrp="1"/>
          </p:cNvSpPr>
          <p:nvPr/>
        </p:nvSpPr>
        <p:spPr>
          <a:xfrm>
            <a:off x="13306425" y="4219575"/>
            <a:ext cx="695325" cy="1314450"/>
          </a:xfrm>
          <a:custGeom>
            <a:pathLst>
              <a:path w="695325" h="1314450">
                <a:moveTo>
                  <a:pt x="0" y="0"/>
                </a:moveTo>
                <a:lnTo>
                  <a:pt x="457200" y="0"/>
                </a:lnTo>
                <a:lnTo>
                  <a:pt x="457200" y="1314450"/>
                </a:lnTo>
                <a:lnTo>
                  <a:pt x="695325" y="1314450"/>
                </a:lnTo>
              </a:path>
            </a:pathLst>
          </a:custGeom>
          <a:noFill/>
          <a:ln w="23813">
            <a:solidFill>
              <a:srgbClr val="00889A"/>
            </a:solidFill>
            <a:prstDash val="solid"/>
          </a:ln>
        </p:spPr>
      </p:sp>
      <p:sp>
        <p:nvSpPr>
          <p:cNvPr id="77" name="v2-299-b-adopted-compose-head">
            <a:extLst>
              <a:ext uri="{FF2B5EF4-FFF2-40B4-BE49-F238E27FC236}">
                <ns2:creationId id="{1F3A3607-E7B8-421A-B243-844A3A1FEA8B}"/>
              </a:ext>
            </a:extLst>
          </p:cNvPr>
          <p:cNvSpPr>
            <a:spLocks noGrp="1"/>
          </p:cNvSpPr>
          <p:nvPr/>
        </p:nvSpPr>
        <p:spPr>
          <a:xfrm>
            <a:off x="13901442" y="547922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78" name="v2-300-note">
            <a:extLst>
              <a:ext uri="{FF2B5EF4-FFF2-40B4-BE49-F238E27FC236}">
                <ns2:creationId id="{E20219C1-1523-42FD-A7FF-7423C64ABFF5}"/>
              </a:ext>
            </a:extLst>
          </p:cNvPr>
          <p:cNvSpPr>
            <a:spLocks noGrp="1"/>
          </p:cNvSpPr>
          <p:nvPr/>
        </p:nvSpPr>
        <p:spPr>
          <a:xfrm>
            <a:off x="9477375" y="5067300"/>
            <a:ext cx="1809750" cy="209550"/>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제안 반환 후 채택</a:t>
            </a:r>
            <a:endParaRPr lang="ko-KR">
              <a:solidFill>
                <a:srgbClr val="000000"/>
              </a:solidFill>
              <a:latin typeface="Calibri"/>
              <a:ea typeface="Calibri"/>
              <a:cs typeface="Calibri"/>
            </a:endParaRPr>
          </a:p>
        </p:txBody>
      </p:sp>
      <p:sp>
        <p:nvSpPr>
          <p:cNvPr id="79" name="v2-301-b-notice-compose">
            <a:extLst>
              <a:ext uri="{FF2B5EF4-FFF2-40B4-BE49-F238E27FC236}">
                <ns2:creationId id="{5CBD4FDF-8E10-46A1-8BC3-176A2FF094F2}"/>
              </a:ext>
            </a:extLst>
          </p:cNvPr>
          <p:cNvSpPr>
            <a:spLocks noGrp="1"/>
          </p:cNvSpPr>
          <p:nvPr/>
        </p:nvSpPr>
        <p:spPr>
          <a:xfrm>
            <a:off x="17535525" y="4095750"/>
            <a:ext cx="428625" cy="1438275"/>
          </a:xfrm>
          <a:custGeom>
            <a:pathLst>
              <a:path w="428625" h="1438275">
                <a:moveTo>
                  <a:pt x="0" y="0"/>
                </a:moveTo>
                <a:lnTo>
                  <a:pt x="428625" y="0"/>
                </a:lnTo>
                <a:lnTo>
                  <a:pt x="428625" y="1438275"/>
                </a:lnTo>
                <a:lnTo>
                  <a:pt x="19050" y="1438275"/>
                </a:lnTo>
              </a:path>
            </a:pathLst>
          </a:custGeom>
          <a:noFill/>
          <a:ln w="23813">
            <a:solidFill>
              <a:srgbClr val="00889A"/>
            </a:solidFill>
            <a:prstDash val="solid"/>
          </a:ln>
        </p:spPr>
      </p:sp>
      <p:sp>
        <p:nvSpPr>
          <p:cNvPr id="80" name="v2-302-b-notice-compose-head">
            <a:extLst>
              <a:ext uri="{FF2B5EF4-FFF2-40B4-BE49-F238E27FC236}">
                <ns2:creationId id="{79C2861B-E61B-4443-880A-C64AC0DFFF49}"/>
              </a:ext>
            </a:extLst>
          </p:cNvPr>
          <p:cNvSpPr>
            <a:spLocks noGrp="1"/>
          </p:cNvSpPr>
          <p:nvPr/>
        </p:nvSpPr>
        <p:spPr>
          <a:xfrm>
            <a:off x="17554575" y="5479227"/>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1" name="v2-303-note">
            <a:extLst>
              <a:ext uri="{FF2B5EF4-FFF2-40B4-BE49-F238E27FC236}">
                <ns2:creationId id="{71B3062C-EC78-4722-B69D-E77C1FF2B851}"/>
              </a:ext>
            </a:extLst>
          </p:cNvPr>
          <p:cNvSpPr>
            <a:spLocks noGrp="1"/>
          </p:cNvSpPr>
          <p:nvPr/>
        </p:nvSpPr>
        <p:spPr>
          <a:xfrm>
            <a:off x="16192500" y="3438525"/>
            <a:ext cx="1466850" cy="238125"/>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유효 Notice</a:t>
            </a:r>
            <a:endParaRPr lang="ko-KR">
              <a:solidFill>
                <a:srgbClr val="000000"/>
              </a:solidFill>
              <a:latin typeface="Calibri"/>
              <a:ea typeface="Calibri"/>
              <a:cs typeface="Calibri"/>
            </a:endParaRPr>
          </a:p>
        </p:txBody>
      </p:sp>
      <p:sp>
        <p:nvSpPr>
          <p:cNvPr id="82" name="v2-304-b-candidate">
            <a:extLst>
              <a:ext uri="{FF2B5EF4-FFF2-40B4-BE49-F238E27FC236}">
                <ns2:creationId id="{FF620E1D-59E0-40CF-A23E-EF6071003DF5}"/>
              </a:ext>
            </a:extLst>
          </p:cNvPr>
          <p:cNvSpPr>
            <a:spLocks noGrp="1"/>
          </p:cNvSpPr>
          <p:nvPr/>
        </p:nvSpPr>
        <p:spPr>
          <a:xfrm>
            <a:off x="15773400" y="5695950"/>
            <a:ext cx="9525" cy="76200"/>
          </a:xfrm>
          <a:custGeom>
            <a:pathLst>
              <a:path w="9525" h="76200">
                <a:moveTo>
                  <a:pt x="0" y="0"/>
                </a:moveTo>
                <a:lnTo>
                  <a:pt x="0" y="76200"/>
                </a:lnTo>
              </a:path>
            </a:pathLst>
          </a:custGeom>
          <a:noFill/>
          <a:ln w="23813">
            <a:solidFill>
              <a:srgbClr val="00889A"/>
            </a:solidFill>
            <a:prstDash val="solid"/>
          </a:ln>
        </p:spPr>
      </p:sp>
      <p:sp>
        <p:nvSpPr>
          <p:cNvPr id="83" name="v2-305-b-candidate-head">
            <a:extLst>
              <a:ext uri="{FF2B5EF4-FFF2-40B4-BE49-F238E27FC236}">
                <ns2:creationId id="{B034E452-2423-4663-B174-E7B4E71A904A}"/>
              </a:ext>
            </a:extLst>
          </p:cNvPr>
          <p:cNvSpPr>
            <a:spLocks noGrp="1"/>
          </p:cNvSpPr>
          <p:nvPr/>
        </p:nvSpPr>
        <p:spPr>
          <a:xfrm>
            <a:off x="15718602" y="56718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84" name="v2-306-b-join-input">
            <a:extLst>
              <a:ext uri="{FF2B5EF4-FFF2-40B4-BE49-F238E27FC236}">
                <ns2:creationId id="{8659B599-F90A-4F70-A80D-B35B019FED2C}"/>
              </a:ext>
            </a:extLst>
          </p:cNvPr>
          <p:cNvSpPr>
            <a:spLocks noGrp="1"/>
          </p:cNvSpPr>
          <p:nvPr/>
        </p:nvSpPr>
        <p:spPr>
          <a:xfrm>
            <a:off x="9372600" y="4867275"/>
            <a:ext cx="4629150" cy="1057275"/>
          </a:xfrm>
          <a:custGeom>
            <a:pathLst>
              <a:path w="4629150" h="1057275">
                <a:moveTo>
                  <a:pt x="1171575" y="0"/>
                </a:moveTo>
                <a:lnTo>
                  <a:pt x="1171575" y="152400"/>
                </a:lnTo>
                <a:lnTo>
                  <a:pt x="0" y="152400"/>
                </a:lnTo>
                <a:lnTo>
                  <a:pt x="0" y="1057275"/>
                </a:lnTo>
                <a:lnTo>
                  <a:pt x="4629150" y="1057275"/>
                </a:lnTo>
              </a:path>
            </a:pathLst>
          </a:custGeom>
          <a:noFill/>
          <a:ln w="23813">
            <a:solidFill>
              <a:srgbClr val="00889A"/>
            </a:solidFill>
            <a:prstDash val="solid"/>
          </a:ln>
        </p:spPr>
      </p:sp>
      <p:sp>
        <p:nvSpPr>
          <p:cNvPr id="85" name="v2-307-b-join-input-head">
            <a:extLst>
              <a:ext uri="{FF2B5EF4-FFF2-40B4-BE49-F238E27FC236}">
                <ns2:creationId id="{9F21ABB8-FBD7-4D17-9747-344EC748C62D}"/>
              </a:ext>
            </a:extLst>
          </p:cNvPr>
          <p:cNvSpPr>
            <a:spLocks noGrp="1"/>
          </p:cNvSpPr>
          <p:nvPr/>
        </p:nvSpPr>
        <p:spPr>
          <a:xfrm>
            <a:off x="13901442" y="5869752"/>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86" name="v2-308-b-join-notice">
            <a:extLst>
              <a:ext uri="{FF2B5EF4-FFF2-40B4-BE49-F238E27FC236}">
                <ns2:creationId id="{AC621F8A-9A8F-49A6-BFC1-9BF06BF8082F}"/>
              </a:ext>
            </a:extLst>
          </p:cNvPr>
          <p:cNvSpPr>
            <a:spLocks noGrp="1"/>
          </p:cNvSpPr>
          <p:nvPr/>
        </p:nvSpPr>
        <p:spPr>
          <a:xfrm>
            <a:off x="16440150" y="4867275"/>
            <a:ext cx="1390650" cy="1057275"/>
          </a:xfrm>
          <a:custGeom>
            <a:pathLst>
              <a:path w="1390650" h="1057275">
                <a:moveTo>
                  <a:pt x="0" y="0"/>
                </a:moveTo>
                <a:lnTo>
                  <a:pt x="1390650" y="0"/>
                </a:lnTo>
                <a:lnTo>
                  <a:pt x="1390650" y="1057275"/>
                </a:lnTo>
                <a:lnTo>
                  <a:pt x="1114425" y="1057275"/>
                </a:lnTo>
              </a:path>
            </a:pathLst>
          </a:custGeom>
          <a:noFill/>
          <a:ln w="23813">
            <a:solidFill>
              <a:srgbClr val="00889A"/>
            </a:solidFill>
            <a:prstDash val="solid"/>
          </a:ln>
        </p:spPr>
      </p:sp>
      <p:sp>
        <p:nvSpPr>
          <p:cNvPr id="87" name="v2-309-b-join-notice-head">
            <a:extLst>
              <a:ext uri="{FF2B5EF4-FFF2-40B4-BE49-F238E27FC236}">
                <ns2:creationId id="{073526A7-C758-401E-8964-B44414282891}"/>
              </a:ext>
            </a:extLst>
          </p:cNvPr>
          <p:cNvSpPr>
            <a:spLocks noGrp="1"/>
          </p:cNvSpPr>
          <p:nvPr/>
        </p:nvSpPr>
        <p:spPr>
          <a:xfrm>
            <a:off x="17554575" y="5869752"/>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8" name="v2-310-note">
            <a:extLst>
              <a:ext uri="{FF2B5EF4-FFF2-40B4-BE49-F238E27FC236}">
                <ns2:creationId id="{82A583D3-411A-4741-B1D5-621882DD8530}"/>
              </a:ext>
            </a:extLst>
          </p:cNvPr>
          <p:cNvSpPr>
            <a:spLocks noGrp="1"/>
          </p:cNvSpPr>
          <p:nvPr/>
        </p:nvSpPr>
        <p:spPr>
          <a:xfrm>
            <a:off x="9477375" y="6115050"/>
            <a:ext cx="8096250" cy="2190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입력/알림 조건 + 준비된 후보 → 게시 가능 여부</a:t>
            </a:r>
            <a:endParaRPr lang="ko-KR">
              <a:solidFill>
                <a:srgbClr val="000000"/>
              </a:solidFill>
              <a:latin typeface="Calibri"/>
              <a:ea typeface="Calibri"/>
              <a:cs typeface="Calibri"/>
            </a:endParaRPr>
          </a:p>
        </p:txBody>
      </p:sp>
      <p:sp>
        <p:nvSpPr>
          <p:cNvPr id="89" name="v2-311-note">
            <a:extLst>
              <a:ext uri="{FF2B5EF4-FFF2-40B4-BE49-F238E27FC236}">
                <ns2:creationId id="{A012552B-6836-45C3-B8B3-7E7A816A27D2}"/>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Publication Control의 검사 → Interaction Manager 실제 표시/재생 → Response Manager 전달 기록. 옛 후보 폐기 / 질문은 별도 허용</a:t>
            </a:r>
            <a:endParaRPr lang="ko-KR">
              <a:solidFill>
                <a:srgbClr val="000000"/>
              </a:solidFill>
              <a:latin typeface="Calibri"/>
              <a:ea typeface="Calibri"/>
              <a:cs typeface="Calibri"/>
            </a:endParaRPr>
          </a:p>
        </p:txBody>
      </p:sp>
      <p:sp>
        <p:nvSpPr>
          <p:cNvPr id="90" name="v2-312-a-cost">
            <a:extLst>
              <a:ext uri="{FF2B5EF4-FFF2-40B4-BE49-F238E27FC236}">
                <ns2:creationId id="{F263034A-F85B-4CA3-9DB2-70221C31A9BE}"/>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비동기, 병렬 실행과 우선순위 처리 가능</a:t>
            </a:r>
            <a:endParaRPr lang="ko-KR">
              <a:solidFill>
                <a:srgbClr val="000000"/>
              </a:solidFill>
              <a:latin typeface="Calibri"/>
              <a:ea typeface="Calibri"/>
              <a:cs typeface="Calibri"/>
            </a:endParaRPr>
          </a:p>
        </p:txBody>
      </p:sp>
      <p:sp>
        <p:nvSpPr>
          <p:cNvPr id="91" name="v2-313-b-cost">
            <a:extLst>
              <a:ext uri="{FF2B5EF4-FFF2-40B4-BE49-F238E27FC236}">
                <ns2:creationId id="{C3D09DC4-687D-43E8-9103-7CEFFDA09DE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Stage/Window, credit와 Join 상태 비용</a:t>
            </a:r>
            <a:endParaRPr lang="ko-KR">
              <a:solidFill>
                <a:srgbClr val="000000"/>
              </a:solidFill>
              <a:latin typeface="Calibri"/>
              <a:ea typeface="Calibri"/>
              <a:cs typeface="Calibri"/>
            </a:endParaRPr>
          </a:p>
        </p:txBody>
      </p:sp>
      <p:graphicFrame>
        <p:nvGraphicFramePr>
          <p:cNvPr id="18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현재성 검사와 후속 지시</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Window와 Join의 현재성</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중앙 queue와 회수 대기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Stage, Join과 수용량 대기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회수와 다음 실행 연결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단계 활성화와 게시 Join</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실제 호출, retry와 폐기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실제 호출, retry와 폐기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후속 규칙과 사건 계약</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단계와 Join 계약</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중앙 상태와 queue</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1,840MiB / Window, credit, copy</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93" name="v2-314-note">
            <a:extLst>
              <a:ext uri="{FF2B5EF4-FFF2-40B4-BE49-F238E27FC236}">
                <ns2:creationId id="{6378C499-39A5-40BF-8572-67798CF3B82A}"/>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86" name="v6-header-title">
            <a:extLst>
              <a:ext uri="{FF2B5EF4-FFF2-40B4-BE49-F238E27FC236}">
                <ns2:creationId id="{5AC2212F-310C-42A3-978F-DB268CF686A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응답시간을 위한 지속 대화 설계</a:t>
            </a:r>
            <a:endParaRPr lang="ko-KR">
              <a:latin typeface="Calibri"/>
              <a:ea typeface="Calibri"/>
              <a:cs typeface="Calibri"/>
            </a:endParaRPr>
          </a:p>
        </p:txBody>
      </p:sp>
      <p:sp>
        <p:nvSpPr>
          <p:cNvPr id="187" name="v6-header-rule">
            <a:extLst>
              <a:ext uri="{FF2B5EF4-FFF2-40B4-BE49-F238E27FC236}">
                <ns2:creationId id="{E3A9514F-EB40-4655-B4A6-1C2045E886FF}"/>
              </a:ext>
            </a:extLst>
          </p:cNvPr>
          <p:cNvSpPr>
            <a:spLocks noGrp="1"/>
          </p:cNvSpPr>
          <p:nvPr/>
        </p:nvSpPr>
        <p:spPr>
          <a:xfrm>
            <a:off x="495300" y="990600"/>
            <a:ext cx="17335500" cy="0"/>
          </a:xfrm>
          <a:prstGeom prst="line">
            <a:avLst/>
          </a:prstGeom>
          <a:noFill/>
          <a:ln w="19050">
            <a:solidFill>
              <a:srgbClr val="A6A6A6"/>
            </a:solidFill>
          </a:ln>
        </p:spPr>
      </p:sp>
      <p:sp>
        <p:nvSpPr>
          <p:cNvPr id="188" name="v6-header-stage-0">
            <a:extLst>
              <a:ext uri="{FF2B5EF4-FFF2-40B4-BE49-F238E27FC236}">
                <ns2:creationId id="{92FBB545-BD74-48E1-BDBE-A23E4188084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89" name="v6-header-stage-1">
            <a:extLst>
              <a:ext uri="{FF2B5EF4-FFF2-40B4-BE49-F238E27FC236}">
                <ns2:creationId id="{A3E03338-8471-47E2-B3C3-1896574AE87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90" name="v6-header-stage-2">
            <a:extLst>
              <a:ext uri="{FF2B5EF4-FFF2-40B4-BE49-F238E27FC236}">
                <ns2:creationId id="{206C822A-6F24-4092-A79E-8B9D6A80AA7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1" name="v6-header-stage-3">
            <a:extLst>
              <a:ext uri="{FF2B5EF4-FFF2-40B4-BE49-F238E27FC236}">
                <ns2:creationId id="{B6A86B10-0C60-4390-A644-65FD1CED2B1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2" name="v6-header-stage-4">
            <a:extLst>
              <a:ext uri="{FF2B5EF4-FFF2-40B4-BE49-F238E27FC236}">
                <ns2:creationId id="{0E616C9A-0570-4CC1-A3BE-1B76ED41BF3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93"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16 / 63</a:t>
            </a:r>
            <a:endParaRPr lang="ko-KR">
              <a:latin typeface="Calibri"/>
              <a:ea typeface="Calibri"/>
              <a:cs typeface="Calibri"/>
            </a:endParaRPr>
          </a:p>
        </p:txBody>
      </p:sp>
    </p:spTree>
    <p:extLst>
      <p:ext uri="{BB962C8B-B14F-4D97-AF65-F5344CB8AC3E}">
        <p14:creationId val="1964571774"/>
      </p:ext>
    </p:extLst>
  </p:cSld>
</p:sld>
</file>

<file path=ppt/slides/slide53.xml><?xml version="1.0" encoding="utf-8"?>
<p:sld xmlns:a="http://schemas.openxmlformats.org/drawingml/2006/main" xmlns:ns2="http://schemas.microsoft.com/office/drawing/2014/main" xmlns:p="http://schemas.openxmlformats.org/presentationml/2006/main" xmlns:p14="http://schemas.microsoft.com/office/powerpoint/2010/main">
  <p:cSld name="dp45-comparison-v2">
    <p:bg>
      <p:bgPr>
        <a:solidFill>
          <a:srgbClr val="FFFFFF"/>
        </a:solidFill>
      </p:bgPr>
    </p:bg>
    <p:spTree>
      <p:nvGrpSpPr>
        <p:cNvPr id="1" name=""/>
        <p:cNvGrpSpPr/>
        <p:nvPr/>
      </p:nvGrpSpPr>
      <p:grpSpPr>
        <a:xfrm/>
      </p:grpSpPr>
      <p:sp>
        <p:nvSpPr>
          <p:cNvPr id="5" name="v2-319-note">
            <a:extLst>
              <a:ext uri="{FF2B5EF4-FFF2-40B4-BE49-F238E27FC236}">
                <ns2:creationId id="{5A199CA3-8279-49EA-B70C-E8DCCEF2BB9E}"/>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요청: “지난번 평가 기준으로 제품 비교와 견적 결과를 함께 써서 제안서를 만들어줘.”</a:t>
            </a:r>
            <a:endParaRPr lang="ko-KR">
              <a:solidFill>
                <a:srgbClr val="000000"/>
              </a:solidFill>
              <a:latin typeface="Calibri"/>
              <a:ea typeface="Calibri"/>
              <a:cs typeface="Calibri"/>
            </a:endParaRPr>
          </a:p>
        </p:txBody>
      </p:sp>
      <p:sp>
        <p:nvSpPr>
          <p:cNvPr id="6" name="v2-320-option-a">
            <a:extLst>
              <a:ext uri="{FF2B5EF4-FFF2-40B4-BE49-F238E27FC236}">
                <ns2:creationId id="{7FFCAB25-74E5-4BA6-A4BF-E3CBDF2CE393}"/>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현재 요청에 맞춰 원본을 조합</a:t>
            </a:r>
            <a:endParaRPr lang="ko-KR">
              <a:solidFill>
                <a:srgbClr val="000000"/>
              </a:solidFill>
              <a:latin typeface="Calibri"/>
              <a:ea typeface="Calibri"/>
              <a:cs typeface="Calibri"/>
            </a:endParaRPr>
          </a:p>
        </p:txBody>
      </p:sp>
      <p:sp>
        <p:nvSpPr>
          <p:cNvPr id="7" name="v2-321-option-b">
            <a:extLst>
              <a:ext uri="{FF2B5EF4-FFF2-40B4-BE49-F238E27FC236}">
                <ns2:creationId id="{04163C29-2963-4406-8EEB-9B2C983301F7}"/>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과거 관계를 공통 생산하고 조회</a:t>
            </a:r>
            <a:endParaRPr lang="ko-KR">
              <a:solidFill>
                <a:srgbClr val="000000"/>
              </a:solidFill>
              <a:latin typeface="Calibri"/>
              <a:ea typeface="Calibri"/>
              <a:cs typeface="Calibri"/>
            </a:endParaRPr>
          </a:p>
        </p:txBody>
      </p:sp>
      <p:sp>
        <p:nvSpPr>
          <p:cNvPr id="10" name="v2-324-note">
            <a:extLst>
              <a:ext uri="{FF2B5EF4-FFF2-40B4-BE49-F238E27FC236}">
                <ns2:creationId id="{61E7D39F-CCE5-422F-8663-50E14892FAD5}"/>
              </a:ext>
            </a:extLst>
          </p:cNvPr>
          <p:cNvSpPr>
            <a:spLocks noGrp="1"/>
          </p:cNvSpPr>
          <p:nvPr/>
        </p:nvSpPr>
        <p:spPr>
          <a:xfrm>
            <a:off x="495300" y="2552700"/>
            <a:ext cx="6391275" cy="43815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 실제 전달한 설명과 업무 결과</a:t>
            </a:r>
            <a:endParaRPr lang="ko-KR">
              <a:solidFill>
                <a:srgbClr val="000000"/>
              </a:solidFill>
              <a:latin typeface="Calibri"/>
              <a:ea typeface="Calibri"/>
              <a:cs typeface="Calibri"/>
            </a:endParaRPr>
          </a:p>
        </p:txBody>
      </p:sp>
      <p:sp>
        <p:nvSpPr>
          <p:cNvPr id="11" name="v2-325-Model Access">
            <a:extLst>
              <a:ext uri="{FF2B5EF4-FFF2-40B4-BE49-F238E27FC236}">
                <ns2:creationId id="{EB368250-516F-4AE9-9B24-DAF74AE24C3D}"/>
              </a:ext>
            </a:extLst>
          </p:cNvPr>
          <p:cNvSpPr>
            <a:spLocks noGrp="1"/>
          </p:cNvSpPr>
          <p:nvPr/>
        </p:nvSpPr>
        <p:spPr>
          <a:xfrm>
            <a:off x="7143750" y="2628900"/>
            <a:ext cx="4095750" cy="42862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3" name="v2-327-클라우드 의미 LLM">
            <a:extLst>
              <a:ext uri="{FF2B5EF4-FFF2-40B4-BE49-F238E27FC236}">
                <ns2:creationId id="{D106CF12-2AB3-49FB-9878-58CA9844772E}"/>
              </a:ext>
            </a:extLst>
          </p:cNvPr>
          <p:cNvSpPr>
            <a:spLocks noGrp="1"/>
          </p:cNvSpPr>
          <p:nvPr/>
        </p:nvSpPr>
        <p:spPr>
          <a:xfrm>
            <a:off x="13430250" y="2628900"/>
            <a:ext cx="4181475" cy="42862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5" name="v2-329-common-meaning">
            <a:extLst>
              <a:ext uri="{FF2B5EF4-FFF2-40B4-BE49-F238E27FC236}">
                <ns2:creationId id="{189C3EE8-89F6-4BF0-8BF8-4A41C6FC1C8B}"/>
              </a:ext>
            </a:extLst>
          </p:cNvPr>
          <p:cNvSpPr>
            <a:spLocks noGrp="1"/>
          </p:cNvSpPr>
          <p:nvPr/>
        </p:nvSpPr>
        <p:spPr>
          <a:xfrm>
            <a:off x="11239500" y="2838450"/>
            <a:ext cx="2190750" cy="9525"/>
          </a:xfrm>
          <a:custGeom>
            <a:pathLst>
              <a:path w="2190750" h="9525">
                <a:moveTo>
                  <a:pt x="0" y="0"/>
                </a:moveTo>
                <a:lnTo>
                  <a:pt x="2190750" y="0"/>
                </a:lnTo>
              </a:path>
            </a:pathLst>
          </a:custGeom>
          <a:noFill/>
          <a:ln w="19050">
            <a:solidFill>
              <a:srgbClr val="576773"/>
            </a:solidFill>
            <a:prstDash val="solid"/>
          </a:ln>
        </p:spPr>
      </p:sp>
      <p:sp>
        <p:nvSpPr>
          <p:cNvPr id="16" name="v2-330-common-meaning-head">
            <a:extLst>
              <a:ext uri="{FF2B5EF4-FFF2-40B4-BE49-F238E27FC236}">
                <ns2:creationId id="{539ACD00-3E1B-4513-817F-4FE5303725EB}"/>
              </a:ext>
            </a:extLst>
          </p:cNvPr>
          <p:cNvSpPr>
            <a:spLocks noGrp="1"/>
          </p:cNvSpPr>
          <p:nvPr/>
        </p:nvSpPr>
        <p:spPr>
          <a:xfrm>
            <a:off x="13329942" y="27836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7" name="v2-331-note">
            <a:extLst>
              <a:ext uri="{FF2B5EF4-FFF2-40B4-BE49-F238E27FC236}">
                <ns2:creationId id="{BB77EF32-10C2-4A43-B914-B43396B657D1}"/>
              </a:ext>
            </a:extLst>
          </p:cNvPr>
          <p:cNvSpPr>
            <a:spLocks noGrp="1"/>
          </p:cNvSpPr>
          <p:nvPr/>
        </p:nvSpPr>
        <p:spPr>
          <a:xfrm>
            <a:off x="11458575" y="2533650"/>
            <a:ext cx="1857375" cy="2571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필요할 때 호출</a:t>
            </a:r>
            <a:endParaRPr lang="ko-KR">
              <a:solidFill>
                <a:srgbClr val="000000"/>
              </a:solidFill>
              <a:latin typeface="Calibri"/>
              <a:ea typeface="Calibri"/>
              <a:cs typeface="Calibri"/>
            </a:endParaRPr>
          </a:p>
        </p:txBody>
      </p:sp>
      <p:sp>
        <p:nvSpPr>
          <p:cNvPr id="18" name="v2-332-Context Manager">
            <a:extLst>
              <a:ext uri="{FF2B5EF4-FFF2-40B4-BE49-F238E27FC236}">
                <ns2:creationId id="{8126D139-3DFB-41B0-8E62-B38342FF70AF}"/>
              </a:ext>
            </a:extLst>
          </p:cNvPr>
          <p:cNvSpPr>
            <a:spLocks noGrp="1"/>
          </p:cNvSpPr>
          <p:nvPr/>
        </p:nvSpPr>
        <p:spPr>
          <a:xfrm>
            <a:off x="600075" y="3105150"/>
            <a:ext cx="8105775" cy="2228850"/>
          </a:xfrm>
          <a:prstGeom prst="rect">
            <a:avLst/>
          </a:prstGeom>
          <a:noFill/>
          <a:ln w="19050">
            <a:solidFill>
              <a:srgbClr val="BCCAD2"/>
            </a:solidFill>
          </a:ln>
        </p:spPr>
        <p:txBody>
          <a:bodyPr wrap="none" lIns="133350" tIns="38100" rIns="4829175" bIns="182880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20" name="v2-334-Context Composer">
            <a:extLst>
              <a:ext uri="{FF2B5EF4-FFF2-40B4-BE49-F238E27FC236}">
                <ns2:creationId id="{396C0F95-53DE-420C-AA60-40C5212FEFF4}"/>
              </a:ext>
            </a:extLst>
          </p:cNvPr>
          <p:cNvSpPr>
            <a:spLocks noGrp="1"/>
          </p:cNvSpPr>
          <p:nvPr/>
        </p:nvSpPr>
        <p:spPr>
          <a:xfrm>
            <a:off x="1076325" y="3714750"/>
            <a:ext cx="3905250" cy="561975"/>
          </a:xfrm>
          <a:prstGeom prst="rect">
            <a:avLst/>
          </a:prstGeom>
          <a:solidFill>
            <a:srgbClr val="FFF6DE"/>
          </a:solidFill>
          <a:ln w="19050">
            <a:solidFill>
              <a:srgbClr val="576773"/>
            </a:solidFill>
          </a:ln>
        </p:spPr>
        <p:txBody>
          <a:bodyPr wrap="none" lIns="76200" tIns="0" rIns="76200" bIns="0" anchor="ctr">
            <a:noAutofit/>
          </a:bodyPr>
          <a:lstStyle/>
          <a:p>
            <a:pPr algn="ctr">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Context Composer</a:t>
            </a:r>
            <a:endParaRPr lang="ko-KR">
              <a:solidFill>
                <a:srgbClr val="000000"/>
              </a:solidFill>
              <a:latin typeface="Calibri"/>
              <a:ea typeface="Calibri"/>
              <a:cs typeface="Calibri"/>
            </a:endParaRPr>
          </a:p>
        </p:txBody>
      </p:sp>
      <p:sp>
        <p:nvSpPr>
          <p:cNvPr id="22" name="v2-336-Source View Cache">
            <a:extLst>
              <a:ext uri="{FF2B5EF4-FFF2-40B4-BE49-F238E27FC236}">
                <ns2:creationId id="{FEEF1F1B-5080-4E4C-B13D-135B864EB173}"/>
              </a:ext>
            </a:extLst>
          </p:cNvPr>
          <p:cNvSpPr>
            <a:spLocks noGrp="1"/>
          </p:cNvSpPr>
          <p:nvPr/>
        </p:nvSpPr>
        <p:spPr>
          <a:xfrm>
            <a:off x="5772150" y="3705225"/>
            <a:ext cx="2609850" cy="552450"/>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Source View Cache</a:t>
            </a:r>
            <a:endParaRPr lang="ko-KR">
              <a:solidFill>
                <a:srgbClr val="000000"/>
              </a:solidFill>
              <a:latin typeface="Calibri"/>
              <a:ea typeface="Calibri"/>
              <a:cs typeface="Calibri"/>
            </a:endParaRPr>
          </a:p>
        </p:txBody>
      </p:sp>
      <p:sp>
        <p:nvSpPr>
          <p:cNvPr id="24" name="v2-338-a-query">
            <a:extLst>
              <a:ext uri="{FF2B5EF4-FFF2-40B4-BE49-F238E27FC236}">
                <ns2:creationId id="{DBD3F639-28D4-4F46-B0D7-83781CC1E9CA}"/>
              </a:ext>
            </a:extLst>
          </p:cNvPr>
          <p:cNvSpPr>
            <a:spLocks noGrp="1"/>
          </p:cNvSpPr>
          <p:nvPr/>
        </p:nvSpPr>
        <p:spPr>
          <a:xfrm>
            <a:off x="714375" y="3571875"/>
            <a:ext cx="2314575" cy="142875"/>
          </a:xfrm>
          <a:custGeom>
            <a:pathLst>
              <a:path w="2314575" h="142875">
                <a:moveTo>
                  <a:pt x="0" y="0"/>
                </a:moveTo>
                <a:lnTo>
                  <a:pt x="2314575" y="0"/>
                </a:lnTo>
                <a:lnTo>
                  <a:pt x="2314575" y="142875"/>
                </a:lnTo>
              </a:path>
            </a:pathLst>
          </a:custGeom>
          <a:noFill/>
          <a:ln w="23813">
            <a:solidFill>
              <a:srgbClr val="00889A"/>
            </a:solidFill>
            <a:prstDash val="solid"/>
          </a:ln>
        </p:spPr>
      </p:sp>
      <p:sp>
        <p:nvSpPr>
          <p:cNvPr id="25" name="v2-339-a-query-head">
            <a:extLst>
              <a:ext uri="{FF2B5EF4-FFF2-40B4-BE49-F238E27FC236}">
                <ns2:creationId id="{A25BBCF2-7EB2-4BC6-B5E1-9FEAF3D62BFB}"/>
              </a:ext>
            </a:extLst>
          </p:cNvPr>
          <p:cNvSpPr>
            <a:spLocks noGrp="1"/>
          </p:cNvSpPr>
          <p:nvPr/>
        </p:nvSpPr>
        <p:spPr>
          <a:xfrm>
            <a:off x="2974152"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26" name="v2-340-note">
            <a:extLst>
              <a:ext uri="{FF2B5EF4-FFF2-40B4-BE49-F238E27FC236}">
                <ns2:creationId id="{91D40DCD-BAD5-45EE-AC8C-205892F2E4DC}"/>
              </a:ext>
            </a:extLst>
          </p:cNvPr>
          <p:cNvSpPr>
            <a:spLocks noGrp="1"/>
          </p:cNvSpPr>
          <p:nvPr/>
        </p:nvSpPr>
        <p:spPr>
          <a:xfrm>
            <a:off x="3314700" y="3190875"/>
            <a:ext cx="20002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이번 조회</a:t>
            </a:r>
            <a:endParaRPr lang="ko-KR">
              <a:solidFill>
                <a:srgbClr val="000000"/>
              </a:solidFill>
              <a:latin typeface="Calibri"/>
              <a:ea typeface="Calibri"/>
              <a:cs typeface="Calibri"/>
            </a:endParaRPr>
          </a:p>
        </p:txBody>
      </p:sp>
      <p:sp>
        <p:nvSpPr>
          <p:cNvPr id="27" name="v2-341-a-cache">
            <a:extLst>
              <a:ext uri="{FF2B5EF4-FFF2-40B4-BE49-F238E27FC236}">
                <ns2:creationId id="{EEACDFDA-3614-4935-BC85-A8DFD2AED8C0}"/>
              </a:ext>
            </a:extLst>
          </p:cNvPr>
          <p:cNvSpPr>
            <a:spLocks noGrp="1"/>
          </p:cNvSpPr>
          <p:nvPr/>
        </p:nvSpPr>
        <p:spPr>
          <a:xfrm>
            <a:off x="4981575" y="3990975"/>
            <a:ext cx="790575" cy="9525"/>
          </a:xfrm>
          <a:custGeom>
            <a:pathLst>
              <a:path w="790575" h="9525">
                <a:moveTo>
                  <a:pt x="0" y="0"/>
                </a:moveTo>
                <a:lnTo>
                  <a:pt x="790575" y="0"/>
                </a:lnTo>
              </a:path>
            </a:pathLst>
          </a:custGeom>
          <a:noFill/>
          <a:ln w="23813">
            <a:solidFill>
              <a:srgbClr val="576773"/>
            </a:solidFill>
            <a:prstDash val="solid"/>
          </a:ln>
        </p:spPr>
      </p:sp>
      <p:sp>
        <p:nvSpPr>
          <p:cNvPr id="28" name="v2-342-a-cache-head">
            <a:extLst>
              <a:ext uri="{FF2B5EF4-FFF2-40B4-BE49-F238E27FC236}">
                <ns2:creationId id="{6CCEE704-6BCC-4D6C-BBBB-A180809F69F2}"/>
              </a:ext>
            </a:extLst>
          </p:cNvPr>
          <p:cNvSpPr>
            <a:spLocks noGrp="1"/>
          </p:cNvSpPr>
          <p:nvPr/>
        </p:nvSpPr>
        <p:spPr>
          <a:xfrm>
            <a:off x="5671842" y="393617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29" name="v2-343-note">
            <a:extLst>
              <a:ext uri="{FF2B5EF4-FFF2-40B4-BE49-F238E27FC236}">
                <ns2:creationId id="{CA304442-5565-46AF-A7C8-80AC2DE0184D}"/>
              </a:ext>
            </a:extLst>
          </p:cNvPr>
          <p:cNvSpPr>
            <a:spLocks noGrp="1"/>
          </p:cNvSpPr>
          <p:nvPr/>
        </p:nvSpPr>
        <p:spPr>
          <a:xfrm>
            <a:off x="5505450" y="4295775"/>
            <a:ext cx="302895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유효 cache / 부분 갱신</a:t>
            </a:r>
            <a:endParaRPr lang="ko-KR">
              <a:solidFill>
                <a:srgbClr val="000000"/>
              </a:solidFill>
              <a:latin typeface="Calibri"/>
              <a:ea typeface="Calibri"/>
              <a:cs typeface="Calibri"/>
            </a:endParaRPr>
          </a:p>
        </p:txBody>
      </p:sp>
      <p:sp>
        <p:nvSpPr>
          <p:cNvPr id="30" name="v2-344-Request Evidence Set">
            <a:extLst>
              <a:ext uri="{FF2B5EF4-FFF2-40B4-BE49-F238E27FC236}">
                <ns2:creationId id="{F49D6F2F-592B-4BB9-8AD7-95444563A63D}"/>
              </a:ext>
            </a:extLst>
          </p:cNvPr>
          <p:cNvSpPr>
            <a:spLocks noGrp="1"/>
          </p:cNvSpPr>
          <p:nvPr/>
        </p:nvSpPr>
        <p:spPr>
          <a:xfrm>
            <a:off x="4695825" y="4695825"/>
            <a:ext cx="3667125" cy="533400"/>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Evidence Set</a:t>
            </a:r>
            <a:endParaRPr lang="ko-KR">
              <a:solidFill>
                <a:srgbClr val="000000"/>
              </a:solidFill>
              <a:latin typeface="Calibri"/>
              <a:ea typeface="Calibri"/>
              <a:cs typeface="Calibri"/>
            </a:endParaRPr>
          </a:p>
        </p:txBody>
      </p:sp>
      <p:sp>
        <p:nvSpPr>
          <p:cNvPr id="32" name="v2-346-a-meaning-read">
            <a:extLst>
              <a:ext uri="{FF2B5EF4-FFF2-40B4-BE49-F238E27FC236}">
                <ns2:creationId id="{2FA0BAB0-FE15-41CE-9EB6-847F1E957125}"/>
              </a:ext>
            </a:extLst>
          </p:cNvPr>
          <p:cNvSpPr>
            <a:spLocks noGrp="1"/>
          </p:cNvSpPr>
          <p:nvPr/>
        </p:nvSpPr>
        <p:spPr>
          <a:xfrm>
            <a:off x="4981575" y="2838450"/>
            <a:ext cx="2162175" cy="1047750"/>
          </a:xfrm>
          <a:custGeom>
            <a:pathLst>
              <a:path w="2162175" h="1047750">
                <a:moveTo>
                  <a:pt x="0" y="1047750"/>
                </a:moveTo>
                <a:lnTo>
                  <a:pt x="257175" y="1047750"/>
                </a:lnTo>
                <a:lnTo>
                  <a:pt x="257175" y="0"/>
                </a:lnTo>
                <a:lnTo>
                  <a:pt x="2162175" y="0"/>
                </a:lnTo>
              </a:path>
            </a:pathLst>
          </a:custGeom>
          <a:noFill/>
          <a:ln w="23813">
            <a:solidFill>
              <a:srgbClr val="576773"/>
            </a:solidFill>
            <a:prstDash val="dash"/>
          </a:ln>
        </p:spPr>
      </p:sp>
      <p:sp>
        <p:nvSpPr>
          <p:cNvPr id="33" name="v2-347-a-meaning-read-head">
            <a:extLst>
              <a:ext uri="{FF2B5EF4-FFF2-40B4-BE49-F238E27FC236}">
                <ns2:creationId id="{FE78D7E4-A3E4-45B2-8AD6-E39766AB3DEB}"/>
              </a:ext>
            </a:extLst>
          </p:cNvPr>
          <p:cNvSpPr>
            <a:spLocks noGrp="1"/>
          </p:cNvSpPr>
          <p:nvPr/>
        </p:nvSpPr>
        <p:spPr>
          <a:xfrm>
            <a:off x="7043442" y="2783652"/>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34" name="v2-348-note">
            <a:extLst>
              <a:ext uri="{FF2B5EF4-FFF2-40B4-BE49-F238E27FC236}">
                <ns2:creationId id="{9BCD895B-7A69-4D4C-8B24-CA0B30D9E53C}"/>
              </a:ext>
            </a:extLst>
          </p:cNvPr>
          <p:cNvSpPr>
            <a:spLocks noGrp="1"/>
          </p:cNvSpPr>
          <p:nvPr/>
        </p:nvSpPr>
        <p:spPr>
          <a:xfrm>
            <a:off x="895350" y="5562600"/>
            <a:ext cx="7686675" cy="38100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원본 확인 후 이번 요청의 근거 반환</a:t>
            </a:r>
            <a:endParaRPr lang="ko-KR">
              <a:solidFill>
                <a:srgbClr val="000000"/>
              </a:solidFill>
              <a:latin typeface="Calibri"/>
              <a:ea typeface="Calibri"/>
              <a:cs typeface="Calibri"/>
            </a:endParaRPr>
          </a:p>
        </p:txBody>
      </p:sp>
      <p:sp>
        <p:nvSpPr>
          <p:cNvPr id="35" name="v2-349-a-evidence">
            <a:extLst>
              <a:ext uri="{FF2B5EF4-FFF2-40B4-BE49-F238E27FC236}">
                <ns2:creationId id="{72896549-E4EF-4123-914E-AB609B064524}"/>
              </a:ext>
            </a:extLst>
          </p:cNvPr>
          <p:cNvSpPr>
            <a:spLocks noGrp="1"/>
          </p:cNvSpPr>
          <p:nvPr/>
        </p:nvSpPr>
        <p:spPr>
          <a:xfrm>
            <a:off x="4981575" y="4114800"/>
            <a:ext cx="1543050" cy="581025"/>
          </a:xfrm>
          <a:custGeom>
            <a:pathLst>
              <a:path w="1543050" h="581025">
                <a:moveTo>
                  <a:pt x="0" y="0"/>
                </a:moveTo>
                <a:lnTo>
                  <a:pt x="209550" y="0"/>
                </a:lnTo>
                <a:lnTo>
                  <a:pt x="209550" y="428625"/>
                </a:lnTo>
                <a:lnTo>
                  <a:pt x="1543050" y="428625"/>
                </a:lnTo>
                <a:lnTo>
                  <a:pt x="1543050" y="581025"/>
                </a:lnTo>
              </a:path>
            </a:pathLst>
          </a:custGeom>
          <a:noFill/>
          <a:ln w="23813">
            <a:solidFill>
              <a:srgbClr val="00889A"/>
            </a:solidFill>
            <a:prstDash val="solid"/>
          </a:ln>
        </p:spPr>
      </p:sp>
      <p:sp>
        <p:nvSpPr>
          <p:cNvPr id="36" name="v2-350-a-evidence-head">
            <a:extLst>
              <a:ext uri="{FF2B5EF4-FFF2-40B4-BE49-F238E27FC236}">
                <ns2:creationId id="{25E44DC6-6BBB-4554-96BD-EEB2A678CA20}"/>
              </a:ext>
            </a:extLst>
          </p:cNvPr>
          <p:cNvSpPr>
            <a:spLocks noGrp="1"/>
          </p:cNvSpPr>
          <p:nvPr/>
        </p:nvSpPr>
        <p:spPr>
          <a:xfrm>
            <a:off x="6469827" y="4595517"/>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37" name="v2-351-b-semantic-call">
            <a:extLst>
              <a:ext uri="{FF2B5EF4-FFF2-40B4-BE49-F238E27FC236}">
                <ns2:creationId id="{090E5D55-F302-45CD-A304-EFB8DF8D1334}"/>
              </a:ext>
            </a:extLst>
          </p:cNvPr>
          <p:cNvSpPr>
            <a:spLocks noGrp="1"/>
          </p:cNvSpPr>
          <p:nvPr/>
        </p:nvSpPr>
        <p:spPr>
          <a:xfrm>
            <a:off x="9182100" y="3057525"/>
            <a:ext cx="438150" cy="895350"/>
          </a:xfrm>
          <a:custGeom>
            <a:pathLst>
              <a:path w="438150" h="895350">
                <a:moveTo>
                  <a:pt x="438150" y="895350"/>
                </a:moveTo>
                <a:lnTo>
                  <a:pt x="0" y="895350"/>
                </a:lnTo>
                <a:lnTo>
                  <a:pt x="0" y="0"/>
                </a:lnTo>
              </a:path>
            </a:pathLst>
          </a:custGeom>
          <a:noFill/>
          <a:ln w="23813">
            <a:solidFill>
              <a:srgbClr val="576773"/>
            </a:solidFill>
            <a:prstDash val="dash"/>
          </a:ln>
        </p:spPr>
      </p:sp>
      <p:sp>
        <p:nvSpPr>
          <p:cNvPr id="38" name="v2-352-b-semantic-call-head">
            <a:extLst>
              <a:ext uri="{FF2B5EF4-FFF2-40B4-BE49-F238E27FC236}">
                <ns2:creationId id="{BD811A34-8AE6-4A50-8B91-3840DF9CCB2E}"/>
              </a:ext>
            </a:extLst>
          </p:cNvPr>
          <p:cNvSpPr>
            <a:spLocks noGrp="1"/>
          </p:cNvSpPr>
          <p:nvPr/>
        </p:nvSpPr>
        <p:spPr>
          <a:xfrm>
            <a:off x="9127302" y="305752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9" name="v2-353-Context Manager">
            <a:extLst>
              <a:ext uri="{FF2B5EF4-FFF2-40B4-BE49-F238E27FC236}">
                <ns2:creationId id="{7F6B6D3B-1350-4FDA-9FE7-1620B6A62E19}"/>
              </a:ext>
            </a:extLst>
          </p:cNvPr>
          <p:cNvSpPr>
            <a:spLocks noGrp="1"/>
          </p:cNvSpPr>
          <p:nvPr/>
        </p:nvSpPr>
        <p:spPr>
          <a:xfrm>
            <a:off x="9334500" y="3105150"/>
            <a:ext cx="8372475" cy="2971800"/>
          </a:xfrm>
          <a:prstGeom prst="rect">
            <a:avLst/>
          </a:prstGeom>
          <a:noFill/>
          <a:ln w="19050">
            <a:solidFill>
              <a:srgbClr val="BCCAD2"/>
            </a:solidFill>
          </a:ln>
        </p:spPr>
        <p:txBody>
          <a:bodyPr wrap="none" lIns="133350" tIns="38100" rIns="5095875" bIns="2571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41" name="v2-355-Memory Publisher">
            <a:extLst>
              <a:ext uri="{FF2B5EF4-FFF2-40B4-BE49-F238E27FC236}">
                <ns2:creationId id="{CC52E89E-4B45-4A73-9771-DB42FBF58E86}"/>
              </a:ext>
            </a:extLst>
          </p:cNvPr>
          <p:cNvSpPr>
            <a:spLocks noGrp="1"/>
          </p:cNvSpPr>
          <p:nvPr/>
        </p:nvSpPr>
        <p:spPr>
          <a:xfrm>
            <a:off x="9620250" y="3714750"/>
            <a:ext cx="3476625" cy="523875"/>
          </a:xfrm>
          <a:prstGeom prst="rect">
            <a:avLst/>
          </a:prstGeom>
          <a:solidFill>
            <a:srgbClr val="FFF6DE"/>
          </a:solidFill>
          <a:ln w="19050">
            <a:solidFill>
              <a:srgbClr val="576773"/>
            </a:solidFill>
          </a:ln>
        </p:spPr>
        <p:txBody>
          <a:bodyPr wrap="none" lIns="76200" tIns="0" rIns="7620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Memory Publisher</a:t>
            </a:r>
            <a:endParaRPr lang="ko-KR">
              <a:solidFill>
                <a:srgbClr val="000000"/>
              </a:solidFill>
              <a:latin typeface="Calibri"/>
              <a:ea typeface="Calibri"/>
              <a:cs typeface="Calibri"/>
            </a:endParaRPr>
          </a:p>
        </p:txBody>
      </p:sp>
      <p:sp>
        <p:nvSpPr>
          <p:cNvPr id="43" name="v2-357-Coverage State">
            <a:extLst>
              <a:ext uri="{FF2B5EF4-FFF2-40B4-BE49-F238E27FC236}">
                <ns2:creationId id="{265D4168-F02C-43EC-B7F6-9B9F4DC182D6}"/>
              </a:ext>
            </a:extLst>
          </p:cNvPr>
          <p:cNvSpPr>
            <a:spLocks noGrp="1"/>
          </p:cNvSpPr>
          <p:nvPr/>
        </p:nvSpPr>
        <p:spPr>
          <a:xfrm>
            <a:off x="13887450" y="3724275"/>
            <a:ext cx="349567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Coverage State</a:t>
            </a:r>
            <a:endParaRPr lang="ko-KR">
              <a:solidFill>
                <a:srgbClr val="000000"/>
              </a:solidFill>
              <a:latin typeface="Calibri"/>
              <a:ea typeface="Calibri"/>
              <a:cs typeface="Calibri"/>
            </a:endParaRPr>
          </a:p>
        </p:txBody>
      </p:sp>
      <p:sp>
        <p:nvSpPr>
          <p:cNvPr id="45" name="v2-359-Episodic Memory Repository">
            <a:extLst>
              <a:ext uri="{FF2B5EF4-FFF2-40B4-BE49-F238E27FC236}">
                <ns2:creationId id="{FF4F2D94-1207-489B-B7C9-C69A5241FBFC}"/>
              </a:ext>
            </a:extLst>
          </p:cNvPr>
          <p:cNvSpPr>
            <a:spLocks noGrp="1"/>
          </p:cNvSpPr>
          <p:nvPr/>
        </p:nvSpPr>
        <p:spPr>
          <a:xfrm>
            <a:off x="11401425" y="4533900"/>
            <a:ext cx="507682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Episodic Memory Repository</a:t>
            </a:r>
            <a:endParaRPr lang="ko-KR">
              <a:solidFill>
                <a:srgbClr val="000000"/>
              </a:solidFill>
              <a:latin typeface="Calibri"/>
              <a:ea typeface="Calibri"/>
              <a:cs typeface="Calibri"/>
            </a:endParaRPr>
          </a:p>
        </p:txBody>
      </p:sp>
      <p:sp>
        <p:nvSpPr>
          <p:cNvPr id="47" name="v2-361-Evidence Reader">
            <a:extLst>
              <a:ext uri="{FF2B5EF4-FFF2-40B4-BE49-F238E27FC236}">
                <ns2:creationId id="{9185C3A2-E797-4DBF-880C-A1C27AE0B40F}"/>
              </a:ext>
            </a:extLst>
          </p:cNvPr>
          <p:cNvSpPr>
            <a:spLocks noGrp="1"/>
          </p:cNvSpPr>
          <p:nvPr/>
        </p:nvSpPr>
        <p:spPr>
          <a:xfrm>
            <a:off x="11401425" y="5495925"/>
            <a:ext cx="5076825" cy="42862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Evidence Reader</a:t>
            </a:r>
            <a:endParaRPr lang="ko-KR">
              <a:solidFill>
                <a:srgbClr val="000000"/>
              </a:solidFill>
              <a:latin typeface="Calibri"/>
              <a:ea typeface="Calibri"/>
              <a:cs typeface="Calibri"/>
            </a:endParaRPr>
          </a:p>
        </p:txBody>
      </p:sp>
      <p:sp>
        <p:nvSpPr>
          <p:cNvPr id="49" name="v2-363-b-produce">
            <a:extLst>
              <a:ext uri="{FF2B5EF4-FFF2-40B4-BE49-F238E27FC236}">
                <ns2:creationId id="{BAC81AD8-41EC-4DD9-AA69-90572D46827A}"/>
              </a:ext>
            </a:extLst>
          </p:cNvPr>
          <p:cNvSpPr>
            <a:spLocks noGrp="1"/>
          </p:cNvSpPr>
          <p:nvPr/>
        </p:nvSpPr>
        <p:spPr>
          <a:xfrm>
            <a:off x="11363325" y="4238625"/>
            <a:ext cx="2571750" cy="295275"/>
          </a:xfrm>
          <a:custGeom>
            <a:pathLst>
              <a:path w="2571750" h="295275">
                <a:moveTo>
                  <a:pt x="0" y="0"/>
                </a:moveTo>
                <a:lnTo>
                  <a:pt x="0" y="114300"/>
                </a:lnTo>
                <a:lnTo>
                  <a:pt x="2571750" y="114300"/>
                </a:lnTo>
                <a:lnTo>
                  <a:pt x="2571750" y="295275"/>
                </a:lnTo>
              </a:path>
            </a:pathLst>
          </a:custGeom>
          <a:noFill/>
          <a:ln w="23813">
            <a:solidFill>
              <a:srgbClr val="00889A"/>
            </a:solidFill>
            <a:prstDash val="solid"/>
          </a:ln>
        </p:spPr>
      </p:sp>
      <p:sp>
        <p:nvSpPr>
          <p:cNvPr id="50" name="v2-364-b-produce-head">
            <a:extLst>
              <a:ext uri="{FF2B5EF4-FFF2-40B4-BE49-F238E27FC236}">
                <ns2:creationId id="{63834022-4F39-4411-964C-25E55BC7799E}"/>
              </a:ext>
            </a:extLst>
          </p:cNvPr>
          <p:cNvSpPr>
            <a:spLocks noGrp="1"/>
          </p:cNvSpPr>
          <p:nvPr/>
        </p:nvSpPr>
        <p:spPr>
          <a:xfrm>
            <a:off x="13880277" y="443359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1" name="v2-365-note">
            <a:extLst>
              <a:ext uri="{FF2B5EF4-FFF2-40B4-BE49-F238E27FC236}">
                <ns2:creationId id="{5BA6E949-1FF4-4CDA-9F6D-8DFAC6A312A0}"/>
              </a:ext>
            </a:extLst>
          </p:cNvPr>
          <p:cNvSpPr>
            <a:spLocks noGrp="1"/>
          </p:cNvSpPr>
          <p:nvPr/>
        </p:nvSpPr>
        <p:spPr>
          <a:xfrm>
            <a:off x="9715500" y="4324350"/>
            <a:ext cx="17145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관계 게시</a:t>
            </a:r>
            <a:endParaRPr lang="ko-KR">
              <a:solidFill>
                <a:srgbClr val="000000"/>
              </a:solidFill>
              <a:latin typeface="Calibri"/>
              <a:ea typeface="Calibri"/>
              <a:cs typeface="Calibri"/>
            </a:endParaRPr>
          </a:p>
        </p:txBody>
      </p:sp>
      <p:sp>
        <p:nvSpPr>
          <p:cNvPr id="52" name="v2-366-b-coverage">
            <a:extLst>
              <a:ext uri="{FF2B5EF4-FFF2-40B4-BE49-F238E27FC236}">
                <ns2:creationId id="{A0201795-CB4D-4A9F-9380-B5CFDF038A5F}"/>
              </a:ext>
            </a:extLst>
          </p:cNvPr>
          <p:cNvSpPr>
            <a:spLocks noGrp="1"/>
          </p:cNvSpPr>
          <p:nvPr/>
        </p:nvSpPr>
        <p:spPr>
          <a:xfrm>
            <a:off x="13096875" y="3971925"/>
            <a:ext cx="790575" cy="9525"/>
          </a:xfrm>
          <a:custGeom>
            <a:pathLst>
              <a:path w="790575" h="9525">
                <a:moveTo>
                  <a:pt x="0" y="0"/>
                </a:moveTo>
                <a:lnTo>
                  <a:pt x="790575" y="0"/>
                </a:lnTo>
              </a:path>
            </a:pathLst>
          </a:custGeom>
          <a:noFill/>
          <a:ln w="23813">
            <a:solidFill>
              <a:srgbClr val="576773"/>
            </a:solidFill>
            <a:prstDash val="solid"/>
          </a:ln>
        </p:spPr>
      </p:sp>
      <p:sp>
        <p:nvSpPr>
          <p:cNvPr id="53" name="v2-367-b-coverage-head">
            <a:extLst>
              <a:ext uri="{FF2B5EF4-FFF2-40B4-BE49-F238E27FC236}">
                <ns2:creationId id="{65E551D1-7599-4672-B30E-588E19FCBCF0}"/>
              </a:ext>
            </a:extLst>
          </p:cNvPr>
          <p:cNvSpPr>
            <a:spLocks noGrp="1"/>
          </p:cNvSpPr>
          <p:nvPr/>
        </p:nvSpPr>
        <p:spPr>
          <a:xfrm>
            <a:off x="13787142" y="391712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54" name="v2-368-b-sourcechange">
            <a:extLst>
              <a:ext uri="{FF2B5EF4-FFF2-40B4-BE49-F238E27FC236}">
                <ns2:creationId id="{A14CB553-7B8D-4864-ABE9-6093733ACB74}"/>
              </a:ext>
            </a:extLst>
          </p:cNvPr>
          <p:cNvSpPr>
            <a:spLocks noGrp="1"/>
          </p:cNvSpPr>
          <p:nvPr/>
        </p:nvSpPr>
        <p:spPr>
          <a:xfrm>
            <a:off x="9401175" y="3581400"/>
            <a:ext cx="1962150" cy="133350"/>
          </a:xfrm>
          <a:custGeom>
            <a:pathLst>
              <a:path w="1962150" h="133350">
                <a:moveTo>
                  <a:pt x="0" y="0"/>
                </a:moveTo>
                <a:lnTo>
                  <a:pt x="1962150" y="0"/>
                </a:lnTo>
                <a:lnTo>
                  <a:pt x="1962150" y="133350"/>
                </a:lnTo>
              </a:path>
            </a:pathLst>
          </a:custGeom>
          <a:noFill/>
          <a:ln w="23813">
            <a:solidFill>
              <a:srgbClr val="00889A"/>
            </a:solidFill>
            <a:prstDash val="solid"/>
          </a:ln>
        </p:spPr>
      </p:sp>
      <p:sp>
        <p:nvSpPr>
          <p:cNvPr id="55" name="v2-369-b-sourcechange-head">
            <a:extLst>
              <a:ext uri="{FF2B5EF4-FFF2-40B4-BE49-F238E27FC236}">
                <ns2:creationId id="{0BD5C4B8-DCFC-499E-BF75-ED566938B81F}"/>
              </a:ext>
            </a:extLst>
          </p:cNvPr>
          <p:cNvSpPr>
            <a:spLocks noGrp="1"/>
          </p:cNvSpPr>
          <p:nvPr/>
        </p:nvSpPr>
        <p:spPr>
          <a:xfrm>
            <a:off x="11308527"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6" name="v2-370-note">
            <a:extLst>
              <a:ext uri="{FF2B5EF4-FFF2-40B4-BE49-F238E27FC236}">
                <ns2:creationId id="{F8751CE4-963A-48EA-8EFA-DDAA5335DF0D}"/>
              </a:ext>
            </a:extLst>
          </p:cNvPr>
          <p:cNvSpPr>
            <a:spLocks noGrp="1"/>
          </p:cNvSpPr>
          <p:nvPr/>
        </p:nvSpPr>
        <p:spPr>
          <a:xfrm>
            <a:off x="12096750" y="3190875"/>
            <a:ext cx="54483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원본 변경 / 생산 요청</a:t>
            </a:r>
            <a:endParaRPr lang="ko-KR">
              <a:solidFill>
                <a:srgbClr val="000000"/>
              </a:solidFill>
              <a:latin typeface="Calibri"/>
              <a:ea typeface="Calibri"/>
              <a:cs typeface="Calibri"/>
            </a:endParaRPr>
          </a:p>
        </p:txBody>
      </p:sp>
      <p:sp>
        <p:nvSpPr>
          <p:cNvPr id="57" name="v2-371-b-query">
            <a:extLst>
              <a:ext uri="{FF2B5EF4-FFF2-40B4-BE49-F238E27FC236}">
                <ns2:creationId id="{72B3E75E-DA44-4350-8748-A1203607662A}"/>
              </a:ext>
            </a:extLst>
          </p:cNvPr>
          <p:cNvSpPr>
            <a:spLocks noGrp="1"/>
          </p:cNvSpPr>
          <p:nvPr/>
        </p:nvSpPr>
        <p:spPr>
          <a:xfrm>
            <a:off x="9429750" y="5705475"/>
            <a:ext cx="1971675" cy="9525"/>
          </a:xfrm>
          <a:custGeom>
            <a:pathLst>
              <a:path w="1971675" h="9525">
                <a:moveTo>
                  <a:pt x="0" y="0"/>
                </a:moveTo>
                <a:lnTo>
                  <a:pt x="1971675" y="0"/>
                </a:lnTo>
              </a:path>
            </a:pathLst>
          </a:custGeom>
          <a:noFill/>
          <a:ln w="23813">
            <a:solidFill>
              <a:srgbClr val="00889A"/>
            </a:solidFill>
            <a:prstDash val="solid"/>
          </a:ln>
        </p:spPr>
      </p:sp>
      <p:sp>
        <p:nvSpPr>
          <p:cNvPr id="58" name="v2-372-b-query-head">
            <a:extLst>
              <a:ext uri="{FF2B5EF4-FFF2-40B4-BE49-F238E27FC236}">
                <ns2:creationId id="{B2AC19F8-6476-451B-A680-43B952E8ED84}"/>
              </a:ext>
            </a:extLst>
          </p:cNvPr>
          <p:cNvSpPr>
            <a:spLocks noGrp="1"/>
          </p:cNvSpPr>
          <p:nvPr/>
        </p:nvSpPr>
        <p:spPr>
          <a:xfrm>
            <a:off x="11301117" y="565067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59" name="v2-373-note">
            <a:extLst>
              <a:ext uri="{FF2B5EF4-FFF2-40B4-BE49-F238E27FC236}">
                <ns2:creationId id="{474CBF7B-2412-4E2F-99DF-919740D7F008}"/>
              </a:ext>
            </a:extLst>
          </p:cNvPr>
          <p:cNvSpPr>
            <a:spLocks noGrp="1"/>
          </p:cNvSpPr>
          <p:nvPr/>
        </p:nvSpPr>
        <p:spPr>
          <a:xfrm>
            <a:off x="9410700" y="5086350"/>
            <a:ext cx="266700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별도 현재 조회</a:t>
            </a:r>
            <a:endParaRPr lang="ko-KR">
              <a:solidFill>
                <a:srgbClr val="000000"/>
              </a:solidFill>
              <a:latin typeface="Calibri"/>
              <a:ea typeface="Calibri"/>
              <a:cs typeface="Calibri"/>
            </a:endParaRPr>
          </a:p>
        </p:txBody>
      </p:sp>
      <p:sp>
        <p:nvSpPr>
          <p:cNvPr id="60" name="v2-374-b-read">
            <a:extLst>
              <a:ext uri="{FF2B5EF4-FFF2-40B4-BE49-F238E27FC236}">
                <ns2:creationId id="{BF991512-DD0B-4E31-AD17-E8F22F50FFAF}"/>
              </a:ext>
            </a:extLst>
          </p:cNvPr>
          <p:cNvSpPr>
            <a:spLocks noGrp="1"/>
          </p:cNvSpPr>
          <p:nvPr/>
        </p:nvSpPr>
        <p:spPr>
          <a:xfrm>
            <a:off x="13935075" y="5057775"/>
            <a:ext cx="9525" cy="438150"/>
          </a:xfrm>
          <a:custGeom>
            <a:pathLst>
              <a:path w="9525" h="438150">
                <a:moveTo>
                  <a:pt x="0" y="438150"/>
                </a:moveTo>
                <a:lnTo>
                  <a:pt x="0" y="0"/>
                </a:lnTo>
              </a:path>
            </a:pathLst>
          </a:custGeom>
          <a:noFill/>
          <a:ln w="23813">
            <a:solidFill>
              <a:srgbClr val="00889A"/>
            </a:solidFill>
            <a:prstDash val="solid"/>
          </a:ln>
        </p:spPr>
      </p:sp>
      <p:sp>
        <p:nvSpPr>
          <p:cNvPr id="61" name="v2-375-b-read-head">
            <a:extLst>
              <a:ext uri="{FF2B5EF4-FFF2-40B4-BE49-F238E27FC236}">
                <ns2:creationId id="{4F674B97-E908-466B-A892-210600BCA36F}"/>
              </a:ext>
            </a:extLst>
          </p:cNvPr>
          <p:cNvSpPr>
            <a:spLocks noGrp="1"/>
          </p:cNvSpPr>
          <p:nvPr/>
        </p:nvSpPr>
        <p:spPr>
          <a:xfrm>
            <a:off x="13880277" y="5057775"/>
            <a:ext cx="109597" cy="100308"/>
          </a:xfrm>
          <a:custGeom>
            <a:pathLst>
              <a:path w="109597" h="100308">
                <a:moveTo>
                  <a:pt x="109597" y="100308"/>
                </a:moveTo>
                <a:lnTo>
                  <a:pt x="54798" y="0"/>
                </a:lnTo>
                <a:lnTo>
                  <a:pt x="0" y="100308"/>
                </a:lnTo>
              </a:path>
            </a:pathLst>
          </a:custGeom>
          <a:noFill/>
          <a:ln w="23813">
            <a:solidFill>
              <a:srgbClr val="00889A"/>
            </a:solidFill>
            <a:prstDash val="solid"/>
          </a:ln>
        </p:spPr>
      </p:sp>
      <p:sp>
        <p:nvSpPr>
          <p:cNvPr id="62" name="v2-376-note">
            <a:extLst>
              <a:ext uri="{FF2B5EF4-FFF2-40B4-BE49-F238E27FC236}">
                <ns2:creationId id="{9FA88F2E-2320-4FDA-8C98-B556B024B639}"/>
              </a:ext>
            </a:extLst>
          </p:cNvPr>
          <p:cNvSpPr>
            <a:spLocks noGrp="1"/>
          </p:cNvSpPr>
          <p:nvPr/>
        </p:nvSpPr>
        <p:spPr>
          <a:xfrm>
            <a:off x="14687550" y="5076825"/>
            <a:ext cx="2809875" cy="3524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원본 확인 후 반환</a:t>
            </a:r>
            <a:endParaRPr lang="ko-KR">
              <a:solidFill>
                <a:srgbClr val="000000"/>
              </a:solidFill>
              <a:latin typeface="Calibri"/>
              <a:ea typeface="Calibri"/>
              <a:cs typeface="Calibri"/>
            </a:endParaRPr>
          </a:p>
        </p:txBody>
      </p:sp>
      <p:sp>
        <p:nvSpPr>
          <p:cNvPr id="63" name="v2-377-note">
            <a:extLst>
              <a:ext uri="{FF2B5EF4-FFF2-40B4-BE49-F238E27FC236}">
                <ns2:creationId id="{598C74B6-E92A-4841-B99A-22D5FCF7E723}"/>
              </a:ext>
            </a:extLst>
          </p:cNvPr>
          <p:cNvSpPr>
            <a:spLocks noGrp="1"/>
          </p:cNvSpPr>
          <p:nvPr/>
        </p:nvSpPr>
        <p:spPr>
          <a:xfrm>
            <a:off x="9410700" y="6105525"/>
            <a:ext cx="809625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미생산은 게시 후 재조회 / 지원 밖은 한계 반환</a:t>
            </a:r>
            <a:endParaRPr lang="ko-KR">
              <a:solidFill>
                <a:srgbClr val="000000"/>
              </a:solidFill>
              <a:latin typeface="Calibri"/>
              <a:ea typeface="Calibri"/>
              <a:cs typeface="Calibri"/>
            </a:endParaRPr>
          </a:p>
        </p:txBody>
      </p:sp>
      <p:sp>
        <p:nvSpPr>
          <p:cNvPr id="64" name="v2-378-note">
            <a:extLst>
              <a:ext uri="{FF2B5EF4-FFF2-40B4-BE49-F238E27FC236}">
                <ns2:creationId id="{BC3F8735-1CE9-4196-B6A1-9436609AC5A1}"/>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원본 owner의 개정/권한/실제 전달 범위를 확인 → 현재 Request Interpreter에 근거 제공. PARTIAL은 전체 의미 완성을 뜻하지 않음</a:t>
            </a:r>
            <a:endParaRPr lang="ko-KR">
              <a:solidFill>
                <a:srgbClr val="000000"/>
              </a:solidFill>
              <a:latin typeface="Calibri"/>
              <a:ea typeface="Calibri"/>
              <a:cs typeface="Calibri"/>
            </a:endParaRPr>
          </a:p>
        </p:txBody>
      </p:sp>
      <p:sp>
        <p:nvSpPr>
          <p:cNvPr id="65" name="v2-379-a-cost">
            <a:extLst>
              <a:ext uri="{FF2B5EF4-FFF2-40B4-BE49-F238E27FC236}">
                <ns2:creationId id="{D0B7347E-42DF-4AC7-AFBC-1327F3D0052C}"/>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유효 관계 cache와 부분 갱신 가능</a:t>
            </a:r>
            <a:endParaRPr lang="ko-KR">
              <a:solidFill>
                <a:srgbClr val="000000"/>
              </a:solidFill>
              <a:latin typeface="Calibri"/>
              <a:ea typeface="Calibri"/>
              <a:cs typeface="Calibri"/>
            </a:endParaRPr>
          </a:p>
        </p:txBody>
      </p:sp>
      <p:sp>
        <p:nvSpPr>
          <p:cNvPr id="66" name="v2-380-b-cost">
            <a:extLst>
              <a:ext uri="{FF2B5EF4-FFF2-40B4-BE49-F238E27FC236}">
                <ns2:creationId id="{AEBDFDB5-677C-4E14-A990-FEE006F21F5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초기/미사용 생산, coverage와 철회 비용</a:t>
            </a:r>
            <a:endParaRPr lang="ko-KR">
              <a:solidFill>
                <a:srgbClr val="000000"/>
              </a:solidFill>
              <a:latin typeface="Calibri"/>
              <a:ea typeface="Calibri"/>
              <a:cs typeface="Calibri"/>
            </a:endParaRPr>
          </a:p>
        </p:txBody>
      </p:sp>
      <p:graphicFrame>
        <p:nvGraphicFramePr>
          <p:cNvPr id="13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원문과 cache 조건 보존</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coverage와 예외 보존</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최초 조합과 cache 대기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조회와 미생산 보완 대기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첫 사용, 반복과 갱신</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 원문 검증과 backfill</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cache miss와 추가 해석</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초기, 미사용 생산과 철회</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조합과 cache 철회 수정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생산, 조회와 철회 수정</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원문과 선택 cache</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1,920MiB / 관계와 생산 상태</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68" name="v2-381-note">
            <a:extLst>
              <a:ext uri="{FF2B5EF4-FFF2-40B4-BE49-F238E27FC236}">
                <ns2:creationId id="{EE691A43-48FE-481B-B7AA-05C0AE2AAC99}"/>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36" name="v6-header-title">
            <a:extLst>
              <a:ext uri="{FF2B5EF4-FFF2-40B4-BE49-F238E27FC236}">
                <ns2:creationId id="{C8FB1E42-DD94-4BD4-BCD1-FE97B207758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정확성을 위한 과거 맥락 설계</a:t>
            </a:r>
            <a:endParaRPr lang="ko-KR">
              <a:latin typeface="Calibri"/>
              <a:ea typeface="Calibri"/>
              <a:cs typeface="Calibri"/>
            </a:endParaRPr>
          </a:p>
        </p:txBody>
      </p:sp>
      <p:sp>
        <p:nvSpPr>
          <p:cNvPr id="137" name="v6-header-rule">
            <a:extLst>
              <a:ext uri="{FF2B5EF4-FFF2-40B4-BE49-F238E27FC236}">
                <ns2:creationId id="{7A2A2D51-63C4-48BB-93C3-B5C759324FB3}"/>
              </a:ext>
            </a:extLst>
          </p:cNvPr>
          <p:cNvSpPr>
            <a:spLocks noGrp="1"/>
          </p:cNvSpPr>
          <p:nvPr/>
        </p:nvSpPr>
        <p:spPr>
          <a:xfrm>
            <a:off x="495300" y="990600"/>
            <a:ext cx="17335500" cy="0"/>
          </a:xfrm>
          <a:prstGeom prst="line">
            <a:avLst/>
          </a:prstGeom>
          <a:noFill/>
          <a:ln w="19050">
            <a:solidFill>
              <a:srgbClr val="A6A6A6"/>
            </a:solidFill>
          </a:ln>
        </p:spPr>
      </p:sp>
      <p:sp>
        <p:nvSpPr>
          <p:cNvPr id="138" name="v6-header-stage-0">
            <a:extLst>
              <a:ext uri="{FF2B5EF4-FFF2-40B4-BE49-F238E27FC236}">
                <ns2:creationId id="{2C78C1F9-D289-4240-95BC-C06AE227E86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9" name="v6-header-stage-1">
            <a:extLst>
              <a:ext uri="{FF2B5EF4-FFF2-40B4-BE49-F238E27FC236}">
                <ns2:creationId id="{82A15117-421A-4D0F-B528-7B48BDC9BA1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0" name="v6-header-stage-2">
            <a:extLst>
              <a:ext uri="{FF2B5EF4-FFF2-40B4-BE49-F238E27FC236}">
                <ns2:creationId id="{4C77875D-5703-4A0E-8781-27E11F233AD4}"/>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1" name="v6-header-stage-3">
            <a:extLst>
              <a:ext uri="{FF2B5EF4-FFF2-40B4-BE49-F238E27FC236}">
                <ns2:creationId id="{37B8A815-D032-4B11-BB4C-C6AFFD6255E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2" name="v6-header-stage-4">
            <a:extLst>
              <a:ext uri="{FF2B5EF4-FFF2-40B4-BE49-F238E27FC236}">
                <ns2:creationId id="{DCEEBD14-83A6-4160-8C0D-3B61EDB2255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3" name="v6-header-page">
            <a:extLst>
              <a:ext uri="{FF2B5EF4-FFF2-40B4-BE49-F238E27FC236}">
                <ns2:creationId id="{83DE79A6-349B-4C6C-A15B-844C19B6CE7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19 / 63</a:t>
            </a:r>
            <a:endParaRPr lang="ko-KR">
              <a:latin typeface="Calibri"/>
              <a:ea typeface="Calibri"/>
              <a:cs typeface="Calibri"/>
            </a:endParaRPr>
          </a:p>
        </p:txBody>
      </p:sp>
    </p:spTree>
    <p:extLst>
      <p:ext uri="{BB962C8B-B14F-4D97-AF65-F5344CB8AC3E}">
        <p14:creationId val="1995853380"/>
      </p:ext>
    </p:extLst>
  </p:cSld>
</p:sld>
</file>

<file path=ppt/slides/slide54.xml><?xml version="1.0" encoding="utf-8"?>
<p:sld xmlns:a="http://schemas.openxmlformats.org/drawingml/2006/main" xmlns:ns2="http://schemas.microsoft.com/office/drawing/2014/main" xmlns:p="http://schemas.openxmlformats.org/presentationml/2006/main" xmlns:p14="http://schemas.microsoft.com/office/powerpoint/2010/main">
  <p:cSld name="dp42-comparison-v2">
    <p:bg>
      <p:bgPr>
        <a:solidFill>
          <a:srgbClr val="FFFFFF"/>
        </a:solidFill>
      </p:bgPr>
    </p:bg>
    <p:spTree>
      <p:nvGrpSpPr>
        <p:cNvPr id="1" name=""/>
        <p:cNvGrpSpPr/>
        <p:nvPr/>
      </p:nvGrpSpPr>
      <p:grpSpPr>
        <a:xfrm/>
      </p:grpSpPr>
      <p:sp>
        <p:nvSpPr>
          <p:cNvPr id="5" name="v2-386-note">
            <a:extLst>
              <a:ext uri="{FF2B5EF4-FFF2-40B4-BE49-F238E27FC236}">
                <ns2:creationId id="{65476ED0-FD19-4DB7-A77B-DE443CCF2873}"/>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보고서 업무의 확대 장면: 기간 질문을 실제 제시 → “상반기로 해줘” → 접수와 외부 확인</a:t>
            </a:r>
            <a:endParaRPr lang="ko-KR">
              <a:solidFill>
                <a:srgbClr val="000000"/>
              </a:solidFill>
              <a:latin typeface="Calibri"/>
              <a:ea typeface="Calibri"/>
              <a:cs typeface="Calibri"/>
            </a:endParaRPr>
          </a:p>
        </p:txBody>
      </p:sp>
      <p:sp>
        <p:nvSpPr>
          <p:cNvPr id="6" name="v2-387-option-a">
            <a:extLst>
              <a:ext uri="{FF2B5EF4-FFF2-40B4-BE49-F238E27FC236}">
                <ns2:creationId id="{4223ED52-8191-4B05-BF90-0E188FE88D28}"/>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모듈형 Core에서 관련 상태 공동 확정</a:t>
            </a:r>
            <a:endParaRPr lang="ko-KR">
              <a:solidFill>
                <a:srgbClr val="000000"/>
              </a:solidFill>
              <a:latin typeface="Calibri"/>
              <a:ea typeface="Calibri"/>
              <a:cs typeface="Calibri"/>
            </a:endParaRPr>
          </a:p>
        </p:txBody>
      </p:sp>
      <p:sp>
        <p:nvSpPr>
          <p:cNvPr id="7" name="v2-388-option-b">
            <a:extLst>
              <a:ext uri="{FF2B5EF4-FFF2-40B4-BE49-F238E27FC236}">
                <ns2:creationId id="{BC38489E-72C5-4B1D-8C68-775D7C11E872}"/>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독립 대화/업무 서비스의 별도 접수</a:t>
            </a:r>
            <a:endParaRPr lang="ko-KR">
              <a:solidFill>
                <a:srgbClr val="000000"/>
              </a:solidFill>
              <a:latin typeface="Calibri"/>
              <a:ea typeface="Calibri"/>
              <a:cs typeface="Calibri"/>
            </a:endParaRPr>
          </a:p>
        </p:txBody>
      </p:sp>
      <p:sp>
        <p:nvSpPr>
          <p:cNvPr id="10" name="v2-391-note">
            <a:extLst>
              <a:ext uri="{FF2B5EF4-FFF2-40B4-BE49-F238E27FC236}">
                <ns2:creationId id="{B8548C77-C475-4F68-92B0-C394F3BE6197}"/>
              </a:ext>
            </a:extLst>
          </p:cNvPr>
          <p:cNvSpPr>
            <a:spLocks noGrp="1"/>
          </p:cNvSpPr>
          <p:nvPr/>
        </p:nvSpPr>
        <p:spPr>
          <a:xfrm>
            <a:off x="495300" y="2571750"/>
            <a:ext cx="17297400" cy="40005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Conversation / Request / Task / Execution의 서로 다른 논리 수명은 양안 공통입니다.</a:t>
            </a:r>
            <a:endParaRPr lang="ko-KR">
              <a:solidFill>
                <a:srgbClr val="000000"/>
              </a:solidFill>
              <a:latin typeface="Calibri"/>
              <a:ea typeface="Calibri"/>
              <a:cs typeface="Calibri"/>
            </a:endParaRPr>
          </a:p>
        </p:txBody>
      </p:sp>
      <p:sp>
        <p:nvSpPr>
          <p:cNvPr id="11" name="v2-392-VIA Core 실행 경계">
            <a:extLst>
              <a:ext uri="{FF2B5EF4-FFF2-40B4-BE49-F238E27FC236}">
                <ns2:creationId id="{139BF602-12F9-42FC-9552-39E3342CF415}"/>
              </a:ext>
            </a:extLst>
          </p:cNvPr>
          <p:cNvSpPr>
            <a:spLocks noGrp="1"/>
          </p:cNvSpPr>
          <p:nvPr/>
        </p:nvSpPr>
        <p:spPr>
          <a:xfrm>
            <a:off x="600075" y="3086100"/>
            <a:ext cx="8105775" cy="2962275"/>
          </a:xfrm>
          <a:prstGeom prst="rect">
            <a:avLst/>
          </a:prstGeom>
          <a:noFill/>
          <a:ln w="19050">
            <a:solidFill>
              <a:srgbClr val="BCCAD2"/>
            </a:solidFill>
          </a:ln>
        </p:spPr>
        <p:txBody>
          <a:bodyPr wrap="none" lIns="133350" tIns="38100" rIns="285750" bIns="240030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Core 실행 경계</a:t>
            </a:r>
            <a:endParaRPr lang="ko-KR">
              <a:solidFill>
                <a:srgbClr val="000000"/>
              </a:solidFill>
              <a:latin typeface="Calibri"/>
              <a:ea typeface="Calibri"/>
              <a:cs typeface="Calibri"/>
            </a:endParaRPr>
          </a:p>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관계와 답변 명령을 같은 commit으로 확정</a:t>
            </a:r>
            <a:endParaRPr lang="ko-KR">
              <a:solidFill>
                <a:srgbClr val="000000"/>
              </a:solidFill>
              <a:latin typeface="Calibri"/>
              <a:ea typeface="Calibri"/>
              <a:cs typeface="Calibri"/>
            </a:endParaRPr>
          </a:p>
        </p:txBody>
      </p:sp>
      <p:sp>
        <p:nvSpPr>
          <p:cNvPr id="13" name="v2-394-Request Controller">
            <a:extLst>
              <a:ext uri="{FF2B5EF4-FFF2-40B4-BE49-F238E27FC236}">
                <ns2:creationId id="{B86DD99D-7A96-4036-9B83-0DE22C8D15D3}"/>
              </a:ext>
            </a:extLst>
          </p:cNvPr>
          <p:cNvSpPr>
            <a:spLocks noGrp="1"/>
          </p:cNvSpPr>
          <p:nvPr/>
        </p:nvSpPr>
        <p:spPr>
          <a:xfrm>
            <a:off x="885825" y="3705225"/>
            <a:ext cx="323850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5" name="v2-396-Task Manager">
            <a:extLst>
              <a:ext uri="{FF2B5EF4-FFF2-40B4-BE49-F238E27FC236}">
                <ns2:creationId id="{A1FC5894-32F6-469C-8F67-1211AAF7DCFD}"/>
              </a:ext>
            </a:extLst>
          </p:cNvPr>
          <p:cNvSpPr>
            <a:spLocks noGrp="1"/>
          </p:cNvSpPr>
          <p:nvPr/>
        </p:nvSpPr>
        <p:spPr>
          <a:xfrm>
            <a:off x="5248275" y="3705225"/>
            <a:ext cx="318135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7" name="v2-398-Request Graph State">
            <a:extLst>
              <a:ext uri="{FF2B5EF4-FFF2-40B4-BE49-F238E27FC236}">
                <ns2:creationId id="{664AAE4A-C183-49C3-8FCE-6C122DE0B48F}"/>
              </a:ext>
            </a:extLst>
          </p:cNvPr>
          <p:cNvSpPr>
            <a:spLocks noGrp="1"/>
          </p:cNvSpPr>
          <p:nvPr/>
        </p:nvSpPr>
        <p:spPr>
          <a:xfrm>
            <a:off x="895350" y="4505325"/>
            <a:ext cx="3209925"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19" name="v2-400-Task Command State">
            <a:extLst>
              <a:ext uri="{FF2B5EF4-FFF2-40B4-BE49-F238E27FC236}">
                <ns2:creationId id="{DCBB8B08-038B-4A7F-A726-9EADF66B2BDB}"/>
              </a:ext>
            </a:extLst>
          </p:cNvPr>
          <p:cNvSpPr>
            <a:spLocks noGrp="1"/>
          </p:cNvSpPr>
          <p:nvPr/>
        </p:nvSpPr>
        <p:spPr>
          <a:xfrm>
            <a:off x="5248275" y="4505325"/>
            <a:ext cx="3181350"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21" name="v2-402-State Store">
            <a:extLst>
              <a:ext uri="{FF2B5EF4-FFF2-40B4-BE49-F238E27FC236}">
                <ns2:creationId id="{BD361CC8-45C9-4088-9CB1-741154F7CC61}"/>
              </a:ext>
            </a:extLst>
          </p:cNvPr>
          <p:cNvSpPr>
            <a:spLocks noGrp="1"/>
          </p:cNvSpPr>
          <p:nvPr/>
        </p:nvSpPr>
        <p:spPr>
          <a:xfrm>
            <a:off x="2667000" y="5105400"/>
            <a:ext cx="3952875" cy="923925"/>
          </a:xfrm>
          <a:prstGeom prst="rect">
            <a:avLst/>
          </a:prstGeom>
          <a:noFill/>
          <a:ln w="19050">
            <a:solidFill>
              <a:srgbClr val="BCCAD2"/>
            </a:solidFill>
          </a:ln>
        </p:spPr>
        <p:txBody>
          <a:bodyPr wrap="none" lIns="133350" tIns="38100" rIns="676275" bIns="5238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3" name="v2-404-트랜잭션 관리자">
            <a:extLst>
              <a:ext uri="{FF2B5EF4-FFF2-40B4-BE49-F238E27FC236}">
                <ns2:creationId id="{CBDA0961-F191-4C1F-94DD-0ADFC35CEAF3}"/>
              </a:ext>
            </a:extLst>
          </p:cNvPr>
          <p:cNvSpPr>
            <a:spLocks noGrp="1"/>
          </p:cNvSpPr>
          <p:nvPr/>
        </p:nvSpPr>
        <p:spPr>
          <a:xfrm>
            <a:off x="2790825" y="5534025"/>
            <a:ext cx="3695700" cy="39052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트랜잭션 관리자</a:t>
            </a:r>
            <a:endParaRPr lang="ko-KR">
              <a:solidFill>
                <a:srgbClr val="000000"/>
              </a:solidFill>
              <a:latin typeface="Calibri"/>
              <a:ea typeface="Calibri"/>
              <a:cs typeface="Calibri"/>
            </a:endParaRPr>
          </a:p>
        </p:txBody>
      </p:sp>
      <p:sp>
        <p:nvSpPr>
          <p:cNvPr id="25" name="v2-406-a-req-state">
            <a:extLst>
              <a:ext uri="{FF2B5EF4-FFF2-40B4-BE49-F238E27FC236}">
                <ns2:creationId id="{240C634D-1073-4761-B5EB-42E759E57458}"/>
              </a:ext>
            </a:extLst>
          </p:cNvPr>
          <p:cNvSpPr>
            <a:spLocks noGrp="1"/>
          </p:cNvSpPr>
          <p:nvPr/>
        </p:nvSpPr>
        <p:spPr>
          <a:xfrm>
            <a:off x="2505075" y="4238625"/>
            <a:ext cx="9525" cy="266700"/>
          </a:xfrm>
          <a:custGeom>
            <a:pathLst>
              <a:path w="9525" h="266700">
                <a:moveTo>
                  <a:pt x="0" y="0"/>
                </a:moveTo>
                <a:lnTo>
                  <a:pt x="0" y="266700"/>
                </a:lnTo>
              </a:path>
            </a:pathLst>
          </a:custGeom>
          <a:noFill/>
          <a:ln w="19050">
            <a:solidFill>
              <a:srgbClr val="576773"/>
            </a:solidFill>
            <a:prstDash val="dash"/>
          </a:ln>
        </p:spPr>
      </p:sp>
      <p:sp>
        <p:nvSpPr>
          <p:cNvPr id="26" name="v2-407-a-task-state">
            <a:extLst>
              <a:ext uri="{FF2B5EF4-FFF2-40B4-BE49-F238E27FC236}">
                <ns2:creationId id="{22A6E844-08C7-429B-BC35-7CAF2EC10AC9}"/>
              </a:ext>
            </a:extLst>
          </p:cNvPr>
          <p:cNvSpPr>
            <a:spLocks noGrp="1"/>
          </p:cNvSpPr>
          <p:nvPr/>
        </p:nvSpPr>
        <p:spPr>
          <a:xfrm>
            <a:off x="6838950" y="4238625"/>
            <a:ext cx="9525" cy="266700"/>
          </a:xfrm>
          <a:custGeom>
            <a:pathLst>
              <a:path w="9525" h="266700">
                <a:moveTo>
                  <a:pt x="0" y="0"/>
                </a:moveTo>
                <a:lnTo>
                  <a:pt x="0" y="266700"/>
                </a:lnTo>
              </a:path>
            </a:pathLst>
          </a:custGeom>
          <a:noFill/>
          <a:ln w="19050">
            <a:solidFill>
              <a:srgbClr val="576773"/>
            </a:solidFill>
            <a:prstDash val="dash"/>
          </a:ln>
        </p:spPr>
      </p:sp>
      <p:sp>
        <p:nvSpPr>
          <p:cNvPr id="27" name="v2-408-a-changes-1">
            <a:extLst>
              <a:ext uri="{FF2B5EF4-FFF2-40B4-BE49-F238E27FC236}">
                <ns2:creationId id="{803E5EBE-BFAA-4B0C-80E8-C62535123C29}"/>
              </a:ext>
            </a:extLst>
          </p:cNvPr>
          <p:cNvSpPr>
            <a:spLocks noGrp="1"/>
          </p:cNvSpPr>
          <p:nvPr/>
        </p:nvSpPr>
        <p:spPr>
          <a:xfrm>
            <a:off x="2609850" y="4076700"/>
            <a:ext cx="1695450" cy="1647825"/>
          </a:xfrm>
          <a:custGeom>
            <a:pathLst>
              <a:path w="1695450" h="1647825">
                <a:moveTo>
                  <a:pt x="1514475" y="0"/>
                </a:moveTo>
                <a:lnTo>
                  <a:pt x="1695450" y="0"/>
                </a:lnTo>
                <a:lnTo>
                  <a:pt x="1695450" y="1000125"/>
                </a:lnTo>
                <a:lnTo>
                  <a:pt x="0" y="1000125"/>
                </a:lnTo>
                <a:lnTo>
                  <a:pt x="0" y="1647825"/>
                </a:lnTo>
                <a:lnTo>
                  <a:pt x="180975" y="1647825"/>
                </a:lnTo>
              </a:path>
            </a:pathLst>
          </a:custGeom>
          <a:noFill/>
          <a:ln w="26670">
            <a:solidFill>
              <a:srgbClr val="00889A"/>
            </a:solidFill>
            <a:prstDash val="solid"/>
          </a:ln>
        </p:spPr>
      </p:sp>
      <p:sp>
        <p:nvSpPr>
          <p:cNvPr id="28" name="v2-409-a-changes-1-head">
            <a:extLst>
              <a:ext uri="{FF2B5EF4-FFF2-40B4-BE49-F238E27FC236}">
                <ns2:creationId id="{7F04471F-A1D8-4CDC-A840-5D2BCF388517}"/>
              </a:ext>
            </a:extLst>
          </p:cNvPr>
          <p:cNvSpPr>
            <a:spLocks noGrp="1"/>
          </p:cNvSpPr>
          <p:nvPr/>
        </p:nvSpPr>
        <p:spPr>
          <a:xfrm>
            <a:off x="2690517" y="5669727"/>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29" name="v2-410-a-changes-2">
            <a:extLst>
              <a:ext uri="{FF2B5EF4-FFF2-40B4-BE49-F238E27FC236}">
                <ns2:creationId id="{4CFF3BF5-B33C-481E-BAAB-D33634F12846}"/>
              </a:ext>
            </a:extLst>
          </p:cNvPr>
          <p:cNvSpPr>
            <a:spLocks noGrp="1"/>
          </p:cNvSpPr>
          <p:nvPr/>
        </p:nvSpPr>
        <p:spPr>
          <a:xfrm>
            <a:off x="6486525" y="4076700"/>
            <a:ext cx="2105025" cy="1647825"/>
          </a:xfrm>
          <a:custGeom>
            <a:pathLst>
              <a:path w="2105025" h="1647825">
                <a:moveTo>
                  <a:pt x="1943100" y="0"/>
                </a:moveTo>
                <a:lnTo>
                  <a:pt x="2105025" y="0"/>
                </a:lnTo>
                <a:lnTo>
                  <a:pt x="2105025" y="1647825"/>
                </a:lnTo>
                <a:lnTo>
                  <a:pt x="0" y="1647825"/>
                </a:lnTo>
              </a:path>
            </a:pathLst>
          </a:custGeom>
          <a:noFill/>
          <a:ln w="26670">
            <a:solidFill>
              <a:srgbClr val="00889A"/>
            </a:solidFill>
            <a:prstDash val="solid"/>
          </a:ln>
        </p:spPr>
      </p:sp>
      <p:sp>
        <p:nvSpPr>
          <p:cNvPr id="30" name="v2-411-a-changes-2-head">
            <a:extLst>
              <a:ext uri="{FF2B5EF4-FFF2-40B4-BE49-F238E27FC236}">
                <ns2:creationId id="{74D0437F-7BAA-4CC4-AE7E-D62CF0442C56}"/>
              </a:ext>
            </a:extLst>
          </p:cNvPr>
          <p:cNvSpPr>
            <a:spLocks noGrp="1"/>
          </p:cNvSpPr>
          <p:nvPr/>
        </p:nvSpPr>
        <p:spPr>
          <a:xfrm>
            <a:off x="6486525" y="56697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31" name="v2-412-note">
            <a:extLst>
              <a:ext uri="{FF2B5EF4-FFF2-40B4-BE49-F238E27FC236}">
                <ns2:creationId id="{30895203-7188-4BE0-BE5D-3576BA8831FA}"/>
              </a:ext>
            </a:extLst>
          </p:cNvPr>
          <p:cNvSpPr>
            <a:spLocks noGrp="1"/>
          </p:cNvSpPr>
          <p:nvPr/>
        </p:nvSpPr>
        <p:spPr>
          <a:xfrm>
            <a:off x="6838950" y="5172075"/>
            <a:ext cx="1638300" cy="2762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검증된 변경</a:t>
            </a:r>
            <a:endParaRPr lang="ko-KR">
              <a:solidFill>
                <a:srgbClr val="000000"/>
              </a:solidFill>
              <a:latin typeface="Calibri"/>
              <a:ea typeface="Calibri"/>
              <a:cs typeface="Calibri"/>
            </a:endParaRPr>
          </a:p>
        </p:txBody>
      </p:sp>
      <p:sp>
        <p:nvSpPr>
          <p:cNvPr id="32" name="v2-413-note">
            <a:extLst>
              <a:ext uri="{FF2B5EF4-FFF2-40B4-BE49-F238E27FC236}">
                <ns2:creationId id="{C82C5941-D1FB-4FC1-AD04-A038CADD5385}"/>
              </a:ext>
            </a:extLst>
          </p:cNvPr>
          <p:cNvSpPr>
            <a:spLocks noGrp="1"/>
          </p:cNvSpPr>
          <p:nvPr/>
        </p:nvSpPr>
        <p:spPr>
          <a:xfrm>
            <a:off x="847725" y="5314950"/>
            <a:ext cx="1600200" cy="2667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공동 commit</a:t>
            </a:r>
            <a:endParaRPr lang="ko-KR">
              <a:solidFill>
                <a:srgbClr val="000000"/>
              </a:solidFill>
              <a:latin typeface="Calibri"/>
              <a:ea typeface="Calibri"/>
              <a:cs typeface="Calibri"/>
            </a:endParaRPr>
          </a:p>
        </p:txBody>
      </p:sp>
      <p:sp>
        <p:nvSpPr>
          <p:cNvPr id="33" name="v2-414-a-commit-1">
            <a:extLst>
              <a:ext uri="{FF2B5EF4-FFF2-40B4-BE49-F238E27FC236}">
                <ns2:creationId id="{8586ADC9-CD48-4BDD-9D76-62E7BA1C7D14}"/>
              </a:ext>
            </a:extLst>
          </p:cNvPr>
          <p:cNvSpPr>
            <a:spLocks noGrp="1"/>
          </p:cNvSpPr>
          <p:nvPr/>
        </p:nvSpPr>
        <p:spPr>
          <a:xfrm>
            <a:off x="2505075" y="4981575"/>
            <a:ext cx="285750" cy="857250"/>
          </a:xfrm>
          <a:custGeom>
            <a:pathLst>
              <a:path w="285750" h="857250">
                <a:moveTo>
                  <a:pt x="285750" y="857250"/>
                </a:moveTo>
                <a:lnTo>
                  <a:pt x="0" y="857250"/>
                </a:lnTo>
                <a:lnTo>
                  <a:pt x="0" y="0"/>
                </a:lnTo>
              </a:path>
            </a:pathLst>
          </a:custGeom>
          <a:noFill/>
          <a:ln w="23813">
            <a:solidFill>
              <a:srgbClr val="576773"/>
            </a:solidFill>
            <a:prstDash val="solid"/>
          </a:ln>
        </p:spPr>
      </p:sp>
      <p:sp>
        <p:nvSpPr>
          <p:cNvPr id="34" name="v2-415-a-commit-1-head">
            <a:extLst>
              <a:ext uri="{FF2B5EF4-FFF2-40B4-BE49-F238E27FC236}">
                <ns2:creationId id="{1480B6E3-DA22-406B-BCE8-EE2E7C183B90}"/>
              </a:ext>
            </a:extLst>
          </p:cNvPr>
          <p:cNvSpPr>
            <a:spLocks noGrp="1"/>
          </p:cNvSpPr>
          <p:nvPr/>
        </p:nvSpPr>
        <p:spPr>
          <a:xfrm>
            <a:off x="2450277"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5" name="v2-416-a-commit-2">
            <a:extLst>
              <a:ext uri="{FF2B5EF4-FFF2-40B4-BE49-F238E27FC236}">
                <ns2:creationId id="{E2386388-FF39-42D3-8D09-C10C8FB0FFD8}"/>
              </a:ext>
            </a:extLst>
          </p:cNvPr>
          <p:cNvSpPr>
            <a:spLocks noGrp="1"/>
          </p:cNvSpPr>
          <p:nvPr/>
        </p:nvSpPr>
        <p:spPr>
          <a:xfrm>
            <a:off x="6486525" y="4981575"/>
            <a:ext cx="352425" cy="857250"/>
          </a:xfrm>
          <a:custGeom>
            <a:pathLst>
              <a:path w="352425" h="857250">
                <a:moveTo>
                  <a:pt x="0" y="857250"/>
                </a:moveTo>
                <a:lnTo>
                  <a:pt x="352425" y="857250"/>
                </a:lnTo>
                <a:lnTo>
                  <a:pt x="352425" y="0"/>
                </a:lnTo>
              </a:path>
            </a:pathLst>
          </a:custGeom>
          <a:noFill/>
          <a:ln w="23813">
            <a:solidFill>
              <a:srgbClr val="576773"/>
            </a:solidFill>
            <a:prstDash val="solid"/>
          </a:ln>
        </p:spPr>
      </p:sp>
      <p:sp>
        <p:nvSpPr>
          <p:cNvPr id="36" name="v2-417-a-commit-2-head">
            <a:extLst>
              <a:ext uri="{FF2B5EF4-FFF2-40B4-BE49-F238E27FC236}">
                <ns2:creationId id="{D6CBA312-86C5-4214-B3BD-75962147C197}"/>
              </a:ext>
            </a:extLst>
          </p:cNvPr>
          <p:cNvSpPr>
            <a:spLocks noGrp="1"/>
          </p:cNvSpPr>
          <p:nvPr/>
        </p:nvSpPr>
        <p:spPr>
          <a:xfrm>
            <a:off x="6784152"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8" name="v2-419-note">
            <a:extLst>
              <a:ext uri="{FF2B5EF4-FFF2-40B4-BE49-F238E27FC236}">
                <ns2:creationId id="{DFFA5DA7-A09F-4607-A73D-3D006765E782}"/>
              </a:ext>
            </a:extLst>
          </p:cNvPr>
          <p:cNvSpPr>
            <a:spLocks noGrp="1"/>
          </p:cNvSpPr>
          <p:nvPr/>
        </p:nvSpPr>
        <p:spPr>
          <a:xfrm>
            <a:off x="952500" y="6115050"/>
            <a:ext cx="762000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성공: 모두 반영 / 충돌과 실패: 모두 미반영</a:t>
            </a:r>
            <a:endParaRPr lang="ko-KR">
              <a:solidFill>
                <a:srgbClr val="000000"/>
              </a:solidFill>
              <a:latin typeface="Calibri"/>
              <a:ea typeface="Calibri"/>
              <a:cs typeface="Calibri"/>
            </a:endParaRPr>
          </a:p>
        </p:txBody>
      </p:sp>
      <p:sp>
        <p:nvSpPr>
          <p:cNvPr id="39" name="v2-420-대화 서비스 실행 경계">
            <a:extLst>
              <a:ext uri="{FF2B5EF4-FFF2-40B4-BE49-F238E27FC236}">
                <ns2:creationId id="{F78359B9-D5EB-45B8-90EC-5E4AF4BEFB17}"/>
              </a:ext>
            </a:extLst>
          </p:cNvPr>
          <p:cNvSpPr>
            <a:spLocks noGrp="1"/>
          </p:cNvSpPr>
          <p:nvPr/>
        </p:nvSpPr>
        <p:spPr>
          <a:xfrm>
            <a:off x="9334500" y="3086100"/>
            <a:ext cx="3771900" cy="2962275"/>
          </a:xfrm>
          <a:prstGeom prst="rect">
            <a:avLst/>
          </a:prstGeom>
          <a:noFill/>
          <a:ln w="19050">
            <a:solidFill>
              <a:srgbClr val="BCCAD2"/>
            </a:solidFill>
          </a:ln>
        </p:spPr>
        <p:txBody>
          <a:bodyPr wrap="none" lIns="133350" tIns="38100" rIns="495300"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대화 서비스 실행 경계</a:t>
            </a:r>
            <a:endParaRPr lang="ko-KR">
              <a:solidFill>
                <a:srgbClr val="000000"/>
              </a:solidFill>
              <a:latin typeface="Calibri"/>
              <a:ea typeface="Calibri"/>
              <a:cs typeface="Calibri"/>
            </a:endParaRPr>
          </a:p>
        </p:txBody>
      </p:sp>
      <p:sp>
        <p:nvSpPr>
          <p:cNvPr id="41" name="v2-422-Task 서비스 실행 경계">
            <a:extLst>
              <a:ext uri="{FF2B5EF4-FFF2-40B4-BE49-F238E27FC236}">
                <ns2:creationId id="{9CA7EA0E-CF8A-469A-A75A-FA57755BE5C7}"/>
              </a:ext>
            </a:extLst>
          </p:cNvPr>
          <p:cNvSpPr>
            <a:spLocks noGrp="1"/>
          </p:cNvSpPr>
          <p:nvPr/>
        </p:nvSpPr>
        <p:spPr>
          <a:xfrm>
            <a:off x="13849350" y="3086100"/>
            <a:ext cx="3857625" cy="2962275"/>
          </a:xfrm>
          <a:prstGeom prst="rect">
            <a:avLst/>
          </a:prstGeom>
          <a:noFill/>
          <a:ln w="19050">
            <a:solidFill>
              <a:srgbClr val="BCCAD2"/>
            </a:solidFill>
          </a:ln>
        </p:spPr>
        <p:txBody>
          <a:bodyPr wrap="none" lIns="133350" tIns="38100" rIns="581025"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Task 서비스 실행 경계</a:t>
            </a:r>
            <a:endParaRPr lang="ko-KR">
              <a:solidFill>
                <a:srgbClr val="000000"/>
              </a:solidFill>
              <a:latin typeface="Calibri"/>
              <a:ea typeface="Calibri"/>
              <a:cs typeface="Calibri"/>
            </a:endParaRPr>
          </a:p>
        </p:txBody>
      </p:sp>
      <p:sp>
        <p:nvSpPr>
          <p:cNvPr id="43" name="v2-424-Request Controller">
            <a:extLst>
              <a:ext uri="{FF2B5EF4-FFF2-40B4-BE49-F238E27FC236}">
                <ns2:creationId id="{3353AF42-9CCC-416B-B921-8985E4518B34}"/>
              </a:ext>
            </a:extLst>
          </p:cNvPr>
          <p:cNvSpPr>
            <a:spLocks noGrp="1"/>
          </p:cNvSpPr>
          <p:nvPr/>
        </p:nvSpPr>
        <p:spPr>
          <a:xfrm>
            <a:off x="9486900" y="3705225"/>
            <a:ext cx="345757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5" name="v2-426-Task Manager">
            <a:extLst>
              <a:ext uri="{FF2B5EF4-FFF2-40B4-BE49-F238E27FC236}">
                <ns2:creationId id="{AC114813-EA14-40E4-BF58-17047CF2735B}"/>
              </a:ext>
            </a:extLst>
          </p:cNvPr>
          <p:cNvSpPr>
            <a:spLocks noGrp="1"/>
          </p:cNvSpPr>
          <p:nvPr/>
        </p:nvSpPr>
        <p:spPr>
          <a:xfrm>
            <a:off x="14001750" y="3705225"/>
            <a:ext cx="355282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47" name="v2-428-Request Graph State">
            <a:extLst>
              <a:ext uri="{FF2B5EF4-FFF2-40B4-BE49-F238E27FC236}">
                <ns2:creationId id="{501A0703-94FF-4F8F-898E-34AF669788DD}"/>
              </a:ext>
            </a:extLst>
          </p:cNvPr>
          <p:cNvSpPr>
            <a:spLocks noGrp="1"/>
          </p:cNvSpPr>
          <p:nvPr/>
        </p:nvSpPr>
        <p:spPr>
          <a:xfrm>
            <a:off x="9496425" y="4619625"/>
            <a:ext cx="343852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49" name="v2-430-Task Command State">
            <a:extLst>
              <a:ext uri="{FF2B5EF4-FFF2-40B4-BE49-F238E27FC236}">
                <ns2:creationId id="{BF13F33A-50D1-42E0-9233-D12380CB3F6C}"/>
              </a:ext>
            </a:extLst>
          </p:cNvPr>
          <p:cNvSpPr>
            <a:spLocks noGrp="1"/>
          </p:cNvSpPr>
          <p:nvPr/>
        </p:nvSpPr>
        <p:spPr>
          <a:xfrm>
            <a:off x="14011275" y="4619625"/>
            <a:ext cx="353377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51" name="v2-432-b-command">
            <a:extLst>
              <a:ext uri="{FF2B5EF4-FFF2-40B4-BE49-F238E27FC236}">
                <ns2:creationId id="{1A067E6E-DAA5-4208-BA82-BABF97BBB69E}"/>
              </a:ext>
            </a:extLst>
          </p:cNvPr>
          <p:cNvSpPr>
            <a:spLocks noGrp="1"/>
          </p:cNvSpPr>
          <p:nvPr/>
        </p:nvSpPr>
        <p:spPr>
          <a:xfrm>
            <a:off x="12944475" y="3886200"/>
            <a:ext cx="1057275" cy="9525"/>
          </a:xfrm>
          <a:custGeom>
            <a:pathLst>
              <a:path w="1057275" h="9525">
                <a:moveTo>
                  <a:pt x="0" y="0"/>
                </a:moveTo>
                <a:lnTo>
                  <a:pt x="1057275" y="0"/>
                </a:lnTo>
              </a:path>
            </a:pathLst>
          </a:custGeom>
          <a:noFill/>
          <a:ln w="26670">
            <a:solidFill>
              <a:srgbClr val="00889A"/>
            </a:solidFill>
            <a:prstDash val="solid"/>
          </a:ln>
        </p:spPr>
      </p:sp>
      <p:sp>
        <p:nvSpPr>
          <p:cNvPr id="52" name="v2-433-b-command-head">
            <a:extLst>
              <a:ext uri="{FF2B5EF4-FFF2-40B4-BE49-F238E27FC236}">
                <ns2:creationId id="{8B731CD2-84FB-488B-B6EA-7AD852C4B51E}"/>
              </a:ext>
            </a:extLst>
          </p:cNvPr>
          <p:cNvSpPr>
            <a:spLocks noGrp="1"/>
          </p:cNvSpPr>
          <p:nvPr/>
        </p:nvSpPr>
        <p:spPr>
          <a:xfrm>
            <a:off x="13901442" y="383140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53" name="v2-434-note">
            <a:extLst>
              <a:ext uri="{FF2B5EF4-FFF2-40B4-BE49-F238E27FC236}">
                <ns2:creationId id="{6B4524E5-9C75-43F5-8FC9-8FA3AE8DC181}"/>
              </a:ext>
            </a:extLst>
          </p:cNvPr>
          <p:cNvSpPr>
            <a:spLocks noGrp="1"/>
          </p:cNvSpPr>
          <p:nvPr/>
        </p:nvSpPr>
        <p:spPr>
          <a:xfrm>
            <a:off x="12372975" y="3343275"/>
            <a:ext cx="2362200" cy="3143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같은 명령</a:t>
            </a:r>
            <a:endParaRPr lang="ko-KR">
              <a:solidFill>
                <a:srgbClr val="000000"/>
              </a:solidFill>
              <a:latin typeface="Calibri"/>
              <a:ea typeface="Calibri"/>
              <a:cs typeface="Calibri"/>
            </a:endParaRPr>
          </a:p>
        </p:txBody>
      </p:sp>
      <p:sp>
        <p:nvSpPr>
          <p:cNvPr id="54" name="v2-435-b-receipt">
            <a:extLst>
              <a:ext uri="{FF2B5EF4-FFF2-40B4-BE49-F238E27FC236}">
                <ns2:creationId id="{BB4CDD56-D2C4-488F-B4FC-166C47573D67}"/>
              </a:ext>
            </a:extLst>
          </p:cNvPr>
          <p:cNvSpPr>
            <a:spLocks noGrp="1"/>
          </p:cNvSpPr>
          <p:nvPr/>
        </p:nvSpPr>
        <p:spPr>
          <a:xfrm>
            <a:off x="12944475" y="4276725"/>
            <a:ext cx="1057275" cy="9525"/>
          </a:xfrm>
          <a:custGeom>
            <a:pathLst>
              <a:path w="1057275" h="9525">
                <a:moveTo>
                  <a:pt x="1057275" y="0"/>
                </a:moveTo>
                <a:lnTo>
                  <a:pt x="0" y="0"/>
                </a:lnTo>
              </a:path>
            </a:pathLst>
          </a:custGeom>
          <a:noFill/>
          <a:ln w="26670">
            <a:solidFill>
              <a:srgbClr val="00889A"/>
            </a:solidFill>
            <a:prstDash val="solid"/>
          </a:ln>
        </p:spPr>
      </p:sp>
      <p:sp>
        <p:nvSpPr>
          <p:cNvPr id="55" name="v2-436-b-receipt-head">
            <a:extLst>
              <a:ext uri="{FF2B5EF4-FFF2-40B4-BE49-F238E27FC236}">
                <ns2:creationId id="{49955673-FB77-43FB-82F9-20010FC8172C}"/>
              </a:ext>
            </a:extLst>
          </p:cNvPr>
          <p:cNvSpPr>
            <a:spLocks noGrp="1"/>
          </p:cNvSpPr>
          <p:nvPr/>
        </p:nvSpPr>
        <p:spPr>
          <a:xfrm>
            <a:off x="12944475" y="42219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56" name="v2-437-note">
            <a:extLst>
              <a:ext uri="{FF2B5EF4-FFF2-40B4-BE49-F238E27FC236}">
                <ns2:creationId id="{8AA3CE9F-6268-4370-94C9-FE99F778A898}"/>
              </a:ext>
            </a:extLst>
          </p:cNvPr>
          <p:cNvSpPr>
            <a:spLocks noGrp="1"/>
          </p:cNvSpPr>
          <p:nvPr/>
        </p:nvSpPr>
        <p:spPr>
          <a:xfrm>
            <a:off x="12934950" y="4343400"/>
            <a:ext cx="1438275"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④ 접수 결과</a:t>
            </a:r>
            <a:endParaRPr lang="ko-KR">
              <a:solidFill>
                <a:srgbClr val="000000"/>
              </a:solidFill>
              <a:latin typeface="Calibri"/>
              <a:ea typeface="Calibri"/>
              <a:cs typeface="Calibri"/>
            </a:endParaRPr>
          </a:p>
        </p:txBody>
      </p:sp>
      <p:sp>
        <p:nvSpPr>
          <p:cNvPr id="57" name="v2-438-b-dialogue-commit">
            <a:extLst>
              <a:ext uri="{FF2B5EF4-FFF2-40B4-BE49-F238E27FC236}">
                <ns2:creationId id="{8B5741B1-8FEC-49D6-A438-5E9480DA70A9}"/>
              </a:ext>
            </a:extLst>
          </p:cNvPr>
          <p:cNvSpPr>
            <a:spLocks noGrp="1"/>
          </p:cNvSpPr>
          <p:nvPr/>
        </p:nvSpPr>
        <p:spPr>
          <a:xfrm>
            <a:off x="11210925" y="4238625"/>
            <a:ext cx="9525" cy="381000"/>
          </a:xfrm>
          <a:custGeom>
            <a:pathLst>
              <a:path w="9525" h="381000">
                <a:moveTo>
                  <a:pt x="0" y="0"/>
                </a:moveTo>
                <a:lnTo>
                  <a:pt x="0" y="381000"/>
                </a:lnTo>
              </a:path>
            </a:pathLst>
          </a:custGeom>
          <a:noFill/>
          <a:ln w="23813">
            <a:solidFill>
              <a:srgbClr val="576773"/>
            </a:solidFill>
            <a:prstDash val="solid"/>
          </a:ln>
        </p:spPr>
      </p:sp>
      <p:sp>
        <p:nvSpPr>
          <p:cNvPr id="58" name="v2-439-b-dialogue-commit-head">
            <a:extLst>
              <a:ext uri="{FF2B5EF4-FFF2-40B4-BE49-F238E27FC236}">
                <ns2:creationId id="{AE70578F-0070-4B3C-94FF-8CA1809CECC6}"/>
              </a:ext>
            </a:extLst>
          </p:cNvPr>
          <p:cNvSpPr>
            <a:spLocks noGrp="1"/>
          </p:cNvSpPr>
          <p:nvPr/>
        </p:nvSpPr>
        <p:spPr>
          <a:xfrm>
            <a:off x="11156127"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59" name="v2-440-b-task-commit">
            <a:extLst>
              <a:ext uri="{FF2B5EF4-FFF2-40B4-BE49-F238E27FC236}">
                <ns2:creationId id="{5E7A0CC9-03E6-4C0B-B9BC-7C3D0038B2BE}"/>
              </a:ext>
            </a:extLst>
          </p:cNvPr>
          <p:cNvSpPr>
            <a:spLocks noGrp="1"/>
          </p:cNvSpPr>
          <p:nvPr/>
        </p:nvSpPr>
        <p:spPr>
          <a:xfrm>
            <a:off x="15773400" y="4238625"/>
            <a:ext cx="9525" cy="381000"/>
          </a:xfrm>
          <a:custGeom>
            <a:pathLst>
              <a:path w="9525" h="381000">
                <a:moveTo>
                  <a:pt x="0" y="0"/>
                </a:moveTo>
                <a:lnTo>
                  <a:pt x="0" y="381000"/>
                </a:lnTo>
              </a:path>
            </a:pathLst>
          </a:custGeom>
          <a:noFill/>
          <a:ln w="23813">
            <a:solidFill>
              <a:srgbClr val="576773"/>
            </a:solidFill>
            <a:prstDash val="solid"/>
          </a:ln>
        </p:spPr>
      </p:sp>
      <p:sp>
        <p:nvSpPr>
          <p:cNvPr id="60" name="v2-441-b-task-commit-head">
            <a:extLst>
              <a:ext uri="{FF2B5EF4-FFF2-40B4-BE49-F238E27FC236}">
                <ns2:creationId id="{E2231EAB-CCF5-449F-BC0E-832E401A0EEA}"/>
              </a:ext>
            </a:extLst>
          </p:cNvPr>
          <p:cNvSpPr>
            <a:spLocks noGrp="1"/>
          </p:cNvSpPr>
          <p:nvPr/>
        </p:nvSpPr>
        <p:spPr>
          <a:xfrm>
            <a:off x="15718602"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61" name="v2-442-note">
            <a:extLst>
              <a:ext uri="{FF2B5EF4-FFF2-40B4-BE49-F238E27FC236}">
                <ns2:creationId id="{BF652CDA-470B-4AEC-ADC4-6339B46822D1}"/>
              </a:ext>
            </a:extLst>
          </p:cNvPr>
          <p:cNvSpPr>
            <a:spLocks noGrp="1"/>
          </p:cNvSpPr>
          <p:nvPr/>
        </p:nvSpPr>
        <p:spPr>
          <a:xfrm>
            <a:off x="9486900" y="5257800"/>
            <a:ext cx="345757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① 로컬 의도 저장</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④ 접수 결과 별도 반영</a:t>
            </a:r>
            <a:endParaRPr lang="ko-KR">
              <a:solidFill>
                <a:srgbClr val="000000"/>
              </a:solidFill>
              <a:latin typeface="Calibri"/>
              <a:ea typeface="Calibri"/>
              <a:cs typeface="Calibri"/>
            </a:endParaRPr>
          </a:p>
        </p:txBody>
      </p:sp>
      <p:sp>
        <p:nvSpPr>
          <p:cNvPr id="62" name="v2-443-note">
            <a:extLst>
              <a:ext uri="{FF2B5EF4-FFF2-40B4-BE49-F238E27FC236}">
                <ns2:creationId id="{5E5CAF7C-6C9B-4FB0-991C-3A2D34AE36BA}"/>
              </a:ext>
            </a:extLst>
          </p:cNvPr>
          <p:cNvSpPr>
            <a:spLocks noGrp="1"/>
          </p:cNvSpPr>
          <p:nvPr/>
        </p:nvSpPr>
        <p:spPr>
          <a:xfrm>
            <a:off x="14001750" y="5257800"/>
            <a:ext cx="355282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내부 접수와 상태 확정</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전송 가능 상태 저장</a:t>
            </a:r>
            <a:endParaRPr lang="ko-KR">
              <a:solidFill>
                <a:srgbClr val="000000"/>
              </a:solidFill>
              <a:latin typeface="Calibri"/>
              <a:ea typeface="Calibri"/>
              <a:cs typeface="Calibri"/>
            </a:endParaRPr>
          </a:p>
        </p:txBody>
      </p:sp>
      <p:sp>
        <p:nvSpPr>
          <p:cNvPr id="63" name="v2-444-note">
            <a:extLst>
              <a:ext uri="{FF2B5EF4-FFF2-40B4-BE49-F238E27FC236}">
                <ns2:creationId id="{1A65A9EF-9894-4C9B-8B31-7D294186E375}"/>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확정된 명령 → Agent Gateway → Downstream Agent의 실제 확인. 내부 접수는 외부 실행/확인 완료가 아님. 의미 모델은 transaction 밖</a:t>
            </a:r>
            <a:endParaRPr lang="ko-KR">
              <a:solidFill>
                <a:srgbClr val="000000"/>
              </a:solidFill>
              <a:latin typeface="Calibri"/>
              <a:ea typeface="Calibri"/>
              <a:cs typeface="Calibri"/>
            </a:endParaRPr>
          </a:p>
        </p:txBody>
      </p:sp>
      <p:sp>
        <p:nvSpPr>
          <p:cNvPr id="64" name="v2-445-a-cost">
            <a:extLst>
              <a:ext uri="{FF2B5EF4-FFF2-40B4-BE49-F238E27FC236}">
                <ns2:creationId id="{0423AD0F-0D0A-4EDA-8144-9FCEBA58EEC4}"/>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논리 수명 분리와 변경 국소화 가능</a:t>
            </a:r>
            <a:endParaRPr lang="ko-KR">
              <a:solidFill>
                <a:srgbClr val="000000"/>
              </a:solidFill>
              <a:latin typeface="Calibri"/>
              <a:ea typeface="Calibri"/>
              <a:cs typeface="Calibri"/>
            </a:endParaRPr>
          </a:p>
        </p:txBody>
      </p:sp>
      <p:sp>
        <p:nvSpPr>
          <p:cNvPr id="65" name="v2-446-b-cost">
            <a:extLst>
              <a:ext uri="{FF2B5EF4-FFF2-40B4-BE49-F238E27FC236}">
                <ns2:creationId id="{836D07BA-CC68-401E-91F5-71B277751DC4}"/>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B의 독립 운영은 조건부. 인계/재확인 비용</a:t>
            </a:r>
            <a:endParaRPr lang="ko-KR">
              <a:solidFill>
                <a:srgbClr val="000000"/>
              </a:solidFill>
              <a:latin typeface="Calibri"/>
              <a:ea typeface="Calibri"/>
              <a:cs typeface="Calibri"/>
            </a:endParaRPr>
          </a:p>
        </p:txBody>
      </p:sp>
      <p:graphicFrame>
        <p:nvGraphicFramePr>
          <p:cNvPr id="133"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의미, 접수와 현재성 검사</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같은 검사와 receipt 반영</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공동 commit과 대화 반영</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독립 접수와 receipt 반영</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관련 상태 공동 확정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인계와 재확인의 전체 경로</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저장 외 실제 모델 청구</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IPC 외 실제 모델 청구</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공동 상태 계약의 수정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독립 인계 계약의 수정</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통합 상태와 queue</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2,080MiB / process와 접수 상태</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67" name="v2-447-note">
            <a:extLst>
              <a:ext uri="{FF2B5EF4-FFF2-40B4-BE49-F238E27FC236}">
                <ns2:creationId id="{0817A034-44E0-4F6F-8DE0-FC2AB7C19328}"/>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34" name="v6-header-title">
            <a:extLst>
              <a:ext uri="{FF2B5EF4-FFF2-40B4-BE49-F238E27FC236}">
                <ns2:creationId id="{0CC03BDA-3BC7-44D6-ABE9-86C2521FC8D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변경 용이성을 위한 상태 관리 설계</a:t>
            </a:r>
            <a:endParaRPr lang="ko-KR">
              <a:latin typeface="Calibri"/>
              <a:ea typeface="Calibri"/>
              <a:cs typeface="Calibri"/>
            </a:endParaRPr>
          </a:p>
        </p:txBody>
      </p:sp>
      <p:sp>
        <p:nvSpPr>
          <p:cNvPr id="135" name="v6-header-rule">
            <a:extLst>
              <a:ext uri="{FF2B5EF4-FFF2-40B4-BE49-F238E27FC236}">
                <ns2:creationId id="{C20D0FCE-16F6-486D-A710-71B9AD3D7A5B}"/>
              </a:ext>
            </a:extLst>
          </p:cNvPr>
          <p:cNvSpPr>
            <a:spLocks noGrp="1"/>
          </p:cNvSpPr>
          <p:nvPr/>
        </p:nvSpPr>
        <p:spPr>
          <a:xfrm>
            <a:off x="495300" y="990600"/>
            <a:ext cx="17335500" cy="0"/>
          </a:xfrm>
          <a:prstGeom prst="line">
            <a:avLst/>
          </a:prstGeom>
          <a:noFill/>
          <a:ln w="19050">
            <a:solidFill>
              <a:srgbClr val="A6A6A6"/>
            </a:solidFill>
          </a:ln>
        </p:spPr>
      </p:sp>
      <p:sp>
        <p:nvSpPr>
          <p:cNvPr id="136" name="v6-header-stage-0">
            <a:extLst>
              <a:ext uri="{FF2B5EF4-FFF2-40B4-BE49-F238E27FC236}">
                <ns2:creationId id="{D25FACAF-58E9-4623-A70B-AECA4B72A3C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7" name="v6-header-stage-1">
            <a:extLst>
              <a:ext uri="{FF2B5EF4-FFF2-40B4-BE49-F238E27FC236}">
                <ns2:creationId id="{7C78AB4C-A233-4D71-8857-9EE01BF41ED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8" name="v6-header-stage-2">
            <a:extLst>
              <a:ext uri="{FF2B5EF4-FFF2-40B4-BE49-F238E27FC236}">
                <ns2:creationId id="{B07A8181-0E4B-4EA5-A957-2B9EA0E4931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9" name="v6-header-stage-3">
            <a:extLst>
              <a:ext uri="{FF2B5EF4-FFF2-40B4-BE49-F238E27FC236}">
                <ns2:creationId id="{6B94C890-A4A3-47FA-940C-3005215E30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0" name="v6-header-stage-4">
            <a:extLst>
              <a:ext uri="{FF2B5EF4-FFF2-40B4-BE49-F238E27FC236}">
                <ns2:creationId id="{B23AE714-AD13-46F6-A763-D84690ECB6E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1" name="v6-header-page">
            <a:extLst>
              <a:ext uri="{FF2B5EF4-FFF2-40B4-BE49-F238E27FC236}">
                <ns2:creationId id="{9F379D8E-5A73-43C9-911C-963B56C66A8C}"/>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21 / 63</a:t>
            </a:r>
            <a:endParaRPr lang="ko-KR">
              <a:latin typeface="Calibri"/>
              <a:ea typeface="Calibri"/>
              <a:cs typeface="Calibri"/>
            </a:endParaRPr>
          </a:p>
        </p:txBody>
      </p:sp>
    </p:spTree>
    <p:extLst>
      <p:ext uri="{BB962C8B-B14F-4D97-AF65-F5344CB8AC3E}">
        <p14:creationId val="91206412"/>
      </p:ext>
    </p:extLst>
  </p:cSld>
</p:sld>
</file>

<file path=ppt/slides/slide55.xml><?xml version="1.0" encoding="utf-8"?>
<p:sld xmlns:a="http://schemas.openxmlformats.org/drawingml/2006/main" xmlns:ns2="http://schemas.microsoft.com/office/drawing/2014/main" xmlns:p="http://schemas.openxmlformats.org/presentationml/2006/main" xmlns:p14="http://schemas.microsoft.com/office/powerpoint/2010/main">
  <p:cSld name="coverage-summary">
    <p:bg>
      <p:bgPr>
        <a:solidFill>
          <a:srgbClr val="FFFFFF"/>
        </a:solidFill>
      </p:bgPr>
    </p:bg>
    <p:spTree>
      <p:nvGrpSpPr>
        <p:cNvPr id="1" name=""/>
        <p:cNvGrpSpPr/>
        <p:nvPr/>
      </p:nvGrpSpPr>
      <p:grpSpPr>
        <a:xfrm/>
      </p:grpSpPr>
      <p:graphicFrame xmlns:a="http://schemas.openxmlformats.org/drawingml/2006/main" xmlns:p="http://schemas.openxmlformats.org/presentationml/2006/main">
        <p:nvGraphicFramePr>
          <p:cNvPr id="13" name=""/>
          <p:cNvGraphicFramePr/>
          <p:nvPr/>
        </p:nvGraphicFramePr>
        <p:xfrm>
          <a:off x="495300" y="1962150"/>
          <a:ext cx="17297400" cy="4200525"/>
        </p:xfrm>
        <a:graphic>
          <a:graphicData uri="http://schemas.openxmlformats.org/drawingml/2006/table">
            <a:tbl>
              <a:tblPr/>
              <a:tblGrid>
                <a:gridCol w="3667125"/>
                <a:gridCol w="3714750"/>
                <a:gridCol w="99155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설계 질문</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직접 다루는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buNone/>
                        <a:defRPr lang="ko-KR">
                          <a:latin typeface="Calibri"/>
                          <a:ea typeface="Calibri"/>
                          <a:cs typeface="Calibri"/>
                        </a:defRPr>
                      </a:pPr>
                      <a:r>
                        <a:rPr sz="2300" b="1" lang="ko-KR">
                          <a:solidFill>
                            <a:srgbClr val="000000"/>
                          </a:solidFill>
                          <a:latin typeface="Calibri"/>
                          <a:ea typeface="Calibri"/>
                          <a:cs typeface="Calibri"/>
                        </a:rPr>
                        <a:t>구조 비교와 탐색 범위</a:t>
                      </a:r>
                      <a:endParaRPr lang="ko-KR">
                        <a:solidFill>
                          <a:srgbClr val="000000"/>
                        </a:solidFill>
                        <a:latin typeface="Calibri"/>
                        <a:ea typeface="Calibri"/>
                        <a:cs typeface="Calibri"/>
                      </a:endParaRPr>
                    </a:p>
                  </a:txBody>
                  <a:tcPr marL="114300" marR="76200" marT="47625" marB="47625" anchor="ctr">
                    <a:solidFill>
                      <a:srgbClr val="C6E0B4"/>
                    </a:solidFill>
                  </a:tcPr>
                </a:tc>
              </a:tr>
              <a:tr h="912019">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화면·음성 지칭 (문제)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당시 화면과 지칭 연결, 정정 반영 (대안 탐색 전)</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44  지속 대화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FR1 / FR3 / FR4</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완료 회수와 후속 지시, 단계별 상태와 게시 조건</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45  과거 맥락 제공</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요청별 구성과 공통 관계 생산의 시점, coverage와 철회</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42  대화와 업무 상태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공동 확정과 독립 접수, 외부 확인과 재연결</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6" name="v2-452-scope-qa">
            <a:extLst>
              <a:ext uri="{FF2B5EF4-FFF2-40B4-BE49-F238E27FC236}">
                <ns2:creationId id="{B094ED3D-0AF3-49CE-95EA-E2646EAB06BE}"/>
              </a:ext>
            </a:extLst>
          </p:cNvPr>
          <p:cNvSpPr>
            <a:spLocks noGrp="1"/>
          </p:cNvSpPr>
          <p:nvPr/>
        </p:nvSpPr>
        <p:spPr>
          <a:xfrm>
            <a:off x="495300" y="6819900"/>
            <a:ext cx="17297400" cy="542925"/>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정확성 → 상호작용 응답시간 → VIA 처리시간 → 모델 비용 → 변경 용이성 → 로컬 메모리</a:t>
            </a:r>
            <a:endParaRPr lang="ko-KR">
              <a:solidFill>
                <a:srgbClr val="000000"/>
              </a:solidFill>
              <a:latin typeface="Calibri"/>
              <a:ea typeface="Calibri"/>
              <a:cs typeface="Calibri"/>
            </a:endParaRPr>
          </a:p>
        </p:txBody>
      </p:sp>
      <p:sp>
        <p:nvSpPr>
          <p:cNvPr id="7" name="v2-453-scope-common">
            <a:extLst>
              <a:ext uri="{FF2B5EF4-FFF2-40B4-BE49-F238E27FC236}">
                <ns2:creationId id="{9139FE79-EE20-4B91-AEED-AAADA246D422}"/>
              </a:ext>
            </a:extLst>
          </p:cNvPr>
          <p:cNvSpPr>
            <a:spLocks noGrp="1"/>
          </p:cNvSpPr>
          <p:nvPr/>
        </p:nvSpPr>
        <p:spPr>
          <a:xfrm>
            <a:off x="495300" y="7896225"/>
            <a:ext cx="17297400" cy="110490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로컬 입력과 VAD / 같은 허용 근거 / 최신성 및 권한 검사 / 실제 전달 기록</a:t>
            </a:r>
            <a:endParaRPr lang="ko-KR">
              <a:solidFill>
                <a:srgbClr val="000000"/>
              </a:solidFill>
              <a:latin typeface="Calibri"/>
              <a:ea typeface="Calibri"/>
              <a:cs typeface="Calibri"/>
            </a:endParaRPr>
          </a:p>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별도 클라우드 음성/의미 모델 / 외부 업무 AI의 실제 실행과 확인</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8" name="v2-454-note">
            <a:extLst>
              <a:ext uri="{FF2B5EF4-FFF2-40B4-BE49-F238E27FC236}">
                <ns2:creationId id="{F008C9BB-EBE5-4CF8-B747-3713110F9063}"/>
              </a:ext>
            </a:extLst>
          </p:cNvPr>
          <p:cNvSpPr>
            <a:spLocks noGrp="1"/>
          </p:cNvSpPr>
          <p:nvPr/>
        </p:nvSpPr>
        <p:spPr>
          <a:xfrm>
            <a:off x="495300" y="9448800"/>
            <a:ext cx="17297400" cy="476250"/>
          </a:xfrm>
          <a:prstGeom prst="rect">
            <a:avLst/>
          </a:prstGeom>
          <a:noFill/>
          <a:ln w="0">
            <a:noFill/>
          </a:ln>
        </p:spPr>
        <p:txBody>
          <a:bodyPr wrap="none" lIns="0" tIns="0" rIns="0" bIns="0" anchor="ctr">
            <a:noAutofit/>
          </a:bodyPr>
          <a:lstStyle/>
          <a:p>
            <a:pPr algn="l">
              <a:buNone/>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44·45·42는 A/B를 검토하고, 화면·음성 주제는 문제를 탐색합니다. 채택안과 실측 승자는 미정입니다.</a:t>
            </a:r>
            <a:endParaRPr lang="ko-KR">
              <a:solidFill>
                <a:srgbClr val="000000"/>
              </a:solidFill>
              <a:latin typeface="Calibri"/>
              <a:ea typeface="Calibri"/>
              <a:cs typeface="Calibri"/>
            </a:endParaRPr>
          </a:p>
        </p:txBody>
      </p:sp>
      <p:sp>
        <p:nvSpPr>
          <p:cNvPr id="14" name="v6-header-title">
            <a:extLst>
              <a:ext uri="{FF2B5EF4-FFF2-40B4-BE49-F238E27FC236}">
                <ns2:creationId id="{ED54AD29-D790-4DBF-BD80-DD84BA31EE6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범위와 공통 계약</a:t>
            </a:r>
            <a:endParaRPr lang="ko-KR">
              <a:latin typeface="Calibri"/>
              <a:ea typeface="Calibri"/>
              <a:cs typeface="Calibri"/>
            </a:endParaRPr>
          </a:p>
        </p:txBody>
      </p:sp>
      <p:sp>
        <p:nvSpPr>
          <p:cNvPr id="15" name="v6-header-rule">
            <a:extLst>
              <a:ext uri="{FF2B5EF4-FFF2-40B4-BE49-F238E27FC236}">
                <ns2:creationId id="{861ABFE8-5FAA-4F5D-B4DC-11DD1DC830C6}"/>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3D829407-3EAB-409D-98D7-0CF84466BA5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C873CA48-9E79-4BB6-9F3B-DD341F84B3B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7C533BA-1B5A-49A7-A3A6-87920C3F141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134607DB-A6A0-43D4-9BEE-E11FCD991850}"/>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263E6336-A570-4794-B9CA-9C12EAB49C2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83E6AE8E-60B4-4147-8614-501A90B9A09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23 / 63</a:t>
            </a:r>
            <a:endParaRPr lang="ko-KR">
              <a:latin typeface="Calibri"/>
              <a:ea typeface="Calibri"/>
              <a:cs typeface="Calibri"/>
            </a:endParaRPr>
          </a:p>
        </p:txBody>
      </p:sp>
    </p:spTree>
    <p:extLst>
      <p:ext uri="{BB962C8B-B14F-4D97-AF65-F5344CB8AC3E}">
        <p14:creationId val="552916902"/>
      </p:ext>
    </p:extLst>
  </p:cSld>
</p:sld>
</file>

<file path=ppt/slides/slide56.xml><?xml version="1.0" encoding="utf-8"?>
<p:sld xmlns:a="http://schemas.openxmlformats.org/drawingml/2006/main" xmlns:ns2="http://schemas.microsoft.com/office/drawing/2014/main" xmlns:p="http://schemas.openxmlformats.org/presentationml/2006/main" xmlns:p14="http://schemas.microsoft.com/office/powerpoint/2010/main">
  <p:cSld name="next-validation">
    <p:bg>
      <p:bgPr>
        <a:solidFill>
          <a:srgbClr val="FFFFFF"/>
        </a:solidFill>
      </p:bgPr>
    </p:bg>
    <p:spTree>
      <p:nvGrpSpPr>
        <p:cNvPr id="1" name=""/>
        <p:cNvGrpSpPr/>
        <p:nvPr/>
      </p:nvGrpSpPr>
      <p:grpSpPr>
        <a:xfrm/>
      </p:grpSpPr>
      <p:graphicFrame xmlns:a="http://schemas.openxmlformats.org/drawingml/2006/main" xmlns:p="http://schemas.openxmlformats.org/presentationml/2006/main">
        <p:nvGraphicFramePr>
          <p:cNvPr id="12" name=""/>
          <p:cNvGraphicFramePr/>
          <p:nvPr/>
        </p:nvGraphicFramePr>
        <p:xfrm>
          <a:off x="495300" y="2124075"/>
          <a:ext cx="17297400" cy="4438650"/>
        </p:xfrm>
        <a:graphic>
          <a:graphicData uri="http://schemas.openxmlformats.org/drawingml/2006/table">
            <a:tbl>
              <a:tblPr/>
              <a:tblGrid>
                <a:gridCol w="3057525"/>
                <a:gridCol w="7248525"/>
                <a:gridCol w="6991350"/>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검토할 대상</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buNone/>
                        <a:defRPr lang="ko-KR">
                          <a:latin typeface="Calibri"/>
                          <a:ea typeface="Calibri"/>
                          <a:cs typeface="Calibri"/>
                        </a:defRPr>
                      </a:pPr>
                      <a:r>
                        <a:rPr sz="2300" b="1" lang="ko-KR">
                          <a:solidFill>
                            <a:srgbClr val="000000"/>
                          </a:solidFill>
                          <a:latin typeface="Calibri"/>
                          <a:ea typeface="Calibri"/>
                          <a:cs typeface="Calibri"/>
                        </a:rPr>
                        <a:t>같은 장면에서 확인할 조건</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아직 필요한 근거</a:t>
                      </a:r>
                      <a:endParaRPr lang="ko-KR">
                        <a:solidFill>
                          <a:srgbClr val="000000"/>
                        </a:solidFill>
                        <a:latin typeface="Calibri"/>
                        <a:ea typeface="Calibri"/>
                        <a:cs typeface="Calibri"/>
                      </a:endParaRPr>
                    </a:p>
                  </a:txBody>
                  <a:tcPr marL="114300" marR="76200" marT="47625" marB="47625" anchor="ctr">
                    <a:solidFill>
                      <a:srgbClr val="C6E0B4"/>
                    </a:solidFill>
                  </a:tcPr>
                </a:tc>
              </a:tr>
              <a:tr h="971550">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화면·음성 지칭</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두 화면의 지칭, 늦은 전사와 “아니, 여기” 정정</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발화·화면·pointer·선택 기록, 누락 범위</a:t>
                      </a:r>
                      <a:endParaRPr lang="ko-KR">
                        <a:solidFill>
                          <a:srgbClr val="000000"/>
                        </a:solidFill>
                        <a:latin typeface="Calibri"/>
                        <a:ea typeface="Calibri"/>
                        <a:cs typeface="Calibri"/>
                      </a:endParaRPr>
                    </a:p>
                  </a:txBody>
                  <a:tcPr marL="114300" marR="76200" marT="47625" marB="47625" anchor="ctr">
                    <a:solidFill>
                      <a:srgbClr val="FFFFFF"/>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지속 대화</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새 발화, 늦은 준비와 질문이 겹치는 상황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실제 반응/전달 시각과 대기 상태</a:t>
                      </a:r>
                      <a:endParaRPr lang="ko-KR">
                        <a:solidFill>
                          <a:srgbClr val="000000"/>
                        </a:solidFill>
                        <a:latin typeface="Calibri"/>
                        <a:ea typeface="Calibri"/>
                        <a:cs typeface="Calibri"/>
                      </a:endParaRPr>
                    </a:p>
                  </a:txBody>
                  <a:tcPr marL="114300" marR="76200" marT="47625" marB="47625" anchor="ctr">
                    <a:solidFill>
                      <a:srgbClr val="FFFFFF"/>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과거 맥락</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첫 사용, 반복, 정정 직후와 미사용 생산</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전체 호출 청구, 원본 검증과 coverage</a:t>
                      </a:r>
                      <a:endParaRPr lang="ko-KR">
                        <a:solidFill>
                          <a:srgbClr val="000000"/>
                        </a:solidFill>
                        <a:latin typeface="Calibri"/>
                        <a:ea typeface="Calibri"/>
                        <a:cs typeface="Calibri"/>
                      </a:endParaRPr>
                    </a:p>
                  </a:txBody>
                  <a:tcPr marL="114300" marR="76200" marT="47625" marB="47625" anchor="ctr">
                    <a:solidFill>
                      <a:srgbClr val="FFFFFF"/>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상태 관리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공동 변경, 내부 접수와 외부 확인의 차이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실제 수정 책임, 접수 대기와 메모리</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6" name="v2-459-next-contract">
            <a:extLst>
              <a:ext uri="{FF2B5EF4-FFF2-40B4-BE49-F238E27FC236}">
                <ns2:creationId id="{5A5ED548-EFD5-46E5-B4E1-4B786AE282FF}"/>
              </a:ext>
            </a:extLst>
          </p:cNvPr>
          <p:cNvSpPr>
            <a:spLocks noGrp="1"/>
          </p:cNvSpPr>
          <p:nvPr/>
        </p:nvSpPr>
        <p:spPr>
          <a:xfrm>
            <a:off x="495300" y="7181850"/>
            <a:ext cx="17297400" cy="542925"/>
          </a:xfrm>
          <a:prstGeom prst="rect">
            <a:avLst/>
          </a:prstGeom>
          <a:noFill/>
          <a:ln w="0">
            <a:noFill/>
          </a:ln>
        </p:spPr>
        <p:txBody>
          <a:bodyPr wrap="none" lIns="0" tIns="0" rIns="0" bIns="0" anchor="ctr">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같은 입력과 외부 조건, 여섯 QA의 목표와 보호 조건을 유지합니다.</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7" name="v2-460-next-status">
            <a:extLst>
              <a:ext uri="{FF2B5EF4-FFF2-40B4-BE49-F238E27FC236}">
                <ns2:creationId id="{3D85C9CB-26AC-4774-B13F-99D1EDE4A2BC}"/>
              </a:ext>
            </a:extLst>
          </p:cNvPr>
          <p:cNvSpPr>
            <a:spLocks noGrp="1"/>
          </p:cNvSpPr>
          <p:nvPr/>
        </p:nvSpPr>
        <p:spPr>
          <a:xfrm>
            <a:off x="495300" y="8258175"/>
            <a:ext cx="17297400" cy="1104900"/>
          </a:xfrm>
          <a:prstGeom prst="rect">
            <a:avLst/>
          </a:prstGeom>
          <a:noFill/>
          <a:ln w="0">
            <a:noFill/>
          </a:ln>
        </p:spPr>
        <p:txBody>
          <a:bodyPr wrap="none" lIns="0" tIns="0" rIns="0" bIns="0" anchor="ctr">
            <a:noAutofit/>
          </a:bodyPr>
          <a:lstStyle/>
          <a:p>
            <a:pPr algn="l">
              <a:buNone/>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현재 숫자는 목표, 설계 예산과 지역 가정 계산입니다.</a:t>
            </a:r>
            <a:endParaRPr lang="ko-KR">
              <a:solidFill>
                <a:srgbClr val="000000"/>
              </a:solidFill>
              <a:latin typeface="Calibri"/>
              <a:ea typeface="Calibri"/>
              <a:cs typeface="Calibri"/>
            </a:endParaRPr>
          </a:p>
          <a:p>
            <a:pPr algn="l">
              <a:buNone/>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44·45·42의 A/B 선정과 품질 결론은 미정입니다. 화면·음성 주제는 문제부터 검토합니다.</a:t>
            </a:r>
            <a:endParaRPr lang="ko-KR">
              <a:solidFill>
                <a:srgbClr val="000000"/>
              </a:solidFill>
              <a:latin typeface="Calibri"/>
              <a:ea typeface="Calibri"/>
              <a:cs typeface="Calibri"/>
            </a:endParaRPr>
          </a:p>
        </p:txBody>
      </p:sp>
      <p:sp>
        <p:nvSpPr>
          <p:cNvPr id="13" name="v6-header-title">
            <a:extLst>
              <a:ext uri="{FF2B5EF4-FFF2-40B4-BE49-F238E27FC236}">
                <ns2:creationId id="{79A7B95A-E6D2-4EBE-9D80-4EE68174327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검토 요약</a:t>
            </a:r>
            <a:endParaRPr lang="ko-KR">
              <a:latin typeface="Calibri"/>
              <a:ea typeface="Calibri"/>
              <a:cs typeface="Calibri"/>
            </a:endParaRPr>
          </a:p>
        </p:txBody>
      </p:sp>
      <p:sp>
        <p:nvSpPr>
          <p:cNvPr id="14" name="v6-header-rule">
            <a:extLst>
              <a:ext uri="{FF2B5EF4-FFF2-40B4-BE49-F238E27FC236}">
                <ns2:creationId id="{FC2BDF27-492C-4891-A56A-05B99D6F020E}"/>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3E9D1F55-2D94-4CA4-B25E-4AF2C0A1ECE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DF7C8045-D8B9-48FE-9671-3FA3A43C62D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96279236-AC15-4DB0-9A49-9FF95DF47C4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9CB82B24-7B26-4B8C-9CF1-9F2625C9E30B}"/>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8B74E41A-91B3-42B1-8B63-21BEADDF90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CFDF73DF-B251-4D92-9E7D-02EE60EDE54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24 / 63</a:t>
            </a:r>
            <a:endParaRPr lang="ko-KR">
              <a:latin typeface="Calibri"/>
              <a:ea typeface="Calibri"/>
              <a:cs typeface="Calibri"/>
            </a:endParaRPr>
          </a:p>
        </p:txBody>
      </p:sp>
    </p:spTree>
    <p:extLst>
      <p:ext uri="{BB962C8B-B14F-4D97-AF65-F5344CB8AC3E}">
        <p14:creationId val="848578615"/>
      </p:ext>
    </p:extLst>
  </p:cSld>
</p:sld>
</file>

<file path=ppt/slides/slide57.xml><?xml version="1.0" encoding="utf-8"?>
<p:sld xmlns:a="http://schemas.openxmlformats.org/drawingml/2006/main" xmlns:ns2="http://schemas.microsoft.com/office/drawing/2014/main" xmlns:p="http://schemas.openxmlformats.org/presentationml/2006/main" xmlns:p14="http://schemas.microsoft.com/office/powerpoint/2010/main">
  <p:cSld name="appendix-divider">
    <p:bg>
      <p:bgPr>
        <a:solidFill>
          <a:srgbClr val="FFFFFF"/>
        </a:solidFill>
      </p:bgPr>
    </p:bg>
    <p:spTree>
      <p:nvGrpSpPr>
        <p:cNvPr id="1" name=""/>
        <p:cNvGrpSpPr/>
        <p:nvPr/>
      </p:nvGrpSpPr>
      <p:grpSpPr>
        <a:xfrm/>
      </p:grpSpPr>
      <p:sp>
        <p:nvSpPr>
          <p:cNvPr id="5" name="v2-465-appendix-intro">
            <a:extLst>
              <a:ext uri="{FF2B5EF4-FFF2-40B4-BE49-F238E27FC236}">
                <ns2:creationId id="{ED6C1B56-3261-482A-AE5E-A8AF4F02104E}"/>
              </a:ext>
            </a:extLst>
          </p:cNvPr>
          <p:cNvSpPr>
            <a:spLocks noGrp="1"/>
          </p:cNvSpPr>
          <p:nvPr/>
        </p:nvSpPr>
        <p:spPr>
          <a:xfrm>
            <a:off x="495300" y="2476500"/>
            <a:ext cx="17297400" cy="762000"/>
          </a:xfrm>
          <a:prstGeom prst="rect">
            <a:avLst/>
          </a:prstGeom>
          <a:noFill/>
          <a:ln w="0">
            <a:noFill/>
          </a:ln>
        </p:spPr>
        <p:txBody>
          <a:bodyPr wrap="none" lIns="0" tIns="0" rIns="0" bIns="0" anchor="ctr">
            <a:noAutofit/>
          </a:bodyPr>
          <a:lstStyle/>
          <a:p>
            <a:pPr algn="l">
              <a:defRPr sz="3400" b="1" lang="ko-KR">
                <a:solidFill>
                  <a:srgbClr val="000000"/>
                </a:solidFill>
                <a:latin typeface="Calibri"/>
                <a:ea typeface="Calibri"/>
                <a:cs typeface="Calibri"/>
              </a:defRPr>
            </a:pPr>
            <a:r>
              <a:rPr sz="3400" b="1" lang="ko-KR">
                <a:solidFill>
                  <a:srgbClr val="000000"/>
                </a:solidFill>
                <a:latin typeface="Calibri"/>
                <a:ea typeface="Calibri"/>
                <a:cs typeface="Calibri"/>
              </a:rPr>
              <a:t>발표 중 필요한 상세 정의와 설계 계약을 확인할 수 있습니다.</a:t>
            </a:r>
            <a:endParaRPr lang="ko-KR">
              <a:solidFill>
                <a:srgbClr val="000000"/>
              </a:solidFill>
              <a:latin typeface="Calibri"/>
              <a:ea typeface="Calibri"/>
              <a:cs typeface="Calibri"/>
            </a:endParaRPr>
          </a:p>
        </p:txBody>
      </p:sp>
      <p:sp>
        <p:nvSpPr>
          <p:cNvPr id="6" name="v2-466-appendix-order">
            <a:extLst>
              <a:ext uri="{FF2B5EF4-FFF2-40B4-BE49-F238E27FC236}">
                <ns2:creationId id="{8313BEA5-2CFE-4F9A-806D-8077B6081853}"/>
              </a:ext>
            </a:extLst>
          </p:cNvPr>
          <p:cNvSpPr>
            <a:spLocks noGrp="1"/>
          </p:cNvSpPr>
          <p:nvPr/>
        </p:nvSpPr>
        <p:spPr>
          <a:xfrm>
            <a:off x="495300" y="4019550"/>
            <a:ext cx="17297400" cy="1638300"/>
          </a:xfrm>
          <a:prstGeom prst="rect">
            <a:avLst/>
          </a:prstGeom>
          <a:noFill/>
          <a:ln w="0">
            <a:noFill/>
          </a:ln>
        </p:spPr>
        <p:txBody>
          <a:bodyPr wrap="none" lIns="0" tIns="0" rIns="0" bIns="0" anchor="ctr">
            <a:noAutofit/>
          </a:bodyPr>
          <a:lstStyle/>
          <a:p>
            <a:pPr algn="l">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26~35  원본 8~17장: P21, 21개 사례 대응과 QA-01~06 계산/등급</a:t>
            </a:r>
            <a:endParaRPr lang="ko-KR">
              <a:solidFill>
                <a:srgbClr val="000000"/>
              </a:solidFill>
              <a:latin typeface="Calibri"/>
              <a:ea typeface="Calibri"/>
              <a:cs typeface="Calibri"/>
            </a:endParaRPr>
          </a:p>
          <a:p>
            <a:pPr algn="l">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36~57  나머지 원본: 소개, 전체 지도, DP 구조와 QA 상세</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7" name="v2-467-appendix-preserved">
            <a:extLst>
              <a:ext uri="{FF2B5EF4-FFF2-40B4-BE49-F238E27FC236}">
                <ns2:creationId id="{A4AE8FC0-8254-4B53-8BE6-B7E9E1E071EA}"/>
              </a:ext>
            </a:extLst>
          </p:cNvPr>
          <p:cNvSpPr>
            <a:spLocks noGrp="1"/>
          </p:cNvSpPr>
          <p:nvPr/>
        </p:nvSpPr>
        <p:spPr>
          <a:xfrm>
            <a:off x="495300" y="7096125"/>
            <a:ext cx="17297400" cy="1457325"/>
          </a:xfrm>
          <a:prstGeom prst="rect">
            <a:avLst/>
          </a:prstGeom>
          <a:noFill/>
          <a:ln w="0">
            <a:noFill/>
          </a:ln>
        </p:spPr>
        <p:txBody>
          <a:bodyPr wrap="none" lIns="0" tIns="0" rIns="0" bIns="0" anchor="ctr">
            <a:noAutofit/>
          </a:bodyPr>
          <a:lstStyle/>
          <a:p>
            <a:pPr algn="l">
              <a:buNone/>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원본 32장의 편집 가능한 개체, 표와 발표자 노트를 모두 보존했습니다.</a:t>
            </a:r>
            <a:endParaRPr lang="ko-KR">
              <a:solidFill>
                <a:srgbClr val="000000"/>
              </a:solidFill>
              <a:latin typeface="Calibri"/>
              <a:ea typeface="Calibri"/>
              <a:cs typeface="Calibri"/>
            </a:endParaRPr>
          </a:p>
          <a:p>
            <a:pPr algn="l">
              <a:buNone/>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58~61  v2 배경 보존 · 62~63  주요 DP에서 제외한 41의 기존 배경과 비교</a:t>
            </a:r>
            <a:endParaRPr lang="ko-KR">
              <a:solidFill>
                <a:srgbClr val="000000"/>
              </a:solidFill>
              <a:latin typeface="Calibri"/>
              <a:ea typeface="Calibri"/>
              <a:cs typeface="Calibri"/>
            </a:endParaRPr>
          </a:p>
        </p:txBody>
      </p:sp>
      <p:sp>
        <p:nvSpPr>
          <p:cNvPr id="8" name="v2-468-note">
            <a:extLst>
              <a:ext uri="{FF2B5EF4-FFF2-40B4-BE49-F238E27FC236}">
                <ns2:creationId id="{6A1F24CB-30FC-441A-B4CA-CD8B17C5B73E}"/>
              </a:ext>
            </a:extLst>
          </p:cNvPr>
          <p:cNvSpPr>
            <a:spLocks noGrp="1"/>
          </p:cNvSpPr>
          <p:nvPr/>
        </p:nvSpPr>
        <p:spPr>
          <a:xfrm>
            <a:off x="495300" y="9486900"/>
            <a:ext cx="17297400" cy="43815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부록의 화면에 남아 있는 옛 번호/제목은 원본 자료의 표기입니다. 현재 슬라이드 위치는 README와 manifest에서 확인할 수 있습니다.</a:t>
            </a:r>
            <a:endParaRPr lang="ko-KR">
              <a:solidFill>
                <a:srgbClr val="000000"/>
              </a:solidFill>
              <a:latin typeface="Calibri"/>
              <a:ea typeface="Calibri"/>
              <a:cs typeface="Calibri"/>
            </a:endParaRPr>
          </a:p>
        </p:txBody>
      </p:sp>
      <p:sp>
        <p:nvSpPr>
          <p:cNvPr id="9" name="v6-header-title">
            <a:extLst>
              <a:ext uri="{FF2B5EF4-FFF2-40B4-BE49-F238E27FC236}">
                <ns2:creationId id="{B43EABE9-25D2-4471-AD21-697F8DC5BFF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Appendix</a:t>
            </a:r>
            <a:endParaRPr lang="ko-KR">
              <a:latin typeface="Calibri"/>
              <a:ea typeface="Calibri"/>
              <a:cs typeface="Calibri"/>
            </a:endParaRPr>
          </a:p>
        </p:txBody>
      </p:sp>
      <p:sp>
        <p:nvSpPr>
          <p:cNvPr id="10" name="v6-header-rule">
            <a:extLst>
              <a:ext uri="{FF2B5EF4-FFF2-40B4-BE49-F238E27FC236}">
                <ns2:creationId id="{6715EBBC-63C6-4893-9944-726CB39CA762}"/>
              </a:ext>
            </a:extLst>
          </p:cNvPr>
          <p:cNvSpPr>
            <a:spLocks noGrp="1"/>
          </p:cNvSpPr>
          <p:nvPr/>
        </p:nvSpPr>
        <p:spPr>
          <a:xfrm>
            <a:off x="495300" y="990600"/>
            <a:ext cx="17335500" cy="0"/>
          </a:xfrm>
          <a:prstGeom prst="line">
            <a:avLst/>
          </a:prstGeom>
          <a:noFill/>
          <a:ln w="19050">
            <a:solidFill>
              <a:srgbClr val="A6A6A6"/>
            </a:solidFill>
          </a:ln>
        </p:spPr>
      </p:sp>
      <p:sp>
        <p:nvSpPr>
          <p:cNvPr id="11" name="v6-header-stage-0">
            <a:extLst>
              <a:ext uri="{FF2B5EF4-FFF2-40B4-BE49-F238E27FC236}">
                <ns2:creationId id="{7307A11F-B922-4E61-9FA5-05429BD8DAB1}"/>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2" name="v6-header-stage-1">
            <a:extLst>
              <a:ext uri="{FF2B5EF4-FFF2-40B4-BE49-F238E27FC236}">
                <ns2:creationId id="{68510B6E-C7D4-4A44-BB7F-8E2E102338E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 name="v6-header-stage-2">
            <a:extLst>
              <a:ext uri="{FF2B5EF4-FFF2-40B4-BE49-F238E27FC236}">
                <ns2:creationId id="{4F602726-7F4B-41BF-A81E-74FA53CF7F7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 name="v6-header-stage-3">
            <a:extLst>
              <a:ext uri="{FF2B5EF4-FFF2-40B4-BE49-F238E27FC236}">
                <ns2:creationId id="{5B0CC664-7D61-4FEE-8BD7-EC76ED8BBDF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5" name="v6-header-stage-4">
            <a:extLst>
              <a:ext uri="{FF2B5EF4-FFF2-40B4-BE49-F238E27FC236}">
                <ns2:creationId id="{AB9B71CB-4D2E-4E22-8CDD-C6FFF077E659}"/>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6" name="v6-header-page">
            <a:extLst>
              <a:ext uri="{FF2B5EF4-FFF2-40B4-BE49-F238E27FC236}">
                <ns2:creationId id="{5CC330E4-415A-4202-9D5E-AAEEC3B6461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25 / 63</a:t>
            </a:r>
            <a:endParaRPr lang="ko-KR">
              <a:latin typeface="Calibri"/>
              <a:ea typeface="Calibri"/>
              <a:cs typeface="Calibri"/>
            </a:endParaRPr>
          </a:p>
        </p:txBody>
      </p:sp>
    </p:spTree>
    <p:extLst>
      <p:ext uri="{BB962C8B-B14F-4D97-AF65-F5344CB8AC3E}">
        <p14:creationId val="1854011846"/>
      </p:ext>
    </p:extLst>
  </p:cSld>
</p:sld>
</file>

<file path=ppt/slides/slide58.xml><?xml version="1.0" encoding="utf-8"?>
<p:sld xmlns:a="http://schemas.openxmlformats.org/drawingml/2006/main" xmlns:ns2="http://schemas.microsoft.com/office/drawing/2014/main" xmlns:p="http://schemas.openxmlformats.org/presentationml/2006/main" xmlns:p14="http://schemas.microsoft.com/office/powerpoint/2010/main">
  <p:cSld name="dp41-background-v3">
    <p:bg>
      <p:bgPr>
        <a:solidFill>
          <a:srgbClr val="FFFFFF"/>
        </a:solidFill>
      </p:bgPr>
    </p:bg>
    <p:spTree>
      <p:nvGrpSpPr>
        <p:cNvPr id="1" name=""/>
        <p:cNvGrpSpPr/>
        <p:nvPr/>
      </p:nvGrpSpPr>
      <p:grpSpPr>
        <a:xfrm/>
      </p:grpSpPr>
      <p:sp>
        <p:nvSpPr>
          <p:cNvPr id="5" name="bg-4-text">
            <a:extLst>
              <a:ext uri="{FF2B5EF4-FFF2-40B4-BE49-F238E27FC236}">
                <ns2:creationId id="{CD27A99F-F2A0-409A-9F7E-F2817EACDA7B}"/>
              </a:ext>
            </a:extLst>
          </p:cNvPr>
          <p:cNvSpPr>
            <a:spLocks noGrp="1"/>
          </p:cNvSpPr>
          <p:nvPr/>
        </p:nvSpPr>
        <p:spPr>
          <a:xfrm>
            <a:off x="495300" y="1562100"/>
            <a:ext cx="17297400" cy="11049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“매출 자료를 아까 보고서에 넣고,</a:t>
            </a:r>
            <a:endParaRPr lang="ko-KR">
              <a:solidFill>
                <a:srgbClr val="000000"/>
              </a:solidFill>
              <a:latin typeface="Calibri"/>
              <a:ea typeface="Calibri"/>
              <a:cs typeface="Calibri"/>
            </a:endParaRPr>
          </a:p>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메일은 보내지 말고 보고서 결과로 초안만 만들어줘.”</a:t>
            </a:r>
            <a:endParaRPr lang="ko-KR">
              <a:solidFill>
                <a:srgbClr val="000000"/>
              </a:solidFill>
              <a:latin typeface="Calibri"/>
              <a:ea typeface="Calibri"/>
              <a:cs typeface="Calibri"/>
            </a:endParaRPr>
          </a:p>
        </p:txBody>
      </p:sp>
      <p:graphicFrame>
        <p:nvGraphicFramePr>
          <p:cNvPr id="18" name=""/>
          <p:cNvGraphicFramePr/>
          <p:nvPr/>
        </p:nvGraphicFramePr>
        <p:xfrm>
          <a:off x="495300" y="3067050"/>
          <a:ext cx="17297400" cy="4048125"/>
        </p:xfrm>
        <a:graphic>
          <a:graphicData uri="http://schemas.openxmlformats.org/drawingml/2006/table">
            <a:tbl>
              <a:tblPr/>
              <a:tblGrid>
                <a:gridCol w="3924300"/>
                <a:gridCol w="5981700"/>
                <a:gridCol w="7391400"/>
              </a:tblGrid>
              <a:tr h="57150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말 속 표현</a:t>
                      </a:r>
                      <a:endParaRPr lang="ko-KR">
                        <a:solidFill>
                          <a:srgbClr val="000000"/>
                        </a:solidFill>
                        <a:latin typeface="Calibri"/>
                        <a:ea typeface="Calibri"/>
                        <a:cs typeface="Calibri"/>
                      </a:endParaRPr>
                    </a:p>
                  </a:txBody>
                  <a:tcPr marL="152400" marR="1143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읽어서 확인할 근거</a:t>
                      </a:r>
                      <a:endParaRPr lang="ko-KR">
                        <a:solidFill>
                          <a:srgbClr val="000000"/>
                        </a:solidFill>
                        <a:latin typeface="Calibri"/>
                        <a:ea typeface="Calibri"/>
                        <a:cs typeface="Calibri"/>
                      </a:endParaRPr>
                    </a:p>
                  </a:txBody>
                  <a:tcPr marL="152400" marR="1143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VIA가 완성할 요청 의미</a:t>
                      </a:r>
                      <a:endParaRPr lang="ko-KR">
                        <a:solidFill>
                          <a:srgbClr val="000000"/>
                        </a:solidFill>
                        <a:latin typeface="Calibri"/>
                        <a:ea typeface="Calibri"/>
                        <a:cs typeface="Calibri"/>
                      </a:endParaRPr>
                    </a:p>
                  </a:txBody>
                  <a:tcPr marL="152400" marR="114300" marT="47625" marB="47625" anchor="ctr">
                    <a:solidFill>
                      <a:srgbClr val="C6E0B4"/>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이번 자료</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앞선 자료 참조와 대화 기록</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사용할 자료와 근거 연결</a:t>
                      </a:r>
                      <a:endParaRPr lang="ko-KR">
                        <a:solidFill>
                          <a:srgbClr val="000000"/>
                        </a:solidFill>
                        <a:latin typeface="Calibri"/>
                        <a:ea typeface="Calibri"/>
                        <a:cs typeface="Calibri"/>
                      </a:endParaRPr>
                    </a:p>
                  </a:txBody>
                  <a:tcPr marL="152400" marR="114300" marT="47625" marB="47625" anchor="ctr">
                    <a:solidFill>
                      <a:srgbClr val="FFFFFF"/>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이전 요청과 현재 업무 상태</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수정할 보고서 업무 연결</a:t>
                      </a:r>
                      <a:endParaRPr lang="ko-KR">
                        <a:solidFill>
                          <a:srgbClr val="000000"/>
                        </a:solidFill>
                        <a:latin typeface="Calibri"/>
                        <a:ea typeface="Calibri"/>
                        <a:cs typeface="Calibri"/>
                      </a:endParaRPr>
                    </a:p>
                  </a:txBody>
                  <a:tcPr marL="152400" marR="114300" marT="47625" marB="47625" anchor="ctr">
                    <a:solidFill>
                      <a:srgbClr val="FFFFFF"/>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보고서 결과로</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두 요청의 순서와 데이터 관계</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보고서 결과와 메일 초안의 의존 관계</a:t>
                      </a:r>
                      <a:endParaRPr lang="ko-KR">
                        <a:solidFill>
                          <a:srgbClr val="000000"/>
                        </a:solidFill>
                        <a:latin typeface="Calibri"/>
                        <a:ea typeface="Calibri"/>
                        <a:cs typeface="Calibri"/>
                      </a:endParaRPr>
                    </a:p>
                  </a:txBody>
                  <a:tcPr marL="152400" marR="114300" marT="47625" marB="47625" anchor="ctr">
                    <a:solidFill>
                      <a:srgbClr val="FFFFFF"/>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보내지 말고, 초안만</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이번 지시와 유지해야 할 조건</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메일 발송 제외 조건 유지</a:t>
                      </a:r>
                      <a:endParaRPr lang="ko-KR">
                        <a:solidFill>
                          <a:srgbClr val="000000"/>
                        </a:solidFill>
                        <a:latin typeface="Calibri"/>
                        <a:ea typeface="Calibri"/>
                        <a:cs typeface="Calibri"/>
                      </a:endParaRPr>
                    </a:p>
                  </a:txBody>
                  <a:tcPr marL="152400" marR="114300" marT="47625" marB="47625" anchor="ctr">
                    <a:solidFill>
                      <a:srgbClr val="FFFFFF"/>
                    </a:solidFill>
                  </a:tcPr>
                </a:tc>
              </a:tr>
            </a:tbl>
          </a:graphicData>
        </a:graphic>
      </p:graphicFrame>
      <p:sp>
        <p:nvSpPr>
          <p:cNvPr id="7" name="bg-5-text">
            <a:extLst>
              <a:ext uri="{FF2B5EF4-FFF2-40B4-BE49-F238E27FC236}">
                <ns2:creationId id="{126C485B-A348-4301-939F-BEA2FE006E01}"/>
              </a:ext>
            </a:extLst>
          </p:cNvPr>
          <p:cNvSpPr>
            <a:spLocks noGrp="1"/>
          </p:cNvSpPr>
          <p:nvPr/>
        </p:nvSpPr>
        <p:spPr>
          <a:xfrm>
            <a:off x="495300" y="7429500"/>
            <a:ext cx="17297400" cy="476250"/>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조회 결과에 따라 뜻이 달라지고, 바뀐 뜻에 따라 다음에 읽을 자료도 달라집니다.</a:t>
            </a:r>
            <a:endParaRPr lang="ko-KR">
              <a:solidFill>
                <a:srgbClr val="000000"/>
              </a:solidFill>
              <a:latin typeface="Calibri"/>
              <a:ea typeface="Calibri"/>
              <a:cs typeface="Calibri"/>
            </a:endParaRPr>
          </a:p>
        </p:txBody>
      </p:sp>
      <p:sp>
        <p:nvSpPr>
          <p:cNvPr id="8" name="bg-6-text">
            <a:extLst>
              <a:ext uri="{FF2B5EF4-FFF2-40B4-BE49-F238E27FC236}">
                <ns2:creationId id="{CA2EEB4B-CAE5-42AF-A54C-1AFB37515F61}"/>
              </a:ext>
            </a:extLst>
          </p:cNvPr>
          <p:cNvSpPr>
            <a:spLocks noGrp="1"/>
          </p:cNvSpPr>
          <p:nvPr/>
        </p:nvSpPr>
        <p:spPr>
          <a:xfrm>
            <a:off x="495300" y="7981950"/>
            <a:ext cx="17297400" cy="3333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업무 연결이나 조건이 모호하면 확인합니다. VIA는 요청 의미를 연결하고, 실제 작성과 수정은 Downstream Agent가 실행합니다.</a:t>
            </a:r>
            <a:endParaRPr lang="ko-KR">
              <a:solidFill>
                <a:srgbClr val="000000"/>
              </a:solidFill>
              <a:latin typeface="Calibri"/>
              <a:ea typeface="Calibri"/>
              <a:cs typeface="Calibri"/>
            </a:endParaRPr>
          </a:p>
        </p:txBody>
      </p:sp>
      <p:sp>
        <p:nvSpPr>
          <p:cNvPr id="9" name="bg-7-footer-rule">
            <a:extLst>
              <a:ext uri="{FF2B5EF4-FFF2-40B4-BE49-F238E27FC236}">
                <ns2:creationId id="{79C91D98-FF9B-4D96-8D9F-2E865473EDD9}"/>
              </a:ext>
            </a:extLst>
          </p:cNvPr>
          <p:cNvSpPr>
            <a:spLocks noGrp="1"/>
          </p:cNvSpPr>
          <p:nvPr/>
        </p:nvSpPr>
        <p:spPr>
          <a:xfrm>
            <a:off x="495300" y="8477250"/>
            <a:ext cx="17297400" cy="9525"/>
          </a:xfrm>
          <a:custGeom>
            <a:pathLst>
              <a:path w="17297400" h="9525">
                <a:moveTo>
                  <a:pt x="0" y="0"/>
                </a:moveTo>
                <a:lnTo>
                  <a:pt x="17297400" y="0"/>
                </a:lnTo>
              </a:path>
            </a:pathLst>
          </a:custGeom>
          <a:noFill/>
          <a:ln w="19050">
            <a:solidFill>
              <a:srgbClr val="BCCAD2"/>
            </a:solidFill>
            <a:prstDash val="solid"/>
          </a:ln>
        </p:spPr>
      </p:sp>
      <p:sp>
        <p:nvSpPr>
          <p:cNvPr id="10" name="bg-8-text">
            <a:extLst>
              <a:ext uri="{FF2B5EF4-FFF2-40B4-BE49-F238E27FC236}">
                <ns2:creationId id="{026104B8-ED9B-4A53-B7F4-04F71CC740D2}"/>
              </a:ext>
            </a:extLst>
          </p:cNvPr>
          <p:cNvSpPr>
            <a:spLocks noGrp="1"/>
          </p:cNvSpPr>
          <p:nvPr/>
        </p:nvSpPr>
        <p:spPr>
          <a:xfrm>
            <a:off x="495300" y="8686800"/>
            <a:ext cx="2047875" cy="495300"/>
          </a:xfrm>
          <a:prstGeom prst="rect">
            <a:avLst/>
          </a:prstGeom>
          <a:noFill/>
          <a:ln w="0">
            <a:noFill/>
          </a:ln>
        </p:spPr>
        <p:txBody>
          <a:bodyPr wrap="none" lIns="0" tIns="0" rIns="0" bIns="0" anchor="ctr">
            <a:noAutofit/>
          </a:body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설계 질문</a:t>
            </a:r>
            <a:endParaRPr lang="ko-KR">
              <a:solidFill>
                <a:srgbClr val="C00000"/>
              </a:solidFill>
              <a:latin typeface="Calibri"/>
              <a:ea typeface="Calibri"/>
              <a:cs typeface="Calibri"/>
            </a:endParaRPr>
          </a:p>
        </p:txBody>
      </p:sp>
      <p:sp>
        <p:nvSpPr>
          <p:cNvPr id="11" name="bg-9-text">
            <a:extLst>
              <a:ext uri="{FF2B5EF4-FFF2-40B4-BE49-F238E27FC236}">
                <ns2:creationId id="{2EB91C3B-EB09-4C8E-89E6-584890B2D329}"/>
              </a:ext>
            </a:extLst>
          </p:cNvPr>
          <p:cNvSpPr>
            <a:spLocks noGrp="1"/>
          </p:cNvSpPr>
          <p:nvPr/>
        </p:nvSpPr>
        <p:spPr>
          <a:xfrm>
            <a:off x="2667000" y="8686800"/>
            <a:ext cx="15125700"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조회와 정정이 반복되어도, 요청의 적용 범위, 순서와 조건을 어떻게 정확히 확정할까?</a:t>
            </a:r>
            <a:endParaRPr lang="ko-KR">
              <a:solidFill>
                <a:srgbClr val="000000"/>
              </a:solidFill>
              <a:latin typeface="Calibri"/>
              <a:ea typeface="Calibri"/>
              <a:cs typeface="Calibri"/>
            </a:endParaRPr>
          </a:p>
        </p:txBody>
      </p:sp>
      <p:sp>
        <p:nvSpPr>
          <p:cNvPr id="12" name="bg-10-text">
            <a:extLst>
              <a:ext uri="{FF2B5EF4-FFF2-40B4-BE49-F238E27FC236}">
                <ns2:creationId id="{65F831DE-ED19-4988-9FCE-D2EB2C9A0A5C}"/>
              </a:ext>
            </a:extLst>
          </p:cNvPr>
          <p:cNvSpPr>
            <a:spLocks noGrp="1"/>
          </p:cNvSpPr>
          <p:nvPr/>
        </p:nvSpPr>
        <p:spPr>
          <a:xfrm>
            <a:off x="495300" y="9467850"/>
            <a:ext cx="17297400" cy="44767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해석이 바뀌어도 이미 정한 조건을 보존하고, 추가 조회와 재해석에 드는 시간과 비용을 관리해야 합니다.</a:t>
            </a:r>
            <a:endParaRPr lang="ko-KR">
              <a:solidFill>
                <a:srgbClr val="000000"/>
              </a:solidFill>
              <a:latin typeface="Calibri"/>
              <a:ea typeface="Calibri"/>
              <a:cs typeface="Calibri"/>
            </a:endParaRPr>
          </a:p>
        </p:txBody>
      </p:sp>
      <p:sp>
        <p:nvSpPr>
          <p:cNvPr id="19" name="v6-header-title">
            <a:extLst>
              <a:ext uri="{FF2B5EF4-FFF2-40B4-BE49-F238E27FC236}">
                <ns2:creationId id="{4E89C658-F6E0-4173-B09F-9420166E41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해석의 진행 책임 (배경)</a:t>
            </a:r>
            <a:endParaRPr lang="ko-KR">
              <a:latin typeface="Calibri"/>
              <a:ea typeface="Calibri"/>
              <a:cs typeface="Calibri"/>
            </a:endParaRPr>
          </a:p>
        </p:txBody>
      </p:sp>
      <p:sp>
        <p:nvSpPr>
          <p:cNvPr id="20" name="v6-header-rule">
            <a:extLst>
              <a:ext uri="{FF2B5EF4-FFF2-40B4-BE49-F238E27FC236}">
                <ns2:creationId id="{2146B3E7-926C-46D9-8BEA-340FE6F4EA7E}"/>
              </a:ext>
            </a:extLst>
          </p:cNvPr>
          <p:cNvSpPr>
            <a:spLocks noGrp="1"/>
          </p:cNvSpPr>
          <p:nvPr/>
        </p:nvSpPr>
        <p:spPr>
          <a:xfrm>
            <a:off x="495300" y="990600"/>
            <a:ext cx="17335500" cy="0"/>
          </a:xfrm>
          <a:prstGeom prst="line">
            <a:avLst/>
          </a:prstGeom>
          <a:noFill/>
          <a:ln w="19050">
            <a:solidFill>
              <a:srgbClr val="A6A6A6"/>
            </a:solidFill>
          </a:ln>
        </p:spPr>
      </p:sp>
      <p:sp xmlns:a="http://schemas.openxmlformats.org/drawingml/2006/main" xmlns:ns2="http://schemas.microsoft.com/office/drawing/2014/main" xmlns:p="http://schemas.openxmlformats.org/presentationml/2006/main">
        <p:nvSpPr>
          <p:cNvPr id="21" name="v6-header-stage-0">
            <a:extLst>
              <a:ext uri="{FF2B5EF4-FFF2-40B4-BE49-F238E27FC236}">
                <ns2:creationId id="{AFB6EB32-F682-4DA3-9213-EE73262C57A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2" name="v6-header-stage-1">
            <a:extLst>
              <a:ext uri="{FF2B5EF4-FFF2-40B4-BE49-F238E27FC236}">
                <ns2:creationId id="{882C9F7D-CD92-43C4-B56A-7356568811D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stage-2">
            <a:extLst>
              <a:ext uri="{FF2B5EF4-FFF2-40B4-BE49-F238E27FC236}">
                <ns2:creationId id="{649745CF-4220-40FF-9744-2D3EBCFCF0E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4" name="v6-header-stage-3">
            <a:extLst>
              <a:ext uri="{FF2B5EF4-FFF2-40B4-BE49-F238E27FC236}">
                <ns2:creationId id="{B2F3559A-7BD6-41F9-932B-1F9A05B0B71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5" name="v6-header-stage-4">
            <a:extLst>
              <a:ext uri="{FF2B5EF4-FFF2-40B4-BE49-F238E27FC236}">
                <ns2:creationId id="{5E87C75A-9CA6-43D5-B2FB-FE5EF0FC7EC9}"/>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6" name="v6-header-page">
            <a:extLst>
              <a:ext uri="{FF2B5EF4-FFF2-40B4-BE49-F238E27FC236}">
                <ns2:creationId id="{63BB5DD1-6449-4A9D-8A6B-AF8A3F24DED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62 / 63</a:t>
            </a:r>
            <a:endParaRPr lang="ko-KR">
              <a:latin typeface="Calibri"/>
              <a:ea typeface="Calibri"/>
              <a:cs typeface="Calibri"/>
            </a:endParaRPr>
          </a:p>
        </p:txBody>
      </p:sp>
    </p:spTree>
    <p:extLst>
      <p:ext uri="{BB962C8B-B14F-4D97-AF65-F5344CB8AC3E}">
        <p14:creationId val="2083173363"/>
      </p:ext>
    </p:extLst>
  </p:cSld>
</p:sld>
</file>

<file path=ppt/slides/slide59.xml><?xml version="1.0" encoding="utf-8"?>
<p:sld xmlns:a="http://schemas.openxmlformats.org/drawingml/2006/main" xmlns:ns2="http://schemas.microsoft.com/office/drawing/2014/main" xmlns:p="http://schemas.openxmlformats.org/presentationml/2006/main" xmlns:p14="http://schemas.microsoft.com/office/powerpoint/2010/main">
  <p:cSld name="dp44-background-v3">
    <p:bg>
      <p:bgPr>
        <a:solidFill>
          <a:srgbClr val="FFFFFF"/>
        </a:solidFill>
      </p:bgPr>
    </p:bg>
    <p:spTree>
      <p:nvGrpSpPr>
        <p:cNvPr id="2" name=""/>
        <p:cNvGrpSpPr/>
        <p:nvPr/>
      </p:nvGrpSpPr>
      <p:grpSpPr>
        <a:xfrm/>
      </p:grpSpPr>
      <p:sp>
        <p:nvSpPr>
          <p:cNvPr id="3" name="dp44-background-1">
            <a:extLst>
              <a:ext uri="{FF2B5EF4-FFF2-40B4-BE49-F238E27FC236}">
                <ns2:creationId id="{CE8DDC05-2570-4FF8-A762-7DBA10453F27}"/>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정정과 업무 알림이 겹치는 대화</a:t>
            </a:r>
            <a:endParaRPr lang="ko-KR">
              <a:latin typeface="Calibri"/>
              <a:ea typeface="Calibri"/>
              <a:cs typeface="Calibri"/>
            </a:endParaRPr>
          </a:p>
        </p:txBody>
      </p:sp>
      <p:sp>
        <p:nvSpPr>
          <p:cNvPr id="4" name="dp44-background-2">
            <a:extLst>
              <a:ext uri="{FF2B5EF4-FFF2-40B4-BE49-F238E27FC236}">
                <ns2:creationId id="{07C54372-54B4-404C-92A5-335C34622406}"/>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4-background-3">
            <a:extLst>
              <a:ext uri="{FF2B5EF4-FFF2-40B4-BE49-F238E27FC236}">
                <ns2:creationId id="{DAB96BBB-B5B7-4075-9B0A-FDF815C96640}"/>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4-background-4">
            <a:extLst>
              <a:ext uri="{FF2B5EF4-FFF2-40B4-BE49-F238E27FC236}">
                <ns2:creationId id="{7398CA94-67A3-40D8-B0E5-DFF6483582D2}"/>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4-background-5">
            <a:extLst>
              <a:ext uri="{FF2B5EF4-FFF2-40B4-BE49-F238E27FC236}">
                <ns2:creationId id="{65D75D40-4B52-452E-AC53-CA1C5FE5ABBE}"/>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 여러 Agent가 보내는 입력·질문·결과를</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통제를 유지하며 어떻게 처리할까?</a:t>
            </a:r>
            <a:endParaRPr lang="ko-KR">
              <a:latin typeface="Calibri"/>
              <a:ea typeface="Calibri"/>
              <a:cs typeface="Calibri"/>
            </a:endParaRPr>
          </a:p>
        </p:txBody>
      </p:sp>
      <p:sp>
        <p:nvSpPr>
          <p:cNvPr id="8" name="dp44-background-6">
            <a:extLst>
              <a:ext uri="{FF2B5EF4-FFF2-40B4-BE49-F238E27FC236}">
                <ns2:creationId id="{088AA821-7A7A-40B5-AA61-CF33DF52A12C}"/>
              </a:ext>
            </a:extLst>
          </p:cNvPr>
          <p:cNvSpPr>
            <a:spLocks noGrp="1"/>
          </p:cNvSpPr>
          <p:nvPr/>
        </p:nvSpPr>
        <p:spPr>
          <a:xfrm>
            <a:off x="495300" y="1438275"/>
            <a:ext cx="17297400" cy="5524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VIA가 보고서를 설명하는 동안, 사용자는 “잠깐, 표부터 설명해줘”라고 고칩니다.</a:t>
            </a:r>
            <a:endParaRPr lang="ko-KR">
              <a:latin typeface="Calibri"/>
              <a:ea typeface="Calibri"/>
              <a:cs typeface="Calibri"/>
            </a:endParaRPr>
          </a:p>
        </p:txBody>
      </p:sp>
      <p:sp>
        <p:nvSpPr>
          <p:cNvPr id="9" name="dp44-background-7">
            <a:extLst>
              <a:ext uri="{FF2B5EF4-FFF2-40B4-BE49-F238E27FC236}">
                <ns2:creationId id="{7DB326D6-F9FC-4B8B-B8A0-D8AECC1E9889}"/>
              </a:ext>
            </a:extLst>
          </p:cNvPr>
          <p:cNvSpPr>
            <a:spLocks noGrp="1"/>
          </p:cNvSpPr>
          <p:nvPr/>
        </p:nvSpPr>
        <p:spPr>
          <a:xfrm>
            <a:off x="495300" y="2066925"/>
            <a:ext cx="17297400" cy="457200"/>
          </a:xfrm>
          <a:prstGeom prst="rect">
            <a:avLst/>
          </a:prstGeom>
          <a:noFill/>
          <a:ln w="0">
            <a:noFill/>
          </a:ln>
        </p:spPr>
        <p:txBody>
          <a:bodyPr wrap="none" lIns="0" tIns="0" rIns="0" bIns="0" anchor="ctr">
            <a:noAutofit/>
          </a:bodyPr>
          <a:lstStyle>
            <a:defPPr algn="l">
              <a:defRPr sz="2300" b="0" lang="ko-KR">
                <a:solidFill>
                  <a:srgbClr val="000000"/>
                </a:solidFill>
                <a:latin typeface="Calibri"/>
                <a:ea typeface="Calibri"/>
                <a:cs typeface="Calibri"/>
              </a:defRPr>
            </a:defP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그 사이 메일 업무의 질문이 오고, 정정 전 답변도 뒤늦게 준비됩니다.</a:t>
            </a:r>
            <a:endParaRPr lang="ko-KR">
              <a:latin typeface="Calibri"/>
              <a:ea typeface="Calibri"/>
              <a:cs typeface="Calibri"/>
            </a:endParaRPr>
          </a:p>
        </p:txBody>
      </p:sp>
      <p:sp>
        <p:nvSpPr>
          <p:cNvPr id="10" name="dp44-background-8">
            <a:extLst>
              <a:ext uri="{FF2B5EF4-FFF2-40B4-BE49-F238E27FC236}">
                <ns2:creationId id="{7818BEFE-AAEB-45A6-BD3E-6969B20C9029}"/>
              </a:ext>
            </a:extLst>
          </p:cNvPr>
          <p:cNvSpPr>
            <a:spLocks noGrp="1"/>
          </p:cNvSpPr>
          <p:nvPr/>
        </p:nvSpPr>
        <p:spPr>
          <a:xfrm>
            <a:off x="495300" y="31146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a:t>
            </a:r>
            <a:endParaRPr lang="ko-KR">
              <a:latin typeface="Calibri"/>
              <a:ea typeface="Calibri"/>
              <a:cs typeface="Calibri"/>
            </a:endParaRPr>
          </a:p>
        </p:txBody>
      </p:sp>
      <p:sp>
        <p:nvSpPr>
          <p:cNvPr id="11" name="dp44-background-9">
            <a:extLst>
              <a:ext uri="{FF2B5EF4-FFF2-40B4-BE49-F238E27FC236}">
                <ns2:creationId id="{E71AB901-C2F5-4080-B1C7-C6F23F96960F}"/>
              </a:ext>
            </a:extLst>
          </p:cNvPr>
          <p:cNvSpPr>
            <a:spLocks noGrp="1"/>
          </p:cNvSpPr>
          <p:nvPr/>
        </p:nvSpPr>
        <p:spPr>
          <a:xfrm>
            <a:off x="3286125" y="3333750"/>
            <a:ext cx="14335125" cy="9525"/>
          </a:xfrm>
          <a:custGeom>
            <a:pathLst>
              <a:path w="14335125" h="9525">
                <a:moveTo>
                  <a:pt x="0" y="0"/>
                </a:moveTo>
                <a:lnTo>
                  <a:pt x="14335125" y="0"/>
                </a:lnTo>
              </a:path>
            </a:pathLst>
          </a:custGeom>
          <a:noFill/>
          <a:ln w="13335">
            <a:solidFill>
              <a:srgbClr val="D0D0D0"/>
            </a:solidFill>
            <a:prstDash val="dash"/>
          </a:ln>
        </p:spPr>
      </p:sp>
      <p:sp>
        <p:nvSpPr>
          <p:cNvPr id="12" name="dp44-background-10">
            <a:extLst>
              <a:ext uri="{FF2B5EF4-FFF2-40B4-BE49-F238E27FC236}">
                <ns2:creationId id="{162F237B-0865-4583-A426-4F1D134FE523}"/>
              </a:ext>
            </a:extLst>
          </p:cNvPr>
          <p:cNvSpPr>
            <a:spLocks noGrp="1"/>
          </p:cNvSpPr>
          <p:nvPr/>
        </p:nvSpPr>
        <p:spPr>
          <a:xfrm>
            <a:off x="495300" y="39528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VIA 설명</a:t>
            </a:r>
            <a:endParaRPr lang="ko-KR">
              <a:latin typeface="Calibri"/>
              <a:ea typeface="Calibri"/>
              <a:cs typeface="Calibri"/>
            </a:endParaRPr>
          </a:p>
        </p:txBody>
      </p:sp>
      <p:sp>
        <p:nvSpPr>
          <p:cNvPr id="13" name="dp44-background-11">
            <a:extLst>
              <a:ext uri="{FF2B5EF4-FFF2-40B4-BE49-F238E27FC236}">
                <ns2:creationId id="{8966E8DE-ECDB-463D-971E-BB850FBB5011}"/>
              </a:ext>
            </a:extLst>
          </p:cNvPr>
          <p:cNvSpPr>
            <a:spLocks noGrp="1"/>
          </p:cNvSpPr>
          <p:nvPr/>
        </p:nvSpPr>
        <p:spPr>
          <a:xfrm>
            <a:off x="3286125" y="4171950"/>
            <a:ext cx="3667125" cy="9525"/>
          </a:xfrm>
          <a:custGeom>
            <a:pathLst>
              <a:path w="3667125" h="9525">
                <a:moveTo>
                  <a:pt x="0" y="0"/>
                </a:moveTo>
                <a:lnTo>
                  <a:pt x="3667125" y="0"/>
                </a:lnTo>
              </a:path>
            </a:pathLst>
          </a:custGeom>
          <a:noFill/>
          <a:ln w="13335">
            <a:solidFill>
              <a:srgbClr val="D0D0D0"/>
            </a:solidFill>
            <a:prstDash val="dash"/>
          </a:ln>
        </p:spPr>
      </p:sp>
      <p:sp>
        <p:nvSpPr>
          <p:cNvPr id="14" name="dp44-background-12">
            <a:extLst>
              <a:ext uri="{FF2B5EF4-FFF2-40B4-BE49-F238E27FC236}">
                <ns2:creationId id="{4ACEFA62-5854-40BB-ACC5-A4B8CFD37041}"/>
              </a:ext>
            </a:extLst>
          </p:cNvPr>
          <p:cNvSpPr>
            <a:spLocks noGrp="1"/>
          </p:cNvSpPr>
          <p:nvPr/>
        </p:nvSpPr>
        <p:spPr>
          <a:xfrm>
            <a:off x="495300" y="500062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a:t>
            </a:r>
            <a:endParaRPr lang="ko-KR">
              <a:latin typeface="Calibri"/>
              <a:ea typeface="Calibri"/>
              <a:cs typeface="Calibri"/>
            </a:endParaRPr>
          </a:p>
        </p:txBody>
      </p:sp>
      <p:sp>
        <p:nvSpPr>
          <p:cNvPr id="15" name="dp44-background-13">
            <a:extLst>
              <a:ext uri="{FF2B5EF4-FFF2-40B4-BE49-F238E27FC236}">
                <ns2:creationId id="{3F065FA2-0888-4052-A7E3-5D5B776AF512}"/>
              </a:ext>
            </a:extLst>
          </p:cNvPr>
          <p:cNvSpPr>
            <a:spLocks noGrp="1"/>
          </p:cNvSpPr>
          <p:nvPr/>
        </p:nvSpPr>
        <p:spPr>
          <a:xfrm>
            <a:off x="3286125" y="5219700"/>
            <a:ext cx="5381625" cy="9525"/>
          </a:xfrm>
          <a:custGeom>
            <a:pathLst>
              <a:path w="5381625" h="9525">
                <a:moveTo>
                  <a:pt x="0" y="0"/>
                </a:moveTo>
                <a:lnTo>
                  <a:pt x="5381625" y="0"/>
                </a:lnTo>
              </a:path>
            </a:pathLst>
          </a:custGeom>
          <a:noFill/>
          <a:ln w="13335">
            <a:solidFill>
              <a:srgbClr val="D0D0D0"/>
            </a:solidFill>
            <a:prstDash val="dash"/>
          </a:ln>
        </p:spPr>
      </p:sp>
      <p:sp>
        <p:nvSpPr>
          <p:cNvPr id="16" name="dp44-background-14">
            <a:extLst>
              <a:ext uri="{FF2B5EF4-FFF2-40B4-BE49-F238E27FC236}">
                <ns2:creationId id="{631F67C4-8B98-45EC-B821-7F7D1A3E6037}"/>
              </a:ext>
            </a:extLst>
          </p:cNvPr>
          <p:cNvSpPr>
            <a:spLocks noGrp="1"/>
          </p:cNvSpPr>
          <p:nvPr/>
        </p:nvSpPr>
        <p:spPr>
          <a:xfrm>
            <a:off x="495300" y="59721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이전 답변 준비</a:t>
            </a:r>
            <a:endParaRPr lang="ko-KR">
              <a:latin typeface="Calibri"/>
              <a:ea typeface="Calibri"/>
              <a:cs typeface="Calibri"/>
            </a:endParaRPr>
          </a:p>
        </p:txBody>
      </p:sp>
      <p:sp>
        <p:nvSpPr>
          <p:cNvPr id="17" name="dp44-background-15">
            <a:extLst>
              <a:ext uri="{FF2B5EF4-FFF2-40B4-BE49-F238E27FC236}">
                <ns2:creationId id="{37119E8F-2C0E-4712-839A-D8C909BB316A}"/>
              </a:ext>
            </a:extLst>
          </p:cNvPr>
          <p:cNvSpPr>
            <a:spLocks noGrp="1"/>
          </p:cNvSpPr>
          <p:nvPr/>
        </p:nvSpPr>
        <p:spPr>
          <a:xfrm>
            <a:off x="3286125" y="6191250"/>
            <a:ext cx="6715125" cy="9525"/>
          </a:xfrm>
          <a:custGeom>
            <a:pathLst>
              <a:path w="6715125" h="9525">
                <a:moveTo>
                  <a:pt x="0" y="0"/>
                </a:moveTo>
                <a:lnTo>
                  <a:pt x="6715125" y="0"/>
                </a:lnTo>
              </a:path>
            </a:pathLst>
          </a:custGeom>
          <a:noFill/>
          <a:ln w="13335">
            <a:solidFill>
              <a:srgbClr val="D0D0D0"/>
            </a:solidFill>
            <a:prstDash val="dash"/>
          </a:ln>
        </p:spPr>
      </p:sp>
      <p:sp>
        <p:nvSpPr>
          <p:cNvPr id="18" name="dp44-background-16">
            <a:extLst>
              <a:ext uri="{FF2B5EF4-FFF2-40B4-BE49-F238E27FC236}">
                <ns2:creationId id="{560749E6-1366-4B09-9419-E7A9B6ACAF15}"/>
              </a:ext>
            </a:extLst>
          </p:cNvPr>
          <p:cNvSpPr>
            <a:spLocks noGrp="1"/>
          </p:cNvSpPr>
          <p:nvPr/>
        </p:nvSpPr>
        <p:spPr>
          <a:xfrm>
            <a:off x="7048500" y="2781300"/>
            <a:ext cx="676275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표부터 설명해줘.”</a:t>
            </a:r>
            <a:endParaRPr lang="ko-KR">
              <a:latin typeface="Calibri"/>
              <a:ea typeface="Calibri"/>
              <a:cs typeface="Calibri"/>
            </a:endParaRPr>
          </a:p>
        </p:txBody>
      </p:sp>
      <p:sp>
        <p:nvSpPr>
          <p:cNvPr id="19" name="dp44-background-17">
            <a:extLst>
              <a:ext uri="{FF2B5EF4-FFF2-40B4-BE49-F238E27FC236}">
                <ns2:creationId id="{1C884BC1-718F-4AB4-AAF5-B9BCFED13050}"/>
              </a:ext>
            </a:extLst>
          </p:cNvPr>
          <p:cNvSpPr>
            <a:spLocks noGrp="1"/>
          </p:cNvSpPr>
          <p:nvPr/>
        </p:nvSpPr>
        <p:spPr>
          <a:xfrm>
            <a:off x="7096125" y="3333750"/>
            <a:ext cx="5191125" cy="9525"/>
          </a:xfrm>
          <a:custGeom>
            <a:pathLst>
              <a:path w="5191125" h="9525">
                <a:moveTo>
                  <a:pt x="0" y="0"/>
                </a:moveTo>
                <a:lnTo>
                  <a:pt x="5191125" y="0"/>
                </a:lnTo>
              </a:path>
            </a:pathLst>
          </a:custGeom>
          <a:noFill/>
          <a:ln w="76200">
            <a:solidFill>
              <a:srgbClr val="00889A"/>
            </a:solidFill>
            <a:prstDash val="solid"/>
          </a:ln>
        </p:spPr>
      </p:sp>
      <p:sp>
        <p:nvSpPr>
          <p:cNvPr id="20" name="dp44-background-18">
            <a:extLst>
              <a:ext uri="{FF2B5EF4-FFF2-40B4-BE49-F238E27FC236}">
                <ns2:creationId id="{740E1969-CAE6-45FD-8D3B-7CCD9165D18A}"/>
              </a:ext>
            </a:extLst>
          </p:cNvPr>
          <p:cNvSpPr>
            <a:spLocks noGrp="1"/>
          </p:cNvSpPr>
          <p:nvPr/>
        </p:nvSpPr>
        <p:spPr>
          <a:xfrm>
            <a:off x="3429000" y="4171950"/>
            <a:ext cx="3667125" cy="9525"/>
          </a:xfrm>
          <a:custGeom>
            <a:pathLst>
              <a:path w="3667125" h="9525">
                <a:moveTo>
                  <a:pt x="0" y="0"/>
                </a:moveTo>
                <a:lnTo>
                  <a:pt x="3667125" y="0"/>
                </a:lnTo>
              </a:path>
            </a:pathLst>
          </a:custGeom>
          <a:noFill/>
          <a:ln w="76200">
            <a:solidFill>
              <a:srgbClr val="00889A"/>
            </a:solidFill>
            <a:prstDash val="solid"/>
          </a:ln>
        </p:spPr>
      </p:sp>
      <p:sp>
        <p:nvSpPr>
          <p:cNvPr id="21" name="dp44-background-19">
            <a:extLst>
              <a:ext uri="{FF2B5EF4-FFF2-40B4-BE49-F238E27FC236}">
                <ns2:creationId id="{B5CC2A63-CA07-408B-B0D5-11953A269D49}"/>
              </a:ext>
            </a:extLst>
          </p:cNvPr>
          <p:cNvSpPr>
            <a:spLocks noGrp="1"/>
          </p:cNvSpPr>
          <p:nvPr/>
        </p:nvSpPr>
        <p:spPr>
          <a:xfrm>
            <a:off x="7096125" y="3971925"/>
            <a:ext cx="9525" cy="409575"/>
          </a:xfrm>
          <a:custGeom>
            <a:pathLst>
              <a:path w="9525" h="409575">
                <a:moveTo>
                  <a:pt x="0" y="0"/>
                </a:moveTo>
                <a:lnTo>
                  <a:pt x="0" y="409575"/>
                </a:lnTo>
              </a:path>
            </a:pathLst>
          </a:custGeom>
          <a:noFill/>
          <a:ln w="38100">
            <a:solidFill>
              <a:srgbClr val="C00000"/>
            </a:solidFill>
            <a:prstDash val="solid"/>
          </a:ln>
        </p:spPr>
      </p:sp>
      <p:sp>
        <p:nvSpPr>
          <p:cNvPr id="22" name="dp44-background-20">
            <a:extLst>
              <a:ext uri="{FF2B5EF4-FFF2-40B4-BE49-F238E27FC236}">
                <ns2:creationId id="{5D387014-A63E-4D64-A4F0-D3F2CA8B9FC2}"/>
              </a:ext>
            </a:extLst>
          </p:cNvPr>
          <p:cNvSpPr>
            <a:spLocks noGrp="1"/>
          </p:cNvSpPr>
          <p:nvPr/>
        </p:nvSpPr>
        <p:spPr>
          <a:xfrm>
            <a:off x="7429500" y="3829050"/>
            <a:ext cx="10001250" cy="5715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즉시 중단 · 입력은 계속 수신</a:t>
            </a:r>
            <a:endParaRPr lang="ko-KR">
              <a:latin typeface="Calibri"/>
              <a:ea typeface="Calibri"/>
              <a:cs typeface="Calibri"/>
            </a:endParaRPr>
          </a:p>
        </p:txBody>
      </p:sp>
      <p:sp>
        <p:nvSpPr>
          <p:cNvPr id="23" name="dp44-background-21">
            <a:extLst>
              <a:ext uri="{FF2B5EF4-FFF2-40B4-BE49-F238E27FC236}">
                <ns2:creationId id="{1964A82E-4E1F-46FB-80B2-39CCDF50B687}"/>
              </a:ext>
            </a:extLst>
          </p:cNvPr>
          <p:cNvSpPr>
            <a:spLocks noGrp="1"/>
          </p:cNvSpPr>
          <p:nvPr/>
        </p:nvSpPr>
        <p:spPr>
          <a:xfrm>
            <a:off x="3429000" y="4438650"/>
            <a:ext cx="33337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 설명 중</a:t>
            </a:r>
            <a:endParaRPr lang="ko-KR">
              <a:latin typeface="Calibri"/>
              <a:ea typeface="Calibri"/>
              <a:cs typeface="Calibri"/>
            </a:endParaRPr>
          </a:p>
        </p:txBody>
      </p:sp>
      <p:sp>
        <p:nvSpPr>
          <p:cNvPr id="24" name="dp44-background-22">
            <a:extLst>
              <a:ext uri="{FF2B5EF4-FFF2-40B4-BE49-F238E27FC236}">
                <ns2:creationId id="{E0676511-0B5F-4C84-AB75-F231BFEDE860}"/>
              </a:ext>
            </a:extLst>
          </p:cNvPr>
          <p:cNvSpPr>
            <a:spLocks noGrp="1"/>
          </p:cNvSpPr>
          <p:nvPr/>
        </p:nvSpPr>
        <p:spPr>
          <a:xfrm>
            <a:off x="8715375" y="5086350"/>
            <a:ext cx="266700" cy="266700"/>
          </a:xfrm>
          <a:prstGeom prst="ellipse">
            <a:avLst/>
          </a:prstGeom>
          <a:solidFill>
            <a:srgbClr val="FFFFFF"/>
          </a:solidFill>
          <a:ln w="19050">
            <a:solidFill>
              <a:srgbClr val="00889A"/>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44-background-23">
            <a:extLst>
              <a:ext uri="{FF2B5EF4-FFF2-40B4-BE49-F238E27FC236}">
                <ns2:creationId id="{8895A344-4513-4ACF-A1A5-C934E4717412}"/>
              </a:ext>
            </a:extLst>
          </p:cNvPr>
          <p:cNvSpPr>
            <a:spLocks noGrp="1"/>
          </p:cNvSpPr>
          <p:nvPr/>
        </p:nvSpPr>
        <p:spPr>
          <a:xfrm>
            <a:off x="8667750" y="5505450"/>
            <a:ext cx="59055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“받는 사람은 누구인가요?”</a:t>
            </a:r>
            <a:endParaRPr lang="ko-KR">
              <a:latin typeface="Calibri"/>
              <a:ea typeface="Calibri"/>
              <a:cs typeface="Calibri"/>
            </a:endParaRPr>
          </a:p>
        </p:txBody>
      </p:sp>
      <p:sp>
        <p:nvSpPr>
          <p:cNvPr id="26" name="dp44-background-24">
            <a:extLst>
              <a:ext uri="{FF2B5EF4-FFF2-40B4-BE49-F238E27FC236}">
                <ns2:creationId id="{EED3DC9F-C4B3-475B-A5BD-4749E24C2F32}"/>
              </a:ext>
            </a:extLst>
          </p:cNvPr>
          <p:cNvSpPr>
            <a:spLocks noGrp="1"/>
          </p:cNvSpPr>
          <p:nvPr/>
        </p:nvSpPr>
        <p:spPr>
          <a:xfrm>
            <a:off x="8982075" y="5219700"/>
            <a:ext cx="4638675" cy="9525"/>
          </a:xfrm>
          <a:custGeom>
            <a:pathLst>
              <a:path w="4638675" h="9525">
                <a:moveTo>
                  <a:pt x="0" y="0"/>
                </a:moveTo>
                <a:lnTo>
                  <a:pt x="4638675" y="0"/>
                </a:lnTo>
              </a:path>
            </a:pathLst>
          </a:custGeom>
          <a:noFill/>
          <a:ln w="23813">
            <a:solidFill>
              <a:srgbClr val="00889A"/>
            </a:solidFill>
            <a:prstDash val="dash"/>
          </a:ln>
        </p:spPr>
      </p:sp>
      <p:sp>
        <p:nvSpPr>
          <p:cNvPr id="27" name="dp44-background-24-arrow">
            <a:extLst>
              <a:ext uri="{FF2B5EF4-FFF2-40B4-BE49-F238E27FC236}">
                <ns2:creationId id="{E7235CF5-9449-4674-A2D8-4DC207A3046D}"/>
              </a:ext>
            </a:extLst>
          </p:cNvPr>
          <p:cNvSpPr>
            <a:spLocks noGrp="1"/>
          </p:cNvSpPr>
          <p:nvPr/>
        </p:nvSpPr>
        <p:spPr>
          <a:xfrm>
            <a:off x="13512083" y="5160335"/>
            <a:ext cx="108667" cy="118730"/>
          </a:xfrm>
          <a:custGeom>
            <a:pathLst>
              <a:path w="108667" h="118730">
                <a:moveTo>
                  <a:pt x="0" y="118730"/>
                </a:moveTo>
                <a:lnTo>
                  <a:pt x="108667" y="59365"/>
                </a:lnTo>
                <a:lnTo>
                  <a:pt x="0" y="0"/>
                </a:lnTo>
              </a:path>
            </a:pathLst>
          </a:custGeom>
          <a:noFill/>
          <a:ln w="23813">
            <a:solidFill>
              <a:srgbClr val="00889A"/>
            </a:solidFill>
            <a:prstDash val="solid"/>
          </a:ln>
        </p:spPr>
      </p:sp>
      <p:sp>
        <p:nvSpPr>
          <p:cNvPr id="28" name="dp44-background-25">
            <a:extLst>
              <a:ext uri="{FF2B5EF4-FFF2-40B4-BE49-F238E27FC236}">
                <ns2:creationId id="{62491511-CAA4-48F8-BD2B-2509C5AD3EC8}"/>
              </a:ext>
            </a:extLst>
          </p:cNvPr>
          <p:cNvSpPr>
            <a:spLocks noGrp="1"/>
          </p:cNvSpPr>
          <p:nvPr/>
        </p:nvSpPr>
        <p:spPr>
          <a:xfrm>
            <a:off x="13906500" y="4914900"/>
            <a:ext cx="3714750" cy="8191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업무로 연결</a:t>
            </a:r>
            <a:endParaRPr lang="ko-KR">
              <a:latin typeface="Calibri"/>
              <a:ea typeface="Calibri"/>
              <a:cs typeface="Calibri"/>
            </a:endParaRPr>
          </a:p>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적절한 차례에 제시</a:t>
            </a:r>
            <a:endParaRPr lang="ko-KR">
              <a:latin typeface="Calibri"/>
              <a:ea typeface="Calibri"/>
              <a:cs typeface="Calibri"/>
            </a:endParaRPr>
          </a:p>
        </p:txBody>
      </p:sp>
      <p:sp>
        <p:nvSpPr>
          <p:cNvPr id="29" name="dp44-background-26">
            <a:extLst>
              <a:ext uri="{FF2B5EF4-FFF2-40B4-BE49-F238E27FC236}">
                <ns2:creationId id="{2CF9167B-D0B4-46A6-A678-E17A7E40E11D}"/>
              </a:ext>
            </a:extLst>
          </p:cNvPr>
          <p:cNvSpPr>
            <a:spLocks noGrp="1"/>
          </p:cNvSpPr>
          <p:nvPr/>
        </p:nvSpPr>
        <p:spPr>
          <a:xfrm>
            <a:off x="10153650" y="6057900"/>
            <a:ext cx="266700" cy="266700"/>
          </a:xfrm>
          <a:prstGeom prst="ellipse">
            <a:avLst/>
          </a:prstGeom>
          <a:solidFill>
            <a:srgbClr val="FFFFFF"/>
          </a:solidFill>
          <a:ln w="19050">
            <a:solidFill>
              <a:srgbClr val="C00000"/>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30" name="dp44-background-27">
            <a:extLst>
              <a:ext uri="{FF2B5EF4-FFF2-40B4-BE49-F238E27FC236}">
                <ns2:creationId id="{88E231CE-6C3D-4757-BC69-40D8D2CE8F6F}"/>
              </a:ext>
            </a:extLst>
          </p:cNvPr>
          <p:cNvSpPr>
            <a:spLocks noGrp="1"/>
          </p:cNvSpPr>
          <p:nvPr/>
        </p:nvSpPr>
        <p:spPr>
          <a:xfrm>
            <a:off x="10420350" y="6191250"/>
            <a:ext cx="1914525" cy="9525"/>
          </a:xfrm>
          <a:custGeom>
            <a:pathLst>
              <a:path w="1914525" h="9525">
                <a:moveTo>
                  <a:pt x="0" y="0"/>
                </a:moveTo>
                <a:lnTo>
                  <a:pt x="1914525" y="0"/>
                </a:lnTo>
              </a:path>
            </a:pathLst>
          </a:custGeom>
          <a:noFill/>
          <a:ln w="23813">
            <a:solidFill>
              <a:srgbClr val="C00000"/>
            </a:solidFill>
            <a:prstDash val="solid"/>
          </a:ln>
        </p:spPr>
      </p:sp>
      <p:sp>
        <p:nvSpPr>
          <p:cNvPr id="31" name="dp44-background-27-arrow">
            <a:extLst>
              <a:ext uri="{FF2B5EF4-FFF2-40B4-BE49-F238E27FC236}">
                <ns2:creationId id="{4AB7294F-36F3-4D15-B23B-82B5EEA7B03E}"/>
              </a:ext>
            </a:extLst>
          </p:cNvPr>
          <p:cNvSpPr>
            <a:spLocks noGrp="1"/>
          </p:cNvSpPr>
          <p:nvPr/>
        </p:nvSpPr>
        <p:spPr>
          <a:xfrm>
            <a:off x="12226208" y="6131885"/>
            <a:ext cx="108667" cy="118730"/>
          </a:xfrm>
          <a:custGeom>
            <a:pathLst>
              <a:path w="108667" h="118730">
                <a:moveTo>
                  <a:pt x="0" y="118730"/>
                </a:moveTo>
                <a:lnTo>
                  <a:pt x="108667" y="59365"/>
                </a:lnTo>
                <a:lnTo>
                  <a:pt x="0" y="0"/>
                </a:lnTo>
              </a:path>
            </a:pathLst>
          </a:custGeom>
          <a:noFill/>
          <a:ln w="23813">
            <a:solidFill>
              <a:srgbClr val="C00000"/>
            </a:solidFill>
            <a:prstDash val="solid"/>
          </a:ln>
        </p:spPr>
      </p:sp>
      <p:sp>
        <p:nvSpPr>
          <p:cNvPr id="32" name="dp44-background-28">
            <a:extLst>
              <a:ext uri="{FF2B5EF4-FFF2-40B4-BE49-F238E27FC236}">
                <ns2:creationId id="{A94DD8E7-43EF-4220-B68D-C1E0457DE76D}"/>
              </a:ext>
            </a:extLst>
          </p:cNvPr>
          <p:cNvSpPr>
            <a:spLocks noGrp="1"/>
          </p:cNvSpPr>
          <p:nvPr/>
        </p:nvSpPr>
        <p:spPr>
          <a:xfrm>
            <a:off x="12573000" y="6057900"/>
            <a:ext cx="266700" cy="266700"/>
          </a:xfrm>
          <a:custGeom>
            <a:pathLst>
              <a:path w="266700" h="266700">
                <a:moveTo>
                  <a:pt x="0" y="0"/>
                </a:moveTo>
                <a:lnTo>
                  <a:pt x="266700" y="266700"/>
                </a:lnTo>
              </a:path>
            </a:pathLst>
          </a:custGeom>
          <a:noFill/>
          <a:ln w="28575">
            <a:solidFill>
              <a:srgbClr val="C00000"/>
            </a:solidFill>
            <a:prstDash val="solid"/>
          </a:ln>
        </p:spPr>
      </p:sp>
      <p:sp>
        <p:nvSpPr>
          <p:cNvPr id="33" name="dp44-background-29">
            <a:extLst>
              <a:ext uri="{FF2B5EF4-FFF2-40B4-BE49-F238E27FC236}">
                <ns2:creationId id="{C8307ADE-6355-474A-BB73-DC1693D3D226}"/>
              </a:ext>
            </a:extLst>
          </p:cNvPr>
          <p:cNvSpPr>
            <a:spLocks noGrp="1"/>
          </p:cNvSpPr>
          <p:nvPr/>
        </p:nvSpPr>
        <p:spPr>
          <a:xfrm>
            <a:off x="12573000" y="6057900"/>
            <a:ext cx="266700" cy="266700"/>
          </a:xfrm>
          <a:custGeom>
            <a:pathLst>
              <a:path w="266700" h="266700">
                <a:moveTo>
                  <a:pt x="266700" y="0"/>
                </a:moveTo>
                <a:lnTo>
                  <a:pt x="0" y="266700"/>
                </a:lnTo>
              </a:path>
            </a:pathLst>
          </a:custGeom>
          <a:noFill/>
          <a:ln w="28575">
            <a:solidFill>
              <a:srgbClr val="C00000"/>
            </a:solidFill>
            <a:prstDash val="solid"/>
          </a:ln>
        </p:spPr>
      </p:sp>
      <p:sp>
        <p:nvSpPr>
          <p:cNvPr id="34" name="dp44-background-30">
            <a:extLst>
              <a:ext uri="{FF2B5EF4-FFF2-40B4-BE49-F238E27FC236}">
                <ns2:creationId id="{2A124004-C144-44E6-B7FF-E927AC0EDAD0}"/>
              </a:ext>
            </a:extLst>
          </p:cNvPr>
          <p:cNvSpPr>
            <a:spLocks noGrp="1"/>
          </p:cNvSpPr>
          <p:nvPr/>
        </p:nvSpPr>
        <p:spPr>
          <a:xfrm>
            <a:off x="13239750" y="5972175"/>
            <a:ext cx="4381500" cy="49530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정정 전 후보는 다시 말하지 않음</a:t>
            </a:r>
            <a:endParaRPr lang="ko-KR">
              <a:latin typeface="Calibri"/>
              <a:ea typeface="Calibri"/>
              <a:cs typeface="Calibri"/>
            </a:endParaRPr>
          </a:p>
        </p:txBody>
      </p:sp>
      <p:sp>
        <p:nvSpPr>
          <p:cNvPr id="35" name="dp44-background-31">
            <a:extLst>
              <a:ext uri="{FF2B5EF4-FFF2-40B4-BE49-F238E27FC236}">
                <ns2:creationId id="{E8C8A7A4-1ECD-4310-8487-00A2726FF89C}"/>
              </a:ext>
            </a:extLst>
          </p:cNvPr>
          <p:cNvSpPr>
            <a:spLocks noGrp="1"/>
          </p:cNvSpPr>
          <p:nvPr/>
        </p:nvSpPr>
        <p:spPr>
          <a:xfrm>
            <a:off x="495300" y="6981825"/>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정정 전 답변을 다시 말하거나 메일 질문을 놓치면, 사용자의 제어가 무너집니다.</a:t>
            </a:r>
            <a:endParaRPr lang="ko-KR">
              <a:latin typeface="Calibri"/>
              <a:ea typeface="Calibri"/>
              <a:cs typeface="Calibri"/>
            </a:endParaRPr>
          </a:p>
        </p:txBody>
      </p:sp>
      <p:sp>
        <p:nvSpPr>
          <p:cNvPr id="36" name="dp44-background-32">
            <a:extLst>
              <a:ext uri="{FF2B5EF4-FFF2-40B4-BE49-F238E27FC236}">
                <ns2:creationId id="{BA6EA216-88BA-4111-B0B5-40E76ECB3921}"/>
              </a:ext>
            </a:extLst>
          </p:cNvPr>
          <p:cNvSpPr>
            <a:spLocks noGrp="1"/>
          </p:cNvSpPr>
          <p:nvPr/>
        </p:nvSpPr>
        <p:spPr>
          <a:xfrm>
            <a:off x="495300" y="7781925"/>
            <a:ext cx="17297400" cy="6096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도착 순서만으로 다음 처리를 정할 수 없습니다. 준비 완료와 실제 전달도 구별해야 합니다.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15 / 63</a:t>
            </a:r>
            <a:endParaRPr lang="ko-KR">
              <a:latin typeface="Calibri"/>
              <a:ea typeface="Calibri"/>
              <a:cs typeface="Calibri"/>
            </a:endParaRPr>
          </a:p>
        </p:txBody>
      </p:sp>
    </p:spTree>
    <p:extLst>
      <p:ext uri="{BB962C8B-B14F-4D97-AF65-F5344CB8AC3E}">
        <p14:creationId val="2049395896"/>
      </p:ext>
    </p:extLst>
  </p:cSld>
</p:sld>
</file>

<file path=ppt/slides/slide60.xml><?xml version="1.0" encoding="utf-8"?>
<p:sld xmlns:a="http://schemas.openxmlformats.org/drawingml/2006/main" xmlns:ns2="http://schemas.microsoft.com/office/drawing/2014/main" xmlns:p="http://schemas.openxmlformats.org/presentationml/2006/main" xmlns:p14="http://schemas.microsoft.com/office/powerpoint/2010/main">
  <p:cSld name="dp45-background-v3">
    <p:bg>
      <p:bgPr>
        <a:solidFill>
          <a:srgbClr val="FFFFFF"/>
        </a:solidFill>
      </p:bgPr>
    </p:bg>
    <p:spTree>
      <p:nvGrpSpPr>
        <p:cNvPr id="2" name=""/>
        <p:cNvGrpSpPr/>
        <p:nvPr/>
      </p:nvGrpSpPr>
      <p:grpSpPr>
        <a:xfrm/>
      </p:grpSpPr>
      <p:sp>
        <p:nvSpPr>
          <p:cNvPr id="3" name="dp45-background-1">
            <a:extLst>
              <a:ext uri="{FF2B5EF4-FFF2-40B4-BE49-F238E27FC236}">
                <ns2:creationId id="{5F7C7CED-F20B-4CBA-AC1D-1F48AEC67B2C}"/>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설명과 업무 결과의 재사용</a:t>
            </a:r>
            <a:endParaRPr lang="ko-KR">
              <a:latin typeface="Calibri"/>
              <a:ea typeface="Calibri"/>
              <a:cs typeface="Calibri"/>
            </a:endParaRPr>
          </a:p>
        </p:txBody>
      </p:sp>
      <p:sp>
        <p:nvSpPr>
          <p:cNvPr id="4" name="dp45-background-2">
            <a:extLst>
              <a:ext uri="{FF2B5EF4-FFF2-40B4-BE49-F238E27FC236}">
                <ns2:creationId id="{A0D6114F-5AB9-4287-AAA3-A0D1FA3C9B13}"/>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ckground-3">
            <a:extLst>
              <a:ext uri="{FF2B5EF4-FFF2-40B4-BE49-F238E27FC236}">
                <ns2:creationId id="{095DFED0-4891-451A-94ED-AA9299893A62}"/>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5-background-4">
            <a:extLst>
              <a:ext uri="{FF2B5EF4-FFF2-40B4-BE49-F238E27FC236}">
                <ns2:creationId id="{FEB46E4C-8352-48FF-B9E8-4B847CC236CF}"/>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5-background-5">
            <a:extLst>
              <a:ext uri="{FF2B5EF4-FFF2-40B4-BE49-F238E27FC236}">
                <ns2:creationId id="{D577F022-CC3D-4C81-9890-96D5F534A84C}"/>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VIA의 설명, 여러 Agent 결과와 정정·실제 전달 기록을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나중 요청에서 어떻게 다시 연결해 사용할까?</a:t>
            </a:r>
            <a:endParaRPr lang="ko-KR">
              <a:latin typeface="Calibri"/>
              <a:ea typeface="Calibri"/>
              <a:cs typeface="Calibri"/>
            </a:endParaRPr>
          </a:p>
        </p:txBody>
      </p:sp>
      <p:sp>
        <p:nvSpPr>
          <p:cNvPr id="8" name="dp45-background-6">
            <a:extLst>
              <a:ext uri="{FF2B5EF4-FFF2-40B4-BE49-F238E27FC236}">
                <ns2:creationId id="{2D9D5FAF-441C-4CAB-B7AD-B72CFCEF1CE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“지난번 네가 설명한 기준으로,</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제품 비교와 견적도 이번 제안서에 반영해줘.”</a:t>
            </a:r>
            <a:endParaRPr lang="ko-KR">
              <a:latin typeface="Calibri"/>
              <a:ea typeface="Calibri"/>
              <a:cs typeface="Calibri"/>
            </a:endParaRPr>
          </a:p>
        </p:txBody>
      </p:sp>
      <p:sp>
        <p:nvSpPr>
          <p:cNvPr id="9" name="dp45-background-7">
            <a:extLst>
              <a:ext uri="{FF2B5EF4-FFF2-40B4-BE49-F238E27FC236}">
                <ns2:creationId id="{AF55EC40-A445-4CB6-9DEB-DFAE2F45A7F4}"/>
              </a:ext>
            </a:extLst>
          </p:cNvPr>
          <p:cNvSpPr>
            <a:spLocks noGrp="1"/>
          </p:cNvSpPr>
          <p:nvPr/>
        </p:nvSpPr>
        <p:spPr>
          <a:xfrm>
            <a:off x="4953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VIA에게 들은 설명</a:t>
            </a:r>
            <a:endParaRPr lang="ko-KR">
              <a:latin typeface="Calibri"/>
              <a:ea typeface="Calibri"/>
              <a:cs typeface="Calibri"/>
            </a:endParaRPr>
          </a:p>
        </p:txBody>
      </p:sp>
      <p:sp>
        <p:nvSpPr>
          <p:cNvPr id="10" name="dp45-background-8">
            <a:extLst>
              <a:ext uri="{FF2B5EF4-FFF2-40B4-BE49-F238E27FC236}">
                <ns2:creationId id="{591D5BB8-937F-4470-9BA1-E6D5CF600839}"/>
              </a:ext>
            </a:extLst>
          </p:cNvPr>
          <p:cNvSpPr>
            <a:spLocks noGrp="1"/>
          </p:cNvSpPr>
          <p:nvPr/>
        </p:nvSpPr>
        <p:spPr>
          <a:xfrm>
            <a:off x="4953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평가 기준</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원문과 실제 전달 범위</a:t>
            </a:r>
            <a:endParaRPr lang="ko-KR">
              <a:latin typeface="Calibri"/>
              <a:ea typeface="Calibri"/>
              <a:cs typeface="Calibri"/>
            </a:endParaRPr>
          </a:p>
        </p:txBody>
      </p:sp>
      <p:sp>
        <p:nvSpPr>
          <p:cNvPr id="11" name="dp45-background-9">
            <a:extLst>
              <a:ext uri="{FF2B5EF4-FFF2-40B4-BE49-F238E27FC236}">
                <ns2:creationId id="{CB938243-58B7-4B0C-9A93-C21DD77E783D}"/>
              </a:ext>
            </a:extLst>
          </p:cNvPr>
          <p:cNvSpPr>
            <a:spLocks noGrp="1"/>
          </p:cNvSpPr>
          <p:nvPr/>
        </p:nvSpPr>
        <p:spPr>
          <a:xfrm>
            <a:off x="64389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제품 조사 Agent 결과</a:t>
            </a:r>
            <a:endParaRPr lang="ko-KR">
              <a:latin typeface="Calibri"/>
              <a:ea typeface="Calibri"/>
              <a:cs typeface="Calibri"/>
            </a:endParaRPr>
          </a:p>
        </p:txBody>
      </p:sp>
      <p:sp>
        <p:nvSpPr>
          <p:cNvPr id="12" name="dp45-background-10">
            <a:extLst>
              <a:ext uri="{FF2B5EF4-FFF2-40B4-BE49-F238E27FC236}">
                <ns2:creationId id="{7EDE7831-59AE-42B0-B168-451A7B595F2E}"/>
              </a:ext>
            </a:extLst>
          </p:cNvPr>
          <p:cNvSpPr>
            <a:spLocks noGrp="1"/>
          </p:cNvSpPr>
          <p:nvPr/>
        </p:nvSpPr>
        <p:spPr>
          <a:xfrm>
            <a:off x="64389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비교</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자료 참조</a:t>
            </a:r>
            <a:endParaRPr lang="ko-KR">
              <a:latin typeface="Calibri"/>
              <a:ea typeface="Calibri"/>
              <a:cs typeface="Calibri"/>
            </a:endParaRPr>
          </a:p>
        </p:txBody>
      </p:sp>
      <p:sp>
        <p:nvSpPr>
          <p:cNvPr id="13" name="dp45-background-11">
            <a:extLst>
              <a:ext uri="{FF2B5EF4-FFF2-40B4-BE49-F238E27FC236}">
                <ns2:creationId id="{8DD9DE5D-C9A5-4B5F-A913-E2300708D5C5}"/>
              </a:ext>
            </a:extLst>
          </p:cNvPr>
          <p:cNvSpPr>
            <a:spLocks noGrp="1"/>
          </p:cNvSpPr>
          <p:nvPr/>
        </p:nvSpPr>
        <p:spPr>
          <a:xfrm>
            <a:off x="123825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견적 Agent 결과</a:t>
            </a:r>
            <a:endParaRPr lang="ko-KR">
              <a:latin typeface="Calibri"/>
              <a:ea typeface="Calibri"/>
              <a:cs typeface="Calibri"/>
            </a:endParaRPr>
          </a:p>
        </p:txBody>
      </p:sp>
      <p:sp>
        <p:nvSpPr>
          <p:cNvPr id="14" name="dp45-background-12">
            <a:extLst>
              <a:ext uri="{FF2B5EF4-FFF2-40B4-BE49-F238E27FC236}">
                <ns2:creationId id="{5257323E-A0A5-4A7D-9F86-C5290BB9695F}"/>
              </a:ext>
            </a:extLst>
          </p:cNvPr>
          <p:cNvSpPr>
            <a:spLocks noGrp="1"/>
          </p:cNvSpPr>
          <p:nvPr/>
        </p:nvSpPr>
        <p:spPr>
          <a:xfrm>
            <a:off x="123825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버전</a:t>
            </a:r>
            <a:endParaRPr lang="ko-KR">
              <a:latin typeface="Calibri"/>
              <a:ea typeface="Calibri"/>
              <a:cs typeface="Calibri"/>
            </a:endParaRPr>
          </a:p>
        </p:txBody>
      </p:sp>
      <p:sp>
        <p:nvSpPr>
          <p:cNvPr id="15" name="dp45-background-13">
            <a:extLst>
              <a:ext uri="{FF2B5EF4-FFF2-40B4-BE49-F238E27FC236}">
                <ns2:creationId id="{9FDE953C-9335-4D9D-8CA9-71B9D69BA63E}"/>
              </a:ext>
            </a:extLst>
          </p:cNvPr>
          <p:cNvSpPr>
            <a:spLocks noGrp="1"/>
          </p:cNvSpPr>
          <p:nvPr/>
        </p:nvSpPr>
        <p:spPr>
          <a:xfrm>
            <a:off x="3200400" y="4791075"/>
            <a:ext cx="9525" cy="190500"/>
          </a:xfrm>
          <a:custGeom>
            <a:pathLst>
              <a:path w="9525" h="190500">
                <a:moveTo>
                  <a:pt x="0" y="0"/>
                </a:moveTo>
                <a:lnTo>
                  <a:pt x="0" y="190500"/>
                </a:lnTo>
              </a:path>
            </a:pathLst>
          </a:custGeom>
          <a:noFill/>
          <a:ln w="23813">
            <a:solidFill>
              <a:srgbClr val="00889A"/>
            </a:solidFill>
            <a:prstDash val="solid"/>
          </a:ln>
        </p:spPr>
      </p:sp>
      <p:sp>
        <p:nvSpPr>
          <p:cNvPr id="16" name="dp45-background-14">
            <a:extLst>
              <a:ext uri="{FF2B5EF4-FFF2-40B4-BE49-F238E27FC236}">
                <ns2:creationId id="{1BFA1A74-FF3F-49B8-9604-4F7EDA32D7A9}"/>
              </a:ext>
            </a:extLst>
          </p:cNvPr>
          <p:cNvSpPr>
            <a:spLocks noGrp="1"/>
          </p:cNvSpPr>
          <p:nvPr/>
        </p:nvSpPr>
        <p:spPr>
          <a:xfrm>
            <a:off x="3200400" y="5619750"/>
            <a:ext cx="9525" cy="142875"/>
          </a:xfrm>
          <a:custGeom>
            <a:pathLst>
              <a:path w="9525" h="142875">
                <a:moveTo>
                  <a:pt x="0" y="0"/>
                </a:moveTo>
                <a:lnTo>
                  <a:pt x="0" y="142875"/>
                </a:lnTo>
              </a:path>
            </a:pathLst>
          </a:custGeom>
          <a:noFill/>
          <a:ln w="23813">
            <a:solidFill>
              <a:srgbClr val="00889A"/>
            </a:solidFill>
            <a:prstDash val="solid"/>
          </a:ln>
        </p:spPr>
      </p:sp>
      <p:sp>
        <p:nvSpPr>
          <p:cNvPr id="17" name="dp45-background-14-arrow">
            <a:extLst>
              <a:ext uri="{FF2B5EF4-FFF2-40B4-BE49-F238E27FC236}">
                <ns2:creationId id="{22C2BFB0-D40B-4EF3-AC8A-F3EA025687BE}"/>
              </a:ext>
            </a:extLst>
          </p:cNvPr>
          <p:cNvSpPr>
            <a:spLocks noGrp="1"/>
          </p:cNvSpPr>
          <p:nvPr/>
        </p:nvSpPr>
        <p:spPr>
          <a:xfrm>
            <a:off x="31410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ckground-15">
            <a:extLst>
              <a:ext uri="{FF2B5EF4-FFF2-40B4-BE49-F238E27FC236}">
                <ns2:creationId id="{8F091913-6AB5-4CFC-BF4E-3BC144A90779}"/>
              </a:ext>
            </a:extLst>
          </p:cNvPr>
          <p:cNvSpPr>
            <a:spLocks noGrp="1"/>
          </p:cNvSpPr>
          <p:nvPr/>
        </p:nvSpPr>
        <p:spPr>
          <a:xfrm>
            <a:off x="9144000" y="4791075"/>
            <a:ext cx="9525" cy="190500"/>
          </a:xfrm>
          <a:custGeom>
            <a:pathLst>
              <a:path w="9525" h="190500">
                <a:moveTo>
                  <a:pt x="0" y="0"/>
                </a:moveTo>
                <a:lnTo>
                  <a:pt x="0" y="190500"/>
                </a:lnTo>
              </a:path>
            </a:pathLst>
          </a:custGeom>
          <a:noFill/>
          <a:ln w="23813">
            <a:solidFill>
              <a:srgbClr val="00889A"/>
            </a:solidFill>
            <a:prstDash val="solid"/>
          </a:ln>
        </p:spPr>
      </p:sp>
      <p:sp>
        <p:nvSpPr>
          <p:cNvPr id="19" name="dp45-background-16">
            <a:extLst>
              <a:ext uri="{FF2B5EF4-FFF2-40B4-BE49-F238E27FC236}">
                <ns2:creationId id="{E7C15E7C-671D-4D67-828D-8F7E82432B1F}"/>
              </a:ext>
            </a:extLst>
          </p:cNvPr>
          <p:cNvSpPr>
            <a:spLocks noGrp="1"/>
          </p:cNvSpPr>
          <p:nvPr/>
        </p:nvSpPr>
        <p:spPr>
          <a:xfrm>
            <a:off x="9144000" y="5619750"/>
            <a:ext cx="9525" cy="142875"/>
          </a:xfrm>
          <a:custGeom>
            <a:pathLst>
              <a:path w="9525" h="142875">
                <a:moveTo>
                  <a:pt x="0" y="0"/>
                </a:moveTo>
                <a:lnTo>
                  <a:pt x="0" y="142875"/>
                </a:lnTo>
              </a:path>
            </a:pathLst>
          </a:custGeom>
          <a:noFill/>
          <a:ln w="23813">
            <a:solidFill>
              <a:srgbClr val="00889A"/>
            </a:solidFill>
            <a:prstDash val="solid"/>
          </a:ln>
        </p:spPr>
      </p:sp>
      <p:sp>
        <p:nvSpPr>
          <p:cNvPr id="20" name="dp45-background-16-arrow">
            <a:extLst>
              <a:ext uri="{FF2B5EF4-FFF2-40B4-BE49-F238E27FC236}">
                <ns2:creationId id="{2479D4A1-27FA-4C0C-BE6A-EE16D3EE4ED3}"/>
              </a:ext>
            </a:extLst>
          </p:cNvPr>
          <p:cNvSpPr>
            <a:spLocks noGrp="1"/>
          </p:cNvSpPr>
          <p:nvPr/>
        </p:nvSpPr>
        <p:spPr>
          <a:xfrm>
            <a:off x="90846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ckground-17">
            <a:extLst>
              <a:ext uri="{FF2B5EF4-FFF2-40B4-BE49-F238E27FC236}">
                <ns2:creationId id="{82BBCBBA-B449-4040-8ADA-D64E3DEF592E}"/>
              </a:ext>
            </a:extLst>
          </p:cNvPr>
          <p:cNvSpPr>
            <a:spLocks noGrp="1"/>
          </p:cNvSpPr>
          <p:nvPr/>
        </p:nvSpPr>
        <p:spPr>
          <a:xfrm>
            <a:off x="15087600" y="4791075"/>
            <a:ext cx="9525" cy="190500"/>
          </a:xfrm>
          <a:custGeom>
            <a:pathLst>
              <a:path w="9525" h="190500">
                <a:moveTo>
                  <a:pt x="0" y="0"/>
                </a:moveTo>
                <a:lnTo>
                  <a:pt x="0" y="190500"/>
                </a:lnTo>
              </a:path>
            </a:pathLst>
          </a:custGeom>
          <a:noFill/>
          <a:ln w="23813">
            <a:solidFill>
              <a:srgbClr val="00889A"/>
            </a:solidFill>
            <a:prstDash val="solid"/>
          </a:ln>
        </p:spPr>
      </p:sp>
      <p:sp>
        <p:nvSpPr>
          <p:cNvPr id="22" name="dp45-background-18">
            <a:extLst>
              <a:ext uri="{FF2B5EF4-FFF2-40B4-BE49-F238E27FC236}">
                <ns2:creationId id="{A27D91E8-A42C-4882-8B5A-91AD7B344AEC}"/>
              </a:ext>
            </a:extLst>
          </p:cNvPr>
          <p:cNvSpPr>
            <a:spLocks noGrp="1"/>
          </p:cNvSpPr>
          <p:nvPr/>
        </p:nvSpPr>
        <p:spPr>
          <a:xfrm>
            <a:off x="15087600" y="5619750"/>
            <a:ext cx="9525" cy="142875"/>
          </a:xfrm>
          <a:custGeom>
            <a:pathLst>
              <a:path w="9525" h="142875">
                <a:moveTo>
                  <a:pt x="0" y="0"/>
                </a:moveTo>
                <a:lnTo>
                  <a:pt x="0" y="142875"/>
                </a:lnTo>
              </a:path>
            </a:pathLst>
          </a:custGeom>
          <a:noFill/>
          <a:ln w="23813">
            <a:solidFill>
              <a:srgbClr val="00889A"/>
            </a:solidFill>
            <a:prstDash val="solid"/>
          </a:ln>
        </p:spPr>
      </p:sp>
      <p:sp>
        <p:nvSpPr>
          <p:cNvPr id="23" name="dp45-background-18-arrow">
            <a:extLst>
              <a:ext uri="{FF2B5EF4-FFF2-40B4-BE49-F238E27FC236}">
                <ns2:creationId id="{5DB91BAC-636D-4534-AECE-D3F3AB92A1C8}"/>
              </a:ext>
            </a:extLst>
          </p:cNvPr>
          <p:cNvSpPr>
            <a:spLocks noGrp="1"/>
          </p:cNvSpPr>
          <p:nvPr/>
        </p:nvSpPr>
        <p:spPr>
          <a:xfrm>
            <a:off x="150282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4" name="dp45-background-19">
            <a:extLst>
              <a:ext uri="{FF2B5EF4-FFF2-40B4-BE49-F238E27FC236}">
                <ns2:creationId id="{E531A2B0-D5D2-4778-86D4-C9FF042FE0DC}"/>
              </a:ext>
            </a:extLst>
          </p:cNvPr>
          <p:cNvSpPr>
            <a:spLocks noGrp="1"/>
          </p:cNvSpPr>
          <p:nvPr/>
        </p:nvSpPr>
        <p:spPr>
          <a:xfrm>
            <a:off x="495300" y="5095875"/>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그 뒤 “가격은 비교에서 빼줘”라고 조건을 고쳤습니다.</a:t>
            </a:r>
            <a:endParaRPr lang="ko-KR">
              <a:latin typeface="Calibri"/>
              <a:ea typeface="Calibri"/>
              <a:cs typeface="Calibri"/>
            </a:endParaRPr>
          </a:p>
        </p:txBody>
      </p:sp>
      <p:sp>
        <p:nvSpPr>
          <p:cNvPr id="25" name="dp45-background-20">
            <a:extLst>
              <a:ext uri="{FF2B5EF4-FFF2-40B4-BE49-F238E27FC236}">
                <ns2:creationId id="{8104608E-55D4-45C5-94CE-9564E558EA6D}"/>
              </a:ext>
            </a:extLst>
          </p:cNvPr>
          <p:cNvSpPr>
            <a:spLocks noGrp="1"/>
          </p:cNvSpPr>
          <p:nvPr/>
        </p:nvSpPr>
        <p:spPr>
          <a:xfrm>
            <a:off x="495300" y="5972175"/>
            <a:ext cx="17297400" cy="1038225"/>
          </a:xfrm>
          <a:prstGeom prst="rect">
            <a:avLst/>
          </a:prstGeom>
          <a:solidFill>
            <a:srgbClr val="F2F2F2"/>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요청의 과거 맥락</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전달한 기준 · 정정한 조건 · 사용 가능한 결과</a:t>
            </a:r>
            <a:endParaRPr lang="ko-KR">
              <a:latin typeface="Calibri"/>
              <a:ea typeface="Calibri"/>
              <a:cs typeface="Calibri"/>
            </a:endParaRPr>
          </a:p>
        </p:txBody>
      </p:sp>
      <p:sp>
        <p:nvSpPr>
          <p:cNvPr id="26" name="dp45-background-21">
            <a:extLst>
              <a:ext uri="{FF2B5EF4-FFF2-40B4-BE49-F238E27FC236}">
                <ns2:creationId id="{7D1DF454-6BA7-4CCD-8EF2-DF09D257940B}"/>
              </a:ext>
            </a:extLst>
          </p:cNvPr>
          <p:cNvSpPr>
            <a:spLocks noGrp="1"/>
          </p:cNvSpPr>
          <p:nvPr/>
        </p:nvSpPr>
        <p:spPr>
          <a:xfrm>
            <a:off x="495300" y="7305675"/>
            <a:ext cx="172974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옛 조건이나 전달하지 않은 설명을 쓰면, 이번 업무를 다른 뜻으로 맡기게 됩니다.</a:t>
            </a:r>
            <a:endParaRPr lang="ko-KR">
              <a:latin typeface="Calibri"/>
              <a:ea typeface="Calibri"/>
              <a:cs typeface="Calibri"/>
            </a:endParaRPr>
          </a:p>
        </p:txBody>
      </p:sp>
      <p:sp>
        <p:nvSpPr>
          <p:cNvPr id="27" name="dp45-background-22">
            <a:extLst>
              <a:ext uri="{FF2B5EF4-FFF2-40B4-BE49-F238E27FC236}">
                <ns2:creationId id="{5686EFEB-90D1-47DA-AEF5-55B6FA590BBF}"/>
              </a:ext>
            </a:extLst>
          </p:cNvPr>
          <p:cNvSpPr>
            <a:spLocks noGrp="1"/>
          </p:cNvSpPr>
          <p:nvPr/>
        </p:nvSpPr>
        <p:spPr>
          <a:xfrm>
            <a:off x="495300" y="7972425"/>
            <a:ext cx="17297400" cy="4572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기록이 여러 곳에 흩어져 있고, 수정·삭제 후 사용할 수 있는 범위도 바뀝니다.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17 / 63</a:t>
            </a:r>
            <a:endParaRPr lang="ko-KR">
              <a:latin typeface="Calibri"/>
              <a:ea typeface="Calibri"/>
              <a:cs typeface="Calibri"/>
            </a:endParaRPr>
          </a:p>
        </p:txBody>
      </p:sp>
    </p:spTree>
    <p:extLst>
      <p:ext uri="{BB962C8B-B14F-4D97-AF65-F5344CB8AC3E}">
        <p14:creationId val="1495495048"/>
      </p:ext>
    </p:extLst>
  </p:cSld>
</p:sld>
</file>

<file path=ppt/slides/slide61.xml><?xml version="1.0" encoding="utf-8"?>
<p:sld xmlns:a="http://schemas.openxmlformats.org/drawingml/2006/main" xmlns:ns2="http://schemas.microsoft.com/office/drawing/2014/main" xmlns:p="http://schemas.openxmlformats.org/presentationml/2006/main" xmlns:p14="http://schemas.microsoft.com/office/powerpoint/2010/main">
  <p:cSld name="dp42-background-v3">
    <p:bg>
      <p:bgPr>
        <a:solidFill>
          <a:srgbClr val="FFFFFF"/>
        </a:solidFill>
      </p:bgPr>
    </p:bg>
    <p:spTree>
      <p:nvGrpSpPr>
        <p:cNvPr id="2" name=""/>
        <p:cNvGrpSpPr/>
        <p:nvPr/>
      </p:nvGrpSpPr>
      <p:grpSpPr>
        <a:xfrm/>
      </p:grpSpPr>
      <p:sp>
        <p:nvSpPr>
          <p:cNvPr id="3" name="dp42-background-1">
            <a:extLst>
              <a:ext uri="{FF2B5EF4-FFF2-40B4-BE49-F238E27FC236}">
                <ns2:creationId id="{43251260-BC78-43C2-B7E2-1D9B16080FF8}"/>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요청이 끝나도 이어지는 보고서 업무</a:t>
            </a:r>
            <a:endParaRPr lang="ko-KR">
              <a:latin typeface="Calibri"/>
              <a:ea typeface="Calibri"/>
              <a:cs typeface="Calibri"/>
            </a:endParaRPr>
          </a:p>
        </p:txBody>
      </p:sp>
      <p:sp>
        <p:nvSpPr>
          <p:cNvPr id="4" name="dp42-background-2">
            <a:extLst>
              <a:ext uri="{FF2B5EF4-FFF2-40B4-BE49-F238E27FC236}">
                <ns2:creationId id="{9D731AFB-513D-4F45-81F6-270C02DF60DF}"/>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2-background-3">
            <a:extLst>
              <a:ext uri="{FF2B5EF4-FFF2-40B4-BE49-F238E27FC236}">
                <ns2:creationId id="{4F0267F2-FE87-4DC7-B361-31AC1E63196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2-background-4">
            <a:extLst>
              <a:ext uri="{FF2B5EF4-FFF2-40B4-BE49-F238E27FC236}">
                <ns2:creationId id="{F5DB5862-B69A-4C1D-B0CF-9B9FC288D6BA}"/>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2-background-5">
            <a:extLst>
              <a:ext uri="{FF2B5EF4-FFF2-40B4-BE49-F238E27FC236}">
                <ns2:creationId id="{92068C70-52B9-42D3-A028-A4D06C93ACE9}"/>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대화·요청·질문·업무·실행의 서로 다른 수명을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어떻게 관리하고 연결할까?</a:t>
            </a:r>
            <a:endParaRPr lang="ko-KR">
              <a:latin typeface="Calibri"/>
              <a:ea typeface="Calibri"/>
              <a:cs typeface="Calibri"/>
            </a:endParaRPr>
          </a:p>
        </p:txBody>
      </p:sp>
      <p:sp>
        <p:nvSpPr>
          <p:cNvPr id="8" name="dp42-background-6">
            <a:extLst>
              <a:ext uri="{FF2B5EF4-FFF2-40B4-BE49-F238E27FC236}">
                <ns2:creationId id="{B600B758-81EC-4714-83BF-3658C2B74A1F}"/>
              </a:ext>
            </a:extLst>
          </p:cNvPr>
          <p:cNvSpPr>
            <a:spLocks noGrp="1"/>
          </p:cNvSpPr>
          <p:nvPr/>
        </p:nvSpPr>
        <p:spPr>
          <a:xfrm>
            <a:off x="495300" y="1428750"/>
            <a:ext cx="17297400" cy="552450"/>
          </a:xfrm>
          <a:prstGeom prst="rect">
            <a:avLst/>
          </a:prstGeom>
          <a:noFill/>
          <a:ln w="0">
            <a:noFill/>
          </a:ln>
        </p:spPr>
        <p:txBody>
          <a:bodyPr wrap="none" lIns="0" tIns="0" rIns="0" bIns="0" anchor="ctr">
            <a:noAutofit/>
          </a:bodyPr>
          <a:lstStyle>
            <a:defPPr algn="l">
              <a:defRPr sz="2600" b="1" lang="ko-KR">
                <a:solidFill>
                  <a:srgbClr val="000000"/>
                </a:solidFill>
                <a:latin typeface="Calibri"/>
                <a:ea typeface="Calibri"/>
                <a:cs typeface="Calibri"/>
              </a:defRPr>
            </a:defP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만들어줘”를 전달한 뒤에도, 보고서 작성은 계속됩니다.</a:t>
            </a:r>
            <a:endParaRPr lang="ko-KR">
              <a:latin typeface="Calibri"/>
              <a:ea typeface="Calibri"/>
              <a:cs typeface="Calibri"/>
            </a:endParaRPr>
          </a:p>
        </p:txBody>
      </p:sp>
      <p:sp>
        <p:nvSpPr>
          <p:cNvPr id="9" name="dp42-background-7">
            <a:extLst>
              <a:ext uri="{FF2B5EF4-FFF2-40B4-BE49-F238E27FC236}">
                <ns2:creationId id="{7AE03D0C-C5FB-4AE1-B0C2-012DCEDA2282}"/>
              </a:ext>
            </a:extLst>
          </p:cNvPr>
          <p:cNvSpPr>
            <a:spLocks noGrp="1"/>
          </p:cNvSpPr>
          <p:nvPr/>
        </p:nvSpPr>
        <p:spPr>
          <a:xfrm>
            <a:off x="495300" y="2047875"/>
            <a:ext cx="17297400" cy="5524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“어디까지 했어?”는 새 요청이고, 완료 후 “결론만 고쳐줘”는 같은 업무의 새 실행이 될 수 있습니다.</a:t>
            </a:r>
            <a:endParaRPr lang="ko-KR">
              <a:latin typeface="Calibri"/>
              <a:ea typeface="Calibri"/>
              <a:cs typeface="Calibri"/>
            </a:endParaRPr>
          </a:p>
        </p:txBody>
      </p:sp>
      <p:sp>
        <p:nvSpPr>
          <p:cNvPr id="10" name="dp42-background-8">
            <a:extLst>
              <a:ext uri="{FF2B5EF4-FFF2-40B4-BE49-F238E27FC236}">
                <ns2:creationId id="{BD5ECB9E-2F96-4383-A872-6333E5EE84C7}"/>
              </a:ext>
            </a:extLst>
          </p:cNvPr>
          <p:cNvSpPr>
            <a:spLocks noGrp="1"/>
          </p:cNvSpPr>
          <p:nvPr/>
        </p:nvSpPr>
        <p:spPr>
          <a:xfrm>
            <a:off x="26384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만들어줘”</a:t>
            </a:r>
            <a:endParaRPr lang="ko-KR">
              <a:latin typeface="Calibri"/>
              <a:ea typeface="Calibri"/>
              <a:cs typeface="Calibri"/>
            </a:endParaRPr>
          </a:p>
        </p:txBody>
      </p:sp>
      <p:sp>
        <p:nvSpPr>
          <p:cNvPr id="11" name="dp42-background-9">
            <a:extLst>
              <a:ext uri="{FF2B5EF4-FFF2-40B4-BE49-F238E27FC236}">
                <ns2:creationId id="{4D76B90B-392D-4A07-834F-428D02A68BCD}"/>
              </a:ext>
            </a:extLst>
          </p:cNvPr>
          <p:cNvSpPr>
            <a:spLocks noGrp="1"/>
          </p:cNvSpPr>
          <p:nvPr/>
        </p:nvSpPr>
        <p:spPr>
          <a:xfrm>
            <a:off x="26384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접수 확인</a:t>
            </a:r>
            <a:endParaRPr lang="ko-KR">
              <a:latin typeface="Calibri"/>
              <a:ea typeface="Calibri"/>
              <a:cs typeface="Calibri"/>
            </a:endParaRPr>
          </a:p>
        </p:txBody>
      </p:sp>
      <p:sp>
        <p:nvSpPr>
          <p:cNvPr id="12" name="dp42-background-10">
            <a:extLst>
              <a:ext uri="{FF2B5EF4-FFF2-40B4-BE49-F238E27FC236}">
                <ns2:creationId id="{6923F097-6D5F-40E4-9B40-F4D6AE557B74}"/>
              </a:ext>
            </a:extLst>
          </p:cNvPr>
          <p:cNvSpPr>
            <a:spLocks noGrp="1"/>
          </p:cNvSpPr>
          <p:nvPr/>
        </p:nvSpPr>
        <p:spPr>
          <a:xfrm>
            <a:off x="65436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“어디까지 했어?”</a:t>
            </a:r>
            <a:endParaRPr lang="ko-KR">
              <a:latin typeface="Calibri"/>
              <a:ea typeface="Calibri"/>
              <a:cs typeface="Calibri"/>
            </a:endParaRPr>
          </a:p>
        </p:txBody>
      </p:sp>
      <p:sp>
        <p:nvSpPr>
          <p:cNvPr id="13" name="dp42-background-11">
            <a:extLst>
              <a:ext uri="{FF2B5EF4-FFF2-40B4-BE49-F238E27FC236}">
                <ns2:creationId id="{84EA782C-341A-48B3-995D-F8F26DC61642}"/>
              </a:ext>
            </a:extLst>
          </p:cNvPr>
          <p:cNvSpPr>
            <a:spLocks noGrp="1"/>
          </p:cNvSpPr>
          <p:nvPr/>
        </p:nvSpPr>
        <p:spPr>
          <a:xfrm>
            <a:off x="65436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진행 상태로 답변</a:t>
            </a:r>
            <a:endParaRPr lang="ko-KR">
              <a:latin typeface="Calibri"/>
              <a:ea typeface="Calibri"/>
              <a:cs typeface="Calibri"/>
            </a:endParaRPr>
          </a:p>
        </p:txBody>
      </p:sp>
      <p:sp>
        <p:nvSpPr>
          <p:cNvPr id="14" name="dp42-background-12">
            <a:extLst>
              <a:ext uri="{FF2B5EF4-FFF2-40B4-BE49-F238E27FC236}">
                <ns2:creationId id="{246B5CE0-0224-48DB-BE9E-48CF4D67327A}"/>
              </a:ext>
            </a:extLst>
          </p:cNvPr>
          <p:cNvSpPr>
            <a:spLocks noGrp="1"/>
          </p:cNvSpPr>
          <p:nvPr/>
        </p:nvSpPr>
        <p:spPr>
          <a:xfrm>
            <a:off x="104489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Voice 끄기</a:t>
            </a:r>
            <a:endParaRPr lang="ko-KR">
              <a:latin typeface="Calibri"/>
              <a:ea typeface="Calibri"/>
              <a:cs typeface="Calibri"/>
            </a:endParaRPr>
          </a:p>
        </p:txBody>
      </p:sp>
      <p:sp>
        <p:nvSpPr>
          <p:cNvPr id="15" name="dp42-background-13">
            <a:extLst>
              <a:ext uri="{FF2B5EF4-FFF2-40B4-BE49-F238E27FC236}">
                <ns2:creationId id="{C73DD279-A4ED-45F5-9252-CA8BF75A806A}"/>
              </a:ext>
            </a:extLst>
          </p:cNvPr>
          <p:cNvSpPr>
            <a:spLocks noGrp="1"/>
          </p:cNvSpPr>
          <p:nvPr/>
        </p:nvSpPr>
        <p:spPr>
          <a:xfrm>
            <a:off x="104489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업무·대기 질문 유지</a:t>
            </a:r>
            <a:endParaRPr lang="ko-KR">
              <a:latin typeface="Calibri"/>
              <a:ea typeface="Calibri"/>
              <a:cs typeface="Calibri"/>
            </a:endParaRPr>
          </a:p>
        </p:txBody>
      </p:sp>
      <p:sp>
        <p:nvSpPr>
          <p:cNvPr id="16" name="dp42-background-14">
            <a:extLst>
              <a:ext uri="{FF2B5EF4-FFF2-40B4-BE49-F238E27FC236}">
                <ns2:creationId id="{4F22964C-B007-475E-BFB8-937B93F6B3A9}"/>
              </a:ext>
            </a:extLst>
          </p:cNvPr>
          <p:cNvSpPr>
            <a:spLocks noGrp="1"/>
          </p:cNvSpPr>
          <p:nvPr/>
        </p:nvSpPr>
        <p:spPr>
          <a:xfrm>
            <a:off x="143541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“결론만 고쳐줘”</a:t>
            </a:r>
            <a:endParaRPr lang="ko-KR">
              <a:latin typeface="Calibri"/>
              <a:ea typeface="Calibri"/>
              <a:cs typeface="Calibri"/>
            </a:endParaRPr>
          </a:p>
        </p:txBody>
      </p:sp>
      <p:sp>
        <p:nvSpPr>
          <p:cNvPr id="17" name="dp42-background-15">
            <a:extLst>
              <a:ext uri="{FF2B5EF4-FFF2-40B4-BE49-F238E27FC236}">
                <ns2:creationId id="{E2C3C66D-FD66-42A2-8445-63F5FFBB4C79}"/>
              </a:ext>
            </a:extLst>
          </p:cNvPr>
          <p:cNvSpPr>
            <a:spLocks noGrp="1"/>
          </p:cNvSpPr>
          <p:nvPr/>
        </p:nvSpPr>
        <p:spPr>
          <a:xfrm>
            <a:off x="143541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완료 후</a:t>
            </a:r>
            <a:endParaRPr lang="ko-KR">
              <a:latin typeface="Calibri"/>
              <a:ea typeface="Calibri"/>
              <a:cs typeface="Calibri"/>
            </a:endParaRPr>
          </a:p>
        </p:txBody>
      </p:sp>
      <p:sp>
        <p:nvSpPr>
          <p:cNvPr id="18" name="dp42-background-16">
            <a:extLst>
              <a:ext uri="{FF2B5EF4-FFF2-40B4-BE49-F238E27FC236}">
                <ns2:creationId id="{1031E806-33E2-4ADF-92D2-64B70325358F}"/>
              </a:ext>
            </a:extLst>
          </p:cNvPr>
          <p:cNvSpPr>
            <a:spLocks noGrp="1"/>
          </p:cNvSpPr>
          <p:nvPr/>
        </p:nvSpPr>
        <p:spPr>
          <a:xfrm>
            <a:off x="495300" y="421957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대화</a:t>
            </a:r>
            <a:endParaRPr lang="ko-KR">
              <a:latin typeface="Calibri"/>
              <a:ea typeface="Calibri"/>
              <a:cs typeface="Calibri"/>
            </a:endParaRPr>
          </a:p>
        </p:txBody>
      </p:sp>
      <p:sp>
        <p:nvSpPr>
          <p:cNvPr id="19" name="dp42-background-17">
            <a:extLst>
              <a:ext uri="{FF2B5EF4-FFF2-40B4-BE49-F238E27FC236}">
                <ns2:creationId id="{96DD9D71-B355-443F-9CA4-97DA962DEE4A}"/>
              </a:ext>
            </a:extLst>
          </p:cNvPr>
          <p:cNvSpPr>
            <a:spLocks noGrp="1"/>
          </p:cNvSpPr>
          <p:nvPr/>
        </p:nvSpPr>
        <p:spPr>
          <a:xfrm>
            <a:off x="495300" y="4914900"/>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개별 요청</a:t>
            </a:r>
            <a:endParaRPr lang="ko-KR">
              <a:latin typeface="Calibri"/>
              <a:ea typeface="Calibri"/>
              <a:cs typeface="Calibri"/>
            </a:endParaRPr>
          </a:p>
        </p:txBody>
      </p:sp>
      <p:sp>
        <p:nvSpPr>
          <p:cNvPr id="20" name="dp42-background-18">
            <a:extLst>
              <a:ext uri="{FF2B5EF4-FFF2-40B4-BE49-F238E27FC236}">
                <ns2:creationId id="{BCE08429-4E32-4EAF-926F-651AEEBFEFB8}"/>
              </a:ext>
            </a:extLst>
          </p:cNvPr>
          <p:cNvSpPr>
            <a:spLocks noGrp="1"/>
          </p:cNvSpPr>
          <p:nvPr/>
        </p:nvSpPr>
        <p:spPr>
          <a:xfrm>
            <a:off x="495300" y="56483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업무</a:t>
            </a:r>
            <a:endParaRPr lang="ko-KR">
              <a:latin typeface="Calibri"/>
              <a:ea typeface="Calibri"/>
              <a:cs typeface="Calibri"/>
            </a:endParaRPr>
          </a:p>
        </p:txBody>
      </p:sp>
      <p:sp>
        <p:nvSpPr>
          <p:cNvPr id="21" name="dp42-background-19">
            <a:extLst>
              <a:ext uri="{FF2B5EF4-FFF2-40B4-BE49-F238E27FC236}">
                <ns2:creationId id="{BE58DE30-B591-469D-9682-50AED16124AF}"/>
              </a:ext>
            </a:extLst>
          </p:cNvPr>
          <p:cNvSpPr>
            <a:spLocks noGrp="1"/>
          </p:cNvSpPr>
          <p:nvPr/>
        </p:nvSpPr>
        <p:spPr>
          <a:xfrm>
            <a:off x="495300" y="64484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외부 실행</a:t>
            </a:r>
            <a:endParaRPr lang="ko-KR">
              <a:latin typeface="Calibri"/>
              <a:ea typeface="Calibri"/>
              <a:cs typeface="Calibri"/>
            </a:endParaRPr>
          </a:p>
        </p:txBody>
      </p:sp>
      <p:sp>
        <p:nvSpPr>
          <p:cNvPr id="22" name="dp42-background-20">
            <a:extLst>
              <a:ext uri="{FF2B5EF4-FFF2-40B4-BE49-F238E27FC236}">
                <ns2:creationId id="{9BDC3F42-7610-4093-B6C6-3370E0746F39}"/>
              </a:ext>
            </a:extLst>
          </p:cNvPr>
          <p:cNvSpPr>
            <a:spLocks noGrp="1"/>
          </p:cNvSpPr>
          <p:nvPr/>
        </p:nvSpPr>
        <p:spPr>
          <a:xfrm>
            <a:off x="3238500" y="4429125"/>
            <a:ext cx="14097000" cy="9525"/>
          </a:xfrm>
          <a:custGeom>
            <a:pathLst>
              <a:path w="14097000" h="9525">
                <a:moveTo>
                  <a:pt x="0" y="0"/>
                </a:moveTo>
                <a:lnTo>
                  <a:pt x="14097000" y="0"/>
                </a:lnTo>
              </a:path>
            </a:pathLst>
          </a:custGeom>
          <a:noFill/>
          <a:ln w="47625">
            <a:solidFill>
              <a:srgbClr val="00889A"/>
            </a:solidFill>
            <a:prstDash val="solid"/>
          </a:ln>
        </p:spPr>
      </p:sp>
      <p:sp>
        <p:nvSpPr>
          <p:cNvPr id="23" name="dp42-background-21">
            <a:extLst>
              <a:ext uri="{FF2B5EF4-FFF2-40B4-BE49-F238E27FC236}">
                <ns2:creationId id="{84C8E5C5-1FA1-4CFD-B72B-584A97077212}"/>
              </a:ext>
            </a:extLst>
          </p:cNvPr>
          <p:cNvSpPr>
            <a:spLocks noGrp="1"/>
          </p:cNvSpPr>
          <p:nvPr/>
        </p:nvSpPr>
        <p:spPr>
          <a:xfrm>
            <a:off x="8258175" y="4105275"/>
            <a:ext cx="76200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Voice를 꺼도 기록과 연결은 유지</a:t>
            </a:r>
            <a:endParaRPr lang="ko-KR">
              <a:latin typeface="Calibri"/>
              <a:ea typeface="Calibri"/>
              <a:cs typeface="Calibri"/>
            </a:endParaRPr>
          </a:p>
        </p:txBody>
      </p:sp>
      <p:sp>
        <p:nvSpPr>
          <p:cNvPr id="24" name="dp42-background-22">
            <a:extLst>
              <a:ext uri="{FF2B5EF4-FFF2-40B4-BE49-F238E27FC236}">
                <ns2:creationId id="{2BE70C54-18F1-4B71-9DA5-E0EB1CC9FBB2}"/>
              </a:ext>
            </a:extLst>
          </p:cNvPr>
          <p:cNvSpPr>
            <a:spLocks noGrp="1"/>
          </p:cNvSpPr>
          <p:nvPr/>
        </p:nvSpPr>
        <p:spPr>
          <a:xfrm>
            <a:off x="3238500" y="5124450"/>
            <a:ext cx="2000250" cy="9525"/>
          </a:xfrm>
          <a:custGeom>
            <a:pathLst>
              <a:path w="2000250" h="9525">
                <a:moveTo>
                  <a:pt x="0" y="0"/>
                </a:moveTo>
                <a:lnTo>
                  <a:pt x="2000250" y="0"/>
                </a:lnTo>
              </a:path>
            </a:pathLst>
          </a:custGeom>
          <a:noFill/>
          <a:ln w="66675">
            <a:solidFill>
              <a:srgbClr val="00889A"/>
            </a:solidFill>
            <a:prstDash val="solid"/>
          </a:ln>
        </p:spPr>
      </p:sp>
      <p:sp>
        <p:nvSpPr>
          <p:cNvPr id="25" name="dp42-background-23">
            <a:extLst>
              <a:ext uri="{FF2B5EF4-FFF2-40B4-BE49-F238E27FC236}">
                <ns2:creationId id="{416BA5B9-B928-47D7-8CDA-A23D1A747188}"/>
              </a:ext>
            </a:extLst>
          </p:cNvPr>
          <p:cNvSpPr>
            <a:spLocks noGrp="1"/>
          </p:cNvSpPr>
          <p:nvPr/>
        </p:nvSpPr>
        <p:spPr>
          <a:xfrm>
            <a:off x="7143750" y="5124450"/>
            <a:ext cx="2000250" cy="9525"/>
          </a:xfrm>
          <a:custGeom>
            <a:pathLst>
              <a:path w="2000250" h="9525">
                <a:moveTo>
                  <a:pt x="0" y="0"/>
                </a:moveTo>
                <a:lnTo>
                  <a:pt x="2000250" y="0"/>
                </a:lnTo>
              </a:path>
            </a:pathLst>
          </a:custGeom>
          <a:noFill/>
          <a:ln w="66675">
            <a:solidFill>
              <a:srgbClr val="00889A"/>
            </a:solidFill>
            <a:prstDash val="solid"/>
          </a:ln>
        </p:spPr>
      </p:sp>
      <p:sp>
        <p:nvSpPr>
          <p:cNvPr id="26" name="dp42-background-24">
            <a:extLst>
              <a:ext uri="{FF2B5EF4-FFF2-40B4-BE49-F238E27FC236}">
                <ns2:creationId id="{835A8733-61FD-4AF3-974A-C14ED24CDAD6}"/>
              </a:ext>
            </a:extLst>
          </p:cNvPr>
          <p:cNvSpPr>
            <a:spLocks noGrp="1"/>
          </p:cNvSpPr>
          <p:nvPr/>
        </p:nvSpPr>
        <p:spPr>
          <a:xfrm>
            <a:off x="14954250" y="5124450"/>
            <a:ext cx="2095500" cy="9525"/>
          </a:xfrm>
          <a:custGeom>
            <a:pathLst>
              <a:path w="2095500" h="9525">
                <a:moveTo>
                  <a:pt x="0" y="0"/>
                </a:moveTo>
                <a:lnTo>
                  <a:pt x="2095500" y="0"/>
                </a:lnTo>
              </a:path>
            </a:pathLst>
          </a:custGeom>
          <a:noFill/>
          <a:ln w="66675">
            <a:solidFill>
              <a:srgbClr val="00889A"/>
            </a:solidFill>
            <a:prstDash val="solid"/>
          </a:ln>
        </p:spPr>
      </p:sp>
      <p:sp>
        <p:nvSpPr>
          <p:cNvPr id="27" name="dp42-background-25">
            <a:extLst>
              <a:ext uri="{FF2B5EF4-FFF2-40B4-BE49-F238E27FC236}">
                <ns2:creationId id="{B942062C-AB50-461D-B951-5BE244BC2C01}"/>
              </a:ext>
            </a:extLst>
          </p:cNvPr>
          <p:cNvSpPr>
            <a:spLocks noGrp="1"/>
          </p:cNvSpPr>
          <p:nvPr/>
        </p:nvSpPr>
        <p:spPr>
          <a:xfrm>
            <a:off x="3143250" y="5276850"/>
            <a:ext cx="2857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위임 처리 종료</a:t>
            </a:r>
            <a:endParaRPr lang="ko-KR">
              <a:latin typeface="Calibri"/>
              <a:ea typeface="Calibri"/>
              <a:cs typeface="Calibri"/>
            </a:endParaRPr>
          </a:p>
        </p:txBody>
      </p:sp>
      <p:sp>
        <p:nvSpPr>
          <p:cNvPr id="28" name="dp42-background-26">
            <a:extLst>
              <a:ext uri="{FF2B5EF4-FFF2-40B4-BE49-F238E27FC236}">
                <ns2:creationId id="{BA561B67-3A4C-4C95-9AE0-9E66E7CAD3C2}"/>
              </a:ext>
            </a:extLst>
          </p:cNvPr>
          <p:cNvSpPr>
            <a:spLocks noGrp="1"/>
          </p:cNvSpPr>
          <p:nvPr/>
        </p:nvSpPr>
        <p:spPr>
          <a:xfrm>
            <a:off x="7143750" y="5276850"/>
            <a:ext cx="3238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새 작성 실행 없음</a:t>
            </a:r>
            <a:endParaRPr lang="ko-KR">
              <a:latin typeface="Calibri"/>
              <a:ea typeface="Calibri"/>
              <a:cs typeface="Calibri"/>
            </a:endParaRPr>
          </a:p>
        </p:txBody>
      </p:sp>
      <p:sp>
        <p:nvSpPr>
          <p:cNvPr id="29" name="dp42-background-27">
            <a:extLst>
              <a:ext uri="{FF2B5EF4-FFF2-40B4-BE49-F238E27FC236}">
                <ns2:creationId id="{9A7DE419-E9AC-4025-8B4A-557E92482F75}"/>
              </a:ext>
            </a:extLst>
          </p:cNvPr>
          <p:cNvSpPr>
            <a:spLocks noGrp="1"/>
          </p:cNvSpPr>
          <p:nvPr/>
        </p:nvSpPr>
        <p:spPr>
          <a:xfrm>
            <a:off x="3238500" y="5857875"/>
            <a:ext cx="14097000" cy="9525"/>
          </a:xfrm>
          <a:custGeom>
            <a:pathLst>
              <a:path w="14097000" h="9525">
                <a:moveTo>
                  <a:pt x="0" y="0"/>
                </a:moveTo>
                <a:lnTo>
                  <a:pt x="14097000" y="0"/>
                </a:lnTo>
              </a:path>
            </a:pathLst>
          </a:custGeom>
          <a:noFill/>
          <a:ln w="66675">
            <a:solidFill>
              <a:srgbClr val="00889A"/>
            </a:solidFill>
            <a:prstDash val="solid"/>
          </a:ln>
        </p:spPr>
      </p:sp>
      <p:sp>
        <p:nvSpPr>
          <p:cNvPr id="30" name="dp42-background-28">
            <a:extLst>
              <a:ext uri="{FF2B5EF4-FFF2-40B4-BE49-F238E27FC236}">
                <ns2:creationId id="{E783094D-E63D-447E-987A-912626E1C354}"/>
              </a:ext>
            </a:extLst>
          </p:cNvPr>
          <p:cNvSpPr>
            <a:spLocks noGrp="1"/>
          </p:cNvSpPr>
          <p:nvPr/>
        </p:nvSpPr>
        <p:spPr>
          <a:xfrm>
            <a:off x="12477750" y="6086475"/>
            <a:ext cx="4762500" cy="3810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같은 보고서 업무로 연결</a:t>
            </a:r>
            <a:endParaRPr lang="ko-KR">
              <a:latin typeface="Calibri"/>
              <a:ea typeface="Calibri"/>
              <a:cs typeface="Calibri"/>
            </a:endParaRPr>
          </a:p>
        </p:txBody>
      </p:sp>
      <p:sp>
        <p:nvSpPr>
          <p:cNvPr id="31" name="dp42-background-29">
            <a:extLst>
              <a:ext uri="{FF2B5EF4-FFF2-40B4-BE49-F238E27FC236}">
                <ns2:creationId id="{4C3F8402-0E5E-44DB-A3DD-08BC3098F652}"/>
              </a:ext>
            </a:extLst>
          </p:cNvPr>
          <p:cNvSpPr>
            <a:spLocks noGrp="1"/>
          </p:cNvSpPr>
          <p:nvPr/>
        </p:nvSpPr>
        <p:spPr>
          <a:xfrm>
            <a:off x="3238500" y="6657975"/>
            <a:ext cx="10096500" cy="9525"/>
          </a:xfrm>
          <a:custGeom>
            <a:pathLst>
              <a:path w="10096500" h="9525">
                <a:moveTo>
                  <a:pt x="0" y="0"/>
                </a:moveTo>
                <a:lnTo>
                  <a:pt x="10096500" y="0"/>
                </a:lnTo>
              </a:path>
            </a:pathLst>
          </a:custGeom>
          <a:noFill/>
          <a:ln w="66675">
            <a:solidFill>
              <a:srgbClr val="00889A"/>
            </a:solidFill>
            <a:prstDash val="solid"/>
          </a:ln>
        </p:spPr>
      </p:sp>
      <p:sp>
        <p:nvSpPr>
          <p:cNvPr id="32" name="dp42-background-30">
            <a:extLst>
              <a:ext uri="{FF2B5EF4-FFF2-40B4-BE49-F238E27FC236}">
                <ns2:creationId id="{0E8C210B-96B8-4CCD-BC30-3EEFB80F7096}"/>
              </a:ext>
            </a:extLst>
          </p:cNvPr>
          <p:cNvSpPr>
            <a:spLocks noGrp="1"/>
          </p:cNvSpPr>
          <p:nvPr/>
        </p:nvSpPr>
        <p:spPr>
          <a:xfrm>
            <a:off x="14906625" y="6657975"/>
            <a:ext cx="2428875" cy="9525"/>
          </a:xfrm>
          <a:custGeom>
            <a:pathLst>
              <a:path w="2428875" h="9525">
                <a:moveTo>
                  <a:pt x="0" y="0"/>
                </a:moveTo>
                <a:lnTo>
                  <a:pt x="2428875" y="0"/>
                </a:lnTo>
              </a:path>
            </a:pathLst>
          </a:custGeom>
          <a:noFill/>
          <a:ln w="66675">
            <a:solidFill>
              <a:srgbClr val="00889A"/>
            </a:solidFill>
            <a:prstDash val="solid"/>
          </a:ln>
        </p:spPr>
      </p:sp>
      <p:sp>
        <p:nvSpPr>
          <p:cNvPr id="33" name="dp42-background-31">
            <a:extLst>
              <a:ext uri="{FF2B5EF4-FFF2-40B4-BE49-F238E27FC236}">
                <ns2:creationId id="{C8A589E1-4F2C-4D90-AD9F-6EF320E15BDF}"/>
              </a:ext>
            </a:extLst>
          </p:cNvPr>
          <p:cNvSpPr>
            <a:spLocks noGrp="1"/>
          </p:cNvSpPr>
          <p:nvPr/>
        </p:nvSpPr>
        <p:spPr>
          <a:xfrm>
            <a:off x="3238500" y="6819900"/>
            <a:ext cx="295275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실행</a:t>
            </a:r>
            <a:endParaRPr lang="ko-KR">
              <a:latin typeface="Calibri"/>
              <a:ea typeface="Calibri"/>
              <a:cs typeface="Calibri"/>
            </a:endParaRPr>
          </a:p>
        </p:txBody>
      </p:sp>
      <p:sp>
        <p:nvSpPr>
          <p:cNvPr id="34" name="dp42-background-32">
            <a:extLst>
              <a:ext uri="{FF2B5EF4-FFF2-40B4-BE49-F238E27FC236}">
                <ns2:creationId id="{7805750A-A44F-4FE5-9FFB-933470F459AB}"/>
              </a:ext>
            </a:extLst>
          </p:cNvPr>
          <p:cNvSpPr>
            <a:spLocks noGrp="1"/>
          </p:cNvSpPr>
          <p:nvPr/>
        </p:nvSpPr>
        <p:spPr>
          <a:xfrm>
            <a:off x="14906625" y="6819900"/>
            <a:ext cx="24765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새 수정 실행</a:t>
            </a:r>
            <a:endParaRPr lang="ko-KR">
              <a:latin typeface="Calibri"/>
              <a:ea typeface="Calibri"/>
              <a:cs typeface="Calibri"/>
            </a:endParaRPr>
          </a:p>
        </p:txBody>
      </p:sp>
      <p:sp>
        <p:nvSpPr>
          <p:cNvPr id="35" name="dp42-background-33">
            <a:extLst>
              <a:ext uri="{FF2B5EF4-FFF2-40B4-BE49-F238E27FC236}">
                <ns2:creationId id="{38859A0B-55E8-4342-8F92-968A42F9809B}"/>
              </a:ext>
            </a:extLst>
          </p:cNvPr>
          <p:cNvSpPr>
            <a:spLocks noGrp="1"/>
          </p:cNvSpPr>
          <p:nvPr/>
        </p:nvSpPr>
        <p:spPr>
          <a:xfrm>
            <a:off x="10096500" y="7143750"/>
            <a:ext cx="4381500" cy="704850"/>
          </a:xfrm>
          <a:prstGeom prst="rect">
            <a:avLst/>
          </a:prstGeom>
          <a:solidFill>
            <a:srgbClr val="F2F2F2"/>
          </a:solidFill>
          <a:ln w="19050">
            <a:solidFill>
              <a:srgbClr val="A6A6A6"/>
            </a:solidFill>
          </a:ln>
        </p:spPr>
        <p:txBody>
          <a:bodyPr wrap="none" lIns="133350" tIns="0" rIns="13335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대기 질문 유지</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답변·만료로 종료</a:t>
            </a:r>
            <a:endParaRPr lang="ko-KR">
              <a:latin typeface="Calibri"/>
              <a:ea typeface="Calibri"/>
              <a:cs typeface="Calibri"/>
            </a:endParaRPr>
          </a:p>
        </p:txBody>
      </p:sp>
      <p:sp>
        <p:nvSpPr>
          <p:cNvPr id="36" name="dp42-background-34">
            <a:extLst>
              <a:ext uri="{FF2B5EF4-FFF2-40B4-BE49-F238E27FC236}">
                <ns2:creationId id="{FB586576-F7E8-4A34-A686-32F755793A50}"/>
              </a:ext>
            </a:extLst>
          </p:cNvPr>
          <p:cNvSpPr>
            <a:spLocks noGrp="1"/>
          </p:cNvSpPr>
          <p:nvPr/>
        </p:nvSpPr>
        <p:spPr>
          <a:xfrm>
            <a:off x="495300" y="799147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요청·Voice 종료를 업무 종료로 다루면, 연결을 잃거나 같은 작성을 다시 시작할 수 있습니다.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20 / 63</a:t>
            </a:r>
            <a:endParaRPr lang="ko-KR">
              <a:latin typeface="Calibri"/>
              <a:ea typeface="Calibri"/>
              <a:cs typeface="Calibri"/>
            </a:endParaRPr>
          </a:p>
        </p:txBody>
      </p:sp>
    </p:spTree>
    <p:extLst>
      <p:ext uri="{BB962C8B-B14F-4D97-AF65-F5344CB8AC3E}">
        <p14:creationId val="569017057"/>
      </p:ext>
    </p:extLst>
  </p:cSld>
</p:sld>
</file>

<file path=ppt/slides/slide62.xml><?xml version="1.0" encoding="utf-8"?>
<p:sld xmlns:a="http://schemas.openxmlformats.org/drawingml/2006/main" xmlns:ns2="http://schemas.microsoft.com/office/drawing/2014/main" xmlns:p="http://schemas.openxmlformats.org/presentationml/2006/main" xmlns:p14="http://schemas.microsoft.com/office/powerpoint/2010/main">
  <p:cSld name="dp45-basic-v8">
    <p:bg>
      <p:bgPr>
        <a:solidFill>
          <a:srgbClr val="FFFFFF"/>
        </a:solidFill>
      </p:bgPr>
    </p:bg>
    <p:spTree>
      <p:nvGrpSpPr>
        <p:cNvPr id="2" name=""/>
        <p:cNvGrpSpPr/>
        <p:nvPr/>
      </p:nvGrpSpPr>
      <p:grpSpPr>
        <a:xfrm/>
      </p:grpSpPr>
      <p:sp>
        <p:nvSpPr>
          <p:cNvPr id="3" name="dp45-basic-structures-1">
            <a:extLst>
              <a:ext uri="{FF2B5EF4-FFF2-40B4-BE49-F238E27FC236}">
                <ns2:creationId id="{D0FF8B1D-FAD1-45AC-B3AD-ACF9A4D2D184}"/>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기본 구조와 보완 택틱</a:t>
            </a:r>
            <a:endParaRPr lang="ko-KR">
              <a:latin typeface="Calibri"/>
              <a:ea typeface="Calibri"/>
              <a:cs typeface="Calibri"/>
            </a:endParaRPr>
          </a:p>
        </p:txBody>
      </p:sp>
      <p:sp>
        <p:nvSpPr>
          <p:cNvPr id="4" name="dp45-basic-structures-2">
            <a:extLst>
              <a:ext uri="{FF2B5EF4-FFF2-40B4-BE49-F238E27FC236}">
                <ns2:creationId id="{D894727F-D71A-4F9D-8719-7DCA8F64440E}"/>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sic-structures-3">
            <a:extLst>
              <a:ext uri="{FF2B5EF4-FFF2-40B4-BE49-F238E27FC236}">
                <ns2:creationId id="{CF6FA5E5-D74D-42E8-A0F5-D6008D64B429}"/>
              </a:ext>
            </a:extLst>
          </p:cNvPr>
          <p:cNvSpPr>
            <a:spLocks noGrp="1"/>
          </p:cNvSpPr>
          <p:nvPr/>
        </p:nvSpPr>
        <p:spPr>
          <a:xfrm>
            <a:off x="495300" y="1466850"/>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같은 과거 기록과 같은 현재 요청을 사용합니다.</a:t>
            </a:r>
            <a:endParaRPr lang="ko-KR">
              <a:latin typeface="Calibri"/>
              <a:ea typeface="Calibri"/>
              <a:cs typeface="Calibri"/>
            </a:endParaRPr>
          </a:p>
        </p:txBody>
      </p:sp>
      <p:sp>
        <p:nvSpPr>
          <p:cNvPr id="6" name="dp45-basic-structures-4">
            <a:extLst>
              <a:ext uri="{FF2B5EF4-FFF2-40B4-BE49-F238E27FC236}">
                <ns2:creationId id="{437864D2-6196-457D-99D3-07279D4D5589}"/>
              </a:ext>
            </a:extLst>
          </p:cNvPr>
          <p:cNvSpPr>
            <a:spLocks noGrp="1"/>
          </p:cNvSpPr>
          <p:nvPr/>
        </p:nvSpPr>
        <p:spPr>
          <a:xfrm>
            <a:off x="495300" y="2171700"/>
            <a:ext cx="8382000" cy="590550"/>
          </a:xfrm>
          <a:prstGeom prst="rect">
            <a:avLst/>
          </a:prstGeom>
          <a:solidFill>
            <a:srgbClr val="E8EEF5"/>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필요할 때 원본에서 구성</a:t>
            </a:r>
            <a:endParaRPr lang="ko-KR">
              <a:latin typeface="Calibri"/>
              <a:ea typeface="Calibri"/>
              <a:cs typeface="Calibri"/>
            </a:endParaRPr>
          </a:p>
        </p:txBody>
      </p:sp>
      <p:sp>
        <p:nvSpPr>
          <p:cNvPr id="7" name="dp45-basic-structures-5">
            <a:extLst>
              <a:ext uri="{FF2B5EF4-FFF2-40B4-BE49-F238E27FC236}">
                <ns2:creationId id="{20E65FC2-A43F-46FE-99F6-EEC015326A00}"/>
              </a:ext>
            </a:extLst>
          </p:cNvPr>
          <p:cNvSpPr>
            <a:spLocks noGrp="1"/>
          </p:cNvSpPr>
          <p:nvPr/>
        </p:nvSpPr>
        <p:spPr>
          <a:xfrm>
            <a:off x="9353550" y="2171700"/>
            <a:ext cx="8439150" cy="590550"/>
          </a:xfrm>
          <a:prstGeom prst="rect">
            <a:avLst/>
          </a:prstGeom>
          <a:solidFill>
            <a:srgbClr val="FFF6D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가공한 과거 기억을 유지해 조회</a:t>
            </a:r>
            <a:endParaRPr lang="ko-KR">
              <a:latin typeface="Calibri"/>
              <a:ea typeface="Calibri"/>
              <a:cs typeface="Calibri"/>
            </a:endParaRPr>
          </a:p>
        </p:txBody>
      </p:sp>
      <p:sp>
        <p:nvSpPr>
          <p:cNvPr id="8" name="dp45-basic-structures-6">
            <a:extLst>
              <a:ext uri="{FF2B5EF4-FFF2-40B4-BE49-F238E27FC236}">
                <ns2:creationId id="{3C10165A-AD11-4DDA-B65D-90832BADAB95}"/>
              </a:ext>
            </a:extLst>
          </p:cNvPr>
          <p:cNvSpPr>
            <a:spLocks noGrp="1"/>
          </p:cNvSpPr>
          <p:nvPr/>
        </p:nvSpPr>
        <p:spPr>
          <a:xfrm>
            <a:off x="106680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9" name="dp45-basic-structures-7">
            <a:extLst>
              <a:ext uri="{FF2B5EF4-FFF2-40B4-BE49-F238E27FC236}">
                <ns2:creationId id="{5ABDF119-C787-4706-A713-0D3720F0C032}"/>
              </a:ext>
            </a:extLst>
          </p:cNvPr>
          <p:cNvSpPr>
            <a:spLocks noGrp="1"/>
          </p:cNvSpPr>
          <p:nvPr/>
        </p:nvSpPr>
        <p:spPr>
          <a:xfrm>
            <a:off x="992505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10" name="dp45-basic-structures-8">
            <a:extLst>
              <a:ext uri="{FF2B5EF4-FFF2-40B4-BE49-F238E27FC236}">
                <ns2:creationId id="{20ADE678-4CBA-43AA-BF75-9BA8C70D4E57}"/>
              </a:ext>
            </a:extLst>
          </p:cNvPr>
          <p:cNvSpPr>
            <a:spLocks noGrp="1"/>
          </p:cNvSpPr>
          <p:nvPr/>
        </p:nvSpPr>
        <p:spPr>
          <a:xfrm>
            <a:off x="4686300" y="3762375"/>
            <a:ext cx="9525" cy="581025"/>
          </a:xfrm>
          <a:custGeom>
            <a:pathLst>
              <a:path w="9525" h="581025">
                <a:moveTo>
                  <a:pt x="0" y="0"/>
                </a:moveTo>
                <a:lnTo>
                  <a:pt x="0" y="581025"/>
                </a:lnTo>
              </a:path>
            </a:pathLst>
          </a:custGeom>
          <a:noFill/>
          <a:ln w="23813">
            <a:solidFill>
              <a:srgbClr val="00889A"/>
            </a:solidFill>
            <a:prstDash val="solid"/>
          </a:ln>
        </p:spPr>
      </p:sp>
      <p:sp>
        <p:nvSpPr>
          <p:cNvPr id="11" name="dp45-basic-structures-8-arrow">
            <a:extLst>
              <a:ext uri="{FF2B5EF4-FFF2-40B4-BE49-F238E27FC236}">
                <ns2:creationId id="{838D86F2-EBF2-4C67-AA18-1B713944212E}"/>
              </a:ext>
            </a:extLst>
          </p:cNvPr>
          <p:cNvSpPr>
            <a:spLocks noGrp="1"/>
          </p:cNvSpPr>
          <p:nvPr/>
        </p:nvSpPr>
        <p:spPr>
          <a:xfrm>
            <a:off x="4626935" y="423473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2" name="dp45-basic-structures-9">
            <a:extLst>
              <a:ext uri="{FF2B5EF4-FFF2-40B4-BE49-F238E27FC236}">
                <ns2:creationId id="{96616369-92D1-4A0A-A590-3860EB0159CA}"/>
              </a:ext>
            </a:extLst>
          </p:cNvPr>
          <p:cNvSpPr>
            <a:spLocks noGrp="1"/>
          </p:cNvSpPr>
          <p:nvPr/>
        </p:nvSpPr>
        <p:spPr>
          <a:xfrm>
            <a:off x="1066800" y="4467225"/>
            <a:ext cx="7239000" cy="81915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요청에 필요한 맥락 구성</a:t>
            </a:r>
            <a:endParaRPr lang="ko-KR">
              <a:latin typeface="Calibri"/>
              <a:ea typeface="Calibri"/>
              <a:cs typeface="Calibri"/>
            </a:endParaRPr>
          </a:p>
        </p:txBody>
      </p:sp>
      <p:sp>
        <p:nvSpPr>
          <p:cNvPr id="13" name="dp45-basic-structures-10">
            <a:extLst>
              <a:ext uri="{FF2B5EF4-FFF2-40B4-BE49-F238E27FC236}">
                <ns2:creationId id="{2DFCD498-DA8C-4A45-A902-8701CE04D2D8}"/>
              </a:ext>
            </a:extLst>
          </p:cNvPr>
          <p:cNvSpPr>
            <a:spLocks noGrp="1"/>
          </p:cNvSpPr>
          <p:nvPr/>
        </p:nvSpPr>
        <p:spPr>
          <a:xfrm>
            <a:off x="4686300" y="5286375"/>
            <a:ext cx="9525" cy="409575"/>
          </a:xfrm>
          <a:custGeom>
            <a:pathLst>
              <a:path w="9525" h="409575">
                <a:moveTo>
                  <a:pt x="0" y="0"/>
                </a:moveTo>
                <a:lnTo>
                  <a:pt x="0" y="409575"/>
                </a:lnTo>
              </a:path>
            </a:pathLst>
          </a:custGeom>
          <a:noFill/>
          <a:ln w="23813">
            <a:solidFill>
              <a:srgbClr val="00889A"/>
            </a:solidFill>
            <a:prstDash val="solid"/>
          </a:ln>
        </p:spPr>
      </p:sp>
      <p:sp>
        <p:nvSpPr>
          <p:cNvPr id="14" name="dp45-basic-structures-10-arrow">
            <a:extLst>
              <a:ext uri="{FF2B5EF4-FFF2-40B4-BE49-F238E27FC236}">
                <ns2:creationId id="{74DA7C39-573F-40D1-8342-D8AFA256510F}"/>
              </a:ext>
            </a:extLst>
          </p:cNvPr>
          <p:cNvSpPr>
            <a:spLocks noGrp="1"/>
          </p:cNvSpPr>
          <p:nvPr/>
        </p:nvSpPr>
        <p:spPr>
          <a:xfrm>
            <a:off x="4626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5" name="dp45-basic-structures-11">
            <a:extLst>
              <a:ext uri="{FF2B5EF4-FFF2-40B4-BE49-F238E27FC236}">
                <ns2:creationId id="{7D9D489C-BD6C-4B25-ABE9-0704B18895D8}"/>
              </a:ext>
            </a:extLst>
          </p:cNvPr>
          <p:cNvSpPr>
            <a:spLocks noGrp="1"/>
          </p:cNvSpPr>
          <p:nvPr/>
        </p:nvSpPr>
        <p:spPr>
          <a:xfrm>
            <a:off x="1066800" y="5848350"/>
            <a:ext cx="7239000" cy="42862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요청의 근거로 반환</a:t>
            </a:r>
            <a:endParaRPr lang="ko-KR">
              <a:latin typeface="Calibri"/>
              <a:ea typeface="Calibri"/>
              <a:cs typeface="Calibri"/>
            </a:endParaRPr>
          </a:p>
        </p:txBody>
      </p:sp>
      <p:sp>
        <p:nvSpPr>
          <p:cNvPr id="16" name="dp45-basic-structures-12">
            <a:extLst>
              <a:ext uri="{FF2B5EF4-FFF2-40B4-BE49-F238E27FC236}">
                <ns2:creationId id="{3BB1E30D-646E-49D9-BF24-28EAD14BF3A2}"/>
              </a:ext>
            </a:extLst>
          </p:cNvPr>
          <p:cNvSpPr>
            <a:spLocks noGrp="1"/>
          </p:cNvSpPr>
          <p:nvPr/>
        </p:nvSpPr>
        <p:spPr>
          <a:xfrm>
            <a:off x="13544550" y="3762375"/>
            <a:ext cx="9525" cy="514350"/>
          </a:xfrm>
          <a:custGeom>
            <a:pathLst>
              <a:path w="9525" h="514350">
                <a:moveTo>
                  <a:pt x="0" y="0"/>
                </a:moveTo>
                <a:lnTo>
                  <a:pt x="0" y="514350"/>
                </a:lnTo>
              </a:path>
            </a:pathLst>
          </a:custGeom>
          <a:noFill/>
          <a:ln w="23813">
            <a:solidFill>
              <a:srgbClr val="00889A"/>
            </a:solidFill>
            <a:prstDash val="solid"/>
          </a:ln>
        </p:spPr>
      </p:sp>
      <p:sp>
        <p:nvSpPr>
          <p:cNvPr id="17" name="dp45-basic-structures-12-arrow">
            <a:extLst>
              <a:ext uri="{FF2B5EF4-FFF2-40B4-BE49-F238E27FC236}">
                <ns2:creationId id="{79B1B887-8526-4E81-A2B9-A66802C5BC4B}"/>
              </a:ext>
            </a:extLst>
          </p:cNvPr>
          <p:cNvSpPr>
            <a:spLocks noGrp="1"/>
          </p:cNvSpPr>
          <p:nvPr/>
        </p:nvSpPr>
        <p:spPr>
          <a:xfrm>
            <a:off x="13485185" y="41680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sic-structures-13">
            <a:extLst>
              <a:ext uri="{FF2B5EF4-FFF2-40B4-BE49-F238E27FC236}">
                <ns2:creationId id="{B7AB5D33-DD2C-4A95-AC47-A0C6EC30F64B}"/>
              </a:ext>
            </a:extLst>
          </p:cNvPr>
          <p:cNvSpPr>
            <a:spLocks noGrp="1"/>
          </p:cNvSpPr>
          <p:nvPr/>
        </p:nvSpPr>
        <p:spPr>
          <a:xfrm>
            <a:off x="9925050" y="4371975"/>
            <a:ext cx="7239000" cy="76200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가공한 과거 기억 생산·유지</a:t>
            </a:r>
            <a:endParaRPr lang="ko-KR">
              <a:latin typeface="Calibri"/>
              <a:ea typeface="Calibri"/>
              <a:cs typeface="Calibri"/>
            </a:endParaRPr>
          </a:p>
        </p:txBody>
      </p:sp>
      <p:sp>
        <p:nvSpPr>
          <p:cNvPr id="19" name="dp45-basic-structures-14">
            <a:extLst>
              <a:ext uri="{FF2B5EF4-FFF2-40B4-BE49-F238E27FC236}">
                <ns2:creationId id="{2D2DDDEB-CA95-46DE-A433-942B05DA18D9}"/>
              </a:ext>
            </a:extLst>
          </p:cNvPr>
          <p:cNvSpPr>
            <a:spLocks noGrp="1"/>
          </p:cNvSpPr>
          <p:nvPr/>
        </p:nvSpPr>
        <p:spPr>
          <a:xfrm>
            <a:off x="13544550" y="5133975"/>
            <a:ext cx="9525" cy="419100"/>
          </a:xfrm>
          <a:custGeom>
            <a:pathLst>
              <a:path w="9525" h="419100">
                <a:moveTo>
                  <a:pt x="0" y="0"/>
                </a:moveTo>
                <a:lnTo>
                  <a:pt x="0" y="419100"/>
                </a:lnTo>
              </a:path>
            </a:pathLst>
          </a:custGeom>
          <a:noFill/>
          <a:ln w="23813">
            <a:solidFill>
              <a:srgbClr val="00889A"/>
            </a:solidFill>
            <a:prstDash val="solid"/>
          </a:ln>
        </p:spPr>
      </p:sp>
      <p:sp>
        <p:nvSpPr>
          <p:cNvPr id="20" name="dp45-basic-structures-14-arrow">
            <a:extLst>
              <a:ext uri="{FF2B5EF4-FFF2-40B4-BE49-F238E27FC236}">
                <ns2:creationId id="{B8716FFE-C07F-4023-82A6-C312B719C404}"/>
              </a:ext>
            </a:extLst>
          </p:cNvPr>
          <p:cNvSpPr>
            <a:spLocks noGrp="1"/>
          </p:cNvSpPr>
          <p:nvPr/>
        </p:nvSpPr>
        <p:spPr>
          <a:xfrm>
            <a:off x="13485185" y="544440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sic-structures-15">
            <a:extLst>
              <a:ext uri="{FF2B5EF4-FFF2-40B4-BE49-F238E27FC236}">
                <ns2:creationId id="{C945E429-F773-4124-97E5-E98937A885D8}"/>
              </a:ext>
            </a:extLst>
          </p:cNvPr>
          <p:cNvSpPr>
            <a:spLocks noGrp="1"/>
          </p:cNvSpPr>
          <p:nvPr/>
        </p:nvSpPr>
        <p:spPr>
          <a:xfrm>
            <a:off x="9925050" y="5753100"/>
            <a:ext cx="7239000" cy="52387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요청이 필요한 기억을 조회</a:t>
            </a:r>
            <a:endParaRPr lang="ko-KR">
              <a:latin typeface="Calibri"/>
              <a:ea typeface="Calibri"/>
              <a:cs typeface="Calibri"/>
            </a:endParaRPr>
          </a:p>
        </p:txBody>
      </p:sp>
      <p:sp>
        <p:nvSpPr>
          <p:cNvPr id="22" name="dp45-basic-structures-16">
            <a:extLst>
              <a:ext uri="{FF2B5EF4-FFF2-40B4-BE49-F238E27FC236}">
                <ns2:creationId id="{117C51F7-CAF8-44A3-BE06-A2BA4B9BC96B}"/>
              </a:ext>
            </a:extLst>
          </p:cNvPr>
          <p:cNvSpPr>
            <a:spLocks noGrp="1"/>
          </p:cNvSpPr>
          <p:nvPr/>
        </p:nvSpPr>
        <p:spPr>
          <a:xfrm>
            <a:off x="495300" y="6705600"/>
            <a:ext cx="17297400" cy="9525"/>
          </a:xfrm>
          <a:custGeom>
            <a:pathLst>
              <a:path w="17297400" h="9525">
                <a:moveTo>
                  <a:pt x="0" y="0"/>
                </a:moveTo>
                <a:lnTo>
                  <a:pt x="17297400" y="0"/>
                </a:lnTo>
              </a:path>
            </a:pathLst>
          </a:custGeom>
          <a:noFill/>
          <a:ln w="14288">
            <a:solidFill>
              <a:srgbClr val="A6A6A6"/>
            </a:solidFill>
            <a:prstDash val="solid"/>
          </a:ln>
        </p:spPr>
      </p:sp>
      <p:sp>
        <p:nvSpPr>
          <p:cNvPr id="23" name="dp45-basic-structures-17">
            <a:extLst>
              <a:ext uri="{FF2B5EF4-FFF2-40B4-BE49-F238E27FC236}">
                <ns2:creationId id="{96B3064B-127C-4EF4-BA5C-0D0DCB5558E6}"/>
              </a:ext>
            </a:extLst>
          </p:cNvPr>
          <p:cNvSpPr>
            <a:spLocks noGrp="1"/>
          </p:cNvSpPr>
          <p:nvPr/>
        </p:nvSpPr>
        <p:spPr>
          <a:xfrm>
            <a:off x="495300" y="6924675"/>
            <a:ext cx="17297400" cy="42862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구조를 보완하는 택틱</a:t>
            </a:r>
            <a:endParaRPr lang="ko-KR">
              <a:latin typeface="Calibri"/>
              <a:ea typeface="Calibri"/>
              <a:cs typeface="Calibri"/>
            </a:endParaRPr>
          </a:p>
        </p:txBody>
      </p:sp>
      <p:sp>
        <p:nvSpPr>
          <p:cNvPr id="24" name="dp45-basic-structures-18">
            <a:extLst>
              <a:ext uri="{FF2B5EF4-FFF2-40B4-BE49-F238E27FC236}">
                <ns2:creationId id="{8E096910-128A-41FD-A7E7-97B75D0F5582}"/>
              </a:ext>
            </a:extLst>
          </p:cNvPr>
          <p:cNvSpPr>
            <a:spLocks noGrp="1"/>
          </p:cNvSpPr>
          <p:nvPr/>
        </p:nvSpPr>
        <p:spPr>
          <a:xfrm>
            <a:off x="495300" y="7515225"/>
            <a:ext cx="83820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A  요약·색인·cache와 부분 갱신</a:t>
            </a:r>
            <a:endParaRPr lang="ko-KR">
              <a:latin typeface="Calibri"/>
              <a:ea typeface="Calibri"/>
              <a:cs typeface="Calibri"/>
            </a:endParaRPr>
          </a:p>
        </p:txBody>
      </p:sp>
      <p:sp>
        <p:nvSpPr>
          <p:cNvPr id="25" name="dp45-basic-structures-19">
            <a:extLst>
              <a:ext uri="{FF2B5EF4-FFF2-40B4-BE49-F238E27FC236}">
                <ns2:creationId id="{78A89E72-E699-4053-A791-44EDAA74FF57}"/>
              </a:ext>
            </a:extLst>
          </p:cNvPr>
          <p:cNvSpPr>
            <a:spLocks noGrp="1"/>
          </p:cNvSpPr>
          <p:nvPr/>
        </p:nvSpPr>
        <p:spPr>
          <a:xfrm>
            <a:off x="9353550" y="7515225"/>
            <a:ext cx="843915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B  생산 범위 선택·증분 갱신·무효화</a:t>
            </a:r>
            <a:endParaRPr lang="ko-KR">
              <a:latin typeface="Calibri"/>
              <a:ea typeface="Calibri"/>
              <a:cs typeface="Calibri"/>
            </a:endParaRPr>
          </a:p>
        </p:txBody>
      </p:sp>
      <p:sp>
        <p:nvSpPr>
          <p:cNvPr id="26" name="dp45-basic-structures-20">
            <a:extLst>
              <a:ext uri="{FF2B5EF4-FFF2-40B4-BE49-F238E27FC236}">
                <ns2:creationId id="{386E3795-3381-4C20-B47E-AA293213E5A1}"/>
              </a:ext>
            </a:extLst>
          </p:cNvPr>
          <p:cNvSpPr>
            <a:spLocks noGrp="1"/>
          </p:cNvSpPr>
          <p:nvPr/>
        </p:nvSpPr>
        <p:spPr>
          <a:xfrm>
            <a:off x="495300" y="826770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수정·삭제와 실제 전달 범위 반영은 양안 공통 요구입니다.</a:t>
            </a:r>
            <a:endParaRPr lang="ko-KR">
              <a:latin typeface="Calibri"/>
              <a:ea typeface="Calibri"/>
              <a:cs typeface="Calibri"/>
            </a:endParaRPr>
          </a:p>
        </p:txBody>
      </p:sp>
      <p:sp>
        <p:nvSpPr>
          <p:cNvPr id="27" name="dp45-basic-structures-21">
            <a:extLst>
              <a:ext uri="{FF2B5EF4-FFF2-40B4-BE49-F238E27FC236}">
                <ns2:creationId id="{48041E13-81C2-4AB5-BEF4-60850E322F72}"/>
              </a:ext>
            </a:extLst>
          </p:cNvPr>
          <p:cNvSpPr>
            <a:spLocks noGrp="1"/>
          </p:cNvSpPr>
          <p:nvPr/>
        </p:nvSpPr>
        <p:spPr>
          <a:xfrm>
            <a:off x="495300" y="8991600"/>
            <a:ext cx="17297400" cy="571500"/>
          </a:xfrm>
          <a:prstGeom prst="rect">
            <a:avLst/>
          </a:prstGeom>
          <a:noFill/>
          <a:ln w="0">
            <a:noFill/>
          </a:ln>
        </p:spPr>
        <p:txBody>
          <a:bodyPr wrap="none" lIns="0" tIns="0" rIns="0" bIns="0" anchor="ctr">
            <a:noAutofit/>
          </a:bodyPr>
          <a:lstStyle>
            <a:defPPr algn="l">
              <a:defRPr sz="2100" b="0" lang="ko-KR">
                <a:solidFill>
                  <a:srgbClr val="000000"/>
                </a:solidFill>
                <a:latin typeface="Calibri"/>
                <a:ea typeface="Calibri"/>
                <a:cs typeface="Calibri"/>
              </a:defRPr>
            </a:defP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A의 구성 비용과 B의 생산·유지 비용을, 첫 사용·반복·정정 이후 장면에서 비교합니다.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18 / 63</a:t>
            </a:r>
            <a:endParaRPr lang="ko-KR">
              <a:latin typeface="Calibri"/>
              <a:ea typeface="Calibri"/>
              <a:cs typeface="Calibri"/>
            </a:endParaRPr>
          </a:p>
        </p:txBody>
      </p:sp>
    </p:spTree>
    <p:extLst>
      <p:ext uri="{BB962C8B-B14F-4D97-AF65-F5344CB8AC3E}">
        <p14:creationId val="134507861"/>
      </p:ext>
    </p:extLst>
  </p:cSld>
</p:sld>
</file>

<file path=ppt/slides/slide63.xml><?xml version="1.0" encoding="utf-8"?>
<p:sld xmlns:a="http://schemas.openxmlformats.org/drawingml/2006/main" xmlns:ns2="http://schemas.microsoft.com/office/drawing/2014/main" xmlns:p="http://schemas.openxmlformats.org/presentationml/2006/main" xmlns:p14="http://schemas.microsoft.com/office/powerpoint/2010/main">
  <p:cSld name="screen-grounding-background-v8">
    <p:bg>
      <p:bgPr>
        <a:solidFill>
          <a:srgbClr val="FFFFFF"/>
        </a:solidFill>
      </p:bgPr>
    </p:bg>
    <p:spTree>
      <p:nvGrpSpPr>
        <p:cNvPr id="2" name=""/>
        <p:cNvGrpSpPr/>
        <p:nvPr/>
      </p:nvGrpSpPr>
      <p:grpSpPr>
        <a:xfrm/>
      </p:grpSpPr>
      <p:sp>
        <p:nvSpPr>
          <p:cNvPr id="3" name="screen-voice-grounding-background-1">
            <a:extLst>
              <a:ext uri="{FF2B5EF4-FFF2-40B4-BE49-F238E27FC236}">
                <ns2:creationId id="{90729CC9-555A-48BC-8E7C-C8D1FD46612D}"/>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화면과 음성 지칭의 결합 (문제)</a:t>
            </a:r>
            <a:endParaRPr lang="ko-KR">
              <a:latin typeface="Calibri"/>
              <a:ea typeface="Calibri"/>
              <a:cs typeface="Calibri"/>
            </a:endParaRPr>
          </a:p>
        </p:txBody>
      </p:sp>
      <p:sp>
        <p:nvSpPr>
          <p:cNvPr id="4" name="screen-voice-grounding-background-2">
            <a:extLst>
              <a:ext uri="{FF2B5EF4-FFF2-40B4-BE49-F238E27FC236}">
                <ns2:creationId id="{FD01AB21-7F54-4901-8D29-594C61663B47}"/>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screen-voice-grounding-background-3">
            <a:extLst>
              <a:ext uri="{FF2B5EF4-FFF2-40B4-BE49-F238E27FC236}">
                <ns2:creationId id="{94E94543-51A5-4FE4-A4A2-6097BB1ADA0A}"/>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screen-voice-grounding-background-4">
            <a:extLst>
              <a:ext uri="{FF2B5EF4-FFF2-40B4-BE49-F238E27FC236}">
                <ns2:creationId id="{26EEB88B-40D3-41D1-959E-11B0E7502BF7}"/>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screen-voice-grounding-background-5">
            <a:extLst>
              <a:ext uri="{FF2B5EF4-FFF2-40B4-BE49-F238E27FC236}">
                <ns2:creationId id="{C88D40C9-3CE3-401C-B094-AD14916DB960}"/>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말과 손동작을 당시 화면에 연결해,</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사용자가 뜻한 대상을 어떻게 찾을까?</a:t>
            </a:r>
            <a:endParaRPr lang="ko-KR">
              <a:latin typeface="Calibri"/>
              <a:ea typeface="Calibri"/>
              <a:cs typeface="Calibri"/>
            </a:endParaRPr>
          </a:p>
        </p:txBody>
      </p:sp>
      <p:sp>
        <p:nvSpPr>
          <p:cNvPr id="8" name="screen-voice-grounding-background-6">
            <a:extLst>
              <a:ext uri="{FF2B5EF4-FFF2-40B4-BE49-F238E27FC236}">
                <ns2:creationId id="{755195CA-5C8F-430B-80E9-2A76C36F4729}"/>
              </a:ext>
            </a:extLst>
          </p:cNvPr>
          <p:cNvSpPr>
            <a:spLocks noGrp="1"/>
          </p:cNvSpPr>
          <p:nvPr/>
        </p:nvSpPr>
        <p:spPr>
          <a:xfrm>
            <a:off x="495300" y="1419225"/>
            <a:ext cx="17297400" cy="600075"/>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첫 표를 가리켜 “이 표와…”라고 말하고, 화면을 바꿔 “…저 표를 비교해줘”라고 이어 갑니다.</a:t>
            </a:r>
            <a:endParaRPr lang="ko-KR">
              <a:latin typeface="Calibri"/>
              <a:ea typeface="Calibri"/>
              <a:cs typeface="Calibri"/>
            </a:endParaRPr>
          </a:p>
        </p:txBody>
      </p:sp>
      <p:sp>
        <p:nvSpPr>
          <p:cNvPr id="9" name="screen-voice-grounding-background-7">
            <a:extLst>
              <a:ext uri="{FF2B5EF4-FFF2-40B4-BE49-F238E27FC236}">
                <ns2:creationId id="{1A577844-5DB8-417B-A8BD-2974A73F1261}"/>
              </a:ext>
            </a:extLst>
          </p:cNvPr>
          <p:cNvSpPr>
            <a:spLocks noGrp="1"/>
          </p:cNvSpPr>
          <p:nvPr/>
        </p:nvSpPr>
        <p:spPr>
          <a:xfrm>
            <a:off x="4953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1</a:t>
            </a:r>
            <a:endParaRPr lang="ko-KR">
              <a:latin typeface="Calibri"/>
              <a:ea typeface="Calibri"/>
              <a:cs typeface="Calibri"/>
            </a:endParaRPr>
          </a:p>
        </p:txBody>
      </p:sp>
      <p:sp>
        <p:nvSpPr>
          <p:cNvPr id="10" name="screen-voice-grounding-background-8">
            <a:extLst>
              <a:ext uri="{FF2B5EF4-FFF2-40B4-BE49-F238E27FC236}">
                <ns2:creationId id="{F9D35411-C34A-4204-9412-9FC64DE9F988}"/>
              </a:ext>
            </a:extLst>
          </p:cNvPr>
          <p:cNvSpPr>
            <a:spLocks noGrp="1"/>
          </p:cNvSpPr>
          <p:nvPr/>
        </p:nvSpPr>
        <p:spPr>
          <a:xfrm>
            <a:off x="64389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2</a:t>
            </a:r>
            <a:endParaRPr lang="ko-KR">
              <a:latin typeface="Calibri"/>
              <a:ea typeface="Calibri"/>
              <a:cs typeface="Calibri"/>
            </a:endParaRPr>
          </a:p>
        </p:txBody>
      </p:sp>
      <p:sp>
        <p:nvSpPr>
          <p:cNvPr id="11" name="screen-voice-grounding-background-9">
            <a:extLst>
              <a:ext uri="{FF2B5EF4-FFF2-40B4-BE49-F238E27FC236}">
                <ns2:creationId id="{31A36706-D554-4E56-8943-A680D01A0DB9}"/>
              </a:ext>
            </a:extLst>
          </p:cNvPr>
          <p:cNvSpPr>
            <a:spLocks noGrp="1"/>
          </p:cNvSpPr>
          <p:nvPr/>
        </p:nvSpPr>
        <p:spPr>
          <a:xfrm>
            <a:off x="123825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전사가 도착한 순간</a:t>
            </a:r>
            <a:endParaRPr lang="ko-KR">
              <a:latin typeface="Calibri"/>
              <a:ea typeface="Calibri"/>
              <a:cs typeface="Calibri"/>
            </a:endParaRPr>
          </a:p>
        </p:txBody>
      </p:sp>
      <p:sp>
        <p:nvSpPr>
          <p:cNvPr id="12" name="screen-voice-grounding-background-10">
            <a:extLst>
              <a:ext uri="{FF2B5EF4-FFF2-40B4-BE49-F238E27FC236}">
                <ns2:creationId id="{3AED1F5E-3A15-4132-BF3C-ED700347317A}"/>
              </a:ext>
            </a:extLst>
          </p:cNvPr>
          <p:cNvSpPr>
            <a:spLocks noGrp="1"/>
          </p:cNvSpPr>
          <p:nvPr/>
        </p:nvSpPr>
        <p:spPr>
          <a:xfrm>
            <a:off x="4953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A의 화면</a:t>
            </a:r>
            <a:endParaRPr lang="ko-KR">
              <a:latin typeface="Calibri"/>
              <a:ea typeface="Calibri"/>
              <a:cs typeface="Calibri"/>
            </a:endParaRPr>
          </a:p>
        </p:txBody>
      </p:sp>
      <p:sp>
        <p:nvSpPr>
          <p:cNvPr id="13" name="screen-voice-grounding-background-11">
            <a:extLst>
              <a:ext uri="{FF2B5EF4-FFF2-40B4-BE49-F238E27FC236}">
                <ns2:creationId id="{CC93A8B2-0510-4F1A-8EC1-EFA3E404C431}"/>
              </a:ext>
            </a:extLst>
          </p:cNvPr>
          <p:cNvSpPr>
            <a:spLocks noGrp="1"/>
          </p:cNvSpPr>
          <p:nvPr/>
        </p:nvSpPr>
        <p:spPr>
          <a:xfrm>
            <a:off x="64389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B의 화면</a:t>
            </a:r>
            <a:endParaRPr lang="ko-KR">
              <a:latin typeface="Calibri"/>
              <a:ea typeface="Calibri"/>
              <a:cs typeface="Calibri"/>
            </a:endParaRPr>
          </a:p>
        </p:txBody>
      </p:sp>
      <p:sp>
        <p:nvSpPr>
          <p:cNvPr id="14" name="screen-voice-grounding-background-12">
            <a:extLst>
              <a:ext uri="{FF2B5EF4-FFF2-40B4-BE49-F238E27FC236}">
                <ns2:creationId id="{3334D68D-9117-4F11-A34E-FE62F6322298}"/>
              </a:ext>
            </a:extLst>
          </p:cNvPr>
          <p:cNvSpPr>
            <a:spLocks noGrp="1"/>
          </p:cNvSpPr>
          <p:nvPr/>
        </p:nvSpPr>
        <p:spPr>
          <a:xfrm>
            <a:off x="123825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현재 문서 B의 화면</a:t>
            </a:r>
            <a:endParaRPr lang="ko-KR">
              <a:latin typeface="Calibri"/>
              <a:ea typeface="Calibri"/>
              <a:cs typeface="Calibri"/>
            </a:endParaRPr>
          </a:p>
        </p:txBody>
      </p:sp>
      <p:sp>
        <p:nvSpPr>
          <p:cNvPr id="15" name="screen-voice-grounding-background-13">
            <a:extLst>
              <a:ext uri="{FF2B5EF4-FFF2-40B4-BE49-F238E27FC236}">
                <ns2:creationId id="{E1AF0620-654B-44C6-88BC-6752DFF919F8}"/>
              </a:ext>
            </a:extLst>
          </p:cNvPr>
          <p:cNvSpPr>
            <a:spLocks noGrp="1"/>
          </p:cNvSpPr>
          <p:nvPr/>
        </p:nvSpPr>
        <p:spPr>
          <a:xfrm>
            <a:off x="762000" y="3857625"/>
            <a:ext cx="4876800" cy="1457325"/>
          </a:xfrm>
          <a:prstGeom prst="rect">
            <a:avLst/>
          </a:prstGeom>
          <a:solidFill>
            <a:srgbClr val="FFFFFF"/>
          </a:solidFill>
          <a:ln w="19050">
            <a:solidFill>
              <a:srgbClr val="00889A"/>
            </a:solidFill>
          </a:ln>
        </p:spPr>
        <p:txBody>
          <a:bodyPr wrap="none" lIns="133350" tIns="0" rIns="133350" bIns="0" anchor="ctr">
            <a:noAutofit/>
          </a:bodyPr>
          <a:lstStyle>
            <a:defPPr algn="ctr">
              <a:defRPr sz="2500" b="1" lang="ko-KR">
                <a:solidFill>
                  <a:srgbClr val="000000"/>
                </a:solidFill>
                <a:latin typeface="Calibri"/>
                <a:ea typeface="Calibri"/>
                <a:cs typeface="Calibri"/>
              </a:defRPr>
            </a:defP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첫 표</a:t>
            </a:r>
            <a:endParaRPr lang="ko-KR">
              <a:latin typeface="Calibri"/>
              <a:ea typeface="Calibri"/>
              <a:cs typeface="Calibri"/>
            </a:endParaRPr>
          </a:p>
        </p:txBody>
      </p:sp>
      <p:sp>
        <p:nvSpPr>
          <p:cNvPr id="16" name="screen-voice-grounding-background-14">
            <a:extLst>
              <a:ext uri="{FF2B5EF4-FFF2-40B4-BE49-F238E27FC236}">
                <ns2:creationId id="{CB8EA97D-27C3-404D-9459-446CF7AE95D2}"/>
              </a:ext>
            </a:extLst>
          </p:cNvPr>
          <p:cNvSpPr>
            <a:spLocks noGrp="1"/>
          </p:cNvSpPr>
          <p:nvPr/>
        </p:nvSpPr>
        <p:spPr>
          <a:xfrm>
            <a:off x="6705600" y="38004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둘째 표</a:t>
            </a:r>
            <a:endParaRPr lang="ko-KR">
              <a:latin typeface="Calibri"/>
              <a:ea typeface="Calibri"/>
              <a:cs typeface="Calibri"/>
            </a:endParaRPr>
          </a:p>
        </p:txBody>
      </p:sp>
      <p:sp>
        <p:nvSpPr>
          <p:cNvPr id="17" name="screen-voice-grounding-background-15">
            <a:extLst>
              <a:ext uri="{FF2B5EF4-FFF2-40B4-BE49-F238E27FC236}">
                <ns2:creationId id="{EDED4D3B-B5B5-4C91-AD1D-1ED0B3995001}"/>
              </a:ext>
            </a:extLst>
          </p:cNvPr>
          <p:cNvSpPr>
            <a:spLocks noGrp="1"/>
          </p:cNvSpPr>
          <p:nvPr/>
        </p:nvSpPr>
        <p:spPr>
          <a:xfrm>
            <a:off x="6705600" y="49053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아래 표</a:t>
            </a:r>
            <a:endParaRPr lang="ko-KR">
              <a:latin typeface="Calibri"/>
              <a:ea typeface="Calibri"/>
              <a:cs typeface="Calibri"/>
            </a:endParaRPr>
          </a:p>
        </p:txBody>
      </p:sp>
      <p:sp>
        <p:nvSpPr>
          <p:cNvPr id="18" name="screen-voice-grounding-background-16">
            <a:extLst>
              <a:ext uri="{FF2B5EF4-FFF2-40B4-BE49-F238E27FC236}">
                <ns2:creationId id="{9507291D-A144-40BF-AE30-CCBB1D979EBB}"/>
              </a:ext>
            </a:extLst>
          </p:cNvPr>
          <p:cNvSpPr>
            <a:spLocks noGrp="1"/>
          </p:cNvSpPr>
          <p:nvPr/>
        </p:nvSpPr>
        <p:spPr>
          <a:xfrm>
            <a:off x="12649200" y="38004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둘째 표</a:t>
            </a:r>
            <a:endParaRPr lang="ko-KR">
              <a:latin typeface="Calibri"/>
              <a:ea typeface="Calibri"/>
              <a:cs typeface="Calibri"/>
            </a:endParaRPr>
          </a:p>
        </p:txBody>
      </p:sp>
      <p:sp>
        <p:nvSpPr>
          <p:cNvPr id="19" name="screen-voice-grounding-background-17">
            <a:extLst>
              <a:ext uri="{FF2B5EF4-FFF2-40B4-BE49-F238E27FC236}">
                <ns2:creationId id="{DA933010-EA47-46F2-A3C6-46ADFD227918}"/>
              </a:ext>
            </a:extLst>
          </p:cNvPr>
          <p:cNvSpPr>
            <a:spLocks noGrp="1"/>
          </p:cNvSpPr>
          <p:nvPr/>
        </p:nvSpPr>
        <p:spPr>
          <a:xfrm>
            <a:off x="12649200" y="49053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정정한 아래 표</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선택 범위</a:t>
            </a:r>
            <a:endParaRPr lang="ko-KR">
              <a:latin typeface="Calibri"/>
              <a:ea typeface="Calibri"/>
              <a:cs typeface="Calibri"/>
            </a:endParaRPr>
          </a:p>
        </p:txBody>
      </p:sp>
      <p:sp>
        <p:nvSpPr>
          <p:cNvPr id="20" name="screen-voice-grounding-background-18">
            <a:extLst>
              <a:ext uri="{FF2B5EF4-FFF2-40B4-BE49-F238E27FC236}">
                <ns2:creationId id="{F27BBFE9-D23F-4EB1-A287-640A04A44E71}"/>
              </a:ext>
            </a:extLst>
          </p:cNvPr>
          <p:cNvSpPr>
            <a:spLocks noGrp="1"/>
          </p:cNvSpPr>
          <p:nvPr/>
        </p:nvSpPr>
        <p:spPr>
          <a:xfrm>
            <a:off x="1419225" y="4810125"/>
            <a:ext cx="771525" cy="695325"/>
          </a:xfrm>
          <a:custGeom>
            <a:pathLst>
              <a:path w="771525" h="695325">
                <a:moveTo>
                  <a:pt x="0" y="695325"/>
                </a:moveTo>
                <a:lnTo>
                  <a:pt x="419100" y="447675"/>
                </a:lnTo>
                <a:lnTo>
                  <a:pt x="771525" y="0"/>
                </a:lnTo>
              </a:path>
            </a:pathLst>
          </a:custGeom>
          <a:noFill/>
          <a:ln w="23813">
            <a:solidFill>
              <a:srgbClr val="00889A"/>
            </a:solidFill>
            <a:prstDash val="solid"/>
          </a:ln>
        </p:spPr>
      </p:sp>
      <p:sp>
        <p:nvSpPr>
          <p:cNvPr id="21" name="screen-voice-grounding-background-18-arrow">
            <a:extLst>
              <a:ext uri="{FF2B5EF4-FFF2-40B4-BE49-F238E27FC236}">
                <ns2:creationId id="{CDDBB1E5-E183-41E3-AB77-773A47492576}"/>
              </a:ext>
            </a:extLst>
          </p:cNvPr>
          <p:cNvSpPr>
            <a:spLocks noGrp="1"/>
          </p:cNvSpPr>
          <p:nvPr/>
        </p:nvSpPr>
        <p:spPr>
          <a:xfrm>
            <a:off x="2076888" y="4810125"/>
            <a:ext cx="113862" cy="122104"/>
          </a:xfrm>
          <a:custGeom>
            <a:pathLst>
              <a:path w="113862" h="122104">
                <a:moveTo>
                  <a:pt x="93290" y="122104"/>
                </a:moveTo>
                <a:lnTo>
                  <a:pt x="113862" y="0"/>
                </a:lnTo>
                <a:lnTo>
                  <a:pt x="0" y="48663"/>
                </a:lnTo>
              </a:path>
            </a:pathLst>
          </a:custGeom>
          <a:noFill/>
          <a:ln w="23813">
            <a:solidFill>
              <a:srgbClr val="00889A"/>
            </a:solidFill>
            <a:prstDash val="solid"/>
          </a:ln>
        </p:spPr>
      </p:sp>
      <p:sp>
        <p:nvSpPr>
          <p:cNvPr id="22" name="screen-voice-grounding-background-19">
            <a:extLst>
              <a:ext uri="{FF2B5EF4-FFF2-40B4-BE49-F238E27FC236}">
                <ns2:creationId id="{5933FB94-649E-4596-B5C8-AD0F18B5C09F}"/>
              </a:ext>
            </a:extLst>
          </p:cNvPr>
          <p:cNvSpPr>
            <a:spLocks noGrp="1"/>
          </p:cNvSpPr>
          <p:nvPr/>
        </p:nvSpPr>
        <p:spPr>
          <a:xfrm>
            <a:off x="6572250" y="4238625"/>
            <a:ext cx="666750" cy="523875"/>
          </a:xfrm>
          <a:custGeom>
            <a:pathLst>
              <a:path w="666750" h="523875">
                <a:moveTo>
                  <a:pt x="0" y="523875"/>
                </a:moveTo>
                <a:lnTo>
                  <a:pt x="333375" y="238125"/>
                </a:lnTo>
                <a:lnTo>
                  <a:pt x="666750" y="0"/>
                </a:lnTo>
              </a:path>
            </a:pathLst>
          </a:custGeom>
          <a:noFill/>
          <a:ln w="23813">
            <a:solidFill>
              <a:srgbClr val="00889A"/>
            </a:solidFill>
            <a:prstDash val="solid"/>
          </a:ln>
        </p:spPr>
      </p:sp>
      <p:sp>
        <p:nvSpPr>
          <p:cNvPr id="23" name="screen-voice-grounding-background-19-arrow">
            <a:extLst>
              <a:ext uri="{FF2B5EF4-FFF2-40B4-BE49-F238E27FC236}">
                <ns2:creationId id="{94012786-963A-454F-9947-9A39193BF7A3}"/>
              </a:ext>
            </a:extLst>
          </p:cNvPr>
          <p:cNvSpPr>
            <a:spLocks noGrp="1"/>
          </p:cNvSpPr>
          <p:nvPr/>
        </p:nvSpPr>
        <p:spPr>
          <a:xfrm>
            <a:off x="7116069" y="4238625"/>
            <a:ext cx="122931" cy="111468"/>
          </a:xfrm>
          <a:custGeom>
            <a:pathLst>
              <a:path w="122931" h="111468">
                <a:moveTo>
                  <a:pt x="69010" y="111468"/>
                </a:moveTo>
                <a:lnTo>
                  <a:pt x="122931" y="0"/>
                </a:lnTo>
                <a:lnTo>
                  <a:pt x="0" y="14854"/>
                </a:lnTo>
              </a:path>
            </a:pathLst>
          </a:custGeom>
          <a:noFill/>
          <a:ln w="23813">
            <a:solidFill>
              <a:srgbClr val="00889A"/>
            </a:solidFill>
            <a:prstDash val="solid"/>
          </a:ln>
        </p:spPr>
      </p:sp>
      <p:sp>
        <p:nvSpPr>
          <p:cNvPr id="24" name="screen-voice-grounding-background-20">
            <a:extLst>
              <a:ext uri="{FF2B5EF4-FFF2-40B4-BE49-F238E27FC236}">
                <ns2:creationId id="{9853ED97-537C-435C-9409-EC0A87F88DB7}"/>
              </a:ext>
            </a:extLst>
          </p:cNvPr>
          <p:cNvSpPr>
            <a:spLocks noGrp="1"/>
          </p:cNvSpPr>
          <p:nvPr/>
        </p:nvSpPr>
        <p:spPr>
          <a:xfrm>
            <a:off x="12525375" y="5286375"/>
            <a:ext cx="666750" cy="523875"/>
          </a:xfrm>
          <a:custGeom>
            <a:pathLst>
              <a:path w="666750" h="523875">
                <a:moveTo>
                  <a:pt x="0" y="523875"/>
                </a:moveTo>
                <a:lnTo>
                  <a:pt x="333375" y="285750"/>
                </a:lnTo>
                <a:lnTo>
                  <a:pt x="666750" y="0"/>
                </a:lnTo>
              </a:path>
            </a:pathLst>
          </a:custGeom>
          <a:noFill/>
          <a:ln w="23813">
            <a:solidFill>
              <a:srgbClr val="00889A"/>
            </a:solidFill>
            <a:prstDash val="solid"/>
          </a:ln>
        </p:spPr>
      </p:sp>
      <p:sp>
        <p:nvSpPr>
          <p:cNvPr id="25" name="screen-voice-grounding-background-20-arrow">
            <a:extLst>
              <a:ext uri="{FF2B5EF4-FFF2-40B4-BE49-F238E27FC236}">
                <ns2:creationId id="{84E96253-26D1-4207-A0DF-CEBC2ECEDB51}"/>
              </a:ext>
            </a:extLst>
          </p:cNvPr>
          <p:cNvSpPr>
            <a:spLocks noGrp="1"/>
          </p:cNvSpPr>
          <p:nvPr/>
        </p:nvSpPr>
        <p:spPr>
          <a:xfrm>
            <a:off x="13070985" y="5286375"/>
            <a:ext cx="121140" cy="115792"/>
          </a:xfrm>
          <a:custGeom>
            <a:pathLst>
              <a:path w="121140" h="115792">
                <a:moveTo>
                  <a:pt x="77268" y="115792"/>
                </a:moveTo>
                <a:lnTo>
                  <a:pt x="121140" y="0"/>
                </a:lnTo>
                <a:lnTo>
                  <a:pt x="0" y="25646"/>
                </a:lnTo>
              </a:path>
            </a:pathLst>
          </a:custGeom>
          <a:noFill/>
          <a:ln w="23813">
            <a:solidFill>
              <a:srgbClr val="00889A"/>
            </a:solidFill>
            <a:prstDash val="solid"/>
          </a:ln>
        </p:spPr>
      </p:sp>
      <p:sp>
        <p:nvSpPr>
          <p:cNvPr id="26" name="screen-voice-grounding-background-21">
            <a:extLst>
              <a:ext uri="{FF2B5EF4-FFF2-40B4-BE49-F238E27FC236}">
                <ns2:creationId id="{938D2821-8B5B-4CD5-8FBF-A7F938006ADD}"/>
              </a:ext>
            </a:extLst>
          </p:cNvPr>
          <p:cNvSpPr>
            <a:spLocks noGrp="1"/>
          </p:cNvSpPr>
          <p:nvPr/>
        </p:nvSpPr>
        <p:spPr>
          <a:xfrm>
            <a:off x="762000" y="5734050"/>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pointer로 첫 표 지시</a:t>
            </a:r>
            <a:endParaRPr lang="ko-KR">
              <a:latin typeface="Calibri"/>
              <a:ea typeface="Calibri"/>
              <a:cs typeface="Calibri"/>
            </a:endParaRPr>
          </a:p>
        </p:txBody>
      </p:sp>
      <p:sp>
        <p:nvSpPr>
          <p:cNvPr id="27" name="screen-voice-grounding-background-22">
            <a:extLst>
              <a:ext uri="{FF2B5EF4-FFF2-40B4-BE49-F238E27FC236}">
                <ns2:creationId id="{3D94DA35-BF0D-4C4F-BC3F-E64E8F933C51}"/>
              </a:ext>
            </a:extLst>
          </p:cNvPr>
          <p:cNvSpPr>
            <a:spLocks noGrp="1"/>
          </p:cNvSpPr>
          <p:nvPr/>
        </p:nvSpPr>
        <p:spPr>
          <a:xfrm>
            <a:off x="6705600" y="5895975"/>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다른 창의 표로 이동</a:t>
            </a:r>
            <a:endParaRPr lang="ko-KR">
              <a:latin typeface="Calibri"/>
              <a:ea typeface="Calibri"/>
              <a:cs typeface="Calibri"/>
            </a:endParaRPr>
          </a:p>
        </p:txBody>
      </p:sp>
      <p:sp>
        <p:nvSpPr>
          <p:cNvPr id="28" name="screen-voice-grounding-background-23">
            <a:extLst>
              <a:ext uri="{FF2B5EF4-FFF2-40B4-BE49-F238E27FC236}">
                <ns2:creationId id="{44578C9B-1776-48A0-A3AB-183FE385AA99}"/>
              </a:ext>
            </a:extLst>
          </p:cNvPr>
          <p:cNvSpPr>
            <a:spLocks noGrp="1"/>
          </p:cNvSpPr>
          <p:nvPr/>
        </p:nvSpPr>
        <p:spPr>
          <a:xfrm>
            <a:off x="12649200" y="5895975"/>
            <a:ext cx="4876800" cy="4191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첫 표는 이미 보이지 않음</a:t>
            </a:r>
            <a:endParaRPr lang="ko-KR">
              <a:latin typeface="Calibri"/>
              <a:ea typeface="Calibri"/>
              <a:cs typeface="Calibri"/>
            </a:endParaRPr>
          </a:p>
        </p:txBody>
      </p:sp>
      <p:sp>
        <p:nvSpPr>
          <p:cNvPr id="29" name="screen-voice-grounding-background-24">
            <a:extLst>
              <a:ext uri="{FF2B5EF4-FFF2-40B4-BE49-F238E27FC236}">
                <ns2:creationId id="{AE8E4E65-A063-41F8-887A-ED9441962B79}"/>
              </a:ext>
            </a:extLst>
          </p:cNvPr>
          <p:cNvSpPr>
            <a:spLocks noGrp="1"/>
          </p:cNvSpPr>
          <p:nvPr/>
        </p:nvSpPr>
        <p:spPr>
          <a:xfrm>
            <a:off x="5905500" y="4562475"/>
            <a:ext cx="342900" cy="9525"/>
          </a:xfrm>
          <a:custGeom>
            <a:pathLst>
              <a:path w="342900" h="9525">
                <a:moveTo>
                  <a:pt x="0" y="0"/>
                </a:moveTo>
                <a:lnTo>
                  <a:pt x="342900" y="0"/>
                </a:lnTo>
              </a:path>
            </a:pathLst>
          </a:custGeom>
          <a:noFill/>
          <a:ln w="23813">
            <a:solidFill>
              <a:srgbClr val="A6A6A6"/>
            </a:solidFill>
            <a:prstDash val="solid"/>
          </a:ln>
        </p:spPr>
      </p:sp>
      <p:sp>
        <p:nvSpPr>
          <p:cNvPr id="30" name="screen-voice-grounding-background-24-arrow">
            <a:extLst>
              <a:ext uri="{FF2B5EF4-FFF2-40B4-BE49-F238E27FC236}">
                <ns2:creationId id="{AEAB695E-C295-4D40-A963-5E45704F56C1}"/>
              </a:ext>
            </a:extLst>
          </p:cNvPr>
          <p:cNvSpPr>
            <a:spLocks noGrp="1"/>
          </p:cNvSpPr>
          <p:nvPr/>
        </p:nvSpPr>
        <p:spPr>
          <a:xfrm>
            <a:off x="61397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1" name="screen-voice-grounding-background-25">
            <a:extLst>
              <a:ext uri="{FF2B5EF4-FFF2-40B4-BE49-F238E27FC236}">
                <ns2:creationId id="{E62849C0-4F31-4418-91C6-32DB5DDD5D0F}"/>
              </a:ext>
            </a:extLst>
          </p:cNvPr>
          <p:cNvSpPr>
            <a:spLocks noGrp="1"/>
          </p:cNvSpPr>
          <p:nvPr/>
        </p:nvSpPr>
        <p:spPr>
          <a:xfrm>
            <a:off x="11849100" y="4562475"/>
            <a:ext cx="342900" cy="9525"/>
          </a:xfrm>
          <a:custGeom>
            <a:pathLst>
              <a:path w="342900" h="9525">
                <a:moveTo>
                  <a:pt x="0" y="0"/>
                </a:moveTo>
                <a:lnTo>
                  <a:pt x="342900" y="0"/>
                </a:lnTo>
              </a:path>
            </a:pathLst>
          </a:custGeom>
          <a:noFill/>
          <a:ln w="23813">
            <a:solidFill>
              <a:srgbClr val="A6A6A6"/>
            </a:solidFill>
            <a:prstDash val="solid"/>
          </a:ln>
        </p:spPr>
      </p:sp>
      <p:sp>
        <p:nvSpPr>
          <p:cNvPr id="32" name="screen-voice-grounding-background-25-arrow">
            <a:extLst>
              <a:ext uri="{FF2B5EF4-FFF2-40B4-BE49-F238E27FC236}">
                <ns2:creationId id="{FC9EBFC7-C292-4FCC-9406-B21CA0C99DA6}"/>
              </a:ext>
            </a:extLst>
          </p:cNvPr>
          <p:cNvSpPr>
            <a:spLocks noGrp="1"/>
          </p:cNvSpPr>
          <p:nvPr/>
        </p:nvSpPr>
        <p:spPr>
          <a:xfrm>
            <a:off x="120833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3" name="screen-voice-grounding-background-26">
            <a:extLst>
              <a:ext uri="{FF2B5EF4-FFF2-40B4-BE49-F238E27FC236}">
                <ns2:creationId id="{532B40B5-9EBC-4C20-A535-CA1AD3712FBA}"/>
              </a:ext>
            </a:extLst>
          </p:cNvPr>
          <p:cNvSpPr>
            <a:spLocks noGrp="1"/>
          </p:cNvSpPr>
          <p:nvPr/>
        </p:nvSpPr>
        <p:spPr>
          <a:xfrm>
            <a:off x="495300" y="6667500"/>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“아니, 여기.”로 정정하면 선택 범위와 바꿀 지칭도 다시 연결해야 합니다.</a:t>
            </a:r>
            <a:endParaRPr lang="ko-KR">
              <a:latin typeface="Calibri"/>
              <a:ea typeface="Calibri"/>
              <a:cs typeface="Calibri"/>
            </a:endParaRPr>
          </a:p>
        </p:txBody>
      </p:sp>
      <p:sp>
        <p:nvSpPr>
          <p:cNvPr id="34" name="screen-voice-grounding-background-27">
            <a:extLst>
              <a:ext uri="{FF2B5EF4-FFF2-40B4-BE49-F238E27FC236}">
                <ns2:creationId id="{2173ACFF-EE3F-4BE9-8E6E-B53882E763C9}"/>
              </a:ext>
            </a:extLst>
          </p:cNvPr>
          <p:cNvSpPr>
            <a:spLocks noGrp="1"/>
          </p:cNvSpPr>
          <p:nvPr/>
        </p:nvSpPr>
        <p:spPr>
          <a:xfrm>
            <a:off x="495300" y="72961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근거: 말한 구간, 당시 화면, pointer 경로와 선택 범위</a:t>
            </a:r>
            <a:endParaRPr lang="ko-KR">
              <a:latin typeface="Calibri"/>
              <a:ea typeface="Calibri"/>
              <a:cs typeface="Calibri"/>
            </a:endParaRPr>
          </a:p>
        </p:txBody>
      </p:sp>
      <p:sp>
        <p:nvSpPr>
          <p:cNvPr id="35" name="screen-voice-grounding-background-28">
            <a:extLst>
              <a:ext uri="{FF2B5EF4-FFF2-40B4-BE49-F238E27FC236}">
                <ns2:creationId id="{CD01FA75-8B72-4B31-A73F-A9EBD93DE754}"/>
              </a:ext>
            </a:extLst>
          </p:cNvPr>
          <p:cNvSpPr>
            <a:spLocks noGrp="1"/>
          </p:cNvSpPr>
          <p:nvPr/>
        </p:nvSpPr>
        <p:spPr>
          <a:xfrm>
            <a:off x="495300" y="797242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마지막 화면만 쓰면 첫 표를 잃고, 시각이 겹친다는 이유만으로 대상을 정하면 틀릴 수 있습니다.</a:t>
            </a:r>
            <a:endParaRPr lang="ko-KR">
              <a:latin typeface="Calibri"/>
              <a:ea typeface="Calibri"/>
              <a:cs typeface="Calibri"/>
            </a:endParaRPr>
          </a:p>
        </p:txBody>
      </p:sp>
      <p:sp>
        <p:nvSpPr>
          <p:cNvPr id="36" name="screen-voice-grounding-background-29">
            <a:extLst>
              <a:ext uri="{FF2B5EF4-FFF2-40B4-BE49-F238E27FC236}">
                <ns2:creationId id="{C9E36569-675C-4138-8CE4-C55FCA896229}"/>
              </a:ext>
            </a:extLst>
          </p:cNvPr>
          <p:cNvSpPr>
            <a:spLocks noGrp="1"/>
          </p:cNvSpPr>
          <p:nvPr/>
        </p:nvSpPr>
        <p:spPr>
          <a:xfrm>
            <a:off x="495300" y="9848850"/>
            <a:ext cx="172974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새 주제 탐색 · 번호와 A/B 미정</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22 / 63</a:t>
            </a:r>
            <a:endParaRPr lang="ko-KR">
              <a:latin typeface="Calibri"/>
              <a:ea typeface="Calibri"/>
              <a:cs typeface="Calibri"/>
            </a:endParaRPr>
          </a:p>
        </p:txBody>
      </p:sp>
    </p:spTree>
    <p:extLst>
      <p:ext uri="{BB962C8B-B14F-4D97-AF65-F5344CB8AC3E}">
        <p14:creationId val="5161078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63</ns0:Slides>
  <ns0:Notes>63</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2026-10-11T13:29:11.1160000Z</ns2:created>
  <ns2:modified xsi:type="dcterms:W3CDTF">2026-10-11T13:29:11.1160000Z</ns2:modified>
  <dc:language>ko-KR</dc:language>
</ns0:coreProperties>
</file>