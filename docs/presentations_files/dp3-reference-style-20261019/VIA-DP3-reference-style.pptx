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a9824273f2b4857" /><Relationship Type="http://schemas.openxmlformats.org/officeDocument/2006/relationships/extended-properties" Target="/docProps/app.xml" Id="R722e8fc01fd047a1" /><Relationship Type="http://schemas.openxmlformats.org/officeDocument/2006/relationships/officeDocument" Target="/ppt/presentation.xml" Id="Rc51535264def46f6" /></Relationships>
</file>

<file path=ppt/presentation.xml><?xml version="1.0" encoding="utf-8"?>
<p:presentation xmlns:p="http://schemas.openxmlformats.org/presentationml/2006/main">
  <p:sldMasterIdLst>
    <p:sldMasterId xmlns:r="http://schemas.openxmlformats.org/officeDocument/2006/relationships" id="2147483648" r:id="R4bd014a1f61145f5"/>
  </p:sldMasterIdLst>
  <p:notesMasterIdLst>
    <p:notesMasterId xmlns:r="http://schemas.openxmlformats.org/officeDocument/2006/relationships" r:id="R4f48136699554929"/>
  </p:notesMasterIdLst>
  <p:sldIdLst>
    <p:sldId xmlns:r="http://schemas.openxmlformats.org/officeDocument/2006/relationships" id="256" r:id="Rd5baa935405c46e5"/>
    <p:sldId xmlns:r="http://schemas.openxmlformats.org/officeDocument/2006/relationships" id="257" r:id="Rdcaa96c777774109"/>
    <p:sldId xmlns:r="http://schemas.openxmlformats.org/officeDocument/2006/relationships" id="258" r:id="Rfbd117c0b4a24c7e"/>
    <p:sldId xmlns:r="http://schemas.openxmlformats.org/officeDocument/2006/relationships" id="259" r:id="R59f287ccd90a4bb1"/>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fee6aad736a4c38" /><Relationship Type="http://schemas.openxmlformats.org/officeDocument/2006/relationships/slideMaster" Target="/ppt/slideMasters/slideMaster1.xml" Id="R4bd014a1f61145f5" /><Relationship Type="http://schemas.openxmlformats.org/officeDocument/2006/relationships/notesMaster" Target="/ppt/notesMasters/notesMaster1.xml" Id="R4f48136699554929" /><Relationship Type="http://schemas.openxmlformats.org/officeDocument/2006/relationships/presProps" Target="/ppt/presProps.xml" Id="Re03bf884681545cf" /><Relationship Type="http://schemas.openxmlformats.org/officeDocument/2006/relationships/tableStyles" Target="/ppt/tableStyles.xml" Id="Rb9341f9d5f394681" /><Relationship Type="http://schemas.openxmlformats.org/officeDocument/2006/relationships/slide" Target="/ppt/slides/slide1.xml" Id="Rd5baa935405c46e5" /><Relationship Type="http://schemas.openxmlformats.org/officeDocument/2006/relationships/slide" Target="/ppt/slides/slide2.xml" Id="Rdcaa96c777774109" /><Relationship Type="http://schemas.openxmlformats.org/officeDocument/2006/relationships/slide" Target="/ppt/slides/slide3.xml" Id="Rfbd117c0b4a24c7e" /><Relationship Type="http://schemas.openxmlformats.org/officeDocument/2006/relationships/slide" Target="/ppt/slides/slide4.xml" Id="R59f287ccd90a4bb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159990bb634a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19d341a87842ed" /><Relationship Type="http://schemas.openxmlformats.org/officeDocument/2006/relationships/notesMaster" Target="/ppt/notesMasters/notesMaster1.xml" Id="R5e9b09a3ea204e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248d3421a847d8" /><Relationship Type="http://schemas.openxmlformats.org/officeDocument/2006/relationships/notesMaster" Target="/ppt/notesMasters/notesMaster1.xml" Id="R83b2c8b67c54431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33c0cc45b04afd" /><Relationship Type="http://schemas.openxmlformats.org/officeDocument/2006/relationships/notesMaster" Target="/ppt/notesMasters/notesMaster1.xml" Id="R91f00ba17c6949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b9b62e2cb8f43f2" /><Relationship Type="http://schemas.openxmlformats.org/officeDocument/2006/relationships/notesMaster" Target="/ppt/notesMasters/notesMaster1.xml" Id="R5d530742c0a5494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배경은 설계 설명용 편집 가능한 개념도이며 실측 screenshot이 아니다. 표 숫자와 그래프 선은 설명용 예시로 QA 데이터가 아니다. 당시 화면/selection/path 보존과 시간 대응은 공통 기능이고, 시간 일치만으로 의도가 확정되지는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기본 구조와 선택 구조의 공통 표 및 B의 모든 도형은 동일하다. 파란 점선은 pixel 검증 거절 시 별도 선택 가능한 복구로 현재 정규화 기본 A에 적용했다고 뜻하지 않는다. QA02의 두 줄은 서로 다른 계약이다. 정규화 A24/24에 pixel19/24를 연결하지 않는다. 기하 검증과 원본 보존은 공통 계약이며 그림에서 생략한 B의 TryApply도 유지한다. B 후보의 확장은 원 소유자에게 돌아가며 도식은 화면 확장 한 경로를 대표로 표시했다. Request Controller의 입력 등록은 상단 원본 공급과 함께 생략한 공통 흐름이다.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DP3는 저장소04/DP-47 화면과 발화 지칭 결합에 대응한다. 현재 문서 번호03 처리 단계 연결과 다르다. A는 Request Interpreter 내부 Joint Grounding Interpreter가 원본에서 target extent와 binding을 함께 생산한다. B는 Speech Reference Producer와 Screen Target Producer가 각각 후보 revision을 게시하고 Multimodal Binding Resolver가 이를 결합한다. 없는 범위는 원 생산자가 원본에서 확장하며 Resolver의 raw-to-final bypass는 기본 B가 아니다. 모듈은 논리 책임이며 독립 프로세스나 모델 복제를 뜻하지 않는다. 입력 수집과 Request Controller의 현재성/채택은 공통이다. 명백한 native 선택은 양쪽 모두 code 경로를 허용한다. B의 초기 생산은 기본 순차 dispatch이며 별도 B4의 병행과 구별한다. 설계의 OmniParser 참고와 이번 PoC의 실제 Qwen vision 생산을 구분한다. 이번 수치는 OmniParser 실행 결과가 아니다.</a:t>
            </a:r>
          </a:p>
          <a:p xmlns:a="http://schemas.openxmlformats.org/drawingml/2006/main">
            <a:r>
              <a:t>주 비교는 2026-10-19 발표 캠페인 중 별도로 동결한 공통 정규화 출력 A/B24회다. 안별4작성사례×3회=12episode. 0~1000 bbox를 frame pixel로 축별 ties-even 변환, 범위 밖 clamp 금지. raw cue는 원본 pixel. A2/A5/B4는 넣지 않았다. QA01 actual callback proxy15입력, QA02 최초 채택 대상집합24판정, QA03 host 종료12목표의 분모를 보존한다. B dense3회 미완료이므로 성공 평균을 전체 속도 우위로 쓰지 않는다. QA04 새 판본 미측정, 이전2.50은 과거 네 Rust 변경 과제의 값일 뿐이다. QA05 안별12episode 합계와 고정 입력$0.40/M·출력$1.60/M 단가. QA06 Python+Rust 최고 동시 RSS이며 UI/cloud weights/KV 제외. 기존 core QA ID를 이 발표 QA01~06으로 바꾸지 않는다.</a:t>
            </a:r>
          </a:p>
          <a:p xmlns:a="http://schemas.openxmlformats.org/drawingml/2006/main">
            <a:r>
              <a:t>현재 권고는 정규화 기본 A이며 추가 tactic 없음. 선택장과4장의 A2+A5는 별도 pixel 계약의 복구 대안이다. 같은 pixel 실험창의 기본 A→A2+A5만 전후로 비교한다. QA02 19/24→24/24, 첫 응답12/15→15/15, 완료10/12→12/12. A2 영향표현 patch와 A5 좌표 view 조합의 개별 인과는 분리하지 않았다. 정규화 A+A2+A5는 미실행. 기본 A 비용에는 usage 미확정1회와 예약상한$0.0729404가 남으며 실제 청구액/0비용으로 바꾸지 않는다. 새로운 common9 준비/부분 실측은 이 자료에 합치지 않는다.</a:t>
            </a:r>
          </a:p>
          <a:p xmlns:a="http://schemas.openxmlformats.org/drawingml/2006/main">
            <a:r>
              <a:t>출처:</a:t>
            </a:r>
          </a:p>
          <a:p xmlns:a="http://schemas.openxmlformats.org/drawingml/2006/main">
            <a:r>
              <a:t>/Users/changbae/Workspace/via-sw-architecture/docs/architecture/12-decisions/decision-packages/seven-problem-review/04-screen-speech-grounding.md §4~6</a:t>
            </a:r>
          </a:p>
          <a:p xmlns:a="http://schemas.openxmlformats.org/drawingml/2006/main">
            <a:r>
              <a:t>/Users/changbae/Workspace/via-sw-architecture/docs/architecture/12-decisions/decision-packages/seven-problem-review/17-presentation-results.md §2,5</a:t>
            </a:r>
          </a:p>
          <a:p xmlns:a="http://schemas.openxmlformats.org/drawingml/2006/main">
            <a:r>
              <a:t>/Users/changbae/Workspace/via-sw-architecture/results/architecture-evaluation/current/four-dp-presentation-20261019/dp04/normalized-comparison.md</a:t>
            </a:r>
          </a:p>
          <a:p xmlns:a="http://schemas.openxmlformats.org/drawingml/2006/main">
            <a:r>
              <a:t>/Users/changbae/Workspace/via-sw-architecture/results/architecture-evaluation/current/four-dp-presentation-20261019/dp04/comparison.md</a:t>
            </a:r>
          </a:p>
          <a:p xmlns:a="http://schemas.openxmlformats.org/drawingml/2006/main">
            <a:r>
              <a:t>스타일: DP2 v2, 사용자 레퍼런스18-DP02채택,23-DP04방안,24-DP04채택.</a:t>
            </a:r>
          </a:p>
          <a:p xmlns:a="http://schemas.openxmlformats.org/drawingml/2006/main">
            <a:r>
              <a:t>4장 수치는 comparison.md의 pixel BASIC와 A2A5 구성 각12회에서만 가져왔다. QA01 같은 관측12건의9.268→10.875는 모든15입력의 평균 비교가 아니다. QA06 차이50.036736-41.451520=8.585216MB. QA02 증가5/24=20.833percentage points. 사용량 미확정1회는 HTTP400 provider 오류 관련이며 실제총비용 증감으로 단정하지 않는다. 원본과 coordinate view를 함께 주고 gate 거절 후 한정 복구하며 정답 bbox를 넣지 않았다.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c0f716dace4457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493b759afe24be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b7fdfeaca9f4d3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b25c12b2e4b422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4da8a38890e42b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cde1591b82045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95A5A6-6696-4BBD-ACF1-EB9ACC995CF7}"/>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3537AAE-DDA2-4D3C-ACA7-9A50941190F7}"/>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D630119-864A-4E7F-931A-BC9A1224BAE1}"/>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953220-C291-40F5-882A-A142491AE7E2}"/>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9075A7-B609-4A16-935F-C0E71982BCF3}"/>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88146B1-F109-40EC-AB81-CD47F0E569C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816F803-A3A8-4AE4-976D-671B31F5584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58886F32-BD05-4CF8-8170-85A9C98C8E8C}"/>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748E26E-0839-4570-AC49-9420AA5A6E44}"/>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DE9D25-0DB7-4863-884F-D8F5EFBF8082}"/>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a8e2dd71ebc4575" /><Relationship Type="http://schemas.openxmlformats.org/officeDocument/2006/relationships/slideLayout" Target="/ppt/slideLayouts/slideLayout1.xml" Id="Raec5bccb91f649c5" /><Relationship Type="http://schemas.openxmlformats.org/officeDocument/2006/relationships/slideLayout" Target="/ppt/slideLayouts/slideLayout2.xml" Id="R7a4ff28fa83749af" /><Relationship Type="http://schemas.openxmlformats.org/officeDocument/2006/relationships/slideLayout" Target="/ppt/slideLayouts/slideLayout3.xml" Id="Rb5db45a52e304092" /><Relationship Type="http://schemas.openxmlformats.org/officeDocument/2006/relationships/slideLayout" Target="/ppt/slideLayouts/slideLayout4.xml" Id="R3d07135ca0b64663" /><Relationship Type="http://schemas.openxmlformats.org/officeDocument/2006/relationships/slideLayout" Target="/ppt/slideLayouts/slideLayout5.xml" Id="R8acbba45305c4aaa" /><Relationship Type="http://schemas.openxmlformats.org/officeDocument/2006/relationships/slideLayout" Target="/ppt/slideLayouts/slideLayout6.xml" Id="Rcb0921a23baf478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ec5bccb91f649c5"/>
    <p:sldLayoutId xmlns:r="http://schemas.openxmlformats.org/officeDocument/2006/relationships" id="2147483650" r:id="R7a4ff28fa83749af"/>
    <p:sldLayoutId xmlns:r="http://schemas.openxmlformats.org/officeDocument/2006/relationships" id="2147483651" r:id="Rb5db45a52e304092"/>
    <p:sldLayoutId xmlns:r="http://schemas.openxmlformats.org/officeDocument/2006/relationships" id="2147483652" r:id="R3d07135ca0b64663"/>
    <p:sldLayoutId xmlns:r="http://schemas.openxmlformats.org/officeDocument/2006/relationships" id="2147483653" r:id="R8acbba45305c4aaa"/>
    <p:sldLayoutId xmlns:r="http://schemas.openxmlformats.org/officeDocument/2006/relationships" id="2147483654" r:id="Rcb0921a23baf478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3647e75850d4f66" /><Relationship Type="http://schemas.openxmlformats.org/officeDocument/2006/relationships/notesSlide" Target="/ppt/notesSlides/notesSlide1.xml" Id="R841b598ef07d4b8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db0b67cf2e745a9" /><Relationship Type="http://schemas.openxmlformats.org/officeDocument/2006/relationships/notesSlide" Target="/ppt/notesSlides/notesSlide2.xml" Id="R6b3a1b50a4794fd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c94566e68094b0d" /><Relationship Type="http://schemas.openxmlformats.org/officeDocument/2006/relationships/notesSlide" Target="/ppt/notesSlides/notesSlide3.xml" Id="Rfbbcbd13ae244fc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c8b6348b99c4ea3" /><Relationship Type="http://schemas.openxmlformats.org/officeDocument/2006/relationships/notesSlide" Target="/ppt/notesSlides/notesSlide4.xml" Id="R39a048924c14438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7" name="DP3 object 1">
            <a:extLst xmlns:a="http://schemas.openxmlformats.org/drawingml/2006/main">
              <a:ext uri="{FF2B5EF4-FFF2-40B4-BE49-F238E27FC236}">
                <a16:creationId xmlns:a16="http://schemas.microsoft.com/office/drawing/2014/main" id="{A7C2A336-4375-457C-9EB3-E81AA07CDD67}"/>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(배경)</a:t>
            </a:r>
          </a:p>
        </p:txBody>
      </p:sp>
      <p:sp>
        <p:nvSpPr>
          <p:cNvPr id="2" name="DP3 object 2">
            <a:extLst xmlns:a="http://schemas.openxmlformats.org/drawingml/2006/main">
              <a:ext uri="{FF2B5EF4-FFF2-40B4-BE49-F238E27FC236}">
                <a16:creationId xmlns:a16="http://schemas.microsoft.com/office/drawing/2014/main" id="{14B25F96-9990-449A-A9D2-A8A8B5D9DBCC}"/>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3 object 3">
            <a:extLst xmlns:a="http://schemas.openxmlformats.org/drawingml/2006/main">
              <a:ext uri="{FF2B5EF4-FFF2-40B4-BE49-F238E27FC236}">
                <a16:creationId xmlns:a16="http://schemas.microsoft.com/office/drawing/2014/main" id="{AAEA0C6A-D754-423E-9604-7291432C6CE1}"/>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3 object 4">
            <a:extLst xmlns:a="http://schemas.openxmlformats.org/drawingml/2006/main">
              <a:ext uri="{FF2B5EF4-FFF2-40B4-BE49-F238E27FC236}">
                <a16:creationId xmlns:a16="http://schemas.microsoft.com/office/drawing/2014/main" id="{3A50BB14-469B-4556-A656-EE876D9411A1}"/>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3 object 5">
            <a:extLst xmlns:a="http://schemas.openxmlformats.org/drawingml/2006/main">
              <a:ext uri="{FF2B5EF4-FFF2-40B4-BE49-F238E27FC236}">
                <a16:creationId xmlns:a16="http://schemas.microsoft.com/office/drawing/2014/main" id="{D96A84EE-096B-411E-B544-0E3D8B5F6692}"/>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3 object 6">
            <a:extLst xmlns:a="http://schemas.openxmlformats.org/drawingml/2006/main">
              <a:ext uri="{FF2B5EF4-FFF2-40B4-BE49-F238E27FC236}">
                <a16:creationId xmlns:a16="http://schemas.microsoft.com/office/drawing/2014/main" id="{6253B08D-C36E-4DCC-A19A-84F63B5CCE3A}"/>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3 object 7">
            <a:extLst xmlns:a="http://schemas.openxmlformats.org/drawingml/2006/main">
              <a:ext uri="{FF2B5EF4-FFF2-40B4-BE49-F238E27FC236}">
                <a16:creationId xmlns:a16="http://schemas.microsoft.com/office/drawing/2014/main" id="{FAD7DF7A-3EBC-4018-BA59-001A273B07AB}"/>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3 object 8">
            <a:extLst xmlns:a="http://schemas.openxmlformats.org/drawingml/2006/main">
              <a:ext uri="{FF2B5EF4-FFF2-40B4-BE49-F238E27FC236}">
                <a16:creationId xmlns:a16="http://schemas.microsoft.com/office/drawing/2014/main" id="{65FD690A-D43E-429A-8BF7-488BD6520673}"/>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3 object 9">
            <a:extLst xmlns:a="http://schemas.openxmlformats.org/drawingml/2006/main">
              <a:ext uri="{FF2B5EF4-FFF2-40B4-BE49-F238E27FC236}">
                <a16:creationId xmlns:a16="http://schemas.microsoft.com/office/drawing/2014/main" id="{315CC66E-F767-4EBB-91BC-B4C529CCD825}"/>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3 object 10">
            <a:extLst xmlns:a="http://schemas.openxmlformats.org/drawingml/2006/main">
              <a:ext uri="{FF2B5EF4-FFF2-40B4-BE49-F238E27FC236}">
                <a16:creationId xmlns:a16="http://schemas.microsoft.com/office/drawing/2014/main" id="{622B597D-A85C-47C2-8D2A-97D30AAC7558}"/>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3 object 11">
            <a:extLst xmlns:a="http://schemas.openxmlformats.org/drawingml/2006/main">
              <a:ext uri="{FF2B5EF4-FFF2-40B4-BE49-F238E27FC236}">
                <a16:creationId xmlns:a16="http://schemas.microsoft.com/office/drawing/2014/main" id="{6E913598-8D14-4BED-AFA7-9B6CAB0F42A8}"/>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2">
            <a:extLst xmlns:a="http://schemas.openxmlformats.org/drawingml/2006/main">
              <a:ext uri="{FF2B5EF4-FFF2-40B4-BE49-F238E27FC236}">
                <a16:creationId xmlns:a16="http://schemas.microsoft.com/office/drawing/2014/main" id="{5BA67ED6-B3CA-4971-9524-ED1DABD0A0A6}"/>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3 object 13">
            <a:extLst xmlns:a="http://schemas.openxmlformats.org/drawingml/2006/main">
              <a:ext uri="{FF2B5EF4-FFF2-40B4-BE49-F238E27FC236}">
                <a16:creationId xmlns:a16="http://schemas.microsoft.com/office/drawing/2014/main" id="{E1FE927A-5523-405E-B25F-90AC085A9D50}"/>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1</a:t>
            </a:r>
          </a:p>
        </p:txBody>
      </p:sp>
      <p:sp>
        <p:nvSpPr>
          <p:cNvPr id="14" name="DP3 object 14">
            <a:extLst xmlns:a="http://schemas.openxmlformats.org/drawingml/2006/main">
              <a:ext uri="{FF2B5EF4-FFF2-40B4-BE49-F238E27FC236}">
                <a16:creationId xmlns:a16="http://schemas.microsoft.com/office/drawing/2014/main" id="{DC1A30C2-02F7-47D0-A8AC-48B228EC7259}"/>
              </a:ext>
            </a:extLst>
          </p:cNvPr>
          <p:cNvSpPr>
            <a:spLocks xmlns:a="http://schemas.openxmlformats.org/drawingml/2006/main" noGrp="1"/>
          </p:cNvSpPr>
          <p:nvPr/>
        </p:nvSpPr>
        <p:spPr>
          <a:xfrm xmlns:a="http://schemas.openxmlformats.org/drawingml/2006/main">
            <a:off x="628650" y="1381125"/>
            <a:ext cx="170021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225" b="1">
                <a:solidFill>
                  <a:srgbClr val="111111"/>
                </a:solidFill>
                <a:latin typeface="Apple SD Gothic Neo"/>
                <a:ea typeface="Apple SD Gothic Neo"/>
                <a:cs typeface="Apple SD Gothic Neo"/>
              </a:defRPr>
            </a:defPPr>
            <a:lvl1pPr algn="l">
              <a:defRPr sz="3225" b="1">
                <a:solidFill>
                  <a:srgbClr val="111111"/>
                </a:solidFill>
                <a:latin typeface="Apple SD Gothic Neo"/>
                <a:ea typeface="Apple SD Gothic Neo"/>
                <a:cs typeface="Apple SD Gothic Neo"/>
              </a:defRPr>
            </a:lvl1pPr>
            <a:lvl2pPr algn="l">
              <a:defRPr sz="3225" b="1">
                <a:solidFill>
                  <a:srgbClr val="111111"/>
                </a:solidFill>
                <a:latin typeface="Apple SD Gothic Neo"/>
                <a:ea typeface="Apple SD Gothic Neo"/>
                <a:cs typeface="Apple SD Gothic Neo"/>
              </a:defRPr>
            </a:lvl2pPr>
            <a:lvl3pPr algn="l">
              <a:defRPr sz="3225" b="1">
                <a:solidFill>
                  <a:srgbClr val="111111"/>
                </a:solidFill>
                <a:latin typeface="Apple SD Gothic Neo"/>
                <a:ea typeface="Apple SD Gothic Neo"/>
                <a:cs typeface="Apple SD Gothic Neo"/>
              </a:defRPr>
            </a:lvl3pPr>
            <a:lvl4pPr algn="l">
              <a:defRPr sz="3225" b="1">
                <a:solidFill>
                  <a:srgbClr val="111111"/>
                </a:solidFill>
                <a:latin typeface="Apple SD Gothic Neo"/>
                <a:ea typeface="Apple SD Gothic Neo"/>
                <a:cs typeface="Apple SD Gothic Neo"/>
              </a:defRPr>
            </a:lvl4pPr>
            <a:lvl5pPr algn="l">
              <a:defRPr sz="3225" b="1">
                <a:solidFill>
                  <a:srgbClr val="111111"/>
                </a:solidFill>
                <a:latin typeface="Apple SD Gothic Neo"/>
                <a:ea typeface="Apple SD Gothic Neo"/>
                <a:cs typeface="Apple SD Gothic Neo"/>
              </a:defRPr>
            </a:lvl5pPr>
            <a:lvl6pPr algn="l">
              <a:defRPr sz="3225" b="1">
                <a:solidFill>
                  <a:srgbClr val="111111"/>
                </a:solidFill>
                <a:latin typeface="Apple SD Gothic Neo"/>
                <a:ea typeface="Apple SD Gothic Neo"/>
                <a:cs typeface="Apple SD Gothic Neo"/>
              </a:defRPr>
            </a:lvl6pPr>
            <a:lvl7pPr algn="l">
              <a:defRPr sz="3225" b="1">
                <a:solidFill>
                  <a:srgbClr val="111111"/>
                </a:solidFill>
                <a:latin typeface="Apple SD Gothic Neo"/>
                <a:ea typeface="Apple SD Gothic Neo"/>
                <a:cs typeface="Apple SD Gothic Neo"/>
              </a:defRPr>
            </a:lvl7pPr>
            <a:lvl8pPr algn="l">
              <a:defRPr sz="3225" b="1">
                <a:solidFill>
                  <a:srgbClr val="111111"/>
                </a:solidFill>
                <a:latin typeface="Apple SD Gothic Neo"/>
                <a:ea typeface="Apple SD Gothic Neo"/>
                <a:cs typeface="Apple SD Gothic Neo"/>
              </a:defRPr>
            </a:lvl8pPr>
            <a:lvl9pPr algn="l">
              <a:defRPr sz="3225" b="1">
                <a:solidFill>
                  <a:srgbClr val="111111"/>
                </a:solidFill>
                <a:latin typeface="Apple SD Gothic Neo"/>
                <a:ea typeface="Apple SD Gothic Neo"/>
                <a:cs typeface="Apple SD Gothic Neo"/>
              </a:defRPr>
            </a:lvl9pPr>
          </a:lstStyle>
          <a:p xmlns:a="http://schemas.openxmlformats.org/drawingml/2006/main">
            <a:pPr algn="l">
              <a:defRPr sz="3225" b="1">
                <a:solidFill>
                  <a:srgbClr val="111111"/>
                </a:solidFill>
                <a:latin typeface="Apple SD Gothic Neo"/>
                <a:ea typeface="Apple SD Gothic Neo"/>
                <a:cs typeface="Apple SD Gothic Neo"/>
              </a:defRPr>
            </a:pPr>
            <a:r>
              <a:rPr sz="3225" b="1">
                <a:solidFill>
                  <a:srgbClr val="111111"/>
                </a:solidFill>
                <a:latin typeface="Apple SD Gothic Neo"/>
                <a:ea typeface="Apple SD Gothic Neo"/>
                <a:cs typeface="Apple SD Gothic Neo"/>
              </a:rPr>
              <a:t>말이 끝났을 때, 가리킨 화면은 이미 바뀌어 있다</a:t>
            </a:r>
          </a:p>
        </p:txBody>
      </p:sp>
      <p:sp>
        <p:nvSpPr>
          <p:cNvPr id="15" name="DP3 object 15">
            <a:extLst xmlns:a="http://schemas.openxmlformats.org/drawingml/2006/main">
              <a:ext uri="{FF2B5EF4-FFF2-40B4-BE49-F238E27FC236}">
                <a16:creationId xmlns:a16="http://schemas.microsoft.com/office/drawing/2014/main" id="{6A2B2B8A-12A0-407B-B3A0-42BBE57F0616}"/>
              </a:ext>
            </a:extLst>
          </p:cNvPr>
          <p:cNvSpPr>
            <a:spLocks xmlns:a="http://schemas.openxmlformats.org/drawingml/2006/main" noGrp="1"/>
          </p:cNvSpPr>
          <p:nvPr/>
        </p:nvSpPr>
        <p:spPr>
          <a:xfrm xmlns:a="http://schemas.openxmlformats.org/drawingml/2006/main">
            <a:off x="647700" y="2028825"/>
            <a:ext cx="1676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VIA는 발화, 당시 화면, 포인터와 선택 범위를 연결해 실제 대상을 정해야 한다.</a:t>
            </a:r>
          </a:p>
        </p:txBody>
      </p:sp>
      <p:sp>
        <p:nvSpPr>
          <p:cNvPr id="16" name="DP3 object 16">
            <a:extLst xmlns:a="http://schemas.openxmlformats.org/drawingml/2006/main">
              <a:ext uri="{FF2B5EF4-FFF2-40B4-BE49-F238E27FC236}">
                <a16:creationId xmlns:a16="http://schemas.microsoft.com/office/drawing/2014/main" id="{A6E8D80D-55A8-4CBA-95D7-CBE5263388B9}"/>
              </a:ext>
            </a:extLst>
          </p:cNvPr>
          <p:cNvSpPr>
            <a:spLocks xmlns:a="http://schemas.openxmlformats.org/drawingml/2006/main" noGrp="1"/>
          </p:cNvSpPr>
          <p:nvPr/>
        </p:nvSpPr>
        <p:spPr>
          <a:xfrm xmlns:a="http://schemas.openxmlformats.org/drawingml/2006/main">
            <a:off x="809625" y="27336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① 표 범위 선택</a:t>
            </a:r>
          </a:p>
        </p:txBody>
      </p:sp>
      <p:sp>
        <p:nvSpPr>
          <p:cNvPr id="17" name="DP3 object 17">
            <a:extLst xmlns:a="http://schemas.openxmlformats.org/drawingml/2006/main">
              <a:ext uri="{FF2B5EF4-FFF2-40B4-BE49-F238E27FC236}">
                <a16:creationId xmlns:a16="http://schemas.microsoft.com/office/drawing/2014/main" id="{CDA29154-6EC9-409D-B634-F1CE6D7EA1C7}"/>
              </a:ext>
            </a:extLst>
          </p:cNvPr>
          <p:cNvSpPr>
            <a:spLocks xmlns:a="http://schemas.openxmlformats.org/drawingml/2006/main" noGrp="1"/>
          </p:cNvSpPr>
          <p:nvPr/>
        </p:nvSpPr>
        <p:spPr>
          <a:xfrm xmlns:a="http://schemas.openxmlformats.org/drawingml/2006/main">
            <a:off x="809625" y="3248025"/>
            <a:ext cx="4667250" cy="25717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18" name="DP3 object 18">
            <a:extLst xmlns:a="http://schemas.openxmlformats.org/drawingml/2006/main">
              <a:ext uri="{FF2B5EF4-FFF2-40B4-BE49-F238E27FC236}">
                <a16:creationId xmlns:a16="http://schemas.microsoft.com/office/drawing/2014/main" id="{AA76AD1C-917F-416C-8A66-76D4CF2F5E78}"/>
              </a:ext>
            </a:extLst>
          </p:cNvPr>
          <p:cNvSpPr>
            <a:spLocks xmlns:a="http://schemas.openxmlformats.org/drawingml/2006/main" noGrp="1"/>
          </p:cNvSpPr>
          <p:nvPr/>
        </p:nvSpPr>
        <p:spPr>
          <a:xfrm xmlns:a="http://schemas.openxmlformats.org/drawingml/2006/main">
            <a:off x="809625" y="3248025"/>
            <a:ext cx="4667250" cy="361950"/>
          </a:xfrm>
          <a:prstGeom xmlns:a="http://schemas.openxmlformats.org/drawingml/2006/main" prst="rect">
            <a:avLst/>
          </a:prstGeom>
          <a:solidFill xmlns:a="http://schemas.openxmlformats.org/drawingml/2006/main">
            <a:srgbClr val="E9EBED"/>
          </a:solidFill>
          <a:ln xmlns:a="http://schemas.openxmlformats.org/drawingml/2006/main" w="10478">
            <a:solidFill>
              <a:srgbClr val="111111"/>
            </a:solidFill>
            <a:prstDash val="solid"/>
          </a:ln>
        </p:spPr>
      </p:sp>
      <p:sp>
        <p:nvSpPr>
          <p:cNvPr id="19" name="DP3 object 19">
            <a:extLst xmlns:a="http://schemas.openxmlformats.org/drawingml/2006/main">
              <a:ext uri="{FF2B5EF4-FFF2-40B4-BE49-F238E27FC236}">
                <a16:creationId xmlns:a16="http://schemas.microsoft.com/office/drawing/2014/main" id="{EDD072E4-9BB7-4126-AE10-C2509A7E2435}"/>
              </a:ext>
            </a:extLst>
          </p:cNvPr>
          <p:cNvSpPr>
            <a:spLocks xmlns:a="http://schemas.openxmlformats.org/drawingml/2006/main" noGrp="1"/>
          </p:cNvSpPr>
          <p:nvPr/>
        </p:nvSpPr>
        <p:spPr>
          <a:xfrm xmlns:a="http://schemas.openxmlformats.org/drawingml/2006/main">
            <a:off x="962025" y="3248025"/>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매출 현황.xlsx</a:t>
            </a:r>
          </a:p>
        </p:txBody>
      </p:sp>
      <p:sp>
        <p:nvSpPr>
          <p:cNvPr id="20" name="DP3 object 20">
            <a:extLst xmlns:a="http://schemas.openxmlformats.org/drawingml/2006/main">
              <a:ext uri="{FF2B5EF4-FFF2-40B4-BE49-F238E27FC236}">
                <a16:creationId xmlns:a16="http://schemas.microsoft.com/office/drawing/2014/main" id="{B712B25E-E527-4F34-8A63-DC4FC1D1A897}"/>
              </a:ext>
            </a:extLst>
          </p:cNvPr>
          <p:cNvSpPr>
            <a:spLocks xmlns:a="http://schemas.openxmlformats.org/drawingml/2006/main" noGrp="1"/>
          </p:cNvSpPr>
          <p:nvPr/>
        </p:nvSpPr>
        <p:spPr>
          <a:xfrm xmlns:a="http://schemas.openxmlformats.org/drawingml/2006/main">
            <a:off x="6334125" y="27336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② 그래프 두 개 지정</a:t>
            </a:r>
          </a:p>
        </p:txBody>
      </p:sp>
      <p:sp>
        <p:nvSpPr>
          <p:cNvPr id="21" name="DP3 object 21">
            <a:extLst xmlns:a="http://schemas.openxmlformats.org/drawingml/2006/main">
              <a:ext uri="{FF2B5EF4-FFF2-40B4-BE49-F238E27FC236}">
                <a16:creationId xmlns:a16="http://schemas.microsoft.com/office/drawing/2014/main" id="{5E9C7916-D6F0-4AEE-8798-0A136A216149}"/>
              </a:ext>
            </a:extLst>
          </p:cNvPr>
          <p:cNvSpPr>
            <a:spLocks xmlns:a="http://schemas.openxmlformats.org/drawingml/2006/main" noGrp="1"/>
          </p:cNvSpPr>
          <p:nvPr/>
        </p:nvSpPr>
        <p:spPr>
          <a:xfrm xmlns:a="http://schemas.openxmlformats.org/drawingml/2006/main">
            <a:off x="6334125" y="3248025"/>
            <a:ext cx="4667250" cy="25717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2" name="DP3 object 22">
            <a:extLst xmlns:a="http://schemas.openxmlformats.org/drawingml/2006/main">
              <a:ext uri="{FF2B5EF4-FFF2-40B4-BE49-F238E27FC236}">
                <a16:creationId xmlns:a16="http://schemas.microsoft.com/office/drawing/2014/main" id="{3E750EEF-3F59-4269-9946-8D6C3DE7153F}"/>
              </a:ext>
            </a:extLst>
          </p:cNvPr>
          <p:cNvSpPr>
            <a:spLocks xmlns:a="http://schemas.openxmlformats.org/drawingml/2006/main" noGrp="1"/>
          </p:cNvSpPr>
          <p:nvPr/>
        </p:nvSpPr>
        <p:spPr>
          <a:xfrm xmlns:a="http://schemas.openxmlformats.org/drawingml/2006/main">
            <a:off x="6334125" y="3248025"/>
            <a:ext cx="4667250" cy="361950"/>
          </a:xfrm>
          <a:prstGeom xmlns:a="http://schemas.openxmlformats.org/drawingml/2006/main" prst="rect">
            <a:avLst/>
          </a:prstGeom>
          <a:solidFill xmlns:a="http://schemas.openxmlformats.org/drawingml/2006/main">
            <a:srgbClr val="E9EBED"/>
          </a:solidFill>
          <a:ln xmlns:a="http://schemas.openxmlformats.org/drawingml/2006/main" w="10478">
            <a:solidFill>
              <a:srgbClr val="111111"/>
            </a:solidFill>
            <a:prstDash val="solid"/>
          </a:ln>
        </p:spPr>
      </p:sp>
      <p:sp>
        <p:nvSpPr>
          <p:cNvPr id="23" name="DP3 object 23">
            <a:extLst xmlns:a="http://schemas.openxmlformats.org/drawingml/2006/main">
              <a:ext uri="{FF2B5EF4-FFF2-40B4-BE49-F238E27FC236}">
                <a16:creationId xmlns:a16="http://schemas.microsoft.com/office/drawing/2014/main" id="{8A1AFD40-B0A8-49FF-98A0-8A397C94CA66}"/>
              </a:ext>
            </a:extLst>
          </p:cNvPr>
          <p:cNvSpPr>
            <a:spLocks xmlns:a="http://schemas.openxmlformats.org/drawingml/2006/main" noGrp="1"/>
          </p:cNvSpPr>
          <p:nvPr/>
        </p:nvSpPr>
        <p:spPr>
          <a:xfrm xmlns:a="http://schemas.openxmlformats.org/drawingml/2006/main">
            <a:off x="6486525" y="3248025"/>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실적 분석.pdf</a:t>
            </a:r>
          </a:p>
        </p:txBody>
      </p:sp>
      <p:sp>
        <p:nvSpPr>
          <p:cNvPr id="24" name="DP3 object 24">
            <a:extLst xmlns:a="http://schemas.openxmlformats.org/drawingml/2006/main">
              <a:ext uri="{FF2B5EF4-FFF2-40B4-BE49-F238E27FC236}">
                <a16:creationId xmlns:a16="http://schemas.microsoft.com/office/drawing/2014/main" id="{E5DE5C9A-625A-4FAB-87DE-CF2A237FE802}"/>
              </a:ext>
            </a:extLst>
          </p:cNvPr>
          <p:cNvSpPr>
            <a:spLocks xmlns:a="http://schemas.openxmlformats.org/drawingml/2006/main" noGrp="1"/>
          </p:cNvSpPr>
          <p:nvPr/>
        </p:nvSpPr>
        <p:spPr>
          <a:xfrm xmlns:a="http://schemas.openxmlformats.org/drawingml/2006/main">
            <a:off x="11858625" y="2733675"/>
            <a:ext cx="466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250" b="1">
                <a:solidFill>
                  <a:srgbClr val="111111"/>
                </a:solidFill>
                <a:latin typeface="Apple SD Gothic Neo"/>
                <a:ea typeface="Apple SD Gothic Neo"/>
                <a:cs typeface="Apple SD Gothic Neo"/>
              </a:defRPr>
            </a:defPPr>
            <a:lvl1pPr algn="l">
              <a:defRPr sz="2250" b="1">
                <a:solidFill>
                  <a:srgbClr val="111111"/>
                </a:solidFill>
                <a:latin typeface="Apple SD Gothic Neo"/>
                <a:ea typeface="Apple SD Gothic Neo"/>
                <a:cs typeface="Apple SD Gothic Neo"/>
              </a:defRPr>
            </a:lvl1pPr>
            <a:lvl2pPr algn="l">
              <a:defRPr sz="2250" b="1">
                <a:solidFill>
                  <a:srgbClr val="111111"/>
                </a:solidFill>
                <a:latin typeface="Apple SD Gothic Neo"/>
                <a:ea typeface="Apple SD Gothic Neo"/>
                <a:cs typeface="Apple SD Gothic Neo"/>
              </a:defRPr>
            </a:lvl2pPr>
            <a:lvl3pPr algn="l">
              <a:defRPr sz="2250" b="1">
                <a:solidFill>
                  <a:srgbClr val="111111"/>
                </a:solidFill>
                <a:latin typeface="Apple SD Gothic Neo"/>
                <a:ea typeface="Apple SD Gothic Neo"/>
                <a:cs typeface="Apple SD Gothic Neo"/>
              </a:defRPr>
            </a:lvl3pPr>
            <a:lvl4pPr algn="l">
              <a:defRPr sz="2250" b="1">
                <a:solidFill>
                  <a:srgbClr val="111111"/>
                </a:solidFill>
                <a:latin typeface="Apple SD Gothic Neo"/>
                <a:ea typeface="Apple SD Gothic Neo"/>
                <a:cs typeface="Apple SD Gothic Neo"/>
              </a:defRPr>
            </a:lvl4pPr>
            <a:lvl5pPr algn="l">
              <a:defRPr sz="2250" b="1">
                <a:solidFill>
                  <a:srgbClr val="111111"/>
                </a:solidFill>
                <a:latin typeface="Apple SD Gothic Neo"/>
                <a:ea typeface="Apple SD Gothic Neo"/>
                <a:cs typeface="Apple SD Gothic Neo"/>
              </a:defRPr>
            </a:lvl5pPr>
            <a:lvl6pPr algn="l">
              <a:defRPr sz="2250" b="1">
                <a:solidFill>
                  <a:srgbClr val="111111"/>
                </a:solidFill>
                <a:latin typeface="Apple SD Gothic Neo"/>
                <a:ea typeface="Apple SD Gothic Neo"/>
                <a:cs typeface="Apple SD Gothic Neo"/>
              </a:defRPr>
            </a:lvl6pPr>
            <a:lvl7pPr algn="l">
              <a:defRPr sz="2250" b="1">
                <a:solidFill>
                  <a:srgbClr val="111111"/>
                </a:solidFill>
                <a:latin typeface="Apple SD Gothic Neo"/>
                <a:ea typeface="Apple SD Gothic Neo"/>
                <a:cs typeface="Apple SD Gothic Neo"/>
              </a:defRPr>
            </a:lvl7pPr>
            <a:lvl8pPr algn="l">
              <a:defRPr sz="2250" b="1">
                <a:solidFill>
                  <a:srgbClr val="111111"/>
                </a:solidFill>
                <a:latin typeface="Apple SD Gothic Neo"/>
                <a:ea typeface="Apple SD Gothic Neo"/>
                <a:cs typeface="Apple SD Gothic Neo"/>
              </a:defRPr>
            </a:lvl8pPr>
            <a:lvl9pPr algn="l">
              <a:defRPr sz="2250" b="1">
                <a:solidFill>
                  <a:srgbClr val="111111"/>
                </a:solidFill>
                <a:latin typeface="Apple SD Gothic Neo"/>
                <a:ea typeface="Apple SD Gothic Neo"/>
                <a:cs typeface="Apple SD Gothic Neo"/>
              </a:defRPr>
            </a:lvl9pPr>
          </a:lstStyle>
          <a:p xmlns:a="http://schemas.openxmlformats.org/drawingml/2006/main">
            <a:pPr algn="l">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③ 화면 이동과 부분 정정</a:t>
            </a:r>
          </a:p>
        </p:txBody>
      </p:sp>
      <p:sp>
        <p:nvSpPr>
          <p:cNvPr id="25" name="DP3 object 25">
            <a:extLst xmlns:a="http://schemas.openxmlformats.org/drawingml/2006/main">
              <a:ext uri="{FF2B5EF4-FFF2-40B4-BE49-F238E27FC236}">
                <a16:creationId xmlns:a16="http://schemas.microsoft.com/office/drawing/2014/main" id="{83A4184C-01D3-4527-B9FB-F497FB6EBFA2}"/>
              </a:ext>
            </a:extLst>
          </p:cNvPr>
          <p:cNvSpPr>
            <a:spLocks xmlns:a="http://schemas.openxmlformats.org/drawingml/2006/main" noGrp="1"/>
          </p:cNvSpPr>
          <p:nvPr/>
        </p:nvSpPr>
        <p:spPr>
          <a:xfrm xmlns:a="http://schemas.openxmlformats.org/drawingml/2006/main">
            <a:off x="11858625" y="3248025"/>
            <a:ext cx="4667250" cy="2571750"/>
          </a:xfrm>
          <a:prstGeom xmlns:a="http://schemas.openxmlformats.org/drawingml/2006/main" prst="rect">
            <a:avLst/>
          </a:prstGeom>
          <a:solidFill xmlns:a="http://schemas.openxmlformats.org/drawingml/2006/main">
            <a:srgbClr val="FFFFFF"/>
          </a:solidFill>
          <a:ln xmlns:a="http://schemas.openxmlformats.org/drawingml/2006/main" w="19050">
            <a:solidFill>
              <a:srgbClr val="111111"/>
            </a:solidFill>
            <a:prstDash val="solid"/>
          </a:ln>
        </p:spPr>
      </p:sp>
      <p:sp>
        <p:nvSpPr>
          <p:cNvPr id="26" name="DP3 object 26">
            <a:extLst xmlns:a="http://schemas.openxmlformats.org/drawingml/2006/main">
              <a:ext uri="{FF2B5EF4-FFF2-40B4-BE49-F238E27FC236}">
                <a16:creationId xmlns:a16="http://schemas.microsoft.com/office/drawing/2014/main" id="{1F713CAE-ECC7-4655-A0A6-83B1392EDD9F}"/>
              </a:ext>
            </a:extLst>
          </p:cNvPr>
          <p:cNvSpPr>
            <a:spLocks xmlns:a="http://schemas.openxmlformats.org/drawingml/2006/main" noGrp="1"/>
          </p:cNvSpPr>
          <p:nvPr/>
        </p:nvSpPr>
        <p:spPr>
          <a:xfrm xmlns:a="http://schemas.openxmlformats.org/drawingml/2006/main">
            <a:off x="11858625" y="3248025"/>
            <a:ext cx="4667250" cy="361950"/>
          </a:xfrm>
          <a:prstGeom xmlns:a="http://schemas.openxmlformats.org/drawingml/2006/main" prst="rect">
            <a:avLst/>
          </a:prstGeom>
          <a:solidFill xmlns:a="http://schemas.openxmlformats.org/drawingml/2006/main">
            <a:srgbClr val="E9EBED"/>
          </a:solidFill>
          <a:ln xmlns:a="http://schemas.openxmlformats.org/drawingml/2006/main" w="10478">
            <a:solidFill>
              <a:srgbClr val="111111"/>
            </a:solidFill>
            <a:prstDash val="solid"/>
          </a:ln>
        </p:spPr>
      </p:sp>
      <p:sp>
        <p:nvSpPr>
          <p:cNvPr id="27" name="DP3 object 27">
            <a:extLst xmlns:a="http://schemas.openxmlformats.org/drawingml/2006/main">
              <a:ext uri="{FF2B5EF4-FFF2-40B4-BE49-F238E27FC236}">
                <a16:creationId xmlns:a16="http://schemas.microsoft.com/office/drawing/2014/main" id="{2EC88A62-800A-42E8-A279-3C4EDF659DF8}"/>
              </a:ext>
            </a:extLst>
          </p:cNvPr>
          <p:cNvSpPr>
            <a:spLocks xmlns:a="http://schemas.openxmlformats.org/drawingml/2006/main" noGrp="1"/>
          </p:cNvSpPr>
          <p:nvPr/>
        </p:nvSpPr>
        <p:spPr>
          <a:xfrm xmlns:a="http://schemas.openxmlformats.org/drawingml/2006/main">
            <a:off x="12011025" y="3248025"/>
            <a:ext cx="433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메일</a:t>
            </a:r>
          </a:p>
        </p:txBody>
      </p:sp>
      <p:graphicFrame>
        <p:nvGraphicFramePr>
          <p:cNvPr id="28" name="">
            <a:extLst xmlns:a="http://schemas.openxmlformats.org/drawingml/2006/main">
              <a:ext uri="{FF2B5EF4-FFF2-40B4-BE49-F238E27FC236}">
                <a16:creationId xmlns:a16="http://schemas.microsoft.com/office/drawing/2014/main" id="{575ECF7B-27FF-4756-8B68-A266F2C7902F}"/>
              </a:ext>
            </a:extLst>
          </p:cNvPr>
          <p:cNvGraphicFramePr/>
          <p:nvPr/>
        </p:nvGraphicFramePr>
        <p:xfrm>
          <a:off xmlns:a="http://schemas.openxmlformats.org/drawingml/2006/main" x="1009650" y="3752850"/>
          <a:ext xmlns:a="http://schemas.openxmlformats.org/drawingml/2006/main" cx="4191000" cy="1714500"/>
        </p:xfrm>
        <a:graphic xmlns:a="http://schemas.openxmlformats.org/drawingml/2006/main">
          <a:graphicData uri="http://schemas.openxmlformats.org/drawingml/2006/table">
            <a:tbl>
              <a:tblPr firstRow="0" bandRow="0" bandCol="0"/>
              <a:tblGrid>
                <a:gridCol w="1428750"/>
                <a:gridCol w="1381125"/>
                <a:gridCol w="1381125"/>
              </a:tblGrid>
              <a:tr h="371475">
                <a:tc>
                  <a:txBody>
                    <a:bodyPr anchor="ctr"/>
                    <a:lstStyle/>
                    <a:p>
                      <a:pPr algn="ctr"/>
                      <a:r>
                        <a:rPr sz="1875" b="1">
                          <a:solidFill>
                            <a:srgbClr val="111111"/>
                          </a:solidFill>
                          <a:latin typeface="Apple SD Gothic Neo"/>
                          <a:ea typeface="Apple SD Gothic Neo"/>
                          <a:cs typeface="Apple SD Gothic Neo"/>
                        </a:rPr>
                        <a:t>구분</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상반기</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하반기</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47675">
                <a:tc>
                  <a:txBody>
                    <a:bodyPr anchor="ctr"/>
                    <a:lstStyle/>
                    <a:p>
                      <a:pPr algn="ctr"/>
                      <a:r>
                        <a:rPr sz="1650">
                          <a:solidFill>
                            <a:srgbClr val="111111"/>
                          </a:solidFill>
                          <a:latin typeface="Apple SD Gothic Neo"/>
                          <a:ea typeface="Apple SD Gothic Neo"/>
                          <a:cs typeface="Apple SD Gothic Neo"/>
                        </a:rPr>
                        <a:t>제품 A</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120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r>
                        <a:rPr sz="1650">
                          <a:solidFill>
                            <a:srgbClr val="111111"/>
                          </a:solidFill>
                          <a:latin typeface="Apple SD Gothic Neo"/>
                          <a:ea typeface="Apple SD Gothic Neo"/>
                          <a:cs typeface="Apple SD Gothic Neo"/>
                        </a:rPr>
                        <a:t>제품 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90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110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47675">
                <a:tc>
                  <a:txBody>
                    <a:bodyPr anchor="ctr"/>
                    <a:lstStyle/>
                    <a:p>
                      <a:pPr algn="ctr"/>
                      <a:r>
                        <a:rPr sz="1650">
                          <a:solidFill>
                            <a:srgbClr val="111111"/>
                          </a:solidFill>
                          <a:latin typeface="Apple SD Gothic Neo"/>
                          <a:ea typeface="Apple SD Gothic Neo"/>
                          <a:cs typeface="Apple SD Gothic Neo"/>
                        </a:rPr>
                        <a:t>제품 C</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80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650">
                          <a:solidFill>
                            <a:srgbClr val="111111"/>
                          </a:solidFill>
                          <a:latin typeface="Apple SD Gothic Neo"/>
                          <a:ea typeface="Apple SD Gothic Neo"/>
                          <a:cs typeface="Apple SD Gothic Neo"/>
                        </a:rPr>
                        <a:t>95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29" name="DP3 object 28">
            <a:extLst xmlns:a="http://schemas.openxmlformats.org/drawingml/2006/main">
              <a:ext uri="{FF2B5EF4-FFF2-40B4-BE49-F238E27FC236}">
                <a16:creationId xmlns:a16="http://schemas.microsoft.com/office/drawing/2014/main" id="{B2109B2E-DFCB-4C98-A9D7-6F34B04BB7A2}"/>
              </a:ext>
            </a:extLst>
          </p:cNvPr>
          <p:cNvSpPr>
            <a:spLocks xmlns:a="http://schemas.openxmlformats.org/drawingml/2006/main" noGrp="1"/>
          </p:cNvSpPr>
          <p:nvPr/>
        </p:nvSpPr>
        <p:spPr>
          <a:xfrm xmlns:a="http://schemas.openxmlformats.org/drawingml/2006/main">
            <a:off x="2428875" y="4124325"/>
            <a:ext cx="2762250" cy="895350"/>
          </a:xfrm>
          <a:prstGeom xmlns:a="http://schemas.openxmlformats.org/drawingml/2006/main" prst="rect">
            <a:avLst/>
          </a:prstGeom>
          <a:noFill xmlns:a="http://schemas.openxmlformats.org/drawingml/2006/main"/>
          <a:ln xmlns:a="http://schemas.openxmlformats.org/drawingml/2006/main" w="38100">
            <a:solidFill>
              <a:srgbClr val="4676CB"/>
            </a:solidFill>
            <a:prstDash val="solid"/>
          </a:ln>
        </p:spPr>
      </p:sp>
      <p:sp>
        <p:nvSpPr>
          <p:cNvPr id="30" name="DP3 object 29">
            <a:extLst xmlns:a="http://schemas.openxmlformats.org/drawingml/2006/main">
              <a:ext uri="{FF2B5EF4-FFF2-40B4-BE49-F238E27FC236}">
                <a16:creationId xmlns:a16="http://schemas.microsoft.com/office/drawing/2014/main" id="{635DBEA5-87B1-4C0C-8FD3-BB79FB35C84F}"/>
              </a:ext>
            </a:extLst>
          </p:cNvPr>
          <p:cNvSpPr>
            <a:spLocks xmlns:a="http://schemas.openxmlformats.org/drawingml/2006/main" noGrp="1"/>
          </p:cNvSpPr>
          <p:nvPr/>
        </p:nvSpPr>
        <p:spPr>
          <a:xfrm xmlns:a="http://schemas.openxmlformats.org/drawingml/2006/main">
            <a:off x="2647950" y="5505450"/>
            <a:ext cx="2333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1">
                <a:solidFill>
                  <a:srgbClr val="4676CB"/>
                </a:solidFill>
                <a:latin typeface="Apple SD Gothic Neo"/>
                <a:ea typeface="Apple SD Gothic Neo"/>
                <a:cs typeface="Apple SD Gothic Neo"/>
              </a:defRPr>
            </a:defPPr>
            <a:lvl1pPr algn="l">
              <a:defRPr sz="1425" b="1">
                <a:solidFill>
                  <a:srgbClr val="4676CB"/>
                </a:solidFill>
                <a:latin typeface="Apple SD Gothic Neo"/>
                <a:ea typeface="Apple SD Gothic Neo"/>
                <a:cs typeface="Apple SD Gothic Neo"/>
              </a:defRPr>
            </a:lvl1pPr>
            <a:lvl2pPr algn="l">
              <a:defRPr sz="1425" b="1">
                <a:solidFill>
                  <a:srgbClr val="4676CB"/>
                </a:solidFill>
                <a:latin typeface="Apple SD Gothic Neo"/>
                <a:ea typeface="Apple SD Gothic Neo"/>
                <a:cs typeface="Apple SD Gothic Neo"/>
              </a:defRPr>
            </a:lvl2pPr>
            <a:lvl3pPr algn="l">
              <a:defRPr sz="1425" b="1">
                <a:solidFill>
                  <a:srgbClr val="4676CB"/>
                </a:solidFill>
                <a:latin typeface="Apple SD Gothic Neo"/>
                <a:ea typeface="Apple SD Gothic Neo"/>
                <a:cs typeface="Apple SD Gothic Neo"/>
              </a:defRPr>
            </a:lvl3pPr>
            <a:lvl4pPr algn="l">
              <a:defRPr sz="1425" b="1">
                <a:solidFill>
                  <a:srgbClr val="4676CB"/>
                </a:solidFill>
                <a:latin typeface="Apple SD Gothic Neo"/>
                <a:ea typeface="Apple SD Gothic Neo"/>
                <a:cs typeface="Apple SD Gothic Neo"/>
              </a:defRPr>
            </a:lvl4pPr>
            <a:lvl5pPr algn="l">
              <a:defRPr sz="1425" b="1">
                <a:solidFill>
                  <a:srgbClr val="4676CB"/>
                </a:solidFill>
                <a:latin typeface="Apple SD Gothic Neo"/>
                <a:ea typeface="Apple SD Gothic Neo"/>
                <a:cs typeface="Apple SD Gothic Neo"/>
              </a:defRPr>
            </a:lvl5pPr>
            <a:lvl6pPr algn="l">
              <a:defRPr sz="1425" b="1">
                <a:solidFill>
                  <a:srgbClr val="4676CB"/>
                </a:solidFill>
                <a:latin typeface="Apple SD Gothic Neo"/>
                <a:ea typeface="Apple SD Gothic Neo"/>
                <a:cs typeface="Apple SD Gothic Neo"/>
              </a:defRPr>
            </a:lvl6pPr>
            <a:lvl7pPr algn="l">
              <a:defRPr sz="1425" b="1">
                <a:solidFill>
                  <a:srgbClr val="4676CB"/>
                </a:solidFill>
                <a:latin typeface="Apple SD Gothic Neo"/>
                <a:ea typeface="Apple SD Gothic Neo"/>
                <a:cs typeface="Apple SD Gothic Neo"/>
              </a:defRPr>
            </a:lvl7pPr>
            <a:lvl8pPr algn="l">
              <a:defRPr sz="1425" b="1">
                <a:solidFill>
                  <a:srgbClr val="4676CB"/>
                </a:solidFill>
                <a:latin typeface="Apple SD Gothic Neo"/>
                <a:ea typeface="Apple SD Gothic Neo"/>
                <a:cs typeface="Apple SD Gothic Neo"/>
              </a:defRPr>
            </a:lvl8pPr>
            <a:lvl9pPr algn="l">
              <a:defRPr sz="1425" b="1">
                <a:solidFill>
                  <a:srgbClr val="4676CB"/>
                </a:solidFill>
                <a:latin typeface="Apple SD Gothic Neo"/>
                <a:ea typeface="Apple SD Gothic Neo"/>
                <a:cs typeface="Apple SD Gothic Neo"/>
              </a:defRPr>
            </a:lvl9pPr>
          </a:lstStyle>
          <a:p xmlns:a="http://schemas.openxmlformats.org/drawingml/2006/main">
            <a:pPr algn="l">
              <a:defRPr sz="1425" b="1">
                <a:solidFill>
                  <a:srgbClr val="4676CB"/>
                </a:solidFill>
                <a:latin typeface="Apple SD Gothic Neo"/>
                <a:ea typeface="Apple SD Gothic Neo"/>
                <a:cs typeface="Apple SD Gothic Neo"/>
              </a:defRPr>
            </a:pPr>
            <a:r>
              <a:rPr sz="1425" b="1">
                <a:solidFill>
                  <a:srgbClr val="4676CB"/>
                </a:solidFill>
                <a:latin typeface="Apple SD Gothic Neo"/>
                <a:ea typeface="Apple SD Gothic Neo"/>
                <a:cs typeface="Apple SD Gothic Neo"/>
              </a:rPr>
              <a:t>실제 선택 범위</a:t>
            </a:r>
          </a:p>
        </p:txBody>
      </p:sp>
      <p:sp>
        <p:nvSpPr>
          <p:cNvPr id="31" name="DP3 object 30">
            <a:extLst xmlns:a="http://schemas.openxmlformats.org/drawingml/2006/main">
              <a:ext uri="{FF2B5EF4-FFF2-40B4-BE49-F238E27FC236}">
                <a16:creationId xmlns:a16="http://schemas.microsoft.com/office/drawing/2014/main" id="{9C31AF87-FBDF-4E5C-91EB-17FA5935FC50}"/>
              </a:ext>
            </a:extLst>
          </p:cNvPr>
          <p:cNvSpPr>
            <a:spLocks xmlns:a="http://schemas.openxmlformats.org/drawingml/2006/main" noGrp="1"/>
          </p:cNvSpPr>
          <p:nvPr/>
        </p:nvSpPr>
        <p:spPr>
          <a:xfrm xmlns:a="http://schemas.openxmlformats.org/drawingml/2006/main">
            <a:off x="6534150" y="3790950"/>
            <a:ext cx="2057400" cy="1676400"/>
          </a:xfrm>
          <a:prstGeom xmlns:a="http://schemas.openxmlformats.org/drawingml/2006/main" prst="rect">
            <a:avLst/>
          </a:prstGeom>
          <a:solidFill xmlns:a="http://schemas.openxmlformats.org/drawingml/2006/main">
            <a:srgbClr val="FFFFFF"/>
          </a:solidFill>
          <a:ln xmlns:a="http://schemas.openxmlformats.org/drawingml/2006/main" w="13335">
            <a:solidFill>
              <a:srgbClr val="B7B9B9"/>
            </a:solidFill>
            <a:prstDash val="solid"/>
          </a:ln>
        </p:spPr>
      </p:sp>
      <p:sp>
        <p:nvSpPr>
          <p:cNvPr id="32" name="DP3 object 31">
            <a:extLst xmlns:a="http://schemas.openxmlformats.org/drawingml/2006/main">
              <a:ext uri="{FF2B5EF4-FFF2-40B4-BE49-F238E27FC236}">
                <a16:creationId xmlns:a16="http://schemas.microsoft.com/office/drawing/2014/main" id="{E0489B53-7BB1-4018-9530-562EECA33F7A}"/>
              </a:ext>
            </a:extLst>
          </p:cNvPr>
          <p:cNvSpPr>
            <a:spLocks xmlns:a="http://schemas.openxmlformats.org/drawingml/2006/main" noGrp="1"/>
          </p:cNvSpPr>
          <p:nvPr/>
        </p:nvSpPr>
        <p:spPr>
          <a:xfrm xmlns:a="http://schemas.openxmlformats.org/drawingml/2006/main">
            <a:off x="6629400" y="3867150"/>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111111"/>
                </a:solidFill>
                <a:latin typeface="Apple SD Gothic Neo"/>
                <a:ea typeface="Apple SD Gothic Neo"/>
                <a:cs typeface="Apple SD Gothic Neo"/>
              </a:defRPr>
            </a:defPPr>
            <a:lvl1pPr algn="l">
              <a:defRPr sz="1725" b="1">
                <a:solidFill>
                  <a:srgbClr val="111111"/>
                </a:solidFill>
                <a:latin typeface="Apple SD Gothic Neo"/>
                <a:ea typeface="Apple SD Gothic Neo"/>
                <a:cs typeface="Apple SD Gothic Neo"/>
              </a:defRPr>
            </a:lvl1pPr>
            <a:lvl2pPr algn="l">
              <a:defRPr sz="1725" b="1">
                <a:solidFill>
                  <a:srgbClr val="111111"/>
                </a:solidFill>
                <a:latin typeface="Apple SD Gothic Neo"/>
                <a:ea typeface="Apple SD Gothic Neo"/>
                <a:cs typeface="Apple SD Gothic Neo"/>
              </a:defRPr>
            </a:lvl2pPr>
            <a:lvl3pPr algn="l">
              <a:defRPr sz="1725" b="1">
                <a:solidFill>
                  <a:srgbClr val="111111"/>
                </a:solidFill>
                <a:latin typeface="Apple SD Gothic Neo"/>
                <a:ea typeface="Apple SD Gothic Neo"/>
                <a:cs typeface="Apple SD Gothic Neo"/>
              </a:defRPr>
            </a:lvl3pPr>
            <a:lvl4pPr algn="l">
              <a:defRPr sz="1725" b="1">
                <a:solidFill>
                  <a:srgbClr val="111111"/>
                </a:solidFill>
                <a:latin typeface="Apple SD Gothic Neo"/>
                <a:ea typeface="Apple SD Gothic Neo"/>
                <a:cs typeface="Apple SD Gothic Neo"/>
              </a:defRPr>
            </a:lvl4pPr>
            <a:lvl5pPr algn="l">
              <a:defRPr sz="1725" b="1">
                <a:solidFill>
                  <a:srgbClr val="111111"/>
                </a:solidFill>
                <a:latin typeface="Apple SD Gothic Neo"/>
                <a:ea typeface="Apple SD Gothic Neo"/>
                <a:cs typeface="Apple SD Gothic Neo"/>
              </a:defRPr>
            </a:lvl5pPr>
            <a:lvl6pPr algn="l">
              <a:defRPr sz="1725" b="1">
                <a:solidFill>
                  <a:srgbClr val="111111"/>
                </a:solidFill>
                <a:latin typeface="Apple SD Gothic Neo"/>
                <a:ea typeface="Apple SD Gothic Neo"/>
                <a:cs typeface="Apple SD Gothic Neo"/>
              </a:defRPr>
            </a:lvl6pPr>
            <a:lvl7pPr algn="l">
              <a:defRPr sz="1725" b="1">
                <a:solidFill>
                  <a:srgbClr val="111111"/>
                </a:solidFill>
                <a:latin typeface="Apple SD Gothic Neo"/>
                <a:ea typeface="Apple SD Gothic Neo"/>
                <a:cs typeface="Apple SD Gothic Neo"/>
              </a:defRPr>
            </a:lvl7pPr>
            <a:lvl8pPr algn="l">
              <a:defRPr sz="1725" b="1">
                <a:solidFill>
                  <a:srgbClr val="111111"/>
                </a:solidFill>
                <a:latin typeface="Apple SD Gothic Neo"/>
                <a:ea typeface="Apple SD Gothic Neo"/>
                <a:cs typeface="Apple SD Gothic Neo"/>
              </a:defRPr>
            </a:lvl8pPr>
            <a:lvl9pPr algn="l">
              <a:defRPr sz="1725" b="1">
                <a:solidFill>
                  <a:srgbClr val="111111"/>
                </a:solidFill>
                <a:latin typeface="Apple SD Gothic Neo"/>
                <a:ea typeface="Apple SD Gothic Neo"/>
                <a:cs typeface="Apple SD Gothic Neo"/>
              </a:defRPr>
            </a:lvl9pPr>
          </a:lstStyle>
          <a:p xmlns:a="http://schemas.openxmlformats.org/drawingml/2006/main">
            <a:pPr algn="l">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매출</a:t>
            </a:r>
          </a:p>
        </p:txBody>
      </p:sp>
      <p:sp>
        <p:nvSpPr>
          <p:cNvPr id="33" name="Editable path 32">
            <a:extLst xmlns:a="http://schemas.openxmlformats.org/drawingml/2006/main">
              <a:ext uri="{FF2B5EF4-FFF2-40B4-BE49-F238E27FC236}">
                <a16:creationId xmlns:a16="http://schemas.microsoft.com/office/drawing/2014/main" id="{A6DE7A93-422B-41FB-A984-A69154A4E8C0}"/>
              </a:ext>
            </a:extLst>
          </p:cNvPr>
          <p:cNvSpPr>
            <a:spLocks xmlns:a="http://schemas.openxmlformats.org/drawingml/2006/main" noGrp="1"/>
          </p:cNvSpPr>
          <p:nvPr/>
        </p:nvSpPr>
        <p:spPr>
          <a:xfrm xmlns:a="http://schemas.openxmlformats.org/drawingml/2006/main">
            <a:off x="6772275" y="4267200"/>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2383">
            <a:solidFill>
              <a:srgbClr val="111111"/>
            </a:solidFill>
            <a:prstDash val="solid"/>
          </a:ln>
        </p:spPr>
      </p:sp>
      <p:sp>
        <p:nvSpPr>
          <p:cNvPr id="34" name="Editable path 33">
            <a:extLst xmlns:a="http://schemas.openxmlformats.org/drawingml/2006/main">
              <a:ext uri="{FF2B5EF4-FFF2-40B4-BE49-F238E27FC236}">
                <a16:creationId xmlns:a16="http://schemas.microsoft.com/office/drawing/2014/main" id="{A598B65B-CE70-4940-B68E-E03824B96180}"/>
              </a:ext>
            </a:extLst>
          </p:cNvPr>
          <p:cNvSpPr>
            <a:spLocks xmlns:a="http://schemas.openxmlformats.org/drawingml/2006/main" noGrp="1"/>
          </p:cNvSpPr>
          <p:nvPr/>
        </p:nvSpPr>
        <p:spPr>
          <a:xfrm xmlns:a="http://schemas.openxmlformats.org/drawingml/2006/main">
            <a:off x="6772275" y="5095875"/>
            <a:ext cx="1590675" cy="953"/>
          </a:xfrm>
          <a:custGeom xmlns:a="http://schemas.openxmlformats.org/drawingml/2006/main">
            <a:pathLst>
              <a:path w="1590675" h="953">
                <a:moveTo>
                  <a:pt x="0" y="0"/>
                </a:moveTo>
                <a:lnTo>
                  <a:pt x="1590675" y="0"/>
                </a:lnTo>
              </a:path>
            </a:pathLst>
          </a:custGeom>
          <a:noFill xmlns:a="http://schemas.openxmlformats.org/drawingml/2006/main"/>
          <a:ln xmlns:a="http://schemas.openxmlformats.org/drawingml/2006/main" w="12383">
            <a:solidFill>
              <a:srgbClr val="111111"/>
            </a:solidFill>
            <a:prstDash val="solid"/>
          </a:ln>
        </p:spPr>
      </p:sp>
      <p:sp>
        <p:nvSpPr>
          <p:cNvPr id="35" name="Editable path 34">
            <a:extLst xmlns:a="http://schemas.openxmlformats.org/drawingml/2006/main">
              <a:ext uri="{FF2B5EF4-FFF2-40B4-BE49-F238E27FC236}">
                <a16:creationId xmlns:a16="http://schemas.microsoft.com/office/drawing/2014/main" id="{231A00FB-340A-4283-8ABA-45797A5EE0FB}"/>
              </a:ext>
            </a:extLst>
          </p:cNvPr>
          <p:cNvSpPr>
            <a:spLocks xmlns:a="http://schemas.openxmlformats.org/drawingml/2006/main" noGrp="1"/>
          </p:cNvSpPr>
          <p:nvPr/>
        </p:nvSpPr>
        <p:spPr>
          <a:xfrm xmlns:a="http://schemas.openxmlformats.org/drawingml/2006/main">
            <a:off x="6848475" y="4276725"/>
            <a:ext cx="1352550" cy="685800"/>
          </a:xfrm>
          <a:custGeom xmlns:a="http://schemas.openxmlformats.org/drawingml/2006/main">
            <a:pathLst>
              <a:path w="1352550" h="685800">
                <a:moveTo>
                  <a:pt x="0" y="685800"/>
                </a:moveTo>
                <a:lnTo>
                  <a:pt x="381000" y="542925"/>
                </a:lnTo>
                <a:lnTo>
                  <a:pt x="781050" y="323850"/>
                </a:lnTo>
                <a:lnTo>
                  <a:pt x="1352550" y="0"/>
                </a:lnTo>
              </a:path>
            </a:pathLst>
          </a:custGeom>
          <a:noFill xmlns:a="http://schemas.openxmlformats.org/drawingml/2006/main"/>
          <a:ln xmlns:a="http://schemas.openxmlformats.org/drawingml/2006/main" w="28575">
            <a:solidFill>
              <a:srgbClr val="4676CB"/>
            </a:solidFill>
            <a:prstDash val="solid"/>
          </a:ln>
        </p:spPr>
      </p:sp>
      <p:sp>
        <p:nvSpPr>
          <p:cNvPr id="36" name="DP3 object 35">
            <a:extLst xmlns:a="http://schemas.openxmlformats.org/drawingml/2006/main">
              <a:ext uri="{FF2B5EF4-FFF2-40B4-BE49-F238E27FC236}">
                <a16:creationId xmlns:a16="http://schemas.microsoft.com/office/drawing/2014/main" id="{F526BF7B-F972-403A-B4E4-2666D985E534}"/>
              </a:ext>
            </a:extLst>
          </p:cNvPr>
          <p:cNvSpPr>
            <a:spLocks xmlns:a="http://schemas.openxmlformats.org/drawingml/2006/main" noGrp="1"/>
          </p:cNvSpPr>
          <p:nvPr/>
        </p:nvSpPr>
        <p:spPr>
          <a:xfrm xmlns:a="http://schemas.openxmlformats.org/drawingml/2006/main">
            <a:off x="8743950" y="3790950"/>
            <a:ext cx="2057400" cy="1676400"/>
          </a:xfrm>
          <a:prstGeom xmlns:a="http://schemas.openxmlformats.org/drawingml/2006/main" prst="rect">
            <a:avLst/>
          </a:prstGeom>
          <a:solidFill xmlns:a="http://schemas.openxmlformats.org/drawingml/2006/main">
            <a:srgbClr val="FFFFFF"/>
          </a:solidFill>
          <a:ln xmlns:a="http://schemas.openxmlformats.org/drawingml/2006/main" w="13335">
            <a:solidFill>
              <a:srgbClr val="B7B9B9"/>
            </a:solidFill>
            <a:prstDash val="solid"/>
          </a:ln>
        </p:spPr>
      </p:sp>
      <p:sp>
        <p:nvSpPr>
          <p:cNvPr id="37" name="DP3 object 36">
            <a:extLst xmlns:a="http://schemas.openxmlformats.org/drawingml/2006/main">
              <a:ext uri="{FF2B5EF4-FFF2-40B4-BE49-F238E27FC236}">
                <a16:creationId xmlns:a16="http://schemas.microsoft.com/office/drawing/2014/main" id="{41DEFEDB-BCF8-498A-91D1-DCF40EE8394D}"/>
              </a:ext>
            </a:extLst>
          </p:cNvPr>
          <p:cNvSpPr>
            <a:spLocks xmlns:a="http://schemas.openxmlformats.org/drawingml/2006/main" noGrp="1"/>
          </p:cNvSpPr>
          <p:nvPr/>
        </p:nvSpPr>
        <p:spPr>
          <a:xfrm xmlns:a="http://schemas.openxmlformats.org/drawingml/2006/main">
            <a:off x="8839200" y="3867150"/>
            <a:ext cx="18669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111111"/>
                </a:solidFill>
                <a:latin typeface="Apple SD Gothic Neo"/>
                <a:ea typeface="Apple SD Gothic Neo"/>
                <a:cs typeface="Apple SD Gothic Neo"/>
              </a:defRPr>
            </a:defPPr>
            <a:lvl1pPr algn="l">
              <a:defRPr sz="1725" b="1">
                <a:solidFill>
                  <a:srgbClr val="111111"/>
                </a:solidFill>
                <a:latin typeface="Apple SD Gothic Neo"/>
                <a:ea typeface="Apple SD Gothic Neo"/>
                <a:cs typeface="Apple SD Gothic Neo"/>
              </a:defRPr>
            </a:lvl1pPr>
            <a:lvl2pPr algn="l">
              <a:defRPr sz="1725" b="1">
                <a:solidFill>
                  <a:srgbClr val="111111"/>
                </a:solidFill>
                <a:latin typeface="Apple SD Gothic Neo"/>
                <a:ea typeface="Apple SD Gothic Neo"/>
                <a:cs typeface="Apple SD Gothic Neo"/>
              </a:defRPr>
            </a:lvl2pPr>
            <a:lvl3pPr algn="l">
              <a:defRPr sz="1725" b="1">
                <a:solidFill>
                  <a:srgbClr val="111111"/>
                </a:solidFill>
                <a:latin typeface="Apple SD Gothic Neo"/>
                <a:ea typeface="Apple SD Gothic Neo"/>
                <a:cs typeface="Apple SD Gothic Neo"/>
              </a:defRPr>
            </a:lvl3pPr>
            <a:lvl4pPr algn="l">
              <a:defRPr sz="1725" b="1">
                <a:solidFill>
                  <a:srgbClr val="111111"/>
                </a:solidFill>
                <a:latin typeface="Apple SD Gothic Neo"/>
                <a:ea typeface="Apple SD Gothic Neo"/>
                <a:cs typeface="Apple SD Gothic Neo"/>
              </a:defRPr>
            </a:lvl4pPr>
            <a:lvl5pPr algn="l">
              <a:defRPr sz="1725" b="1">
                <a:solidFill>
                  <a:srgbClr val="111111"/>
                </a:solidFill>
                <a:latin typeface="Apple SD Gothic Neo"/>
                <a:ea typeface="Apple SD Gothic Neo"/>
                <a:cs typeface="Apple SD Gothic Neo"/>
              </a:defRPr>
            </a:lvl5pPr>
            <a:lvl6pPr algn="l">
              <a:defRPr sz="1725" b="1">
                <a:solidFill>
                  <a:srgbClr val="111111"/>
                </a:solidFill>
                <a:latin typeface="Apple SD Gothic Neo"/>
                <a:ea typeface="Apple SD Gothic Neo"/>
                <a:cs typeface="Apple SD Gothic Neo"/>
              </a:defRPr>
            </a:lvl6pPr>
            <a:lvl7pPr algn="l">
              <a:defRPr sz="1725" b="1">
                <a:solidFill>
                  <a:srgbClr val="111111"/>
                </a:solidFill>
                <a:latin typeface="Apple SD Gothic Neo"/>
                <a:ea typeface="Apple SD Gothic Neo"/>
                <a:cs typeface="Apple SD Gothic Neo"/>
              </a:defRPr>
            </a:lvl7pPr>
            <a:lvl8pPr algn="l">
              <a:defRPr sz="1725" b="1">
                <a:solidFill>
                  <a:srgbClr val="111111"/>
                </a:solidFill>
                <a:latin typeface="Apple SD Gothic Neo"/>
                <a:ea typeface="Apple SD Gothic Neo"/>
                <a:cs typeface="Apple SD Gothic Neo"/>
              </a:defRPr>
            </a:lvl8pPr>
            <a:lvl9pPr algn="l">
              <a:defRPr sz="1725" b="1">
                <a:solidFill>
                  <a:srgbClr val="111111"/>
                </a:solidFill>
                <a:latin typeface="Apple SD Gothic Neo"/>
                <a:ea typeface="Apple SD Gothic Neo"/>
                <a:cs typeface="Apple SD Gothic Neo"/>
              </a:defRPr>
            </a:lvl9pPr>
          </a:lstStyle>
          <a:p xmlns:a="http://schemas.openxmlformats.org/drawingml/2006/main">
            <a:pPr algn="l">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이익</a:t>
            </a:r>
          </a:p>
        </p:txBody>
      </p:sp>
      <p:sp>
        <p:nvSpPr>
          <p:cNvPr id="38" name="Editable path 37">
            <a:extLst xmlns:a="http://schemas.openxmlformats.org/drawingml/2006/main">
              <a:ext uri="{FF2B5EF4-FFF2-40B4-BE49-F238E27FC236}">
                <a16:creationId xmlns:a16="http://schemas.microsoft.com/office/drawing/2014/main" id="{C205BB11-5076-4039-ACD9-05C43EF0017D}"/>
              </a:ext>
            </a:extLst>
          </p:cNvPr>
          <p:cNvSpPr>
            <a:spLocks xmlns:a="http://schemas.openxmlformats.org/drawingml/2006/main" noGrp="1"/>
          </p:cNvSpPr>
          <p:nvPr/>
        </p:nvSpPr>
        <p:spPr>
          <a:xfrm xmlns:a="http://schemas.openxmlformats.org/drawingml/2006/main">
            <a:off x="8982075" y="4267200"/>
            <a:ext cx="953" cy="828675"/>
          </a:xfrm>
          <a:custGeom xmlns:a="http://schemas.openxmlformats.org/drawingml/2006/main">
            <a:pathLst>
              <a:path w="953" h="828675">
                <a:moveTo>
                  <a:pt x="0" y="828675"/>
                </a:moveTo>
                <a:lnTo>
                  <a:pt x="0" y="0"/>
                </a:lnTo>
              </a:path>
            </a:pathLst>
          </a:custGeom>
          <a:noFill xmlns:a="http://schemas.openxmlformats.org/drawingml/2006/main"/>
          <a:ln xmlns:a="http://schemas.openxmlformats.org/drawingml/2006/main" w="12383">
            <a:solidFill>
              <a:srgbClr val="111111"/>
            </a:solidFill>
            <a:prstDash val="solid"/>
          </a:ln>
        </p:spPr>
      </p:sp>
      <p:sp>
        <p:nvSpPr>
          <p:cNvPr id="39" name="Editable path 38">
            <a:extLst xmlns:a="http://schemas.openxmlformats.org/drawingml/2006/main">
              <a:ext uri="{FF2B5EF4-FFF2-40B4-BE49-F238E27FC236}">
                <a16:creationId xmlns:a16="http://schemas.microsoft.com/office/drawing/2014/main" id="{880C137A-447A-43BE-9FA7-12EAD1674D83}"/>
              </a:ext>
            </a:extLst>
          </p:cNvPr>
          <p:cNvSpPr>
            <a:spLocks xmlns:a="http://schemas.openxmlformats.org/drawingml/2006/main" noGrp="1"/>
          </p:cNvSpPr>
          <p:nvPr/>
        </p:nvSpPr>
        <p:spPr>
          <a:xfrm xmlns:a="http://schemas.openxmlformats.org/drawingml/2006/main">
            <a:off x="8982075" y="5095875"/>
            <a:ext cx="1590675" cy="953"/>
          </a:xfrm>
          <a:custGeom xmlns:a="http://schemas.openxmlformats.org/drawingml/2006/main">
            <a:pathLst>
              <a:path w="1590675" h="953">
                <a:moveTo>
                  <a:pt x="0" y="0"/>
                </a:moveTo>
                <a:lnTo>
                  <a:pt x="1590675" y="0"/>
                </a:lnTo>
              </a:path>
            </a:pathLst>
          </a:custGeom>
          <a:noFill xmlns:a="http://schemas.openxmlformats.org/drawingml/2006/main"/>
          <a:ln xmlns:a="http://schemas.openxmlformats.org/drawingml/2006/main" w="12383">
            <a:solidFill>
              <a:srgbClr val="111111"/>
            </a:solidFill>
            <a:prstDash val="solid"/>
          </a:ln>
        </p:spPr>
      </p:sp>
      <p:sp>
        <p:nvSpPr>
          <p:cNvPr id="40" name="Editable path 39">
            <a:extLst xmlns:a="http://schemas.openxmlformats.org/drawingml/2006/main">
              <a:ext uri="{FF2B5EF4-FFF2-40B4-BE49-F238E27FC236}">
                <a16:creationId xmlns:a16="http://schemas.microsoft.com/office/drawing/2014/main" id="{C463A299-69D5-448E-90BB-831913FDAA8D}"/>
              </a:ext>
            </a:extLst>
          </p:cNvPr>
          <p:cNvSpPr>
            <a:spLocks xmlns:a="http://schemas.openxmlformats.org/drawingml/2006/main" noGrp="1"/>
          </p:cNvSpPr>
          <p:nvPr/>
        </p:nvSpPr>
        <p:spPr>
          <a:xfrm xmlns:a="http://schemas.openxmlformats.org/drawingml/2006/main">
            <a:off x="9058275" y="4276725"/>
            <a:ext cx="1352550" cy="685800"/>
          </a:xfrm>
          <a:custGeom xmlns:a="http://schemas.openxmlformats.org/drawingml/2006/main">
            <a:pathLst>
              <a:path w="1352550" h="685800">
                <a:moveTo>
                  <a:pt x="0" y="685800"/>
                </a:moveTo>
                <a:lnTo>
                  <a:pt x="381000" y="371475"/>
                </a:lnTo>
                <a:lnTo>
                  <a:pt x="781050" y="323850"/>
                </a:lnTo>
                <a:lnTo>
                  <a:pt x="1352550" y="0"/>
                </a:lnTo>
              </a:path>
            </a:pathLst>
          </a:custGeom>
          <a:noFill xmlns:a="http://schemas.openxmlformats.org/drawingml/2006/main"/>
          <a:ln xmlns:a="http://schemas.openxmlformats.org/drawingml/2006/main" w="28575">
            <a:solidFill>
              <a:srgbClr val="4676CB"/>
            </a:solidFill>
            <a:prstDash val="solid"/>
          </a:ln>
        </p:spPr>
      </p:sp>
      <p:sp>
        <p:nvSpPr>
          <p:cNvPr id="41" name="DP3 object 40">
            <a:extLst xmlns:a="http://schemas.openxmlformats.org/drawingml/2006/main">
              <a:ext uri="{FF2B5EF4-FFF2-40B4-BE49-F238E27FC236}">
                <a16:creationId xmlns:a16="http://schemas.microsoft.com/office/drawing/2014/main" id="{204E0807-7FE6-44E6-B836-EF2F60F1EE19}"/>
              </a:ext>
            </a:extLst>
          </p:cNvPr>
          <p:cNvSpPr>
            <a:spLocks xmlns:a="http://schemas.openxmlformats.org/drawingml/2006/main" noGrp="1"/>
          </p:cNvSpPr>
          <p:nvPr/>
        </p:nvSpPr>
        <p:spPr>
          <a:xfrm xmlns:a="http://schemas.openxmlformats.org/drawingml/2006/main">
            <a:off x="6477000" y="3676650"/>
            <a:ext cx="4429125" cy="1781175"/>
          </a:xfrm>
          <a:prstGeom xmlns:a="http://schemas.openxmlformats.org/drawingml/2006/main" prst="ellipse">
            <a:avLst/>
          </a:prstGeom>
          <a:noFill xmlns:a="http://schemas.openxmlformats.org/drawingml/2006/main"/>
          <a:ln xmlns:a="http://schemas.openxmlformats.org/drawingml/2006/main" w="28575">
            <a:solidFill>
              <a:srgbClr val="C00000"/>
            </a:solidFill>
            <a:prstDash val="dash"/>
          </a:ln>
        </p:spPr>
      </p:sp>
      <p:sp>
        <p:nvSpPr>
          <p:cNvPr id="42" name="DP3 object 41">
            <a:extLst xmlns:a="http://schemas.openxmlformats.org/drawingml/2006/main">
              <a:ext uri="{FF2B5EF4-FFF2-40B4-BE49-F238E27FC236}">
                <a16:creationId xmlns:a16="http://schemas.microsoft.com/office/drawing/2014/main" id="{05B358F7-FF03-4F85-97D8-4DF54050922A}"/>
              </a:ext>
            </a:extLst>
          </p:cNvPr>
          <p:cNvSpPr>
            <a:spLocks xmlns:a="http://schemas.openxmlformats.org/drawingml/2006/main" noGrp="1"/>
          </p:cNvSpPr>
          <p:nvPr/>
        </p:nvSpPr>
        <p:spPr>
          <a:xfrm xmlns:a="http://schemas.openxmlformats.org/drawingml/2006/main">
            <a:off x="7096125" y="5505450"/>
            <a:ext cx="3333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C00000"/>
                </a:solidFill>
                <a:latin typeface="Apple SD Gothic Neo"/>
                <a:ea typeface="Apple SD Gothic Neo"/>
                <a:cs typeface="Apple SD Gothic Neo"/>
              </a:defRPr>
            </a:defPPr>
            <a:lvl1pPr algn="ctr">
              <a:defRPr sz="1425" b="1">
                <a:solidFill>
                  <a:srgbClr val="C00000"/>
                </a:solidFill>
                <a:latin typeface="Apple SD Gothic Neo"/>
                <a:ea typeface="Apple SD Gothic Neo"/>
                <a:cs typeface="Apple SD Gothic Neo"/>
              </a:defRPr>
            </a:lvl1pPr>
            <a:lvl2pPr algn="ctr">
              <a:defRPr sz="1425" b="1">
                <a:solidFill>
                  <a:srgbClr val="C00000"/>
                </a:solidFill>
                <a:latin typeface="Apple SD Gothic Neo"/>
                <a:ea typeface="Apple SD Gothic Neo"/>
                <a:cs typeface="Apple SD Gothic Neo"/>
              </a:defRPr>
            </a:lvl2pPr>
            <a:lvl3pPr algn="ctr">
              <a:defRPr sz="1425" b="1">
                <a:solidFill>
                  <a:srgbClr val="C00000"/>
                </a:solidFill>
                <a:latin typeface="Apple SD Gothic Neo"/>
                <a:ea typeface="Apple SD Gothic Neo"/>
                <a:cs typeface="Apple SD Gothic Neo"/>
              </a:defRPr>
            </a:lvl3pPr>
            <a:lvl4pPr algn="ctr">
              <a:defRPr sz="1425" b="1">
                <a:solidFill>
                  <a:srgbClr val="C00000"/>
                </a:solidFill>
                <a:latin typeface="Apple SD Gothic Neo"/>
                <a:ea typeface="Apple SD Gothic Neo"/>
                <a:cs typeface="Apple SD Gothic Neo"/>
              </a:defRPr>
            </a:lvl4pPr>
            <a:lvl5pPr algn="ctr">
              <a:defRPr sz="1425" b="1">
                <a:solidFill>
                  <a:srgbClr val="C00000"/>
                </a:solidFill>
                <a:latin typeface="Apple SD Gothic Neo"/>
                <a:ea typeface="Apple SD Gothic Neo"/>
                <a:cs typeface="Apple SD Gothic Neo"/>
              </a:defRPr>
            </a:lvl5pPr>
            <a:lvl6pPr algn="ctr">
              <a:defRPr sz="1425" b="1">
                <a:solidFill>
                  <a:srgbClr val="C00000"/>
                </a:solidFill>
                <a:latin typeface="Apple SD Gothic Neo"/>
                <a:ea typeface="Apple SD Gothic Neo"/>
                <a:cs typeface="Apple SD Gothic Neo"/>
              </a:defRPr>
            </a:lvl6pPr>
            <a:lvl7pPr algn="ctr">
              <a:defRPr sz="1425" b="1">
                <a:solidFill>
                  <a:srgbClr val="C00000"/>
                </a:solidFill>
                <a:latin typeface="Apple SD Gothic Neo"/>
                <a:ea typeface="Apple SD Gothic Neo"/>
                <a:cs typeface="Apple SD Gothic Neo"/>
              </a:defRPr>
            </a:lvl7pPr>
            <a:lvl8pPr algn="ctr">
              <a:defRPr sz="1425" b="1">
                <a:solidFill>
                  <a:srgbClr val="C00000"/>
                </a:solidFill>
                <a:latin typeface="Apple SD Gothic Neo"/>
                <a:ea typeface="Apple SD Gothic Neo"/>
                <a:cs typeface="Apple SD Gothic Neo"/>
              </a:defRPr>
            </a:lvl8pPr>
            <a:lvl9pPr algn="ctr">
              <a:defRPr sz="1425" b="1">
                <a:solidFill>
                  <a:srgbClr val="C00000"/>
                </a:solidFill>
                <a:latin typeface="Apple SD Gothic Neo"/>
                <a:ea typeface="Apple SD Gothic Neo"/>
                <a:cs typeface="Apple SD Gothic Neo"/>
              </a:defRPr>
            </a:lvl9pPr>
          </a:lstStyle>
          <a:p xmlns:a="http://schemas.openxmlformats.org/drawingml/2006/main">
            <a:pPr algn="ctr">
              <a:defRPr sz="1425" b="1">
                <a:solidFill>
                  <a:srgbClr val="C00000"/>
                </a:solidFill>
                <a:latin typeface="Apple SD Gothic Neo"/>
                <a:ea typeface="Apple SD Gothic Neo"/>
                <a:cs typeface="Apple SD Gothic Neo"/>
              </a:defRPr>
            </a:pPr>
            <a:r>
              <a:rPr sz="1425" b="1">
                <a:solidFill>
                  <a:srgbClr val="C00000"/>
                </a:solidFill>
                <a:latin typeface="Apple SD Gothic Neo"/>
                <a:ea typeface="Apple SD Gothic Neo"/>
                <a:cs typeface="Apple SD Gothic Neo"/>
              </a:rPr>
              <a:t>포인터로 둘러싼 영역</a:t>
            </a:r>
          </a:p>
        </p:txBody>
      </p:sp>
      <p:sp>
        <p:nvSpPr>
          <p:cNvPr id="43" name="DP3 object 42">
            <a:extLst xmlns:a="http://schemas.openxmlformats.org/drawingml/2006/main">
              <a:ext uri="{FF2B5EF4-FFF2-40B4-BE49-F238E27FC236}">
                <a16:creationId xmlns:a16="http://schemas.microsoft.com/office/drawing/2014/main" id="{86CBC6E2-0C2C-4D05-AE8B-336CC33EDFE3}"/>
              </a:ext>
            </a:extLst>
          </p:cNvPr>
          <p:cNvSpPr>
            <a:spLocks xmlns:a="http://schemas.openxmlformats.org/drawingml/2006/main" noGrp="1"/>
          </p:cNvSpPr>
          <p:nvPr/>
        </p:nvSpPr>
        <p:spPr>
          <a:xfrm xmlns:a="http://schemas.openxmlformats.org/drawingml/2006/main">
            <a:off x="12096750" y="3781425"/>
            <a:ext cx="40481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1">
                <a:solidFill>
                  <a:srgbClr val="111111"/>
                </a:solidFill>
                <a:latin typeface="Apple SD Gothic Neo"/>
                <a:ea typeface="Apple SD Gothic Neo"/>
                <a:cs typeface="Apple SD Gothic Neo"/>
              </a:defRPr>
            </a:defPPr>
            <a:lvl1pPr algn="l">
              <a:defRPr sz="1950" b="1">
                <a:solidFill>
                  <a:srgbClr val="111111"/>
                </a:solidFill>
                <a:latin typeface="Apple SD Gothic Neo"/>
                <a:ea typeface="Apple SD Gothic Neo"/>
                <a:cs typeface="Apple SD Gothic Neo"/>
              </a:defRPr>
            </a:lvl1pPr>
            <a:lvl2pPr algn="l">
              <a:defRPr sz="1950" b="1">
                <a:solidFill>
                  <a:srgbClr val="111111"/>
                </a:solidFill>
                <a:latin typeface="Apple SD Gothic Neo"/>
                <a:ea typeface="Apple SD Gothic Neo"/>
                <a:cs typeface="Apple SD Gothic Neo"/>
              </a:defRPr>
            </a:lvl2pPr>
            <a:lvl3pPr algn="l">
              <a:defRPr sz="1950" b="1">
                <a:solidFill>
                  <a:srgbClr val="111111"/>
                </a:solidFill>
                <a:latin typeface="Apple SD Gothic Neo"/>
                <a:ea typeface="Apple SD Gothic Neo"/>
                <a:cs typeface="Apple SD Gothic Neo"/>
              </a:defRPr>
            </a:lvl3pPr>
            <a:lvl4pPr algn="l">
              <a:defRPr sz="1950" b="1">
                <a:solidFill>
                  <a:srgbClr val="111111"/>
                </a:solidFill>
                <a:latin typeface="Apple SD Gothic Neo"/>
                <a:ea typeface="Apple SD Gothic Neo"/>
                <a:cs typeface="Apple SD Gothic Neo"/>
              </a:defRPr>
            </a:lvl4pPr>
            <a:lvl5pPr algn="l">
              <a:defRPr sz="1950" b="1">
                <a:solidFill>
                  <a:srgbClr val="111111"/>
                </a:solidFill>
                <a:latin typeface="Apple SD Gothic Neo"/>
                <a:ea typeface="Apple SD Gothic Neo"/>
                <a:cs typeface="Apple SD Gothic Neo"/>
              </a:defRPr>
            </a:lvl5pPr>
            <a:lvl6pPr algn="l">
              <a:defRPr sz="1950" b="1">
                <a:solidFill>
                  <a:srgbClr val="111111"/>
                </a:solidFill>
                <a:latin typeface="Apple SD Gothic Neo"/>
                <a:ea typeface="Apple SD Gothic Neo"/>
                <a:cs typeface="Apple SD Gothic Neo"/>
              </a:defRPr>
            </a:lvl6pPr>
            <a:lvl7pPr algn="l">
              <a:defRPr sz="1950" b="1">
                <a:solidFill>
                  <a:srgbClr val="111111"/>
                </a:solidFill>
                <a:latin typeface="Apple SD Gothic Neo"/>
                <a:ea typeface="Apple SD Gothic Neo"/>
                <a:cs typeface="Apple SD Gothic Neo"/>
              </a:defRPr>
            </a:lvl7pPr>
            <a:lvl8pPr algn="l">
              <a:defRPr sz="1950" b="1">
                <a:solidFill>
                  <a:srgbClr val="111111"/>
                </a:solidFill>
                <a:latin typeface="Apple SD Gothic Neo"/>
                <a:ea typeface="Apple SD Gothic Neo"/>
                <a:cs typeface="Apple SD Gothic Neo"/>
              </a:defRPr>
            </a:lvl8pPr>
            <a:lvl9pPr algn="l">
              <a:defRPr sz="1950" b="1">
                <a:solidFill>
                  <a:srgbClr val="111111"/>
                </a:solidFill>
                <a:latin typeface="Apple SD Gothic Neo"/>
                <a:ea typeface="Apple SD Gothic Neo"/>
                <a:cs typeface="Apple SD Gothic Neo"/>
              </a:defRPr>
            </a:lvl9pPr>
          </a:lstStyle>
          <a:p xmlns:a="http://schemas.openxmlformats.org/drawingml/2006/main">
            <a:pPr algn="l">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받은 편지함</a:t>
            </a:r>
          </a:p>
        </p:txBody>
      </p:sp>
      <p:sp>
        <p:nvSpPr>
          <p:cNvPr id="44" name="Editable path 43">
            <a:extLst xmlns:a="http://schemas.openxmlformats.org/drawingml/2006/main">
              <a:ext uri="{FF2B5EF4-FFF2-40B4-BE49-F238E27FC236}">
                <a16:creationId xmlns:a16="http://schemas.microsoft.com/office/drawing/2014/main" id="{6340B2F4-A536-43AC-A823-E41E4F132E4C}"/>
              </a:ext>
            </a:extLst>
          </p:cNvPr>
          <p:cNvSpPr>
            <a:spLocks xmlns:a="http://schemas.openxmlformats.org/drawingml/2006/main" noGrp="1"/>
          </p:cNvSpPr>
          <p:nvPr/>
        </p:nvSpPr>
        <p:spPr>
          <a:xfrm xmlns:a="http://schemas.openxmlformats.org/drawingml/2006/main">
            <a:off x="12096750" y="4552950"/>
            <a:ext cx="4162425" cy="953"/>
          </a:xfrm>
          <a:custGeom xmlns:a="http://schemas.openxmlformats.org/drawingml/2006/main">
            <a:pathLst>
              <a:path w="4162425" h="953">
                <a:moveTo>
                  <a:pt x="0" y="0"/>
                </a:moveTo>
                <a:lnTo>
                  <a:pt x="4162425" y="0"/>
                </a:lnTo>
              </a:path>
            </a:pathLst>
          </a:custGeom>
          <a:noFill xmlns:a="http://schemas.openxmlformats.org/drawingml/2006/main"/>
          <a:ln xmlns:a="http://schemas.openxmlformats.org/drawingml/2006/main" w="9525">
            <a:solidFill>
              <a:srgbClr val="B7B9B9"/>
            </a:solidFill>
            <a:prstDash val="solid"/>
          </a:ln>
        </p:spPr>
      </p:sp>
      <p:sp>
        <p:nvSpPr>
          <p:cNvPr id="45" name="DP3 object 44">
            <a:extLst xmlns:a="http://schemas.openxmlformats.org/drawingml/2006/main">
              <a:ext uri="{FF2B5EF4-FFF2-40B4-BE49-F238E27FC236}">
                <a16:creationId xmlns:a16="http://schemas.microsoft.com/office/drawing/2014/main" id="{39EBD636-7766-41C4-9E68-C03005CD61CC}"/>
              </a:ext>
            </a:extLst>
          </p:cNvPr>
          <p:cNvSpPr>
            <a:spLocks xmlns:a="http://schemas.openxmlformats.org/drawingml/2006/main" noGrp="1"/>
          </p:cNvSpPr>
          <p:nvPr/>
        </p:nvSpPr>
        <p:spPr>
          <a:xfrm xmlns:a="http://schemas.openxmlformats.org/drawingml/2006/main">
            <a:off x="12106275" y="421005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회의 자료 확인</a:t>
            </a:r>
          </a:p>
        </p:txBody>
      </p:sp>
      <p:sp>
        <p:nvSpPr>
          <p:cNvPr id="46" name="Editable path 45">
            <a:extLst xmlns:a="http://schemas.openxmlformats.org/drawingml/2006/main">
              <a:ext uri="{FF2B5EF4-FFF2-40B4-BE49-F238E27FC236}">
                <a16:creationId xmlns:a16="http://schemas.microsoft.com/office/drawing/2014/main" id="{5AB1D2FB-FE1A-460D-85C8-86478FA80575}"/>
              </a:ext>
            </a:extLst>
          </p:cNvPr>
          <p:cNvSpPr>
            <a:spLocks xmlns:a="http://schemas.openxmlformats.org/drawingml/2006/main" noGrp="1"/>
          </p:cNvSpPr>
          <p:nvPr/>
        </p:nvSpPr>
        <p:spPr>
          <a:xfrm xmlns:a="http://schemas.openxmlformats.org/drawingml/2006/main">
            <a:off x="12096750" y="5029200"/>
            <a:ext cx="4162425" cy="953"/>
          </a:xfrm>
          <a:custGeom xmlns:a="http://schemas.openxmlformats.org/drawingml/2006/main">
            <a:pathLst>
              <a:path w="4162425" h="953">
                <a:moveTo>
                  <a:pt x="0" y="0"/>
                </a:moveTo>
                <a:lnTo>
                  <a:pt x="4162425" y="0"/>
                </a:lnTo>
              </a:path>
            </a:pathLst>
          </a:custGeom>
          <a:noFill xmlns:a="http://schemas.openxmlformats.org/drawingml/2006/main"/>
          <a:ln xmlns:a="http://schemas.openxmlformats.org/drawingml/2006/main" w="9525">
            <a:solidFill>
              <a:srgbClr val="B7B9B9"/>
            </a:solidFill>
            <a:prstDash val="solid"/>
          </a:ln>
        </p:spPr>
      </p:sp>
      <p:sp>
        <p:nvSpPr>
          <p:cNvPr id="47" name="DP3 object 46">
            <a:extLst xmlns:a="http://schemas.openxmlformats.org/drawingml/2006/main">
              <a:ext uri="{FF2B5EF4-FFF2-40B4-BE49-F238E27FC236}">
                <a16:creationId xmlns:a16="http://schemas.microsoft.com/office/drawing/2014/main" id="{52DDA295-40C6-4C00-80E2-7186E6E0CEE7}"/>
              </a:ext>
            </a:extLst>
          </p:cNvPr>
          <p:cNvSpPr>
            <a:spLocks xmlns:a="http://schemas.openxmlformats.org/drawingml/2006/main" noGrp="1"/>
          </p:cNvSpPr>
          <p:nvPr/>
        </p:nvSpPr>
        <p:spPr>
          <a:xfrm xmlns:a="http://schemas.openxmlformats.org/drawingml/2006/main">
            <a:off x="12106275" y="468630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다음 주 일정</a:t>
            </a:r>
          </a:p>
        </p:txBody>
      </p:sp>
      <p:sp>
        <p:nvSpPr>
          <p:cNvPr id="48" name="Editable path 47">
            <a:extLst xmlns:a="http://schemas.openxmlformats.org/drawingml/2006/main">
              <a:ext uri="{FF2B5EF4-FFF2-40B4-BE49-F238E27FC236}">
                <a16:creationId xmlns:a16="http://schemas.microsoft.com/office/drawing/2014/main" id="{1059C1E4-B1E1-4E5A-B88F-3A47B5F8EE62}"/>
              </a:ext>
            </a:extLst>
          </p:cNvPr>
          <p:cNvSpPr>
            <a:spLocks xmlns:a="http://schemas.openxmlformats.org/drawingml/2006/main" noGrp="1"/>
          </p:cNvSpPr>
          <p:nvPr/>
        </p:nvSpPr>
        <p:spPr>
          <a:xfrm xmlns:a="http://schemas.openxmlformats.org/drawingml/2006/main">
            <a:off x="12096750" y="5505450"/>
            <a:ext cx="4162425" cy="953"/>
          </a:xfrm>
          <a:custGeom xmlns:a="http://schemas.openxmlformats.org/drawingml/2006/main">
            <a:pathLst>
              <a:path w="4162425" h="953">
                <a:moveTo>
                  <a:pt x="0" y="0"/>
                </a:moveTo>
                <a:lnTo>
                  <a:pt x="4162425" y="0"/>
                </a:lnTo>
              </a:path>
            </a:pathLst>
          </a:custGeom>
          <a:noFill xmlns:a="http://schemas.openxmlformats.org/drawingml/2006/main"/>
          <a:ln xmlns:a="http://schemas.openxmlformats.org/drawingml/2006/main" w="9525">
            <a:solidFill>
              <a:srgbClr val="B7B9B9"/>
            </a:solidFill>
            <a:prstDash val="solid"/>
          </a:ln>
        </p:spPr>
      </p:sp>
      <p:sp>
        <p:nvSpPr>
          <p:cNvPr id="49" name="DP3 object 48">
            <a:extLst xmlns:a="http://schemas.openxmlformats.org/drawingml/2006/main">
              <a:ext uri="{FF2B5EF4-FFF2-40B4-BE49-F238E27FC236}">
                <a16:creationId xmlns:a16="http://schemas.microsoft.com/office/drawing/2014/main" id="{973A5191-2E19-4F10-B1C5-DD4B81313984}"/>
              </a:ext>
            </a:extLst>
          </p:cNvPr>
          <p:cNvSpPr>
            <a:spLocks xmlns:a="http://schemas.openxmlformats.org/drawingml/2006/main" noGrp="1"/>
          </p:cNvSpPr>
          <p:nvPr/>
        </p:nvSpPr>
        <p:spPr>
          <a:xfrm xmlns:a="http://schemas.openxmlformats.org/drawingml/2006/main">
            <a:off x="12106275" y="5162550"/>
            <a:ext cx="4000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0">
                <a:solidFill>
                  <a:srgbClr val="111111"/>
                </a:solidFill>
                <a:latin typeface="Apple SD Gothic Neo"/>
                <a:ea typeface="Apple SD Gothic Neo"/>
                <a:cs typeface="Apple SD Gothic Neo"/>
              </a:defRPr>
            </a:defPPr>
            <a:lvl1pPr algn="l">
              <a:defRPr sz="1725" b="0">
                <a:solidFill>
                  <a:srgbClr val="111111"/>
                </a:solidFill>
                <a:latin typeface="Apple SD Gothic Neo"/>
                <a:ea typeface="Apple SD Gothic Neo"/>
                <a:cs typeface="Apple SD Gothic Neo"/>
              </a:defRPr>
            </a:lvl1pPr>
            <a:lvl2pPr algn="l">
              <a:defRPr sz="1725" b="0">
                <a:solidFill>
                  <a:srgbClr val="111111"/>
                </a:solidFill>
                <a:latin typeface="Apple SD Gothic Neo"/>
                <a:ea typeface="Apple SD Gothic Neo"/>
                <a:cs typeface="Apple SD Gothic Neo"/>
              </a:defRPr>
            </a:lvl2pPr>
            <a:lvl3pPr algn="l">
              <a:defRPr sz="1725" b="0">
                <a:solidFill>
                  <a:srgbClr val="111111"/>
                </a:solidFill>
                <a:latin typeface="Apple SD Gothic Neo"/>
                <a:ea typeface="Apple SD Gothic Neo"/>
                <a:cs typeface="Apple SD Gothic Neo"/>
              </a:defRPr>
            </a:lvl3pPr>
            <a:lvl4pPr algn="l">
              <a:defRPr sz="1725" b="0">
                <a:solidFill>
                  <a:srgbClr val="111111"/>
                </a:solidFill>
                <a:latin typeface="Apple SD Gothic Neo"/>
                <a:ea typeface="Apple SD Gothic Neo"/>
                <a:cs typeface="Apple SD Gothic Neo"/>
              </a:defRPr>
            </a:lvl4pPr>
            <a:lvl5pPr algn="l">
              <a:defRPr sz="1725" b="0">
                <a:solidFill>
                  <a:srgbClr val="111111"/>
                </a:solidFill>
                <a:latin typeface="Apple SD Gothic Neo"/>
                <a:ea typeface="Apple SD Gothic Neo"/>
                <a:cs typeface="Apple SD Gothic Neo"/>
              </a:defRPr>
            </a:lvl5pPr>
            <a:lvl6pPr algn="l">
              <a:defRPr sz="1725" b="0">
                <a:solidFill>
                  <a:srgbClr val="111111"/>
                </a:solidFill>
                <a:latin typeface="Apple SD Gothic Neo"/>
                <a:ea typeface="Apple SD Gothic Neo"/>
                <a:cs typeface="Apple SD Gothic Neo"/>
              </a:defRPr>
            </a:lvl6pPr>
            <a:lvl7pPr algn="l">
              <a:defRPr sz="1725" b="0">
                <a:solidFill>
                  <a:srgbClr val="111111"/>
                </a:solidFill>
                <a:latin typeface="Apple SD Gothic Neo"/>
                <a:ea typeface="Apple SD Gothic Neo"/>
                <a:cs typeface="Apple SD Gothic Neo"/>
              </a:defRPr>
            </a:lvl7pPr>
            <a:lvl8pPr algn="l">
              <a:defRPr sz="1725" b="0">
                <a:solidFill>
                  <a:srgbClr val="111111"/>
                </a:solidFill>
                <a:latin typeface="Apple SD Gothic Neo"/>
                <a:ea typeface="Apple SD Gothic Neo"/>
                <a:cs typeface="Apple SD Gothic Neo"/>
              </a:defRPr>
            </a:lvl8pPr>
            <a:lvl9pPr algn="l">
              <a:defRPr sz="1725" b="0">
                <a:solidFill>
                  <a:srgbClr val="111111"/>
                </a:solidFill>
                <a:latin typeface="Apple SD Gothic Neo"/>
                <a:ea typeface="Apple SD Gothic Neo"/>
                <a:cs typeface="Apple SD Gothic Neo"/>
              </a:defRPr>
            </a:lvl9pPr>
          </a:lstStyle>
          <a:p xmlns:a="http://schemas.openxmlformats.org/drawingml/2006/main">
            <a:pPr algn="l">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검토 요청</a:t>
            </a:r>
          </a:p>
        </p:txBody>
      </p:sp>
      <p:sp>
        <p:nvSpPr>
          <p:cNvPr id="50" name="Editable path 49">
            <a:extLst xmlns:a="http://schemas.openxmlformats.org/drawingml/2006/main">
              <a:ext uri="{FF2B5EF4-FFF2-40B4-BE49-F238E27FC236}">
                <a16:creationId xmlns:a16="http://schemas.microsoft.com/office/drawing/2014/main" id="{667E6ECE-A79E-4226-9F0A-1BD5FD7DFC43}"/>
              </a:ext>
            </a:extLst>
          </p:cNvPr>
          <p:cNvSpPr>
            <a:spLocks xmlns:a="http://schemas.openxmlformats.org/drawingml/2006/main" noGrp="1"/>
          </p:cNvSpPr>
          <p:nvPr/>
        </p:nvSpPr>
        <p:spPr>
          <a:xfrm xmlns:a="http://schemas.openxmlformats.org/drawingml/2006/main">
            <a:off x="5543550" y="4524375"/>
            <a:ext cx="571500" cy="953"/>
          </a:xfrm>
          <a:custGeom xmlns:a="http://schemas.openxmlformats.org/drawingml/2006/main">
            <a:pathLst>
              <a:path w="571500" h="953">
                <a:moveTo>
                  <a:pt x="0" y="0"/>
                </a:moveTo>
                <a:lnTo>
                  <a:pt x="571500" y="0"/>
                </a:lnTo>
              </a:path>
            </a:pathLst>
          </a:custGeom>
          <a:noFill xmlns:a="http://schemas.openxmlformats.org/drawingml/2006/main"/>
          <a:ln xmlns:a="http://schemas.openxmlformats.org/drawingml/2006/main" w="21908">
            <a:solidFill>
              <a:srgbClr val="111111"/>
            </a:solidFill>
            <a:prstDash val="solid"/>
          </a:ln>
        </p:spPr>
      </p:sp>
      <p:sp>
        <p:nvSpPr>
          <p:cNvPr id="51" name="Editable arrowhead 50">
            <a:extLst xmlns:a="http://schemas.openxmlformats.org/drawingml/2006/main">
              <a:ext uri="{FF2B5EF4-FFF2-40B4-BE49-F238E27FC236}">
                <a16:creationId xmlns:a16="http://schemas.microsoft.com/office/drawing/2014/main" id="{8A250756-9115-40D0-998F-F2B9455ED5FC}"/>
              </a:ext>
            </a:extLst>
          </p:cNvPr>
          <p:cNvSpPr>
            <a:spLocks xmlns:a="http://schemas.openxmlformats.org/drawingml/2006/main" noGrp="1"/>
          </p:cNvSpPr>
          <p:nvPr/>
        </p:nvSpPr>
        <p:spPr>
          <a:xfrm xmlns:a="http://schemas.openxmlformats.org/drawingml/2006/main">
            <a:off x="6019800" y="4476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2" name="Editable path 51">
            <a:extLst xmlns:a="http://schemas.openxmlformats.org/drawingml/2006/main">
              <a:ext uri="{FF2B5EF4-FFF2-40B4-BE49-F238E27FC236}">
                <a16:creationId xmlns:a16="http://schemas.microsoft.com/office/drawing/2014/main" id="{6081544B-5AC5-490B-82C1-594139CCD4C8}"/>
              </a:ext>
            </a:extLst>
          </p:cNvPr>
          <p:cNvSpPr>
            <a:spLocks xmlns:a="http://schemas.openxmlformats.org/drawingml/2006/main" noGrp="1"/>
          </p:cNvSpPr>
          <p:nvPr/>
        </p:nvSpPr>
        <p:spPr>
          <a:xfrm xmlns:a="http://schemas.openxmlformats.org/drawingml/2006/main">
            <a:off x="11068050" y="4524375"/>
            <a:ext cx="571500" cy="953"/>
          </a:xfrm>
          <a:custGeom xmlns:a="http://schemas.openxmlformats.org/drawingml/2006/main">
            <a:pathLst>
              <a:path w="571500" h="953">
                <a:moveTo>
                  <a:pt x="0" y="0"/>
                </a:moveTo>
                <a:lnTo>
                  <a:pt x="571500" y="0"/>
                </a:lnTo>
              </a:path>
            </a:pathLst>
          </a:custGeom>
          <a:noFill xmlns:a="http://schemas.openxmlformats.org/drawingml/2006/main"/>
          <a:ln xmlns:a="http://schemas.openxmlformats.org/drawingml/2006/main" w="21908">
            <a:solidFill>
              <a:srgbClr val="111111"/>
            </a:solidFill>
            <a:prstDash val="solid"/>
          </a:ln>
        </p:spPr>
      </p:sp>
      <p:sp>
        <p:nvSpPr>
          <p:cNvPr id="53" name="Editable arrowhead 52">
            <a:extLst xmlns:a="http://schemas.openxmlformats.org/drawingml/2006/main">
              <a:ext uri="{FF2B5EF4-FFF2-40B4-BE49-F238E27FC236}">
                <a16:creationId xmlns:a16="http://schemas.microsoft.com/office/drawing/2014/main" id="{D2D848CE-C10A-43AB-8DF1-A9F4F62E10DE}"/>
              </a:ext>
            </a:extLst>
          </p:cNvPr>
          <p:cNvSpPr>
            <a:spLocks xmlns:a="http://schemas.openxmlformats.org/drawingml/2006/main" noGrp="1"/>
          </p:cNvSpPr>
          <p:nvPr/>
        </p:nvSpPr>
        <p:spPr>
          <a:xfrm xmlns:a="http://schemas.openxmlformats.org/drawingml/2006/main">
            <a:off x="11544300" y="4476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이 매출과…”">
            <a:extLst xmlns:a="http://schemas.openxmlformats.org/drawingml/2006/main">
              <a:ext uri="{FF2B5EF4-FFF2-40B4-BE49-F238E27FC236}">
                <a16:creationId xmlns:a16="http://schemas.microsoft.com/office/drawing/2014/main" id="{2F7EAFD5-FB04-40AD-8F1A-2FCAA2CC6488}"/>
              </a:ext>
            </a:extLst>
          </p:cNvPr>
          <p:cNvSpPr>
            <a:spLocks xmlns:a="http://schemas.openxmlformats.org/drawingml/2006/main" noGrp="1"/>
          </p:cNvSpPr>
          <p:nvPr/>
        </p:nvSpPr>
        <p:spPr>
          <a:xfrm xmlns:a="http://schemas.openxmlformats.org/drawingml/2006/main">
            <a:off x="809625" y="6115050"/>
            <a:ext cx="4667250" cy="6667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55" name="DP3 object 53">
            <a:extLst xmlns:a="http://schemas.openxmlformats.org/drawingml/2006/main">
              <a:ext uri="{FF2B5EF4-FFF2-40B4-BE49-F238E27FC236}">
                <a16:creationId xmlns:a16="http://schemas.microsoft.com/office/drawing/2014/main" id="{3180CAAA-23A6-464E-8DAC-AA9089212745}"/>
              </a:ext>
            </a:extLst>
          </p:cNvPr>
          <p:cNvSpPr>
            <a:spLocks xmlns:a="http://schemas.openxmlformats.org/drawingml/2006/main" noGrp="1"/>
          </p:cNvSpPr>
          <p:nvPr/>
        </p:nvSpPr>
        <p:spPr>
          <a:xfrm xmlns:a="http://schemas.openxmlformats.org/drawingml/2006/main">
            <a:off x="876300" y="6153150"/>
            <a:ext cx="453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325" b="1">
                <a:solidFill>
                  <a:srgbClr val="111111"/>
                </a:solidFill>
                <a:latin typeface="Apple SD Gothic Neo"/>
                <a:ea typeface="Apple SD Gothic Neo"/>
                <a:cs typeface="Apple SD Gothic Neo"/>
              </a:defRPr>
            </a:defPPr>
            <a:lvl1pPr algn="ctr">
              <a:defRPr sz="2325" b="1">
                <a:solidFill>
                  <a:srgbClr val="111111"/>
                </a:solidFill>
                <a:latin typeface="Apple SD Gothic Neo"/>
                <a:ea typeface="Apple SD Gothic Neo"/>
                <a:cs typeface="Apple SD Gothic Neo"/>
              </a:defRPr>
            </a:lvl1pPr>
            <a:lvl2pPr algn="ctr">
              <a:defRPr sz="2325" b="1">
                <a:solidFill>
                  <a:srgbClr val="111111"/>
                </a:solidFill>
                <a:latin typeface="Apple SD Gothic Neo"/>
                <a:ea typeface="Apple SD Gothic Neo"/>
                <a:cs typeface="Apple SD Gothic Neo"/>
              </a:defRPr>
            </a:lvl2pPr>
            <a:lvl3pPr algn="ctr">
              <a:defRPr sz="2325" b="1">
                <a:solidFill>
                  <a:srgbClr val="111111"/>
                </a:solidFill>
                <a:latin typeface="Apple SD Gothic Neo"/>
                <a:ea typeface="Apple SD Gothic Neo"/>
                <a:cs typeface="Apple SD Gothic Neo"/>
              </a:defRPr>
            </a:lvl3pPr>
            <a:lvl4pPr algn="ctr">
              <a:defRPr sz="2325" b="1">
                <a:solidFill>
                  <a:srgbClr val="111111"/>
                </a:solidFill>
                <a:latin typeface="Apple SD Gothic Neo"/>
                <a:ea typeface="Apple SD Gothic Neo"/>
                <a:cs typeface="Apple SD Gothic Neo"/>
              </a:defRPr>
            </a:lvl4pPr>
            <a:lvl5pPr algn="ctr">
              <a:defRPr sz="2325" b="1">
                <a:solidFill>
                  <a:srgbClr val="111111"/>
                </a:solidFill>
                <a:latin typeface="Apple SD Gothic Neo"/>
                <a:ea typeface="Apple SD Gothic Neo"/>
                <a:cs typeface="Apple SD Gothic Neo"/>
              </a:defRPr>
            </a:lvl5pPr>
            <a:lvl6pPr algn="ctr">
              <a:defRPr sz="2325" b="1">
                <a:solidFill>
                  <a:srgbClr val="111111"/>
                </a:solidFill>
                <a:latin typeface="Apple SD Gothic Neo"/>
                <a:ea typeface="Apple SD Gothic Neo"/>
                <a:cs typeface="Apple SD Gothic Neo"/>
              </a:defRPr>
            </a:lvl6pPr>
            <a:lvl7pPr algn="ctr">
              <a:defRPr sz="2325" b="1">
                <a:solidFill>
                  <a:srgbClr val="111111"/>
                </a:solidFill>
                <a:latin typeface="Apple SD Gothic Neo"/>
                <a:ea typeface="Apple SD Gothic Neo"/>
                <a:cs typeface="Apple SD Gothic Neo"/>
              </a:defRPr>
            </a:lvl7pPr>
            <a:lvl8pPr algn="ctr">
              <a:defRPr sz="2325" b="1">
                <a:solidFill>
                  <a:srgbClr val="111111"/>
                </a:solidFill>
                <a:latin typeface="Apple SD Gothic Neo"/>
                <a:ea typeface="Apple SD Gothic Neo"/>
                <a:cs typeface="Apple SD Gothic Neo"/>
              </a:defRPr>
            </a:lvl8pPr>
            <a:lvl9pPr algn="ctr">
              <a:defRPr sz="2325" b="1">
                <a:solidFill>
                  <a:srgbClr val="111111"/>
                </a:solidFill>
                <a:latin typeface="Apple SD Gothic Neo"/>
                <a:ea typeface="Apple SD Gothic Neo"/>
                <a:cs typeface="Apple SD Gothic Neo"/>
              </a:defRPr>
            </a:lvl9pPr>
          </a:lstStyle>
          <a:p xmlns:a="http://schemas.openxmlformats.org/drawingml/2006/main">
            <a:pPr algn="ctr">
              <a:defRPr sz="2325" b="1">
                <a:solidFill>
                  <a:srgbClr val="111111"/>
                </a:solidFill>
                <a:latin typeface="Apple SD Gothic Neo"/>
                <a:ea typeface="Apple SD Gothic Neo"/>
                <a:cs typeface="Apple SD Gothic Neo"/>
              </a:defRPr>
            </a:pPr>
            <a:r>
              <a:rPr sz="2325" b="1">
                <a:solidFill>
                  <a:srgbClr val="111111"/>
                </a:solidFill>
                <a:latin typeface="Apple SD Gothic Neo"/>
                <a:ea typeface="Apple SD Gothic Neo"/>
                <a:cs typeface="Apple SD Gothic Neo"/>
              </a:rPr>
              <a:t>“이 매출과…”</a:t>
            </a:r>
          </a:p>
        </p:txBody>
      </p:sp>
      <p:sp>
        <p:nvSpPr>
          <p:cNvPr id="56" name="“이 두 그래프를 비교해줘.”">
            <a:extLst xmlns:a="http://schemas.openxmlformats.org/drawingml/2006/main">
              <a:ext uri="{FF2B5EF4-FFF2-40B4-BE49-F238E27FC236}">
                <a16:creationId xmlns:a16="http://schemas.microsoft.com/office/drawing/2014/main" id="{56D65880-6AA1-44B9-9289-4D625CB46E5E}"/>
              </a:ext>
            </a:extLst>
          </p:cNvPr>
          <p:cNvSpPr>
            <a:spLocks xmlns:a="http://schemas.openxmlformats.org/drawingml/2006/main" noGrp="1"/>
          </p:cNvSpPr>
          <p:nvPr/>
        </p:nvSpPr>
        <p:spPr>
          <a:xfrm xmlns:a="http://schemas.openxmlformats.org/drawingml/2006/main">
            <a:off x="6334125" y="6115050"/>
            <a:ext cx="4667250" cy="6667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57" name="DP3 object 54">
            <a:extLst xmlns:a="http://schemas.openxmlformats.org/drawingml/2006/main">
              <a:ext uri="{FF2B5EF4-FFF2-40B4-BE49-F238E27FC236}">
                <a16:creationId xmlns:a16="http://schemas.microsoft.com/office/drawing/2014/main" id="{FBEB16C4-F060-4393-9265-5A661FDB2B9B}"/>
              </a:ext>
            </a:extLst>
          </p:cNvPr>
          <p:cNvSpPr>
            <a:spLocks xmlns:a="http://schemas.openxmlformats.org/drawingml/2006/main" noGrp="1"/>
          </p:cNvSpPr>
          <p:nvPr/>
        </p:nvSpPr>
        <p:spPr>
          <a:xfrm xmlns:a="http://schemas.openxmlformats.org/drawingml/2006/main">
            <a:off x="6400800" y="6153150"/>
            <a:ext cx="453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“이 두 그래프를 비교해줘.”</a:t>
            </a:r>
          </a:p>
        </p:txBody>
      </p:sp>
      <p:sp>
        <p:nvSpPr>
          <p:cNvPr id="58" name="“아니, 오른쪽 것만.”">
            <a:extLst xmlns:a="http://schemas.openxmlformats.org/drawingml/2006/main">
              <a:ext uri="{FF2B5EF4-FFF2-40B4-BE49-F238E27FC236}">
                <a16:creationId xmlns:a16="http://schemas.microsoft.com/office/drawing/2014/main" id="{147E1D4D-2B19-4076-A118-384CB302E150}"/>
              </a:ext>
            </a:extLst>
          </p:cNvPr>
          <p:cNvSpPr>
            <a:spLocks xmlns:a="http://schemas.openxmlformats.org/drawingml/2006/main" noGrp="1"/>
          </p:cNvSpPr>
          <p:nvPr/>
        </p:nvSpPr>
        <p:spPr>
          <a:xfrm xmlns:a="http://schemas.openxmlformats.org/drawingml/2006/main">
            <a:off x="11858625" y="6115050"/>
            <a:ext cx="4667250" cy="666750"/>
          </a:xfrm>
          <a:prstGeom xmlns:a="http://schemas.openxmlformats.org/drawingml/2006/main" prst="rect">
            <a:avLst/>
          </a:prstGeom>
          <a:solidFill xmlns:a="http://schemas.openxmlformats.org/drawingml/2006/main">
            <a:srgbClr val="FFF6DD"/>
          </a:solidFill>
          <a:ln xmlns:a="http://schemas.openxmlformats.org/drawingml/2006/main" w="17145">
            <a:solidFill>
              <a:srgbClr val="111111"/>
            </a:solidFill>
            <a:prstDash val="solid"/>
          </a:ln>
        </p:spPr>
      </p:sp>
      <p:sp>
        <p:nvSpPr>
          <p:cNvPr id="59" name="DP3 object 55">
            <a:extLst xmlns:a="http://schemas.openxmlformats.org/drawingml/2006/main">
              <a:ext uri="{FF2B5EF4-FFF2-40B4-BE49-F238E27FC236}">
                <a16:creationId xmlns:a16="http://schemas.microsoft.com/office/drawing/2014/main" id="{1127EC6F-C78A-4357-A4EB-69B65CC75E6C}"/>
              </a:ext>
            </a:extLst>
          </p:cNvPr>
          <p:cNvSpPr>
            <a:spLocks xmlns:a="http://schemas.openxmlformats.org/drawingml/2006/main" noGrp="1"/>
          </p:cNvSpPr>
          <p:nvPr/>
        </p:nvSpPr>
        <p:spPr>
          <a:xfrm xmlns:a="http://schemas.openxmlformats.org/drawingml/2006/main">
            <a:off x="11925300" y="6153150"/>
            <a:ext cx="45339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250" b="1">
                <a:solidFill>
                  <a:srgbClr val="111111"/>
                </a:solidFill>
                <a:latin typeface="Apple SD Gothic Neo"/>
                <a:ea typeface="Apple SD Gothic Neo"/>
                <a:cs typeface="Apple SD Gothic Neo"/>
              </a:defRPr>
            </a:defPPr>
            <a:lvl1pPr algn="ctr">
              <a:defRPr sz="2250" b="1">
                <a:solidFill>
                  <a:srgbClr val="111111"/>
                </a:solidFill>
                <a:latin typeface="Apple SD Gothic Neo"/>
                <a:ea typeface="Apple SD Gothic Neo"/>
                <a:cs typeface="Apple SD Gothic Neo"/>
              </a:defRPr>
            </a:lvl1pPr>
            <a:lvl2pPr algn="ctr">
              <a:defRPr sz="2250" b="1">
                <a:solidFill>
                  <a:srgbClr val="111111"/>
                </a:solidFill>
                <a:latin typeface="Apple SD Gothic Neo"/>
                <a:ea typeface="Apple SD Gothic Neo"/>
                <a:cs typeface="Apple SD Gothic Neo"/>
              </a:defRPr>
            </a:lvl2pPr>
            <a:lvl3pPr algn="ctr">
              <a:defRPr sz="2250" b="1">
                <a:solidFill>
                  <a:srgbClr val="111111"/>
                </a:solidFill>
                <a:latin typeface="Apple SD Gothic Neo"/>
                <a:ea typeface="Apple SD Gothic Neo"/>
                <a:cs typeface="Apple SD Gothic Neo"/>
              </a:defRPr>
            </a:lvl3pPr>
            <a:lvl4pPr algn="ctr">
              <a:defRPr sz="2250" b="1">
                <a:solidFill>
                  <a:srgbClr val="111111"/>
                </a:solidFill>
                <a:latin typeface="Apple SD Gothic Neo"/>
                <a:ea typeface="Apple SD Gothic Neo"/>
                <a:cs typeface="Apple SD Gothic Neo"/>
              </a:defRPr>
            </a:lvl4pPr>
            <a:lvl5pPr algn="ctr">
              <a:defRPr sz="2250" b="1">
                <a:solidFill>
                  <a:srgbClr val="111111"/>
                </a:solidFill>
                <a:latin typeface="Apple SD Gothic Neo"/>
                <a:ea typeface="Apple SD Gothic Neo"/>
                <a:cs typeface="Apple SD Gothic Neo"/>
              </a:defRPr>
            </a:lvl5pPr>
            <a:lvl6pPr algn="ctr">
              <a:defRPr sz="2250" b="1">
                <a:solidFill>
                  <a:srgbClr val="111111"/>
                </a:solidFill>
                <a:latin typeface="Apple SD Gothic Neo"/>
                <a:ea typeface="Apple SD Gothic Neo"/>
                <a:cs typeface="Apple SD Gothic Neo"/>
              </a:defRPr>
            </a:lvl6pPr>
            <a:lvl7pPr algn="ctr">
              <a:defRPr sz="2250" b="1">
                <a:solidFill>
                  <a:srgbClr val="111111"/>
                </a:solidFill>
                <a:latin typeface="Apple SD Gothic Neo"/>
                <a:ea typeface="Apple SD Gothic Neo"/>
                <a:cs typeface="Apple SD Gothic Neo"/>
              </a:defRPr>
            </a:lvl7pPr>
            <a:lvl8pPr algn="ctr">
              <a:defRPr sz="2250" b="1">
                <a:solidFill>
                  <a:srgbClr val="111111"/>
                </a:solidFill>
                <a:latin typeface="Apple SD Gothic Neo"/>
                <a:ea typeface="Apple SD Gothic Neo"/>
                <a:cs typeface="Apple SD Gothic Neo"/>
              </a:defRPr>
            </a:lvl8pPr>
            <a:lvl9pPr algn="ctr">
              <a:defRPr sz="2250" b="1">
                <a:solidFill>
                  <a:srgbClr val="111111"/>
                </a:solidFill>
                <a:latin typeface="Apple SD Gothic Neo"/>
                <a:ea typeface="Apple SD Gothic Neo"/>
                <a:cs typeface="Apple SD Gothic Neo"/>
              </a:defRPr>
            </a:lvl9pPr>
          </a:lstStyle>
          <a:p xmlns:a="http://schemas.openxmlformats.org/drawingml/2006/main">
            <a:pPr algn="ctr">
              <a:defRPr sz="2250" b="1">
                <a:solidFill>
                  <a:srgbClr val="111111"/>
                </a:solidFill>
                <a:latin typeface="Apple SD Gothic Neo"/>
                <a:ea typeface="Apple SD Gothic Neo"/>
                <a:cs typeface="Apple SD Gothic Neo"/>
              </a:defRPr>
            </a:pPr>
            <a:r>
              <a:rPr sz="2250" b="1">
                <a:solidFill>
                  <a:srgbClr val="111111"/>
                </a:solidFill>
                <a:latin typeface="Apple SD Gothic Neo"/>
                <a:ea typeface="Apple SD Gothic Neo"/>
                <a:cs typeface="Apple SD Gothic Neo"/>
              </a:rPr>
              <a:t>“아니, 오른쪽 것만.”</a:t>
            </a:r>
          </a:p>
        </p:txBody>
      </p:sp>
      <p:sp>
        <p:nvSpPr>
          <p:cNvPr id="60" name="Editable path 56">
            <a:extLst xmlns:a="http://schemas.openxmlformats.org/drawingml/2006/main">
              <a:ext uri="{FF2B5EF4-FFF2-40B4-BE49-F238E27FC236}">
                <a16:creationId xmlns:a16="http://schemas.microsoft.com/office/drawing/2014/main" id="{A41B471C-1957-41B7-83E2-47FC5487992F}"/>
              </a:ext>
            </a:extLst>
          </p:cNvPr>
          <p:cNvSpPr>
            <a:spLocks xmlns:a="http://schemas.openxmlformats.org/drawingml/2006/main" noGrp="1"/>
          </p:cNvSpPr>
          <p:nvPr/>
        </p:nvSpPr>
        <p:spPr>
          <a:xfrm xmlns:a="http://schemas.openxmlformats.org/drawingml/2006/main">
            <a:off x="11001375" y="4848225"/>
            <a:ext cx="3190875" cy="2352675"/>
          </a:xfrm>
          <a:custGeom xmlns:a="http://schemas.openxmlformats.org/drawingml/2006/main">
            <a:pathLst>
              <a:path w="3190875" h="2352675">
                <a:moveTo>
                  <a:pt x="3190875" y="1933575"/>
                </a:moveTo>
                <a:lnTo>
                  <a:pt x="3190875" y="2352675"/>
                </a:lnTo>
                <a:lnTo>
                  <a:pt x="371475" y="2352675"/>
                </a:lnTo>
                <a:lnTo>
                  <a:pt x="371475" y="0"/>
                </a:lnTo>
                <a:lnTo>
                  <a:pt x="0" y="0"/>
                </a:lnTo>
              </a:path>
            </a:pathLst>
          </a:custGeom>
          <a:noFill xmlns:a="http://schemas.openxmlformats.org/drawingml/2006/main"/>
          <a:ln xmlns:a="http://schemas.openxmlformats.org/drawingml/2006/main" w="25718">
            <a:solidFill>
              <a:srgbClr val="C00000"/>
            </a:solidFill>
            <a:prstDash val="dash"/>
          </a:ln>
        </p:spPr>
      </p:sp>
      <p:sp>
        <p:nvSpPr>
          <p:cNvPr id="61" name="Editable arrowhead 57">
            <a:extLst xmlns:a="http://schemas.openxmlformats.org/drawingml/2006/main">
              <a:ext uri="{FF2B5EF4-FFF2-40B4-BE49-F238E27FC236}">
                <a16:creationId xmlns:a16="http://schemas.microsoft.com/office/drawing/2014/main" id="{D8260830-705F-464A-9C97-87BD72036924}"/>
              </a:ext>
            </a:extLst>
          </p:cNvPr>
          <p:cNvSpPr>
            <a:spLocks xmlns:a="http://schemas.openxmlformats.org/drawingml/2006/main" noGrp="1"/>
          </p:cNvSpPr>
          <p:nvPr/>
        </p:nvSpPr>
        <p:spPr>
          <a:xfrm xmlns:a="http://schemas.openxmlformats.org/drawingml/2006/main">
            <a:off x="11001375" y="480060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C00000"/>
          </a:solidFill>
          <a:ln xmlns:a="http://schemas.openxmlformats.org/drawingml/2006/main" w="5715">
            <a:solidFill>
              <a:srgbClr val="C00000"/>
            </a:solidFill>
            <a:prstDash val="solid"/>
          </a:ln>
        </p:spPr>
      </p:sp>
      <p:sp>
        <p:nvSpPr>
          <p:cNvPr id="62" name="DP3 object 58">
            <a:extLst xmlns:a="http://schemas.openxmlformats.org/drawingml/2006/main">
              <a:ext uri="{FF2B5EF4-FFF2-40B4-BE49-F238E27FC236}">
                <a16:creationId xmlns:a16="http://schemas.microsoft.com/office/drawing/2014/main" id="{4346FEB8-2588-40D0-9461-E18AC97B17E2}"/>
              </a:ext>
            </a:extLst>
          </p:cNvPr>
          <p:cNvSpPr>
            <a:spLocks xmlns:a="http://schemas.openxmlformats.org/drawingml/2006/main" noGrp="1"/>
          </p:cNvSpPr>
          <p:nvPr/>
        </p:nvSpPr>
        <p:spPr>
          <a:xfrm xmlns:a="http://schemas.openxmlformats.org/drawingml/2006/main">
            <a:off x="2667000" y="7553325"/>
            <a:ext cx="130492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550" b="1">
                <a:solidFill>
                  <a:srgbClr val="C00000"/>
                </a:solidFill>
                <a:latin typeface="Apple SD Gothic Neo"/>
                <a:ea typeface="Apple SD Gothic Neo"/>
                <a:cs typeface="Apple SD Gothic Neo"/>
              </a:defRPr>
            </a:defPPr>
            <a:lvl1pPr algn="ctr">
              <a:defRPr sz="2550" b="1">
                <a:solidFill>
                  <a:srgbClr val="C00000"/>
                </a:solidFill>
                <a:latin typeface="Apple SD Gothic Neo"/>
                <a:ea typeface="Apple SD Gothic Neo"/>
                <a:cs typeface="Apple SD Gothic Neo"/>
              </a:defRPr>
            </a:lvl1pPr>
            <a:lvl2pPr algn="ctr">
              <a:defRPr sz="2550" b="1">
                <a:solidFill>
                  <a:srgbClr val="C00000"/>
                </a:solidFill>
                <a:latin typeface="Apple SD Gothic Neo"/>
                <a:ea typeface="Apple SD Gothic Neo"/>
                <a:cs typeface="Apple SD Gothic Neo"/>
              </a:defRPr>
            </a:lvl2pPr>
            <a:lvl3pPr algn="ctr">
              <a:defRPr sz="2550" b="1">
                <a:solidFill>
                  <a:srgbClr val="C00000"/>
                </a:solidFill>
                <a:latin typeface="Apple SD Gothic Neo"/>
                <a:ea typeface="Apple SD Gothic Neo"/>
                <a:cs typeface="Apple SD Gothic Neo"/>
              </a:defRPr>
            </a:lvl3pPr>
            <a:lvl4pPr algn="ctr">
              <a:defRPr sz="2550" b="1">
                <a:solidFill>
                  <a:srgbClr val="C00000"/>
                </a:solidFill>
                <a:latin typeface="Apple SD Gothic Neo"/>
                <a:ea typeface="Apple SD Gothic Neo"/>
                <a:cs typeface="Apple SD Gothic Neo"/>
              </a:defRPr>
            </a:lvl4pPr>
            <a:lvl5pPr algn="ctr">
              <a:defRPr sz="2550" b="1">
                <a:solidFill>
                  <a:srgbClr val="C00000"/>
                </a:solidFill>
                <a:latin typeface="Apple SD Gothic Neo"/>
                <a:ea typeface="Apple SD Gothic Neo"/>
                <a:cs typeface="Apple SD Gothic Neo"/>
              </a:defRPr>
            </a:lvl5pPr>
            <a:lvl6pPr algn="ctr">
              <a:defRPr sz="2550" b="1">
                <a:solidFill>
                  <a:srgbClr val="C00000"/>
                </a:solidFill>
                <a:latin typeface="Apple SD Gothic Neo"/>
                <a:ea typeface="Apple SD Gothic Neo"/>
                <a:cs typeface="Apple SD Gothic Neo"/>
              </a:defRPr>
            </a:lvl6pPr>
            <a:lvl7pPr algn="ctr">
              <a:defRPr sz="2550" b="1">
                <a:solidFill>
                  <a:srgbClr val="C00000"/>
                </a:solidFill>
                <a:latin typeface="Apple SD Gothic Neo"/>
                <a:ea typeface="Apple SD Gothic Neo"/>
                <a:cs typeface="Apple SD Gothic Neo"/>
              </a:defRPr>
            </a:lvl7pPr>
            <a:lvl8pPr algn="ctr">
              <a:defRPr sz="2550" b="1">
                <a:solidFill>
                  <a:srgbClr val="C00000"/>
                </a:solidFill>
                <a:latin typeface="Apple SD Gothic Neo"/>
                <a:ea typeface="Apple SD Gothic Neo"/>
                <a:cs typeface="Apple SD Gothic Neo"/>
              </a:defRPr>
            </a:lvl8pPr>
            <a:lvl9pPr algn="ctr">
              <a:defRPr sz="2550" b="1">
                <a:solidFill>
                  <a:srgbClr val="C00000"/>
                </a:solidFill>
                <a:latin typeface="Apple SD Gothic Neo"/>
                <a:ea typeface="Apple SD Gothic Neo"/>
                <a:cs typeface="Apple SD Gothic Neo"/>
              </a:defRPr>
            </a:lvl9pPr>
          </a:lstStyle>
          <a:p xmlns:a="http://schemas.openxmlformats.org/drawingml/2006/main">
            <a:pPr algn="ctr">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정정은 현재 메일이 아니라 앞선 그래프를 가리킨다</a:t>
            </a:r>
          </a:p>
        </p:txBody>
      </p:sp>
      <p:sp>
        <p:nvSpPr>
          <p:cNvPr id="63" name="Editable path 59">
            <a:extLst xmlns:a="http://schemas.openxmlformats.org/drawingml/2006/main">
              <a:ext uri="{FF2B5EF4-FFF2-40B4-BE49-F238E27FC236}">
                <a16:creationId xmlns:a16="http://schemas.microsoft.com/office/drawing/2014/main" id="{5D87F901-1C06-4EE2-85D3-6BC15C390111}"/>
              </a:ext>
            </a:extLst>
          </p:cNvPr>
          <p:cNvSpPr>
            <a:spLocks xmlns:a="http://schemas.openxmlformats.org/drawingml/2006/main" noGrp="1"/>
          </p:cNvSpPr>
          <p:nvPr/>
        </p:nvSpPr>
        <p:spPr>
          <a:xfrm xmlns:a="http://schemas.openxmlformats.org/drawingml/2006/main">
            <a:off x="619125" y="8391525"/>
            <a:ext cx="16811625" cy="953"/>
          </a:xfrm>
          <a:custGeom xmlns:a="http://schemas.openxmlformats.org/drawingml/2006/main">
            <a:pathLst>
              <a:path w="16811625" h="953">
                <a:moveTo>
                  <a:pt x="0" y="0"/>
                </a:moveTo>
                <a:lnTo>
                  <a:pt x="16811625" y="0"/>
                </a:lnTo>
              </a:path>
            </a:pathLst>
          </a:custGeom>
          <a:noFill xmlns:a="http://schemas.openxmlformats.org/drawingml/2006/main"/>
          <a:ln xmlns:a="http://schemas.openxmlformats.org/drawingml/2006/main" w="14288">
            <a:solidFill>
              <a:srgbClr val="4676CB"/>
            </a:solidFill>
            <a:prstDash val="solid"/>
          </a:ln>
        </p:spPr>
      </p:sp>
      <p:sp>
        <p:nvSpPr>
          <p:cNvPr id="64" name="DP3 object 60">
            <a:extLst xmlns:a="http://schemas.openxmlformats.org/drawingml/2006/main">
              <a:ext uri="{FF2B5EF4-FFF2-40B4-BE49-F238E27FC236}">
                <a16:creationId xmlns:a16="http://schemas.microsoft.com/office/drawing/2014/main" id="{5BCD23DC-1E1D-4B0C-8622-D2F43C663761}"/>
              </a:ext>
            </a:extLst>
          </p:cNvPr>
          <p:cNvSpPr>
            <a:spLocks xmlns:a="http://schemas.openxmlformats.org/drawingml/2006/main" noGrp="1"/>
          </p:cNvSpPr>
          <p:nvPr/>
        </p:nvSpPr>
        <p:spPr>
          <a:xfrm xmlns:a="http://schemas.openxmlformats.org/drawingml/2006/main">
            <a:off x="628650" y="8743950"/>
            <a:ext cx="2667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550" b="1">
                <a:solidFill>
                  <a:srgbClr val="C00000"/>
                </a:solidFill>
                <a:latin typeface="Apple SD Gothic Neo"/>
                <a:ea typeface="Apple SD Gothic Neo"/>
                <a:cs typeface="Apple SD Gothic Neo"/>
              </a:defRPr>
            </a:defPPr>
            <a:lvl1pPr algn="l">
              <a:defRPr sz="2550" b="1">
                <a:solidFill>
                  <a:srgbClr val="C00000"/>
                </a:solidFill>
                <a:latin typeface="Apple SD Gothic Neo"/>
                <a:ea typeface="Apple SD Gothic Neo"/>
                <a:cs typeface="Apple SD Gothic Neo"/>
              </a:defRPr>
            </a:lvl1pPr>
            <a:lvl2pPr algn="l">
              <a:defRPr sz="2550" b="1">
                <a:solidFill>
                  <a:srgbClr val="C00000"/>
                </a:solidFill>
                <a:latin typeface="Apple SD Gothic Neo"/>
                <a:ea typeface="Apple SD Gothic Neo"/>
                <a:cs typeface="Apple SD Gothic Neo"/>
              </a:defRPr>
            </a:lvl2pPr>
            <a:lvl3pPr algn="l">
              <a:defRPr sz="2550" b="1">
                <a:solidFill>
                  <a:srgbClr val="C00000"/>
                </a:solidFill>
                <a:latin typeface="Apple SD Gothic Neo"/>
                <a:ea typeface="Apple SD Gothic Neo"/>
                <a:cs typeface="Apple SD Gothic Neo"/>
              </a:defRPr>
            </a:lvl3pPr>
            <a:lvl4pPr algn="l">
              <a:defRPr sz="2550" b="1">
                <a:solidFill>
                  <a:srgbClr val="C00000"/>
                </a:solidFill>
                <a:latin typeface="Apple SD Gothic Neo"/>
                <a:ea typeface="Apple SD Gothic Neo"/>
                <a:cs typeface="Apple SD Gothic Neo"/>
              </a:defRPr>
            </a:lvl4pPr>
            <a:lvl5pPr algn="l">
              <a:defRPr sz="2550" b="1">
                <a:solidFill>
                  <a:srgbClr val="C00000"/>
                </a:solidFill>
                <a:latin typeface="Apple SD Gothic Neo"/>
                <a:ea typeface="Apple SD Gothic Neo"/>
                <a:cs typeface="Apple SD Gothic Neo"/>
              </a:defRPr>
            </a:lvl5pPr>
            <a:lvl6pPr algn="l">
              <a:defRPr sz="2550" b="1">
                <a:solidFill>
                  <a:srgbClr val="C00000"/>
                </a:solidFill>
                <a:latin typeface="Apple SD Gothic Neo"/>
                <a:ea typeface="Apple SD Gothic Neo"/>
                <a:cs typeface="Apple SD Gothic Neo"/>
              </a:defRPr>
            </a:lvl6pPr>
            <a:lvl7pPr algn="l">
              <a:defRPr sz="2550" b="1">
                <a:solidFill>
                  <a:srgbClr val="C00000"/>
                </a:solidFill>
                <a:latin typeface="Apple SD Gothic Neo"/>
                <a:ea typeface="Apple SD Gothic Neo"/>
                <a:cs typeface="Apple SD Gothic Neo"/>
              </a:defRPr>
            </a:lvl7pPr>
            <a:lvl8pPr algn="l">
              <a:defRPr sz="2550" b="1">
                <a:solidFill>
                  <a:srgbClr val="C00000"/>
                </a:solidFill>
                <a:latin typeface="Apple SD Gothic Neo"/>
                <a:ea typeface="Apple SD Gothic Neo"/>
                <a:cs typeface="Apple SD Gothic Neo"/>
              </a:defRPr>
            </a:lvl8pPr>
            <a:lvl9pPr algn="l">
              <a:defRPr sz="2550" b="1">
                <a:solidFill>
                  <a:srgbClr val="C00000"/>
                </a:solidFill>
                <a:latin typeface="Apple SD Gothic Neo"/>
                <a:ea typeface="Apple SD Gothic Neo"/>
                <a:cs typeface="Apple SD Gothic Neo"/>
              </a:defRPr>
            </a:lvl9pPr>
          </a:lstStyle>
          <a:p xmlns:a="http://schemas.openxmlformats.org/drawingml/2006/main">
            <a:pPr algn="l">
              <a:defRPr sz="2550" b="1">
                <a:solidFill>
                  <a:srgbClr val="C00000"/>
                </a:solidFill>
                <a:latin typeface="Apple SD Gothic Neo"/>
                <a:ea typeface="Apple SD Gothic Neo"/>
                <a:cs typeface="Apple SD Gothic Neo"/>
              </a:defRPr>
            </a:pPr>
            <a:r>
              <a:rPr sz="2550" b="1">
                <a:solidFill>
                  <a:srgbClr val="C00000"/>
                </a:solidFill>
                <a:latin typeface="Apple SD Gothic Neo"/>
                <a:ea typeface="Apple SD Gothic Neo"/>
                <a:cs typeface="Apple SD Gothic Neo"/>
              </a:rPr>
              <a:t>이 DP의 질문</a:t>
            </a:r>
          </a:p>
        </p:txBody>
      </p:sp>
      <p:sp>
        <p:nvSpPr>
          <p:cNvPr id="65" name="DP3 object 61">
            <a:extLst xmlns:a="http://schemas.openxmlformats.org/drawingml/2006/main">
              <a:ext uri="{FF2B5EF4-FFF2-40B4-BE49-F238E27FC236}">
                <a16:creationId xmlns:a16="http://schemas.microsoft.com/office/drawing/2014/main" id="{C6EA40BC-819B-4367-B048-EFEA93B63A53}"/>
              </a:ext>
            </a:extLst>
          </p:cNvPr>
          <p:cNvSpPr>
            <a:spLocks xmlns:a="http://schemas.openxmlformats.org/drawingml/2006/main" noGrp="1"/>
          </p:cNvSpPr>
          <p:nvPr/>
        </p:nvSpPr>
        <p:spPr>
          <a:xfrm xmlns:a="http://schemas.openxmlformats.org/drawingml/2006/main">
            <a:off x="3476625" y="8696325"/>
            <a:ext cx="1404937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625" b="1">
                <a:solidFill>
                  <a:srgbClr val="111111"/>
                </a:solidFill>
                <a:latin typeface="Apple SD Gothic Neo"/>
                <a:ea typeface="Apple SD Gothic Neo"/>
                <a:cs typeface="Apple SD Gothic Neo"/>
              </a:defRPr>
            </a:defPPr>
            <a:lvl1pPr algn="l">
              <a:defRPr sz="2625" b="1">
                <a:solidFill>
                  <a:srgbClr val="111111"/>
                </a:solidFill>
                <a:latin typeface="Apple SD Gothic Neo"/>
                <a:ea typeface="Apple SD Gothic Neo"/>
                <a:cs typeface="Apple SD Gothic Neo"/>
              </a:defRPr>
            </a:lvl1pPr>
            <a:lvl2pPr algn="l">
              <a:defRPr sz="2625" b="1">
                <a:solidFill>
                  <a:srgbClr val="111111"/>
                </a:solidFill>
                <a:latin typeface="Apple SD Gothic Neo"/>
                <a:ea typeface="Apple SD Gothic Neo"/>
                <a:cs typeface="Apple SD Gothic Neo"/>
              </a:defRPr>
            </a:lvl2pPr>
            <a:lvl3pPr algn="l">
              <a:defRPr sz="2625" b="1">
                <a:solidFill>
                  <a:srgbClr val="111111"/>
                </a:solidFill>
                <a:latin typeface="Apple SD Gothic Neo"/>
                <a:ea typeface="Apple SD Gothic Neo"/>
                <a:cs typeface="Apple SD Gothic Neo"/>
              </a:defRPr>
            </a:lvl3pPr>
            <a:lvl4pPr algn="l">
              <a:defRPr sz="2625" b="1">
                <a:solidFill>
                  <a:srgbClr val="111111"/>
                </a:solidFill>
                <a:latin typeface="Apple SD Gothic Neo"/>
                <a:ea typeface="Apple SD Gothic Neo"/>
                <a:cs typeface="Apple SD Gothic Neo"/>
              </a:defRPr>
            </a:lvl4pPr>
            <a:lvl5pPr algn="l">
              <a:defRPr sz="2625" b="1">
                <a:solidFill>
                  <a:srgbClr val="111111"/>
                </a:solidFill>
                <a:latin typeface="Apple SD Gothic Neo"/>
                <a:ea typeface="Apple SD Gothic Neo"/>
                <a:cs typeface="Apple SD Gothic Neo"/>
              </a:defRPr>
            </a:lvl5pPr>
            <a:lvl6pPr algn="l">
              <a:defRPr sz="2625" b="1">
                <a:solidFill>
                  <a:srgbClr val="111111"/>
                </a:solidFill>
                <a:latin typeface="Apple SD Gothic Neo"/>
                <a:ea typeface="Apple SD Gothic Neo"/>
                <a:cs typeface="Apple SD Gothic Neo"/>
              </a:defRPr>
            </a:lvl6pPr>
            <a:lvl7pPr algn="l">
              <a:defRPr sz="2625" b="1">
                <a:solidFill>
                  <a:srgbClr val="111111"/>
                </a:solidFill>
                <a:latin typeface="Apple SD Gothic Neo"/>
                <a:ea typeface="Apple SD Gothic Neo"/>
                <a:cs typeface="Apple SD Gothic Neo"/>
              </a:defRPr>
            </a:lvl7pPr>
            <a:lvl8pPr algn="l">
              <a:defRPr sz="2625" b="1">
                <a:solidFill>
                  <a:srgbClr val="111111"/>
                </a:solidFill>
                <a:latin typeface="Apple SD Gothic Neo"/>
                <a:ea typeface="Apple SD Gothic Neo"/>
                <a:cs typeface="Apple SD Gothic Neo"/>
              </a:defRPr>
            </a:lvl8pPr>
            <a:lvl9pPr algn="l">
              <a:defRPr sz="2625" b="1">
                <a:solidFill>
                  <a:srgbClr val="111111"/>
                </a:solidFill>
                <a:latin typeface="Apple SD Gothic Neo"/>
                <a:ea typeface="Apple SD Gothic Neo"/>
                <a:cs typeface="Apple SD Gothic Neo"/>
              </a:defRPr>
            </a:lvl9pPr>
          </a:lstStyle>
          <a:p xmlns:a="http://schemas.openxmlformats.org/drawingml/2006/main">
            <a:pPr algn="l">
              <a:defRPr sz="2625" b="1">
                <a:solidFill>
                  <a:srgbClr val="111111"/>
                </a:solidFill>
                <a:latin typeface="Apple SD Gothic Neo"/>
                <a:ea typeface="Apple SD Gothic Neo"/>
                <a:cs typeface="Apple SD Gothic Neo"/>
              </a:defRPr>
            </a:pPr>
            <a:r>
              <a:rPr sz="2625" b="1">
                <a:solidFill>
                  <a:srgbClr val="111111"/>
                </a:solidFill>
                <a:latin typeface="Apple SD Gothic Neo"/>
                <a:ea typeface="Apple SD Gothic Neo"/>
                <a:cs typeface="Apple SD Gothic Neo"/>
              </a:rPr>
              <a:t>원본을 함께 해석할까, 화면·발화 후보를 먼저 만들어 결합할까?</a:t>
            </a:r>
          </a:p>
        </p:txBody>
      </p:sp>
      <p:sp>
        <p:nvSpPr>
          <p:cNvPr id="66" name="DP3 object 62">
            <a:extLst xmlns:a="http://schemas.openxmlformats.org/drawingml/2006/main">
              <a:ext uri="{FF2B5EF4-FFF2-40B4-BE49-F238E27FC236}">
                <a16:creationId xmlns:a16="http://schemas.microsoft.com/office/drawing/2014/main" id="{DFF67769-99C3-4E62-B900-94B247154900}"/>
              </a:ext>
            </a:extLst>
          </p:cNvPr>
          <p:cNvSpPr>
            <a:spLocks xmlns:a="http://schemas.openxmlformats.org/drawingml/2006/main" noGrp="1"/>
          </p:cNvSpPr>
          <p:nvPr/>
        </p:nvSpPr>
        <p:spPr>
          <a:xfrm xmlns:a="http://schemas.openxmlformats.org/drawingml/2006/main">
            <a:off x="3476625" y="9391650"/>
            <a:ext cx="13906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0">
                <a:solidFill>
                  <a:srgbClr val="111111"/>
                </a:solidFill>
                <a:latin typeface="Apple SD Gothic Neo"/>
                <a:ea typeface="Apple SD Gothic Neo"/>
                <a:cs typeface="Apple SD Gothic Neo"/>
              </a:defRPr>
            </a:defPPr>
            <a:lvl1pPr algn="l">
              <a:defRPr sz="2100" b="0">
                <a:solidFill>
                  <a:srgbClr val="111111"/>
                </a:solidFill>
                <a:latin typeface="Apple SD Gothic Neo"/>
                <a:ea typeface="Apple SD Gothic Neo"/>
                <a:cs typeface="Apple SD Gothic Neo"/>
              </a:defRPr>
            </a:lvl1pPr>
            <a:lvl2pPr algn="l">
              <a:defRPr sz="2100" b="0">
                <a:solidFill>
                  <a:srgbClr val="111111"/>
                </a:solidFill>
                <a:latin typeface="Apple SD Gothic Neo"/>
                <a:ea typeface="Apple SD Gothic Neo"/>
                <a:cs typeface="Apple SD Gothic Neo"/>
              </a:defRPr>
            </a:lvl2pPr>
            <a:lvl3pPr algn="l">
              <a:defRPr sz="2100" b="0">
                <a:solidFill>
                  <a:srgbClr val="111111"/>
                </a:solidFill>
                <a:latin typeface="Apple SD Gothic Neo"/>
                <a:ea typeface="Apple SD Gothic Neo"/>
                <a:cs typeface="Apple SD Gothic Neo"/>
              </a:defRPr>
            </a:lvl3pPr>
            <a:lvl4pPr algn="l">
              <a:defRPr sz="2100" b="0">
                <a:solidFill>
                  <a:srgbClr val="111111"/>
                </a:solidFill>
                <a:latin typeface="Apple SD Gothic Neo"/>
                <a:ea typeface="Apple SD Gothic Neo"/>
                <a:cs typeface="Apple SD Gothic Neo"/>
              </a:defRPr>
            </a:lvl4pPr>
            <a:lvl5pPr algn="l">
              <a:defRPr sz="2100" b="0">
                <a:solidFill>
                  <a:srgbClr val="111111"/>
                </a:solidFill>
                <a:latin typeface="Apple SD Gothic Neo"/>
                <a:ea typeface="Apple SD Gothic Neo"/>
                <a:cs typeface="Apple SD Gothic Neo"/>
              </a:defRPr>
            </a:lvl5pPr>
            <a:lvl6pPr algn="l">
              <a:defRPr sz="2100" b="0">
                <a:solidFill>
                  <a:srgbClr val="111111"/>
                </a:solidFill>
                <a:latin typeface="Apple SD Gothic Neo"/>
                <a:ea typeface="Apple SD Gothic Neo"/>
                <a:cs typeface="Apple SD Gothic Neo"/>
              </a:defRPr>
            </a:lvl6pPr>
            <a:lvl7pPr algn="l">
              <a:defRPr sz="2100" b="0">
                <a:solidFill>
                  <a:srgbClr val="111111"/>
                </a:solidFill>
                <a:latin typeface="Apple SD Gothic Neo"/>
                <a:ea typeface="Apple SD Gothic Neo"/>
                <a:cs typeface="Apple SD Gothic Neo"/>
              </a:defRPr>
            </a:lvl7pPr>
            <a:lvl8pPr algn="l">
              <a:defRPr sz="2100" b="0">
                <a:solidFill>
                  <a:srgbClr val="111111"/>
                </a:solidFill>
                <a:latin typeface="Apple SD Gothic Neo"/>
                <a:ea typeface="Apple SD Gothic Neo"/>
                <a:cs typeface="Apple SD Gothic Neo"/>
              </a:defRPr>
            </a:lvl8pPr>
            <a:lvl9pPr algn="l">
              <a:defRPr sz="2100" b="0">
                <a:solidFill>
                  <a:srgbClr val="111111"/>
                </a:solidFill>
                <a:latin typeface="Apple SD Gothic Neo"/>
                <a:ea typeface="Apple SD Gothic Neo"/>
                <a:cs typeface="Apple SD Gothic Neo"/>
              </a:defRPr>
            </a:lvl9pPr>
          </a:lstStyle>
          <a:p xmlns:a="http://schemas.openxmlformats.org/drawingml/2006/main">
            <a:pPr algn="l">
              <a:defRPr sz="2100" b="0">
                <a:solidFill>
                  <a:srgbClr val="111111"/>
                </a:solidFill>
                <a:latin typeface="Apple SD Gothic Neo"/>
                <a:ea typeface="Apple SD Gothic Neo"/>
                <a:cs typeface="Apple SD Gothic Neo"/>
              </a:defRPr>
            </a:pPr>
            <a:r>
              <a:rPr sz="2100" b="0">
                <a:solidFill>
                  <a:srgbClr val="111111"/>
                </a:solidFill>
                <a:latin typeface="Apple SD Gothic Neo"/>
                <a:ea typeface="Apple SD Gothic Neo"/>
                <a:cs typeface="Apple SD Gothic Neo"/>
              </a:rPr>
              <a:t>대상의 범위와 관계를 생산하는 SW 책임과 중간 상태를 선택한다.</a:t>
            </a:r>
          </a:p>
        </p:txBody>
      </p:sp>
    </p:spTree>
    <p:extLst>
      <p:ext uri="{BB962C8B-B14F-4D97-AF65-F5344CB8AC3E}">
        <p14:creationId xmlns:p14="http://schemas.microsoft.com/office/powerpoint/2010/main" val="9555587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 name="DP3 object 63">
            <a:extLst xmlns:a="http://schemas.openxmlformats.org/drawingml/2006/main">
              <a:ext uri="{FF2B5EF4-FFF2-40B4-BE49-F238E27FC236}">
                <a16:creationId xmlns:a16="http://schemas.microsoft.com/office/drawing/2014/main" id="{BA9188D5-EFC2-4FFE-8E9A-77EF7218DBA9}"/>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(설계 방안 비교)</a:t>
            </a:r>
          </a:p>
        </p:txBody>
      </p:sp>
      <p:sp>
        <p:nvSpPr>
          <p:cNvPr id="2" name="DP3 object 64">
            <a:extLst xmlns:a="http://schemas.openxmlformats.org/drawingml/2006/main">
              <a:ext uri="{FF2B5EF4-FFF2-40B4-BE49-F238E27FC236}">
                <a16:creationId xmlns:a16="http://schemas.microsoft.com/office/drawing/2014/main" id="{C7BE87A1-AA11-4215-9A54-7AEC3CDABEE5}"/>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3 object 65">
            <a:extLst xmlns:a="http://schemas.openxmlformats.org/drawingml/2006/main">
              <a:ext uri="{FF2B5EF4-FFF2-40B4-BE49-F238E27FC236}">
                <a16:creationId xmlns:a16="http://schemas.microsoft.com/office/drawing/2014/main" id="{A9AB3BB0-CC48-491B-B3F3-43072293E5AE}"/>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3 object 66">
            <a:extLst xmlns:a="http://schemas.openxmlformats.org/drawingml/2006/main">
              <a:ext uri="{FF2B5EF4-FFF2-40B4-BE49-F238E27FC236}">
                <a16:creationId xmlns:a16="http://schemas.microsoft.com/office/drawing/2014/main" id="{DF2F80E3-0E2B-4E0D-9313-D0EF80FD5CBA}"/>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3 object 67">
            <a:extLst xmlns:a="http://schemas.openxmlformats.org/drawingml/2006/main">
              <a:ext uri="{FF2B5EF4-FFF2-40B4-BE49-F238E27FC236}">
                <a16:creationId xmlns:a16="http://schemas.microsoft.com/office/drawing/2014/main" id="{5E43BAB3-28B4-4590-A576-20F2B5C4DD67}"/>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3 object 68">
            <a:extLst xmlns:a="http://schemas.openxmlformats.org/drawingml/2006/main">
              <a:ext uri="{FF2B5EF4-FFF2-40B4-BE49-F238E27FC236}">
                <a16:creationId xmlns:a16="http://schemas.microsoft.com/office/drawing/2014/main" id="{2AD226BE-AA91-4A1B-ABDB-C47B272D58F7}"/>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3 object 69">
            <a:extLst xmlns:a="http://schemas.openxmlformats.org/drawingml/2006/main">
              <a:ext uri="{FF2B5EF4-FFF2-40B4-BE49-F238E27FC236}">
                <a16:creationId xmlns:a16="http://schemas.microsoft.com/office/drawing/2014/main" id="{F68ADBC3-D4B2-42CF-A9D4-5DA6EC254D5C}"/>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3 object 70">
            <a:extLst xmlns:a="http://schemas.openxmlformats.org/drawingml/2006/main">
              <a:ext uri="{FF2B5EF4-FFF2-40B4-BE49-F238E27FC236}">
                <a16:creationId xmlns:a16="http://schemas.microsoft.com/office/drawing/2014/main" id="{75E8420C-126C-4544-8EF0-44255A6CAA9E}"/>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3 object 71">
            <a:extLst xmlns:a="http://schemas.openxmlformats.org/drawingml/2006/main">
              <a:ext uri="{FF2B5EF4-FFF2-40B4-BE49-F238E27FC236}">
                <a16:creationId xmlns:a16="http://schemas.microsoft.com/office/drawing/2014/main" id="{15B46076-C207-4541-9337-18521102F8F3}"/>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3 object 72">
            <a:extLst xmlns:a="http://schemas.openxmlformats.org/drawingml/2006/main">
              <a:ext uri="{FF2B5EF4-FFF2-40B4-BE49-F238E27FC236}">
                <a16:creationId xmlns:a16="http://schemas.microsoft.com/office/drawing/2014/main" id="{331E75E0-E4FE-4EA8-8418-D4919F521247}"/>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3 object 73">
            <a:extLst xmlns:a="http://schemas.openxmlformats.org/drawingml/2006/main">
              <a:ext uri="{FF2B5EF4-FFF2-40B4-BE49-F238E27FC236}">
                <a16:creationId xmlns:a16="http://schemas.microsoft.com/office/drawing/2014/main" id="{ECE00081-29C5-46C6-A2A1-66F49A20373F}"/>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74">
            <a:extLst xmlns:a="http://schemas.openxmlformats.org/drawingml/2006/main">
              <a:ext uri="{FF2B5EF4-FFF2-40B4-BE49-F238E27FC236}">
                <a16:creationId xmlns:a16="http://schemas.microsoft.com/office/drawing/2014/main" id="{4FB9A76D-C956-4B37-B257-618A4F559C36}"/>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3 object 75">
            <a:extLst xmlns:a="http://schemas.openxmlformats.org/drawingml/2006/main">
              <a:ext uri="{FF2B5EF4-FFF2-40B4-BE49-F238E27FC236}">
                <a16:creationId xmlns:a16="http://schemas.microsoft.com/office/drawing/2014/main" id="{EABB8F13-0A5F-40EE-964D-B7125E0B3EA1}"/>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2</a:t>
            </a:r>
          </a:p>
        </p:txBody>
      </p:sp>
      <p:sp>
        <p:nvSpPr>
          <p:cNvPr id="14" name="DP3 object 76">
            <a:extLst xmlns:a="http://schemas.openxmlformats.org/drawingml/2006/main">
              <a:ext uri="{FF2B5EF4-FFF2-40B4-BE49-F238E27FC236}">
                <a16:creationId xmlns:a16="http://schemas.microsoft.com/office/drawing/2014/main" id="{F2EB912A-A5F3-4DC8-870E-1FA126A896E6}"/>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111111"/>
                </a:solidFill>
                <a:latin typeface="Apple SD Gothic Neo"/>
                <a:ea typeface="Apple SD Gothic Neo"/>
                <a:cs typeface="Apple SD Gothic Neo"/>
              </a:defRPr>
            </a:defPPr>
            <a:lvl1pPr algn="l">
              <a:defRPr sz="2100" b="1">
                <a:solidFill>
                  <a:srgbClr val="111111"/>
                </a:solidFill>
                <a:latin typeface="Apple SD Gothic Neo"/>
                <a:ea typeface="Apple SD Gothic Neo"/>
                <a:cs typeface="Apple SD Gothic Neo"/>
              </a:defRPr>
            </a:lvl1pPr>
            <a:lvl2pPr algn="l">
              <a:defRPr sz="2100" b="1">
                <a:solidFill>
                  <a:srgbClr val="111111"/>
                </a:solidFill>
                <a:latin typeface="Apple SD Gothic Neo"/>
                <a:ea typeface="Apple SD Gothic Neo"/>
                <a:cs typeface="Apple SD Gothic Neo"/>
              </a:defRPr>
            </a:lvl2pPr>
            <a:lvl3pPr algn="l">
              <a:defRPr sz="2100" b="1">
                <a:solidFill>
                  <a:srgbClr val="111111"/>
                </a:solidFill>
                <a:latin typeface="Apple SD Gothic Neo"/>
                <a:ea typeface="Apple SD Gothic Neo"/>
                <a:cs typeface="Apple SD Gothic Neo"/>
              </a:defRPr>
            </a:lvl3pPr>
            <a:lvl4pPr algn="l">
              <a:defRPr sz="2100" b="1">
                <a:solidFill>
                  <a:srgbClr val="111111"/>
                </a:solidFill>
                <a:latin typeface="Apple SD Gothic Neo"/>
                <a:ea typeface="Apple SD Gothic Neo"/>
                <a:cs typeface="Apple SD Gothic Neo"/>
              </a:defRPr>
            </a:lvl4pPr>
            <a:lvl5pPr algn="l">
              <a:defRPr sz="2100" b="1">
                <a:solidFill>
                  <a:srgbClr val="111111"/>
                </a:solidFill>
                <a:latin typeface="Apple SD Gothic Neo"/>
                <a:ea typeface="Apple SD Gothic Neo"/>
                <a:cs typeface="Apple SD Gothic Neo"/>
              </a:defRPr>
            </a:lvl5pPr>
            <a:lvl6pPr algn="l">
              <a:defRPr sz="2100" b="1">
                <a:solidFill>
                  <a:srgbClr val="111111"/>
                </a:solidFill>
                <a:latin typeface="Apple SD Gothic Neo"/>
                <a:ea typeface="Apple SD Gothic Neo"/>
                <a:cs typeface="Apple SD Gothic Neo"/>
              </a:defRPr>
            </a:lvl6pPr>
            <a:lvl7pPr algn="l">
              <a:defRPr sz="2100" b="1">
                <a:solidFill>
                  <a:srgbClr val="111111"/>
                </a:solidFill>
                <a:latin typeface="Apple SD Gothic Neo"/>
                <a:ea typeface="Apple SD Gothic Neo"/>
                <a:cs typeface="Apple SD Gothic Neo"/>
              </a:defRPr>
            </a:lvl7pPr>
            <a:lvl8pPr algn="l">
              <a:defRPr sz="2100" b="1">
                <a:solidFill>
                  <a:srgbClr val="111111"/>
                </a:solidFill>
                <a:latin typeface="Apple SD Gothic Neo"/>
                <a:ea typeface="Apple SD Gothic Neo"/>
                <a:cs typeface="Apple SD Gothic Neo"/>
              </a:defRPr>
            </a:lvl8pPr>
            <a:lvl9pPr algn="l">
              <a:defRPr sz="2100" b="1">
                <a:solidFill>
                  <a:srgbClr val="111111"/>
                </a:solidFill>
                <a:latin typeface="Apple SD Gothic Neo"/>
                <a:ea typeface="Apple SD Gothic Neo"/>
                <a:cs typeface="Apple SD Gothic Neo"/>
              </a:defRPr>
            </a:lvl9pPr>
          </a:lstStyle>
          <a:p xmlns:a="http://schemas.openxmlformats.org/drawingml/2006/main">
            <a:pPr algn="l">
              <a:defRPr sz="2100" b="1">
                <a:solidFill>
                  <a:srgbClr val="111111"/>
                </a:solidFill>
                <a:latin typeface="Apple SD Gothic Neo"/>
                <a:ea typeface="Apple SD Gothic Neo"/>
                <a:cs typeface="Apple SD Gothic Neo"/>
              </a:defRPr>
            </a:pPr>
            <a:r>
              <a:rPr sz="2100" b="1">
                <a:solidFill>
                  <a:srgbClr val="111111"/>
                </a:solidFill>
                <a:latin typeface="Apple SD Gothic Neo"/>
                <a:ea typeface="Apple SD Gothic Neo"/>
                <a:cs typeface="Apple SD Gothic Neo"/>
              </a:rPr>
              <a:t>A는 원본에서 공동 생산 / B는 생산자별 후보를 게시한 뒤 결합</a:t>
            </a:r>
          </a:p>
        </p:txBody>
      </p:sp>
      <p:graphicFrame>
        <p:nvGraphicFramePr>
          <p:cNvPr id="15" name="">
            <a:extLst xmlns:a="http://schemas.openxmlformats.org/drawingml/2006/main">
              <a:ext uri="{FF2B5EF4-FFF2-40B4-BE49-F238E27FC236}">
                <a16:creationId xmlns:a16="http://schemas.microsoft.com/office/drawing/2014/main" id="{A96E7B63-7D8A-4508-90A4-7E044D58EC11}"/>
              </a:ext>
            </a:extLst>
          </p:cNvPr>
          <p:cNvGraphicFramePr/>
          <p:nvPr/>
        </p:nvGraphicFramePr>
        <p:xfrm>
          <a:off xmlns:a="http://schemas.openxmlformats.org/drawingml/2006/main" x="228600" y="1657350"/>
          <a:ext xmlns:a="http://schemas.openxmlformats.org/drawingml/2006/main" cx="17830800" cy="79629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원본 공동 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발화·화면 후보 생산 후 결합</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별도 후보 게시를 기다리지 않고 대상·관계를 공동 생산</a:t>
                      </a:r>
                    </a:p>
                    <a:p>
                      <a:pPr algn="ctr"/>
                      <a:r>
                        <a:rPr sz="1500">
                          <a:solidFill>
                            <a:srgbClr val="111111"/>
                          </a:solidFill>
                          <a:latin typeface="Apple SD Gothic Neo"/>
                          <a:ea typeface="Apple SD Gothic Neo"/>
                          <a:cs typeface="Apple SD Gothic Neo"/>
                        </a:rPr>
                        <a:t>발화에 맞는 자유로운 범위를 원본에서 직접 판단</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유효 후보를 같은 판단 안에서 반복 결합</a:t>
                      </a:r>
                    </a:p>
                    <a:p>
                      <a:pPr algn="ctr"/>
                      <a:r>
                        <a:rPr sz="1500">
                          <a:solidFill>
                            <a:srgbClr val="111111"/>
                          </a:solidFill>
                          <a:latin typeface="Apple SD Gothic Neo"/>
                          <a:ea typeface="Apple SD Gothic Neo"/>
                          <a:cs typeface="Apple SD Gothic Neo"/>
                        </a:rPr>
                        <a:t>화면·발화의 해석 근거와 오류 지점을 분리</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C00000"/>
                          </a:solidFill>
                          <a:latin typeface="Apple SD Gothic Neo"/>
                          <a:ea typeface="Apple SD Gothic Neo"/>
                          <a:cs typeface="Apple SD Gothic Neo"/>
                        </a:rPr>
                        <a:t>좌표·대상 혼동 시 공동 판단을 다시 수행</a:t>
                      </a:r>
                    </a:p>
                    <a:p>
                      <a:pPr algn="ctr"/>
                      <a:r>
                        <a:rPr sz="1500">
                          <a:solidFill>
                            <a:srgbClr val="C00000"/>
                          </a:solidFill>
                          <a:latin typeface="Apple SD Gothic Neo"/>
                          <a:ea typeface="Apple SD Gothic Neo"/>
                          <a:cs typeface="Apple SD Gothic Neo"/>
                        </a:rPr>
                        <a:t>큰 원본과 복합 관계를 함께 처리하는 부담</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C00000"/>
                          </a:solidFill>
                          <a:latin typeface="Apple SD Gothic Neo"/>
                          <a:ea typeface="Apple SD Gothic Neo"/>
                          <a:cs typeface="Apple SD Gothic Neo"/>
                        </a:rPr>
                        <a:t>생산·게시·확장과 결합 의존 및 상태 추가</a:t>
                      </a:r>
                    </a:p>
                    <a:p>
                      <a:pPr algn="ctr"/>
                      <a:r>
                        <a:rPr sz="1500">
                          <a:solidFill>
                            <a:srgbClr val="C00000"/>
                          </a:solidFill>
                          <a:latin typeface="Apple SD Gothic Neo"/>
                          <a:ea typeface="Apple SD Gothic Neo"/>
                          <a:cs typeface="Apple SD Gothic Neo"/>
                        </a:rPr>
                        <a:t>후보의 범위 오류가 최종 결합을 막을 수 있음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7.716 (15/15)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18.774 (12/15)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24/24 (100%)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18/24 (75.0%)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9.646 (12/12)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25.033 (9/12)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0.0254572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0.0650212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40.141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41.894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77">
            <a:extLst xmlns:a="http://schemas.openxmlformats.org/drawingml/2006/main">
              <a:ext uri="{FF2B5EF4-FFF2-40B4-BE49-F238E27FC236}">
                <a16:creationId xmlns:a16="http://schemas.microsoft.com/office/drawing/2014/main" id="{69599F07-4269-469E-9B1E-343AB2D480E2}"/>
              </a:ext>
            </a:extLst>
          </p:cNvPr>
          <p:cNvSpPr>
            <a:spLocks xmlns:a="http://schemas.openxmlformats.org/drawingml/2006/main" noGrp="1"/>
          </p:cNvSpPr>
          <p:nvPr/>
        </p:nvSpPr>
        <p:spPr>
          <a:xfrm xmlns:a="http://schemas.openxmlformats.org/drawingml/2006/main">
            <a:off x="381000" y="2781300"/>
            <a:ext cx="1323975" cy="6572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3 object 78">
            <a:extLst xmlns:a="http://schemas.openxmlformats.org/drawingml/2006/main">
              <a:ext uri="{FF2B5EF4-FFF2-40B4-BE49-F238E27FC236}">
                <a16:creationId xmlns:a16="http://schemas.microsoft.com/office/drawing/2014/main" id="{606E7A27-33D1-4D9C-8C9C-861CBF121782}"/>
              </a:ext>
            </a:extLst>
          </p:cNvPr>
          <p:cNvSpPr>
            <a:spLocks xmlns:a="http://schemas.openxmlformats.org/drawingml/2006/main" noGrp="1"/>
          </p:cNvSpPr>
          <p:nvPr/>
        </p:nvSpPr>
        <p:spPr>
          <a:xfrm xmlns:a="http://schemas.openxmlformats.org/drawingml/2006/main">
            <a:off x="419100" y="280035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3 object 79">
            <a:extLst xmlns:a="http://schemas.openxmlformats.org/drawingml/2006/main">
              <a:ext uri="{FF2B5EF4-FFF2-40B4-BE49-F238E27FC236}">
                <a16:creationId xmlns:a16="http://schemas.microsoft.com/office/drawing/2014/main" id="{7C093A27-988D-4746-895C-23C4FEDBE72F}"/>
              </a:ext>
            </a:extLst>
          </p:cNvPr>
          <p:cNvSpPr>
            <a:spLocks xmlns:a="http://schemas.openxmlformats.org/drawingml/2006/main" noGrp="1"/>
          </p:cNvSpPr>
          <p:nvPr/>
        </p:nvSpPr>
        <p:spPr>
          <a:xfrm xmlns:a="http://schemas.openxmlformats.org/drawingml/2006/main">
            <a:off x="466725" y="3105150"/>
            <a:ext cx="1152525" cy="247650"/>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3 object 80">
            <a:extLst xmlns:a="http://schemas.openxmlformats.org/drawingml/2006/main">
              <a:ext uri="{FF2B5EF4-FFF2-40B4-BE49-F238E27FC236}">
                <a16:creationId xmlns:a16="http://schemas.microsoft.com/office/drawing/2014/main" id="{4DB4D88B-3FA7-4F6D-A6D0-07A526D8910E}"/>
              </a:ext>
            </a:extLst>
          </p:cNvPr>
          <p:cNvSpPr>
            <a:spLocks xmlns:a="http://schemas.openxmlformats.org/drawingml/2006/main" noGrp="1"/>
          </p:cNvSpPr>
          <p:nvPr/>
        </p:nvSpPr>
        <p:spPr>
          <a:xfrm xmlns:a="http://schemas.openxmlformats.org/drawingml/2006/main">
            <a:off x="485775" y="3105150"/>
            <a:ext cx="111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Module</a:t>
            </a:r>
          </a:p>
        </p:txBody>
      </p:sp>
      <p:sp>
        <p:nvSpPr>
          <p:cNvPr id="20" name="보존 상태">
            <a:extLst xmlns:a="http://schemas.openxmlformats.org/drawingml/2006/main">
              <a:ext uri="{FF2B5EF4-FFF2-40B4-BE49-F238E27FC236}">
                <a16:creationId xmlns:a16="http://schemas.microsoft.com/office/drawing/2014/main" id="{39C84490-386E-46AA-89E2-2BA67132341C}"/>
              </a:ext>
            </a:extLst>
          </p:cNvPr>
          <p:cNvSpPr>
            <a:spLocks xmlns:a="http://schemas.openxmlformats.org/drawingml/2006/main" noGrp="1"/>
          </p:cNvSpPr>
          <p:nvPr/>
        </p:nvSpPr>
        <p:spPr>
          <a:xfrm xmlns:a="http://schemas.openxmlformats.org/drawingml/2006/main">
            <a:off x="400050" y="3790950"/>
            <a:ext cx="1285875" cy="5715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3 object 81">
            <a:extLst xmlns:a="http://schemas.openxmlformats.org/drawingml/2006/main">
              <a:ext uri="{FF2B5EF4-FFF2-40B4-BE49-F238E27FC236}">
                <a16:creationId xmlns:a16="http://schemas.microsoft.com/office/drawing/2014/main" id="{484FA89E-3827-44F1-8493-C1C336480150}"/>
              </a:ext>
            </a:extLst>
          </p:cNvPr>
          <p:cNvSpPr>
            <a:spLocks xmlns:a="http://schemas.openxmlformats.org/drawingml/2006/main" noGrp="1"/>
          </p:cNvSpPr>
          <p:nvPr/>
        </p:nvSpPr>
        <p:spPr>
          <a:xfrm xmlns:a="http://schemas.openxmlformats.org/drawingml/2006/main">
            <a:off x="447675" y="3895725"/>
            <a:ext cx="119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보존 상태</a:t>
            </a:r>
          </a:p>
        </p:txBody>
      </p:sp>
      <p:sp>
        <p:nvSpPr>
          <p:cNvPr id="22" name="DP3 object 82">
            <a:extLst xmlns:a="http://schemas.openxmlformats.org/drawingml/2006/main">
              <a:ext uri="{FF2B5EF4-FFF2-40B4-BE49-F238E27FC236}">
                <a16:creationId xmlns:a16="http://schemas.microsoft.com/office/drawing/2014/main" id="{58881AD4-F20E-433D-83A2-D2002D486DA8}"/>
              </a:ext>
            </a:extLst>
          </p:cNvPr>
          <p:cNvSpPr>
            <a:spLocks xmlns:a="http://schemas.openxmlformats.org/drawingml/2006/main" noGrp="1"/>
          </p:cNvSpPr>
          <p:nvPr/>
        </p:nvSpPr>
        <p:spPr>
          <a:xfrm xmlns:a="http://schemas.openxmlformats.org/drawingml/2006/main">
            <a:off x="314325" y="4591050"/>
            <a:ext cx="14954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실선: 처리·자료</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점선: 조건부 경로</a:t>
            </a:r>
          </a:p>
        </p:txBody>
      </p:sp>
      <p:sp>
        <p:nvSpPr>
          <p:cNvPr id="23" name="DP3 object 83">
            <a:extLst xmlns:a="http://schemas.openxmlformats.org/drawingml/2006/main">
              <a:ext uri="{FF2B5EF4-FFF2-40B4-BE49-F238E27FC236}">
                <a16:creationId xmlns:a16="http://schemas.microsoft.com/office/drawing/2014/main" id="{524E21BB-33CD-4AC7-96AD-F865459C8994}"/>
              </a:ext>
            </a:extLst>
          </p:cNvPr>
          <p:cNvSpPr>
            <a:spLocks xmlns:a="http://schemas.openxmlformats.org/drawingml/2006/main" noGrp="1"/>
          </p:cNvSpPr>
          <p:nvPr/>
        </p:nvSpPr>
        <p:spPr>
          <a:xfrm xmlns:a="http://schemas.openxmlformats.org/drawingml/2006/main">
            <a:off x="314325" y="5286375"/>
            <a:ext cx="14954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모듈별 모델 복제나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독립 process 아님</a:t>
            </a:r>
          </a:p>
        </p:txBody>
      </p:sp>
      <p:sp>
        <p:nvSpPr>
          <p:cNvPr id="24" name="DP3 object 84">
            <a:extLst xmlns:a="http://schemas.openxmlformats.org/drawingml/2006/main">
              <a:ext uri="{FF2B5EF4-FFF2-40B4-BE49-F238E27FC236}">
                <a16:creationId xmlns:a16="http://schemas.microsoft.com/office/drawing/2014/main" id="{B5D6E211-C2D6-46A9-9A69-13DF37BD569B}"/>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대상 범위와 지칭 관계를 한 책임에서 생산</a:t>
            </a:r>
          </a:p>
        </p:txBody>
      </p:sp>
      <p:sp>
        <p:nvSpPr>
          <p:cNvPr id="25" name="발화 원문&#10;시각·정정">
            <a:extLst xmlns:a="http://schemas.openxmlformats.org/drawingml/2006/main">
              <a:ext uri="{FF2B5EF4-FFF2-40B4-BE49-F238E27FC236}">
                <a16:creationId xmlns:a16="http://schemas.microsoft.com/office/drawing/2014/main" id="{A5D067CA-27E1-47A0-8DEB-EF38288A5009}"/>
              </a:ext>
            </a:extLst>
          </p:cNvPr>
          <p:cNvSpPr>
            <a:spLocks xmlns:a="http://schemas.openxmlformats.org/drawingml/2006/main" noGrp="1"/>
          </p:cNvSpPr>
          <p:nvPr/>
        </p:nvSpPr>
        <p:spPr>
          <a:xfrm xmlns:a="http://schemas.openxmlformats.org/drawingml/2006/main">
            <a:off x="2038350" y="2943225"/>
            <a:ext cx="1800225" cy="7334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6" name="DP3 object 85">
            <a:extLst xmlns:a="http://schemas.openxmlformats.org/drawingml/2006/main">
              <a:ext uri="{FF2B5EF4-FFF2-40B4-BE49-F238E27FC236}">
                <a16:creationId xmlns:a16="http://schemas.microsoft.com/office/drawing/2014/main" id="{11F037EF-C069-452E-8D24-9D8C114E1165}"/>
              </a:ext>
            </a:extLst>
          </p:cNvPr>
          <p:cNvSpPr>
            <a:spLocks xmlns:a="http://schemas.openxmlformats.org/drawingml/2006/main" noGrp="1"/>
          </p:cNvSpPr>
          <p:nvPr/>
        </p:nvSpPr>
        <p:spPr>
          <a:xfrm xmlns:a="http://schemas.openxmlformats.org/drawingml/2006/main">
            <a:off x="2085975" y="3048000"/>
            <a:ext cx="1704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발화 원문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시각·정정</a:t>
            </a:r>
          </a:p>
        </p:txBody>
      </p:sp>
      <p:sp>
        <p:nvSpPr>
          <p:cNvPr id="27" name="당시 화면&#10;선택·pointer">
            <a:extLst xmlns:a="http://schemas.openxmlformats.org/drawingml/2006/main">
              <a:ext uri="{FF2B5EF4-FFF2-40B4-BE49-F238E27FC236}">
                <a16:creationId xmlns:a16="http://schemas.microsoft.com/office/drawing/2014/main" id="{F1375AD1-4805-4C5C-BA94-C56C6F483781}"/>
              </a:ext>
            </a:extLst>
          </p:cNvPr>
          <p:cNvSpPr>
            <a:spLocks xmlns:a="http://schemas.openxmlformats.org/drawingml/2006/main" noGrp="1"/>
          </p:cNvSpPr>
          <p:nvPr/>
        </p:nvSpPr>
        <p:spPr>
          <a:xfrm xmlns:a="http://schemas.openxmlformats.org/drawingml/2006/main">
            <a:off x="2038350" y="4000500"/>
            <a:ext cx="1800225" cy="8096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8" name="DP3 object 86">
            <a:extLst xmlns:a="http://schemas.openxmlformats.org/drawingml/2006/main">
              <a:ext uri="{FF2B5EF4-FFF2-40B4-BE49-F238E27FC236}">
                <a16:creationId xmlns:a16="http://schemas.microsoft.com/office/drawing/2014/main" id="{152CC1CE-8B9D-4394-A435-FBD01B5C73A4}"/>
              </a:ext>
            </a:extLst>
          </p:cNvPr>
          <p:cNvSpPr>
            <a:spLocks xmlns:a="http://schemas.openxmlformats.org/drawingml/2006/main" noGrp="1"/>
          </p:cNvSpPr>
          <p:nvPr/>
        </p:nvSpPr>
        <p:spPr>
          <a:xfrm xmlns:a="http://schemas.openxmlformats.org/drawingml/2006/main">
            <a:off x="2085975" y="4105275"/>
            <a:ext cx="17049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당시 화면</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선택·pointer</a:t>
            </a:r>
          </a:p>
        </p:txBody>
      </p:sp>
      <p:sp>
        <p:nvSpPr>
          <p:cNvPr id="29" name="Request Interpreter Component">
            <a:extLst xmlns:a="http://schemas.openxmlformats.org/drawingml/2006/main">
              <a:ext uri="{FF2B5EF4-FFF2-40B4-BE49-F238E27FC236}">
                <a16:creationId xmlns:a16="http://schemas.microsoft.com/office/drawing/2014/main" id="{79306649-C91B-466F-A610-A31F7E5E9B15}"/>
              </a:ext>
            </a:extLst>
          </p:cNvPr>
          <p:cNvSpPr>
            <a:spLocks xmlns:a="http://schemas.openxmlformats.org/drawingml/2006/main" noGrp="1"/>
          </p:cNvSpPr>
          <p:nvPr/>
        </p:nvSpPr>
        <p:spPr>
          <a:xfrm xmlns:a="http://schemas.openxmlformats.org/drawingml/2006/main">
            <a:off x="4048125" y="2590800"/>
            <a:ext cx="5676900" cy="30099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0" name="DP3 object 87">
            <a:extLst xmlns:a="http://schemas.openxmlformats.org/drawingml/2006/main">
              <a:ext uri="{FF2B5EF4-FFF2-40B4-BE49-F238E27FC236}">
                <a16:creationId xmlns:a16="http://schemas.microsoft.com/office/drawing/2014/main" id="{785B8308-ADD2-411D-9BA8-0EE2B26EFD0F}"/>
              </a:ext>
            </a:extLst>
          </p:cNvPr>
          <p:cNvSpPr>
            <a:spLocks xmlns:a="http://schemas.openxmlformats.org/drawingml/2006/main" noGrp="1"/>
          </p:cNvSpPr>
          <p:nvPr/>
        </p:nvSpPr>
        <p:spPr>
          <a:xfrm xmlns:a="http://schemas.openxmlformats.org/drawingml/2006/main">
            <a:off x="4124325" y="260985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31" name="Editable path 88">
            <a:extLst xmlns:a="http://schemas.openxmlformats.org/drawingml/2006/main">
              <a:ext uri="{FF2B5EF4-FFF2-40B4-BE49-F238E27FC236}">
                <a16:creationId xmlns:a16="http://schemas.microsoft.com/office/drawing/2014/main" id="{5A182D84-3DD7-40B4-A565-3FE3C9B5CABA}"/>
              </a:ext>
            </a:extLst>
          </p:cNvPr>
          <p:cNvSpPr>
            <a:spLocks xmlns:a="http://schemas.openxmlformats.org/drawingml/2006/main" noGrp="1"/>
          </p:cNvSpPr>
          <p:nvPr/>
        </p:nvSpPr>
        <p:spPr>
          <a:xfrm xmlns:a="http://schemas.openxmlformats.org/drawingml/2006/main">
            <a:off x="4048125" y="2933700"/>
            <a:ext cx="5676900" cy="953"/>
          </a:xfrm>
          <a:custGeom xmlns:a="http://schemas.openxmlformats.org/drawingml/2006/main">
            <a:pathLst>
              <a:path w="5676900" h="953">
                <a:moveTo>
                  <a:pt x="0" y="0"/>
                </a:moveTo>
                <a:lnTo>
                  <a:pt x="5676900" y="0"/>
                </a:lnTo>
              </a:path>
            </a:pathLst>
          </a:custGeom>
          <a:noFill xmlns:a="http://schemas.openxmlformats.org/drawingml/2006/main"/>
          <a:ln xmlns:a="http://schemas.openxmlformats.org/drawingml/2006/main" w="13335">
            <a:solidFill>
              <a:srgbClr val="111111"/>
            </a:solidFill>
            <a:prstDash val="solid"/>
          </a:ln>
        </p:spPr>
      </p:sp>
      <p:sp>
        <p:nvSpPr>
          <p:cNvPr id="32" name="Grounding Attempt Control / Joint Work Queue">
            <a:extLst xmlns:a="http://schemas.openxmlformats.org/drawingml/2006/main">
              <a:ext uri="{FF2B5EF4-FFF2-40B4-BE49-F238E27FC236}">
                <a16:creationId xmlns:a16="http://schemas.microsoft.com/office/drawing/2014/main" id="{3E9B1C8C-D2D4-4E70-8E8E-AEC980F085B1}"/>
              </a:ext>
            </a:extLst>
          </p:cNvPr>
          <p:cNvSpPr>
            <a:spLocks xmlns:a="http://schemas.openxmlformats.org/drawingml/2006/main" noGrp="1"/>
          </p:cNvSpPr>
          <p:nvPr/>
        </p:nvSpPr>
        <p:spPr>
          <a:xfrm xmlns:a="http://schemas.openxmlformats.org/drawingml/2006/main">
            <a:off x="4238625" y="3000375"/>
            <a:ext cx="5295900" cy="3429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3" name="DP3 object 89">
            <a:extLst xmlns:a="http://schemas.openxmlformats.org/drawingml/2006/main">
              <a:ext uri="{FF2B5EF4-FFF2-40B4-BE49-F238E27FC236}">
                <a16:creationId xmlns:a16="http://schemas.microsoft.com/office/drawing/2014/main" id="{00340603-15D6-4A4E-BE18-2BAEE50E87A5}"/>
              </a:ext>
            </a:extLst>
          </p:cNvPr>
          <p:cNvSpPr>
            <a:spLocks xmlns:a="http://schemas.openxmlformats.org/drawingml/2006/main" noGrp="1"/>
          </p:cNvSpPr>
          <p:nvPr/>
        </p:nvSpPr>
        <p:spPr>
          <a:xfrm xmlns:a="http://schemas.openxmlformats.org/drawingml/2006/main">
            <a:off x="4305300" y="3038475"/>
            <a:ext cx="516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Grounding Attempt Control / Joint Work Queue</a:t>
            </a:r>
          </a:p>
        </p:txBody>
      </p:sp>
      <p:sp>
        <p:nvSpPr>
          <p:cNvPr id="34" name="Joint Grounding&#10;Interpreter">
            <a:extLst xmlns:a="http://schemas.openxmlformats.org/drawingml/2006/main">
              <a:ext uri="{FF2B5EF4-FFF2-40B4-BE49-F238E27FC236}">
                <a16:creationId xmlns:a16="http://schemas.microsoft.com/office/drawing/2014/main" id="{42014FB7-29AD-4B24-89EC-048701D62F4A}"/>
              </a:ext>
            </a:extLst>
          </p:cNvPr>
          <p:cNvSpPr>
            <a:spLocks xmlns:a="http://schemas.openxmlformats.org/drawingml/2006/main" noGrp="1"/>
          </p:cNvSpPr>
          <p:nvPr/>
        </p:nvSpPr>
        <p:spPr>
          <a:xfrm xmlns:a="http://schemas.openxmlformats.org/drawingml/2006/main">
            <a:off x="4238625" y="3533775"/>
            <a:ext cx="3238500" cy="8382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5" name="DP3 object 90">
            <a:extLst xmlns:a="http://schemas.openxmlformats.org/drawingml/2006/main">
              <a:ext uri="{FF2B5EF4-FFF2-40B4-BE49-F238E27FC236}">
                <a16:creationId xmlns:a16="http://schemas.microsoft.com/office/drawing/2014/main" id="{7C4DA2AA-FBA9-4CA0-AAAA-16C8D25C3F20}"/>
              </a:ext>
            </a:extLst>
          </p:cNvPr>
          <p:cNvSpPr>
            <a:spLocks xmlns:a="http://schemas.openxmlformats.org/drawingml/2006/main" noGrp="1"/>
          </p:cNvSpPr>
          <p:nvPr/>
        </p:nvSpPr>
        <p:spPr>
          <a:xfrm xmlns:a="http://schemas.openxmlformats.org/drawingml/2006/main">
            <a:off x="4305300" y="3571875"/>
            <a:ext cx="3105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Joint Grounding</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Interpreter</a:t>
            </a:r>
          </a:p>
        </p:txBody>
      </p:sp>
      <p:sp>
        <p:nvSpPr>
          <p:cNvPr id="36" name="Joint Grounding&#10;State">
            <a:extLst xmlns:a="http://schemas.openxmlformats.org/drawingml/2006/main">
              <a:ext uri="{FF2B5EF4-FFF2-40B4-BE49-F238E27FC236}">
                <a16:creationId xmlns:a16="http://schemas.microsoft.com/office/drawing/2014/main" id="{BF11BEE3-D8E5-49FF-802A-9369D131F70A}"/>
              </a:ext>
            </a:extLst>
          </p:cNvPr>
          <p:cNvSpPr>
            <a:spLocks xmlns:a="http://schemas.openxmlformats.org/drawingml/2006/main" noGrp="1"/>
          </p:cNvSpPr>
          <p:nvPr/>
        </p:nvSpPr>
        <p:spPr>
          <a:xfrm xmlns:a="http://schemas.openxmlformats.org/drawingml/2006/main">
            <a:off x="7762875" y="4000500"/>
            <a:ext cx="1771650" cy="9906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7" name="DP3 object 91">
            <a:extLst xmlns:a="http://schemas.openxmlformats.org/drawingml/2006/main">
              <a:ext uri="{FF2B5EF4-FFF2-40B4-BE49-F238E27FC236}">
                <a16:creationId xmlns:a16="http://schemas.microsoft.com/office/drawing/2014/main" id="{F0EC2DFF-935D-4E52-9B4A-05787D86239F}"/>
              </a:ext>
            </a:extLst>
          </p:cNvPr>
          <p:cNvSpPr>
            <a:spLocks xmlns:a="http://schemas.openxmlformats.org/drawingml/2006/main" noGrp="1"/>
          </p:cNvSpPr>
          <p:nvPr/>
        </p:nvSpPr>
        <p:spPr>
          <a:xfrm xmlns:a="http://schemas.openxmlformats.org/drawingml/2006/main">
            <a:off x="7810500" y="4105275"/>
            <a:ext cx="16764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Joint Grounding</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State</a:t>
            </a:r>
          </a:p>
        </p:txBody>
      </p:sp>
      <p:sp>
        <p:nvSpPr>
          <p:cNvPr id="38" name="Editable path 92">
            <a:extLst xmlns:a="http://schemas.openxmlformats.org/drawingml/2006/main">
              <a:ext uri="{FF2B5EF4-FFF2-40B4-BE49-F238E27FC236}">
                <a16:creationId xmlns:a16="http://schemas.microsoft.com/office/drawing/2014/main" id="{BFF243B2-DFE7-4E5D-9A17-7785F0308E08}"/>
              </a:ext>
            </a:extLst>
          </p:cNvPr>
          <p:cNvSpPr>
            <a:spLocks xmlns:a="http://schemas.openxmlformats.org/drawingml/2006/main" noGrp="1"/>
          </p:cNvSpPr>
          <p:nvPr/>
        </p:nvSpPr>
        <p:spPr>
          <a:xfrm xmlns:a="http://schemas.openxmlformats.org/drawingml/2006/main">
            <a:off x="3838575" y="3295650"/>
            <a:ext cx="400050" cy="466725"/>
          </a:xfrm>
          <a:custGeom xmlns:a="http://schemas.openxmlformats.org/drawingml/2006/main">
            <a:pathLst>
              <a:path w="400050" h="466725">
                <a:moveTo>
                  <a:pt x="0" y="0"/>
                </a:moveTo>
                <a:lnTo>
                  <a:pt x="161925" y="0"/>
                </a:lnTo>
                <a:lnTo>
                  <a:pt x="161925" y="466725"/>
                </a:lnTo>
                <a:lnTo>
                  <a:pt x="400050" y="466725"/>
                </a:lnTo>
              </a:path>
            </a:pathLst>
          </a:custGeom>
          <a:noFill xmlns:a="http://schemas.openxmlformats.org/drawingml/2006/main"/>
          <a:ln xmlns:a="http://schemas.openxmlformats.org/drawingml/2006/main" w="20955">
            <a:solidFill>
              <a:srgbClr val="111111"/>
            </a:solidFill>
            <a:prstDash val="solid"/>
          </a:ln>
        </p:spPr>
      </p:sp>
      <p:sp>
        <p:nvSpPr>
          <p:cNvPr id="39" name="Editable arrowhead 93">
            <a:extLst xmlns:a="http://schemas.openxmlformats.org/drawingml/2006/main">
              <a:ext uri="{FF2B5EF4-FFF2-40B4-BE49-F238E27FC236}">
                <a16:creationId xmlns:a16="http://schemas.microsoft.com/office/drawing/2014/main" id="{91EDB35B-529E-45A8-89A9-BFC58C95143B}"/>
              </a:ext>
            </a:extLst>
          </p:cNvPr>
          <p:cNvSpPr>
            <a:spLocks xmlns:a="http://schemas.openxmlformats.org/drawingml/2006/main" noGrp="1"/>
          </p:cNvSpPr>
          <p:nvPr/>
        </p:nvSpPr>
        <p:spPr>
          <a:xfrm xmlns:a="http://schemas.openxmlformats.org/drawingml/2006/main">
            <a:off x="4143375" y="3714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0" name="Editable path 94">
            <a:extLst xmlns:a="http://schemas.openxmlformats.org/drawingml/2006/main">
              <a:ext uri="{FF2B5EF4-FFF2-40B4-BE49-F238E27FC236}">
                <a16:creationId xmlns:a16="http://schemas.microsoft.com/office/drawing/2014/main" id="{7DE85BC1-476E-4398-8F0A-E95D9A18CD95}"/>
              </a:ext>
            </a:extLst>
          </p:cNvPr>
          <p:cNvSpPr>
            <a:spLocks xmlns:a="http://schemas.openxmlformats.org/drawingml/2006/main" noGrp="1"/>
          </p:cNvSpPr>
          <p:nvPr/>
        </p:nvSpPr>
        <p:spPr>
          <a:xfrm xmlns:a="http://schemas.openxmlformats.org/drawingml/2006/main">
            <a:off x="3838575" y="4171950"/>
            <a:ext cx="400050" cy="219075"/>
          </a:xfrm>
          <a:custGeom xmlns:a="http://schemas.openxmlformats.org/drawingml/2006/main">
            <a:pathLst>
              <a:path w="400050" h="219075">
                <a:moveTo>
                  <a:pt x="0" y="219075"/>
                </a:moveTo>
                <a:lnTo>
                  <a:pt x="161925" y="219075"/>
                </a:lnTo>
                <a:lnTo>
                  <a:pt x="161925" y="0"/>
                </a:lnTo>
                <a:lnTo>
                  <a:pt x="400050" y="0"/>
                </a:lnTo>
              </a:path>
            </a:pathLst>
          </a:custGeom>
          <a:noFill xmlns:a="http://schemas.openxmlformats.org/drawingml/2006/main"/>
          <a:ln xmlns:a="http://schemas.openxmlformats.org/drawingml/2006/main" w="20955">
            <a:solidFill>
              <a:srgbClr val="111111"/>
            </a:solidFill>
            <a:prstDash val="solid"/>
          </a:ln>
        </p:spPr>
      </p:sp>
      <p:sp>
        <p:nvSpPr>
          <p:cNvPr id="41" name="Editable arrowhead 95">
            <a:extLst xmlns:a="http://schemas.openxmlformats.org/drawingml/2006/main">
              <a:ext uri="{FF2B5EF4-FFF2-40B4-BE49-F238E27FC236}">
                <a16:creationId xmlns:a16="http://schemas.microsoft.com/office/drawing/2014/main" id="{7D56A8C8-38DF-45B5-BED0-A7FDCBA9A225}"/>
              </a:ext>
            </a:extLst>
          </p:cNvPr>
          <p:cNvSpPr>
            <a:spLocks xmlns:a="http://schemas.openxmlformats.org/drawingml/2006/main" noGrp="1"/>
          </p:cNvSpPr>
          <p:nvPr/>
        </p:nvSpPr>
        <p:spPr>
          <a:xfrm xmlns:a="http://schemas.openxmlformats.org/drawingml/2006/main">
            <a:off x="4143375" y="41243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2" name="Editable path 96">
            <a:extLst xmlns:a="http://schemas.openxmlformats.org/drawingml/2006/main">
              <a:ext uri="{FF2B5EF4-FFF2-40B4-BE49-F238E27FC236}">
                <a16:creationId xmlns:a16="http://schemas.microsoft.com/office/drawing/2014/main" id="{018A0A40-25C8-4170-9CC4-F8B388E14971}"/>
              </a:ext>
            </a:extLst>
          </p:cNvPr>
          <p:cNvSpPr>
            <a:spLocks xmlns:a="http://schemas.openxmlformats.org/drawingml/2006/main" noGrp="1"/>
          </p:cNvSpPr>
          <p:nvPr/>
        </p:nvSpPr>
        <p:spPr>
          <a:xfrm xmlns:a="http://schemas.openxmlformats.org/drawingml/2006/main">
            <a:off x="5857875" y="33432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9050">
            <a:solidFill>
              <a:srgbClr val="111111"/>
            </a:solidFill>
            <a:prstDash val="solid"/>
          </a:ln>
        </p:spPr>
      </p:sp>
      <p:sp>
        <p:nvSpPr>
          <p:cNvPr id="43" name="Editable arrowhead 97">
            <a:extLst xmlns:a="http://schemas.openxmlformats.org/drawingml/2006/main">
              <a:ext uri="{FF2B5EF4-FFF2-40B4-BE49-F238E27FC236}">
                <a16:creationId xmlns:a16="http://schemas.microsoft.com/office/drawing/2014/main" id="{B72E549C-EC5C-4861-9493-C46BC9565A87}"/>
              </a:ext>
            </a:extLst>
          </p:cNvPr>
          <p:cNvSpPr>
            <a:spLocks xmlns:a="http://schemas.openxmlformats.org/drawingml/2006/main" noGrp="1"/>
          </p:cNvSpPr>
          <p:nvPr/>
        </p:nvSpPr>
        <p:spPr>
          <a:xfrm xmlns:a="http://schemas.openxmlformats.org/drawingml/2006/main">
            <a:off x="5810250" y="34385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4" name="Editable path 98">
            <a:extLst xmlns:a="http://schemas.openxmlformats.org/drawingml/2006/main">
              <a:ext uri="{FF2B5EF4-FFF2-40B4-BE49-F238E27FC236}">
                <a16:creationId xmlns:a16="http://schemas.microsoft.com/office/drawing/2014/main" id="{05DF8162-983B-4F66-A65E-ED93F5FD8532}"/>
              </a:ext>
            </a:extLst>
          </p:cNvPr>
          <p:cNvSpPr>
            <a:spLocks xmlns:a="http://schemas.openxmlformats.org/drawingml/2006/main" noGrp="1"/>
          </p:cNvSpPr>
          <p:nvPr/>
        </p:nvSpPr>
        <p:spPr>
          <a:xfrm xmlns:a="http://schemas.openxmlformats.org/drawingml/2006/main">
            <a:off x="5857875" y="4371975"/>
            <a:ext cx="953" cy="238125"/>
          </a:xfrm>
          <a:custGeom xmlns:a="http://schemas.openxmlformats.org/drawingml/2006/main">
            <a:pathLst>
              <a:path w="953" h="238125">
                <a:moveTo>
                  <a:pt x="0" y="0"/>
                </a:moveTo>
                <a:lnTo>
                  <a:pt x="0" y="238125"/>
                </a:lnTo>
              </a:path>
            </a:pathLst>
          </a:custGeom>
          <a:noFill xmlns:a="http://schemas.openxmlformats.org/drawingml/2006/main"/>
          <a:ln xmlns:a="http://schemas.openxmlformats.org/drawingml/2006/main" w="20955">
            <a:solidFill>
              <a:srgbClr val="111111"/>
            </a:solidFill>
            <a:prstDash val="solid"/>
          </a:ln>
        </p:spPr>
      </p:sp>
      <p:sp>
        <p:nvSpPr>
          <p:cNvPr id="45" name="Editable arrowhead 99">
            <a:extLst xmlns:a="http://schemas.openxmlformats.org/drawingml/2006/main">
              <a:ext uri="{FF2B5EF4-FFF2-40B4-BE49-F238E27FC236}">
                <a16:creationId xmlns:a16="http://schemas.microsoft.com/office/drawing/2014/main" id="{EB5098C8-B9B0-4E0F-B9FF-1A0AA59B075A}"/>
              </a:ext>
            </a:extLst>
          </p:cNvPr>
          <p:cNvSpPr>
            <a:spLocks xmlns:a="http://schemas.openxmlformats.org/drawingml/2006/main" noGrp="1"/>
          </p:cNvSpPr>
          <p:nvPr/>
        </p:nvSpPr>
        <p:spPr>
          <a:xfrm xmlns:a="http://schemas.openxmlformats.org/drawingml/2006/main">
            <a:off x="5810250" y="45148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6" name="DP3 object 100">
            <a:extLst xmlns:a="http://schemas.openxmlformats.org/drawingml/2006/main">
              <a:ext uri="{FF2B5EF4-FFF2-40B4-BE49-F238E27FC236}">
                <a16:creationId xmlns:a16="http://schemas.microsoft.com/office/drawing/2014/main" id="{9EBA70A0-16B1-406B-811B-65E7B16D8252}"/>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7" name="DP3 object 101">
            <a:extLst xmlns:a="http://schemas.openxmlformats.org/drawingml/2006/main">
              <a:ext uri="{FF2B5EF4-FFF2-40B4-BE49-F238E27FC236}">
                <a16:creationId xmlns:a16="http://schemas.microsoft.com/office/drawing/2014/main" id="{8DDCC04B-166A-44D4-A58C-951ED1CFE3F8}"/>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8" name="TryApply / 현재성·기하 검증">
            <a:extLst xmlns:a="http://schemas.openxmlformats.org/drawingml/2006/main">
              <a:ext uri="{FF2B5EF4-FFF2-40B4-BE49-F238E27FC236}">
                <a16:creationId xmlns:a16="http://schemas.microsoft.com/office/drawing/2014/main" id="{4DC986DB-22F9-4E96-8070-A4E64A650264}"/>
              </a:ext>
            </a:extLst>
          </p:cNvPr>
          <p:cNvSpPr>
            <a:spLocks xmlns:a="http://schemas.openxmlformats.org/drawingml/2006/main" noGrp="1"/>
          </p:cNvSpPr>
          <p:nvPr/>
        </p:nvSpPr>
        <p:spPr>
          <a:xfrm xmlns:a="http://schemas.openxmlformats.org/drawingml/2006/main">
            <a:off x="4238625" y="4610100"/>
            <a:ext cx="3238500" cy="3810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49" name="DP3 object 102">
            <a:extLst xmlns:a="http://schemas.openxmlformats.org/drawingml/2006/main">
              <a:ext uri="{FF2B5EF4-FFF2-40B4-BE49-F238E27FC236}">
                <a16:creationId xmlns:a16="http://schemas.microsoft.com/office/drawing/2014/main" id="{9DD1EBA7-1174-4855-8228-6DA0138E0357}"/>
              </a:ext>
            </a:extLst>
          </p:cNvPr>
          <p:cNvSpPr>
            <a:spLocks xmlns:a="http://schemas.openxmlformats.org/drawingml/2006/main" noGrp="1"/>
          </p:cNvSpPr>
          <p:nvPr/>
        </p:nvSpPr>
        <p:spPr>
          <a:xfrm xmlns:a="http://schemas.openxmlformats.org/drawingml/2006/main">
            <a:off x="4305300" y="46482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TryApply / 현재성·기하 검증</a:t>
            </a:r>
          </a:p>
        </p:txBody>
      </p:sp>
      <p:sp>
        <p:nvSpPr>
          <p:cNvPr id="50" name="DP3 object 103">
            <a:extLst xmlns:a="http://schemas.openxmlformats.org/drawingml/2006/main">
              <a:ext uri="{FF2B5EF4-FFF2-40B4-BE49-F238E27FC236}">
                <a16:creationId xmlns:a16="http://schemas.microsoft.com/office/drawing/2014/main" id="{177DC66D-19BD-497C-A398-16216719CD90}"/>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1" name="DP3 object 104">
            <a:extLst xmlns:a="http://schemas.openxmlformats.org/drawingml/2006/main">
              <a:ext uri="{FF2B5EF4-FFF2-40B4-BE49-F238E27FC236}">
                <a16:creationId xmlns:a16="http://schemas.microsoft.com/office/drawing/2014/main" id="{9C8E1226-4DA9-4A0E-BFC7-5431E375BA8C}"/>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2" name="Editable path 105">
            <a:extLst xmlns:a="http://schemas.openxmlformats.org/drawingml/2006/main">
              <a:ext uri="{FF2B5EF4-FFF2-40B4-BE49-F238E27FC236}">
                <a16:creationId xmlns:a16="http://schemas.microsoft.com/office/drawing/2014/main" id="{4FD564E7-E681-48A3-9191-D104E330D2F2}"/>
              </a:ext>
            </a:extLst>
          </p:cNvPr>
          <p:cNvSpPr>
            <a:spLocks xmlns:a="http://schemas.openxmlformats.org/drawingml/2006/main" noGrp="1"/>
          </p:cNvSpPr>
          <p:nvPr/>
        </p:nvSpPr>
        <p:spPr>
          <a:xfrm xmlns:a="http://schemas.openxmlformats.org/drawingml/2006/main">
            <a:off x="7477125" y="4495800"/>
            <a:ext cx="285750" cy="304800"/>
          </a:xfrm>
          <a:custGeom xmlns:a="http://schemas.openxmlformats.org/drawingml/2006/main">
            <a:pathLst>
              <a:path w="285750" h="304800">
                <a:moveTo>
                  <a:pt x="0" y="304800"/>
                </a:moveTo>
                <a:lnTo>
                  <a:pt x="142875" y="304800"/>
                </a:lnTo>
                <a:lnTo>
                  <a:pt x="142875" y="0"/>
                </a:lnTo>
                <a:lnTo>
                  <a:pt x="285750" y="0"/>
                </a:lnTo>
              </a:path>
            </a:pathLst>
          </a:custGeom>
          <a:noFill xmlns:a="http://schemas.openxmlformats.org/drawingml/2006/main"/>
          <a:ln xmlns:a="http://schemas.openxmlformats.org/drawingml/2006/main" w="20955">
            <a:solidFill>
              <a:srgbClr val="111111"/>
            </a:solidFill>
            <a:prstDash val="solid"/>
          </a:ln>
        </p:spPr>
      </p:sp>
      <p:sp>
        <p:nvSpPr>
          <p:cNvPr id="53" name="Editable arrowhead 106">
            <a:extLst xmlns:a="http://schemas.openxmlformats.org/drawingml/2006/main">
              <a:ext uri="{FF2B5EF4-FFF2-40B4-BE49-F238E27FC236}">
                <a16:creationId xmlns:a16="http://schemas.microsoft.com/office/drawing/2014/main" id="{046EA3C2-336C-4DE8-B81B-0B8DEF8571FE}"/>
              </a:ext>
            </a:extLst>
          </p:cNvPr>
          <p:cNvSpPr>
            <a:spLocks xmlns:a="http://schemas.openxmlformats.org/drawingml/2006/main" noGrp="1"/>
          </p:cNvSpPr>
          <p:nvPr/>
        </p:nvSpPr>
        <p:spPr>
          <a:xfrm xmlns:a="http://schemas.openxmlformats.org/drawingml/2006/main">
            <a:off x="7667625" y="44481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4" name="DP3 object 107">
            <a:extLst xmlns:a="http://schemas.openxmlformats.org/drawingml/2006/main">
              <a:ext uri="{FF2B5EF4-FFF2-40B4-BE49-F238E27FC236}">
                <a16:creationId xmlns:a16="http://schemas.microsoft.com/office/drawing/2014/main" id="{33323FC5-39B6-453A-BF53-4B7DA0A81AB8}"/>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5" name="DP3 object 108">
            <a:extLst xmlns:a="http://schemas.openxmlformats.org/drawingml/2006/main">
              <a:ext uri="{FF2B5EF4-FFF2-40B4-BE49-F238E27FC236}">
                <a16:creationId xmlns:a16="http://schemas.microsoft.com/office/drawing/2014/main" id="{0AC65D5F-0ADA-4C6A-9588-097BC2381DC1}"/>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56" name="DP3 object 109">
            <a:extLst xmlns:a="http://schemas.openxmlformats.org/drawingml/2006/main">
              <a:ext uri="{FF2B5EF4-FFF2-40B4-BE49-F238E27FC236}">
                <a16:creationId xmlns:a16="http://schemas.microsoft.com/office/drawing/2014/main" id="{DEB359D6-E2FB-4700-A7D0-3C8D7884AFA9}"/>
              </a:ext>
            </a:extLst>
          </p:cNvPr>
          <p:cNvSpPr>
            <a:spLocks xmlns:a="http://schemas.openxmlformats.org/drawingml/2006/main" noGrp="1"/>
          </p:cNvSpPr>
          <p:nvPr/>
        </p:nvSpPr>
        <p:spPr>
          <a:xfrm xmlns:a="http://schemas.openxmlformats.org/drawingml/2006/main">
            <a:off x="4248150" y="5219700"/>
            <a:ext cx="5286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추가 근거가 필요하면 같은 책임에서 재판단</a:t>
            </a:r>
          </a:p>
        </p:txBody>
      </p:sp>
      <p:sp>
        <p:nvSpPr>
          <p:cNvPr id="57" name="Editable path 110">
            <a:extLst xmlns:a="http://schemas.openxmlformats.org/drawingml/2006/main">
              <a:ext uri="{FF2B5EF4-FFF2-40B4-BE49-F238E27FC236}">
                <a16:creationId xmlns:a16="http://schemas.microsoft.com/office/drawing/2014/main" id="{BE482B41-E588-42EA-8634-9C725FD04F3B}"/>
              </a:ext>
            </a:extLst>
          </p:cNvPr>
          <p:cNvSpPr>
            <a:spLocks xmlns:a="http://schemas.openxmlformats.org/drawingml/2006/main" noGrp="1"/>
          </p:cNvSpPr>
          <p:nvPr/>
        </p:nvSpPr>
        <p:spPr>
          <a:xfrm xmlns:a="http://schemas.openxmlformats.org/drawingml/2006/main">
            <a:off x="4124325" y="4314825"/>
            <a:ext cx="114300" cy="485775"/>
          </a:xfrm>
          <a:custGeom xmlns:a="http://schemas.openxmlformats.org/drawingml/2006/main">
            <a:pathLst>
              <a:path w="114300" h="485775">
                <a:moveTo>
                  <a:pt x="114300" y="485775"/>
                </a:moveTo>
                <a:lnTo>
                  <a:pt x="0" y="485775"/>
                </a:lnTo>
                <a:lnTo>
                  <a:pt x="0" y="0"/>
                </a:lnTo>
                <a:lnTo>
                  <a:pt x="114300" y="0"/>
                </a:lnTo>
              </a:path>
            </a:pathLst>
          </a:custGeom>
          <a:noFill xmlns:a="http://schemas.openxmlformats.org/drawingml/2006/main"/>
          <a:ln xmlns:a="http://schemas.openxmlformats.org/drawingml/2006/main" w="17145">
            <a:solidFill>
              <a:srgbClr val="111111"/>
            </a:solidFill>
            <a:prstDash val="dash"/>
          </a:ln>
        </p:spPr>
      </p:sp>
      <p:sp>
        <p:nvSpPr>
          <p:cNvPr id="58" name="Editable arrowhead 111">
            <a:extLst xmlns:a="http://schemas.openxmlformats.org/drawingml/2006/main">
              <a:ext uri="{FF2B5EF4-FFF2-40B4-BE49-F238E27FC236}">
                <a16:creationId xmlns:a16="http://schemas.microsoft.com/office/drawing/2014/main" id="{15F96291-470A-42AE-8DF0-B23061E363E6}"/>
              </a:ext>
            </a:extLst>
          </p:cNvPr>
          <p:cNvSpPr>
            <a:spLocks xmlns:a="http://schemas.openxmlformats.org/drawingml/2006/main" noGrp="1"/>
          </p:cNvSpPr>
          <p:nvPr/>
        </p:nvSpPr>
        <p:spPr>
          <a:xfrm xmlns:a="http://schemas.openxmlformats.org/drawingml/2006/main">
            <a:off x="4143375" y="42672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9" name="Request Controller: 현재성 확인과 최종 채택">
            <a:extLst xmlns:a="http://schemas.openxmlformats.org/drawingml/2006/main">
              <a:ext uri="{FF2B5EF4-FFF2-40B4-BE49-F238E27FC236}">
                <a16:creationId xmlns:a16="http://schemas.microsoft.com/office/drawing/2014/main" id="{EE4BC6B4-D6F4-447A-9636-5482C6627BF5}"/>
              </a:ext>
            </a:extLst>
          </p:cNvPr>
          <p:cNvSpPr>
            <a:spLocks xmlns:a="http://schemas.openxmlformats.org/drawingml/2006/main" noGrp="1"/>
          </p:cNvSpPr>
          <p:nvPr/>
        </p:nvSpPr>
        <p:spPr>
          <a:xfrm xmlns:a="http://schemas.openxmlformats.org/drawingml/2006/main">
            <a:off x="4048125" y="5772150"/>
            <a:ext cx="567690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0" name="DP3 object 112">
            <a:extLst xmlns:a="http://schemas.openxmlformats.org/drawingml/2006/main">
              <a:ext uri="{FF2B5EF4-FFF2-40B4-BE49-F238E27FC236}">
                <a16:creationId xmlns:a16="http://schemas.microsoft.com/office/drawing/2014/main" id="{F4EA40E6-040D-4C3C-87FA-B420EDAE8603}"/>
              </a:ext>
            </a:extLst>
          </p:cNvPr>
          <p:cNvSpPr>
            <a:spLocks xmlns:a="http://schemas.openxmlformats.org/drawingml/2006/main" noGrp="1"/>
          </p:cNvSpPr>
          <p:nvPr/>
        </p:nvSpPr>
        <p:spPr>
          <a:xfrm xmlns:a="http://schemas.openxmlformats.org/drawingml/2006/main">
            <a:off x="4114800" y="5810250"/>
            <a:ext cx="554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61" name="Editable path 113">
            <a:extLst xmlns:a="http://schemas.openxmlformats.org/drawingml/2006/main">
              <a:ext uri="{FF2B5EF4-FFF2-40B4-BE49-F238E27FC236}">
                <a16:creationId xmlns:a16="http://schemas.microsoft.com/office/drawing/2014/main" id="{359FB35D-6A62-4F1A-B307-9A58E2A7A5E2}"/>
              </a:ext>
            </a:extLst>
          </p:cNvPr>
          <p:cNvSpPr>
            <a:spLocks xmlns:a="http://schemas.openxmlformats.org/drawingml/2006/main" noGrp="1"/>
          </p:cNvSpPr>
          <p:nvPr/>
        </p:nvSpPr>
        <p:spPr>
          <a:xfrm xmlns:a="http://schemas.openxmlformats.org/drawingml/2006/main">
            <a:off x="9534525" y="4743450"/>
            <a:ext cx="66675" cy="1028700"/>
          </a:xfrm>
          <a:custGeom xmlns:a="http://schemas.openxmlformats.org/drawingml/2006/main">
            <a:pathLst>
              <a:path w="66675" h="1028700">
                <a:moveTo>
                  <a:pt x="0" y="0"/>
                </a:moveTo>
                <a:lnTo>
                  <a:pt x="66675" y="0"/>
                </a:lnTo>
                <a:lnTo>
                  <a:pt x="66675" y="1028700"/>
                </a:lnTo>
              </a:path>
            </a:pathLst>
          </a:custGeom>
          <a:noFill xmlns:a="http://schemas.openxmlformats.org/drawingml/2006/main"/>
          <a:ln xmlns:a="http://schemas.openxmlformats.org/drawingml/2006/main" w="19050">
            <a:solidFill>
              <a:srgbClr val="111111"/>
            </a:solidFill>
            <a:prstDash val="solid"/>
          </a:ln>
        </p:spPr>
      </p:sp>
      <p:sp>
        <p:nvSpPr>
          <p:cNvPr id="62" name="Editable arrowhead 114">
            <a:extLst xmlns:a="http://schemas.openxmlformats.org/drawingml/2006/main">
              <a:ext uri="{FF2B5EF4-FFF2-40B4-BE49-F238E27FC236}">
                <a16:creationId xmlns:a16="http://schemas.microsoft.com/office/drawing/2014/main" id="{8AC571DD-55DA-49A9-8E4A-91527255153A}"/>
              </a:ext>
            </a:extLst>
          </p:cNvPr>
          <p:cNvSpPr>
            <a:spLocks xmlns:a="http://schemas.openxmlformats.org/drawingml/2006/main" noGrp="1"/>
          </p:cNvSpPr>
          <p:nvPr/>
        </p:nvSpPr>
        <p:spPr>
          <a:xfrm xmlns:a="http://schemas.openxmlformats.org/drawingml/2006/main">
            <a:off x="95535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3" name="DP3 object 115">
            <a:extLst xmlns:a="http://schemas.openxmlformats.org/drawingml/2006/main">
              <a:ext uri="{FF2B5EF4-FFF2-40B4-BE49-F238E27FC236}">
                <a16:creationId xmlns:a16="http://schemas.microsoft.com/office/drawing/2014/main" id="{E66B1914-B7A8-42AC-AF34-575FA106DE1E}"/>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원본별 생산자와 후보 저장, 후속 결합을 분리</a:t>
            </a:r>
          </a:p>
        </p:txBody>
      </p:sp>
      <p:sp>
        <p:nvSpPr>
          <p:cNvPr id="64" name="DP3 object 116">
            <a:extLst xmlns:a="http://schemas.openxmlformats.org/drawingml/2006/main">
              <a:ext uri="{FF2B5EF4-FFF2-40B4-BE49-F238E27FC236}">
                <a16:creationId xmlns:a16="http://schemas.microsoft.com/office/drawing/2014/main" id="{5A064EA2-C128-46D1-8681-DD40839024CE}"/>
              </a:ext>
            </a:extLst>
          </p:cNvPr>
          <p:cNvSpPr>
            <a:spLocks xmlns:a="http://schemas.openxmlformats.org/drawingml/2006/main" noGrp="1"/>
          </p:cNvSpPr>
          <p:nvPr/>
        </p:nvSpPr>
        <p:spPr>
          <a:xfrm xmlns:a="http://schemas.openxmlformats.org/drawingml/2006/main">
            <a:off x="12287250" y="2562225"/>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발화 원문·시각</a:t>
            </a:r>
          </a:p>
        </p:txBody>
      </p:sp>
      <p:sp>
        <p:nvSpPr>
          <p:cNvPr id="65" name="DP3 object 117">
            <a:extLst xmlns:a="http://schemas.openxmlformats.org/drawingml/2006/main">
              <a:ext uri="{FF2B5EF4-FFF2-40B4-BE49-F238E27FC236}">
                <a16:creationId xmlns:a16="http://schemas.microsoft.com/office/drawing/2014/main" id="{9C167D19-D483-45A0-905F-F1FEE69E9431}"/>
              </a:ext>
            </a:extLst>
          </p:cNvPr>
          <p:cNvSpPr>
            <a:spLocks xmlns:a="http://schemas.openxmlformats.org/drawingml/2006/main" noGrp="1"/>
          </p:cNvSpPr>
          <p:nvPr/>
        </p:nvSpPr>
        <p:spPr>
          <a:xfrm xmlns:a="http://schemas.openxmlformats.org/drawingml/2006/main">
            <a:off x="14763750" y="2562225"/>
            <a:ext cx="2876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당시 frame·선택·pointer</a:t>
            </a:r>
          </a:p>
        </p:txBody>
      </p:sp>
      <p:sp>
        <p:nvSpPr>
          <p:cNvPr id="66" name="Request Interpreter Component">
            <a:extLst xmlns:a="http://schemas.openxmlformats.org/drawingml/2006/main">
              <a:ext uri="{FF2B5EF4-FFF2-40B4-BE49-F238E27FC236}">
                <a16:creationId xmlns:a16="http://schemas.microsoft.com/office/drawing/2014/main" id="{D2BFC939-BD3A-43E4-8615-5F822BF07903}"/>
              </a:ext>
            </a:extLst>
          </p:cNvPr>
          <p:cNvSpPr>
            <a:spLocks xmlns:a="http://schemas.openxmlformats.org/drawingml/2006/main" noGrp="1"/>
          </p:cNvSpPr>
          <p:nvPr/>
        </p:nvSpPr>
        <p:spPr>
          <a:xfrm xmlns:a="http://schemas.openxmlformats.org/drawingml/2006/main">
            <a:off x="10229850" y="2895600"/>
            <a:ext cx="7562850" cy="27051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67" name="DP3 object 118">
            <a:extLst xmlns:a="http://schemas.openxmlformats.org/drawingml/2006/main">
              <a:ext uri="{FF2B5EF4-FFF2-40B4-BE49-F238E27FC236}">
                <a16:creationId xmlns:a16="http://schemas.microsoft.com/office/drawing/2014/main" id="{E45F590D-14B9-4697-AF87-9418302C6045}"/>
              </a:ext>
            </a:extLst>
          </p:cNvPr>
          <p:cNvSpPr>
            <a:spLocks xmlns:a="http://schemas.openxmlformats.org/drawingml/2006/main" noGrp="1"/>
          </p:cNvSpPr>
          <p:nvPr/>
        </p:nvSpPr>
        <p:spPr>
          <a:xfrm xmlns:a="http://schemas.openxmlformats.org/drawingml/2006/main">
            <a:off x="10306050" y="2914650"/>
            <a:ext cx="741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68" name="Editable path 119">
            <a:extLst xmlns:a="http://schemas.openxmlformats.org/drawingml/2006/main">
              <a:ext uri="{FF2B5EF4-FFF2-40B4-BE49-F238E27FC236}">
                <a16:creationId xmlns:a16="http://schemas.microsoft.com/office/drawing/2014/main" id="{1983477D-4AFC-4F7F-B73D-1095CA44CFAD}"/>
              </a:ext>
            </a:extLst>
          </p:cNvPr>
          <p:cNvSpPr>
            <a:spLocks xmlns:a="http://schemas.openxmlformats.org/drawingml/2006/main" noGrp="1"/>
          </p:cNvSpPr>
          <p:nvPr/>
        </p:nvSpPr>
        <p:spPr>
          <a:xfrm xmlns:a="http://schemas.openxmlformats.org/drawingml/2006/main">
            <a:off x="10229850" y="323850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69" name="Grounding&#10;Coordinator">
            <a:extLst xmlns:a="http://schemas.openxmlformats.org/drawingml/2006/main">
              <a:ext uri="{FF2B5EF4-FFF2-40B4-BE49-F238E27FC236}">
                <a16:creationId xmlns:a16="http://schemas.microsoft.com/office/drawing/2014/main" id="{9A2C0C21-5FB1-4FA5-9699-78D36CC82598}"/>
              </a:ext>
            </a:extLst>
          </p:cNvPr>
          <p:cNvSpPr>
            <a:spLocks xmlns:a="http://schemas.openxmlformats.org/drawingml/2006/main" noGrp="1"/>
          </p:cNvSpPr>
          <p:nvPr/>
        </p:nvSpPr>
        <p:spPr>
          <a:xfrm xmlns:a="http://schemas.openxmlformats.org/drawingml/2006/main">
            <a:off x="10363200" y="3343275"/>
            <a:ext cx="15906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0" name="DP3 object 120">
            <a:extLst xmlns:a="http://schemas.openxmlformats.org/drawingml/2006/main">
              <a:ext uri="{FF2B5EF4-FFF2-40B4-BE49-F238E27FC236}">
                <a16:creationId xmlns:a16="http://schemas.microsoft.com/office/drawing/2014/main" id="{59104BC0-A1BF-4282-9192-15962916D803}"/>
              </a:ext>
            </a:extLst>
          </p:cNvPr>
          <p:cNvSpPr>
            <a:spLocks xmlns:a="http://schemas.openxmlformats.org/drawingml/2006/main" noGrp="1"/>
          </p:cNvSpPr>
          <p:nvPr/>
        </p:nvSpPr>
        <p:spPr>
          <a:xfrm xmlns:a="http://schemas.openxmlformats.org/drawingml/2006/main">
            <a:off x="10429875" y="3381375"/>
            <a:ext cx="1457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Grounding</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Coordinator</a:t>
            </a:r>
          </a:p>
        </p:txBody>
      </p:sp>
      <p:sp>
        <p:nvSpPr>
          <p:cNvPr id="71" name="DP3 object 121">
            <a:extLst xmlns:a="http://schemas.openxmlformats.org/drawingml/2006/main">
              <a:ext uri="{FF2B5EF4-FFF2-40B4-BE49-F238E27FC236}">
                <a16:creationId xmlns:a16="http://schemas.microsoft.com/office/drawing/2014/main" id="{D3C8A759-3253-4285-A671-6478DC2F4B01}"/>
              </a:ext>
            </a:extLst>
          </p:cNvPr>
          <p:cNvSpPr>
            <a:spLocks xmlns:a="http://schemas.openxmlformats.org/drawingml/2006/main" noGrp="1"/>
          </p:cNvSpPr>
          <p:nvPr/>
        </p:nvSpPr>
        <p:spPr>
          <a:xfrm xmlns:a="http://schemas.openxmlformats.org/drawingml/2006/main">
            <a:off x="10401300" y="4114800"/>
            <a:ext cx="15144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역할 queue</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예산·완료</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확장 요청</a:t>
            </a:r>
          </a:p>
        </p:txBody>
      </p:sp>
      <p:sp>
        <p:nvSpPr>
          <p:cNvPr id="72" name="Speech Reference&#10;Producer">
            <a:extLst xmlns:a="http://schemas.openxmlformats.org/drawingml/2006/main">
              <a:ext uri="{FF2B5EF4-FFF2-40B4-BE49-F238E27FC236}">
                <a16:creationId xmlns:a16="http://schemas.microsoft.com/office/drawing/2014/main" id="{2FA7F5B2-E1E0-45AA-8B17-8B17049B9EBC}"/>
              </a:ext>
            </a:extLst>
          </p:cNvPr>
          <p:cNvSpPr>
            <a:spLocks xmlns:a="http://schemas.openxmlformats.org/drawingml/2006/main" noGrp="1"/>
          </p:cNvSpPr>
          <p:nvPr/>
        </p:nvSpPr>
        <p:spPr>
          <a:xfrm xmlns:a="http://schemas.openxmlformats.org/drawingml/2006/main">
            <a:off x="12192000" y="3343275"/>
            <a:ext cx="229552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3" name="DP3 object 122">
            <a:extLst xmlns:a="http://schemas.openxmlformats.org/drawingml/2006/main">
              <a:ext uri="{FF2B5EF4-FFF2-40B4-BE49-F238E27FC236}">
                <a16:creationId xmlns:a16="http://schemas.microsoft.com/office/drawing/2014/main" id="{5B2CCA36-E47E-4961-B324-573F08FD4584}"/>
              </a:ext>
            </a:extLst>
          </p:cNvPr>
          <p:cNvSpPr>
            <a:spLocks xmlns:a="http://schemas.openxmlformats.org/drawingml/2006/main" noGrp="1"/>
          </p:cNvSpPr>
          <p:nvPr/>
        </p:nvSpPr>
        <p:spPr>
          <a:xfrm xmlns:a="http://schemas.openxmlformats.org/drawingml/2006/main">
            <a:off x="12258675" y="3381375"/>
            <a:ext cx="21621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Speech Reference</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74" name="Screen Target&#10;Producer">
            <a:extLst xmlns:a="http://schemas.openxmlformats.org/drawingml/2006/main">
              <a:ext uri="{FF2B5EF4-FFF2-40B4-BE49-F238E27FC236}">
                <a16:creationId xmlns:a16="http://schemas.microsoft.com/office/drawing/2014/main" id="{A8AA0525-FE7E-4091-A790-1F887FD43EE5}"/>
              </a:ext>
            </a:extLst>
          </p:cNvPr>
          <p:cNvSpPr>
            <a:spLocks xmlns:a="http://schemas.openxmlformats.org/drawingml/2006/main" noGrp="1"/>
          </p:cNvSpPr>
          <p:nvPr/>
        </p:nvSpPr>
        <p:spPr>
          <a:xfrm xmlns:a="http://schemas.openxmlformats.org/drawingml/2006/main">
            <a:off x="14735175" y="3343275"/>
            <a:ext cx="29241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5" name="DP3 object 123">
            <a:extLst xmlns:a="http://schemas.openxmlformats.org/drawingml/2006/main">
              <a:ext uri="{FF2B5EF4-FFF2-40B4-BE49-F238E27FC236}">
                <a16:creationId xmlns:a16="http://schemas.microsoft.com/office/drawing/2014/main" id="{FFC0D8E3-1A14-41C9-BB54-D442AE7A82FA}"/>
              </a:ext>
            </a:extLst>
          </p:cNvPr>
          <p:cNvSpPr>
            <a:spLocks xmlns:a="http://schemas.openxmlformats.org/drawingml/2006/main" noGrp="1"/>
          </p:cNvSpPr>
          <p:nvPr/>
        </p:nvSpPr>
        <p:spPr>
          <a:xfrm xmlns:a="http://schemas.openxmlformats.org/drawingml/2006/main">
            <a:off x="14801850" y="3381375"/>
            <a:ext cx="27908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Screen Target</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76" name="Editable path 124">
            <a:extLst xmlns:a="http://schemas.openxmlformats.org/drawingml/2006/main">
              <a:ext uri="{FF2B5EF4-FFF2-40B4-BE49-F238E27FC236}">
                <a16:creationId xmlns:a16="http://schemas.microsoft.com/office/drawing/2014/main" id="{95608A5B-66A6-4E6B-92DE-0A5F7673C85C}"/>
              </a:ext>
            </a:extLst>
          </p:cNvPr>
          <p:cNvSpPr>
            <a:spLocks xmlns:a="http://schemas.openxmlformats.org/drawingml/2006/main" noGrp="1"/>
          </p:cNvSpPr>
          <p:nvPr/>
        </p:nvSpPr>
        <p:spPr>
          <a:xfrm xmlns:a="http://schemas.openxmlformats.org/drawingml/2006/main">
            <a:off x="133350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77" name="Editable arrowhead 125">
            <a:extLst xmlns:a="http://schemas.openxmlformats.org/drawingml/2006/main">
              <a:ext uri="{FF2B5EF4-FFF2-40B4-BE49-F238E27FC236}">
                <a16:creationId xmlns:a16="http://schemas.microsoft.com/office/drawing/2014/main" id="{E16942A0-D79F-466D-8F88-5074D09E5357}"/>
              </a:ext>
            </a:extLst>
          </p:cNvPr>
          <p:cNvSpPr>
            <a:spLocks xmlns:a="http://schemas.openxmlformats.org/drawingml/2006/main" noGrp="1"/>
          </p:cNvSpPr>
          <p:nvPr/>
        </p:nvSpPr>
        <p:spPr>
          <a:xfrm xmlns:a="http://schemas.openxmlformats.org/drawingml/2006/main">
            <a:off x="132873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78" name="Editable path 126">
            <a:extLst xmlns:a="http://schemas.openxmlformats.org/drawingml/2006/main">
              <a:ext uri="{FF2B5EF4-FFF2-40B4-BE49-F238E27FC236}">
                <a16:creationId xmlns:a16="http://schemas.microsoft.com/office/drawing/2014/main" id="{4662DD25-1691-4608-9D17-5CF0305903E4}"/>
              </a:ext>
            </a:extLst>
          </p:cNvPr>
          <p:cNvSpPr>
            <a:spLocks xmlns:a="http://schemas.openxmlformats.org/drawingml/2006/main" noGrp="1"/>
          </p:cNvSpPr>
          <p:nvPr/>
        </p:nvSpPr>
        <p:spPr>
          <a:xfrm xmlns:a="http://schemas.openxmlformats.org/drawingml/2006/main">
            <a:off x="161925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79" name="Editable arrowhead 127">
            <a:extLst xmlns:a="http://schemas.openxmlformats.org/drawingml/2006/main">
              <a:ext uri="{FF2B5EF4-FFF2-40B4-BE49-F238E27FC236}">
                <a16:creationId xmlns:a16="http://schemas.microsoft.com/office/drawing/2014/main" id="{B14575A0-413B-40DC-AAA2-9AA38E401B15}"/>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0" name="Editable path 128">
            <a:extLst xmlns:a="http://schemas.openxmlformats.org/drawingml/2006/main">
              <a:ext uri="{FF2B5EF4-FFF2-40B4-BE49-F238E27FC236}">
                <a16:creationId xmlns:a16="http://schemas.microsoft.com/office/drawing/2014/main" id="{5380F7FC-F112-4AAA-86BF-C44CF544B5B5}"/>
              </a:ext>
            </a:extLst>
          </p:cNvPr>
          <p:cNvSpPr>
            <a:spLocks xmlns:a="http://schemas.openxmlformats.org/drawingml/2006/main" noGrp="1"/>
          </p:cNvSpPr>
          <p:nvPr/>
        </p:nvSpPr>
        <p:spPr>
          <a:xfrm xmlns:a="http://schemas.openxmlformats.org/drawingml/2006/main">
            <a:off x="11953875" y="3638550"/>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7145">
            <a:solidFill>
              <a:srgbClr val="111111"/>
            </a:solidFill>
            <a:prstDash val="dash"/>
          </a:ln>
        </p:spPr>
      </p:sp>
      <p:sp>
        <p:nvSpPr>
          <p:cNvPr id="81" name="Editable arrowhead 129">
            <a:extLst xmlns:a="http://schemas.openxmlformats.org/drawingml/2006/main">
              <a:ext uri="{FF2B5EF4-FFF2-40B4-BE49-F238E27FC236}">
                <a16:creationId xmlns:a16="http://schemas.microsoft.com/office/drawing/2014/main" id="{E264164D-FFF8-4399-9302-62EAE84C81E5}"/>
              </a:ext>
            </a:extLst>
          </p:cNvPr>
          <p:cNvSpPr>
            <a:spLocks xmlns:a="http://schemas.openxmlformats.org/drawingml/2006/main" noGrp="1"/>
          </p:cNvSpPr>
          <p:nvPr/>
        </p:nvSpPr>
        <p:spPr>
          <a:xfrm xmlns:a="http://schemas.openxmlformats.org/drawingml/2006/main">
            <a:off x="12096750" y="35909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2" name="Editable path 130">
            <a:extLst xmlns:a="http://schemas.openxmlformats.org/drawingml/2006/main">
              <a:ext uri="{FF2B5EF4-FFF2-40B4-BE49-F238E27FC236}">
                <a16:creationId xmlns:a16="http://schemas.microsoft.com/office/drawing/2014/main" id="{DAD13471-9B5E-458D-9D8C-C749E5913C6D}"/>
              </a:ext>
            </a:extLst>
          </p:cNvPr>
          <p:cNvSpPr>
            <a:spLocks xmlns:a="http://schemas.openxmlformats.org/drawingml/2006/main" noGrp="1"/>
          </p:cNvSpPr>
          <p:nvPr/>
        </p:nvSpPr>
        <p:spPr>
          <a:xfrm xmlns:a="http://schemas.openxmlformats.org/drawingml/2006/main">
            <a:off x="11153775" y="3286125"/>
            <a:ext cx="5038725" cy="57150"/>
          </a:xfrm>
          <a:custGeom xmlns:a="http://schemas.openxmlformats.org/drawingml/2006/main">
            <a:pathLst>
              <a:path w="5038725" h="57150">
                <a:moveTo>
                  <a:pt x="0" y="57150"/>
                </a:moveTo>
                <a:lnTo>
                  <a:pt x="0" y="0"/>
                </a:lnTo>
                <a:lnTo>
                  <a:pt x="5038725" y="0"/>
                </a:lnTo>
                <a:lnTo>
                  <a:pt x="5038725" y="57150"/>
                </a:lnTo>
              </a:path>
            </a:pathLst>
          </a:custGeom>
          <a:noFill xmlns:a="http://schemas.openxmlformats.org/drawingml/2006/main"/>
          <a:ln xmlns:a="http://schemas.openxmlformats.org/drawingml/2006/main" w="14288">
            <a:solidFill>
              <a:srgbClr val="111111"/>
            </a:solidFill>
            <a:prstDash val="dash"/>
          </a:ln>
        </p:spPr>
      </p:sp>
      <p:sp>
        <p:nvSpPr>
          <p:cNvPr id="83" name="Editable arrowhead 131">
            <a:extLst xmlns:a="http://schemas.openxmlformats.org/drawingml/2006/main">
              <a:ext uri="{FF2B5EF4-FFF2-40B4-BE49-F238E27FC236}">
                <a16:creationId xmlns:a16="http://schemas.microsoft.com/office/drawing/2014/main" id="{7994E7E1-AB9D-4C5F-95FC-4819C46DC02F}"/>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4" name="Speech Candidate&#10;Revisions">
            <a:extLst xmlns:a="http://schemas.openxmlformats.org/drawingml/2006/main">
              <a:ext uri="{FF2B5EF4-FFF2-40B4-BE49-F238E27FC236}">
                <a16:creationId xmlns:a16="http://schemas.microsoft.com/office/drawing/2014/main" id="{D26AD3B1-24ED-4DC9-86BE-EA8DB7B85584}"/>
              </a:ext>
            </a:extLst>
          </p:cNvPr>
          <p:cNvSpPr>
            <a:spLocks xmlns:a="http://schemas.openxmlformats.org/drawingml/2006/main" noGrp="1"/>
          </p:cNvSpPr>
          <p:nvPr/>
        </p:nvSpPr>
        <p:spPr>
          <a:xfrm xmlns:a="http://schemas.openxmlformats.org/drawingml/2006/main">
            <a:off x="12192000" y="4133850"/>
            <a:ext cx="229552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5" name="DP3 object 132">
            <a:extLst xmlns:a="http://schemas.openxmlformats.org/drawingml/2006/main">
              <a:ext uri="{FF2B5EF4-FFF2-40B4-BE49-F238E27FC236}">
                <a16:creationId xmlns:a16="http://schemas.microsoft.com/office/drawing/2014/main" id="{80F71065-C5DB-4B07-8CD7-0DD8CD2BEC9D}"/>
              </a:ext>
            </a:extLst>
          </p:cNvPr>
          <p:cNvSpPr>
            <a:spLocks xmlns:a="http://schemas.openxmlformats.org/drawingml/2006/main" noGrp="1"/>
          </p:cNvSpPr>
          <p:nvPr/>
        </p:nvSpPr>
        <p:spPr>
          <a:xfrm xmlns:a="http://schemas.openxmlformats.org/drawingml/2006/main">
            <a:off x="12239625" y="4238625"/>
            <a:ext cx="22002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Speech Candidate</a:t>
            </a:r>
          </a:p>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Revisions</a:t>
            </a:r>
          </a:p>
        </p:txBody>
      </p:sp>
      <p:sp>
        <p:nvSpPr>
          <p:cNvPr id="86" name="Screen Candidate Revisions&#10;범위·관계·coverage">
            <a:extLst xmlns:a="http://schemas.openxmlformats.org/drawingml/2006/main">
              <a:ext uri="{FF2B5EF4-FFF2-40B4-BE49-F238E27FC236}">
                <a16:creationId xmlns:a16="http://schemas.microsoft.com/office/drawing/2014/main" id="{0392FB0A-9559-4F19-81F3-C4FFD0136C5E}"/>
              </a:ext>
            </a:extLst>
          </p:cNvPr>
          <p:cNvSpPr>
            <a:spLocks xmlns:a="http://schemas.openxmlformats.org/drawingml/2006/main" noGrp="1"/>
          </p:cNvSpPr>
          <p:nvPr/>
        </p:nvSpPr>
        <p:spPr>
          <a:xfrm xmlns:a="http://schemas.openxmlformats.org/drawingml/2006/main">
            <a:off x="14735175" y="4133850"/>
            <a:ext cx="29241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7" name="DP3 object 133">
            <a:extLst xmlns:a="http://schemas.openxmlformats.org/drawingml/2006/main">
              <a:ext uri="{FF2B5EF4-FFF2-40B4-BE49-F238E27FC236}">
                <a16:creationId xmlns:a16="http://schemas.microsoft.com/office/drawing/2014/main" id="{86A0382E-6F64-4811-92CA-C79E24343048}"/>
              </a:ext>
            </a:extLst>
          </p:cNvPr>
          <p:cNvSpPr>
            <a:spLocks xmlns:a="http://schemas.openxmlformats.org/drawingml/2006/main" noGrp="1"/>
          </p:cNvSpPr>
          <p:nvPr/>
        </p:nvSpPr>
        <p:spPr>
          <a:xfrm xmlns:a="http://schemas.openxmlformats.org/drawingml/2006/main">
            <a:off x="14782800" y="4238625"/>
            <a:ext cx="2828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Screen Candidate Revisions</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범위·관계·coverage</a:t>
            </a:r>
          </a:p>
        </p:txBody>
      </p:sp>
      <p:sp>
        <p:nvSpPr>
          <p:cNvPr id="88" name="Editable path 134">
            <a:extLst xmlns:a="http://schemas.openxmlformats.org/drawingml/2006/main">
              <a:ext uri="{FF2B5EF4-FFF2-40B4-BE49-F238E27FC236}">
                <a16:creationId xmlns:a16="http://schemas.microsoft.com/office/drawing/2014/main" id="{129192B6-F8CC-45D0-913A-38719B75F2FA}"/>
              </a:ext>
            </a:extLst>
          </p:cNvPr>
          <p:cNvSpPr>
            <a:spLocks xmlns:a="http://schemas.openxmlformats.org/drawingml/2006/main" noGrp="1"/>
          </p:cNvSpPr>
          <p:nvPr/>
        </p:nvSpPr>
        <p:spPr>
          <a:xfrm xmlns:a="http://schemas.openxmlformats.org/drawingml/2006/main">
            <a:off x="133350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89" name="Editable arrowhead 135">
            <a:extLst xmlns:a="http://schemas.openxmlformats.org/drawingml/2006/main">
              <a:ext uri="{FF2B5EF4-FFF2-40B4-BE49-F238E27FC236}">
                <a16:creationId xmlns:a16="http://schemas.microsoft.com/office/drawing/2014/main" id="{4120EAC4-770F-42C4-8FCA-F077E6533D68}"/>
              </a:ext>
            </a:extLst>
          </p:cNvPr>
          <p:cNvSpPr>
            <a:spLocks xmlns:a="http://schemas.openxmlformats.org/drawingml/2006/main" noGrp="1"/>
          </p:cNvSpPr>
          <p:nvPr/>
        </p:nvSpPr>
        <p:spPr>
          <a:xfrm xmlns:a="http://schemas.openxmlformats.org/drawingml/2006/main">
            <a:off x="132873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0" name="Editable path 136">
            <a:extLst xmlns:a="http://schemas.openxmlformats.org/drawingml/2006/main">
              <a:ext uri="{FF2B5EF4-FFF2-40B4-BE49-F238E27FC236}">
                <a16:creationId xmlns:a16="http://schemas.microsoft.com/office/drawing/2014/main" id="{5C5824FC-3CAD-4709-BDAA-28FAC0F46225}"/>
              </a:ext>
            </a:extLst>
          </p:cNvPr>
          <p:cNvSpPr>
            <a:spLocks xmlns:a="http://schemas.openxmlformats.org/drawingml/2006/main" noGrp="1"/>
          </p:cNvSpPr>
          <p:nvPr/>
        </p:nvSpPr>
        <p:spPr>
          <a:xfrm xmlns:a="http://schemas.openxmlformats.org/drawingml/2006/main">
            <a:off x="161925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91" name="Editable arrowhead 137">
            <a:extLst xmlns:a="http://schemas.openxmlformats.org/drawingml/2006/main">
              <a:ext uri="{FF2B5EF4-FFF2-40B4-BE49-F238E27FC236}">
                <a16:creationId xmlns:a16="http://schemas.microsoft.com/office/drawing/2014/main" id="{6CA2B29B-E612-4A8C-88AE-B0074A0995E4}"/>
              </a:ext>
            </a:extLst>
          </p:cNvPr>
          <p:cNvSpPr>
            <a:spLocks xmlns:a="http://schemas.openxmlformats.org/drawingml/2006/main" noGrp="1"/>
          </p:cNvSpPr>
          <p:nvPr/>
        </p:nvSpPr>
        <p:spPr>
          <a:xfrm xmlns:a="http://schemas.openxmlformats.org/drawingml/2006/main">
            <a:off x="16144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2" name="Multimodal Binding Resolver">
            <a:extLst xmlns:a="http://schemas.openxmlformats.org/drawingml/2006/main">
              <a:ext uri="{FF2B5EF4-FFF2-40B4-BE49-F238E27FC236}">
                <a16:creationId xmlns:a16="http://schemas.microsoft.com/office/drawing/2014/main" id="{FC3B7B1E-DA60-42AA-AB77-A4B5CC5A4B20}"/>
              </a:ext>
            </a:extLst>
          </p:cNvPr>
          <p:cNvSpPr>
            <a:spLocks xmlns:a="http://schemas.openxmlformats.org/drawingml/2006/main" noGrp="1"/>
          </p:cNvSpPr>
          <p:nvPr/>
        </p:nvSpPr>
        <p:spPr>
          <a:xfrm xmlns:a="http://schemas.openxmlformats.org/drawingml/2006/main">
            <a:off x="12192000" y="4800600"/>
            <a:ext cx="5467350" cy="3619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3" name="DP3 object 138">
            <a:extLst xmlns:a="http://schemas.openxmlformats.org/drawingml/2006/main">
              <a:ext uri="{FF2B5EF4-FFF2-40B4-BE49-F238E27FC236}">
                <a16:creationId xmlns:a16="http://schemas.microsoft.com/office/drawing/2014/main" id="{01780E91-1B6E-44BA-84E0-7E39D7A0EB75}"/>
              </a:ext>
            </a:extLst>
          </p:cNvPr>
          <p:cNvSpPr>
            <a:spLocks xmlns:a="http://schemas.openxmlformats.org/drawingml/2006/main" noGrp="1"/>
          </p:cNvSpPr>
          <p:nvPr/>
        </p:nvSpPr>
        <p:spPr>
          <a:xfrm xmlns:a="http://schemas.openxmlformats.org/drawingml/2006/main">
            <a:off x="12258675" y="4838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Multimodal Binding Resolver</a:t>
            </a:r>
          </a:p>
        </p:txBody>
      </p:sp>
      <p:sp>
        <p:nvSpPr>
          <p:cNvPr id="94" name="Editable path 139">
            <a:extLst xmlns:a="http://schemas.openxmlformats.org/drawingml/2006/main">
              <a:ext uri="{FF2B5EF4-FFF2-40B4-BE49-F238E27FC236}">
                <a16:creationId xmlns:a16="http://schemas.microsoft.com/office/drawing/2014/main" id="{862A8E20-C26B-42BC-8E67-443FEE5CD2BF}"/>
              </a:ext>
            </a:extLst>
          </p:cNvPr>
          <p:cNvSpPr>
            <a:spLocks xmlns:a="http://schemas.openxmlformats.org/drawingml/2006/main" noGrp="1"/>
          </p:cNvSpPr>
          <p:nvPr/>
        </p:nvSpPr>
        <p:spPr>
          <a:xfrm xmlns:a="http://schemas.openxmlformats.org/drawingml/2006/main">
            <a:off x="133350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95" name="Editable arrowhead 140">
            <a:extLst xmlns:a="http://schemas.openxmlformats.org/drawingml/2006/main">
              <a:ext uri="{FF2B5EF4-FFF2-40B4-BE49-F238E27FC236}">
                <a16:creationId xmlns:a16="http://schemas.microsoft.com/office/drawing/2014/main" id="{CF5C9EFE-C5CE-4FBE-BC4F-E5EF69571691}"/>
              </a:ext>
            </a:extLst>
          </p:cNvPr>
          <p:cNvSpPr>
            <a:spLocks xmlns:a="http://schemas.openxmlformats.org/drawingml/2006/main" noGrp="1"/>
          </p:cNvSpPr>
          <p:nvPr/>
        </p:nvSpPr>
        <p:spPr>
          <a:xfrm xmlns:a="http://schemas.openxmlformats.org/drawingml/2006/main">
            <a:off x="132873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6" name="Editable path 141">
            <a:extLst xmlns:a="http://schemas.openxmlformats.org/drawingml/2006/main">
              <a:ext uri="{FF2B5EF4-FFF2-40B4-BE49-F238E27FC236}">
                <a16:creationId xmlns:a16="http://schemas.microsoft.com/office/drawing/2014/main" id="{2960BC66-105B-4F37-9E68-C22EEB87DEB8}"/>
              </a:ext>
            </a:extLst>
          </p:cNvPr>
          <p:cNvSpPr>
            <a:spLocks xmlns:a="http://schemas.openxmlformats.org/drawingml/2006/main" noGrp="1"/>
          </p:cNvSpPr>
          <p:nvPr/>
        </p:nvSpPr>
        <p:spPr>
          <a:xfrm xmlns:a="http://schemas.openxmlformats.org/drawingml/2006/main">
            <a:off x="161925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97" name="Editable arrowhead 142">
            <a:extLst xmlns:a="http://schemas.openxmlformats.org/drawingml/2006/main">
              <a:ext uri="{FF2B5EF4-FFF2-40B4-BE49-F238E27FC236}">
                <a16:creationId xmlns:a16="http://schemas.microsoft.com/office/drawing/2014/main" id="{54CA557F-CF2D-4CBD-8856-6F1BABD2C344}"/>
              </a:ext>
            </a:extLst>
          </p:cNvPr>
          <p:cNvSpPr>
            <a:spLocks xmlns:a="http://schemas.openxmlformats.org/drawingml/2006/main" noGrp="1"/>
          </p:cNvSpPr>
          <p:nvPr/>
        </p:nvSpPr>
        <p:spPr>
          <a:xfrm xmlns:a="http://schemas.openxmlformats.org/drawingml/2006/main">
            <a:off x="161448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8" name="검증 후 Binding Revision State / 후보 read-set">
            <a:extLst xmlns:a="http://schemas.openxmlformats.org/drawingml/2006/main">
              <a:ext uri="{FF2B5EF4-FFF2-40B4-BE49-F238E27FC236}">
                <a16:creationId xmlns:a16="http://schemas.microsoft.com/office/drawing/2014/main" id="{A8183157-5DAD-4B9A-8C40-3B87DD04509F}"/>
              </a:ext>
            </a:extLst>
          </p:cNvPr>
          <p:cNvSpPr>
            <a:spLocks xmlns:a="http://schemas.openxmlformats.org/drawingml/2006/main" noGrp="1"/>
          </p:cNvSpPr>
          <p:nvPr/>
        </p:nvSpPr>
        <p:spPr>
          <a:xfrm xmlns:a="http://schemas.openxmlformats.org/drawingml/2006/main">
            <a:off x="12192000" y="5305425"/>
            <a:ext cx="5467350" cy="2381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99" name="DP3 object 143">
            <a:extLst xmlns:a="http://schemas.openxmlformats.org/drawingml/2006/main">
              <a:ext uri="{FF2B5EF4-FFF2-40B4-BE49-F238E27FC236}">
                <a16:creationId xmlns:a16="http://schemas.microsoft.com/office/drawing/2014/main" id="{9723A043-5E14-4A4C-8D08-ACD5AE396348}"/>
              </a:ext>
            </a:extLst>
          </p:cNvPr>
          <p:cNvSpPr>
            <a:spLocks xmlns:a="http://schemas.openxmlformats.org/drawingml/2006/main" noGrp="1"/>
          </p:cNvSpPr>
          <p:nvPr/>
        </p:nvSpPr>
        <p:spPr>
          <a:xfrm xmlns:a="http://schemas.openxmlformats.org/drawingml/2006/main">
            <a:off x="12239625" y="5410200"/>
            <a:ext cx="53721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검증 후 Binding Revision State / 후보 read-set</a:t>
            </a:r>
          </a:p>
        </p:txBody>
      </p:sp>
      <p:sp>
        <p:nvSpPr>
          <p:cNvPr id="100" name="Editable path 144">
            <a:extLst xmlns:a="http://schemas.openxmlformats.org/drawingml/2006/main">
              <a:ext uri="{FF2B5EF4-FFF2-40B4-BE49-F238E27FC236}">
                <a16:creationId xmlns:a16="http://schemas.microsoft.com/office/drawing/2014/main" id="{95C582C3-F0D2-422A-90A9-A1DDEDCD5E47}"/>
              </a:ext>
            </a:extLst>
          </p:cNvPr>
          <p:cNvSpPr>
            <a:spLocks xmlns:a="http://schemas.openxmlformats.org/drawingml/2006/main" noGrp="1"/>
          </p:cNvSpPr>
          <p:nvPr/>
        </p:nvSpPr>
        <p:spPr>
          <a:xfrm xmlns:a="http://schemas.openxmlformats.org/drawingml/2006/main">
            <a:off x="14820900" y="5162550"/>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9050">
            <a:solidFill>
              <a:srgbClr val="111111"/>
            </a:solidFill>
            <a:prstDash val="solid"/>
          </a:ln>
        </p:spPr>
      </p:sp>
      <p:sp>
        <p:nvSpPr>
          <p:cNvPr id="101" name="Editable arrowhead 145">
            <a:extLst xmlns:a="http://schemas.openxmlformats.org/drawingml/2006/main">
              <a:ext uri="{FF2B5EF4-FFF2-40B4-BE49-F238E27FC236}">
                <a16:creationId xmlns:a16="http://schemas.microsoft.com/office/drawing/2014/main" id="{F50C83F1-D610-4F41-9622-9D4B3367EC85}"/>
              </a:ext>
            </a:extLst>
          </p:cNvPr>
          <p:cNvSpPr>
            <a:spLocks xmlns:a="http://schemas.openxmlformats.org/drawingml/2006/main" noGrp="1"/>
          </p:cNvSpPr>
          <p:nvPr/>
        </p:nvSpPr>
        <p:spPr>
          <a:xfrm xmlns:a="http://schemas.openxmlformats.org/drawingml/2006/main">
            <a:off x="14773275" y="52101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2" name="Editable path 146">
            <a:extLst xmlns:a="http://schemas.openxmlformats.org/drawingml/2006/main">
              <a:ext uri="{FF2B5EF4-FFF2-40B4-BE49-F238E27FC236}">
                <a16:creationId xmlns:a16="http://schemas.microsoft.com/office/drawing/2014/main" id="{C0CA4151-0B7E-4092-AED1-5AFAC3FADA7D}"/>
              </a:ext>
            </a:extLst>
          </p:cNvPr>
          <p:cNvSpPr>
            <a:spLocks xmlns:a="http://schemas.openxmlformats.org/drawingml/2006/main" noGrp="1"/>
          </p:cNvSpPr>
          <p:nvPr/>
        </p:nvSpPr>
        <p:spPr>
          <a:xfrm xmlns:a="http://schemas.openxmlformats.org/drawingml/2006/main">
            <a:off x="17659350" y="3648075"/>
            <a:ext cx="238125" cy="1343025"/>
          </a:xfrm>
          <a:custGeom xmlns:a="http://schemas.openxmlformats.org/drawingml/2006/main">
            <a:pathLst>
              <a:path w="238125" h="1343025">
                <a:moveTo>
                  <a:pt x="0" y="1343025"/>
                </a:moveTo>
                <a:lnTo>
                  <a:pt x="238125" y="1343025"/>
                </a:lnTo>
                <a:lnTo>
                  <a:pt x="238125" y="0"/>
                </a:lnTo>
                <a:lnTo>
                  <a:pt x="0" y="0"/>
                </a:lnTo>
              </a:path>
            </a:pathLst>
          </a:custGeom>
          <a:noFill xmlns:a="http://schemas.openxmlformats.org/drawingml/2006/main"/>
          <a:ln xmlns:a="http://schemas.openxmlformats.org/drawingml/2006/main" w="17145">
            <a:solidFill>
              <a:srgbClr val="111111"/>
            </a:solidFill>
            <a:prstDash val="dash"/>
          </a:ln>
        </p:spPr>
      </p:sp>
      <p:sp>
        <p:nvSpPr>
          <p:cNvPr id="103" name="Editable arrowhead 147">
            <a:extLst xmlns:a="http://schemas.openxmlformats.org/drawingml/2006/main">
              <a:ext uri="{FF2B5EF4-FFF2-40B4-BE49-F238E27FC236}">
                <a16:creationId xmlns:a16="http://schemas.microsoft.com/office/drawing/2014/main" id="{1892B5BA-6C07-4411-95D1-5C0B5DE4110F}"/>
              </a:ext>
            </a:extLst>
          </p:cNvPr>
          <p:cNvSpPr>
            <a:spLocks xmlns:a="http://schemas.openxmlformats.org/drawingml/2006/main" noGrp="1"/>
          </p:cNvSpPr>
          <p:nvPr/>
        </p:nvSpPr>
        <p:spPr>
          <a:xfrm xmlns:a="http://schemas.openxmlformats.org/drawingml/2006/main">
            <a:off x="17659350" y="36004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4" name="DP3 object 148">
            <a:extLst xmlns:a="http://schemas.openxmlformats.org/drawingml/2006/main">
              <a:ext uri="{FF2B5EF4-FFF2-40B4-BE49-F238E27FC236}">
                <a16:creationId xmlns:a16="http://schemas.microsoft.com/office/drawing/2014/main" id="{56755CB0-5563-440B-894C-B7E9CE9D95DA}"/>
              </a:ext>
            </a:extLst>
          </p:cNvPr>
          <p:cNvSpPr>
            <a:spLocks xmlns:a="http://schemas.openxmlformats.org/drawingml/2006/main" noGrp="1"/>
          </p:cNvSpPr>
          <p:nvPr/>
        </p:nvSpPr>
        <p:spPr>
          <a:xfrm xmlns:a="http://schemas.openxmlformats.org/drawingml/2006/main">
            <a:off x="10363200" y="5105400"/>
            <a:ext cx="15906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공통 현재성 검사 후</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후보 게시</a:t>
            </a:r>
          </a:p>
        </p:txBody>
      </p:sp>
      <p:sp>
        <p:nvSpPr>
          <p:cNvPr id="105" name="DP3 object 149">
            <a:extLst xmlns:a="http://schemas.openxmlformats.org/drawingml/2006/main">
              <a:ext uri="{FF2B5EF4-FFF2-40B4-BE49-F238E27FC236}">
                <a16:creationId xmlns:a16="http://schemas.microsoft.com/office/drawing/2014/main" id="{9AEBAA36-88F8-48E8-9635-0634F1D2FD2C}"/>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06" name="DP3 object 150">
            <a:extLst xmlns:a="http://schemas.openxmlformats.org/drawingml/2006/main">
              <a:ext uri="{FF2B5EF4-FFF2-40B4-BE49-F238E27FC236}">
                <a16:creationId xmlns:a16="http://schemas.microsoft.com/office/drawing/2014/main" id="{559E2449-B174-431E-9E8E-72143F67E4F4}"/>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07" name="DP3 object 151">
            <a:extLst xmlns:a="http://schemas.openxmlformats.org/drawingml/2006/main">
              <a:ext uri="{FF2B5EF4-FFF2-40B4-BE49-F238E27FC236}">
                <a16:creationId xmlns:a16="http://schemas.microsoft.com/office/drawing/2014/main" id="{A9EF9935-8EBD-4747-9AF1-101AE4E7082F}"/>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08" name="DP3 object 152">
            <a:extLst xmlns:a="http://schemas.openxmlformats.org/drawingml/2006/main">
              <a:ext uri="{FF2B5EF4-FFF2-40B4-BE49-F238E27FC236}">
                <a16:creationId xmlns:a16="http://schemas.microsoft.com/office/drawing/2014/main" id="{0F796AAB-3498-429E-8B9F-EDEE29AE21A2}"/>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09" name="DP3 object 153">
            <a:extLst xmlns:a="http://schemas.openxmlformats.org/drawingml/2006/main">
              <a:ext uri="{FF2B5EF4-FFF2-40B4-BE49-F238E27FC236}">
                <a16:creationId xmlns:a16="http://schemas.microsoft.com/office/drawing/2014/main" id="{B4AB3C32-CFC2-4750-843A-E034035D44FE}"/>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0" name="DP3 object 154">
            <a:extLst xmlns:a="http://schemas.openxmlformats.org/drawingml/2006/main">
              <a:ext uri="{FF2B5EF4-FFF2-40B4-BE49-F238E27FC236}">
                <a16:creationId xmlns:a16="http://schemas.microsoft.com/office/drawing/2014/main" id="{3F0A32A8-5D07-4D66-A4B4-9848C05A6DBC}"/>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11" name="Request Controller: 현재성 확인과 최종 채택">
            <a:extLst xmlns:a="http://schemas.openxmlformats.org/drawingml/2006/main">
              <a:ext uri="{FF2B5EF4-FFF2-40B4-BE49-F238E27FC236}">
                <a16:creationId xmlns:a16="http://schemas.microsoft.com/office/drawing/2014/main" id="{69A04981-1B44-406E-AF53-1D62A2E9B8EA}"/>
              </a:ext>
            </a:extLst>
          </p:cNvPr>
          <p:cNvSpPr>
            <a:spLocks xmlns:a="http://schemas.openxmlformats.org/drawingml/2006/main" noGrp="1"/>
          </p:cNvSpPr>
          <p:nvPr/>
        </p:nvSpPr>
        <p:spPr>
          <a:xfrm xmlns:a="http://schemas.openxmlformats.org/drawingml/2006/main">
            <a:off x="10229850" y="5772150"/>
            <a:ext cx="756285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12" name="DP3 object 155">
            <a:extLst xmlns:a="http://schemas.openxmlformats.org/drawingml/2006/main">
              <a:ext uri="{FF2B5EF4-FFF2-40B4-BE49-F238E27FC236}">
                <a16:creationId xmlns:a16="http://schemas.microsoft.com/office/drawing/2014/main" id="{4796D67C-C653-41E1-ABFA-84F96A5DABCA}"/>
              </a:ext>
            </a:extLst>
          </p:cNvPr>
          <p:cNvSpPr>
            <a:spLocks xmlns:a="http://schemas.openxmlformats.org/drawingml/2006/main" noGrp="1"/>
          </p:cNvSpPr>
          <p:nvPr/>
        </p:nvSpPr>
        <p:spPr>
          <a:xfrm xmlns:a="http://schemas.openxmlformats.org/drawingml/2006/main">
            <a:off x="10296525" y="58102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113" name="Editable path 156">
            <a:extLst xmlns:a="http://schemas.openxmlformats.org/drawingml/2006/main">
              <a:ext uri="{FF2B5EF4-FFF2-40B4-BE49-F238E27FC236}">
                <a16:creationId xmlns:a16="http://schemas.microsoft.com/office/drawing/2014/main" id="{297A0FA2-0B6C-4E45-A3A6-F21D8F7A440D}"/>
              </a:ext>
            </a:extLst>
          </p:cNvPr>
          <p:cNvSpPr>
            <a:spLocks xmlns:a="http://schemas.openxmlformats.org/drawingml/2006/main" noGrp="1"/>
          </p:cNvSpPr>
          <p:nvPr/>
        </p:nvSpPr>
        <p:spPr>
          <a:xfrm xmlns:a="http://schemas.openxmlformats.org/drawingml/2006/main">
            <a:off x="14820900" y="55435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9050">
            <a:solidFill>
              <a:srgbClr val="111111"/>
            </a:solidFill>
            <a:prstDash val="solid"/>
          </a:ln>
        </p:spPr>
      </p:sp>
      <p:sp>
        <p:nvSpPr>
          <p:cNvPr id="114" name="Editable arrowhead 157">
            <a:extLst xmlns:a="http://schemas.openxmlformats.org/drawingml/2006/main">
              <a:ext uri="{FF2B5EF4-FFF2-40B4-BE49-F238E27FC236}">
                <a16:creationId xmlns:a16="http://schemas.microsoft.com/office/drawing/2014/main" id="{0B04D1C5-69B0-4EC5-8EA1-608CFBAF077F}"/>
              </a:ext>
            </a:extLst>
          </p:cNvPr>
          <p:cNvSpPr>
            <a:spLocks xmlns:a="http://schemas.openxmlformats.org/drawingml/2006/main" noGrp="1"/>
          </p:cNvSpPr>
          <p:nvPr/>
        </p:nvSpPr>
        <p:spPr>
          <a:xfrm xmlns:a="http://schemas.openxmlformats.org/drawingml/2006/main">
            <a:off x="147732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5" name="DP3 object 158">
            <a:extLst xmlns:a="http://schemas.openxmlformats.org/drawingml/2006/main">
              <a:ext uri="{FF2B5EF4-FFF2-40B4-BE49-F238E27FC236}">
                <a16:creationId xmlns:a16="http://schemas.microsoft.com/office/drawing/2014/main" id="{B5FA7BFF-298D-4EAD-B323-94F134BD9C59}"/>
              </a:ext>
            </a:extLst>
          </p:cNvPr>
          <p:cNvSpPr>
            <a:spLocks xmlns:a="http://schemas.openxmlformats.org/drawingml/2006/main" noGrp="1"/>
          </p:cNvSpPr>
          <p:nvPr/>
        </p:nvSpPr>
        <p:spPr>
          <a:xfrm xmlns:a="http://schemas.openxmlformats.org/drawingml/2006/main">
            <a:off x="266700" y="9677400"/>
            <a:ext cx="17526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1">
                <a:solidFill>
                  <a:srgbClr val="111111"/>
                </a:solidFill>
                <a:latin typeface="Apple SD Gothic Neo"/>
                <a:ea typeface="Apple SD Gothic Neo"/>
                <a:cs typeface="Apple SD Gothic Neo"/>
              </a:defRPr>
            </a:defPPr>
            <a:lvl1pPr algn="l">
              <a:defRPr sz="1500" b="1">
                <a:solidFill>
                  <a:srgbClr val="111111"/>
                </a:solidFill>
                <a:latin typeface="Apple SD Gothic Neo"/>
                <a:ea typeface="Apple SD Gothic Neo"/>
                <a:cs typeface="Apple SD Gothic Neo"/>
              </a:defRPr>
            </a:lvl1pPr>
            <a:lvl2pPr algn="l">
              <a:defRPr sz="1500" b="1">
                <a:solidFill>
                  <a:srgbClr val="111111"/>
                </a:solidFill>
                <a:latin typeface="Apple SD Gothic Neo"/>
                <a:ea typeface="Apple SD Gothic Neo"/>
                <a:cs typeface="Apple SD Gothic Neo"/>
              </a:defRPr>
            </a:lvl2pPr>
            <a:lvl3pPr algn="l">
              <a:defRPr sz="1500" b="1">
                <a:solidFill>
                  <a:srgbClr val="111111"/>
                </a:solidFill>
                <a:latin typeface="Apple SD Gothic Neo"/>
                <a:ea typeface="Apple SD Gothic Neo"/>
                <a:cs typeface="Apple SD Gothic Neo"/>
              </a:defRPr>
            </a:lvl3pPr>
            <a:lvl4pPr algn="l">
              <a:defRPr sz="1500" b="1">
                <a:solidFill>
                  <a:srgbClr val="111111"/>
                </a:solidFill>
                <a:latin typeface="Apple SD Gothic Neo"/>
                <a:ea typeface="Apple SD Gothic Neo"/>
                <a:cs typeface="Apple SD Gothic Neo"/>
              </a:defRPr>
            </a:lvl4pPr>
            <a:lvl5pPr algn="l">
              <a:defRPr sz="1500" b="1">
                <a:solidFill>
                  <a:srgbClr val="111111"/>
                </a:solidFill>
                <a:latin typeface="Apple SD Gothic Neo"/>
                <a:ea typeface="Apple SD Gothic Neo"/>
                <a:cs typeface="Apple SD Gothic Neo"/>
              </a:defRPr>
            </a:lvl5pPr>
            <a:lvl6pPr algn="l">
              <a:defRPr sz="1500" b="1">
                <a:solidFill>
                  <a:srgbClr val="111111"/>
                </a:solidFill>
                <a:latin typeface="Apple SD Gothic Neo"/>
                <a:ea typeface="Apple SD Gothic Neo"/>
                <a:cs typeface="Apple SD Gothic Neo"/>
              </a:defRPr>
            </a:lvl6pPr>
            <a:lvl7pPr algn="l">
              <a:defRPr sz="1500" b="1">
                <a:solidFill>
                  <a:srgbClr val="111111"/>
                </a:solidFill>
                <a:latin typeface="Apple SD Gothic Neo"/>
                <a:ea typeface="Apple SD Gothic Neo"/>
                <a:cs typeface="Apple SD Gothic Neo"/>
              </a:defRPr>
            </a:lvl7pPr>
            <a:lvl8pPr algn="l">
              <a:defRPr sz="1500" b="1">
                <a:solidFill>
                  <a:srgbClr val="111111"/>
                </a:solidFill>
                <a:latin typeface="Apple SD Gothic Neo"/>
                <a:ea typeface="Apple SD Gothic Neo"/>
                <a:cs typeface="Apple SD Gothic Neo"/>
              </a:defRPr>
            </a:lvl8pPr>
            <a:lvl9pPr algn="l">
              <a:defRPr sz="1500" b="1">
                <a:solidFill>
                  <a:srgbClr val="111111"/>
                </a:solidFill>
                <a:latin typeface="Apple SD Gothic Neo"/>
                <a:ea typeface="Apple SD Gothic Neo"/>
                <a:cs typeface="Apple SD Gothic Neo"/>
              </a:defRPr>
            </a:lvl9pPr>
          </a:lstStyle>
          <a:p xmlns:a="http://schemas.openxmlformats.org/drawingml/2006/main">
            <a:pPr algn="l">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공통 계약: bbox 0~1000 출력 후 pixel 변환. B 기본은 순차 생산, 충분한 후보는 코드 결합 가능. PoC는 Qwen vision 생산.</a:t>
            </a:r>
          </a:p>
        </p:txBody>
      </p:sp>
      <p:sp>
        <p:nvSpPr>
          <p:cNvPr id="116" name="DP3 object 159">
            <a:extLst xmlns:a="http://schemas.openxmlformats.org/drawingml/2006/main">
              <a:ext uri="{FF2B5EF4-FFF2-40B4-BE49-F238E27FC236}">
                <a16:creationId xmlns:a16="http://schemas.microsoft.com/office/drawing/2014/main" id="{6124F4B3-AD63-45CD-8F38-87894007E822}"/>
              </a:ext>
            </a:extLst>
          </p:cNvPr>
          <p:cNvSpPr>
            <a:spLocks xmlns:a="http://schemas.openxmlformats.org/drawingml/2006/main" noGrp="1"/>
          </p:cNvSpPr>
          <p:nvPr/>
        </p:nvSpPr>
        <p:spPr>
          <a:xfrm xmlns:a="http://schemas.openxmlformats.org/drawingml/2006/main">
            <a:off x="266700" y="9972675"/>
            <a:ext cx="1719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정규화 24회: 안별 4사례×3 / 시간 괄호: 관측·예정 / 비용: 12회 합계 / RSS: 로컬 실행기 / B의 미완료 3회 유지</a:t>
            </a:r>
          </a:p>
        </p:txBody>
      </p:sp>
    </p:spTree>
    <p:extLst>
      <p:ext uri="{BB962C8B-B14F-4D97-AF65-F5344CB8AC3E}">
        <p14:creationId xmlns:p14="http://schemas.microsoft.com/office/powerpoint/2010/main" val="6422296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 name="DP3 object 160">
            <a:extLst xmlns:a="http://schemas.openxmlformats.org/drawingml/2006/main">
              <a:ext uri="{FF2B5EF4-FFF2-40B4-BE49-F238E27FC236}">
                <a16:creationId xmlns:a16="http://schemas.microsoft.com/office/drawing/2014/main" id="{6B3287BA-85D7-4E1D-9BBE-FAE82586F691}"/>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(선택 및 보완)</a:t>
            </a:r>
          </a:p>
        </p:txBody>
      </p:sp>
      <p:sp>
        <p:nvSpPr>
          <p:cNvPr id="2" name="DP3 object 161">
            <a:extLst xmlns:a="http://schemas.openxmlformats.org/drawingml/2006/main">
              <a:ext uri="{FF2B5EF4-FFF2-40B4-BE49-F238E27FC236}">
                <a16:creationId xmlns:a16="http://schemas.microsoft.com/office/drawing/2014/main" id="{89C296CD-960C-430B-8EC4-85A2FD933C7A}"/>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3 object 162">
            <a:extLst xmlns:a="http://schemas.openxmlformats.org/drawingml/2006/main">
              <a:ext uri="{FF2B5EF4-FFF2-40B4-BE49-F238E27FC236}">
                <a16:creationId xmlns:a16="http://schemas.microsoft.com/office/drawing/2014/main" id="{60812045-D33D-47D0-8877-7AB63980F8DA}"/>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3 object 163">
            <a:extLst xmlns:a="http://schemas.openxmlformats.org/drawingml/2006/main">
              <a:ext uri="{FF2B5EF4-FFF2-40B4-BE49-F238E27FC236}">
                <a16:creationId xmlns:a16="http://schemas.microsoft.com/office/drawing/2014/main" id="{63991E16-6FFC-4943-ADB5-F8D0CE0649AB}"/>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3 object 164">
            <a:extLst xmlns:a="http://schemas.openxmlformats.org/drawingml/2006/main">
              <a:ext uri="{FF2B5EF4-FFF2-40B4-BE49-F238E27FC236}">
                <a16:creationId xmlns:a16="http://schemas.microsoft.com/office/drawing/2014/main" id="{BC18394B-B7F0-4287-9BB4-6EA4D53FD00B}"/>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3 object 165">
            <a:extLst xmlns:a="http://schemas.openxmlformats.org/drawingml/2006/main">
              <a:ext uri="{FF2B5EF4-FFF2-40B4-BE49-F238E27FC236}">
                <a16:creationId xmlns:a16="http://schemas.microsoft.com/office/drawing/2014/main" id="{52BAF292-735C-4614-8E09-15D08E9876E8}"/>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3 object 166">
            <a:extLst xmlns:a="http://schemas.openxmlformats.org/drawingml/2006/main">
              <a:ext uri="{FF2B5EF4-FFF2-40B4-BE49-F238E27FC236}">
                <a16:creationId xmlns:a16="http://schemas.microsoft.com/office/drawing/2014/main" id="{5692762C-909E-47E5-983E-55FC66B9A443}"/>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3 object 167">
            <a:extLst xmlns:a="http://schemas.openxmlformats.org/drawingml/2006/main">
              <a:ext uri="{FF2B5EF4-FFF2-40B4-BE49-F238E27FC236}">
                <a16:creationId xmlns:a16="http://schemas.microsoft.com/office/drawing/2014/main" id="{B9D088E6-65DC-4E78-99CD-5F4349511CD7}"/>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3 object 168">
            <a:extLst xmlns:a="http://schemas.openxmlformats.org/drawingml/2006/main">
              <a:ext uri="{FF2B5EF4-FFF2-40B4-BE49-F238E27FC236}">
                <a16:creationId xmlns:a16="http://schemas.microsoft.com/office/drawing/2014/main" id="{3EE49703-801C-4D5F-B8D3-752923C2BC72}"/>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3 object 169">
            <a:extLst xmlns:a="http://schemas.openxmlformats.org/drawingml/2006/main">
              <a:ext uri="{FF2B5EF4-FFF2-40B4-BE49-F238E27FC236}">
                <a16:creationId xmlns:a16="http://schemas.microsoft.com/office/drawing/2014/main" id="{D0BBAC05-9642-4DA6-843E-C2AB66D36649}"/>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3 object 170">
            <a:extLst xmlns:a="http://schemas.openxmlformats.org/drawingml/2006/main">
              <a:ext uri="{FF2B5EF4-FFF2-40B4-BE49-F238E27FC236}">
                <a16:creationId xmlns:a16="http://schemas.microsoft.com/office/drawing/2014/main" id="{7BE8E31A-1ED9-440D-8911-0CB34C3F27A5}"/>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171">
            <a:extLst xmlns:a="http://schemas.openxmlformats.org/drawingml/2006/main">
              <a:ext uri="{FF2B5EF4-FFF2-40B4-BE49-F238E27FC236}">
                <a16:creationId xmlns:a16="http://schemas.microsoft.com/office/drawing/2014/main" id="{44482B17-31AC-4AAC-B9EB-F6A0A8236AE0}"/>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3 object 172">
            <a:extLst xmlns:a="http://schemas.openxmlformats.org/drawingml/2006/main">
              <a:ext uri="{FF2B5EF4-FFF2-40B4-BE49-F238E27FC236}">
                <a16:creationId xmlns:a16="http://schemas.microsoft.com/office/drawing/2014/main" id="{F492DC0C-5FDF-4B03-BD29-6DEEB2253993}"/>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3</a:t>
            </a:r>
          </a:p>
        </p:txBody>
      </p:sp>
      <p:sp>
        <p:nvSpPr>
          <p:cNvPr id="14" name="DP3 object 173">
            <a:extLst xmlns:a="http://schemas.openxmlformats.org/drawingml/2006/main">
              <a:ext uri="{FF2B5EF4-FFF2-40B4-BE49-F238E27FC236}">
                <a16:creationId xmlns:a16="http://schemas.microsoft.com/office/drawing/2014/main" id="{959EB7BB-0F44-4F12-80F6-CF6CC18E21AB}"/>
              </a:ext>
            </a:extLst>
          </p:cNvPr>
          <p:cNvSpPr>
            <a:spLocks xmlns:a="http://schemas.openxmlformats.org/drawingml/2006/main" noGrp="1"/>
          </p:cNvSpPr>
          <p:nvPr/>
        </p:nvSpPr>
        <p:spPr>
          <a:xfrm xmlns:a="http://schemas.openxmlformats.org/drawingml/2006/main">
            <a:off x="266700" y="1181100"/>
            <a:ext cx="1747837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100" b="1">
                <a:solidFill>
                  <a:srgbClr val="4676CB"/>
                </a:solidFill>
                <a:latin typeface="Apple SD Gothic Neo"/>
                <a:ea typeface="Apple SD Gothic Neo"/>
                <a:cs typeface="Apple SD Gothic Neo"/>
              </a:defRPr>
            </a:defPPr>
            <a:lvl1pPr algn="l">
              <a:defRPr sz="2100" b="1">
                <a:solidFill>
                  <a:srgbClr val="4676CB"/>
                </a:solidFill>
                <a:latin typeface="Apple SD Gothic Neo"/>
                <a:ea typeface="Apple SD Gothic Neo"/>
                <a:cs typeface="Apple SD Gothic Neo"/>
              </a:defRPr>
            </a:lvl1pPr>
            <a:lvl2pPr algn="l">
              <a:defRPr sz="2100" b="1">
                <a:solidFill>
                  <a:srgbClr val="4676CB"/>
                </a:solidFill>
                <a:latin typeface="Apple SD Gothic Neo"/>
                <a:ea typeface="Apple SD Gothic Neo"/>
                <a:cs typeface="Apple SD Gothic Neo"/>
              </a:defRPr>
            </a:lvl2pPr>
            <a:lvl3pPr algn="l">
              <a:defRPr sz="2100" b="1">
                <a:solidFill>
                  <a:srgbClr val="4676CB"/>
                </a:solidFill>
                <a:latin typeface="Apple SD Gothic Neo"/>
                <a:ea typeface="Apple SD Gothic Neo"/>
                <a:cs typeface="Apple SD Gothic Neo"/>
              </a:defRPr>
            </a:lvl3pPr>
            <a:lvl4pPr algn="l">
              <a:defRPr sz="2100" b="1">
                <a:solidFill>
                  <a:srgbClr val="4676CB"/>
                </a:solidFill>
                <a:latin typeface="Apple SD Gothic Neo"/>
                <a:ea typeface="Apple SD Gothic Neo"/>
                <a:cs typeface="Apple SD Gothic Neo"/>
              </a:defRPr>
            </a:lvl4pPr>
            <a:lvl5pPr algn="l">
              <a:defRPr sz="2100" b="1">
                <a:solidFill>
                  <a:srgbClr val="4676CB"/>
                </a:solidFill>
                <a:latin typeface="Apple SD Gothic Neo"/>
                <a:ea typeface="Apple SD Gothic Neo"/>
                <a:cs typeface="Apple SD Gothic Neo"/>
              </a:defRPr>
            </a:lvl5pPr>
            <a:lvl6pPr algn="l">
              <a:defRPr sz="2100" b="1">
                <a:solidFill>
                  <a:srgbClr val="4676CB"/>
                </a:solidFill>
                <a:latin typeface="Apple SD Gothic Neo"/>
                <a:ea typeface="Apple SD Gothic Neo"/>
                <a:cs typeface="Apple SD Gothic Neo"/>
              </a:defRPr>
            </a:lvl6pPr>
            <a:lvl7pPr algn="l">
              <a:defRPr sz="2100" b="1">
                <a:solidFill>
                  <a:srgbClr val="4676CB"/>
                </a:solidFill>
                <a:latin typeface="Apple SD Gothic Neo"/>
                <a:ea typeface="Apple SD Gothic Neo"/>
                <a:cs typeface="Apple SD Gothic Neo"/>
              </a:defRPr>
            </a:lvl7pPr>
            <a:lvl8pPr algn="l">
              <a:defRPr sz="2100" b="1">
                <a:solidFill>
                  <a:srgbClr val="4676CB"/>
                </a:solidFill>
                <a:latin typeface="Apple SD Gothic Neo"/>
                <a:ea typeface="Apple SD Gothic Neo"/>
                <a:cs typeface="Apple SD Gothic Neo"/>
              </a:defRPr>
            </a:lvl8pPr>
            <a:lvl9pPr algn="l">
              <a:defRPr sz="2100" b="1">
                <a:solidFill>
                  <a:srgbClr val="4676CB"/>
                </a:solidFill>
                <a:latin typeface="Apple SD Gothic Neo"/>
                <a:ea typeface="Apple SD Gothic Neo"/>
                <a:cs typeface="Apple SD Gothic Neo"/>
              </a:defRPr>
            </a:lvl9pPr>
          </a:lstStyle>
          <a:p xmlns:a="http://schemas.openxmlformats.org/drawingml/2006/main">
            <a:pPr algn="l">
              <a:defRPr sz="2100" b="1">
                <a:solidFill>
                  <a:srgbClr val="4676CB"/>
                </a:solidFill>
                <a:latin typeface="Apple SD Gothic Neo"/>
                <a:ea typeface="Apple SD Gothic Neo"/>
                <a:cs typeface="Apple SD Gothic Neo"/>
              </a:defRPr>
            </a:pPr>
            <a:r>
              <a:rPr sz="2100" b="1">
                <a:solidFill>
                  <a:srgbClr val="4676CB"/>
                </a:solidFill>
                <a:latin typeface="Apple SD Gothic Neo"/>
                <a:ea typeface="Apple SD Gothic Neo"/>
                <a:cs typeface="Apple SD Gothic Neo"/>
              </a:rPr>
              <a:t>정규화 계약의 기본 A 선택 / A2+A5는 pixel 계약에서 확인한 별도 복구 대안</a:t>
            </a:r>
          </a:p>
        </p:txBody>
      </p:sp>
      <p:graphicFrame>
        <p:nvGraphicFramePr>
          <p:cNvPr id="15" name="">
            <a:extLst xmlns:a="http://schemas.openxmlformats.org/drawingml/2006/main">
              <a:ext uri="{FF2B5EF4-FFF2-40B4-BE49-F238E27FC236}">
                <a16:creationId xmlns:a16="http://schemas.microsoft.com/office/drawing/2014/main" id="{9C56D1C8-F8BB-40B6-993C-76005926658E}"/>
              </a:ext>
            </a:extLst>
          </p:cNvPr>
          <p:cNvGraphicFramePr/>
          <p:nvPr/>
        </p:nvGraphicFramePr>
        <p:xfrm>
          <a:off xmlns:a="http://schemas.openxmlformats.org/drawingml/2006/main" x="228600" y="1657350"/>
          <a:ext xmlns:a="http://schemas.openxmlformats.org/drawingml/2006/main" cx="17830800" cy="7962900"/>
        </p:xfrm>
        <a:graphic xmlns:a="http://schemas.openxmlformats.org/drawingml/2006/main">
          <a:graphicData uri="http://schemas.openxmlformats.org/drawingml/2006/table">
            <a:tbl>
              <a:tblPr firstRow="0" bandRow="0" bandCol="0"/>
              <a:tblGrid>
                <a:gridCol w="1638300"/>
                <a:gridCol w="8096250"/>
                <a:gridCol w="8096250"/>
              </a:tblGrid>
              <a:tr h="438150">
                <a:tc>
                  <a:txBody>
                    <a:bodyPr anchor="ctr"/>
                    <a:lstStyle/>
                    <a:p>
                      <a:pPr algn="ctr"/>
                      <a:r>
                        <a:rPr sz="1875" b="1">
                          <a:solidFill>
                            <a:srgbClr val="111111"/>
                          </a:solidFill>
                          <a:latin typeface="Apple SD Gothic Neo"/>
                          <a:ea typeface="Apple SD Gothic Neo"/>
                          <a:cs typeface="Apple SD Gothic Neo"/>
                        </a:rPr>
                        <a:t>설계안</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(A) 원본 공동 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(B) 발화·화면 후보 생산 후 결합</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4057650">
                <a:tc>
                  <a:txBody>
                    <a:bodyPr anchor="ctr"/>
                    <a:lstStyle/>
                    <a:p>
                      <a:pPr algn="ctr"/>
                      <a:r>
                        <a:rPr sz="2175" b="1">
                          <a:solidFill>
                            <a:srgbClr val="111111"/>
                          </a:solidFill>
                          <a:latin typeface="Apple SD Gothic Neo"/>
                          <a:ea typeface="Apple SD Gothic Neo"/>
                          <a:cs typeface="Apple SD Gothic Neo"/>
                        </a:rPr>
                        <a:t>구조</a:t>
                      </a:r>
                    </a:p>
                  </a:txBody>
                  <a:tcPr marL="114300" marR="114300" marT="152400" marB="0" anchor="t">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52450">
                <a:tc>
                  <a:txBody>
                    <a:bodyPr anchor="ctr"/>
                    <a:lstStyle/>
                    <a:p>
                      <a:pPr algn="ctr"/>
                      <a:r>
                        <a:rPr sz="1875" b="1">
                          <a:solidFill>
                            <a:srgbClr val="111111"/>
                          </a:solidFill>
                          <a:latin typeface="Apple SD Gothic Neo"/>
                          <a:ea typeface="Apple SD Gothic Neo"/>
                          <a:cs typeface="Apple SD Gothic Neo"/>
                        </a:rPr>
                        <a:t>장점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별도 후보 게시를 기다리지 않고 대상·관계를 공동 생산</a:t>
                      </a:r>
                    </a:p>
                    <a:p>
                      <a:pPr algn="ctr"/>
                      <a:r>
                        <a:rPr sz="1500">
                          <a:solidFill>
                            <a:srgbClr val="111111"/>
                          </a:solidFill>
                          <a:latin typeface="Apple SD Gothic Neo"/>
                          <a:ea typeface="Apple SD Gothic Neo"/>
                          <a:cs typeface="Apple SD Gothic Neo"/>
                        </a:rPr>
                        <a:t>발화에 맞는 자유로운 범위를 원본에서 직접 판단</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유효 후보를 같은 판단 안에서 반복 결합</a:t>
                      </a:r>
                    </a:p>
                    <a:p>
                      <a:pPr algn="ctr"/>
                      <a:r>
                        <a:rPr sz="1500">
                          <a:solidFill>
                            <a:srgbClr val="111111"/>
                          </a:solidFill>
                          <a:latin typeface="Apple SD Gothic Neo"/>
                          <a:ea typeface="Apple SD Gothic Neo"/>
                          <a:cs typeface="Apple SD Gothic Neo"/>
                        </a:rPr>
                        <a:t>화면·발화의 해석 근거와 오류 지점을 분리</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857250">
                <a:tc>
                  <a:txBody>
                    <a:bodyPr anchor="ctr"/>
                    <a:lstStyle/>
                    <a:p>
                      <a:pPr algn="ctr"/>
                      <a:r>
                        <a:rPr sz="1875" b="1">
                          <a:solidFill>
                            <a:srgbClr val="111111"/>
                          </a:solidFill>
                          <a:latin typeface="Apple SD Gothic Neo"/>
                          <a:ea typeface="Apple SD Gothic Neo"/>
                          <a:cs typeface="Apple SD Gothic Neo"/>
                        </a:rPr>
                        <a:t>단점</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500" b="0">
                          <a:solidFill>
                            <a:srgbClr val="C00000"/>
                          </a:solidFill>
                          <a:latin typeface="Apple SD Gothic Neo"/>
                          <a:ea typeface="Apple SD Gothic Neo"/>
                          <a:cs typeface="Apple SD Gothic Neo"/>
                        </a:rPr>
                        <a:t>좌표·대상 혼동 시 공동 판단을 다시 수행</a:t>
                      </a:r>
                    </a:p>
                    <a:p>
                      <a:pPr algn="ctr">
                        <a:lnSpc>
                          <a:spcPct val="100000"/>
                        </a:lnSpc>
                        <a:buNone/>
                      </a:pPr>
                      <a:r>
                        <a:rPr sz="1500" b="0">
                          <a:solidFill>
                            <a:srgbClr val="C00000"/>
                          </a:solidFill>
                          <a:latin typeface="Apple SD Gothic Neo"/>
                          <a:ea typeface="Apple SD Gothic Neo"/>
                          <a:cs typeface="Apple SD Gothic Neo"/>
                        </a:rPr>
                        <a:t>큰 원본과 복합 관계를 함께 처리하는 부담</a:t>
                      </a:r>
                    </a:p>
                    <a:p>
                      <a:pPr algn="ctr">
                        <a:lnSpc>
                          <a:spcPct val="100000"/>
                        </a:lnSpc>
                        <a:buNone/>
                      </a:pPr>
                      <a:r>
                        <a:rPr sz="1500" b="0">
                          <a:solidFill>
                            <a:srgbClr val="4676CB"/>
                          </a:solidFill>
                          <a:latin typeface="Apple SD Gothic Neo"/>
                          <a:ea typeface="Apple SD Gothic Neo"/>
                          <a:cs typeface="Apple SD Gothic Neo"/>
                        </a:rPr>
                        <a:t>[복구 대안] A2+A5 / 정규화 A에는 추가 적용하지 않음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C00000"/>
                          </a:solidFill>
                          <a:latin typeface="Apple SD Gothic Neo"/>
                          <a:ea typeface="Apple SD Gothic Neo"/>
                          <a:cs typeface="Apple SD Gothic Neo"/>
                        </a:rPr>
                        <a:t>생산·게시·확장과 결합 의존 및 상태 추가</a:t>
                      </a:r>
                    </a:p>
                    <a:p>
                      <a:pPr algn="ctr"/>
                      <a:r>
                        <a:rPr sz="1500">
                          <a:solidFill>
                            <a:srgbClr val="C00000"/>
                          </a:solidFill>
                          <a:latin typeface="Apple SD Gothic Neo"/>
                          <a:ea typeface="Apple SD Gothic Neo"/>
                          <a:cs typeface="Apple SD Gothic Neo"/>
                        </a:rPr>
                        <a:t>후보의 범위 오류가 최종 결합을 막을 수 있음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7.716 (15/15)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18.774 (12/15)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l"/>
                      <a:r>
                        <a:rPr sz="1425" b="1">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lnSpc>
                          <a:spcPct val="100000"/>
                        </a:lnSpc>
                        <a:buNone/>
                      </a:pPr>
                      <a:r>
                        <a:rPr sz="1500" b="0">
                          <a:solidFill>
                            <a:srgbClr val="111111"/>
                          </a:solidFill>
                          <a:latin typeface="Apple SD Gothic Neo"/>
                          <a:ea typeface="Apple SD Gothic Neo"/>
                          <a:cs typeface="Apple SD Gothic Neo"/>
                        </a:rPr>
                        <a:t>24/24 (정규화 기본)</a:t>
                      </a:r>
                    </a:p>
                    <a:p>
                      <a:pPr algn="ctr">
                        <a:lnSpc>
                          <a:spcPct val="100000"/>
                        </a:lnSpc>
                        <a:buNone/>
                      </a:pPr>
                      <a:r>
                        <a:rPr sz="1500" b="0">
                          <a:solidFill>
                            <a:srgbClr val="4676CB"/>
                          </a:solidFill>
                          <a:latin typeface="Apple SD Gothic Neo"/>
                          <a:ea typeface="Apple SD Gothic Neo"/>
                          <a:cs typeface="Apple SD Gothic Neo"/>
                        </a:rPr>
                        <a:t>[별도 pixel 복구] 19/24 → 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18/24 (75.0%)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9.646 (12/12)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25.033 (9/12)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미측정 (이전 판본 2.50)</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QA05 모델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0.0254572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0.0650212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304800">
                <a:tc>
                  <a:txBody>
                    <a:bodyPr anchor="ctr"/>
                    <a:lstStyle/>
                    <a:p>
                      <a:pPr algn="l"/>
                      <a:r>
                        <a:rPr sz="1425" b="1">
                          <a:solidFill>
                            <a:srgbClr val="111111"/>
                          </a:solidFill>
                          <a:latin typeface="Apple SD Gothic Neo"/>
                          <a:ea typeface="Apple SD Gothic Neo"/>
                          <a:cs typeface="Apple SD Gothic Neo"/>
                        </a:rPr>
                        <a:t>QA06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7F8FA"/>
                    </a:solidFill>
                  </a:tcPr>
                </a:tc>
                <a:tc>
                  <a:txBody>
                    <a:bodyPr anchor="ctr"/>
                    <a:lstStyle/>
                    <a:p>
                      <a:pPr algn="ctr"/>
                      <a:r>
                        <a:rPr sz="1500">
                          <a:solidFill>
                            <a:srgbClr val="111111"/>
                          </a:solidFill>
                          <a:latin typeface="Apple SD Gothic Neo"/>
                          <a:ea typeface="Apple SD Gothic Neo"/>
                          <a:cs typeface="Apple SD Gothic Neo"/>
                        </a:rPr>
                        <a:t>40.141</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500">
                          <a:solidFill>
                            <a:srgbClr val="111111"/>
                          </a:solidFill>
                          <a:latin typeface="Apple SD Gothic Neo"/>
                          <a:ea typeface="Apple SD Gothic Neo"/>
                          <a:cs typeface="Apple SD Gothic Neo"/>
                        </a:rPr>
                        <a:t>41.894</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16" name="DP3 object 174">
            <a:extLst xmlns:a="http://schemas.openxmlformats.org/drawingml/2006/main">
              <a:ext uri="{FF2B5EF4-FFF2-40B4-BE49-F238E27FC236}">
                <a16:creationId xmlns:a16="http://schemas.microsoft.com/office/drawing/2014/main" id="{B7D91495-5D27-471A-AFF0-3ADBEB838BD0}"/>
              </a:ext>
            </a:extLst>
          </p:cNvPr>
          <p:cNvSpPr>
            <a:spLocks xmlns:a="http://schemas.openxmlformats.org/drawingml/2006/main" noGrp="1"/>
          </p:cNvSpPr>
          <p:nvPr/>
        </p:nvSpPr>
        <p:spPr>
          <a:xfrm xmlns:a="http://schemas.openxmlformats.org/drawingml/2006/main">
            <a:off x="381000" y="2781300"/>
            <a:ext cx="1323975" cy="657225"/>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17" name="DP3 object 175">
            <a:extLst xmlns:a="http://schemas.openxmlformats.org/drawingml/2006/main">
              <a:ext uri="{FF2B5EF4-FFF2-40B4-BE49-F238E27FC236}">
                <a16:creationId xmlns:a16="http://schemas.microsoft.com/office/drawing/2014/main" id="{C10755DA-DF63-4B24-AA6A-4F353C0AC417}"/>
              </a:ext>
            </a:extLst>
          </p:cNvPr>
          <p:cNvSpPr>
            <a:spLocks xmlns:a="http://schemas.openxmlformats.org/drawingml/2006/main" noGrp="1"/>
          </p:cNvSpPr>
          <p:nvPr/>
        </p:nvSpPr>
        <p:spPr>
          <a:xfrm xmlns:a="http://schemas.openxmlformats.org/drawingml/2006/main">
            <a:off x="419100" y="2800350"/>
            <a:ext cx="1238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1">
                <a:solidFill>
                  <a:srgbClr val="111111"/>
                </a:solidFill>
                <a:latin typeface="Apple SD Gothic Neo"/>
                <a:ea typeface="Apple SD Gothic Neo"/>
                <a:cs typeface="Apple SD Gothic Neo"/>
              </a:defRPr>
            </a:defPPr>
            <a:lvl1pPr algn="ctr">
              <a:defRPr sz="1500" b="1">
                <a:solidFill>
                  <a:srgbClr val="111111"/>
                </a:solidFill>
                <a:latin typeface="Apple SD Gothic Neo"/>
                <a:ea typeface="Apple SD Gothic Neo"/>
                <a:cs typeface="Apple SD Gothic Neo"/>
              </a:defRPr>
            </a:lvl1pPr>
            <a:lvl2pPr algn="ctr">
              <a:defRPr sz="1500" b="1">
                <a:solidFill>
                  <a:srgbClr val="111111"/>
                </a:solidFill>
                <a:latin typeface="Apple SD Gothic Neo"/>
                <a:ea typeface="Apple SD Gothic Neo"/>
                <a:cs typeface="Apple SD Gothic Neo"/>
              </a:defRPr>
            </a:lvl2pPr>
            <a:lvl3pPr algn="ctr">
              <a:defRPr sz="1500" b="1">
                <a:solidFill>
                  <a:srgbClr val="111111"/>
                </a:solidFill>
                <a:latin typeface="Apple SD Gothic Neo"/>
                <a:ea typeface="Apple SD Gothic Neo"/>
                <a:cs typeface="Apple SD Gothic Neo"/>
              </a:defRPr>
            </a:lvl3pPr>
            <a:lvl4pPr algn="ctr">
              <a:defRPr sz="1500" b="1">
                <a:solidFill>
                  <a:srgbClr val="111111"/>
                </a:solidFill>
                <a:latin typeface="Apple SD Gothic Neo"/>
                <a:ea typeface="Apple SD Gothic Neo"/>
                <a:cs typeface="Apple SD Gothic Neo"/>
              </a:defRPr>
            </a:lvl4pPr>
            <a:lvl5pPr algn="ctr">
              <a:defRPr sz="1500" b="1">
                <a:solidFill>
                  <a:srgbClr val="111111"/>
                </a:solidFill>
                <a:latin typeface="Apple SD Gothic Neo"/>
                <a:ea typeface="Apple SD Gothic Neo"/>
                <a:cs typeface="Apple SD Gothic Neo"/>
              </a:defRPr>
            </a:lvl5pPr>
            <a:lvl6pPr algn="ctr">
              <a:defRPr sz="1500" b="1">
                <a:solidFill>
                  <a:srgbClr val="111111"/>
                </a:solidFill>
                <a:latin typeface="Apple SD Gothic Neo"/>
                <a:ea typeface="Apple SD Gothic Neo"/>
                <a:cs typeface="Apple SD Gothic Neo"/>
              </a:defRPr>
            </a:lvl6pPr>
            <a:lvl7pPr algn="ctr">
              <a:defRPr sz="1500" b="1">
                <a:solidFill>
                  <a:srgbClr val="111111"/>
                </a:solidFill>
                <a:latin typeface="Apple SD Gothic Neo"/>
                <a:ea typeface="Apple SD Gothic Neo"/>
                <a:cs typeface="Apple SD Gothic Neo"/>
              </a:defRPr>
            </a:lvl7pPr>
            <a:lvl8pPr algn="ctr">
              <a:defRPr sz="1500" b="1">
                <a:solidFill>
                  <a:srgbClr val="111111"/>
                </a:solidFill>
                <a:latin typeface="Apple SD Gothic Neo"/>
                <a:ea typeface="Apple SD Gothic Neo"/>
                <a:cs typeface="Apple SD Gothic Neo"/>
              </a:defRPr>
            </a:lvl8pPr>
            <a:lvl9pPr algn="ctr">
              <a:defRPr sz="1500" b="1">
                <a:solidFill>
                  <a:srgbClr val="111111"/>
                </a:solidFill>
                <a:latin typeface="Apple SD Gothic Neo"/>
                <a:ea typeface="Apple SD Gothic Neo"/>
                <a:cs typeface="Apple SD Gothic Neo"/>
              </a:defRPr>
            </a:lvl9pPr>
          </a:lstStyle>
          <a:p xmlns:a="http://schemas.openxmlformats.org/drawingml/2006/main">
            <a:pPr algn="ctr">
              <a:defRPr sz="1500" b="1">
                <a:solidFill>
                  <a:srgbClr val="111111"/>
                </a:solidFill>
                <a:latin typeface="Apple SD Gothic Neo"/>
                <a:ea typeface="Apple SD Gothic Neo"/>
                <a:cs typeface="Apple SD Gothic Neo"/>
              </a:defRPr>
            </a:pPr>
            <a:r>
              <a:rPr sz="1500" b="1">
                <a:solidFill>
                  <a:srgbClr val="111111"/>
                </a:solidFill>
                <a:latin typeface="Apple SD Gothic Neo"/>
                <a:ea typeface="Apple SD Gothic Neo"/>
                <a:cs typeface="Apple SD Gothic Neo"/>
              </a:rPr>
              <a:t>Component</a:t>
            </a:r>
          </a:p>
        </p:txBody>
      </p:sp>
      <p:sp>
        <p:nvSpPr>
          <p:cNvPr id="18" name="DP3 object 176">
            <a:extLst xmlns:a="http://schemas.openxmlformats.org/drawingml/2006/main">
              <a:ext uri="{FF2B5EF4-FFF2-40B4-BE49-F238E27FC236}">
                <a16:creationId xmlns:a16="http://schemas.microsoft.com/office/drawing/2014/main" id="{43959A19-3A0C-47EA-A94F-936977F9E071}"/>
              </a:ext>
            </a:extLst>
          </p:cNvPr>
          <p:cNvSpPr>
            <a:spLocks xmlns:a="http://schemas.openxmlformats.org/drawingml/2006/main" noGrp="1"/>
          </p:cNvSpPr>
          <p:nvPr/>
        </p:nvSpPr>
        <p:spPr>
          <a:xfrm xmlns:a="http://schemas.openxmlformats.org/drawingml/2006/main">
            <a:off x="466725" y="3105150"/>
            <a:ext cx="1152525" cy="247650"/>
          </a:xfrm>
          <a:prstGeom xmlns:a="http://schemas.openxmlformats.org/drawingml/2006/main" prst="rect">
            <a:avLst/>
          </a:prstGeom>
          <a:solidFill xmlns:a="http://schemas.openxmlformats.org/drawingml/2006/main">
            <a:srgbClr val="FFFFFF"/>
          </a:solidFill>
          <a:ln xmlns:a="http://schemas.openxmlformats.org/drawingml/2006/main" w="12383">
            <a:solidFill>
              <a:srgbClr val="111111"/>
            </a:solidFill>
            <a:prstDash val="solid"/>
          </a:ln>
        </p:spPr>
      </p:sp>
      <p:sp>
        <p:nvSpPr>
          <p:cNvPr id="19" name="DP3 object 177">
            <a:extLst xmlns:a="http://schemas.openxmlformats.org/drawingml/2006/main">
              <a:ext uri="{FF2B5EF4-FFF2-40B4-BE49-F238E27FC236}">
                <a16:creationId xmlns:a16="http://schemas.microsoft.com/office/drawing/2014/main" id="{F5CDA045-2D97-46FD-86EC-8D9A267CF699}"/>
              </a:ext>
            </a:extLst>
          </p:cNvPr>
          <p:cNvSpPr>
            <a:spLocks xmlns:a="http://schemas.openxmlformats.org/drawingml/2006/main" noGrp="1"/>
          </p:cNvSpPr>
          <p:nvPr/>
        </p:nvSpPr>
        <p:spPr>
          <a:xfrm xmlns:a="http://schemas.openxmlformats.org/drawingml/2006/main">
            <a:off x="485775" y="3105150"/>
            <a:ext cx="111442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내부 Module</a:t>
            </a:r>
          </a:p>
        </p:txBody>
      </p:sp>
      <p:sp>
        <p:nvSpPr>
          <p:cNvPr id="20" name="보존 상태">
            <a:extLst xmlns:a="http://schemas.openxmlformats.org/drawingml/2006/main">
              <a:ext uri="{FF2B5EF4-FFF2-40B4-BE49-F238E27FC236}">
                <a16:creationId xmlns:a16="http://schemas.microsoft.com/office/drawing/2014/main" id="{7EB97284-3314-49FC-926E-F018CEA69E58}"/>
              </a:ext>
            </a:extLst>
          </p:cNvPr>
          <p:cNvSpPr>
            <a:spLocks xmlns:a="http://schemas.openxmlformats.org/drawingml/2006/main" noGrp="1"/>
          </p:cNvSpPr>
          <p:nvPr/>
        </p:nvSpPr>
        <p:spPr>
          <a:xfrm xmlns:a="http://schemas.openxmlformats.org/drawingml/2006/main">
            <a:off x="400050" y="3790950"/>
            <a:ext cx="1285875" cy="5715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1" name="DP3 object 178">
            <a:extLst xmlns:a="http://schemas.openxmlformats.org/drawingml/2006/main">
              <a:ext uri="{FF2B5EF4-FFF2-40B4-BE49-F238E27FC236}">
                <a16:creationId xmlns:a16="http://schemas.microsoft.com/office/drawing/2014/main" id="{543D433E-2AF3-43E7-B920-B1524690880D}"/>
              </a:ext>
            </a:extLst>
          </p:cNvPr>
          <p:cNvSpPr>
            <a:spLocks xmlns:a="http://schemas.openxmlformats.org/drawingml/2006/main" noGrp="1"/>
          </p:cNvSpPr>
          <p:nvPr/>
        </p:nvSpPr>
        <p:spPr>
          <a:xfrm xmlns:a="http://schemas.openxmlformats.org/drawingml/2006/main">
            <a:off x="447675" y="3895725"/>
            <a:ext cx="1190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보존 상태</a:t>
            </a:r>
          </a:p>
        </p:txBody>
      </p:sp>
      <p:sp>
        <p:nvSpPr>
          <p:cNvPr id="22" name="DP3 object 179">
            <a:extLst xmlns:a="http://schemas.openxmlformats.org/drawingml/2006/main">
              <a:ext uri="{FF2B5EF4-FFF2-40B4-BE49-F238E27FC236}">
                <a16:creationId xmlns:a16="http://schemas.microsoft.com/office/drawing/2014/main" id="{39BD1E01-C7BB-4083-A33F-AE064A878C78}"/>
              </a:ext>
            </a:extLst>
          </p:cNvPr>
          <p:cNvSpPr>
            <a:spLocks xmlns:a="http://schemas.openxmlformats.org/drawingml/2006/main" noGrp="1"/>
          </p:cNvSpPr>
          <p:nvPr/>
        </p:nvSpPr>
        <p:spPr>
          <a:xfrm xmlns:a="http://schemas.openxmlformats.org/drawingml/2006/main">
            <a:off x="314325" y="4591050"/>
            <a:ext cx="14954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실선: 처리·자료</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점선: 조건부 경로</a:t>
            </a:r>
          </a:p>
        </p:txBody>
      </p:sp>
      <p:sp>
        <p:nvSpPr>
          <p:cNvPr id="23" name="DP3 object 180">
            <a:extLst xmlns:a="http://schemas.openxmlformats.org/drawingml/2006/main">
              <a:ext uri="{FF2B5EF4-FFF2-40B4-BE49-F238E27FC236}">
                <a16:creationId xmlns:a16="http://schemas.microsoft.com/office/drawing/2014/main" id="{03E5853C-5494-4679-9E49-39EF9A365CF3}"/>
              </a:ext>
            </a:extLst>
          </p:cNvPr>
          <p:cNvSpPr>
            <a:spLocks xmlns:a="http://schemas.openxmlformats.org/drawingml/2006/main" noGrp="1"/>
          </p:cNvSpPr>
          <p:nvPr/>
        </p:nvSpPr>
        <p:spPr>
          <a:xfrm xmlns:a="http://schemas.openxmlformats.org/drawingml/2006/main">
            <a:off x="314325" y="5286375"/>
            <a:ext cx="14954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모듈별 모델 복제나</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독립 process 아님</a:t>
            </a:r>
          </a:p>
        </p:txBody>
      </p:sp>
      <p:sp>
        <p:nvSpPr>
          <p:cNvPr id="24" name="DP3 object 181">
            <a:extLst xmlns:a="http://schemas.openxmlformats.org/drawingml/2006/main">
              <a:ext uri="{FF2B5EF4-FFF2-40B4-BE49-F238E27FC236}">
                <a16:creationId xmlns:a16="http://schemas.microsoft.com/office/drawing/2014/main" id="{6D52800F-B9AA-401F-8FF2-4DAD820EBD36}"/>
              </a:ext>
            </a:extLst>
          </p:cNvPr>
          <p:cNvSpPr>
            <a:spLocks xmlns:a="http://schemas.openxmlformats.org/drawingml/2006/main" noGrp="1"/>
          </p:cNvSpPr>
          <p:nvPr/>
        </p:nvSpPr>
        <p:spPr>
          <a:xfrm xmlns:a="http://schemas.openxmlformats.org/drawingml/2006/main">
            <a:off x="314325" y="5800725"/>
            <a:ext cx="14954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00" b="0">
                <a:solidFill>
                  <a:srgbClr val="4676CB"/>
                </a:solidFill>
                <a:latin typeface="Apple SD Gothic Neo"/>
                <a:ea typeface="Apple SD Gothic Neo"/>
                <a:cs typeface="Apple SD Gothic Neo"/>
              </a:defRPr>
            </a:defPPr>
            <a:lvl1pPr algn="ctr">
              <a:defRPr sz="1200" b="0">
                <a:solidFill>
                  <a:srgbClr val="4676CB"/>
                </a:solidFill>
                <a:latin typeface="Apple SD Gothic Neo"/>
                <a:ea typeface="Apple SD Gothic Neo"/>
                <a:cs typeface="Apple SD Gothic Neo"/>
              </a:defRPr>
            </a:lvl1pPr>
            <a:lvl2pPr algn="ctr">
              <a:defRPr sz="1200" b="0">
                <a:solidFill>
                  <a:srgbClr val="4676CB"/>
                </a:solidFill>
                <a:latin typeface="Apple SD Gothic Neo"/>
                <a:ea typeface="Apple SD Gothic Neo"/>
                <a:cs typeface="Apple SD Gothic Neo"/>
              </a:defRPr>
            </a:lvl2pPr>
            <a:lvl3pPr algn="ctr">
              <a:defRPr sz="1200" b="0">
                <a:solidFill>
                  <a:srgbClr val="4676CB"/>
                </a:solidFill>
                <a:latin typeface="Apple SD Gothic Neo"/>
                <a:ea typeface="Apple SD Gothic Neo"/>
                <a:cs typeface="Apple SD Gothic Neo"/>
              </a:defRPr>
            </a:lvl3pPr>
            <a:lvl4pPr algn="ctr">
              <a:defRPr sz="1200" b="0">
                <a:solidFill>
                  <a:srgbClr val="4676CB"/>
                </a:solidFill>
                <a:latin typeface="Apple SD Gothic Neo"/>
                <a:ea typeface="Apple SD Gothic Neo"/>
                <a:cs typeface="Apple SD Gothic Neo"/>
              </a:defRPr>
            </a:lvl4pPr>
            <a:lvl5pPr algn="ctr">
              <a:defRPr sz="1200" b="0">
                <a:solidFill>
                  <a:srgbClr val="4676CB"/>
                </a:solidFill>
                <a:latin typeface="Apple SD Gothic Neo"/>
                <a:ea typeface="Apple SD Gothic Neo"/>
                <a:cs typeface="Apple SD Gothic Neo"/>
              </a:defRPr>
            </a:lvl5pPr>
            <a:lvl6pPr algn="ctr">
              <a:defRPr sz="1200" b="0">
                <a:solidFill>
                  <a:srgbClr val="4676CB"/>
                </a:solidFill>
                <a:latin typeface="Apple SD Gothic Neo"/>
                <a:ea typeface="Apple SD Gothic Neo"/>
                <a:cs typeface="Apple SD Gothic Neo"/>
              </a:defRPr>
            </a:lvl6pPr>
            <a:lvl7pPr algn="ctr">
              <a:defRPr sz="1200" b="0">
                <a:solidFill>
                  <a:srgbClr val="4676CB"/>
                </a:solidFill>
                <a:latin typeface="Apple SD Gothic Neo"/>
                <a:ea typeface="Apple SD Gothic Neo"/>
                <a:cs typeface="Apple SD Gothic Neo"/>
              </a:defRPr>
            </a:lvl7pPr>
            <a:lvl8pPr algn="ctr">
              <a:defRPr sz="1200" b="0">
                <a:solidFill>
                  <a:srgbClr val="4676CB"/>
                </a:solidFill>
                <a:latin typeface="Apple SD Gothic Neo"/>
                <a:ea typeface="Apple SD Gothic Neo"/>
                <a:cs typeface="Apple SD Gothic Neo"/>
              </a:defRPr>
            </a:lvl8pPr>
            <a:lvl9pPr algn="ctr">
              <a:defRPr sz="1200" b="0">
                <a:solidFill>
                  <a:srgbClr val="4676CB"/>
                </a:solidFill>
                <a:latin typeface="Apple SD Gothic Neo"/>
                <a:ea typeface="Apple SD Gothic Neo"/>
                <a:cs typeface="Apple SD Gothic Neo"/>
              </a:defRPr>
            </a:lvl9pPr>
          </a:lstStyle>
          <a:p xmlns:a="http://schemas.openxmlformats.org/drawingml/2006/main">
            <a:pPr algn="ctr">
              <a:defRPr sz="1200" b="0">
                <a:solidFill>
                  <a:srgbClr val="4676CB"/>
                </a:solidFill>
                <a:latin typeface="Apple SD Gothic Neo"/>
                <a:ea typeface="Apple SD Gothic Neo"/>
                <a:cs typeface="Apple SD Gothic Neo"/>
              </a:defRPr>
            </a:pPr>
            <a:r>
              <a:rPr sz="1200" b="0">
                <a:solidFill>
                  <a:srgbClr val="4676CB"/>
                </a:solidFill>
                <a:latin typeface="Apple SD Gothic Neo"/>
                <a:ea typeface="Apple SD Gothic Neo"/>
                <a:cs typeface="Apple SD Gothic Neo"/>
              </a:rPr>
              <a:t>파란 점선:</a:t>
            </a:r>
          </a:p>
          <a:p xmlns:a="http://schemas.openxmlformats.org/drawingml/2006/main">
            <a:pPr algn="ctr">
              <a:defRPr sz="1200" b="0">
                <a:solidFill>
                  <a:srgbClr val="4676CB"/>
                </a:solidFill>
                <a:latin typeface="Apple SD Gothic Neo"/>
                <a:ea typeface="Apple SD Gothic Neo"/>
                <a:cs typeface="Apple SD Gothic Neo"/>
              </a:defRPr>
            </a:pPr>
            <a:r>
              <a:rPr sz="1200" b="0">
                <a:solidFill>
                  <a:srgbClr val="4676CB"/>
                </a:solidFill>
                <a:latin typeface="Apple SD Gothic Neo"/>
                <a:ea typeface="Apple SD Gothic Neo"/>
                <a:cs typeface="Apple SD Gothic Neo"/>
              </a:rPr>
              <a:t>별도 복구 대안</a:t>
            </a:r>
          </a:p>
        </p:txBody>
      </p:sp>
      <p:sp>
        <p:nvSpPr>
          <p:cNvPr id="25" name="DP3 object 182">
            <a:extLst xmlns:a="http://schemas.openxmlformats.org/drawingml/2006/main">
              <a:ext uri="{FF2B5EF4-FFF2-40B4-BE49-F238E27FC236}">
                <a16:creationId xmlns:a16="http://schemas.microsoft.com/office/drawing/2014/main" id="{ACE7757D-C019-4961-963E-8147B5B92F23}"/>
              </a:ext>
            </a:extLst>
          </p:cNvPr>
          <p:cNvSpPr>
            <a:spLocks xmlns:a="http://schemas.openxmlformats.org/drawingml/2006/main" noGrp="1"/>
          </p:cNvSpPr>
          <p:nvPr/>
        </p:nvSpPr>
        <p:spPr>
          <a:xfrm xmlns:a="http://schemas.openxmlformats.org/drawingml/2006/main">
            <a:off x="1971675" y="2190750"/>
            <a:ext cx="78867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대상 범위와 지칭 관계를 한 책임에서 생산</a:t>
            </a:r>
          </a:p>
        </p:txBody>
      </p:sp>
      <p:sp>
        <p:nvSpPr>
          <p:cNvPr id="26" name="발화 원문&#10;시각·정정">
            <a:extLst xmlns:a="http://schemas.openxmlformats.org/drawingml/2006/main">
              <a:ext uri="{FF2B5EF4-FFF2-40B4-BE49-F238E27FC236}">
                <a16:creationId xmlns:a16="http://schemas.microsoft.com/office/drawing/2014/main" id="{5E2341DE-6B51-45B4-8256-735DE940FCD6}"/>
              </a:ext>
            </a:extLst>
          </p:cNvPr>
          <p:cNvSpPr>
            <a:spLocks xmlns:a="http://schemas.openxmlformats.org/drawingml/2006/main" noGrp="1"/>
          </p:cNvSpPr>
          <p:nvPr/>
        </p:nvSpPr>
        <p:spPr>
          <a:xfrm xmlns:a="http://schemas.openxmlformats.org/drawingml/2006/main">
            <a:off x="2038350" y="2943225"/>
            <a:ext cx="1800225" cy="7334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7" name="DP3 object 183">
            <a:extLst xmlns:a="http://schemas.openxmlformats.org/drawingml/2006/main">
              <a:ext uri="{FF2B5EF4-FFF2-40B4-BE49-F238E27FC236}">
                <a16:creationId xmlns:a16="http://schemas.microsoft.com/office/drawing/2014/main" id="{D7FCCD28-439B-406F-85A3-7F9F4B033AF4}"/>
              </a:ext>
            </a:extLst>
          </p:cNvPr>
          <p:cNvSpPr>
            <a:spLocks xmlns:a="http://schemas.openxmlformats.org/drawingml/2006/main" noGrp="1"/>
          </p:cNvSpPr>
          <p:nvPr/>
        </p:nvSpPr>
        <p:spPr>
          <a:xfrm xmlns:a="http://schemas.openxmlformats.org/drawingml/2006/main">
            <a:off x="2085975" y="3048000"/>
            <a:ext cx="1704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발화 원문</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시각·정정</a:t>
            </a:r>
          </a:p>
        </p:txBody>
      </p:sp>
      <p:sp>
        <p:nvSpPr>
          <p:cNvPr id="28" name="당시 화면&#10;선택·pointer">
            <a:extLst xmlns:a="http://schemas.openxmlformats.org/drawingml/2006/main">
              <a:ext uri="{FF2B5EF4-FFF2-40B4-BE49-F238E27FC236}">
                <a16:creationId xmlns:a16="http://schemas.microsoft.com/office/drawing/2014/main" id="{D8E93831-3576-40D9-885A-6981D0B90E46}"/>
              </a:ext>
            </a:extLst>
          </p:cNvPr>
          <p:cNvSpPr>
            <a:spLocks xmlns:a="http://schemas.openxmlformats.org/drawingml/2006/main" noGrp="1"/>
          </p:cNvSpPr>
          <p:nvPr/>
        </p:nvSpPr>
        <p:spPr>
          <a:xfrm xmlns:a="http://schemas.openxmlformats.org/drawingml/2006/main">
            <a:off x="2038350" y="4000500"/>
            <a:ext cx="1800225" cy="8096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29" name="DP3 object 184">
            <a:extLst xmlns:a="http://schemas.openxmlformats.org/drawingml/2006/main">
              <a:ext uri="{FF2B5EF4-FFF2-40B4-BE49-F238E27FC236}">
                <a16:creationId xmlns:a16="http://schemas.microsoft.com/office/drawing/2014/main" id="{5C5B66E9-FCEA-486A-8260-C80C12E3D8AA}"/>
              </a:ext>
            </a:extLst>
          </p:cNvPr>
          <p:cNvSpPr>
            <a:spLocks xmlns:a="http://schemas.openxmlformats.org/drawingml/2006/main" noGrp="1"/>
          </p:cNvSpPr>
          <p:nvPr/>
        </p:nvSpPr>
        <p:spPr>
          <a:xfrm xmlns:a="http://schemas.openxmlformats.org/drawingml/2006/main">
            <a:off x="2085975" y="4105275"/>
            <a:ext cx="17049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당시 화면</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선택·pointer</a:t>
            </a:r>
          </a:p>
        </p:txBody>
      </p:sp>
      <p:sp>
        <p:nvSpPr>
          <p:cNvPr id="30" name="Request Interpreter Component">
            <a:extLst xmlns:a="http://schemas.openxmlformats.org/drawingml/2006/main">
              <a:ext uri="{FF2B5EF4-FFF2-40B4-BE49-F238E27FC236}">
                <a16:creationId xmlns:a16="http://schemas.microsoft.com/office/drawing/2014/main" id="{D4A6B1D4-8D64-4E99-8866-8F935B335870}"/>
              </a:ext>
            </a:extLst>
          </p:cNvPr>
          <p:cNvSpPr>
            <a:spLocks xmlns:a="http://schemas.openxmlformats.org/drawingml/2006/main" noGrp="1"/>
          </p:cNvSpPr>
          <p:nvPr/>
        </p:nvSpPr>
        <p:spPr>
          <a:xfrm xmlns:a="http://schemas.openxmlformats.org/drawingml/2006/main">
            <a:off x="4048125" y="2590800"/>
            <a:ext cx="5676900" cy="30099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31" name="DP3 object 185">
            <a:extLst xmlns:a="http://schemas.openxmlformats.org/drawingml/2006/main">
              <a:ext uri="{FF2B5EF4-FFF2-40B4-BE49-F238E27FC236}">
                <a16:creationId xmlns:a16="http://schemas.microsoft.com/office/drawing/2014/main" id="{3D09E650-2995-4077-AEBD-5652182A077A}"/>
              </a:ext>
            </a:extLst>
          </p:cNvPr>
          <p:cNvSpPr>
            <a:spLocks xmlns:a="http://schemas.openxmlformats.org/drawingml/2006/main" noGrp="1"/>
          </p:cNvSpPr>
          <p:nvPr/>
        </p:nvSpPr>
        <p:spPr>
          <a:xfrm xmlns:a="http://schemas.openxmlformats.org/drawingml/2006/main">
            <a:off x="4124325" y="2609850"/>
            <a:ext cx="552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32" name="Editable path 186">
            <a:extLst xmlns:a="http://schemas.openxmlformats.org/drawingml/2006/main">
              <a:ext uri="{FF2B5EF4-FFF2-40B4-BE49-F238E27FC236}">
                <a16:creationId xmlns:a16="http://schemas.microsoft.com/office/drawing/2014/main" id="{B6AF1DA4-CC30-4C87-829B-D00FEAD1D969}"/>
              </a:ext>
            </a:extLst>
          </p:cNvPr>
          <p:cNvSpPr>
            <a:spLocks xmlns:a="http://schemas.openxmlformats.org/drawingml/2006/main" noGrp="1"/>
          </p:cNvSpPr>
          <p:nvPr/>
        </p:nvSpPr>
        <p:spPr>
          <a:xfrm xmlns:a="http://schemas.openxmlformats.org/drawingml/2006/main">
            <a:off x="4048125" y="2933700"/>
            <a:ext cx="5676900" cy="953"/>
          </a:xfrm>
          <a:custGeom xmlns:a="http://schemas.openxmlformats.org/drawingml/2006/main">
            <a:pathLst>
              <a:path w="5676900" h="953">
                <a:moveTo>
                  <a:pt x="0" y="0"/>
                </a:moveTo>
                <a:lnTo>
                  <a:pt x="5676900" y="0"/>
                </a:lnTo>
              </a:path>
            </a:pathLst>
          </a:custGeom>
          <a:noFill xmlns:a="http://schemas.openxmlformats.org/drawingml/2006/main"/>
          <a:ln xmlns:a="http://schemas.openxmlformats.org/drawingml/2006/main" w="13335">
            <a:solidFill>
              <a:srgbClr val="111111"/>
            </a:solidFill>
            <a:prstDash val="solid"/>
          </a:ln>
        </p:spPr>
      </p:sp>
      <p:sp>
        <p:nvSpPr>
          <p:cNvPr id="33" name="Grounding Attempt Control / Joint Work Queue">
            <a:extLst xmlns:a="http://schemas.openxmlformats.org/drawingml/2006/main">
              <a:ext uri="{FF2B5EF4-FFF2-40B4-BE49-F238E27FC236}">
                <a16:creationId xmlns:a16="http://schemas.microsoft.com/office/drawing/2014/main" id="{50D97DBA-4322-4A2A-84EF-6A4EFDDD31A4}"/>
              </a:ext>
            </a:extLst>
          </p:cNvPr>
          <p:cNvSpPr>
            <a:spLocks xmlns:a="http://schemas.openxmlformats.org/drawingml/2006/main" noGrp="1"/>
          </p:cNvSpPr>
          <p:nvPr/>
        </p:nvSpPr>
        <p:spPr>
          <a:xfrm xmlns:a="http://schemas.openxmlformats.org/drawingml/2006/main">
            <a:off x="4238625" y="3000375"/>
            <a:ext cx="5295900" cy="3429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4" name="DP3 object 187">
            <a:extLst xmlns:a="http://schemas.openxmlformats.org/drawingml/2006/main">
              <a:ext uri="{FF2B5EF4-FFF2-40B4-BE49-F238E27FC236}">
                <a16:creationId xmlns:a16="http://schemas.microsoft.com/office/drawing/2014/main" id="{290C3B68-967C-435A-B86B-D9FBEB06ABE0}"/>
              </a:ext>
            </a:extLst>
          </p:cNvPr>
          <p:cNvSpPr>
            <a:spLocks xmlns:a="http://schemas.openxmlformats.org/drawingml/2006/main" noGrp="1"/>
          </p:cNvSpPr>
          <p:nvPr/>
        </p:nvSpPr>
        <p:spPr>
          <a:xfrm xmlns:a="http://schemas.openxmlformats.org/drawingml/2006/main">
            <a:off x="4305300" y="3038475"/>
            <a:ext cx="5162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00" b="0">
                <a:solidFill>
                  <a:srgbClr val="111111"/>
                </a:solidFill>
                <a:latin typeface="Apple SD Gothic Neo"/>
                <a:ea typeface="Apple SD Gothic Neo"/>
                <a:cs typeface="Apple SD Gothic Neo"/>
              </a:defRPr>
            </a:defPPr>
            <a:lvl1pPr algn="ctr">
              <a:defRPr sz="1500" b="0">
                <a:solidFill>
                  <a:srgbClr val="111111"/>
                </a:solidFill>
                <a:latin typeface="Apple SD Gothic Neo"/>
                <a:ea typeface="Apple SD Gothic Neo"/>
                <a:cs typeface="Apple SD Gothic Neo"/>
              </a:defRPr>
            </a:lvl1pPr>
            <a:lvl2pPr algn="ctr">
              <a:defRPr sz="1500" b="0">
                <a:solidFill>
                  <a:srgbClr val="111111"/>
                </a:solidFill>
                <a:latin typeface="Apple SD Gothic Neo"/>
                <a:ea typeface="Apple SD Gothic Neo"/>
                <a:cs typeface="Apple SD Gothic Neo"/>
              </a:defRPr>
            </a:lvl2pPr>
            <a:lvl3pPr algn="ctr">
              <a:defRPr sz="1500" b="0">
                <a:solidFill>
                  <a:srgbClr val="111111"/>
                </a:solidFill>
                <a:latin typeface="Apple SD Gothic Neo"/>
                <a:ea typeface="Apple SD Gothic Neo"/>
                <a:cs typeface="Apple SD Gothic Neo"/>
              </a:defRPr>
            </a:lvl3pPr>
            <a:lvl4pPr algn="ctr">
              <a:defRPr sz="1500" b="0">
                <a:solidFill>
                  <a:srgbClr val="111111"/>
                </a:solidFill>
                <a:latin typeface="Apple SD Gothic Neo"/>
                <a:ea typeface="Apple SD Gothic Neo"/>
                <a:cs typeface="Apple SD Gothic Neo"/>
              </a:defRPr>
            </a:lvl4pPr>
            <a:lvl5pPr algn="ctr">
              <a:defRPr sz="1500" b="0">
                <a:solidFill>
                  <a:srgbClr val="111111"/>
                </a:solidFill>
                <a:latin typeface="Apple SD Gothic Neo"/>
                <a:ea typeface="Apple SD Gothic Neo"/>
                <a:cs typeface="Apple SD Gothic Neo"/>
              </a:defRPr>
            </a:lvl5pPr>
            <a:lvl6pPr algn="ctr">
              <a:defRPr sz="1500" b="0">
                <a:solidFill>
                  <a:srgbClr val="111111"/>
                </a:solidFill>
                <a:latin typeface="Apple SD Gothic Neo"/>
                <a:ea typeface="Apple SD Gothic Neo"/>
                <a:cs typeface="Apple SD Gothic Neo"/>
              </a:defRPr>
            </a:lvl6pPr>
            <a:lvl7pPr algn="ctr">
              <a:defRPr sz="1500" b="0">
                <a:solidFill>
                  <a:srgbClr val="111111"/>
                </a:solidFill>
                <a:latin typeface="Apple SD Gothic Neo"/>
                <a:ea typeface="Apple SD Gothic Neo"/>
                <a:cs typeface="Apple SD Gothic Neo"/>
              </a:defRPr>
            </a:lvl7pPr>
            <a:lvl8pPr algn="ctr">
              <a:defRPr sz="1500" b="0">
                <a:solidFill>
                  <a:srgbClr val="111111"/>
                </a:solidFill>
                <a:latin typeface="Apple SD Gothic Neo"/>
                <a:ea typeface="Apple SD Gothic Neo"/>
                <a:cs typeface="Apple SD Gothic Neo"/>
              </a:defRPr>
            </a:lvl8pPr>
            <a:lvl9pPr algn="ctr">
              <a:defRPr sz="1500" b="0">
                <a:solidFill>
                  <a:srgbClr val="111111"/>
                </a:solidFill>
                <a:latin typeface="Apple SD Gothic Neo"/>
                <a:ea typeface="Apple SD Gothic Neo"/>
                <a:cs typeface="Apple SD Gothic Neo"/>
              </a:defRPr>
            </a:lvl9pPr>
          </a:lstStyle>
          <a:p xmlns:a="http://schemas.openxmlformats.org/drawingml/2006/main">
            <a:pPr algn="ctr">
              <a:defRPr sz="1500" b="0">
                <a:solidFill>
                  <a:srgbClr val="111111"/>
                </a:solidFill>
                <a:latin typeface="Apple SD Gothic Neo"/>
                <a:ea typeface="Apple SD Gothic Neo"/>
                <a:cs typeface="Apple SD Gothic Neo"/>
              </a:defRPr>
            </a:pPr>
            <a:r>
              <a:rPr sz="1500" b="0">
                <a:solidFill>
                  <a:srgbClr val="111111"/>
                </a:solidFill>
                <a:latin typeface="Apple SD Gothic Neo"/>
                <a:ea typeface="Apple SD Gothic Neo"/>
                <a:cs typeface="Apple SD Gothic Neo"/>
              </a:rPr>
              <a:t>Grounding Attempt Control / Joint Work Queue</a:t>
            </a:r>
          </a:p>
        </p:txBody>
      </p:sp>
      <p:sp>
        <p:nvSpPr>
          <p:cNvPr id="35" name="Joint Grounding&#10;Interpreter">
            <a:extLst xmlns:a="http://schemas.openxmlformats.org/drawingml/2006/main">
              <a:ext uri="{FF2B5EF4-FFF2-40B4-BE49-F238E27FC236}">
                <a16:creationId xmlns:a16="http://schemas.microsoft.com/office/drawing/2014/main" id="{3A5C8F3D-6E5E-407F-8D79-3A649C7B64F1}"/>
              </a:ext>
            </a:extLst>
          </p:cNvPr>
          <p:cNvSpPr>
            <a:spLocks xmlns:a="http://schemas.openxmlformats.org/drawingml/2006/main" noGrp="1"/>
          </p:cNvSpPr>
          <p:nvPr/>
        </p:nvSpPr>
        <p:spPr>
          <a:xfrm xmlns:a="http://schemas.openxmlformats.org/drawingml/2006/main">
            <a:off x="4238625" y="3533775"/>
            <a:ext cx="3238500" cy="8382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6" name="DP3 object 188">
            <a:extLst xmlns:a="http://schemas.openxmlformats.org/drawingml/2006/main">
              <a:ext uri="{FF2B5EF4-FFF2-40B4-BE49-F238E27FC236}">
                <a16:creationId xmlns:a16="http://schemas.microsoft.com/office/drawing/2014/main" id="{C5A82878-2A35-406D-8515-717EC687981C}"/>
              </a:ext>
            </a:extLst>
          </p:cNvPr>
          <p:cNvSpPr>
            <a:spLocks xmlns:a="http://schemas.openxmlformats.org/drawingml/2006/main" noGrp="1"/>
          </p:cNvSpPr>
          <p:nvPr/>
        </p:nvSpPr>
        <p:spPr>
          <a:xfrm xmlns:a="http://schemas.openxmlformats.org/drawingml/2006/main">
            <a:off x="4305300" y="3571875"/>
            <a:ext cx="31051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Joint Grounding</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Interpreter</a:t>
            </a:r>
          </a:p>
        </p:txBody>
      </p:sp>
      <p:sp>
        <p:nvSpPr>
          <p:cNvPr id="37" name="Joint Grounding&#10;State">
            <a:extLst xmlns:a="http://schemas.openxmlformats.org/drawingml/2006/main">
              <a:ext uri="{FF2B5EF4-FFF2-40B4-BE49-F238E27FC236}">
                <a16:creationId xmlns:a16="http://schemas.microsoft.com/office/drawing/2014/main" id="{70ED6E7B-7F16-4B62-9D26-56B00B4FEED5}"/>
              </a:ext>
            </a:extLst>
          </p:cNvPr>
          <p:cNvSpPr>
            <a:spLocks xmlns:a="http://schemas.openxmlformats.org/drawingml/2006/main" noGrp="1"/>
          </p:cNvSpPr>
          <p:nvPr/>
        </p:nvSpPr>
        <p:spPr>
          <a:xfrm xmlns:a="http://schemas.openxmlformats.org/drawingml/2006/main">
            <a:off x="7762875" y="4000500"/>
            <a:ext cx="1771650" cy="9906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38" name="DP3 object 189">
            <a:extLst xmlns:a="http://schemas.openxmlformats.org/drawingml/2006/main">
              <a:ext uri="{FF2B5EF4-FFF2-40B4-BE49-F238E27FC236}">
                <a16:creationId xmlns:a16="http://schemas.microsoft.com/office/drawing/2014/main" id="{C0780C41-2165-4E94-B6E7-ADD81DF26DCD}"/>
              </a:ext>
            </a:extLst>
          </p:cNvPr>
          <p:cNvSpPr>
            <a:spLocks xmlns:a="http://schemas.openxmlformats.org/drawingml/2006/main" noGrp="1"/>
          </p:cNvSpPr>
          <p:nvPr/>
        </p:nvSpPr>
        <p:spPr>
          <a:xfrm xmlns:a="http://schemas.openxmlformats.org/drawingml/2006/main">
            <a:off x="7810500" y="4105275"/>
            <a:ext cx="1676400" cy="828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Joint Grounding</a:t>
            </a:r>
          </a:p>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State</a:t>
            </a:r>
          </a:p>
        </p:txBody>
      </p:sp>
      <p:sp>
        <p:nvSpPr>
          <p:cNvPr id="39" name="Editable path 190">
            <a:extLst xmlns:a="http://schemas.openxmlformats.org/drawingml/2006/main">
              <a:ext uri="{FF2B5EF4-FFF2-40B4-BE49-F238E27FC236}">
                <a16:creationId xmlns:a16="http://schemas.microsoft.com/office/drawing/2014/main" id="{4497896A-FC88-4E84-98A9-20DCE3B33CC2}"/>
              </a:ext>
            </a:extLst>
          </p:cNvPr>
          <p:cNvSpPr>
            <a:spLocks xmlns:a="http://schemas.openxmlformats.org/drawingml/2006/main" noGrp="1"/>
          </p:cNvSpPr>
          <p:nvPr/>
        </p:nvSpPr>
        <p:spPr>
          <a:xfrm xmlns:a="http://schemas.openxmlformats.org/drawingml/2006/main">
            <a:off x="3838575" y="3295650"/>
            <a:ext cx="400050" cy="466725"/>
          </a:xfrm>
          <a:custGeom xmlns:a="http://schemas.openxmlformats.org/drawingml/2006/main">
            <a:pathLst>
              <a:path w="400050" h="466725">
                <a:moveTo>
                  <a:pt x="0" y="0"/>
                </a:moveTo>
                <a:lnTo>
                  <a:pt x="161925" y="0"/>
                </a:lnTo>
                <a:lnTo>
                  <a:pt x="161925" y="466725"/>
                </a:lnTo>
                <a:lnTo>
                  <a:pt x="400050" y="466725"/>
                </a:lnTo>
              </a:path>
            </a:pathLst>
          </a:custGeom>
          <a:noFill xmlns:a="http://schemas.openxmlformats.org/drawingml/2006/main"/>
          <a:ln xmlns:a="http://schemas.openxmlformats.org/drawingml/2006/main" w="20955">
            <a:solidFill>
              <a:srgbClr val="111111"/>
            </a:solidFill>
            <a:prstDash val="solid"/>
          </a:ln>
        </p:spPr>
      </p:sp>
      <p:sp>
        <p:nvSpPr>
          <p:cNvPr id="40" name="Editable arrowhead 191">
            <a:extLst xmlns:a="http://schemas.openxmlformats.org/drawingml/2006/main">
              <a:ext uri="{FF2B5EF4-FFF2-40B4-BE49-F238E27FC236}">
                <a16:creationId xmlns:a16="http://schemas.microsoft.com/office/drawing/2014/main" id="{54EAD8C2-74C0-4C25-8720-B27F017DAFE7}"/>
              </a:ext>
            </a:extLst>
          </p:cNvPr>
          <p:cNvSpPr>
            <a:spLocks xmlns:a="http://schemas.openxmlformats.org/drawingml/2006/main" noGrp="1"/>
          </p:cNvSpPr>
          <p:nvPr/>
        </p:nvSpPr>
        <p:spPr>
          <a:xfrm xmlns:a="http://schemas.openxmlformats.org/drawingml/2006/main">
            <a:off x="4143375" y="371475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1" name="Editable path 192">
            <a:extLst xmlns:a="http://schemas.openxmlformats.org/drawingml/2006/main">
              <a:ext uri="{FF2B5EF4-FFF2-40B4-BE49-F238E27FC236}">
                <a16:creationId xmlns:a16="http://schemas.microsoft.com/office/drawing/2014/main" id="{8035DA5E-6855-44AF-A73D-F64E7D4A0C5F}"/>
              </a:ext>
            </a:extLst>
          </p:cNvPr>
          <p:cNvSpPr>
            <a:spLocks xmlns:a="http://schemas.openxmlformats.org/drawingml/2006/main" noGrp="1"/>
          </p:cNvSpPr>
          <p:nvPr/>
        </p:nvSpPr>
        <p:spPr>
          <a:xfrm xmlns:a="http://schemas.openxmlformats.org/drawingml/2006/main">
            <a:off x="3838575" y="4171950"/>
            <a:ext cx="400050" cy="219075"/>
          </a:xfrm>
          <a:custGeom xmlns:a="http://schemas.openxmlformats.org/drawingml/2006/main">
            <a:pathLst>
              <a:path w="400050" h="219075">
                <a:moveTo>
                  <a:pt x="0" y="219075"/>
                </a:moveTo>
                <a:lnTo>
                  <a:pt x="161925" y="219075"/>
                </a:lnTo>
                <a:lnTo>
                  <a:pt x="161925" y="0"/>
                </a:lnTo>
                <a:lnTo>
                  <a:pt x="400050" y="0"/>
                </a:lnTo>
              </a:path>
            </a:pathLst>
          </a:custGeom>
          <a:noFill xmlns:a="http://schemas.openxmlformats.org/drawingml/2006/main"/>
          <a:ln xmlns:a="http://schemas.openxmlformats.org/drawingml/2006/main" w="20955">
            <a:solidFill>
              <a:srgbClr val="111111"/>
            </a:solidFill>
            <a:prstDash val="solid"/>
          </a:ln>
        </p:spPr>
      </p:sp>
      <p:sp>
        <p:nvSpPr>
          <p:cNvPr id="42" name="Editable arrowhead 193">
            <a:extLst xmlns:a="http://schemas.openxmlformats.org/drawingml/2006/main">
              <a:ext uri="{FF2B5EF4-FFF2-40B4-BE49-F238E27FC236}">
                <a16:creationId xmlns:a16="http://schemas.microsoft.com/office/drawing/2014/main" id="{2ECDD11E-02C4-4785-9215-414CC0D42CDE}"/>
              </a:ext>
            </a:extLst>
          </p:cNvPr>
          <p:cNvSpPr>
            <a:spLocks xmlns:a="http://schemas.openxmlformats.org/drawingml/2006/main" noGrp="1"/>
          </p:cNvSpPr>
          <p:nvPr/>
        </p:nvSpPr>
        <p:spPr>
          <a:xfrm xmlns:a="http://schemas.openxmlformats.org/drawingml/2006/main">
            <a:off x="4143375" y="41243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3" name="Editable path 194">
            <a:extLst xmlns:a="http://schemas.openxmlformats.org/drawingml/2006/main">
              <a:ext uri="{FF2B5EF4-FFF2-40B4-BE49-F238E27FC236}">
                <a16:creationId xmlns:a16="http://schemas.microsoft.com/office/drawing/2014/main" id="{2F4B8E0D-D809-4985-9A2C-DEB3242F595C}"/>
              </a:ext>
            </a:extLst>
          </p:cNvPr>
          <p:cNvSpPr>
            <a:spLocks xmlns:a="http://schemas.openxmlformats.org/drawingml/2006/main" noGrp="1"/>
          </p:cNvSpPr>
          <p:nvPr/>
        </p:nvSpPr>
        <p:spPr>
          <a:xfrm xmlns:a="http://schemas.openxmlformats.org/drawingml/2006/main">
            <a:off x="5857875" y="3343275"/>
            <a:ext cx="953" cy="190500"/>
          </a:xfrm>
          <a:custGeom xmlns:a="http://schemas.openxmlformats.org/drawingml/2006/main">
            <a:pathLst>
              <a:path w="953" h="190500">
                <a:moveTo>
                  <a:pt x="0" y="0"/>
                </a:moveTo>
                <a:lnTo>
                  <a:pt x="0" y="190500"/>
                </a:lnTo>
              </a:path>
            </a:pathLst>
          </a:custGeom>
          <a:noFill xmlns:a="http://schemas.openxmlformats.org/drawingml/2006/main"/>
          <a:ln xmlns:a="http://schemas.openxmlformats.org/drawingml/2006/main" w="19050">
            <a:solidFill>
              <a:srgbClr val="111111"/>
            </a:solidFill>
            <a:prstDash val="solid"/>
          </a:ln>
        </p:spPr>
      </p:sp>
      <p:sp>
        <p:nvSpPr>
          <p:cNvPr id="44" name="Editable arrowhead 195">
            <a:extLst xmlns:a="http://schemas.openxmlformats.org/drawingml/2006/main">
              <a:ext uri="{FF2B5EF4-FFF2-40B4-BE49-F238E27FC236}">
                <a16:creationId xmlns:a16="http://schemas.microsoft.com/office/drawing/2014/main" id="{BA7F94B7-D9ED-4858-BF6C-357A2EF02C76}"/>
              </a:ext>
            </a:extLst>
          </p:cNvPr>
          <p:cNvSpPr>
            <a:spLocks xmlns:a="http://schemas.openxmlformats.org/drawingml/2006/main" noGrp="1"/>
          </p:cNvSpPr>
          <p:nvPr/>
        </p:nvSpPr>
        <p:spPr>
          <a:xfrm xmlns:a="http://schemas.openxmlformats.org/drawingml/2006/main">
            <a:off x="5810250" y="34385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5" name="Editable path 196">
            <a:extLst xmlns:a="http://schemas.openxmlformats.org/drawingml/2006/main">
              <a:ext uri="{FF2B5EF4-FFF2-40B4-BE49-F238E27FC236}">
                <a16:creationId xmlns:a16="http://schemas.microsoft.com/office/drawing/2014/main" id="{A0618FCB-2EDB-4823-A288-29B5EEBBB8E8}"/>
              </a:ext>
            </a:extLst>
          </p:cNvPr>
          <p:cNvSpPr>
            <a:spLocks xmlns:a="http://schemas.openxmlformats.org/drawingml/2006/main" noGrp="1"/>
          </p:cNvSpPr>
          <p:nvPr/>
        </p:nvSpPr>
        <p:spPr>
          <a:xfrm xmlns:a="http://schemas.openxmlformats.org/drawingml/2006/main">
            <a:off x="5857875" y="4371975"/>
            <a:ext cx="953" cy="238125"/>
          </a:xfrm>
          <a:custGeom xmlns:a="http://schemas.openxmlformats.org/drawingml/2006/main">
            <a:pathLst>
              <a:path w="953" h="238125">
                <a:moveTo>
                  <a:pt x="0" y="0"/>
                </a:moveTo>
                <a:lnTo>
                  <a:pt x="0" y="238125"/>
                </a:lnTo>
              </a:path>
            </a:pathLst>
          </a:custGeom>
          <a:noFill xmlns:a="http://schemas.openxmlformats.org/drawingml/2006/main"/>
          <a:ln xmlns:a="http://schemas.openxmlformats.org/drawingml/2006/main" w="20955">
            <a:solidFill>
              <a:srgbClr val="111111"/>
            </a:solidFill>
            <a:prstDash val="solid"/>
          </a:ln>
        </p:spPr>
      </p:sp>
      <p:sp>
        <p:nvSpPr>
          <p:cNvPr id="46" name="Editable arrowhead 197">
            <a:extLst xmlns:a="http://schemas.openxmlformats.org/drawingml/2006/main">
              <a:ext uri="{FF2B5EF4-FFF2-40B4-BE49-F238E27FC236}">
                <a16:creationId xmlns:a16="http://schemas.microsoft.com/office/drawing/2014/main" id="{41E1A2F7-2DE9-4F58-AF25-89B75F51D134}"/>
              </a:ext>
            </a:extLst>
          </p:cNvPr>
          <p:cNvSpPr>
            <a:spLocks xmlns:a="http://schemas.openxmlformats.org/drawingml/2006/main" noGrp="1"/>
          </p:cNvSpPr>
          <p:nvPr/>
        </p:nvSpPr>
        <p:spPr>
          <a:xfrm xmlns:a="http://schemas.openxmlformats.org/drawingml/2006/main">
            <a:off x="5810250" y="45148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47" name="DP3 object 198">
            <a:extLst xmlns:a="http://schemas.openxmlformats.org/drawingml/2006/main">
              <a:ext uri="{FF2B5EF4-FFF2-40B4-BE49-F238E27FC236}">
                <a16:creationId xmlns:a16="http://schemas.microsoft.com/office/drawing/2014/main" id="{45181670-F078-4030-BF83-9BF601BCDD40}"/>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48" name="DP3 object 199">
            <a:extLst xmlns:a="http://schemas.openxmlformats.org/drawingml/2006/main">
              <a:ext uri="{FF2B5EF4-FFF2-40B4-BE49-F238E27FC236}">
                <a16:creationId xmlns:a16="http://schemas.microsoft.com/office/drawing/2014/main" id="{F462FDAB-ECE7-47F3-B756-FDE3FB45F8EF}"/>
              </a:ext>
            </a:extLst>
          </p:cNvPr>
          <p:cNvSpPr>
            <a:spLocks xmlns:a="http://schemas.openxmlformats.org/drawingml/2006/main" noGrp="1"/>
          </p:cNvSpPr>
          <p:nvPr/>
        </p:nvSpPr>
        <p:spPr>
          <a:xfrm xmlns:a="http://schemas.openxmlformats.org/drawingml/2006/main">
            <a:off x="4257675" y="340042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49" name="TryApply / 현재성·기하 검증">
            <a:extLst xmlns:a="http://schemas.openxmlformats.org/drawingml/2006/main">
              <a:ext uri="{FF2B5EF4-FFF2-40B4-BE49-F238E27FC236}">
                <a16:creationId xmlns:a16="http://schemas.microsoft.com/office/drawing/2014/main" id="{000908AB-5FCF-4B24-8836-2A1DDA03F020}"/>
              </a:ext>
            </a:extLst>
          </p:cNvPr>
          <p:cNvSpPr>
            <a:spLocks xmlns:a="http://schemas.openxmlformats.org/drawingml/2006/main" noGrp="1"/>
          </p:cNvSpPr>
          <p:nvPr/>
        </p:nvSpPr>
        <p:spPr>
          <a:xfrm xmlns:a="http://schemas.openxmlformats.org/drawingml/2006/main">
            <a:off x="4238625" y="4610100"/>
            <a:ext cx="3238500" cy="3810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50" name="DP3 object 200">
            <a:extLst xmlns:a="http://schemas.openxmlformats.org/drawingml/2006/main">
              <a:ext uri="{FF2B5EF4-FFF2-40B4-BE49-F238E27FC236}">
                <a16:creationId xmlns:a16="http://schemas.microsoft.com/office/drawing/2014/main" id="{99F2D704-6C9B-4AA5-A04F-5E1D13B3025C}"/>
              </a:ext>
            </a:extLst>
          </p:cNvPr>
          <p:cNvSpPr>
            <a:spLocks xmlns:a="http://schemas.openxmlformats.org/drawingml/2006/main" noGrp="1"/>
          </p:cNvSpPr>
          <p:nvPr/>
        </p:nvSpPr>
        <p:spPr>
          <a:xfrm xmlns:a="http://schemas.openxmlformats.org/drawingml/2006/main">
            <a:off x="4305300" y="4648200"/>
            <a:ext cx="3105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TryApply / 현재성·기하 검증</a:t>
            </a:r>
          </a:p>
        </p:txBody>
      </p:sp>
      <p:sp>
        <p:nvSpPr>
          <p:cNvPr id="51" name="DP3 object 201">
            <a:extLst xmlns:a="http://schemas.openxmlformats.org/drawingml/2006/main">
              <a:ext uri="{FF2B5EF4-FFF2-40B4-BE49-F238E27FC236}">
                <a16:creationId xmlns:a16="http://schemas.microsoft.com/office/drawing/2014/main" id="{42DB81BB-937A-41A3-A85B-586C61314D2A}"/>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2" name="DP3 object 202">
            <a:extLst xmlns:a="http://schemas.openxmlformats.org/drawingml/2006/main">
              <a:ext uri="{FF2B5EF4-FFF2-40B4-BE49-F238E27FC236}">
                <a16:creationId xmlns:a16="http://schemas.microsoft.com/office/drawing/2014/main" id="{E2E0FB96-54BB-4DCC-AF2F-F78713A35D39}"/>
              </a:ext>
            </a:extLst>
          </p:cNvPr>
          <p:cNvSpPr>
            <a:spLocks xmlns:a="http://schemas.openxmlformats.org/drawingml/2006/main" noGrp="1"/>
          </p:cNvSpPr>
          <p:nvPr/>
        </p:nvSpPr>
        <p:spPr>
          <a:xfrm xmlns:a="http://schemas.openxmlformats.org/drawingml/2006/main">
            <a:off x="4257675" y="44767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53" name="Editable path 203">
            <a:extLst xmlns:a="http://schemas.openxmlformats.org/drawingml/2006/main">
              <a:ext uri="{FF2B5EF4-FFF2-40B4-BE49-F238E27FC236}">
                <a16:creationId xmlns:a16="http://schemas.microsoft.com/office/drawing/2014/main" id="{AC9FF1E0-B48D-49EE-A71A-A05362C27B91}"/>
              </a:ext>
            </a:extLst>
          </p:cNvPr>
          <p:cNvSpPr>
            <a:spLocks xmlns:a="http://schemas.openxmlformats.org/drawingml/2006/main" noGrp="1"/>
          </p:cNvSpPr>
          <p:nvPr/>
        </p:nvSpPr>
        <p:spPr>
          <a:xfrm xmlns:a="http://schemas.openxmlformats.org/drawingml/2006/main">
            <a:off x="7477125" y="4495800"/>
            <a:ext cx="285750" cy="304800"/>
          </a:xfrm>
          <a:custGeom xmlns:a="http://schemas.openxmlformats.org/drawingml/2006/main">
            <a:pathLst>
              <a:path w="285750" h="304800">
                <a:moveTo>
                  <a:pt x="0" y="304800"/>
                </a:moveTo>
                <a:lnTo>
                  <a:pt x="142875" y="304800"/>
                </a:lnTo>
                <a:lnTo>
                  <a:pt x="142875" y="0"/>
                </a:lnTo>
                <a:lnTo>
                  <a:pt x="285750" y="0"/>
                </a:lnTo>
              </a:path>
            </a:pathLst>
          </a:custGeom>
          <a:noFill xmlns:a="http://schemas.openxmlformats.org/drawingml/2006/main"/>
          <a:ln xmlns:a="http://schemas.openxmlformats.org/drawingml/2006/main" w="20955">
            <a:solidFill>
              <a:srgbClr val="111111"/>
            </a:solidFill>
            <a:prstDash val="solid"/>
          </a:ln>
        </p:spPr>
      </p:sp>
      <p:sp>
        <p:nvSpPr>
          <p:cNvPr id="54" name="Editable arrowhead 204">
            <a:extLst xmlns:a="http://schemas.openxmlformats.org/drawingml/2006/main">
              <a:ext uri="{FF2B5EF4-FFF2-40B4-BE49-F238E27FC236}">
                <a16:creationId xmlns:a16="http://schemas.microsoft.com/office/drawing/2014/main" id="{8DA5B27F-81ED-483F-BFCF-7E83C99B878E}"/>
              </a:ext>
            </a:extLst>
          </p:cNvPr>
          <p:cNvSpPr>
            <a:spLocks xmlns:a="http://schemas.openxmlformats.org/drawingml/2006/main" noGrp="1"/>
          </p:cNvSpPr>
          <p:nvPr/>
        </p:nvSpPr>
        <p:spPr>
          <a:xfrm xmlns:a="http://schemas.openxmlformats.org/drawingml/2006/main">
            <a:off x="7667625" y="444817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55" name="DP3 object 205">
            <a:extLst xmlns:a="http://schemas.openxmlformats.org/drawingml/2006/main">
              <a:ext uri="{FF2B5EF4-FFF2-40B4-BE49-F238E27FC236}">
                <a16:creationId xmlns:a16="http://schemas.microsoft.com/office/drawing/2014/main" id="{9E7A0152-B7DB-408D-B46A-476784810DB8}"/>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56" name="DP3 object 206">
            <a:extLst xmlns:a="http://schemas.openxmlformats.org/drawingml/2006/main">
              <a:ext uri="{FF2B5EF4-FFF2-40B4-BE49-F238E27FC236}">
                <a16:creationId xmlns:a16="http://schemas.microsoft.com/office/drawing/2014/main" id="{46EED4CE-4C86-4590-805D-91D6A85FE158}"/>
              </a:ext>
            </a:extLst>
          </p:cNvPr>
          <p:cNvSpPr>
            <a:spLocks xmlns:a="http://schemas.openxmlformats.org/drawingml/2006/main" noGrp="1"/>
          </p:cNvSpPr>
          <p:nvPr/>
        </p:nvSpPr>
        <p:spPr>
          <a:xfrm xmlns:a="http://schemas.openxmlformats.org/drawingml/2006/main">
            <a:off x="7553325" y="38671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57" name="pixel 복구 대안 (미적용): A2 패치 + A5 좌표 view">
            <a:extLst xmlns:a="http://schemas.openxmlformats.org/drawingml/2006/main">
              <a:ext uri="{FF2B5EF4-FFF2-40B4-BE49-F238E27FC236}">
                <a16:creationId xmlns:a16="http://schemas.microsoft.com/office/drawing/2014/main" id="{441A3DF3-B991-4001-BA01-91E8A0F2A0DB}"/>
              </a:ext>
            </a:extLst>
          </p:cNvPr>
          <p:cNvSpPr>
            <a:spLocks xmlns:a="http://schemas.openxmlformats.org/drawingml/2006/main" noGrp="1"/>
          </p:cNvSpPr>
          <p:nvPr/>
        </p:nvSpPr>
        <p:spPr>
          <a:xfrm xmlns:a="http://schemas.openxmlformats.org/drawingml/2006/main">
            <a:off x="4238625" y="5191125"/>
            <a:ext cx="5295900" cy="314325"/>
          </a:xfrm>
          <a:prstGeom xmlns:a="http://schemas.openxmlformats.org/drawingml/2006/main" prst="rect">
            <a:avLst/>
          </a:prstGeom>
          <a:solidFill xmlns:a="http://schemas.openxmlformats.org/drawingml/2006/main">
            <a:srgbClr val="F1F6FC"/>
          </a:solidFill>
          <a:ln xmlns:a="http://schemas.openxmlformats.org/drawingml/2006/main" w="17145">
            <a:solidFill>
              <a:srgbClr val="4676CB"/>
            </a:solidFill>
            <a:prstDash val="dash"/>
          </a:ln>
        </p:spPr>
      </p:sp>
      <p:sp>
        <p:nvSpPr>
          <p:cNvPr id="58" name="DP3 object 207">
            <a:extLst xmlns:a="http://schemas.openxmlformats.org/drawingml/2006/main">
              <a:ext uri="{FF2B5EF4-FFF2-40B4-BE49-F238E27FC236}">
                <a16:creationId xmlns:a16="http://schemas.microsoft.com/office/drawing/2014/main" id="{2143D96C-B386-44ED-B8BF-2CA9FC35FB01}"/>
              </a:ext>
            </a:extLst>
          </p:cNvPr>
          <p:cNvSpPr>
            <a:spLocks xmlns:a="http://schemas.openxmlformats.org/drawingml/2006/main" noGrp="1"/>
          </p:cNvSpPr>
          <p:nvPr/>
        </p:nvSpPr>
        <p:spPr>
          <a:xfrm xmlns:a="http://schemas.openxmlformats.org/drawingml/2006/main">
            <a:off x="4305300" y="5229225"/>
            <a:ext cx="51625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4676CB"/>
                </a:solidFill>
                <a:latin typeface="Apple SD Gothic Neo"/>
                <a:ea typeface="Apple SD Gothic Neo"/>
                <a:cs typeface="Apple SD Gothic Neo"/>
              </a:defRPr>
            </a:defPPr>
            <a:lvl1pPr algn="ctr">
              <a:defRPr sz="1425" b="0">
                <a:solidFill>
                  <a:srgbClr val="4676CB"/>
                </a:solidFill>
                <a:latin typeface="Apple SD Gothic Neo"/>
                <a:ea typeface="Apple SD Gothic Neo"/>
                <a:cs typeface="Apple SD Gothic Neo"/>
              </a:defRPr>
            </a:lvl1pPr>
            <a:lvl2pPr algn="ctr">
              <a:defRPr sz="1425" b="0">
                <a:solidFill>
                  <a:srgbClr val="4676CB"/>
                </a:solidFill>
                <a:latin typeface="Apple SD Gothic Neo"/>
                <a:ea typeface="Apple SD Gothic Neo"/>
                <a:cs typeface="Apple SD Gothic Neo"/>
              </a:defRPr>
            </a:lvl2pPr>
            <a:lvl3pPr algn="ctr">
              <a:defRPr sz="1425" b="0">
                <a:solidFill>
                  <a:srgbClr val="4676CB"/>
                </a:solidFill>
                <a:latin typeface="Apple SD Gothic Neo"/>
                <a:ea typeface="Apple SD Gothic Neo"/>
                <a:cs typeface="Apple SD Gothic Neo"/>
              </a:defRPr>
            </a:lvl3pPr>
            <a:lvl4pPr algn="ctr">
              <a:defRPr sz="1425" b="0">
                <a:solidFill>
                  <a:srgbClr val="4676CB"/>
                </a:solidFill>
                <a:latin typeface="Apple SD Gothic Neo"/>
                <a:ea typeface="Apple SD Gothic Neo"/>
                <a:cs typeface="Apple SD Gothic Neo"/>
              </a:defRPr>
            </a:lvl4pPr>
            <a:lvl5pPr algn="ctr">
              <a:defRPr sz="1425" b="0">
                <a:solidFill>
                  <a:srgbClr val="4676CB"/>
                </a:solidFill>
                <a:latin typeface="Apple SD Gothic Neo"/>
                <a:ea typeface="Apple SD Gothic Neo"/>
                <a:cs typeface="Apple SD Gothic Neo"/>
              </a:defRPr>
            </a:lvl5pPr>
            <a:lvl6pPr algn="ctr">
              <a:defRPr sz="1425" b="0">
                <a:solidFill>
                  <a:srgbClr val="4676CB"/>
                </a:solidFill>
                <a:latin typeface="Apple SD Gothic Neo"/>
                <a:ea typeface="Apple SD Gothic Neo"/>
                <a:cs typeface="Apple SD Gothic Neo"/>
              </a:defRPr>
            </a:lvl6pPr>
            <a:lvl7pPr algn="ctr">
              <a:defRPr sz="1425" b="0">
                <a:solidFill>
                  <a:srgbClr val="4676CB"/>
                </a:solidFill>
                <a:latin typeface="Apple SD Gothic Neo"/>
                <a:ea typeface="Apple SD Gothic Neo"/>
                <a:cs typeface="Apple SD Gothic Neo"/>
              </a:defRPr>
            </a:lvl7pPr>
            <a:lvl8pPr algn="ctr">
              <a:defRPr sz="1425" b="0">
                <a:solidFill>
                  <a:srgbClr val="4676CB"/>
                </a:solidFill>
                <a:latin typeface="Apple SD Gothic Neo"/>
                <a:ea typeface="Apple SD Gothic Neo"/>
                <a:cs typeface="Apple SD Gothic Neo"/>
              </a:defRPr>
            </a:lvl8pPr>
            <a:lvl9pPr algn="ctr">
              <a:defRPr sz="1425" b="0">
                <a:solidFill>
                  <a:srgbClr val="4676CB"/>
                </a:solidFill>
                <a:latin typeface="Apple SD Gothic Neo"/>
                <a:ea typeface="Apple SD Gothic Neo"/>
                <a:cs typeface="Apple SD Gothic Neo"/>
              </a:defRPr>
            </a:lvl9pPr>
          </a:lstStyle>
          <a:p xmlns:a="http://schemas.openxmlformats.org/drawingml/2006/main">
            <a:pPr algn="ctr">
              <a:defRPr sz="1425" b="0">
                <a:solidFill>
                  <a:srgbClr val="4676CB"/>
                </a:solidFill>
                <a:latin typeface="Apple SD Gothic Neo"/>
                <a:ea typeface="Apple SD Gothic Neo"/>
                <a:cs typeface="Apple SD Gothic Neo"/>
              </a:defRPr>
            </a:pPr>
            <a:r>
              <a:rPr sz="1425" b="0">
                <a:solidFill>
                  <a:srgbClr val="4676CB"/>
                </a:solidFill>
                <a:latin typeface="Apple SD Gothic Neo"/>
                <a:ea typeface="Apple SD Gothic Neo"/>
                <a:cs typeface="Apple SD Gothic Neo"/>
              </a:rPr>
              <a:t>pixel 복구 대안 (미적용): A2 패치 + A5 좌표 view</a:t>
            </a:r>
          </a:p>
        </p:txBody>
      </p:sp>
      <p:sp>
        <p:nvSpPr>
          <p:cNvPr id="59" name="Editable path 208">
            <a:extLst xmlns:a="http://schemas.openxmlformats.org/drawingml/2006/main">
              <a:ext uri="{FF2B5EF4-FFF2-40B4-BE49-F238E27FC236}">
                <a16:creationId xmlns:a16="http://schemas.microsoft.com/office/drawing/2014/main" id="{4D66F49B-5CEA-402D-AC75-54C12E0BFFB0}"/>
              </a:ext>
            </a:extLst>
          </p:cNvPr>
          <p:cNvSpPr>
            <a:spLocks xmlns:a="http://schemas.openxmlformats.org/drawingml/2006/main" noGrp="1"/>
          </p:cNvSpPr>
          <p:nvPr/>
        </p:nvSpPr>
        <p:spPr>
          <a:xfrm xmlns:a="http://schemas.openxmlformats.org/drawingml/2006/main">
            <a:off x="6877050" y="4991100"/>
            <a:ext cx="953" cy="200025"/>
          </a:xfrm>
          <a:custGeom xmlns:a="http://schemas.openxmlformats.org/drawingml/2006/main">
            <a:pathLst>
              <a:path w="953" h="200025">
                <a:moveTo>
                  <a:pt x="0" y="0"/>
                </a:moveTo>
                <a:lnTo>
                  <a:pt x="0" y="200025"/>
                </a:lnTo>
              </a:path>
            </a:pathLst>
          </a:custGeom>
          <a:noFill xmlns:a="http://schemas.openxmlformats.org/drawingml/2006/main"/>
          <a:ln xmlns:a="http://schemas.openxmlformats.org/drawingml/2006/main" w="19050">
            <a:solidFill>
              <a:srgbClr val="4676CB"/>
            </a:solidFill>
            <a:prstDash val="dash"/>
          </a:ln>
        </p:spPr>
      </p:sp>
      <p:sp>
        <p:nvSpPr>
          <p:cNvPr id="60" name="Editable arrowhead 209">
            <a:extLst xmlns:a="http://schemas.openxmlformats.org/drawingml/2006/main">
              <a:ext uri="{FF2B5EF4-FFF2-40B4-BE49-F238E27FC236}">
                <a16:creationId xmlns:a16="http://schemas.microsoft.com/office/drawing/2014/main" id="{71D010AC-8977-4D92-BD93-DC7BF3F4A18F}"/>
              </a:ext>
            </a:extLst>
          </p:cNvPr>
          <p:cNvSpPr>
            <a:spLocks xmlns:a="http://schemas.openxmlformats.org/drawingml/2006/main" noGrp="1"/>
          </p:cNvSpPr>
          <p:nvPr/>
        </p:nvSpPr>
        <p:spPr>
          <a:xfrm xmlns:a="http://schemas.openxmlformats.org/drawingml/2006/main">
            <a:off x="6829425" y="50958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61" name="Editable path 210">
            <a:extLst xmlns:a="http://schemas.openxmlformats.org/drawingml/2006/main">
              <a:ext uri="{FF2B5EF4-FFF2-40B4-BE49-F238E27FC236}">
                <a16:creationId xmlns:a16="http://schemas.microsoft.com/office/drawing/2014/main" id="{561FD088-2AA4-4CFD-934E-29527DF264D5}"/>
              </a:ext>
            </a:extLst>
          </p:cNvPr>
          <p:cNvSpPr>
            <a:spLocks xmlns:a="http://schemas.openxmlformats.org/drawingml/2006/main" noGrp="1"/>
          </p:cNvSpPr>
          <p:nvPr/>
        </p:nvSpPr>
        <p:spPr>
          <a:xfrm xmlns:a="http://schemas.openxmlformats.org/drawingml/2006/main">
            <a:off x="4124325" y="4314825"/>
            <a:ext cx="114300" cy="1038225"/>
          </a:xfrm>
          <a:custGeom xmlns:a="http://schemas.openxmlformats.org/drawingml/2006/main">
            <a:pathLst>
              <a:path w="114300" h="1038225">
                <a:moveTo>
                  <a:pt x="114300" y="1038225"/>
                </a:moveTo>
                <a:lnTo>
                  <a:pt x="0" y="1038225"/>
                </a:lnTo>
                <a:lnTo>
                  <a:pt x="0" y="0"/>
                </a:lnTo>
                <a:lnTo>
                  <a:pt x="114300" y="0"/>
                </a:lnTo>
              </a:path>
            </a:pathLst>
          </a:custGeom>
          <a:noFill xmlns:a="http://schemas.openxmlformats.org/drawingml/2006/main"/>
          <a:ln xmlns:a="http://schemas.openxmlformats.org/drawingml/2006/main" w="19050">
            <a:solidFill>
              <a:srgbClr val="4676CB"/>
            </a:solidFill>
            <a:prstDash val="dash"/>
          </a:ln>
        </p:spPr>
      </p:sp>
      <p:sp>
        <p:nvSpPr>
          <p:cNvPr id="62" name="Editable arrowhead 211">
            <a:extLst xmlns:a="http://schemas.openxmlformats.org/drawingml/2006/main">
              <a:ext uri="{FF2B5EF4-FFF2-40B4-BE49-F238E27FC236}">
                <a16:creationId xmlns:a16="http://schemas.microsoft.com/office/drawing/2014/main" id="{A9D06B16-B8D6-4057-AC5F-EF74659E1B5B}"/>
              </a:ext>
            </a:extLst>
          </p:cNvPr>
          <p:cNvSpPr>
            <a:spLocks xmlns:a="http://schemas.openxmlformats.org/drawingml/2006/main" noGrp="1"/>
          </p:cNvSpPr>
          <p:nvPr/>
        </p:nvSpPr>
        <p:spPr>
          <a:xfrm xmlns:a="http://schemas.openxmlformats.org/drawingml/2006/main">
            <a:off x="4143375" y="4267200"/>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63" name="Request Controller: 현재성 확인과 최종 채택">
            <a:extLst xmlns:a="http://schemas.openxmlformats.org/drawingml/2006/main">
              <a:ext uri="{FF2B5EF4-FFF2-40B4-BE49-F238E27FC236}">
                <a16:creationId xmlns:a16="http://schemas.microsoft.com/office/drawing/2014/main" id="{060E80ED-46BB-4C62-A3D2-ECD6B0D16B3B}"/>
              </a:ext>
            </a:extLst>
          </p:cNvPr>
          <p:cNvSpPr>
            <a:spLocks xmlns:a="http://schemas.openxmlformats.org/drawingml/2006/main" noGrp="1"/>
          </p:cNvSpPr>
          <p:nvPr/>
        </p:nvSpPr>
        <p:spPr>
          <a:xfrm xmlns:a="http://schemas.openxmlformats.org/drawingml/2006/main">
            <a:off x="4048125" y="5772150"/>
            <a:ext cx="567690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64" name="DP3 object 212">
            <a:extLst xmlns:a="http://schemas.openxmlformats.org/drawingml/2006/main">
              <a:ext uri="{FF2B5EF4-FFF2-40B4-BE49-F238E27FC236}">
                <a16:creationId xmlns:a16="http://schemas.microsoft.com/office/drawing/2014/main" id="{96742680-09BC-4FD6-9D41-2140EFBE0031}"/>
              </a:ext>
            </a:extLst>
          </p:cNvPr>
          <p:cNvSpPr>
            <a:spLocks xmlns:a="http://schemas.openxmlformats.org/drawingml/2006/main" noGrp="1"/>
          </p:cNvSpPr>
          <p:nvPr/>
        </p:nvSpPr>
        <p:spPr>
          <a:xfrm xmlns:a="http://schemas.openxmlformats.org/drawingml/2006/main">
            <a:off x="4114800" y="5810250"/>
            <a:ext cx="55435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65" name="Editable path 213">
            <a:extLst xmlns:a="http://schemas.openxmlformats.org/drawingml/2006/main">
              <a:ext uri="{FF2B5EF4-FFF2-40B4-BE49-F238E27FC236}">
                <a16:creationId xmlns:a16="http://schemas.microsoft.com/office/drawing/2014/main" id="{8541F934-9F1B-454A-8F01-47A05E282540}"/>
              </a:ext>
            </a:extLst>
          </p:cNvPr>
          <p:cNvSpPr>
            <a:spLocks xmlns:a="http://schemas.openxmlformats.org/drawingml/2006/main" noGrp="1"/>
          </p:cNvSpPr>
          <p:nvPr/>
        </p:nvSpPr>
        <p:spPr>
          <a:xfrm xmlns:a="http://schemas.openxmlformats.org/drawingml/2006/main">
            <a:off x="9534525" y="4743450"/>
            <a:ext cx="66675" cy="1028700"/>
          </a:xfrm>
          <a:custGeom xmlns:a="http://schemas.openxmlformats.org/drawingml/2006/main">
            <a:pathLst>
              <a:path w="66675" h="1028700">
                <a:moveTo>
                  <a:pt x="0" y="0"/>
                </a:moveTo>
                <a:lnTo>
                  <a:pt x="66675" y="0"/>
                </a:lnTo>
                <a:lnTo>
                  <a:pt x="66675" y="1028700"/>
                </a:lnTo>
              </a:path>
            </a:pathLst>
          </a:custGeom>
          <a:noFill xmlns:a="http://schemas.openxmlformats.org/drawingml/2006/main"/>
          <a:ln xmlns:a="http://schemas.openxmlformats.org/drawingml/2006/main" w="19050">
            <a:solidFill>
              <a:srgbClr val="111111"/>
            </a:solidFill>
            <a:prstDash val="solid"/>
          </a:ln>
        </p:spPr>
      </p:sp>
      <p:sp>
        <p:nvSpPr>
          <p:cNvPr id="66" name="Editable arrowhead 214">
            <a:extLst xmlns:a="http://schemas.openxmlformats.org/drawingml/2006/main">
              <a:ext uri="{FF2B5EF4-FFF2-40B4-BE49-F238E27FC236}">
                <a16:creationId xmlns:a16="http://schemas.microsoft.com/office/drawing/2014/main" id="{4B5526DC-B527-4F29-9CBF-0D44FD95584F}"/>
              </a:ext>
            </a:extLst>
          </p:cNvPr>
          <p:cNvSpPr>
            <a:spLocks xmlns:a="http://schemas.openxmlformats.org/drawingml/2006/main" noGrp="1"/>
          </p:cNvSpPr>
          <p:nvPr/>
        </p:nvSpPr>
        <p:spPr>
          <a:xfrm xmlns:a="http://schemas.openxmlformats.org/drawingml/2006/main">
            <a:off x="95535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67" name="DP3 object 215">
            <a:extLst xmlns:a="http://schemas.openxmlformats.org/drawingml/2006/main">
              <a:ext uri="{FF2B5EF4-FFF2-40B4-BE49-F238E27FC236}">
                <a16:creationId xmlns:a16="http://schemas.microsoft.com/office/drawing/2014/main" id="{C241021C-FA7A-4463-AAF0-47EC4DB46296}"/>
              </a:ext>
            </a:extLst>
          </p:cNvPr>
          <p:cNvSpPr>
            <a:spLocks xmlns:a="http://schemas.openxmlformats.org/drawingml/2006/main" noGrp="1"/>
          </p:cNvSpPr>
          <p:nvPr/>
        </p:nvSpPr>
        <p:spPr>
          <a:xfrm xmlns:a="http://schemas.openxmlformats.org/drawingml/2006/main">
            <a:off x="10058400" y="2190750"/>
            <a:ext cx="7905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111111"/>
                </a:solidFill>
                <a:latin typeface="Apple SD Gothic Neo"/>
                <a:ea typeface="Apple SD Gothic Neo"/>
                <a:cs typeface="Apple SD Gothic Neo"/>
              </a:defRPr>
            </a:defPPr>
            <a:lvl1pPr algn="ctr">
              <a:defRPr sz="1875" b="1">
                <a:solidFill>
                  <a:srgbClr val="111111"/>
                </a:solidFill>
                <a:latin typeface="Apple SD Gothic Neo"/>
                <a:ea typeface="Apple SD Gothic Neo"/>
                <a:cs typeface="Apple SD Gothic Neo"/>
              </a:defRPr>
            </a:lvl1pPr>
            <a:lvl2pPr algn="ctr">
              <a:defRPr sz="1875" b="1">
                <a:solidFill>
                  <a:srgbClr val="111111"/>
                </a:solidFill>
                <a:latin typeface="Apple SD Gothic Neo"/>
                <a:ea typeface="Apple SD Gothic Neo"/>
                <a:cs typeface="Apple SD Gothic Neo"/>
              </a:defRPr>
            </a:lvl2pPr>
            <a:lvl3pPr algn="ctr">
              <a:defRPr sz="1875" b="1">
                <a:solidFill>
                  <a:srgbClr val="111111"/>
                </a:solidFill>
                <a:latin typeface="Apple SD Gothic Neo"/>
                <a:ea typeface="Apple SD Gothic Neo"/>
                <a:cs typeface="Apple SD Gothic Neo"/>
              </a:defRPr>
            </a:lvl3pPr>
            <a:lvl4pPr algn="ctr">
              <a:defRPr sz="1875" b="1">
                <a:solidFill>
                  <a:srgbClr val="111111"/>
                </a:solidFill>
                <a:latin typeface="Apple SD Gothic Neo"/>
                <a:ea typeface="Apple SD Gothic Neo"/>
                <a:cs typeface="Apple SD Gothic Neo"/>
              </a:defRPr>
            </a:lvl4pPr>
            <a:lvl5pPr algn="ctr">
              <a:defRPr sz="1875" b="1">
                <a:solidFill>
                  <a:srgbClr val="111111"/>
                </a:solidFill>
                <a:latin typeface="Apple SD Gothic Neo"/>
                <a:ea typeface="Apple SD Gothic Neo"/>
                <a:cs typeface="Apple SD Gothic Neo"/>
              </a:defRPr>
            </a:lvl5pPr>
            <a:lvl6pPr algn="ctr">
              <a:defRPr sz="1875" b="1">
                <a:solidFill>
                  <a:srgbClr val="111111"/>
                </a:solidFill>
                <a:latin typeface="Apple SD Gothic Neo"/>
                <a:ea typeface="Apple SD Gothic Neo"/>
                <a:cs typeface="Apple SD Gothic Neo"/>
              </a:defRPr>
            </a:lvl6pPr>
            <a:lvl7pPr algn="ctr">
              <a:defRPr sz="1875" b="1">
                <a:solidFill>
                  <a:srgbClr val="111111"/>
                </a:solidFill>
                <a:latin typeface="Apple SD Gothic Neo"/>
                <a:ea typeface="Apple SD Gothic Neo"/>
                <a:cs typeface="Apple SD Gothic Neo"/>
              </a:defRPr>
            </a:lvl7pPr>
            <a:lvl8pPr algn="ctr">
              <a:defRPr sz="1875" b="1">
                <a:solidFill>
                  <a:srgbClr val="111111"/>
                </a:solidFill>
                <a:latin typeface="Apple SD Gothic Neo"/>
                <a:ea typeface="Apple SD Gothic Neo"/>
                <a:cs typeface="Apple SD Gothic Neo"/>
              </a:defRPr>
            </a:lvl8pPr>
            <a:lvl9pPr algn="ctr">
              <a:defRPr sz="1875" b="1">
                <a:solidFill>
                  <a:srgbClr val="111111"/>
                </a:solidFill>
                <a:latin typeface="Apple SD Gothic Neo"/>
                <a:ea typeface="Apple SD Gothic Neo"/>
                <a:cs typeface="Apple SD Gothic Neo"/>
              </a:defRPr>
            </a:lvl9pPr>
          </a:lstStyle>
          <a:p xmlns:a="http://schemas.openxmlformats.org/drawingml/2006/main">
            <a:pPr algn="ctr">
              <a:defRPr sz="1875" b="1">
                <a:solidFill>
                  <a:srgbClr val="111111"/>
                </a:solidFill>
                <a:latin typeface="Apple SD Gothic Neo"/>
                <a:ea typeface="Apple SD Gothic Neo"/>
                <a:cs typeface="Apple SD Gothic Neo"/>
              </a:defRPr>
            </a:pPr>
            <a:r>
              <a:rPr sz="1875" b="1">
                <a:solidFill>
                  <a:srgbClr val="111111"/>
                </a:solidFill>
                <a:latin typeface="Apple SD Gothic Neo"/>
                <a:ea typeface="Apple SD Gothic Neo"/>
                <a:cs typeface="Apple SD Gothic Neo"/>
              </a:rPr>
              <a:t>원본별 생산자와 후보 저장, 후속 결합을 분리</a:t>
            </a:r>
          </a:p>
        </p:txBody>
      </p:sp>
      <p:sp>
        <p:nvSpPr>
          <p:cNvPr id="68" name="DP3 object 216">
            <a:extLst xmlns:a="http://schemas.openxmlformats.org/drawingml/2006/main">
              <a:ext uri="{FF2B5EF4-FFF2-40B4-BE49-F238E27FC236}">
                <a16:creationId xmlns:a16="http://schemas.microsoft.com/office/drawing/2014/main" id="{94A6AAA2-638F-4E44-80BB-DB41F128B3D5}"/>
              </a:ext>
            </a:extLst>
          </p:cNvPr>
          <p:cNvSpPr>
            <a:spLocks xmlns:a="http://schemas.openxmlformats.org/drawingml/2006/main" noGrp="1"/>
          </p:cNvSpPr>
          <p:nvPr/>
        </p:nvSpPr>
        <p:spPr>
          <a:xfrm xmlns:a="http://schemas.openxmlformats.org/drawingml/2006/main">
            <a:off x="12287250" y="2562225"/>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발화 원문·시각</a:t>
            </a:r>
          </a:p>
        </p:txBody>
      </p:sp>
      <p:sp>
        <p:nvSpPr>
          <p:cNvPr id="69" name="DP3 object 217">
            <a:extLst xmlns:a="http://schemas.openxmlformats.org/drawingml/2006/main">
              <a:ext uri="{FF2B5EF4-FFF2-40B4-BE49-F238E27FC236}">
                <a16:creationId xmlns:a16="http://schemas.microsoft.com/office/drawing/2014/main" id="{651EB532-6A72-4C0B-9A25-C1BACB5050E7}"/>
              </a:ext>
            </a:extLst>
          </p:cNvPr>
          <p:cNvSpPr>
            <a:spLocks xmlns:a="http://schemas.openxmlformats.org/drawingml/2006/main" noGrp="1"/>
          </p:cNvSpPr>
          <p:nvPr/>
        </p:nvSpPr>
        <p:spPr>
          <a:xfrm xmlns:a="http://schemas.openxmlformats.org/drawingml/2006/main">
            <a:off x="14763750" y="2562225"/>
            <a:ext cx="28765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575" b="0">
                <a:solidFill>
                  <a:srgbClr val="111111"/>
                </a:solidFill>
                <a:latin typeface="Apple SD Gothic Neo"/>
                <a:ea typeface="Apple SD Gothic Neo"/>
                <a:cs typeface="Apple SD Gothic Neo"/>
              </a:defRPr>
            </a:defPPr>
            <a:lvl1pPr algn="ctr">
              <a:defRPr sz="1575" b="0">
                <a:solidFill>
                  <a:srgbClr val="111111"/>
                </a:solidFill>
                <a:latin typeface="Apple SD Gothic Neo"/>
                <a:ea typeface="Apple SD Gothic Neo"/>
                <a:cs typeface="Apple SD Gothic Neo"/>
              </a:defRPr>
            </a:lvl1pPr>
            <a:lvl2pPr algn="ctr">
              <a:defRPr sz="1575" b="0">
                <a:solidFill>
                  <a:srgbClr val="111111"/>
                </a:solidFill>
                <a:latin typeface="Apple SD Gothic Neo"/>
                <a:ea typeface="Apple SD Gothic Neo"/>
                <a:cs typeface="Apple SD Gothic Neo"/>
              </a:defRPr>
            </a:lvl2pPr>
            <a:lvl3pPr algn="ctr">
              <a:defRPr sz="1575" b="0">
                <a:solidFill>
                  <a:srgbClr val="111111"/>
                </a:solidFill>
                <a:latin typeface="Apple SD Gothic Neo"/>
                <a:ea typeface="Apple SD Gothic Neo"/>
                <a:cs typeface="Apple SD Gothic Neo"/>
              </a:defRPr>
            </a:lvl3pPr>
            <a:lvl4pPr algn="ctr">
              <a:defRPr sz="1575" b="0">
                <a:solidFill>
                  <a:srgbClr val="111111"/>
                </a:solidFill>
                <a:latin typeface="Apple SD Gothic Neo"/>
                <a:ea typeface="Apple SD Gothic Neo"/>
                <a:cs typeface="Apple SD Gothic Neo"/>
              </a:defRPr>
            </a:lvl4pPr>
            <a:lvl5pPr algn="ctr">
              <a:defRPr sz="1575" b="0">
                <a:solidFill>
                  <a:srgbClr val="111111"/>
                </a:solidFill>
                <a:latin typeface="Apple SD Gothic Neo"/>
                <a:ea typeface="Apple SD Gothic Neo"/>
                <a:cs typeface="Apple SD Gothic Neo"/>
              </a:defRPr>
            </a:lvl5pPr>
            <a:lvl6pPr algn="ctr">
              <a:defRPr sz="1575" b="0">
                <a:solidFill>
                  <a:srgbClr val="111111"/>
                </a:solidFill>
                <a:latin typeface="Apple SD Gothic Neo"/>
                <a:ea typeface="Apple SD Gothic Neo"/>
                <a:cs typeface="Apple SD Gothic Neo"/>
              </a:defRPr>
            </a:lvl6pPr>
            <a:lvl7pPr algn="ctr">
              <a:defRPr sz="1575" b="0">
                <a:solidFill>
                  <a:srgbClr val="111111"/>
                </a:solidFill>
                <a:latin typeface="Apple SD Gothic Neo"/>
                <a:ea typeface="Apple SD Gothic Neo"/>
                <a:cs typeface="Apple SD Gothic Neo"/>
              </a:defRPr>
            </a:lvl7pPr>
            <a:lvl8pPr algn="ctr">
              <a:defRPr sz="1575" b="0">
                <a:solidFill>
                  <a:srgbClr val="111111"/>
                </a:solidFill>
                <a:latin typeface="Apple SD Gothic Neo"/>
                <a:ea typeface="Apple SD Gothic Neo"/>
                <a:cs typeface="Apple SD Gothic Neo"/>
              </a:defRPr>
            </a:lvl8pPr>
            <a:lvl9pPr algn="ctr">
              <a:defRPr sz="1575" b="0">
                <a:solidFill>
                  <a:srgbClr val="111111"/>
                </a:solidFill>
                <a:latin typeface="Apple SD Gothic Neo"/>
                <a:ea typeface="Apple SD Gothic Neo"/>
                <a:cs typeface="Apple SD Gothic Neo"/>
              </a:defRPr>
            </a:lvl9pPr>
          </a:lstStyle>
          <a:p xmlns:a="http://schemas.openxmlformats.org/drawingml/2006/main">
            <a:pPr algn="ctr">
              <a:defRPr sz="1575" b="0">
                <a:solidFill>
                  <a:srgbClr val="111111"/>
                </a:solidFill>
                <a:latin typeface="Apple SD Gothic Neo"/>
                <a:ea typeface="Apple SD Gothic Neo"/>
                <a:cs typeface="Apple SD Gothic Neo"/>
              </a:defRPr>
            </a:pPr>
            <a:r>
              <a:rPr sz="1575" b="0">
                <a:solidFill>
                  <a:srgbClr val="111111"/>
                </a:solidFill>
                <a:latin typeface="Apple SD Gothic Neo"/>
                <a:ea typeface="Apple SD Gothic Neo"/>
                <a:cs typeface="Apple SD Gothic Neo"/>
              </a:rPr>
              <a:t>당시 frame·선택·pointer</a:t>
            </a:r>
          </a:p>
        </p:txBody>
      </p:sp>
      <p:sp>
        <p:nvSpPr>
          <p:cNvPr id="70" name="Request Interpreter Component">
            <a:extLst xmlns:a="http://schemas.openxmlformats.org/drawingml/2006/main">
              <a:ext uri="{FF2B5EF4-FFF2-40B4-BE49-F238E27FC236}">
                <a16:creationId xmlns:a16="http://schemas.microsoft.com/office/drawing/2014/main" id="{51849232-36B1-4136-94C8-5E1548F2CE75}"/>
              </a:ext>
            </a:extLst>
          </p:cNvPr>
          <p:cNvSpPr>
            <a:spLocks xmlns:a="http://schemas.openxmlformats.org/drawingml/2006/main" noGrp="1"/>
          </p:cNvSpPr>
          <p:nvPr/>
        </p:nvSpPr>
        <p:spPr>
          <a:xfrm xmlns:a="http://schemas.openxmlformats.org/drawingml/2006/main">
            <a:off x="10229850" y="2895600"/>
            <a:ext cx="7562850" cy="2705100"/>
          </a:xfrm>
          <a:prstGeom xmlns:a="http://schemas.openxmlformats.org/drawingml/2006/main" prst="rect">
            <a:avLst/>
          </a:prstGeom>
          <a:solidFill xmlns:a="http://schemas.openxmlformats.org/drawingml/2006/main">
            <a:srgbClr val="FFF6DD"/>
          </a:solidFill>
          <a:ln xmlns:a="http://schemas.openxmlformats.org/drawingml/2006/main" w="25718">
            <a:solidFill>
              <a:srgbClr val="111111"/>
            </a:solidFill>
            <a:prstDash val="solid"/>
          </a:ln>
        </p:spPr>
      </p:sp>
      <p:sp>
        <p:nvSpPr>
          <p:cNvPr id="71" name="DP3 object 218">
            <a:extLst xmlns:a="http://schemas.openxmlformats.org/drawingml/2006/main">
              <a:ext uri="{FF2B5EF4-FFF2-40B4-BE49-F238E27FC236}">
                <a16:creationId xmlns:a16="http://schemas.microsoft.com/office/drawing/2014/main" id="{40770D5E-511E-47BB-A447-AA41CD8331D0}"/>
              </a:ext>
            </a:extLst>
          </p:cNvPr>
          <p:cNvSpPr>
            <a:spLocks xmlns:a="http://schemas.openxmlformats.org/drawingml/2006/main" noGrp="1"/>
          </p:cNvSpPr>
          <p:nvPr/>
        </p:nvSpPr>
        <p:spPr>
          <a:xfrm xmlns:a="http://schemas.openxmlformats.org/drawingml/2006/main">
            <a:off x="10306050" y="2914650"/>
            <a:ext cx="74104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Request Interpreter</a:t>
            </a:r>
          </a:p>
        </p:txBody>
      </p:sp>
      <p:sp>
        <p:nvSpPr>
          <p:cNvPr id="72" name="Editable path 219">
            <a:extLst xmlns:a="http://schemas.openxmlformats.org/drawingml/2006/main">
              <a:ext uri="{FF2B5EF4-FFF2-40B4-BE49-F238E27FC236}">
                <a16:creationId xmlns:a16="http://schemas.microsoft.com/office/drawing/2014/main" id="{3290E8D1-B9DC-410B-AA47-440A44A8BBCD}"/>
              </a:ext>
            </a:extLst>
          </p:cNvPr>
          <p:cNvSpPr>
            <a:spLocks xmlns:a="http://schemas.openxmlformats.org/drawingml/2006/main" noGrp="1"/>
          </p:cNvSpPr>
          <p:nvPr/>
        </p:nvSpPr>
        <p:spPr>
          <a:xfrm xmlns:a="http://schemas.openxmlformats.org/drawingml/2006/main">
            <a:off x="10229850" y="3238500"/>
            <a:ext cx="7562850" cy="953"/>
          </a:xfrm>
          <a:custGeom xmlns:a="http://schemas.openxmlformats.org/drawingml/2006/main">
            <a:pathLst>
              <a:path w="7562850" h="953">
                <a:moveTo>
                  <a:pt x="0" y="0"/>
                </a:moveTo>
                <a:lnTo>
                  <a:pt x="7562850" y="0"/>
                </a:lnTo>
              </a:path>
            </a:pathLst>
          </a:custGeom>
          <a:noFill xmlns:a="http://schemas.openxmlformats.org/drawingml/2006/main"/>
          <a:ln xmlns:a="http://schemas.openxmlformats.org/drawingml/2006/main" w="13335">
            <a:solidFill>
              <a:srgbClr val="111111"/>
            </a:solidFill>
            <a:prstDash val="solid"/>
          </a:ln>
        </p:spPr>
      </p:sp>
      <p:sp>
        <p:nvSpPr>
          <p:cNvPr id="73" name="Grounding&#10;Coordinator">
            <a:extLst xmlns:a="http://schemas.openxmlformats.org/drawingml/2006/main">
              <a:ext uri="{FF2B5EF4-FFF2-40B4-BE49-F238E27FC236}">
                <a16:creationId xmlns:a16="http://schemas.microsoft.com/office/drawing/2014/main" id="{8E33E9E4-3268-437E-BAE5-128FD0E2C63B}"/>
              </a:ext>
            </a:extLst>
          </p:cNvPr>
          <p:cNvSpPr>
            <a:spLocks xmlns:a="http://schemas.openxmlformats.org/drawingml/2006/main" noGrp="1"/>
          </p:cNvSpPr>
          <p:nvPr/>
        </p:nvSpPr>
        <p:spPr>
          <a:xfrm xmlns:a="http://schemas.openxmlformats.org/drawingml/2006/main">
            <a:off x="10363200" y="3343275"/>
            <a:ext cx="15906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4" name="DP3 object 220">
            <a:extLst xmlns:a="http://schemas.openxmlformats.org/drawingml/2006/main">
              <a:ext uri="{FF2B5EF4-FFF2-40B4-BE49-F238E27FC236}">
                <a16:creationId xmlns:a16="http://schemas.microsoft.com/office/drawing/2014/main" id="{DFF2E052-F77F-4C82-AA17-8FCCBB87C0F0}"/>
              </a:ext>
            </a:extLst>
          </p:cNvPr>
          <p:cNvSpPr>
            <a:spLocks xmlns:a="http://schemas.openxmlformats.org/drawingml/2006/main" noGrp="1"/>
          </p:cNvSpPr>
          <p:nvPr/>
        </p:nvSpPr>
        <p:spPr>
          <a:xfrm xmlns:a="http://schemas.openxmlformats.org/drawingml/2006/main">
            <a:off x="10429875" y="3381375"/>
            <a:ext cx="14573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1">
                <a:solidFill>
                  <a:srgbClr val="111111"/>
                </a:solidFill>
                <a:latin typeface="Apple SD Gothic Neo"/>
                <a:ea typeface="Apple SD Gothic Neo"/>
                <a:cs typeface="Apple SD Gothic Neo"/>
              </a:defRPr>
            </a:defPPr>
            <a:lvl1pPr algn="ctr">
              <a:defRPr sz="1650" b="1">
                <a:solidFill>
                  <a:srgbClr val="111111"/>
                </a:solidFill>
                <a:latin typeface="Apple SD Gothic Neo"/>
                <a:ea typeface="Apple SD Gothic Neo"/>
                <a:cs typeface="Apple SD Gothic Neo"/>
              </a:defRPr>
            </a:lvl1pPr>
            <a:lvl2pPr algn="ctr">
              <a:defRPr sz="1650" b="1">
                <a:solidFill>
                  <a:srgbClr val="111111"/>
                </a:solidFill>
                <a:latin typeface="Apple SD Gothic Neo"/>
                <a:ea typeface="Apple SD Gothic Neo"/>
                <a:cs typeface="Apple SD Gothic Neo"/>
              </a:defRPr>
            </a:lvl2pPr>
            <a:lvl3pPr algn="ctr">
              <a:defRPr sz="1650" b="1">
                <a:solidFill>
                  <a:srgbClr val="111111"/>
                </a:solidFill>
                <a:latin typeface="Apple SD Gothic Neo"/>
                <a:ea typeface="Apple SD Gothic Neo"/>
                <a:cs typeface="Apple SD Gothic Neo"/>
              </a:defRPr>
            </a:lvl3pPr>
            <a:lvl4pPr algn="ctr">
              <a:defRPr sz="1650" b="1">
                <a:solidFill>
                  <a:srgbClr val="111111"/>
                </a:solidFill>
                <a:latin typeface="Apple SD Gothic Neo"/>
                <a:ea typeface="Apple SD Gothic Neo"/>
                <a:cs typeface="Apple SD Gothic Neo"/>
              </a:defRPr>
            </a:lvl4pPr>
            <a:lvl5pPr algn="ctr">
              <a:defRPr sz="1650" b="1">
                <a:solidFill>
                  <a:srgbClr val="111111"/>
                </a:solidFill>
                <a:latin typeface="Apple SD Gothic Neo"/>
                <a:ea typeface="Apple SD Gothic Neo"/>
                <a:cs typeface="Apple SD Gothic Neo"/>
              </a:defRPr>
            </a:lvl5pPr>
            <a:lvl6pPr algn="ctr">
              <a:defRPr sz="1650" b="1">
                <a:solidFill>
                  <a:srgbClr val="111111"/>
                </a:solidFill>
                <a:latin typeface="Apple SD Gothic Neo"/>
                <a:ea typeface="Apple SD Gothic Neo"/>
                <a:cs typeface="Apple SD Gothic Neo"/>
              </a:defRPr>
            </a:lvl6pPr>
            <a:lvl7pPr algn="ctr">
              <a:defRPr sz="1650" b="1">
                <a:solidFill>
                  <a:srgbClr val="111111"/>
                </a:solidFill>
                <a:latin typeface="Apple SD Gothic Neo"/>
                <a:ea typeface="Apple SD Gothic Neo"/>
                <a:cs typeface="Apple SD Gothic Neo"/>
              </a:defRPr>
            </a:lvl7pPr>
            <a:lvl8pPr algn="ctr">
              <a:defRPr sz="1650" b="1">
                <a:solidFill>
                  <a:srgbClr val="111111"/>
                </a:solidFill>
                <a:latin typeface="Apple SD Gothic Neo"/>
                <a:ea typeface="Apple SD Gothic Neo"/>
                <a:cs typeface="Apple SD Gothic Neo"/>
              </a:defRPr>
            </a:lvl8pPr>
            <a:lvl9pPr algn="ctr">
              <a:defRPr sz="1650" b="1">
                <a:solidFill>
                  <a:srgbClr val="111111"/>
                </a:solidFill>
                <a:latin typeface="Apple SD Gothic Neo"/>
                <a:ea typeface="Apple SD Gothic Neo"/>
                <a:cs typeface="Apple SD Gothic Neo"/>
              </a:defRPr>
            </a:lvl9pPr>
          </a:lstStyle>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Grounding</a:t>
            </a:r>
          </a:p>
          <a:p xmlns:a="http://schemas.openxmlformats.org/drawingml/2006/main">
            <a:pPr algn="ctr">
              <a:defRPr sz="1650" b="1">
                <a:solidFill>
                  <a:srgbClr val="111111"/>
                </a:solidFill>
                <a:latin typeface="Apple SD Gothic Neo"/>
                <a:ea typeface="Apple SD Gothic Neo"/>
                <a:cs typeface="Apple SD Gothic Neo"/>
              </a:defRPr>
            </a:pPr>
            <a:r>
              <a:rPr sz="1650" b="1">
                <a:solidFill>
                  <a:srgbClr val="111111"/>
                </a:solidFill>
                <a:latin typeface="Apple SD Gothic Neo"/>
                <a:ea typeface="Apple SD Gothic Neo"/>
                <a:cs typeface="Apple SD Gothic Neo"/>
              </a:rPr>
              <a:t>Coordinator</a:t>
            </a:r>
          </a:p>
        </p:txBody>
      </p:sp>
      <p:sp>
        <p:nvSpPr>
          <p:cNvPr id="75" name="DP3 object 221">
            <a:extLst xmlns:a="http://schemas.openxmlformats.org/drawingml/2006/main">
              <a:ext uri="{FF2B5EF4-FFF2-40B4-BE49-F238E27FC236}">
                <a16:creationId xmlns:a16="http://schemas.microsoft.com/office/drawing/2014/main" id="{A12519C7-F464-467A-8431-37F20FD21905}"/>
              </a:ext>
            </a:extLst>
          </p:cNvPr>
          <p:cNvSpPr>
            <a:spLocks xmlns:a="http://schemas.openxmlformats.org/drawingml/2006/main" noGrp="1"/>
          </p:cNvSpPr>
          <p:nvPr/>
        </p:nvSpPr>
        <p:spPr>
          <a:xfrm xmlns:a="http://schemas.openxmlformats.org/drawingml/2006/main">
            <a:off x="10401300" y="4114800"/>
            <a:ext cx="1514475"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0">
                <a:solidFill>
                  <a:srgbClr val="111111"/>
                </a:solidFill>
                <a:latin typeface="Apple SD Gothic Neo"/>
                <a:ea typeface="Apple SD Gothic Neo"/>
                <a:cs typeface="Apple SD Gothic Neo"/>
              </a:defRPr>
            </a:defPPr>
            <a:lvl1pPr algn="ctr">
              <a:defRPr sz="1725" b="0">
                <a:solidFill>
                  <a:srgbClr val="111111"/>
                </a:solidFill>
                <a:latin typeface="Apple SD Gothic Neo"/>
                <a:ea typeface="Apple SD Gothic Neo"/>
                <a:cs typeface="Apple SD Gothic Neo"/>
              </a:defRPr>
            </a:lvl1pPr>
            <a:lvl2pPr algn="ctr">
              <a:defRPr sz="1725" b="0">
                <a:solidFill>
                  <a:srgbClr val="111111"/>
                </a:solidFill>
                <a:latin typeface="Apple SD Gothic Neo"/>
                <a:ea typeface="Apple SD Gothic Neo"/>
                <a:cs typeface="Apple SD Gothic Neo"/>
              </a:defRPr>
            </a:lvl2pPr>
            <a:lvl3pPr algn="ctr">
              <a:defRPr sz="1725" b="0">
                <a:solidFill>
                  <a:srgbClr val="111111"/>
                </a:solidFill>
                <a:latin typeface="Apple SD Gothic Neo"/>
                <a:ea typeface="Apple SD Gothic Neo"/>
                <a:cs typeface="Apple SD Gothic Neo"/>
              </a:defRPr>
            </a:lvl3pPr>
            <a:lvl4pPr algn="ctr">
              <a:defRPr sz="1725" b="0">
                <a:solidFill>
                  <a:srgbClr val="111111"/>
                </a:solidFill>
                <a:latin typeface="Apple SD Gothic Neo"/>
                <a:ea typeface="Apple SD Gothic Neo"/>
                <a:cs typeface="Apple SD Gothic Neo"/>
              </a:defRPr>
            </a:lvl4pPr>
            <a:lvl5pPr algn="ctr">
              <a:defRPr sz="1725" b="0">
                <a:solidFill>
                  <a:srgbClr val="111111"/>
                </a:solidFill>
                <a:latin typeface="Apple SD Gothic Neo"/>
                <a:ea typeface="Apple SD Gothic Neo"/>
                <a:cs typeface="Apple SD Gothic Neo"/>
              </a:defRPr>
            </a:lvl5pPr>
            <a:lvl6pPr algn="ctr">
              <a:defRPr sz="1725" b="0">
                <a:solidFill>
                  <a:srgbClr val="111111"/>
                </a:solidFill>
                <a:latin typeface="Apple SD Gothic Neo"/>
                <a:ea typeface="Apple SD Gothic Neo"/>
                <a:cs typeface="Apple SD Gothic Neo"/>
              </a:defRPr>
            </a:lvl6pPr>
            <a:lvl7pPr algn="ctr">
              <a:defRPr sz="1725" b="0">
                <a:solidFill>
                  <a:srgbClr val="111111"/>
                </a:solidFill>
                <a:latin typeface="Apple SD Gothic Neo"/>
                <a:ea typeface="Apple SD Gothic Neo"/>
                <a:cs typeface="Apple SD Gothic Neo"/>
              </a:defRPr>
            </a:lvl7pPr>
            <a:lvl8pPr algn="ctr">
              <a:defRPr sz="1725" b="0">
                <a:solidFill>
                  <a:srgbClr val="111111"/>
                </a:solidFill>
                <a:latin typeface="Apple SD Gothic Neo"/>
                <a:ea typeface="Apple SD Gothic Neo"/>
                <a:cs typeface="Apple SD Gothic Neo"/>
              </a:defRPr>
            </a:lvl8pPr>
            <a:lvl9pPr algn="ctr">
              <a:defRPr sz="1725" b="0">
                <a:solidFill>
                  <a:srgbClr val="111111"/>
                </a:solidFill>
                <a:latin typeface="Apple SD Gothic Neo"/>
                <a:ea typeface="Apple SD Gothic Neo"/>
                <a:cs typeface="Apple SD Gothic Neo"/>
              </a:defRPr>
            </a:lvl9pPr>
          </a:lstStyle>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역할 queue</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예산·완료</a:t>
            </a:r>
          </a:p>
          <a:p xmlns:a="http://schemas.openxmlformats.org/drawingml/2006/main">
            <a:pPr algn="ctr">
              <a:defRPr sz="1725" b="0">
                <a:solidFill>
                  <a:srgbClr val="111111"/>
                </a:solidFill>
                <a:latin typeface="Apple SD Gothic Neo"/>
                <a:ea typeface="Apple SD Gothic Neo"/>
                <a:cs typeface="Apple SD Gothic Neo"/>
              </a:defRPr>
            </a:pPr>
            <a:r>
              <a:rPr sz="1725" b="0">
                <a:solidFill>
                  <a:srgbClr val="111111"/>
                </a:solidFill>
                <a:latin typeface="Apple SD Gothic Neo"/>
                <a:ea typeface="Apple SD Gothic Neo"/>
                <a:cs typeface="Apple SD Gothic Neo"/>
              </a:rPr>
              <a:t>확장 요청</a:t>
            </a:r>
          </a:p>
        </p:txBody>
      </p:sp>
      <p:sp>
        <p:nvSpPr>
          <p:cNvPr id="76" name="Speech Reference&#10;Producer">
            <a:extLst xmlns:a="http://schemas.openxmlformats.org/drawingml/2006/main">
              <a:ext uri="{FF2B5EF4-FFF2-40B4-BE49-F238E27FC236}">
                <a16:creationId xmlns:a16="http://schemas.microsoft.com/office/drawing/2014/main" id="{D123E48D-9D23-45A6-AB3B-3A5B61257369}"/>
              </a:ext>
            </a:extLst>
          </p:cNvPr>
          <p:cNvSpPr>
            <a:spLocks xmlns:a="http://schemas.openxmlformats.org/drawingml/2006/main" noGrp="1"/>
          </p:cNvSpPr>
          <p:nvPr/>
        </p:nvSpPr>
        <p:spPr>
          <a:xfrm xmlns:a="http://schemas.openxmlformats.org/drawingml/2006/main">
            <a:off x="12192000" y="3343275"/>
            <a:ext cx="229552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7" name="DP3 object 222">
            <a:extLst xmlns:a="http://schemas.openxmlformats.org/drawingml/2006/main">
              <a:ext uri="{FF2B5EF4-FFF2-40B4-BE49-F238E27FC236}">
                <a16:creationId xmlns:a16="http://schemas.microsoft.com/office/drawing/2014/main" id="{87351B28-F736-440D-A0EB-1BC98223E58F}"/>
              </a:ext>
            </a:extLst>
          </p:cNvPr>
          <p:cNvSpPr>
            <a:spLocks xmlns:a="http://schemas.openxmlformats.org/drawingml/2006/main" noGrp="1"/>
          </p:cNvSpPr>
          <p:nvPr/>
        </p:nvSpPr>
        <p:spPr>
          <a:xfrm xmlns:a="http://schemas.openxmlformats.org/drawingml/2006/main">
            <a:off x="12258675" y="3381375"/>
            <a:ext cx="21621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Speech Reference</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78" name="Screen Target&#10;Producer">
            <a:extLst xmlns:a="http://schemas.openxmlformats.org/drawingml/2006/main">
              <a:ext uri="{FF2B5EF4-FFF2-40B4-BE49-F238E27FC236}">
                <a16:creationId xmlns:a16="http://schemas.microsoft.com/office/drawing/2014/main" id="{F1D47A06-D8DF-4064-A90D-AE11E80B5C21}"/>
              </a:ext>
            </a:extLst>
          </p:cNvPr>
          <p:cNvSpPr>
            <a:spLocks xmlns:a="http://schemas.openxmlformats.org/drawingml/2006/main" noGrp="1"/>
          </p:cNvSpPr>
          <p:nvPr/>
        </p:nvSpPr>
        <p:spPr>
          <a:xfrm xmlns:a="http://schemas.openxmlformats.org/drawingml/2006/main">
            <a:off x="14735175" y="3343275"/>
            <a:ext cx="2924175" cy="6191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79" name="DP3 object 223">
            <a:extLst xmlns:a="http://schemas.openxmlformats.org/drawingml/2006/main">
              <a:ext uri="{FF2B5EF4-FFF2-40B4-BE49-F238E27FC236}">
                <a16:creationId xmlns:a16="http://schemas.microsoft.com/office/drawing/2014/main" id="{6485A272-78F2-44FF-8AA4-3076D0290DD2}"/>
              </a:ext>
            </a:extLst>
          </p:cNvPr>
          <p:cNvSpPr>
            <a:spLocks xmlns:a="http://schemas.openxmlformats.org/drawingml/2006/main" noGrp="1"/>
          </p:cNvSpPr>
          <p:nvPr/>
        </p:nvSpPr>
        <p:spPr>
          <a:xfrm xmlns:a="http://schemas.openxmlformats.org/drawingml/2006/main">
            <a:off x="14801850" y="3381375"/>
            <a:ext cx="27908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Screen Target</a:t>
            </a:r>
          </a:p>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Producer</a:t>
            </a:r>
          </a:p>
        </p:txBody>
      </p:sp>
      <p:sp>
        <p:nvSpPr>
          <p:cNvPr id="80" name="Editable path 224">
            <a:extLst xmlns:a="http://schemas.openxmlformats.org/drawingml/2006/main">
              <a:ext uri="{FF2B5EF4-FFF2-40B4-BE49-F238E27FC236}">
                <a16:creationId xmlns:a16="http://schemas.microsoft.com/office/drawing/2014/main" id="{6F5DB30C-86BC-453E-8B1E-30774380AF09}"/>
              </a:ext>
            </a:extLst>
          </p:cNvPr>
          <p:cNvSpPr>
            <a:spLocks xmlns:a="http://schemas.openxmlformats.org/drawingml/2006/main" noGrp="1"/>
          </p:cNvSpPr>
          <p:nvPr/>
        </p:nvSpPr>
        <p:spPr>
          <a:xfrm xmlns:a="http://schemas.openxmlformats.org/drawingml/2006/main">
            <a:off x="133350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81" name="Editable arrowhead 225">
            <a:extLst xmlns:a="http://schemas.openxmlformats.org/drawingml/2006/main">
              <a:ext uri="{FF2B5EF4-FFF2-40B4-BE49-F238E27FC236}">
                <a16:creationId xmlns:a16="http://schemas.microsoft.com/office/drawing/2014/main" id="{BC1D2CC3-5D20-47B3-9741-6453C3B9C373}"/>
              </a:ext>
            </a:extLst>
          </p:cNvPr>
          <p:cNvSpPr>
            <a:spLocks xmlns:a="http://schemas.openxmlformats.org/drawingml/2006/main" noGrp="1"/>
          </p:cNvSpPr>
          <p:nvPr/>
        </p:nvSpPr>
        <p:spPr>
          <a:xfrm xmlns:a="http://schemas.openxmlformats.org/drawingml/2006/main">
            <a:off x="132873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2" name="Editable path 226">
            <a:extLst xmlns:a="http://schemas.openxmlformats.org/drawingml/2006/main">
              <a:ext uri="{FF2B5EF4-FFF2-40B4-BE49-F238E27FC236}">
                <a16:creationId xmlns:a16="http://schemas.microsoft.com/office/drawing/2014/main" id="{F72286CF-632F-4C1B-9490-02EE405FEC1C}"/>
              </a:ext>
            </a:extLst>
          </p:cNvPr>
          <p:cNvSpPr>
            <a:spLocks xmlns:a="http://schemas.openxmlformats.org/drawingml/2006/main" noGrp="1"/>
          </p:cNvSpPr>
          <p:nvPr/>
        </p:nvSpPr>
        <p:spPr>
          <a:xfrm xmlns:a="http://schemas.openxmlformats.org/drawingml/2006/main">
            <a:off x="16192500" y="2838450"/>
            <a:ext cx="953" cy="504825"/>
          </a:xfrm>
          <a:custGeom xmlns:a="http://schemas.openxmlformats.org/drawingml/2006/main">
            <a:pathLst>
              <a:path w="953" h="504825">
                <a:moveTo>
                  <a:pt x="0" y="0"/>
                </a:moveTo>
                <a:lnTo>
                  <a:pt x="0" y="504825"/>
                </a:lnTo>
              </a:path>
            </a:pathLst>
          </a:custGeom>
          <a:noFill xmlns:a="http://schemas.openxmlformats.org/drawingml/2006/main"/>
          <a:ln xmlns:a="http://schemas.openxmlformats.org/drawingml/2006/main" w="19050">
            <a:solidFill>
              <a:srgbClr val="111111"/>
            </a:solidFill>
            <a:prstDash val="solid"/>
          </a:ln>
        </p:spPr>
      </p:sp>
      <p:sp>
        <p:nvSpPr>
          <p:cNvPr id="83" name="Editable arrowhead 227">
            <a:extLst xmlns:a="http://schemas.openxmlformats.org/drawingml/2006/main">
              <a:ext uri="{FF2B5EF4-FFF2-40B4-BE49-F238E27FC236}">
                <a16:creationId xmlns:a16="http://schemas.microsoft.com/office/drawing/2014/main" id="{2104C880-1841-4BCF-8286-1FADA87520BB}"/>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4" name="Editable path 228">
            <a:extLst xmlns:a="http://schemas.openxmlformats.org/drawingml/2006/main">
              <a:ext uri="{FF2B5EF4-FFF2-40B4-BE49-F238E27FC236}">
                <a16:creationId xmlns:a16="http://schemas.microsoft.com/office/drawing/2014/main" id="{7B4AC2F2-72BD-46DA-943D-13BBD5DE8652}"/>
              </a:ext>
            </a:extLst>
          </p:cNvPr>
          <p:cNvSpPr>
            <a:spLocks xmlns:a="http://schemas.openxmlformats.org/drawingml/2006/main" noGrp="1"/>
          </p:cNvSpPr>
          <p:nvPr/>
        </p:nvSpPr>
        <p:spPr>
          <a:xfrm xmlns:a="http://schemas.openxmlformats.org/drawingml/2006/main">
            <a:off x="11953875" y="3638550"/>
            <a:ext cx="238125" cy="953"/>
          </a:xfrm>
          <a:custGeom xmlns:a="http://schemas.openxmlformats.org/drawingml/2006/main">
            <a:pathLst>
              <a:path w="238125" h="953">
                <a:moveTo>
                  <a:pt x="0" y="0"/>
                </a:moveTo>
                <a:lnTo>
                  <a:pt x="238125" y="0"/>
                </a:lnTo>
              </a:path>
            </a:pathLst>
          </a:custGeom>
          <a:noFill xmlns:a="http://schemas.openxmlformats.org/drawingml/2006/main"/>
          <a:ln xmlns:a="http://schemas.openxmlformats.org/drawingml/2006/main" w="17145">
            <a:solidFill>
              <a:srgbClr val="111111"/>
            </a:solidFill>
            <a:prstDash val="dash"/>
          </a:ln>
        </p:spPr>
      </p:sp>
      <p:sp>
        <p:nvSpPr>
          <p:cNvPr id="85" name="Editable arrowhead 229">
            <a:extLst xmlns:a="http://schemas.openxmlformats.org/drawingml/2006/main">
              <a:ext uri="{FF2B5EF4-FFF2-40B4-BE49-F238E27FC236}">
                <a16:creationId xmlns:a16="http://schemas.microsoft.com/office/drawing/2014/main" id="{021FF3E2-CA04-476E-88B4-3B0C3676E428}"/>
              </a:ext>
            </a:extLst>
          </p:cNvPr>
          <p:cNvSpPr>
            <a:spLocks xmlns:a="http://schemas.openxmlformats.org/drawingml/2006/main" noGrp="1"/>
          </p:cNvSpPr>
          <p:nvPr/>
        </p:nvSpPr>
        <p:spPr>
          <a:xfrm xmlns:a="http://schemas.openxmlformats.org/drawingml/2006/main">
            <a:off x="12096750" y="3590925"/>
            <a:ext cx="95250" cy="95250"/>
          </a:xfrm>
          <a:custGeom xmlns:a="http://schemas.openxmlformats.org/drawingml/2006/main">
            <a:pathLst>
              <a:path w="95250" h="95250">
                <a:moveTo>
                  <a:pt x="95250" y="47625"/>
                </a:moveTo>
                <a:lnTo>
                  <a:pt x="0" y="0"/>
                </a:lnTo>
                <a:lnTo>
                  <a:pt x="0" y="9525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6" name="Editable path 230">
            <a:extLst xmlns:a="http://schemas.openxmlformats.org/drawingml/2006/main">
              <a:ext uri="{FF2B5EF4-FFF2-40B4-BE49-F238E27FC236}">
                <a16:creationId xmlns:a16="http://schemas.microsoft.com/office/drawing/2014/main" id="{5AAC91CD-585B-4C9F-966B-7480183A64C7}"/>
              </a:ext>
            </a:extLst>
          </p:cNvPr>
          <p:cNvSpPr>
            <a:spLocks xmlns:a="http://schemas.openxmlformats.org/drawingml/2006/main" noGrp="1"/>
          </p:cNvSpPr>
          <p:nvPr/>
        </p:nvSpPr>
        <p:spPr>
          <a:xfrm xmlns:a="http://schemas.openxmlformats.org/drawingml/2006/main">
            <a:off x="11153775" y="3286125"/>
            <a:ext cx="5038725" cy="57150"/>
          </a:xfrm>
          <a:custGeom xmlns:a="http://schemas.openxmlformats.org/drawingml/2006/main">
            <a:pathLst>
              <a:path w="5038725" h="57150">
                <a:moveTo>
                  <a:pt x="0" y="57150"/>
                </a:moveTo>
                <a:lnTo>
                  <a:pt x="0" y="0"/>
                </a:lnTo>
                <a:lnTo>
                  <a:pt x="5038725" y="0"/>
                </a:lnTo>
                <a:lnTo>
                  <a:pt x="5038725" y="57150"/>
                </a:lnTo>
              </a:path>
            </a:pathLst>
          </a:custGeom>
          <a:noFill xmlns:a="http://schemas.openxmlformats.org/drawingml/2006/main"/>
          <a:ln xmlns:a="http://schemas.openxmlformats.org/drawingml/2006/main" w="14288">
            <a:solidFill>
              <a:srgbClr val="111111"/>
            </a:solidFill>
            <a:prstDash val="dash"/>
          </a:ln>
        </p:spPr>
      </p:sp>
      <p:sp>
        <p:nvSpPr>
          <p:cNvPr id="87" name="Editable arrowhead 231">
            <a:extLst xmlns:a="http://schemas.openxmlformats.org/drawingml/2006/main">
              <a:ext uri="{FF2B5EF4-FFF2-40B4-BE49-F238E27FC236}">
                <a16:creationId xmlns:a16="http://schemas.microsoft.com/office/drawing/2014/main" id="{9FDBB4FB-29A6-4E08-89C1-6F2EAF541D7A}"/>
              </a:ext>
            </a:extLst>
          </p:cNvPr>
          <p:cNvSpPr>
            <a:spLocks xmlns:a="http://schemas.openxmlformats.org/drawingml/2006/main" noGrp="1"/>
          </p:cNvSpPr>
          <p:nvPr/>
        </p:nvSpPr>
        <p:spPr>
          <a:xfrm xmlns:a="http://schemas.openxmlformats.org/drawingml/2006/main">
            <a:off x="16144875" y="324802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88" name="Speech Candidate&#10;Revisions">
            <a:extLst xmlns:a="http://schemas.openxmlformats.org/drawingml/2006/main">
              <a:ext uri="{FF2B5EF4-FFF2-40B4-BE49-F238E27FC236}">
                <a16:creationId xmlns:a16="http://schemas.microsoft.com/office/drawing/2014/main" id="{84F18493-C64D-40F6-A5D9-0ECD4C48830B}"/>
              </a:ext>
            </a:extLst>
          </p:cNvPr>
          <p:cNvSpPr>
            <a:spLocks xmlns:a="http://schemas.openxmlformats.org/drawingml/2006/main" noGrp="1"/>
          </p:cNvSpPr>
          <p:nvPr/>
        </p:nvSpPr>
        <p:spPr>
          <a:xfrm xmlns:a="http://schemas.openxmlformats.org/drawingml/2006/main">
            <a:off x="12192000" y="4133850"/>
            <a:ext cx="229552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89" name="DP3 object 232">
            <a:extLst xmlns:a="http://schemas.openxmlformats.org/drawingml/2006/main">
              <a:ext uri="{FF2B5EF4-FFF2-40B4-BE49-F238E27FC236}">
                <a16:creationId xmlns:a16="http://schemas.microsoft.com/office/drawing/2014/main" id="{EF8250AC-84DE-4B1D-BD1F-147BC7B45550}"/>
              </a:ext>
            </a:extLst>
          </p:cNvPr>
          <p:cNvSpPr>
            <a:spLocks xmlns:a="http://schemas.openxmlformats.org/drawingml/2006/main" noGrp="1"/>
          </p:cNvSpPr>
          <p:nvPr/>
        </p:nvSpPr>
        <p:spPr>
          <a:xfrm xmlns:a="http://schemas.openxmlformats.org/drawingml/2006/main">
            <a:off x="12239625" y="4238625"/>
            <a:ext cx="22002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0">
                <a:solidFill>
                  <a:srgbClr val="111111"/>
                </a:solidFill>
                <a:latin typeface="Apple SD Gothic Neo"/>
                <a:ea typeface="Apple SD Gothic Neo"/>
                <a:cs typeface="Apple SD Gothic Neo"/>
              </a:defRPr>
            </a:defPPr>
            <a:lvl1pPr algn="ctr">
              <a:defRPr sz="1425" b="0">
                <a:solidFill>
                  <a:srgbClr val="111111"/>
                </a:solidFill>
                <a:latin typeface="Apple SD Gothic Neo"/>
                <a:ea typeface="Apple SD Gothic Neo"/>
                <a:cs typeface="Apple SD Gothic Neo"/>
              </a:defRPr>
            </a:lvl1pPr>
            <a:lvl2pPr algn="ctr">
              <a:defRPr sz="1425" b="0">
                <a:solidFill>
                  <a:srgbClr val="111111"/>
                </a:solidFill>
                <a:latin typeface="Apple SD Gothic Neo"/>
                <a:ea typeface="Apple SD Gothic Neo"/>
                <a:cs typeface="Apple SD Gothic Neo"/>
              </a:defRPr>
            </a:lvl2pPr>
            <a:lvl3pPr algn="ctr">
              <a:defRPr sz="1425" b="0">
                <a:solidFill>
                  <a:srgbClr val="111111"/>
                </a:solidFill>
                <a:latin typeface="Apple SD Gothic Neo"/>
                <a:ea typeface="Apple SD Gothic Neo"/>
                <a:cs typeface="Apple SD Gothic Neo"/>
              </a:defRPr>
            </a:lvl3pPr>
            <a:lvl4pPr algn="ctr">
              <a:defRPr sz="1425" b="0">
                <a:solidFill>
                  <a:srgbClr val="111111"/>
                </a:solidFill>
                <a:latin typeface="Apple SD Gothic Neo"/>
                <a:ea typeface="Apple SD Gothic Neo"/>
                <a:cs typeface="Apple SD Gothic Neo"/>
              </a:defRPr>
            </a:lvl4pPr>
            <a:lvl5pPr algn="ctr">
              <a:defRPr sz="1425" b="0">
                <a:solidFill>
                  <a:srgbClr val="111111"/>
                </a:solidFill>
                <a:latin typeface="Apple SD Gothic Neo"/>
                <a:ea typeface="Apple SD Gothic Neo"/>
                <a:cs typeface="Apple SD Gothic Neo"/>
              </a:defRPr>
            </a:lvl5pPr>
            <a:lvl6pPr algn="ctr">
              <a:defRPr sz="1425" b="0">
                <a:solidFill>
                  <a:srgbClr val="111111"/>
                </a:solidFill>
                <a:latin typeface="Apple SD Gothic Neo"/>
                <a:ea typeface="Apple SD Gothic Neo"/>
                <a:cs typeface="Apple SD Gothic Neo"/>
              </a:defRPr>
            </a:lvl6pPr>
            <a:lvl7pPr algn="ctr">
              <a:defRPr sz="1425" b="0">
                <a:solidFill>
                  <a:srgbClr val="111111"/>
                </a:solidFill>
                <a:latin typeface="Apple SD Gothic Neo"/>
                <a:ea typeface="Apple SD Gothic Neo"/>
                <a:cs typeface="Apple SD Gothic Neo"/>
              </a:defRPr>
            </a:lvl7pPr>
            <a:lvl8pPr algn="ctr">
              <a:defRPr sz="1425" b="0">
                <a:solidFill>
                  <a:srgbClr val="111111"/>
                </a:solidFill>
                <a:latin typeface="Apple SD Gothic Neo"/>
                <a:ea typeface="Apple SD Gothic Neo"/>
                <a:cs typeface="Apple SD Gothic Neo"/>
              </a:defRPr>
            </a:lvl8pPr>
            <a:lvl9pPr algn="ctr">
              <a:defRPr sz="1425" b="0">
                <a:solidFill>
                  <a:srgbClr val="111111"/>
                </a:solidFill>
                <a:latin typeface="Apple SD Gothic Neo"/>
                <a:ea typeface="Apple SD Gothic Neo"/>
                <a:cs typeface="Apple SD Gothic Neo"/>
              </a:defRPr>
            </a:lvl9pPr>
          </a:lstStyle>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Speech Candidate</a:t>
            </a:r>
          </a:p>
          <a:p xmlns:a="http://schemas.openxmlformats.org/drawingml/2006/main">
            <a:pPr algn="ctr">
              <a:defRPr sz="1425" b="0">
                <a:solidFill>
                  <a:srgbClr val="111111"/>
                </a:solidFill>
                <a:latin typeface="Apple SD Gothic Neo"/>
                <a:ea typeface="Apple SD Gothic Neo"/>
                <a:cs typeface="Apple SD Gothic Neo"/>
              </a:defRPr>
            </a:pPr>
            <a:r>
              <a:rPr sz="1425" b="0">
                <a:solidFill>
                  <a:srgbClr val="111111"/>
                </a:solidFill>
                <a:latin typeface="Apple SD Gothic Neo"/>
                <a:ea typeface="Apple SD Gothic Neo"/>
                <a:cs typeface="Apple SD Gothic Neo"/>
              </a:rPr>
              <a:t>Revisions</a:t>
            </a:r>
          </a:p>
        </p:txBody>
      </p:sp>
      <p:sp>
        <p:nvSpPr>
          <p:cNvPr id="90" name="Screen Candidate Revisions&#10;범위·관계·coverage">
            <a:extLst xmlns:a="http://schemas.openxmlformats.org/drawingml/2006/main">
              <a:ext uri="{FF2B5EF4-FFF2-40B4-BE49-F238E27FC236}">
                <a16:creationId xmlns:a16="http://schemas.microsoft.com/office/drawing/2014/main" id="{A4178B69-2B26-4151-8658-9C36F79AA583}"/>
              </a:ext>
            </a:extLst>
          </p:cNvPr>
          <p:cNvSpPr>
            <a:spLocks xmlns:a="http://schemas.openxmlformats.org/drawingml/2006/main" noGrp="1"/>
          </p:cNvSpPr>
          <p:nvPr/>
        </p:nvSpPr>
        <p:spPr>
          <a:xfrm xmlns:a="http://schemas.openxmlformats.org/drawingml/2006/main">
            <a:off x="14735175" y="4133850"/>
            <a:ext cx="2924175" cy="457200"/>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91" name="DP3 object 233">
            <a:extLst xmlns:a="http://schemas.openxmlformats.org/drawingml/2006/main">
              <a:ext uri="{FF2B5EF4-FFF2-40B4-BE49-F238E27FC236}">
                <a16:creationId xmlns:a16="http://schemas.microsoft.com/office/drawing/2014/main" id="{803D198A-7E15-4A8C-A5DC-DD113B5DFCD4}"/>
              </a:ext>
            </a:extLst>
          </p:cNvPr>
          <p:cNvSpPr>
            <a:spLocks xmlns:a="http://schemas.openxmlformats.org/drawingml/2006/main" noGrp="1"/>
          </p:cNvSpPr>
          <p:nvPr/>
        </p:nvSpPr>
        <p:spPr>
          <a:xfrm xmlns:a="http://schemas.openxmlformats.org/drawingml/2006/main">
            <a:off x="14782800" y="4238625"/>
            <a:ext cx="28289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350" b="0">
                <a:solidFill>
                  <a:srgbClr val="111111"/>
                </a:solidFill>
                <a:latin typeface="Apple SD Gothic Neo"/>
                <a:ea typeface="Apple SD Gothic Neo"/>
                <a:cs typeface="Apple SD Gothic Neo"/>
              </a:defRPr>
            </a:defPPr>
            <a:lvl1pPr algn="ctr">
              <a:defRPr sz="1350" b="0">
                <a:solidFill>
                  <a:srgbClr val="111111"/>
                </a:solidFill>
                <a:latin typeface="Apple SD Gothic Neo"/>
                <a:ea typeface="Apple SD Gothic Neo"/>
                <a:cs typeface="Apple SD Gothic Neo"/>
              </a:defRPr>
            </a:lvl1pPr>
            <a:lvl2pPr algn="ctr">
              <a:defRPr sz="1350" b="0">
                <a:solidFill>
                  <a:srgbClr val="111111"/>
                </a:solidFill>
                <a:latin typeface="Apple SD Gothic Neo"/>
                <a:ea typeface="Apple SD Gothic Neo"/>
                <a:cs typeface="Apple SD Gothic Neo"/>
              </a:defRPr>
            </a:lvl2pPr>
            <a:lvl3pPr algn="ctr">
              <a:defRPr sz="1350" b="0">
                <a:solidFill>
                  <a:srgbClr val="111111"/>
                </a:solidFill>
                <a:latin typeface="Apple SD Gothic Neo"/>
                <a:ea typeface="Apple SD Gothic Neo"/>
                <a:cs typeface="Apple SD Gothic Neo"/>
              </a:defRPr>
            </a:lvl3pPr>
            <a:lvl4pPr algn="ctr">
              <a:defRPr sz="1350" b="0">
                <a:solidFill>
                  <a:srgbClr val="111111"/>
                </a:solidFill>
                <a:latin typeface="Apple SD Gothic Neo"/>
                <a:ea typeface="Apple SD Gothic Neo"/>
                <a:cs typeface="Apple SD Gothic Neo"/>
              </a:defRPr>
            </a:lvl4pPr>
            <a:lvl5pPr algn="ctr">
              <a:defRPr sz="1350" b="0">
                <a:solidFill>
                  <a:srgbClr val="111111"/>
                </a:solidFill>
                <a:latin typeface="Apple SD Gothic Neo"/>
                <a:ea typeface="Apple SD Gothic Neo"/>
                <a:cs typeface="Apple SD Gothic Neo"/>
              </a:defRPr>
            </a:lvl5pPr>
            <a:lvl6pPr algn="ctr">
              <a:defRPr sz="1350" b="0">
                <a:solidFill>
                  <a:srgbClr val="111111"/>
                </a:solidFill>
                <a:latin typeface="Apple SD Gothic Neo"/>
                <a:ea typeface="Apple SD Gothic Neo"/>
                <a:cs typeface="Apple SD Gothic Neo"/>
              </a:defRPr>
            </a:lvl6pPr>
            <a:lvl7pPr algn="ctr">
              <a:defRPr sz="1350" b="0">
                <a:solidFill>
                  <a:srgbClr val="111111"/>
                </a:solidFill>
                <a:latin typeface="Apple SD Gothic Neo"/>
                <a:ea typeface="Apple SD Gothic Neo"/>
                <a:cs typeface="Apple SD Gothic Neo"/>
              </a:defRPr>
            </a:lvl7pPr>
            <a:lvl8pPr algn="ctr">
              <a:defRPr sz="1350" b="0">
                <a:solidFill>
                  <a:srgbClr val="111111"/>
                </a:solidFill>
                <a:latin typeface="Apple SD Gothic Neo"/>
                <a:ea typeface="Apple SD Gothic Neo"/>
                <a:cs typeface="Apple SD Gothic Neo"/>
              </a:defRPr>
            </a:lvl8pPr>
            <a:lvl9pPr algn="ctr">
              <a:defRPr sz="1350" b="0">
                <a:solidFill>
                  <a:srgbClr val="111111"/>
                </a:solidFill>
                <a:latin typeface="Apple SD Gothic Neo"/>
                <a:ea typeface="Apple SD Gothic Neo"/>
                <a:cs typeface="Apple SD Gothic Neo"/>
              </a:defRPr>
            </a:lvl9pPr>
          </a:lstStyle>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Screen Candidate Revisions</a:t>
            </a:r>
          </a:p>
          <a:p xmlns:a="http://schemas.openxmlformats.org/drawingml/2006/main">
            <a:pPr algn="ctr">
              <a:defRPr sz="1350" b="0">
                <a:solidFill>
                  <a:srgbClr val="111111"/>
                </a:solidFill>
                <a:latin typeface="Apple SD Gothic Neo"/>
                <a:ea typeface="Apple SD Gothic Neo"/>
                <a:cs typeface="Apple SD Gothic Neo"/>
              </a:defRPr>
            </a:pPr>
            <a:r>
              <a:rPr sz="1350" b="0">
                <a:solidFill>
                  <a:srgbClr val="111111"/>
                </a:solidFill>
                <a:latin typeface="Apple SD Gothic Neo"/>
                <a:ea typeface="Apple SD Gothic Neo"/>
                <a:cs typeface="Apple SD Gothic Neo"/>
              </a:rPr>
              <a:t>범위·관계·coverage</a:t>
            </a:r>
          </a:p>
        </p:txBody>
      </p:sp>
      <p:sp>
        <p:nvSpPr>
          <p:cNvPr id="92" name="Editable path 234">
            <a:extLst xmlns:a="http://schemas.openxmlformats.org/drawingml/2006/main">
              <a:ext uri="{FF2B5EF4-FFF2-40B4-BE49-F238E27FC236}">
                <a16:creationId xmlns:a16="http://schemas.microsoft.com/office/drawing/2014/main" id="{753B63EC-95F8-4E1C-AEA4-7CEA75114EBA}"/>
              </a:ext>
            </a:extLst>
          </p:cNvPr>
          <p:cNvSpPr>
            <a:spLocks xmlns:a="http://schemas.openxmlformats.org/drawingml/2006/main" noGrp="1"/>
          </p:cNvSpPr>
          <p:nvPr/>
        </p:nvSpPr>
        <p:spPr>
          <a:xfrm xmlns:a="http://schemas.openxmlformats.org/drawingml/2006/main">
            <a:off x="133350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93" name="Editable arrowhead 235">
            <a:extLst xmlns:a="http://schemas.openxmlformats.org/drawingml/2006/main">
              <a:ext uri="{FF2B5EF4-FFF2-40B4-BE49-F238E27FC236}">
                <a16:creationId xmlns:a16="http://schemas.microsoft.com/office/drawing/2014/main" id="{5E0173E7-E5D8-4F0D-9603-34297404761C}"/>
              </a:ext>
            </a:extLst>
          </p:cNvPr>
          <p:cNvSpPr>
            <a:spLocks xmlns:a="http://schemas.openxmlformats.org/drawingml/2006/main" noGrp="1"/>
          </p:cNvSpPr>
          <p:nvPr/>
        </p:nvSpPr>
        <p:spPr>
          <a:xfrm xmlns:a="http://schemas.openxmlformats.org/drawingml/2006/main">
            <a:off x="132873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4" name="Editable path 236">
            <a:extLst xmlns:a="http://schemas.openxmlformats.org/drawingml/2006/main">
              <a:ext uri="{FF2B5EF4-FFF2-40B4-BE49-F238E27FC236}">
                <a16:creationId xmlns:a16="http://schemas.microsoft.com/office/drawing/2014/main" id="{9B842DD8-0EBF-42C1-AC8A-9CA6617BA505}"/>
              </a:ext>
            </a:extLst>
          </p:cNvPr>
          <p:cNvSpPr>
            <a:spLocks xmlns:a="http://schemas.openxmlformats.org/drawingml/2006/main" noGrp="1"/>
          </p:cNvSpPr>
          <p:nvPr/>
        </p:nvSpPr>
        <p:spPr>
          <a:xfrm xmlns:a="http://schemas.openxmlformats.org/drawingml/2006/main">
            <a:off x="16192500" y="3962400"/>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19050">
            <a:solidFill>
              <a:srgbClr val="111111"/>
            </a:solidFill>
            <a:prstDash val="solid"/>
          </a:ln>
        </p:spPr>
      </p:sp>
      <p:sp>
        <p:nvSpPr>
          <p:cNvPr id="95" name="Editable arrowhead 237">
            <a:extLst xmlns:a="http://schemas.openxmlformats.org/drawingml/2006/main">
              <a:ext uri="{FF2B5EF4-FFF2-40B4-BE49-F238E27FC236}">
                <a16:creationId xmlns:a16="http://schemas.microsoft.com/office/drawing/2014/main" id="{9D99B419-AB1C-47BE-9471-5FB9FA3DFAB1}"/>
              </a:ext>
            </a:extLst>
          </p:cNvPr>
          <p:cNvSpPr>
            <a:spLocks xmlns:a="http://schemas.openxmlformats.org/drawingml/2006/main" noGrp="1"/>
          </p:cNvSpPr>
          <p:nvPr/>
        </p:nvSpPr>
        <p:spPr>
          <a:xfrm xmlns:a="http://schemas.openxmlformats.org/drawingml/2006/main">
            <a:off x="16144875" y="40386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96" name="Multimodal Binding Resolver">
            <a:extLst xmlns:a="http://schemas.openxmlformats.org/drawingml/2006/main">
              <a:ext uri="{FF2B5EF4-FFF2-40B4-BE49-F238E27FC236}">
                <a16:creationId xmlns:a16="http://schemas.microsoft.com/office/drawing/2014/main" id="{5E75675A-1133-48A7-BCC9-66CB6BD579B1}"/>
              </a:ext>
            </a:extLst>
          </p:cNvPr>
          <p:cNvSpPr>
            <a:spLocks xmlns:a="http://schemas.openxmlformats.org/drawingml/2006/main" noGrp="1"/>
          </p:cNvSpPr>
          <p:nvPr/>
        </p:nvSpPr>
        <p:spPr>
          <a:xfrm xmlns:a="http://schemas.openxmlformats.org/drawingml/2006/main">
            <a:off x="12192000" y="4800600"/>
            <a:ext cx="5467350" cy="36195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97" name="DP3 object 238">
            <a:extLst xmlns:a="http://schemas.openxmlformats.org/drawingml/2006/main">
              <a:ext uri="{FF2B5EF4-FFF2-40B4-BE49-F238E27FC236}">
                <a16:creationId xmlns:a16="http://schemas.microsoft.com/office/drawing/2014/main" id="{F642672F-A535-482D-9555-08FDB9B628D0}"/>
              </a:ext>
            </a:extLst>
          </p:cNvPr>
          <p:cNvSpPr>
            <a:spLocks xmlns:a="http://schemas.openxmlformats.org/drawingml/2006/main" noGrp="1"/>
          </p:cNvSpPr>
          <p:nvPr/>
        </p:nvSpPr>
        <p:spPr>
          <a:xfrm xmlns:a="http://schemas.openxmlformats.org/drawingml/2006/main">
            <a:off x="12258675" y="4838700"/>
            <a:ext cx="533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00" b="1">
                <a:solidFill>
                  <a:srgbClr val="111111"/>
                </a:solidFill>
                <a:latin typeface="Apple SD Gothic Neo"/>
                <a:ea typeface="Apple SD Gothic Neo"/>
                <a:cs typeface="Apple SD Gothic Neo"/>
              </a:defRPr>
            </a:defPPr>
            <a:lvl1pPr algn="ctr">
              <a:defRPr sz="1800" b="1">
                <a:solidFill>
                  <a:srgbClr val="111111"/>
                </a:solidFill>
                <a:latin typeface="Apple SD Gothic Neo"/>
                <a:ea typeface="Apple SD Gothic Neo"/>
                <a:cs typeface="Apple SD Gothic Neo"/>
              </a:defRPr>
            </a:lvl1pPr>
            <a:lvl2pPr algn="ctr">
              <a:defRPr sz="1800" b="1">
                <a:solidFill>
                  <a:srgbClr val="111111"/>
                </a:solidFill>
                <a:latin typeface="Apple SD Gothic Neo"/>
                <a:ea typeface="Apple SD Gothic Neo"/>
                <a:cs typeface="Apple SD Gothic Neo"/>
              </a:defRPr>
            </a:lvl2pPr>
            <a:lvl3pPr algn="ctr">
              <a:defRPr sz="1800" b="1">
                <a:solidFill>
                  <a:srgbClr val="111111"/>
                </a:solidFill>
                <a:latin typeface="Apple SD Gothic Neo"/>
                <a:ea typeface="Apple SD Gothic Neo"/>
                <a:cs typeface="Apple SD Gothic Neo"/>
              </a:defRPr>
            </a:lvl3pPr>
            <a:lvl4pPr algn="ctr">
              <a:defRPr sz="1800" b="1">
                <a:solidFill>
                  <a:srgbClr val="111111"/>
                </a:solidFill>
                <a:latin typeface="Apple SD Gothic Neo"/>
                <a:ea typeface="Apple SD Gothic Neo"/>
                <a:cs typeface="Apple SD Gothic Neo"/>
              </a:defRPr>
            </a:lvl4pPr>
            <a:lvl5pPr algn="ctr">
              <a:defRPr sz="1800" b="1">
                <a:solidFill>
                  <a:srgbClr val="111111"/>
                </a:solidFill>
                <a:latin typeface="Apple SD Gothic Neo"/>
                <a:ea typeface="Apple SD Gothic Neo"/>
                <a:cs typeface="Apple SD Gothic Neo"/>
              </a:defRPr>
            </a:lvl5pPr>
            <a:lvl6pPr algn="ctr">
              <a:defRPr sz="1800" b="1">
                <a:solidFill>
                  <a:srgbClr val="111111"/>
                </a:solidFill>
                <a:latin typeface="Apple SD Gothic Neo"/>
                <a:ea typeface="Apple SD Gothic Neo"/>
                <a:cs typeface="Apple SD Gothic Neo"/>
              </a:defRPr>
            </a:lvl6pPr>
            <a:lvl7pPr algn="ctr">
              <a:defRPr sz="1800" b="1">
                <a:solidFill>
                  <a:srgbClr val="111111"/>
                </a:solidFill>
                <a:latin typeface="Apple SD Gothic Neo"/>
                <a:ea typeface="Apple SD Gothic Neo"/>
                <a:cs typeface="Apple SD Gothic Neo"/>
              </a:defRPr>
            </a:lvl7pPr>
            <a:lvl8pPr algn="ctr">
              <a:defRPr sz="1800" b="1">
                <a:solidFill>
                  <a:srgbClr val="111111"/>
                </a:solidFill>
                <a:latin typeface="Apple SD Gothic Neo"/>
                <a:ea typeface="Apple SD Gothic Neo"/>
                <a:cs typeface="Apple SD Gothic Neo"/>
              </a:defRPr>
            </a:lvl8pPr>
            <a:lvl9pPr algn="ctr">
              <a:defRPr sz="1800" b="1">
                <a:solidFill>
                  <a:srgbClr val="111111"/>
                </a:solidFill>
                <a:latin typeface="Apple SD Gothic Neo"/>
                <a:ea typeface="Apple SD Gothic Neo"/>
                <a:cs typeface="Apple SD Gothic Neo"/>
              </a:defRPr>
            </a:lvl9pPr>
          </a:lstStyle>
          <a:p xmlns:a="http://schemas.openxmlformats.org/drawingml/2006/main">
            <a:pPr algn="ctr">
              <a:defRPr sz="1800" b="1">
                <a:solidFill>
                  <a:srgbClr val="111111"/>
                </a:solidFill>
                <a:latin typeface="Apple SD Gothic Neo"/>
                <a:ea typeface="Apple SD Gothic Neo"/>
                <a:cs typeface="Apple SD Gothic Neo"/>
              </a:defRPr>
            </a:pPr>
            <a:r>
              <a:rPr sz="1800" b="1">
                <a:solidFill>
                  <a:srgbClr val="111111"/>
                </a:solidFill>
                <a:latin typeface="Apple SD Gothic Neo"/>
                <a:ea typeface="Apple SD Gothic Neo"/>
                <a:cs typeface="Apple SD Gothic Neo"/>
              </a:rPr>
              <a:t>Multimodal Binding Resolver</a:t>
            </a:r>
          </a:p>
        </p:txBody>
      </p:sp>
      <p:sp>
        <p:nvSpPr>
          <p:cNvPr id="98" name="Editable path 239">
            <a:extLst xmlns:a="http://schemas.openxmlformats.org/drawingml/2006/main">
              <a:ext uri="{FF2B5EF4-FFF2-40B4-BE49-F238E27FC236}">
                <a16:creationId xmlns:a16="http://schemas.microsoft.com/office/drawing/2014/main" id="{EF1C4C5C-F1DE-4BA6-A6F8-079037D2CB8E}"/>
              </a:ext>
            </a:extLst>
          </p:cNvPr>
          <p:cNvSpPr>
            <a:spLocks xmlns:a="http://schemas.openxmlformats.org/drawingml/2006/main" noGrp="1"/>
          </p:cNvSpPr>
          <p:nvPr/>
        </p:nvSpPr>
        <p:spPr>
          <a:xfrm xmlns:a="http://schemas.openxmlformats.org/drawingml/2006/main">
            <a:off x="133350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99" name="Editable arrowhead 240">
            <a:extLst xmlns:a="http://schemas.openxmlformats.org/drawingml/2006/main">
              <a:ext uri="{FF2B5EF4-FFF2-40B4-BE49-F238E27FC236}">
                <a16:creationId xmlns:a16="http://schemas.microsoft.com/office/drawing/2014/main" id="{E057C37B-F554-44CE-99FF-EAFE8A856A42}"/>
              </a:ext>
            </a:extLst>
          </p:cNvPr>
          <p:cNvSpPr>
            <a:spLocks xmlns:a="http://schemas.openxmlformats.org/drawingml/2006/main" noGrp="1"/>
          </p:cNvSpPr>
          <p:nvPr/>
        </p:nvSpPr>
        <p:spPr>
          <a:xfrm xmlns:a="http://schemas.openxmlformats.org/drawingml/2006/main">
            <a:off x="132873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0" name="Editable path 241">
            <a:extLst xmlns:a="http://schemas.openxmlformats.org/drawingml/2006/main">
              <a:ext uri="{FF2B5EF4-FFF2-40B4-BE49-F238E27FC236}">
                <a16:creationId xmlns:a16="http://schemas.microsoft.com/office/drawing/2014/main" id="{58EFA0F2-FCD0-490E-B3ED-6D80F6FF6477}"/>
              </a:ext>
            </a:extLst>
          </p:cNvPr>
          <p:cNvSpPr>
            <a:spLocks xmlns:a="http://schemas.openxmlformats.org/drawingml/2006/main" noGrp="1"/>
          </p:cNvSpPr>
          <p:nvPr/>
        </p:nvSpPr>
        <p:spPr>
          <a:xfrm xmlns:a="http://schemas.openxmlformats.org/drawingml/2006/main">
            <a:off x="16192500" y="4591050"/>
            <a:ext cx="953" cy="209550"/>
          </a:xfrm>
          <a:custGeom xmlns:a="http://schemas.openxmlformats.org/drawingml/2006/main">
            <a:pathLst>
              <a:path w="953" h="209550">
                <a:moveTo>
                  <a:pt x="0" y="0"/>
                </a:moveTo>
                <a:lnTo>
                  <a:pt x="0" y="209550"/>
                </a:lnTo>
              </a:path>
            </a:pathLst>
          </a:custGeom>
          <a:noFill xmlns:a="http://schemas.openxmlformats.org/drawingml/2006/main"/>
          <a:ln xmlns:a="http://schemas.openxmlformats.org/drawingml/2006/main" w="19050">
            <a:solidFill>
              <a:srgbClr val="111111"/>
            </a:solidFill>
            <a:prstDash val="solid"/>
          </a:ln>
        </p:spPr>
      </p:sp>
      <p:sp>
        <p:nvSpPr>
          <p:cNvPr id="101" name="Editable arrowhead 242">
            <a:extLst xmlns:a="http://schemas.openxmlformats.org/drawingml/2006/main">
              <a:ext uri="{FF2B5EF4-FFF2-40B4-BE49-F238E27FC236}">
                <a16:creationId xmlns:a16="http://schemas.microsoft.com/office/drawing/2014/main" id="{2BAB11C4-2227-4BDE-ABB8-D20992D49BD8}"/>
              </a:ext>
            </a:extLst>
          </p:cNvPr>
          <p:cNvSpPr>
            <a:spLocks xmlns:a="http://schemas.openxmlformats.org/drawingml/2006/main" noGrp="1"/>
          </p:cNvSpPr>
          <p:nvPr/>
        </p:nvSpPr>
        <p:spPr>
          <a:xfrm xmlns:a="http://schemas.openxmlformats.org/drawingml/2006/main">
            <a:off x="16144875" y="470535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2" name="검증 후 Binding Revision State / 후보 read-set">
            <a:extLst xmlns:a="http://schemas.openxmlformats.org/drawingml/2006/main">
              <a:ext uri="{FF2B5EF4-FFF2-40B4-BE49-F238E27FC236}">
                <a16:creationId xmlns:a16="http://schemas.microsoft.com/office/drawing/2014/main" id="{A05ED6EC-C167-4D3A-9774-71416DBCB8E3}"/>
              </a:ext>
            </a:extLst>
          </p:cNvPr>
          <p:cNvSpPr>
            <a:spLocks xmlns:a="http://schemas.openxmlformats.org/drawingml/2006/main" noGrp="1"/>
          </p:cNvSpPr>
          <p:nvPr/>
        </p:nvSpPr>
        <p:spPr>
          <a:xfrm xmlns:a="http://schemas.openxmlformats.org/drawingml/2006/main">
            <a:off x="12192000" y="5305425"/>
            <a:ext cx="5467350" cy="238125"/>
          </a:xfrm>
          <a:prstGeom xmlns:a="http://schemas.openxmlformats.org/drawingml/2006/main" prst="can">
            <a:avLst>
              <a:gd name="adj" fmla="val 16000"/>
            </a:avLst>
          </a:prstGeom>
          <a:solidFill xmlns:a="http://schemas.openxmlformats.org/drawingml/2006/main">
            <a:srgbClr val="FFF6DD"/>
          </a:solidFill>
          <a:ln xmlns:a="http://schemas.openxmlformats.org/drawingml/2006/main" w="17145">
            <a:solidFill>
              <a:srgbClr val="111111"/>
            </a:solidFill>
            <a:prstDash val="solid"/>
          </a:ln>
        </p:spPr>
      </p:sp>
      <p:sp>
        <p:nvSpPr>
          <p:cNvPr id="103" name="DP3 object 243">
            <a:extLst xmlns:a="http://schemas.openxmlformats.org/drawingml/2006/main">
              <a:ext uri="{FF2B5EF4-FFF2-40B4-BE49-F238E27FC236}">
                <a16:creationId xmlns:a16="http://schemas.microsoft.com/office/drawing/2014/main" id="{4DC9087E-4D46-498A-B869-E0F1E3859EFE}"/>
              </a:ext>
            </a:extLst>
          </p:cNvPr>
          <p:cNvSpPr>
            <a:spLocks xmlns:a="http://schemas.openxmlformats.org/drawingml/2006/main" noGrp="1"/>
          </p:cNvSpPr>
          <p:nvPr/>
        </p:nvSpPr>
        <p:spPr>
          <a:xfrm xmlns:a="http://schemas.openxmlformats.org/drawingml/2006/main">
            <a:off x="12239625" y="5410200"/>
            <a:ext cx="5372100" cy="76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111111"/>
                </a:solidFill>
                <a:latin typeface="Apple SD Gothic Neo"/>
                <a:ea typeface="Apple SD Gothic Neo"/>
                <a:cs typeface="Apple SD Gothic Neo"/>
              </a:defRPr>
            </a:defPPr>
            <a:lvl1pPr algn="ctr">
              <a:defRPr sz="1275" b="0">
                <a:solidFill>
                  <a:srgbClr val="111111"/>
                </a:solidFill>
                <a:latin typeface="Apple SD Gothic Neo"/>
                <a:ea typeface="Apple SD Gothic Neo"/>
                <a:cs typeface="Apple SD Gothic Neo"/>
              </a:defRPr>
            </a:lvl1pPr>
            <a:lvl2pPr algn="ctr">
              <a:defRPr sz="1275" b="0">
                <a:solidFill>
                  <a:srgbClr val="111111"/>
                </a:solidFill>
                <a:latin typeface="Apple SD Gothic Neo"/>
                <a:ea typeface="Apple SD Gothic Neo"/>
                <a:cs typeface="Apple SD Gothic Neo"/>
              </a:defRPr>
            </a:lvl2pPr>
            <a:lvl3pPr algn="ctr">
              <a:defRPr sz="1275" b="0">
                <a:solidFill>
                  <a:srgbClr val="111111"/>
                </a:solidFill>
                <a:latin typeface="Apple SD Gothic Neo"/>
                <a:ea typeface="Apple SD Gothic Neo"/>
                <a:cs typeface="Apple SD Gothic Neo"/>
              </a:defRPr>
            </a:lvl3pPr>
            <a:lvl4pPr algn="ctr">
              <a:defRPr sz="1275" b="0">
                <a:solidFill>
                  <a:srgbClr val="111111"/>
                </a:solidFill>
                <a:latin typeface="Apple SD Gothic Neo"/>
                <a:ea typeface="Apple SD Gothic Neo"/>
                <a:cs typeface="Apple SD Gothic Neo"/>
              </a:defRPr>
            </a:lvl4pPr>
            <a:lvl5pPr algn="ctr">
              <a:defRPr sz="1275" b="0">
                <a:solidFill>
                  <a:srgbClr val="111111"/>
                </a:solidFill>
                <a:latin typeface="Apple SD Gothic Neo"/>
                <a:ea typeface="Apple SD Gothic Neo"/>
                <a:cs typeface="Apple SD Gothic Neo"/>
              </a:defRPr>
            </a:lvl5pPr>
            <a:lvl6pPr algn="ctr">
              <a:defRPr sz="1275" b="0">
                <a:solidFill>
                  <a:srgbClr val="111111"/>
                </a:solidFill>
                <a:latin typeface="Apple SD Gothic Neo"/>
                <a:ea typeface="Apple SD Gothic Neo"/>
                <a:cs typeface="Apple SD Gothic Neo"/>
              </a:defRPr>
            </a:lvl6pPr>
            <a:lvl7pPr algn="ctr">
              <a:defRPr sz="1275" b="0">
                <a:solidFill>
                  <a:srgbClr val="111111"/>
                </a:solidFill>
                <a:latin typeface="Apple SD Gothic Neo"/>
                <a:ea typeface="Apple SD Gothic Neo"/>
                <a:cs typeface="Apple SD Gothic Neo"/>
              </a:defRPr>
            </a:lvl7pPr>
            <a:lvl8pPr algn="ctr">
              <a:defRPr sz="1275" b="0">
                <a:solidFill>
                  <a:srgbClr val="111111"/>
                </a:solidFill>
                <a:latin typeface="Apple SD Gothic Neo"/>
                <a:ea typeface="Apple SD Gothic Neo"/>
                <a:cs typeface="Apple SD Gothic Neo"/>
              </a:defRPr>
            </a:lvl8pPr>
            <a:lvl9pPr algn="ctr">
              <a:defRPr sz="1275" b="0">
                <a:solidFill>
                  <a:srgbClr val="111111"/>
                </a:solidFill>
                <a:latin typeface="Apple SD Gothic Neo"/>
                <a:ea typeface="Apple SD Gothic Neo"/>
                <a:cs typeface="Apple SD Gothic Neo"/>
              </a:defRPr>
            </a:lvl9pPr>
          </a:lstStyle>
          <a:p xmlns:a="http://schemas.openxmlformats.org/drawingml/2006/main">
            <a:pPr algn="ctr">
              <a:defRPr sz="1275" b="0">
                <a:solidFill>
                  <a:srgbClr val="111111"/>
                </a:solidFill>
                <a:latin typeface="Apple SD Gothic Neo"/>
                <a:ea typeface="Apple SD Gothic Neo"/>
                <a:cs typeface="Apple SD Gothic Neo"/>
              </a:defRPr>
            </a:pPr>
            <a:r>
              <a:rPr sz="1275" b="0">
                <a:solidFill>
                  <a:srgbClr val="111111"/>
                </a:solidFill>
                <a:latin typeface="Apple SD Gothic Neo"/>
                <a:ea typeface="Apple SD Gothic Neo"/>
                <a:cs typeface="Apple SD Gothic Neo"/>
              </a:rPr>
              <a:t>검증 후 Binding Revision State / 후보 read-set</a:t>
            </a:r>
          </a:p>
        </p:txBody>
      </p:sp>
      <p:sp>
        <p:nvSpPr>
          <p:cNvPr id="104" name="Editable path 244">
            <a:extLst xmlns:a="http://schemas.openxmlformats.org/drawingml/2006/main">
              <a:ext uri="{FF2B5EF4-FFF2-40B4-BE49-F238E27FC236}">
                <a16:creationId xmlns:a16="http://schemas.microsoft.com/office/drawing/2014/main" id="{C427D7EC-1D02-4A13-966C-A0F5ABC298A3}"/>
              </a:ext>
            </a:extLst>
          </p:cNvPr>
          <p:cNvSpPr>
            <a:spLocks xmlns:a="http://schemas.openxmlformats.org/drawingml/2006/main" noGrp="1"/>
          </p:cNvSpPr>
          <p:nvPr/>
        </p:nvSpPr>
        <p:spPr>
          <a:xfrm xmlns:a="http://schemas.openxmlformats.org/drawingml/2006/main">
            <a:off x="14820900" y="5162550"/>
            <a:ext cx="953" cy="142875"/>
          </a:xfrm>
          <a:custGeom xmlns:a="http://schemas.openxmlformats.org/drawingml/2006/main">
            <a:pathLst>
              <a:path w="953" h="142875">
                <a:moveTo>
                  <a:pt x="0" y="0"/>
                </a:moveTo>
                <a:lnTo>
                  <a:pt x="0" y="142875"/>
                </a:lnTo>
              </a:path>
            </a:pathLst>
          </a:custGeom>
          <a:noFill xmlns:a="http://schemas.openxmlformats.org/drawingml/2006/main"/>
          <a:ln xmlns:a="http://schemas.openxmlformats.org/drawingml/2006/main" w="19050">
            <a:solidFill>
              <a:srgbClr val="111111"/>
            </a:solidFill>
            <a:prstDash val="solid"/>
          </a:ln>
        </p:spPr>
      </p:sp>
      <p:sp>
        <p:nvSpPr>
          <p:cNvPr id="105" name="Editable arrowhead 245">
            <a:extLst xmlns:a="http://schemas.openxmlformats.org/drawingml/2006/main">
              <a:ext uri="{FF2B5EF4-FFF2-40B4-BE49-F238E27FC236}">
                <a16:creationId xmlns:a16="http://schemas.microsoft.com/office/drawing/2014/main" id="{C18B7DC4-5EB2-47B5-82B4-F5BCFCF98BF5}"/>
              </a:ext>
            </a:extLst>
          </p:cNvPr>
          <p:cNvSpPr>
            <a:spLocks xmlns:a="http://schemas.openxmlformats.org/drawingml/2006/main" noGrp="1"/>
          </p:cNvSpPr>
          <p:nvPr/>
        </p:nvSpPr>
        <p:spPr>
          <a:xfrm xmlns:a="http://schemas.openxmlformats.org/drawingml/2006/main">
            <a:off x="14773275" y="52101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6" name="Editable path 246">
            <a:extLst xmlns:a="http://schemas.openxmlformats.org/drawingml/2006/main">
              <a:ext uri="{FF2B5EF4-FFF2-40B4-BE49-F238E27FC236}">
                <a16:creationId xmlns:a16="http://schemas.microsoft.com/office/drawing/2014/main" id="{20C06D3E-E7CC-40BF-8136-1262B6CA08DF}"/>
              </a:ext>
            </a:extLst>
          </p:cNvPr>
          <p:cNvSpPr>
            <a:spLocks xmlns:a="http://schemas.openxmlformats.org/drawingml/2006/main" noGrp="1"/>
          </p:cNvSpPr>
          <p:nvPr/>
        </p:nvSpPr>
        <p:spPr>
          <a:xfrm xmlns:a="http://schemas.openxmlformats.org/drawingml/2006/main">
            <a:off x="17659350" y="3648075"/>
            <a:ext cx="238125" cy="1343025"/>
          </a:xfrm>
          <a:custGeom xmlns:a="http://schemas.openxmlformats.org/drawingml/2006/main">
            <a:pathLst>
              <a:path w="238125" h="1343025">
                <a:moveTo>
                  <a:pt x="0" y="1343025"/>
                </a:moveTo>
                <a:lnTo>
                  <a:pt x="238125" y="1343025"/>
                </a:lnTo>
                <a:lnTo>
                  <a:pt x="238125" y="0"/>
                </a:lnTo>
                <a:lnTo>
                  <a:pt x="0" y="0"/>
                </a:lnTo>
              </a:path>
            </a:pathLst>
          </a:custGeom>
          <a:noFill xmlns:a="http://schemas.openxmlformats.org/drawingml/2006/main"/>
          <a:ln xmlns:a="http://schemas.openxmlformats.org/drawingml/2006/main" w="17145">
            <a:solidFill>
              <a:srgbClr val="111111"/>
            </a:solidFill>
            <a:prstDash val="dash"/>
          </a:ln>
        </p:spPr>
      </p:sp>
      <p:sp>
        <p:nvSpPr>
          <p:cNvPr id="107" name="Editable arrowhead 247">
            <a:extLst xmlns:a="http://schemas.openxmlformats.org/drawingml/2006/main">
              <a:ext uri="{FF2B5EF4-FFF2-40B4-BE49-F238E27FC236}">
                <a16:creationId xmlns:a16="http://schemas.microsoft.com/office/drawing/2014/main" id="{9974B52E-37BF-4B5B-BF62-066FAD0436AA}"/>
              </a:ext>
            </a:extLst>
          </p:cNvPr>
          <p:cNvSpPr>
            <a:spLocks xmlns:a="http://schemas.openxmlformats.org/drawingml/2006/main" noGrp="1"/>
          </p:cNvSpPr>
          <p:nvPr/>
        </p:nvSpPr>
        <p:spPr>
          <a:xfrm xmlns:a="http://schemas.openxmlformats.org/drawingml/2006/main">
            <a:off x="17659350" y="3600450"/>
            <a:ext cx="95250" cy="95250"/>
          </a:xfrm>
          <a:custGeom xmlns:a="http://schemas.openxmlformats.org/drawingml/2006/main">
            <a:pathLst>
              <a:path w="95250" h="95250">
                <a:moveTo>
                  <a:pt x="0" y="47625"/>
                </a:moveTo>
                <a:lnTo>
                  <a:pt x="95250" y="95250"/>
                </a:lnTo>
                <a:lnTo>
                  <a:pt x="9525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08" name="DP3 object 248">
            <a:extLst xmlns:a="http://schemas.openxmlformats.org/drawingml/2006/main">
              <a:ext uri="{FF2B5EF4-FFF2-40B4-BE49-F238E27FC236}">
                <a16:creationId xmlns:a16="http://schemas.microsoft.com/office/drawing/2014/main" id="{5DB08304-4BE5-4843-B308-F21FE15A3CC0}"/>
              </a:ext>
            </a:extLst>
          </p:cNvPr>
          <p:cNvSpPr>
            <a:spLocks xmlns:a="http://schemas.openxmlformats.org/drawingml/2006/main" noGrp="1"/>
          </p:cNvSpPr>
          <p:nvPr/>
        </p:nvSpPr>
        <p:spPr>
          <a:xfrm xmlns:a="http://schemas.openxmlformats.org/drawingml/2006/main">
            <a:off x="10363200" y="5105400"/>
            <a:ext cx="1590675"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275" b="0">
                <a:solidFill>
                  <a:srgbClr val="50555B"/>
                </a:solidFill>
                <a:latin typeface="Apple SD Gothic Neo"/>
                <a:ea typeface="Apple SD Gothic Neo"/>
                <a:cs typeface="Apple SD Gothic Neo"/>
              </a:defRPr>
            </a:defPPr>
            <a:lvl1pPr algn="ctr">
              <a:defRPr sz="1275" b="0">
                <a:solidFill>
                  <a:srgbClr val="50555B"/>
                </a:solidFill>
                <a:latin typeface="Apple SD Gothic Neo"/>
                <a:ea typeface="Apple SD Gothic Neo"/>
                <a:cs typeface="Apple SD Gothic Neo"/>
              </a:defRPr>
            </a:lvl1pPr>
            <a:lvl2pPr algn="ctr">
              <a:defRPr sz="1275" b="0">
                <a:solidFill>
                  <a:srgbClr val="50555B"/>
                </a:solidFill>
                <a:latin typeface="Apple SD Gothic Neo"/>
                <a:ea typeface="Apple SD Gothic Neo"/>
                <a:cs typeface="Apple SD Gothic Neo"/>
              </a:defRPr>
            </a:lvl2pPr>
            <a:lvl3pPr algn="ctr">
              <a:defRPr sz="1275" b="0">
                <a:solidFill>
                  <a:srgbClr val="50555B"/>
                </a:solidFill>
                <a:latin typeface="Apple SD Gothic Neo"/>
                <a:ea typeface="Apple SD Gothic Neo"/>
                <a:cs typeface="Apple SD Gothic Neo"/>
              </a:defRPr>
            </a:lvl3pPr>
            <a:lvl4pPr algn="ctr">
              <a:defRPr sz="1275" b="0">
                <a:solidFill>
                  <a:srgbClr val="50555B"/>
                </a:solidFill>
                <a:latin typeface="Apple SD Gothic Neo"/>
                <a:ea typeface="Apple SD Gothic Neo"/>
                <a:cs typeface="Apple SD Gothic Neo"/>
              </a:defRPr>
            </a:lvl4pPr>
            <a:lvl5pPr algn="ctr">
              <a:defRPr sz="1275" b="0">
                <a:solidFill>
                  <a:srgbClr val="50555B"/>
                </a:solidFill>
                <a:latin typeface="Apple SD Gothic Neo"/>
                <a:ea typeface="Apple SD Gothic Neo"/>
                <a:cs typeface="Apple SD Gothic Neo"/>
              </a:defRPr>
            </a:lvl5pPr>
            <a:lvl6pPr algn="ctr">
              <a:defRPr sz="1275" b="0">
                <a:solidFill>
                  <a:srgbClr val="50555B"/>
                </a:solidFill>
                <a:latin typeface="Apple SD Gothic Neo"/>
                <a:ea typeface="Apple SD Gothic Neo"/>
                <a:cs typeface="Apple SD Gothic Neo"/>
              </a:defRPr>
            </a:lvl6pPr>
            <a:lvl7pPr algn="ctr">
              <a:defRPr sz="1275" b="0">
                <a:solidFill>
                  <a:srgbClr val="50555B"/>
                </a:solidFill>
                <a:latin typeface="Apple SD Gothic Neo"/>
                <a:ea typeface="Apple SD Gothic Neo"/>
                <a:cs typeface="Apple SD Gothic Neo"/>
              </a:defRPr>
            </a:lvl7pPr>
            <a:lvl8pPr algn="ctr">
              <a:defRPr sz="1275" b="0">
                <a:solidFill>
                  <a:srgbClr val="50555B"/>
                </a:solidFill>
                <a:latin typeface="Apple SD Gothic Neo"/>
                <a:ea typeface="Apple SD Gothic Neo"/>
                <a:cs typeface="Apple SD Gothic Neo"/>
              </a:defRPr>
            </a:lvl8pPr>
            <a:lvl9pPr algn="ctr">
              <a:defRPr sz="1275" b="0">
                <a:solidFill>
                  <a:srgbClr val="50555B"/>
                </a:solidFill>
                <a:latin typeface="Apple SD Gothic Neo"/>
                <a:ea typeface="Apple SD Gothic Neo"/>
                <a:cs typeface="Apple SD Gothic Neo"/>
              </a:defRPr>
            </a:lvl9pPr>
          </a:lstStyle>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공통 현재성 검사 후</a:t>
            </a:r>
          </a:p>
          <a:p xmlns:a="http://schemas.openxmlformats.org/drawingml/2006/main">
            <a:pPr algn="ct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후보 게시</a:t>
            </a:r>
          </a:p>
        </p:txBody>
      </p:sp>
      <p:sp>
        <p:nvSpPr>
          <p:cNvPr id="109" name="DP3 object 249">
            <a:extLst xmlns:a="http://schemas.openxmlformats.org/drawingml/2006/main">
              <a:ext uri="{FF2B5EF4-FFF2-40B4-BE49-F238E27FC236}">
                <a16:creationId xmlns:a16="http://schemas.microsoft.com/office/drawing/2014/main" id="{6218FC41-DE46-4A49-A4B0-04A94C5A536B}"/>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0" name="DP3 object 250">
            <a:extLst xmlns:a="http://schemas.openxmlformats.org/drawingml/2006/main">
              <a:ext uri="{FF2B5EF4-FFF2-40B4-BE49-F238E27FC236}">
                <a16:creationId xmlns:a16="http://schemas.microsoft.com/office/drawing/2014/main" id="{84674269-ED2F-4294-9868-258195FD6CA8}"/>
              </a:ext>
            </a:extLst>
          </p:cNvPr>
          <p:cNvSpPr>
            <a:spLocks xmlns:a="http://schemas.openxmlformats.org/drawingml/2006/main" noGrp="1"/>
          </p:cNvSpPr>
          <p:nvPr/>
        </p:nvSpPr>
        <p:spPr>
          <a:xfrm xmlns:a="http://schemas.openxmlformats.org/drawingml/2006/main">
            <a:off x="12001500" y="33718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1</a:t>
            </a:r>
          </a:p>
        </p:txBody>
      </p:sp>
      <p:sp>
        <p:nvSpPr>
          <p:cNvPr id="111" name="DP3 object 251">
            <a:extLst xmlns:a="http://schemas.openxmlformats.org/drawingml/2006/main">
              <a:ext uri="{FF2B5EF4-FFF2-40B4-BE49-F238E27FC236}">
                <a16:creationId xmlns:a16="http://schemas.microsoft.com/office/drawing/2014/main" id="{DE1C65D0-39F8-4027-B78B-D5E993E793D3}"/>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2" name="DP3 object 252">
            <a:extLst xmlns:a="http://schemas.openxmlformats.org/drawingml/2006/main">
              <a:ext uri="{FF2B5EF4-FFF2-40B4-BE49-F238E27FC236}">
                <a16:creationId xmlns:a16="http://schemas.microsoft.com/office/drawing/2014/main" id="{76C44791-D9B0-48E0-880B-C178437B23BA}"/>
              </a:ext>
            </a:extLst>
          </p:cNvPr>
          <p:cNvSpPr>
            <a:spLocks xmlns:a="http://schemas.openxmlformats.org/drawingml/2006/main" noGrp="1"/>
          </p:cNvSpPr>
          <p:nvPr/>
        </p:nvSpPr>
        <p:spPr>
          <a:xfrm xmlns:a="http://schemas.openxmlformats.org/drawingml/2006/main">
            <a:off x="11915775" y="4171950"/>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2</a:t>
            </a:r>
          </a:p>
        </p:txBody>
      </p:sp>
      <p:sp>
        <p:nvSpPr>
          <p:cNvPr id="113" name="DP3 object 253">
            <a:extLst xmlns:a="http://schemas.openxmlformats.org/drawingml/2006/main">
              <a:ext uri="{FF2B5EF4-FFF2-40B4-BE49-F238E27FC236}">
                <a16:creationId xmlns:a16="http://schemas.microsoft.com/office/drawing/2014/main" id="{5052B581-FB4E-44AB-B002-B10E228677F0}"/>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oundRect">
            <a:avLst>
              <a:gd name="adj" fmla="val 28571"/>
            </a:avLst>
          </a:prstGeom>
          <a:solidFill xmlns:a="http://schemas.openxmlformats.org/drawingml/2006/main">
            <a:srgbClr val="C9E1B3"/>
          </a:solidFill>
          <a:ln xmlns:a="http://schemas.openxmlformats.org/drawingml/2006/main" w="17145">
            <a:solidFill>
              <a:srgbClr val="70A843"/>
            </a:solidFill>
            <a:prstDash val="solid"/>
          </a:ln>
        </p:spPr>
      </p:sp>
      <p:sp>
        <p:nvSpPr>
          <p:cNvPr id="114" name="DP3 object 254">
            <a:extLst xmlns:a="http://schemas.openxmlformats.org/drawingml/2006/main">
              <a:ext uri="{FF2B5EF4-FFF2-40B4-BE49-F238E27FC236}">
                <a16:creationId xmlns:a16="http://schemas.microsoft.com/office/drawing/2014/main" id="{CC1A1A7C-FBBE-41C7-A28A-23D9325B7872}"/>
              </a:ext>
            </a:extLst>
          </p:cNvPr>
          <p:cNvSpPr>
            <a:spLocks xmlns:a="http://schemas.openxmlformats.org/drawingml/2006/main" noGrp="1"/>
          </p:cNvSpPr>
          <p:nvPr/>
        </p:nvSpPr>
        <p:spPr>
          <a:xfrm xmlns:a="http://schemas.openxmlformats.org/drawingml/2006/main">
            <a:off x="11915775" y="4829175"/>
            <a:ext cx="2667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650" b="0">
                <a:solidFill>
                  <a:srgbClr val="111111"/>
                </a:solidFill>
                <a:latin typeface="Apple SD Gothic Neo"/>
                <a:ea typeface="Apple SD Gothic Neo"/>
                <a:cs typeface="Apple SD Gothic Neo"/>
              </a:defRPr>
            </a:defPPr>
            <a:lvl1pPr algn="ctr">
              <a:defRPr sz="1650" b="0">
                <a:solidFill>
                  <a:srgbClr val="111111"/>
                </a:solidFill>
                <a:latin typeface="Apple SD Gothic Neo"/>
                <a:ea typeface="Apple SD Gothic Neo"/>
                <a:cs typeface="Apple SD Gothic Neo"/>
              </a:defRPr>
            </a:lvl1pPr>
            <a:lvl2pPr algn="ctr">
              <a:defRPr sz="1650" b="0">
                <a:solidFill>
                  <a:srgbClr val="111111"/>
                </a:solidFill>
                <a:latin typeface="Apple SD Gothic Neo"/>
                <a:ea typeface="Apple SD Gothic Neo"/>
                <a:cs typeface="Apple SD Gothic Neo"/>
              </a:defRPr>
            </a:lvl2pPr>
            <a:lvl3pPr algn="ctr">
              <a:defRPr sz="1650" b="0">
                <a:solidFill>
                  <a:srgbClr val="111111"/>
                </a:solidFill>
                <a:latin typeface="Apple SD Gothic Neo"/>
                <a:ea typeface="Apple SD Gothic Neo"/>
                <a:cs typeface="Apple SD Gothic Neo"/>
              </a:defRPr>
            </a:lvl3pPr>
            <a:lvl4pPr algn="ctr">
              <a:defRPr sz="1650" b="0">
                <a:solidFill>
                  <a:srgbClr val="111111"/>
                </a:solidFill>
                <a:latin typeface="Apple SD Gothic Neo"/>
                <a:ea typeface="Apple SD Gothic Neo"/>
                <a:cs typeface="Apple SD Gothic Neo"/>
              </a:defRPr>
            </a:lvl4pPr>
            <a:lvl5pPr algn="ctr">
              <a:defRPr sz="1650" b="0">
                <a:solidFill>
                  <a:srgbClr val="111111"/>
                </a:solidFill>
                <a:latin typeface="Apple SD Gothic Neo"/>
                <a:ea typeface="Apple SD Gothic Neo"/>
                <a:cs typeface="Apple SD Gothic Neo"/>
              </a:defRPr>
            </a:lvl5pPr>
            <a:lvl6pPr algn="ctr">
              <a:defRPr sz="1650" b="0">
                <a:solidFill>
                  <a:srgbClr val="111111"/>
                </a:solidFill>
                <a:latin typeface="Apple SD Gothic Neo"/>
                <a:ea typeface="Apple SD Gothic Neo"/>
                <a:cs typeface="Apple SD Gothic Neo"/>
              </a:defRPr>
            </a:lvl6pPr>
            <a:lvl7pPr algn="ctr">
              <a:defRPr sz="1650" b="0">
                <a:solidFill>
                  <a:srgbClr val="111111"/>
                </a:solidFill>
                <a:latin typeface="Apple SD Gothic Neo"/>
                <a:ea typeface="Apple SD Gothic Neo"/>
                <a:cs typeface="Apple SD Gothic Neo"/>
              </a:defRPr>
            </a:lvl7pPr>
            <a:lvl8pPr algn="ctr">
              <a:defRPr sz="1650" b="0">
                <a:solidFill>
                  <a:srgbClr val="111111"/>
                </a:solidFill>
                <a:latin typeface="Apple SD Gothic Neo"/>
                <a:ea typeface="Apple SD Gothic Neo"/>
                <a:cs typeface="Apple SD Gothic Neo"/>
              </a:defRPr>
            </a:lvl8pPr>
            <a:lvl9pPr algn="ctr">
              <a:defRPr sz="1650" b="0">
                <a:solidFill>
                  <a:srgbClr val="111111"/>
                </a:solidFill>
                <a:latin typeface="Apple SD Gothic Neo"/>
                <a:ea typeface="Apple SD Gothic Neo"/>
                <a:cs typeface="Apple SD Gothic Neo"/>
              </a:defRPr>
            </a:lvl9pPr>
          </a:lstStyle>
          <a:p xmlns:a="http://schemas.openxmlformats.org/drawingml/2006/main">
            <a:pPr algn="ctr">
              <a:defRPr sz="1650" b="0">
                <a:solidFill>
                  <a:srgbClr val="111111"/>
                </a:solidFill>
                <a:latin typeface="Apple SD Gothic Neo"/>
                <a:ea typeface="Apple SD Gothic Neo"/>
                <a:cs typeface="Apple SD Gothic Neo"/>
              </a:defRPr>
            </a:pPr>
            <a:r>
              <a:rPr sz="1650" b="0">
                <a:solidFill>
                  <a:srgbClr val="111111"/>
                </a:solidFill>
                <a:latin typeface="Apple SD Gothic Neo"/>
                <a:ea typeface="Apple SD Gothic Neo"/>
                <a:cs typeface="Apple SD Gothic Neo"/>
              </a:rPr>
              <a:t>3</a:t>
            </a:r>
          </a:p>
        </p:txBody>
      </p:sp>
      <p:sp>
        <p:nvSpPr>
          <p:cNvPr id="115" name="Request Controller: 현재성 확인과 최종 채택">
            <a:extLst xmlns:a="http://schemas.openxmlformats.org/drawingml/2006/main">
              <a:ext uri="{FF2B5EF4-FFF2-40B4-BE49-F238E27FC236}">
                <a16:creationId xmlns:a16="http://schemas.microsoft.com/office/drawing/2014/main" id="{C9F7ABD4-E70A-4C4F-88E9-71F30D02A1AA}"/>
              </a:ext>
            </a:extLst>
          </p:cNvPr>
          <p:cNvSpPr>
            <a:spLocks xmlns:a="http://schemas.openxmlformats.org/drawingml/2006/main" noGrp="1"/>
          </p:cNvSpPr>
          <p:nvPr/>
        </p:nvSpPr>
        <p:spPr>
          <a:xfrm xmlns:a="http://schemas.openxmlformats.org/drawingml/2006/main">
            <a:off x="10229850" y="5772150"/>
            <a:ext cx="7562850" cy="3048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116" name="DP3 object 255">
            <a:extLst xmlns:a="http://schemas.openxmlformats.org/drawingml/2006/main">
              <a:ext uri="{FF2B5EF4-FFF2-40B4-BE49-F238E27FC236}">
                <a16:creationId xmlns:a16="http://schemas.microsoft.com/office/drawing/2014/main" id="{DE9D5D7E-F7BC-48B3-9A55-CFE2811A3666}"/>
              </a:ext>
            </a:extLst>
          </p:cNvPr>
          <p:cNvSpPr>
            <a:spLocks xmlns:a="http://schemas.openxmlformats.org/drawingml/2006/main" noGrp="1"/>
          </p:cNvSpPr>
          <p:nvPr/>
        </p:nvSpPr>
        <p:spPr>
          <a:xfrm xmlns:a="http://schemas.openxmlformats.org/drawingml/2006/main">
            <a:off x="10296525" y="5810250"/>
            <a:ext cx="742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725" b="1">
                <a:solidFill>
                  <a:srgbClr val="111111"/>
                </a:solidFill>
                <a:latin typeface="Apple SD Gothic Neo"/>
                <a:ea typeface="Apple SD Gothic Neo"/>
                <a:cs typeface="Apple SD Gothic Neo"/>
              </a:defRPr>
            </a:defPPr>
            <a:lvl1pPr algn="ctr">
              <a:defRPr sz="1725" b="1">
                <a:solidFill>
                  <a:srgbClr val="111111"/>
                </a:solidFill>
                <a:latin typeface="Apple SD Gothic Neo"/>
                <a:ea typeface="Apple SD Gothic Neo"/>
                <a:cs typeface="Apple SD Gothic Neo"/>
              </a:defRPr>
            </a:lvl1pPr>
            <a:lvl2pPr algn="ctr">
              <a:defRPr sz="1725" b="1">
                <a:solidFill>
                  <a:srgbClr val="111111"/>
                </a:solidFill>
                <a:latin typeface="Apple SD Gothic Neo"/>
                <a:ea typeface="Apple SD Gothic Neo"/>
                <a:cs typeface="Apple SD Gothic Neo"/>
              </a:defRPr>
            </a:lvl2pPr>
            <a:lvl3pPr algn="ctr">
              <a:defRPr sz="1725" b="1">
                <a:solidFill>
                  <a:srgbClr val="111111"/>
                </a:solidFill>
                <a:latin typeface="Apple SD Gothic Neo"/>
                <a:ea typeface="Apple SD Gothic Neo"/>
                <a:cs typeface="Apple SD Gothic Neo"/>
              </a:defRPr>
            </a:lvl3pPr>
            <a:lvl4pPr algn="ctr">
              <a:defRPr sz="1725" b="1">
                <a:solidFill>
                  <a:srgbClr val="111111"/>
                </a:solidFill>
                <a:latin typeface="Apple SD Gothic Neo"/>
                <a:ea typeface="Apple SD Gothic Neo"/>
                <a:cs typeface="Apple SD Gothic Neo"/>
              </a:defRPr>
            </a:lvl4pPr>
            <a:lvl5pPr algn="ctr">
              <a:defRPr sz="1725" b="1">
                <a:solidFill>
                  <a:srgbClr val="111111"/>
                </a:solidFill>
                <a:latin typeface="Apple SD Gothic Neo"/>
                <a:ea typeface="Apple SD Gothic Neo"/>
                <a:cs typeface="Apple SD Gothic Neo"/>
              </a:defRPr>
            </a:lvl5pPr>
            <a:lvl6pPr algn="ctr">
              <a:defRPr sz="1725" b="1">
                <a:solidFill>
                  <a:srgbClr val="111111"/>
                </a:solidFill>
                <a:latin typeface="Apple SD Gothic Neo"/>
                <a:ea typeface="Apple SD Gothic Neo"/>
                <a:cs typeface="Apple SD Gothic Neo"/>
              </a:defRPr>
            </a:lvl6pPr>
            <a:lvl7pPr algn="ctr">
              <a:defRPr sz="1725" b="1">
                <a:solidFill>
                  <a:srgbClr val="111111"/>
                </a:solidFill>
                <a:latin typeface="Apple SD Gothic Neo"/>
                <a:ea typeface="Apple SD Gothic Neo"/>
                <a:cs typeface="Apple SD Gothic Neo"/>
              </a:defRPr>
            </a:lvl7pPr>
            <a:lvl8pPr algn="ctr">
              <a:defRPr sz="1725" b="1">
                <a:solidFill>
                  <a:srgbClr val="111111"/>
                </a:solidFill>
                <a:latin typeface="Apple SD Gothic Neo"/>
                <a:ea typeface="Apple SD Gothic Neo"/>
                <a:cs typeface="Apple SD Gothic Neo"/>
              </a:defRPr>
            </a:lvl8pPr>
            <a:lvl9pPr algn="ctr">
              <a:defRPr sz="1725" b="1">
                <a:solidFill>
                  <a:srgbClr val="111111"/>
                </a:solidFill>
                <a:latin typeface="Apple SD Gothic Neo"/>
                <a:ea typeface="Apple SD Gothic Neo"/>
                <a:cs typeface="Apple SD Gothic Neo"/>
              </a:defRPr>
            </a:lvl9pPr>
          </a:lstStyle>
          <a:p xmlns:a="http://schemas.openxmlformats.org/drawingml/2006/main">
            <a:pPr algn="ctr">
              <a:defRPr sz="1725" b="1">
                <a:solidFill>
                  <a:srgbClr val="111111"/>
                </a:solidFill>
                <a:latin typeface="Apple SD Gothic Neo"/>
                <a:ea typeface="Apple SD Gothic Neo"/>
                <a:cs typeface="Apple SD Gothic Neo"/>
              </a:defRPr>
            </a:pPr>
            <a:r>
              <a:rPr sz="1725" b="1">
                <a:solidFill>
                  <a:srgbClr val="111111"/>
                </a:solidFill>
                <a:latin typeface="Apple SD Gothic Neo"/>
                <a:ea typeface="Apple SD Gothic Neo"/>
                <a:cs typeface="Apple SD Gothic Neo"/>
              </a:rPr>
              <a:t>Request Controller: 현재성 확인과 최종 채택</a:t>
            </a:r>
          </a:p>
        </p:txBody>
      </p:sp>
      <p:sp>
        <p:nvSpPr>
          <p:cNvPr id="117" name="Editable path 256">
            <a:extLst xmlns:a="http://schemas.openxmlformats.org/drawingml/2006/main">
              <a:ext uri="{FF2B5EF4-FFF2-40B4-BE49-F238E27FC236}">
                <a16:creationId xmlns:a16="http://schemas.microsoft.com/office/drawing/2014/main" id="{15F0EBB9-42BC-4B4A-86EE-B37CE77EDB1A}"/>
              </a:ext>
            </a:extLst>
          </p:cNvPr>
          <p:cNvSpPr>
            <a:spLocks xmlns:a="http://schemas.openxmlformats.org/drawingml/2006/main" noGrp="1"/>
          </p:cNvSpPr>
          <p:nvPr/>
        </p:nvSpPr>
        <p:spPr>
          <a:xfrm xmlns:a="http://schemas.openxmlformats.org/drawingml/2006/main">
            <a:off x="14820900" y="5543550"/>
            <a:ext cx="953" cy="228600"/>
          </a:xfrm>
          <a:custGeom xmlns:a="http://schemas.openxmlformats.org/drawingml/2006/main">
            <a:pathLst>
              <a:path w="953" h="228600">
                <a:moveTo>
                  <a:pt x="0" y="0"/>
                </a:moveTo>
                <a:lnTo>
                  <a:pt x="0" y="228600"/>
                </a:lnTo>
              </a:path>
            </a:pathLst>
          </a:custGeom>
          <a:noFill xmlns:a="http://schemas.openxmlformats.org/drawingml/2006/main"/>
          <a:ln xmlns:a="http://schemas.openxmlformats.org/drawingml/2006/main" w="19050">
            <a:solidFill>
              <a:srgbClr val="111111"/>
            </a:solidFill>
            <a:prstDash val="solid"/>
          </a:ln>
        </p:spPr>
      </p:sp>
      <p:sp>
        <p:nvSpPr>
          <p:cNvPr id="118" name="Editable arrowhead 257">
            <a:extLst xmlns:a="http://schemas.openxmlformats.org/drawingml/2006/main">
              <a:ext uri="{FF2B5EF4-FFF2-40B4-BE49-F238E27FC236}">
                <a16:creationId xmlns:a16="http://schemas.microsoft.com/office/drawing/2014/main" id="{759B70D5-A852-4943-ACD0-40FC3F87465C}"/>
              </a:ext>
            </a:extLst>
          </p:cNvPr>
          <p:cNvSpPr>
            <a:spLocks xmlns:a="http://schemas.openxmlformats.org/drawingml/2006/main" noGrp="1"/>
          </p:cNvSpPr>
          <p:nvPr/>
        </p:nvSpPr>
        <p:spPr>
          <a:xfrm xmlns:a="http://schemas.openxmlformats.org/drawingml/2006/main">
            <a:off x="14773275" y="56769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119" name="Selected A column">
            <a:extLst xmlns:a="http://schemas.openxmlformats.org/drawingml/2006/main">
              <a:ext uri="{FF2B5EF4-FFF2-40B4-BE49-F238E27FC236}">
                <a16:creationId xmlns:a16="http://schemas.microsoft.com/office/drawing/2014/main" id="{34B2DC1E-A734-410C-A418-12A5BDCAEF67}"/>
              </a:ext>
            </a:extLst>
          </p:cNvPr>
          <p:cNvSpPr>
            <a:spLocks xmlns:a="http://schemas.openxmlformats.org/drawingml/2006/main" noGrp="1"/>
          </p:cNvSpPr>
          <p:nvPr/>
        </p:nvSpPr>
        <p:spPr>
          <a:xfrm xmlns:a="http://schemas.openxmlformats.org/drawingml/2006/main">
            <a:off x="1866900" y="1657350"/>
            <a:ext cx="8096250" cy="7962900"/>
          </a:xfrm>
          <a:prstGeom xmlns:a="http://schemas.openxmlformats.org/drawingml/2006/main" prst="rect">
            <a:avLst/>
          </a:prstGeom>
          <a:noFill xmlns:a="http://schemas.openxmlformats.org/drawingml/2006/main"/>
          <a:ln xmlns:a="http://schemas.openxmlformats.org/drawingml/2006/main" w="40005">
            <a:solidFill>
              <a:srgbClr val="4676CB"/>
            </a:solidFill>
            <a:prstDash val="solid"/>
          </a:ln>
        </p:spPr>
      </p:sp>
      <p:sp>
        <p:nvSpPr>
          <p:cNvPr id="120" name="DP3 object 258">
            <a:extLst xmlns:a="http://schemas.openxmlformats.org/drawingml/2006/main">
              <a:ext uri="{FF2B5EF4-FFF2-40B4-BE49-F238E27FC236}">
                <a16:creationId xmlns:a16="http://schemas.microsoft.com/office/drawing/2014/main" id="{F63CF9D8-B972-4EAA-ABF7-17EDA3D05527}"/>
              </a:ext>
            </a:extLst>
          </p:cNvPr>
          <p:cNvSpPr>
            <a:spLocks xmlns:a="http://schemas.openxmlformats.org/drawingml/2006/main" noGrp="1"/>
          </p:cNvSpPr>
          <p:nvPr/>
        </p:nvSpPr>
        <p:spPr>
          <a:xfrm xmlns:a="http://schemas.openxmlformats.org/drawingml/2006/main">
            <a:off x="1943100" y="1409700"/>
            <a:ext cx="6381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4875" b="1">
                <a:solidFill>
                  <a:srgbClr val="C00000"/>
                </a:solidFill>
                <a:latin typeface="Apple SD Gothic Neo"/>
                <a:ea typeface="Apple SD Gothic Neo"/>
                <a:cs typeface="Apple SD Gothic Neo"/>
              </a:defRPr>
            </a:defPPr>
            <a:lvl1pPr algn="l">
              <a:defRPr sz="4875" b="1">
                <a:solidFill>
                  <a:srgbClr val="C00000"/>
                </a:solidFill>
                <a:latin typeface="Apple SD Gothic Neo"/>
                <a:ea typeface="Apple SD Gothic Neo"/>
                <a:cs typeface="Apple SD Gothic Neo"/>
              </a:defRPr>
            </a:lvl1pPr>
            <a:lvl2pPr algn="l">
              <a:defRPr sz="4875" b="1">
                <a:solidFill>
                  <a:srgbClr val="C00000"/>
                </a:solidFill>
                <a:latin typeface="Apple SD Gothic Neo"/>
                <a:ea typeface="Apple SD Gothic Neo"/>
                <a:cs typeface="Apple SD Gothic Neo"/>
              </a:defRPr>
            </a:lvl2pPr>
            <a:lvl3pPr algn="l">
              <a:defRPr sz="4875" b="1">
                <a:solidFill>
                  <a:srgbClr val="C00000"/>
                </a:solidFill>
                <a:latin typeface="Apple SD Gothic Neo"/>
                <a:ea typeface="Apple SD Gothic Neo"/>
                <a:cs typeface="Apple SD Gothic Neo"/>
              </a:defRPr>
            </a:lvl3pPr>
            <a:lvl4pPr algn="l">
              <a:defRPr sz="4875" b="1">
                <a:solidFill>
                  <a:srgbClr val="C00000"/>
                </a:solidFill>
                <a:latin typeface="Apple SD Gothic Neo"/>
                <a:ea typeface="Apple SD Gothic Neo"/>
                <a:cs typeface="Apple SD Gothic Neo"/>
              </a:defRPr>
            </a:lvl4pPr>
            <a:lvl5pPr algn="l">
              <a:defRPr sz="4875" b="1">
                <a:solidFill>
                  <a:srgbClr val="C00000"/>
                </a:solidFill>
                <a:latin typeface="Apple SD Gothic Neo"/>
                <a:ea typeface="Apple SD Gothic Neo"/>
                <a:cs typeface="Apple SD Gothic Neo"/>
              </a:defRPr>
            </a:lvl5pPr>
            <a:lvl6pPr algn="l">
              <a:defRPr sz="4875" b="1">
                <a:solidFill>
                  <a:srgbClr val="C00000"/>
                </a:solidFill>
                <a:latin typeface="Apple SD Gothic Neo"/>
                <a:ea typeface="Apple SD Gothic Neo"/>
                <a:cs typeface="Apple SD Gothic Neo"/>
              </a:defRPr>
            </a:lvl6pPr>
            <a:lvl7pPr algn="l">
              <a:defRPr sz="4875" b="1">
                <a:solidFill>
                  <a:srgbClr val="C00000"/>
                </a:solidFill>
                <a:latin typeface="Apple SD Gothic Neo"/>
                <a:ea typeface="Apple SD Gothic Neo"/>
                <a:cs typeface="Apple SD Gothic Neo"/>
              </a:defRPr>
            </a:lvl7pPr>
            <a:lvl8pPr algn="l">
              <a:defRPr sz="4875" b="1">
                <a:solidFill>
                  <a:srgbClr val="C00000"/>
                </a:solidFill>
                <a:latin typeface="Apple SD Gothic Neo"/>
                <a:ea typeface="Apple SD Gothic Neo"/>
                <a:cs typeface="Apple SD Gothic Neo"/>
              </a:defRPr>
            </a:lvl8pPr>
            <a:lvl9pPr algn="l">
              <a:defRPr sz="4875" b="1">
                <a:solidFill>
                  <a:srgbClr val="C00000"/>
                </a:solidFill>
                <a:latin typeface="Apple SD Gothic Neo"/>
                <a:ea typeface="Apple SD Gothic Neo"/>
                <a:cs typeface="Apple SD Gothic Neo"/>
              </a:defRPr>
            </a:lvl9pPr>
          </a:lstStyle>
          <a:p xmlns:a="http://schemas.openxmlformats.org/drawingml/2006/main">
            <a:pPr algn="l">
              <a:defRPr sz="4875" b="1">
                <a:solidFill>
                  <a:srgbClr val="C00000"/>
                </a:solidFill>
                <a:latin typeface="Apple SD Gothic Neo"/>
                <a:ea typeface="Apple SD Gothic Neo"/>
                <a:cs typeface="Apple SD Gothic Neo"/>
              </a:defRPr>
            </a:pPr>
            <a:r>
              <a:rPr sz="4875" b="1">
                <a:solidFill>
                  <a:srgbClr val="C00000"/>
                </a:solidFill>
                <a:latin typeface="Apple SD Gothic Neo"/>
                <a:ea typeface="Apple SD Gothic Neo"/>
                <a:cs typeface="Apple SD Gothic Neo"/>
              </a:rPr>
              <a:t>✓</a:t>
            </a:r>
          </a:p>
        </p:txBody>
      </p:sp>
      <p:sp>
        <p:nvSpPr>
          <p:cNvPr id="121" name="DP3 object 259">
            <a:extLst xmlns:a="http://schemas.openxmlformats.org/drawingml/2006/main">
              <a:ext uri="{FF2B5EF4-FFF2-40B4-BE49-F238E27FC236}">
                <a16:creationId xmlns:a16="http://schemas.microsoft.com/office/drawing/2014/main" id="{8FC07BF2-4F00-4704-BF27-76ACDD55F94C}"/>
              </a:ext>
            </a:extLst>
          </p:cNvPr>
          <p:cNvSpPr>
            <a:spLocks xmlns:a="http://schemas.openxmlformats.org/drawingml/2006/main" noGrp="1"/>
          </p:cNvSpPr>
          <p:nvPr/>
        </p:nvSpPr>
        <p:spPr>
          <a:xfrm xmlns:a="http://schemas.openxmlformats.org/drawingml/2006/main">
            <a:off x="266700" y="9677400"/>
            <a:ext cx="17240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00" b="0">
                <a:solidFill>
                  <a:srgbClr val="4676CB"/>
                </a:solidFill>
                <a:latin typeface="Apple SD Gothic Neo"/>
                <a:ea typeface="Apple SD Gothic Neo"/>
                <a:cs typeface="Apple SD Gothic Neo"/>
              </a:defRPr>
            </a:defPPr>
            <a:lvl1pPr algn="l">
              <a:defRPr sz="1500" b="0">
                <a:solidFill>
                  <a:srgbClr val="4676CB"/>
                </a:solidFill>
                <a:latin typeface="Apple SD Gothic Neo"/>
                <a:ea typeface="Apple SD Gothic Neo"/>
                <a:cs typeface="Apple SD Gothic Neo"/>
              </a:defRPr>
            </a:lvl1pPr>
            <a:lvl2pPr algn="l">
              <a:defRPr sz="1500" b="0">
                <a:solidFill>
                  <a:srgbClr val="4676CB"/>
                </a:solidFill>
                <a:latin typeface="Apple SD Gothic Neo"/>
                <a:ea typeface="Apple SD Gothic Neo"/>
                <a:cs typeface="Apple SD Gothic Neo"/>
              </a:defRPr>
            </a:lvl2pPr>
            <a:lvl3pPr algn="l">
              <a:defRPr sz="1500" b="0">
                <a:solidFill>
                  <a:srgbClr val="4676CB"/>
                </a:solidFill>
                <a:latin typeface="Apple SD Gothic Neo"/>
                <a:ea typeface="Apple SD Gothic Neo"/>
                <a:cs typeface="Apple SD Gothic Neo"/>
              </a:defRPr>
            </a:lvl3pPr>
            <a:lvl4pPr algn="l">
              <a:defRPr sz="1500" b="0">
                <a:solidFill>
                  <a:srgbClr val="4676CB"/>
                </a:solidFill>
                <a:latin typeface="Apple SD Gothic Neo"/>
                <a:ea typeface="Apple SD Gothic Neo"/>
                <a:cs typeface="Apple SD Gothic Neo"/>
              </a:defRPr>
            </a:lvl4pPr>
            <a:lvl5pPr algn="l">
              <a:defRPr sz="1500" b="0">
                <a:solidFill>
                  <a:srgbClr val="4676CB"/>
                </a:solidFill>
                <a:latin typeface="Apple SD Gothic Neo"/>
                <a:ea typeface="Apple SD Gothic Neo"/>
                <a:cs typeface="Apple SD Gothic Neo"/>
              </a:defRPr>
            </a:lvl5pPr>
            <a:lvl6pPr algn="l">
              <a:defRPr sz="1500" b="0">
                <a:solidFill>
                  <a:srgbClr val="4676CB"/>
                </a:solidFill>
                <a:latin typeface="Apple SD Gothic Neo"/>
                <a:ea typeface="Apple SD Gothic Neo"/>
                <a:cs typeface="Apple SD Gothic Neo"/>
              </a:defRPr>
            </a:lvl6pPr>
            <a:lvl7pPr algn="l">
              <a:defRPr sz="1500" b="0">
                <a:solidFill>
                  <a:srgbClr val="4676CB"/>
                </a:solidFill>
                <a:latin typeface="Apple SD Gothic Neo"/>
                <a:ea typeface="Apple SD Gothic Neo"/>
                <a:cs typeface="Apple SD Gothic Neo"/>
              </a:defRPr>
            </a:lvl7pPr>
            <a:lvl8pPr algn="l">
              <a:defRPr sz="1500" b="0">
                <a:solidFill>
                  <a:srgbClr val="4676CB"/>
                </a:solidFill>
                <a:latin typeface="Apple SD Gothic Neo"/>
                <a:ea typeface="Apple SD Gothic Neo"/>
                <a:cs typeface="Apple SD Gothic Neo"/>
              </a:defRPr>
            </a:lvl8pPr>
            <a:lvl9pPr algn="l">
              <a:defRPr sz="1500" b="0">
                <a:solidFill>
                  <a:srgbClr val="4676CB"/>
                </a:solidFill>
                <a:latin typeface="Apple SD Gothic Neo"/>
                <a:ea typeface="Apple SD Gothic Neo"/>
                <a:cs typeface="Apple SD Gothic Neo"/>
              </a:defRPr>
            </a:lvl9pPr>
          </a:lstStyle>
          <a:p xmlns:a="http://schemas.openxmlformats.org/drawingml/2006/main">
            <a:pPr algn="l">
              <a:defRPr sz="1500" b="0">
                <a:solidFill>
                  <a:srgbClr val="4676CB"/>
                </a:solidFill>
                <a:latin typeface="Apple SD Gothic Neo"/>
                <a:ea typeface="Apple SD Gothic Neo"/>
                <a:cs typeface="Apple SD Gothic Neo"/>
              </a:defRPr>
            </a:pPr>
            <a:r>
              <a:rPr sz="1500" b="0">
                <a:solidFill>
                  <a:srgbClr val="4676CB"/>
                </a:solidFill>
                <a:latin typeface="Apple SD Gothic Neo"/>
                <a:ea typeface="Apple SD Gothic Neo"/>
                <a:cs typeface="Apple SD Gothic Neo"/>
              </a:rPr>
              <a:t>선택 A의 이번 QA 열세는 확인되지 않음. 파란 복구 경로와 전후 수치는 별도 pixel 실험이며, 정규화 A와의 조합은 미실행.</a:t>
            </a:r>
          </a:p>
        </p:txBody>
      </p:sp>
      <p:sp>
        <p:nvSpPr>
          <p:cNvPr id="122" name="DP3 object 260">
            <a:extLst xmlns:a="http://schemas.openxmlformats.org/drawingml/2006/main">
              <a:ext uri="{FF2B5EF4-FFF2-40B4-BE49-F238E27FC236}">
                <a16:creationId xmlns:a16="http://schemas.microsoft.com/office/drawing/2014/main" id="{72717D84-5D40-4FB9-BAD9-4633A70A82CF}"/>
              </a:ext>
            </a:extLst>
          </p:cNvPr>
          <p:cNvSpPr>
            <a:spLocks xmlns:a="http://schemas.openxmlformats.org/drawingml/2006/main" noGrp="1"/>
          </p:cNvSpPr>
          <p:nvPr/>
        </p:nvSpPr>
        <p:spPr>
          <a:xfrm xmlns:a="http://schemas.openxmlformats.org/drawingml/2006/main">
            <a:off x="266700" y="9972675"/>
            <a:ext cx="171926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정규화 24회: 안별 4사례×3 / 시간 괄호: 관측·예정 / 비용: 12회 합계 / RSS: 로컬 실행기 / B의 미완료 3회 유지</a:t>
            </a:r>
          </a:p>
        </p:txBody>
      </p:sp>
    </p:spTree>
    <p:extLst>
      <p:ext uri="{BB962C8B-B14F-4D97-AF65-F5344CB8AC3E}">
        <p14:creationId xmlns:p14="http://schemas.microsoft.com/office/powerpoint/2010/main" val="196960251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DP3 object 261">
            <a:extLst xmlns:a="http://schemas.openxmlformats.org/drawingml/2006/main">
              <a:ext uri="{FF2B5EF4-FFF2-40B4-BE49-F238E27FC236}">
                <a16:creationId xmlns:a16="http://schemas.microsoft.com/office/drawing/2014/main" id="{6A4DE222-FDA0-4330-856A-6B7599F5989C}"/>
              </a:ext>
            </a:extLst>
          </p:cNvPr>
          <p:cNvSpPr>
            <a:spLocks xmlns:a="http://schemas.openxmlformats.org/drawingml/2006/main" noGrp="1"/>
          </p:cNvSpPr>
          <p:nvPr/>
        </p:nvSpPr>
        <p:spPr>
          <a:xfrm xmlns:a="http://schemas.openxmlformats.org/drawingml/2006/main">
            <a:off x="571500" y="276225"/>
            <a:ext cx="11430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3600" b="1">
                <a:solidFill>
                  <a:srgbClr val="111111"/>
                </a:solidFill>
                <a:latin typeface="Apple SD Gothic Neo"/>
                <a:ea typeface="Apple SD Gothic Neo"/>
                <a:cs typeface="Apple SD Gothic Neo"/>
              </a:defRPr>
            </a:defPPr>
            <a:lvl1pPr algn="l">
              <a:defRPr sz="3600" b="1">
                <a:solidFill>
                  <a:srgbClr val="111111"/>
                </a:solidFill>
                <a:latin typeface="Apple SD Gothic Neo"/>
                <a:ea typeface="Apple SD Gothic Neo"/>
                <a:cs typeface="Apple SD Gothic Neo"/>
              </a:defRPr>
            </a:lvl1pPr>
            <a:lvl2pPr algn="l">
              <a:defRPr sz="3600" b="1">
                <a:solidFill>
                  <a:srgbClr val="111111"/>
                </a:solidFill>
                <a:latin typeface="Apple SD Gothic Neo"/>
                <a:ea typeface="Apple SD Gothic Neo"/>
                <a:cs typeface="Apple SD Gothic Neo"/>
              </a:defRPr>
            </a:lvl2pPr>
            <a:lvl3pPr algn="l">
              <a:defRPr sz="3600" b="1">
                <a:solidFill>
                  <a:srgbClr val="111111"/>
                </a:solidFill>
                <a:latin typeface="Apple SD Gothic Neo"/>
                <a:ea typeface="Apple SD Gothic Neo"/>
                <a:cs typeface="Apple SD Gothic Neo"/>
              </a:defRPr>
            </a:lvl3pPr>
            <a:lvl4pPr algn="l">
              <a:defRPr sz="3600" b="1">
                <a:solidFill>
                  <a:srgbClr val="111111"/>
                </a:solidFill>
                <a:latin typeface="Apple SD Gothic Neo"/>
                <a:ea typeface="Apple SD Gothic Neo"/>
                <a:cs typeface="Apple SD Gothic Neo"/>
              </a:defRPr>
            </a:lvl4pPr>
            <a:lvl5pPr algn="l">
              <a:defRPr sz="3600" b="1">
                <a:solidFill>
                  <a:srgbClr val="111111"/>
                </a:solidFill>
                <a:latin typeface="Apple SD Gothic Neo"/>
                <a:ea typeface="Apple SD Gothic Neo"/>
                <a:cs typeface="Apple SD Gothic Neo"/>
              </a:defRPr>
            </a:lvl5pPr>
            <a:lvl6pPr algn="l">
              <a:defRPr sz="3600" b="1">
                <a:solidFill>
                  <a:srgbClr val="111111"/>
                </a:solidFill>
                <a:latin typeface="Apple SD Gothic Neo"/>
                <a:ea typeface="Apple SD Gothic Neo"/>
                <a:cs typeface="Apple SD Gothic Neo"/>
              </a:defRPr>
            </a:lvl6pPr>
            <a:lvl7pPr algn="l">
              <a:defRPr sz="3600" b="1">
                <a:solidFill>
                  <a:srgbClr val="111111"/>
                </a:solidFill>
                <a:latin typeface="Apple SD Gothic Neo"/>
                <a:ea typeface="Apple SD Gothic Neo"/>
                <a:cs typeface="Apple SD Gothic Neo"/>
              </a:defRPr>
            </a:lvl7pPr>
            <a:lvl8pPr algn="l">
              <a:defRPr sz="3600" b="1">
                <a:solidFill>
                  <a:srgbClr val="111111"/>
                </a:solidFill>
                <a:latin typeface="Apple SD Gothic Neo"/>
                <a:ea typeface="Apple SD Gothic Neo"/>
                <a:cs typeface="Apple SD Gothic Neo"/>
              </a:defRPr>
            </a:lvl8pPr>
            <a:lvl9pPr algn="l">
              <a:defRPr sz="3600" b="1">
                <a:solidFill>
                  <a:srgbClr val="111111"/>
                </a:solidFill>
                <a:latin typeface="Apple SD Gothic Neo"/>
                <a:ea typeface="Apple SD Gothic Neo"/>
                <a:cs typeface="Apple SD Gothic Neo"/>
              </a:defRPr>
            </a:lvl9pPr>
          </a:lstStyle>
          <a:p xmlns:a="http://schemas.openxmlformats.org/drawingml/2006/main">
            <a:pPr algn="l">
              <a:defRPr sz="3600" b="1">
                <a:solidFill>
                  <a:srgbClr val="111111"/>
                </a:solidFill>
                <a:latin typeface="Apple SD Gothic Neo"/>
                <a:ea typeface="Apple SD Gothic Neo"/>
                <a:cs typeface="Apple SD Gothic Neo"/>
              </a:defRPr>
            </a:pPr>
            <a:r>
              <a:rPr sz="3600" b="1">
                <a:solidFill>
                  <a:srgbClr val="111111"/>
                </a:solidFill>
                <a:latin typeface="Apple SD Gothic Neo"/>
                <a:ea typeface="Apple SD Gothic Neo"/>
                <a:cs typeface="Apple SD Gothic Neo"/>
              </a:rPr>
              <a:t>DP3. 화면과 발화의 지칭 결합 방안 (보완 효과 상세)</a:t>
            </a:r>
          </a:p>
        </p:txBody>
      </p:sp>
      <p:sp>
        <p:nvSpPr>
          <p:cNvPr id="2" name="DP3 object 262">
            <a:extLst xmlns:a="http://schemas.openxmlformats.org/drawingml/2006/main">
              <a:ext uri="{FF2B5EF4-FFF2-40B4-BE49-F238E27FC236}">
                <a16:creationId xmlns:a16="http://schemas.microsoft.com/office/drawing/2014/main" id="{2FD79E0F-86DC-4D30-A6D3-76F4070FD55D}"/>
              </a:ext>
            </a:extLst>
          </p:cNvPr>
          <p:cNvSpPr>
            <a:spLocks xmlns:a="http://schemas.openxmlformats.org/drawingml/2006/main" noGrp="1"/>
          </p:cNvSpPr>
          <p:nvPr/>
        </p:nvSpPr>
        <p:spPr>
          <a:xfrm xmlns:a="http://schemas.openxmlformats.org/drawingml/2006/main">
            <a:off x="115252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3" name="DP3 object 263">
            <a:extLst xmlns:a="http://schemas.openxmlformats.org/drawingml/2006/main">
              <a:ext uri="{FF2B5EF4-FFF2-40B4-BE49-F238E27FC236}">
                <a16:creationId xmlns:a16="http://schemas.microsoft.com/office/drawing/2014/main" id="{6D41FABC-B232-469B-9B80-71D27C2782A5}"/>
              </a:ext>
            </a:extLst>
          </p:cNvPr>
          <p:cNvSpPr>
            <a:spLocks xmlns:a="http://schemas.openxmlformats.org/drawingml/2006/main" noGrp="1"/>
          </p:cNvSpPr>
          <p:nvPr/>
        </p:nvSpPr>
        <p:spPr>
          <a:xfrm xmlns:a="http://schemas.openxmlformats.org/drawingml/2006/main">
            <a:off x="116586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과제 소개</a:t>
            </a:r>
          </a:p>
        </p:txBody>
      </p:sp>
      <p:sp>
        <p:nvSpPr>
          <p:cNvPr id="4" name="DP3 object 264">
            <a:extLst xmlns:a="http://schemas.openxmlformats.org/drawingml/2006/main">
              <a:ext uri="{FF2B5EF4-FFF2-40B4-BE49-F238E27FC236}">
                <a16:creationId xmlns:a16="http://schemas.microsoft.com/office/drawing/2014/main" id="{FDC9087F-E675-4D9C-B13D-CDC46CB3B5BC}"/>
              </a:ext>
            </a:extLst>
          </p:cNvPr>
          <p:cNvSpPr>
            <a:spLocks xmlns:a="http://schemas.openxmlformats.org/drawingml/2006/main" noGrp="1"/>
          </p:cNvSpPr>
          <p:nvPr/>
        </p:nvSpPr>
        <p:spPr>
          <a:xfrm xmlns:a="http://schemas.openxmlformats.org/drawingml/2006/main">
            <a:off x="128016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5" name="DP3 object 265">
            <a:extLst xmlns:a="http://schemas.openxmlformats.org/drawingml/2006/main">
              <a:ext uri="{FF2B5EF4-FFF2-40B4-BE49-F238E27FC236}">
                <a16:creationId xmlns:a16="http://schemas.microsoft.com/office/drawing/2014/main" id="{D0F1AB27-4534-4871-A4A2-773512E53C19}"/>
              </a:ext>
            </a:extLst>
          </p:cNvPr>
          <p:cNvSpPr>
            <a:spLocks xmlns:a="http://schemas.openxmlformats.org/drawingml/2006/main" noGrp="1"/>
          </p:cNvSpPr>
          <p:nvPr/>
        </p:nvSpPr>
        <p:spPr>
          <a:xfrm xmlns:a="http://schemas.openxmlformats.org/drawingml/2006/main">
            <a:off x="129349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요구사항 분석</a:t>
            </a:r>
          </a:p>
        </p:txBody>
      </p:sp>
      <p:sp>
        <p:nvSpPr>
          <p:cNvPr id="6" name="DP3 object 266">
            <a:extLst xmlns:a="http://schemas.openxmlformats.org/drawingml/2006/main">
              <a:ext uri="{FF2B5EF4-FFF2-40B4-BE49-F238E27FC236}">
                <a16:creationId xmlns:a16="http://schemas.microsoft.com/office/drawing/2014/main" id="{EE9F744F-FCD6-4B42-85AB-52E9ED5ADB1C}"/>
              </a:ext>
            </a:extLst>
          </p:cNvPr>
          <p:cNvSpPr>
            <a:spLocks xmlns:a="http://schemas.openxmlformats.org/drawingml/2006/main" noGrp="1"/>
          </p:cNvSpPr>
          <p:nvPr/>
        </p:nvSpPr>
        <p:spPr>
          <a:xfrm xmlns:a="http://schemas.openxmlformats.org/drawingml/2006/main">
            <a:off x="14077950" y="314325"/>
            <a:ext cx="1362075" cy="419100"/>
          </a:xfrm>
          <a:prstGeom xmlns:a="http://schemas.openxmlformats.org/drawingml/2006/main" prst="chevron">
            <a:avLst/>
          </a:prstGeom>
          <a:solidFill xmlns:a="http://schemas.openxmlformats.org/drawingml/2006/main">
            <a:srgbClr val="35A8CD"/>
          </a:solidFill>
          <a:ln xmlns:a="http://schemas.openxmlformats.org/drawingml/2006/main" w="19050">
            <a:solidFill>
              <a:srgbClr val="FFFFFF"/>
            </a:solidFill>
            <a:prstDash val="solid"/>
          </a:ln>
        </p:spPr>
      </p:sp>
      <p:sp>
        <p:nvSpPr>
          <p:cNvPr id="7" name="DP3 object 267">
            <a:extLst xmlns:a="http://schemas.openxmlformats.org/drawingml/2006/main">
              <a:ext uri="{FF2B5EF4-FFF2-40B4-BE49-F238E27FC236}">
                <a16:creationId xmlns:a16="http://schemas.microsoft.com/office/drawing/2014/main" id="{37726A8E-7E4B-450F-B416-8FE716CB4C87}"/>
              </a:ext>
            </a:extLst>
          </p:cNvPr>
          <p:cNvSpPr>
            <a:spLocks xmlns:a="http://schemas.openxmlformats.org/drawingml/2006/main" noGrp="1"/>
          </p:cNvSpPr>
          <p:nvPr/>
        </p:nvSpPr>
        <p:spPr>
          <a:xfrm xmlns:a="http://schemas.openxmlformats.org/drawingml/2006/main">
            <a:off x="142113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설계</a:t>
            </a:r>
          </a:p>
        </p:txBody>
      </p:sp>
      <p:sp>
        <p:nvSpPr>
          <p:cNvPr id="8" name="DP3 object 268">
            <a:extLst xmlns:a="http://schemas.openxmlformats.org/drawingml/2006/main">
              <a:ext uri="{FF2B5EF4-FFF2-40B4-BE49-F238E27FC236}">
                <a16:creationId xmlns:a16="http://schemas.microsoft.com/office/drawing/2014/main" id="{144B5F43-D8C5-473C-99BB-C9D43E36FD5C}"/>
              </a:ext>
            </a:extLst>
          </p:cNvPr>
          <p:cNvSpPr>
            <a:spLocks xmlns:a="http://schemas.openxmlformats.org/drawingml/2006/main" noGrp="1"/>
          </p:cNvSpPr>
          <p:nvPr/>
        </p:nvSpPr>
        <p:spPr>
          <a:xfrm xmlns:a="http://schemas.openxmlformats.org/drawingml/2006/main">
            <a:off x="1535430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9" name="DP3 object 269">
            <a:extLst xmlns:a="http://schemas.openxmlformats.org/drawingml/2006/main">
              <a:ext uri="{FF2B5EF4-FFF2-40B4-BE49-F238E27FC236}">
                <a16:creationId xmlns:a16="http://schemas.microsoft.com/office/drawing/2014/main" id="{D027C739-A393-4FB0-921F-5E00BBB3810E}"/>
              </a:ext>
            </a:extLst>
          </p:cNvPr>
          <p:cNvSpPr>
            <a:spLocks xmlns:a="http://schemas.openxmlformats.org/drawingml/2006/main" noGrp="1"/>
          </p:cNvSpPr>
          <p:nvPr/>
        </p:nvSpPr>
        <p:spPr>
          <a:xfrm xmlns:a="http://schemas.openxmlformats.org/drawingml/2006/main">
            <a:off x="1548765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구현 및 검증</a:t>
            </a:r>
          </a:p>
        </p:txBody>
      </p:sp>
      <p:sp>
        <p:nvSpPr>
          <p:cNvPr id="10" name="DP3 object 270">
            <a:extLst xmlns:a="http://schemas.openxmlformats.org/drawingml/2006/main">
              <a:ext uri="{FF2B5EF4-FFF2-40B4-BE49-F238E27FC236}">
                <a16:creationId xmlns:a16="http://schemas.microsoft.com/office/drawing/2014/main" id="{DA8072D9-0324-4BBE-9BEC-011D2B2A2C31}"/>
              </a:ext>
            </a:extLst>
          </p:cNvPr>
          <p:cNvSpPr>
            <a:spLocks xmlns:a="http://schemas.openxmlformats.org/drawingml/2006/main" noGrp="1"/>
          </p:cNvSpPr>
          <p:nvPr/>
        </p:nvSpPr>
        <p:spPr>
          <a:xfrm xmlns:a="http://schemas.openxmlformats.org/drawingml/2006/main">
            <a:off x="16630650" y="314325"/>
            <a:ext cx="1362075" cy="419100"/>
          </a:xfrm>
          <a:prstGeom xmlns:a="http://schemas.openxmlformats.org/drawingml/2006/main" prst="chevron">
            <a:avLst/>
          </a:prstGeom>
          <a:solidFill xmlns:a="http://schemas.openxmlformats.org/drawingml/2006/main">
            <a:srgbClr val="98999B"/>
          </a:solidFill>
          <a:ln xmlns:a="http://schemas.openxmlformats.org/drawingml/2006/main" w="19050">
            <a:solidFill>
              <a:srgbClr val="FFFFFF"/>
            </a:solidFill>
            <a:prstDash val="solid"/>
          </a:ln>
        </p:spPr>
      </p:sp>
      <p:sp>
        <p:nvSpPr>
          <p:cNvPr id="11" name="DP3 object 271">
            <a:extLst xmlns:a="http://schemas.openxmlformats.org/drawingml/2006/main">
              <a:ext uri="{FF2B5EF4-FFF2-40B4-BE49-F238E27FC236}">
                <a16:creationId xmlns:a16="http://schemas.microsoft.com/office/drawing/2014/main" id="{BC547EE0-4168-4DA4-95CC-C2B8769F9338}"/>
              </a:ext>
            </a:extLst>
          </p:cNvPr>
          <p:cNvSpPr>
            <a:spLocks xmlns:a="http://schemas.openxmlformats.org/drawingml/2006/main" noGrp="1"/>
          </p:cNvSpPr>
          <p:nvPr/>
        </p:nvSpPr>
        <p:spPr>
          <a:xfrm xmlns:a="http://schemas.openxmlformats.org/drawingml/2006/main">
            <a:off x="16764000" y="314325"/>
            <a:ext cx="105727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425" b="1">
                <a:solidFill>
                  <a:srgbClr val="FFFFFF"/>
                </a:solidFill>
                <a:latin typeface="Apple SD Gothic Neo"/>
                <a:ea typeface="Apple SD Gothic Neo"/>
                <a:cs typeface="Apple SD Gothic Neo"/>
              </a:defRPr>
            </a:defPPr>
            <a:lvl1pPr algn="ctr">
              <a:defRPr sz="1425" b="1">
                <a:solidFill>
                  <a:srgbClr val="FFFFFF"/>
                </a:solidFill>
                <a:latin typeface="Apple SD Gothic Neo"/>
                <a:ea typeface="Apple SD Gothic Neo"/>
                <a:cs typeface="Apple SD Gothic Neo"/>
              </a:defRPr>
            </a:lvl1pPr>
            <a:lvl2pPr algn="ctr">
              <a:defRPr sz="1425" b="1">
                <a:solidFill>
                  <a:srgbClr val="FFFFFF"/>
                </a:solidFill>
                <a:latin typeface="Apple SD Gothic Neo"/>
                <a:ea typeface="Apple SD Gothic Neo"/>
                <a:cs typeface="Apple SD Gothic Neo"/>
              </a:defRPr>
            </a:lvl2pPr>
            <a:lvl3pPr algn="ctr">
              <a:defRPr sz="1425" b="1">
                <a:solidFill>
                  <a:srgbClr val="FFFFFF"/>
                </a:solidFill>
                <a:latin typeface="Apple SD Gothic Neo"/>
                <a:ea typeface="Apple SD Gothic Neo"/>
                <a:cs typeface="Apple SD Gothic Neo"/>
              </a:defRPr>
            </a:lvl3pPr>
            <a:lvl4pPr algn="ctr">
              <a:defRPr sz="1425" b="1">
                <a:solidFill>
                  <a:srgbClr val="FFFFFF"/>
                </a:solidFill>
                <a:latin typeface="Apple SD Gothic Neo"/>
                <a:ea typeface="Apple SD Gothic Neo"/>
                <a:cs typeface="Apple SD Gothic Neo"/>
              </a:defRPr>
            </a:lvl4pPr>
            <a:lvl5pPr algn="ctr">
              <a:defRPr sz="1425" b="1">
                <a:solidFill>
                  <a:srgbClr val="FFFFFF"/>
                </a:solidFill>
                <a:latin typeface="Apple SD Gothic Neo"/>
                <a:ea typeface="Apple SD Gothic Neo"/>
                <a:cs typeface="Apple SD Gothic Neo"/>
              </a:defRPr>
            </a:lvl5pPr>
            <a:lvl6pPr algn="ctr">
              <a:defRPr sz="1425" b="1">
                <a:solidFill>
                  <a:srgbClr val="FFFFFF"/>
                </a:solidFill>
                <a:latin typeface="Apple SD Gothic Neo"/>
                <a:ea typeface="Apple SD Gothic Neo"/>
                <a:cs typeface="Apple SD Gothic Neo"/>
              </a:defRPr>
            </a:lvl6pPr>
            <a:lvl7pPr algn="ctr">
              <a:defRPr sz="1425" b="1">
                <a:solidFill>
                  <a:srgbClr val="FFFFFF"/>
                </a:solidFill>
                <a:latin typeface="Apple SD Gothic Neo"/>
                <a:ea typeface="Apple SD Gothic Neo"/>
                <a:cs typeface="Apple SD Gothic Neo"/>
              </a:defRPr>
            </a:lvl7pPr>
            <a:lvl8pPr algn="ctr">
              <a:defRPr sz="1425" b="1">
                <a:solidFill>
                  <a:srgbClr val="FFFFFF"/>
                </a:solidFill>
                <a:latin typeface="Apple SD Gothic Neo"/>
                <a:ea typeface="Apple SD Gothic Neo"/>
                <a:cs typeface="Apple SD Gothic Neo"/>
              </a:defRPr>
            </a:lvl8pPr>
            <a:lvl9pPr algn="ctr">
              <a:defRPr sz="1425" b="1">
                <a:solidFill>
                  <a:srgbClr val="FFFFFF"/>
                </a:solidFill>
                <a:latin typeface="Apple SD Gothic Neo"/>
                <a:ea typeface="Apple SD Gothic Neo"/>
                <a:cs typeface="Apple SD Gothic Neo"/>
              </a:defRPr>
            </a:lvl9pPr>
          </a:lstStyle>
          <a:p xmlns:a="http://schemas.openxmlformats.org/drawingml/2006/main">
            <a:pPr algn="ctr">
              <a:defRPr sz="1425" b="1">
                <a:solidFill>
                  <a:srgbClr val="FFFFFF"/>
                </a:solidFill>
                <a:latin typeface="Apple SD Gothic Neo"/>
                <a:ea typeface="Apple SD Gothic Neo"/>
                <a:cs typeface="Apple SD Gothic Neo"/>
              </a:defRPr>
            </a:pPr>
            <a:r>
              <a:rPr sz="1425" b="1">
                <a:solidFill>
                  <a:srgbClr val="FFFFFF"/>
                </a:solidFill>
                <a:latin typeface="Apple SD Gothic Neo"/>
                <a:ea typeface="Apple SD Gothic Neo"/>
                <a:cs typeface="Apple SD Gothic Neo"/>
              </a:rPr>
              <a:t>결론</a:t>
            </a:r>
          </a:p>
        </p:txBody>
      </p:sp>
      <p:sp>
        <p:nvSpPr>
          <p:cNvPr id="12" name="Editable path 272">
            <a:extLst xmlns:a="http://schemas.openxmlformats.org/drawingml/2006/main">
              <a:ext uri="{FF2B5EF4-FFF2-40B4-BE49-F238E27FC236}">
                <a16:creationId xmlns:a16="http://schemas.microsoft.com/office/drawing/2014/main" id="{72639229-FC3E-471E-A26B-E78073B7B3EA}"/>
              </a:ext>
            </a:extLst>
          </p:cNvPr>
          <p:cNvSpPr>
            <a:spLocks xmlns:a="http://schemas.openxmlformats.org/drawingml/2006/main" noGrp="1"/>
          </p:cNvSpPr>
          <p:nvPr/>
        </p:nvSpPr>
        <p:spPr>
          <a:xfrm xmlns:a="http://schemas.openxmlformats.org/drawingml/2006/main">
            <a:off x="552450" y="1028700"/>
            <a:ext cx="17164050" cy="953"/>
          </a:xfrm>
          <a:custGeom xmlns:a="http://schemas.openxmlformats.org/drawingml/2006/main">
            <a:pathLst>
              <a:path w="17164050" h="953">
                <a:moveTo>
                  <a:pt x="0" y="0"/>
                </a:moveTo>
                <a:lnTo>
                  <a:pt x="17164050" y="0"/>
                </a:lnTo>
              </a:path>
            </a:pathLst>
          </a:custGeom>
          <a:noFill xmlns:a="http://schemas.openxmlformats.org/drawingml/2006/main"/>
          <a:ln xmlns:a="http://schemas.openxmlformats.org/drawingml/2006/main" w="28575">
            <a:solidFill>
              <a:srgbClr val="A7A7A7"/>
            </a:solidFill>
            <a:prstDash val="solid"/>
          </a:ln>
        </p:spPr>
      </p:sp>
      <p:sp>
        <p:nvSpPr>
          <p:cNvPr id="13" name="DP3 object 273">
            <a:extLst xmlns:a="http://schemas.openxmlformats.org/drawingml/2006/main">
              <a:ext uri="{FF2B5EF4-FFF2-40B4-BE49-F238E27FC236}">
                <a16:creationId xmlns:a16="http://schemas.microsoft.com/office/drawing/2014/main" id="{DA3C19E4-4F8E-411F-91A9-84025396AB0D}"/>
              </a:ext>
            </a:extLst>
          </p:cNvPr>
          <p:cNvSpPr>
            <a:spLocks xmlns:a="http://schemas.openxmlformats.org/drawingml/2006/main" noGrp="1"/>
          </p:cNvSpPr>
          <p:nvPr/>
        </p:nvSpPr>
        <p:spPr>
          <a:xfrm xmlns:a="http://schemas.openxmlformats.org/drawingml/2006/main">
            <a:off x="17478375" y="9991725"/>
            <a:ext cx="3619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r">
              <a:defRPr sz="1275" b="0">
                <a:solidFill>
                  <a:srgbClr val="50555B"/>
                </a:solidFill>
                <a:latin typeface="Apple SD Gothic Neo"/>
                <a:ea typeface="Apple SD Gothic Neo"/>
                <a:cs typeface="Apple SD Gothic Neo"/>
              </a:defRPr>
            </a:defPPr>
            <a:lvl1pPr algn="r">
              <a:defRPr sz="1275" b="0">
                <a:solidFill>
                  <a:srgbClr val="50555B"/>
                </a:solidFill>
                <a:latin typeface="Apple SD Gothic Neo"/>
                <a:ea typeface="Apple SD Gothic Neo"/>
                <a:cs typeface="Apple SD Gothic Neo"/>
              </a:defRPr>
            </a:lvl1pPr>
            <a:lvl2pPr algn="r">
              <a:defRPr sz="1275" b="0">
                <a:solidFill>
                  <a:srgbClr val="50555B"/>
                </a:solidFill>
                <a:latin typeface="Apple SD Gothic Neo"/>
                <a:ea typeface="Apple SD Gothic Neo"/>
                <a:cs typeface="Apple SD Gothic Neo"/>
              </a:defRPr>
            </a:lvl2pPr>
            <a:lvl3pPr algn="r">
              <a:defRPr sz="1275" b="0">
                <a:solidFill>
                  <a:srgbClr val="50555B"/>
                </a:solidFill>
                <a:latin typeface="Apple SD Gothic Neo"/>
                <a:ea typeface="Apple SD Gothic Neo"/>
                <a:cs typeface="Apple SD Gothic Neo"/>
              </a:defRPr>
            </a:lvl3pPr>
            <a:lvl4pPr algn="r">
              <a:defRPr sz="1275" b="0">
                <a:solidFill>
                  <a:srgbClr val="50555B"/>
                </a:solidFill>
                <a:latin typeface="Apple SD Gothic Neo"/>
                <a:ea typeface="Apple SD Gothic Neo"/>
                <a:cs typeface="Apple SD Gothic Neo"/>
              </a:defRPr>
            </a:lvl4pPr>
            <a:lvl5pPr algn="r">
              <a:defRPr sz="1275" b="0">
                <a:solidFill>
                  <a:srgbClr val="50555B"/>
                </a:solidFill>
                <a:latin typeface="Apple SD Gothic Neo"/>
                <a:ea typeface="Apple SD Gothic Neo"/>
                <a:cs typeface="Apple SD Gothic Neo"/>
              </a:defRPr>
            </a:lvl5pPr>
            <a:lvl6pPr algn="r">
              <a:defRPr sz="1275" b="0">
                <a:solidFill>
                  <a:srgbClr val="50555B"/>
                </a:solidFill>
                <a:latin typeface="Apple SD Gothic Neo"/>
                <a:ea typeface="Apple SD Gothic Neo"/>
                <a:cs typeface="Apple SD Gothic Neo"/>
              </a:defRPr>
            </a:lvl6pPr>
            <a:lvl7pPr algn="r">
              <a:defRPr sz="1275" b="0">
                <a:solidFill>
                  <a:srgbClr val="50555B"/>
                </a:solidFill>
                <a:latin typeface="Apple SD Gothic Neo"/>
                <a:ea typeface="Apple SD Gothic Neo"/>
                <a:cs typeface="Apple SD Gothic Neo"/>
              </a:defRPr>
            </a:lvl7pPr>
            <a:lvl8pPr algn="r">
              <a:defRPr sz="1275" b="0">
                <a:solidFill>
                  <a:srgbClr val="50555B"/>
                </a:solidFill>
                <a:latin typeface="Apple SD Gothic Neo"/>
                <a:ea typeface="Apple SD Gothic Neo"/>
                <a:cs typeface="Apple SD Gothic Neo"/>
              </a:defRPr>
            </a:lvl8pPr>
            <a:lvl9pPr algn="r">
              <a:defRPr sz="1275" b="0">
                <a:solidFill>
                  <a:srgbClr val="50555B"/>
                </a:solidFill>
                <a:latin typeface="Apple SD Gothic Neo"/>
                <a:ea typeface="Apple SD Gothic Neo"/>
                <a:cs typeface="Apple SD Gothic Neo"/>
              </a:defRPr>
            </a:lvl9pPr>
          </a:lstStyle>
          <a:p xmlns:a="http://schemas.openxmlformats.org/drawingml/2006/main">
            <a:pPr algn="r">
              <a:defRPr sz="1275" b="0">
                <a:solidFill>
                  <a:srgbClr val="50555B"/>
                </a:solidFill>
                <a:latin typeface="Apple SD Gothic Neo"/>
                <a:ea typeface="Apple SD Gothic Neo"/>
                <a:cs typeface="Apple SD Gothic Neo"/>
              </a:defRPr>
            </a:pPr>
            <a:r>
              <a:rPr sz="1275" b="0">
                <a:solidFill>
                  <a:srgbClr val="50555B"/>
                </a:solidFill>
                <a:latin typeface="Apple SD Gothic Neo"/>
                <a:ea typeface="Apple SD Gothic Neo"/>
                <a:cs typeface="Apple SD Gothic Neo"/>
              </a:rPr>
              <a:t>4</a:t>
            </a:r>
          </a:p>
        </p:txBody>
      </p:sp>
      <p:sp>
        <p:nvSpPr>
          <p:cNvPr id="14" name="DP3 object 274">
            <a:extLst xmlns:a="http://schemas.openxmlformats.org/drawingml/2006/main">
              <a:ext uri="{FF2B5EF4-FFF2-40B4-BE49-F238E27FC236}">
                <a16:creationId xmlns:a16="http://schemas.microsoft.com/office/drawing/2014/main" id="{67D49E70-1ECF-4A7C-BCCE-8D0DA4001F30}"/>
              </a:ext>
            </a:extLst>
          </p:cNvPr>
          <p:cNvSpPr>
            <a:spLocks xmlns:a="http://schemas.openxmlformats.org/drawingml/2006/main" noGrp="1"/>
          </p:cNvSpPr>
          <p:nvPr/>
        </p:nvSpPr>
        <p:spPr>
          <a:xfrm xmlns:a="http://schemas.openxmlformats.org/drawingml/2006/main">
            <a:off x="266700" y="1200150"/>
            <a:ext cx="175260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325" b="1">
                <a:solidFill>
                  <a:srgbClr val="4676CB"/>
                </a:solidFill>
                <a:latin typeface="Apple SD Gothic Neo"/>
                <a:ea typeface="Apple SD Gothic Neo"/>
                <a:cs typeface="Apple SD Gothic Neo"/>
              </a:defRPr>
            </a:defPPr>
            <a:lvl1pPr algn="l">
              <a:defRPr sz="2325" b="1">
                <a:solidFill>
                  <a:srgbClr val="4676CB"/>
                </a:solidFill>
                <a:latin typeface="Apple SD Gothic Neo"/>
                <a:ea typeface="Apple SD Gothic Neo"/>
                <a:cs typeface="Apple SD Gothic Neo"/>
              </a:defRPr>
            </a:lvl1pPr>
            <a:lvl2pPr algn="l">
              <a:defRPr sz="2325" b="1">
                <a:solidFill>
                  <a:srgbClr val="4676CB"/>
                </a:solidFill>
                <a:latin typeface="Apple SD Gothic Neo"/>
                <a:ea typeface="Apple SD Gothic Neo"/>
                <a:cs typeface="Apple SD Gothic Neo"/>
              </a:defRPr>
            </a:lvl2pPr>
            <a:lvl3pPr algn="l">
              <a:defRPr sz="2325" b="1">
                <a:solidFill>
                  <a:srgbClr val="4676CB"/>
                </a:solidFill>
                <a:latin typeface="Apple SD Gothic Neo"/>
                <a:ea typeface="Apple SD Gothic Neo"/>
                <a:cs typeface="Apple SD Gothic Neo"/>
              </a:defRPr>
            </a:lvl3pPr>
            <a:lvl4pPr algn="l">
              <a:defRPr sz="2325" b="1">
                <a:solidFill>
                  <a:srgbClr val="4676CB"/>
                </a:solidFill>
                <a:latin typeface="Apple SD Gothic Neo"/>
                <a:ea typeface="Apple SD Gothic Neo"/>
                <a:cs typeface="Apple SD Gothic Neo"/>
              </a:defRPr>
            </a:lvl4pPr>
            <a:lvl5pPr algn="l">
              <a:defRPr sz="2325" b="1">
                <a:solidFill>
                  <a:srgbClr val="4676CB"/>
                </a:solidFill>
                <a:latin typeface="Apple SD Gothic Neo"/>
                <a:ea typeface="Apple SD Gothic Neo"/>
                <a:cs typeface="Apple SD Gothic Neo"/>
              </a:defRPr>
            </a:lvl5pPr>
            <a:lvl6pPr algn="l">
              <a:defRPr sz="2325" b="1">
                <a:solidFill>
                  <a:srgbClr val="4676CB"/>
                </a:solidFill>
                <a:latin typeface="Apple SD Gothic Neo"/>
                <a:ea typeface="Apple SD Gothic Neo"/>
                <a:cs typeface="Apple SD Gothic Neo"/>
              </a:defRPr>
            </a:lvl6pPr>
            <a:lvl7pPr algn="l">
              <a:defRPr sz="2325" b="1">
                <a:solidFill>
                  <a:srgbClr val="4676CB"/>
                </a:solidFill>
                <a:latin typeface="Apple SD Gothic Neo"/>
                <a:ea typeface="Apple SD Gothic Neo"/>
                <a:cs typeface="Apple SD Gothic Neo"/>
              </a:defRPr>
            </a:lvl7pPr>
            <a:lvl8pPr algn="l">
              <a:defRPr sz="2325" b="1">
                <a:solidFill>
                  <a:srgbClr val="4676CB"/>
                </a:solidFill>
                <a:latin typeface="Apple SD Gothic Neo"/>
                <a:ea typeface="Apple SD Gothic Neo"/>
                <a:cs typeface="Apple SD Gothic Neo"/>
              </a:defRPr>
            </a:lvl8pPr>
            <a:lvl9pPr algn="l">
              <a:defRPr sz="2325" b="1">
                <a:solidFill>
                  <a:srgbClr val="4676CB"/>
                </a:solidFill>
                <a:latin typeface="Apple SD Gothic Neo"/>
                <a:ea typeface="Apple SD Gothic Neo"/>
                <a:cs typeface="Apple SD Gothic Neo"/>
              </a:defRPr>
            </a:lvl9pPr>
          </a:lstStyle>
          <a:p xmlns:a="http://schemas.openxmlformats.org/drawingml/2006/main">
            <a:pPr algn="l">
              <a:defRPr sz="2325" b="1">
                <a:solidFill>
                  <a:srgbClr val="4676CB"/>
                </a:solidFill>
                <a:latin typeface="Apple SD Gothic Neo"/>
                <a:ea typeface="Apple SD Gothic Neo"/>
                <a:cs typeface="Apple SD Gothic Neo"/>
              </a:defRPr>
            </a:pPr>
            <a:r>
              <a:rPr sz="2325" b="1">
                <a:solidFill>
                  <a:srgbClr val="4676CB"/>
                </a:solidFill>
                <a:latin typeface="Apple SD Gothic Neo"/>
                <a:ea typeface="Apple SD Gothic Neo"/>
                <a:cs typeface="Apple SD Gothic Neo"/>
              </a:rPr>
              <a:t>pixel 좌표 계약의 A2+A5: 거절된 지칭을 복구하되 지연과 메모리를 더 사용</a:t>
            </a:r>
          </a:p>
        </p:txBody>
      </p:sp>
      <p:sp>
        <p:nvSpPr>
          <p:cNvPr id="15" name="DP3 object 275">
            <a:extLst xmlns:a="http://schemas.openxmlformats.org/drawingml/2006/main">
              <a:ext uri="{FF2B5EF4-FFF2-40B4-BE49-F238E27FC236}">
                <a16:creationId xmlns:a16="http://schemas.microsoft.com/office/drawing/2014/main" id="{23E66008-3A61-40B8-83CA-5878A8D5463D}"/>
              </a:ext>
            </a:extLst>
          </p:cNvPr>
          <p:cNvSpPr>
            <a:spLocks xmlns:a="http://schemas.openxmlformats.org/drawingml/2006/main" noGrp="1"/>
          </p:cNvSpPr>
          <p:nvPr/>
        </p:nvSpPr>
        <p:spPr>
          <a:xfrm xmlns:a="http://schemas.openxmlformats.org/drawingml/2006/main">
            <a:off x="266700" y="1695450"/>
            <a:ext cx="17430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950" b="0">
                <a:solidFill>
                  <a:srgbClr val="111111"/>
                </a:solidFill>
                <a:latin typeface="Apple SD Gothic Neo"/>
                <a:ea typeface="Apple SD Gothic Neo"/>
                <a:cs typeface="Apple SD Gothic Neo"/>
              </a:defRPr>
            </a:defPPr>
            <a:lvl1pPr algn="l">
              <a:defRPr sz="1950" b="0">
                <a:solidFill>
                  <a:srgbClr val="111111"/>
                </a:solidFill>
                <a:latin typeface="Apple SD Gothic Neo"/>
                <a:ea typeface="Apple SD Gothic Neo"/>
                <a:cs typeface="Apple SD Gothic Neo"/>
              </a:defRPr>
            </a:lvl1pPr>
            <a:lvl2pPr algn="l">
              <a:defRPr sz="1950" b="0">
                <a:solidFill>
                  <a:srgbClr val="111111"/>
                </a:solidFill>
                <a:latin typeface="Apple SD Gothic Neo"/>
                <a:ea typeface="Apple SD Gothic Neo"/>
                <a:cs typeface="Apple SD Gothic Neo"/>
              </a:defRPr>
            </a:lvl2pPr>
            <a:lvl3pPr algn="l">
              <a:defRPr sz="1950" b="0">
                <a:solidFill>
                  <a:srgbClr val="111111"/>
                </a:solidFill>
                <a:latin typeface="Apple SD Gothic Neo"/>
                <a:ea typeface="Apple SD Gothic Neo"/>
                <a:cs typeface="Apple SD Gothic Neo"/>
              </a:defRPr>
            </a:lvl3pPr>
            <a:lvl4pPr algn="l">
              <a:defRPr sz="1950" b="0">
                <a:solidFill>
                  <a:srgbClr val="111111"/>
                </a:solidFill>
                <a:latin typeface="Apple SD Gothic Neo"/>
                <a:ea typeface="Apple SD Gothic Neo"/>
                <a:cs typeface="Apple SD Gothic Neo"/>
              </a:defRPr>
            </a:lvl4pPr>
            <a:lvl5pPr algn="l">
              <a:defRPr sz="1950" b="0">
                <a:solidFill>
                  <a:srgbClr val="111111"/>
                </a:solidFill>
                <a:latin typeface="Apple SD Gothic Neo"/>
                <a:ea typeface="Apple SD Gothic Neo"/>
                <a:cs typeface="Apple SD Gothic Neo"/>
              </a:defRPr>
            </a:lvl5pPr>
            <a:lvl6pPr algn="l">
              <a:defRPr sz="1950" b="0">
                <a:solidFill>
                  <a:srgbClr val="111111"/>
                </a:solidFill>
                <a:latin typeface="Apple SD Gothic Neo"/>
                <a:ea typeface="Apple SD Gothic Neo"/>
                <a:cs typeface="Apple SD Gothic Neo"/>
              </a:defRPr>
            </a:lvl6pPr>
            <a:lvl7pPr algn="l">
              <a:defRPr sz="1950" b="0">
                <a:solidFill>
                  <a:srgbClr val="111111"/>
                </a:solidFill>
                <a:latin typeface="Apple SD Gothic Neo"/>
                <a:ea typeface="Apple SD Gothic Neo"/>
                <a:cs typeface="Apple SD Gothic Neo"/>
              </a:defRPr>
            </a:lvl7pPr>
            <a:lvl8pPr algn="l">
              <a:defRPr sz="1950" b="0">
                <a:solidFill>
                  <a:srgbClr val="111111"/>
                </a:solidFill>
                <a:latin typeface="Apple SD Gothic Neo"/>
                <a:ea typeface="Apple SD Gothic Neo"/>
                <a:cs typeface="Apple SD Gothic Neo"/>
              </a:defRPr>
            </a:lvl8pPr>
            <a:lvl9pPr algn="l">
              <a:defRPr sz="1950" b="0">
                <a:solidFill>
                  <a:srgbClr val="111111"/>
                </a:solidFill>
                <a:latin typeface="Apple SD Gothic Neo"/>
                <a:ea typeface="Apple SD Gothic Neo"/>
                <a:cs typeface="Apple SD Gothic Neo"/>
              </a:defRPr>
            </a:lvl9pPr>
          </a:lstStyle>
          <a:p xmlns:a="http://schemas.openxmlformats.org/drawingml/2006/main">
            <a:pPr algn="l">
              <a:defRPr sz="1950" b="0">
                <a:solidFill>
                  <a:srgbClr val="111111"/>
                </a:solidFill>
                <a:latin typeface="Apple SD Gothic Neo"/>
                <a:ea typeface="Apple SD Gothic Neo"/>
                <a:cs typeface="Apple SD Gothic Neo"/>
              </a:defRPr>
            </a:pPr>
            <a:r>
              <a:rPr sz="1950" b="0">
                <a:solidFill>
                  <a:srgbClr val="111111"/>
                </a:solidFill>
                <a:latin typeface="Apple SD Gothic Neo"/>
                <a:ea typeface="Apple SD Gothic Neo"/>
                <a:cs typeface="Apple SD Gothic Neo"/>
              </a:rPr>
              <a:t>현재 선택은 정규화 기본 A. 아래는 별도 pixel 실험의 A와 A2+A5 전후 비교다.</a:t>
            </a:r>
          </a:p>
        </p:txBody>
      </p:sp>
      <p:sp>
        <p:nvSpPr>
          <p:cNvPr id="16" name="DP3 object 276">
            <a:extLst xmlns:a="http://schemas.openxmlformats.org/drawingml/2006/main">
              <a:ext uri="{FF2B5EF4-FFF2-40B4-BE49-F238E27FC236}">
                <a16:creationId xmlns:a16="http://schemas.microsoft.com/office/drawing/2014/main" id="{A7718DDA-771C-4999-8F8B-C14DFC57994F}"/>
              </a:ext>
            </a:extLst>
          </p:cNvPr>
          <p:cNvSpPr>
            <a:spLocks xmlns:a="http://schemas.openxmlformats.org/drawingml/2006/main" noGrp="1"/>
          </p:cNvSpPr>
          <p:nvPr/>
        </p:nvSpPr>
        <p:spPr>
          <a:xfrm xmlns:a="http://schemas.openxmlformats.org/drawingml/2006/main">
            <a:off x="228600" y="2209800"/>
            <a:ext cx="5829300" cy="7067550"/>
          </a:xfrm>
          <a:prstGeom xmlns:a="http://schemas.openxmlformats.org/drawingml/2006/main" prst="rect">
            <a:avLst/>
          </a:prstGeom>
          <a:noFill xmlns:a="http://schemas.openxmlformats.org/drawingml/2006/main"/>
          <a:ln xmlns:a="http://schemas.openxmlformats.org/drawingml/2006/main" w="28575">
            <a:solidFill>
              <a:srgbClr val="4676CB"/>
            </a:solidFill>
            <a:prstDash val="solid"/>
          </a:ln>
        </p:spPr>
      </p:sp>
      <p:sp>
        <p:nvSpPr>
          <p:cNvPr id="17" name="DP3 object 277">
            <a:extLst xmlns:a="http://schemas.openxmlformats.org/drawingml/2006/main">
              <a:ext uri="{FF2B5EF4-FFF2-40B4-BE49-F238E27FC236}">
                <a16:creationId xmlns:a16="http://schemas.microsoft.com/office/drawing/2014/main" id="{8DB27FAA-4CC7-4AB2-95DC-03745AC0F5C6}"/>
              </a:ext>
            </a:extLst>
          </p:cNvPr>
          <p:cNvSpPr>
            <a:spLocks xmlns:a="http://schemas.openxmlformats.org/drawingml/2006/main" noGrp="1"/>
          </p:cNvSpPr>
          <p:nvPr/>
        </p:nvSpPr>
        <p:spPr>
          <a:xfrm xmlns:a="http://schemas.openxmlformats.org/drawingml/2006/main">
            <a:off x="228600" y="2209800"/>
            <a:ext cx="5829300" cy="476250"/>
          </a:xfrm>
          <a:prstGeom xmlns:a="http://schemas.openxmlformats.org/drawingml/2006/main" prst="rect">
            <a:avLst/>
          </a:prstGeom>
          <a:solidFill xmlns:a="http://schemas.openxmlformats.org/drawingml/2006/main">
            <a:srgbClr val="C9E1B3"/>
          </a:solidFill>
          <a:ln xmlns:a="http://schemas.openxmlformats.org/drawingml/2006/main" w="0">
            <a:noFill/>
            <a:prstDash val="solid"/>
          </a:ln>
        </p:spPr>
      </p:sp>
      <p:sp>
        <p:nvSpPr>
          <p:cNvPr id="18" name="DP3 object 278">
            <a:extLst xmlns:a="http://schemas.openxmlformats.org/drawingml/2006/main">
              <a:ext uri="{FF2B5EF4-FFF2-40B4-BE49-F238E27FC236}">
                <a16:creationId xmlns:a16="http://schemas.microsoft.com/office/drawing/2014/main" id="{37EDD39B-FAB8-47DD-ADC4-07D770756C23}"/>
              </a:ext>
            </a:extLst>
          </p:cNvPr>
          <p:cNvSpPr>
            <a:spLocks xmlns:a="http://schemas.openxmlformats.org/drawingml/2006/main" noGrp="1"/>
          </p:cNvSpPr>
          <p:nvPr/>
        </p:nvSpPr>
        <p:spPr>
          <a:xfrm xmlns:a="http://schemas.openxmlformats.org/drawingml/2006/main">
            <a:off x="419100" y="2257425"/>
            <a:ext cx="5448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175" b="1">
                <a:solidFill>
                  <a:srgbClr val="111111"/>
                </a:solidFill>
                <a:latin typeface="Apple SD Gothic Neo"/>
                <a:ea typeface="Apple SD Gothic Neo"/>
                <a:cs typeface="Apple SD Gothic Neo"/>
              </a:defRPr>
            </a:defPPr>
            <a:lvl1pPr algn="ctr">
              <a:defRPr sz="2175" b="1">
                <a:solidFill>
                  <a:srgbClr val="111111"/>
                </a:solidFill>
                <a:latin typeface="Apple SD Gothic Neo"/>
                <a:ea typeface="Apple SD Gothic Neo"/>
                <a:cs typeface="Apple SD Gothic Neo"/>
              </a:defRPr>
            </a:lvl1pPr>
            <a:lvl2pPr algn="ctr">
              <a:defRPr sz="2175" b="1">
                <a:solidFill>
                  <a:srgbClr val="111111"/>
                </a:solidFill>
                <a:latin typeface="Apple SD Gothic Neo"/>
                <a:ea typeface="Apple SD Gothic Neo"/>
                <a:cs typeface="Apple SD Gothic Neo"/>
              </a:defRPr>
            </a:lvl2pPr>
            <a:lvl3pPr algn="ctr">
              <a:defRPr sz="2175" b="1">
                <a:solidFill>
                  <a:srgbClr val="111111"/>
                </a:solidFill>
                <a:latin typeface="Apple SD Gothic Neo"/>
                <a:ea typeface="Apple SD Gothic Neo"/>
                <a:cs typeface="Apple SD Gothic Neo"/>
              </a:defRPr>
            </a:lvl3pPr>
            <a:lvl4pPr algn="ctr">
              <a:defRPr sz="2175" b="1">
                <a:solidFill>
                  <a:srgbClr val="111111"/>
                </a:solidFill>
                <a:latin typeface="Apple SD Gothic Neo"/>
                <a:ea typeface="Apple SD Gothic Neo"/>
                <a:cs typeface="Apple SD Gothic Neo"/>
              </a:defRPr>
            </a:lvl4pPr>
            <a:lvl5pPr algn="ctr">
              <a:defRPr sz="2175" b="1">
                <a:solidFill>
                  <a:srgbClr val="111111"/>
                </a:solidFill>
                <a:latin typeface="Apple SD Gothic Neo"/>
                <a:ea typeface="Apple SD Gothic Neo"/>
                <a:cs typeface="Apple SD Gothic Neo"/>
              </a:defRPr>
            </a:lvl5pPr>
            <a:lvl6pPr algn="ctr">
              <a:defRPr sz="2175" b="1">
                <a:solidFill>
                  <a:srgbClr val="111111"/>
                </a:solidFill>
                <a:latin typeface="Apple SD Gothic Neo"/>
                <a:ea typeface="Apple SD Gothic Neo"/>
                <a:cs typeface="Apple SD Gothic Neo"/>
              </a:defRPr>
            </a:lvl6pPr>
            <a:lvl7pPr algn="ctr">
              <a:defRPr sz="2175" b="1">
                <a:solidFill>
                  <a:srgbClr val="111111"/>
                </a:solidFill>
                <a:latin typeface="Apple SD Gothic Neo"/>
                <a:ea typeface="Apple SD Gothic Neo"/>
                <a:cs typeface="Apple SD Gothic Neo"/>
              </a:defRPr>
            </a:lvl7pPr>
            <a:lvl8pPr algn="ctr">
              <a:defRPr sz="2175" b="1">
                <a:solidFill>
                  <a:srgbClr val="111111"/>
                </a:solidFill>
                <a:latin typeface="Apple SD Gothic Neo"/>
                <a:ea typeface="Apple SD Gothic Neo"/>
                <a:cs typeface="Apple SD Gothic Neo"/>
              </a:defRPr>
            </a:lvl8pPr>
            <a:lvl9pPr algn="ctr">
              <a:defRPr sz="2175" b="1">
                <a:solidFill>
                  <a:srgbClr val="111111"/>
                </a:solidFill>
                <a:latin typeface="Apple SD Gothic Neo"/>
                <a:ea typeface="Apple SD Gothic Neo"/>
                <a:cs typeface="Apple SD Gothic Neo"/>
              </a:defRPr>
            </a:lvl9pPr>
          </a:lstStyle>
          <a:p xmlns:a="http://schemas.openxmlformats.org/drawingml/2006/main">
            <a:pPr algn="ctr">
              <a:defRPr sz="2175" b="1">
                <a:solidFill>
                  <a:srgbClr val="111111"/>
                </a:solidFill>
                <a:latin typeface="Apple SD Gothic Neo"/>
                <a:ea typeface="Apple SD Gothic Neo"/>
                <a:cs typeface="Apple SD Gothic Neo"/>
              </a:defRPr>
            </a:pPr>
            <a:r>
              <a:rPr sz="2175" b="1">
                <a:solidFill>
                  <a:srgbClr val="111111"/>
                </a:solidFill>
                <a:latin typeface="Apple SD Gothic Neo"/>
                <a:ea typeface="Apple SD Gothic Neo"/>
                <a:cs typeface="Apple SD Gothic Neo"/>
              </a:rPr>
              <a:t>거절 시 실행하는 복구 경로</a:t>
            </a:r>
          </a:p>
        </p:txBody>
      </p:sp>
      <p:sp>
        <p:nvSpPr>
          <p:cNvPr id="19" name="Joint Grounding Interpreter&#10;원본에서 대상과 관계 판단">
            <a:extLst xmlns:a="http://schemas.openxmlformats.org/drawingml/2006/main">
              <a:ext uri="{FF2B5EF4-FFF2-40B4-BE49-F238E27FC236}">
                <a16:creationId xmlns:a16="http://schemas.microsoft.com/office/drawing/2014/main" id="{7B468664-E4B2-4CC5-97A0-667D1A25126D}"/>
              </a:ext>
            </a:extLst>
          </p:cNvPr>
          <p:cNvSpPr>
            <a:spLocks xmlns:a="http://schemas.openxmlformats.org/drawingml/2006/main" noGrp="1"/>
          </p:cNvSpPr>
          <p:nvPr/>
        </p:nvSpPr>
        <p:spPr>
          <a:xfrm xmlns:a="http://schemas.openxmlformats.org/drawingml/2006/main">
            <a:off x="752475" y="2933700"/>
            <a:ext cx="4781550" cy="7715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20" name="DP3 object 279">
            <a:extLst xmlns:a="http://schemas.openxmlformats.org/drawingml/2006/main">
              <a:ext uri="{FF2B5EF4-FFF2-40B4-BE49-F238E27FC236}">
                <a16:creationId xmlns:a16="http://schemas.microsoft.com/office/drawing/2014/main" id="{9A9C4CE8-677A-456D-8F91-A2274C0E9E2F}"/>
              </a:ext>
            </a:extLst>
          </p:cNvPr>
          <p:cNvSpPr>
            <a:spLocks xmlns:a="http://schemas.openxmlformats.org/drawingml/2006/main" noGrp="1"/>
          </p:cNvSpPr>
          <p:nvPr/>
        </p:nvSpPr>
        <p:spPr>
          <a:xfrm xmlns:a="http://schemas.openxmlformats.org/drawingml/2006/main">
            <a:off x="819150" y="2971800"/>
            <a:ext cx="46482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1">
                <a:solidFill>
                  <a:srgbClr val="111111"/>
                </a:solidFill>
                <a:latin typeface="Apple SD Gothic Neo"/>
                <a:ea typeface="Apple SD Gothic Neo"/>
                <a:cs typeface="Apple SD Gothic Neo"/>
              </a:defRPr>
            </a:defPPr>
            <a:lvl1pPr algn="ctr">
              <a:defRPr sz="2025" b="1">
                <a:solidFill>
                  <a:srgbClr val="111111"/>
                </a:solidFill>
                <a:latin typeface="Apple SD Gothic Neo"/>
                <a:ea typeface="Apple SD Gothic Neo"/>
                <a:cs typeface="Apple SD Gothic Neo"/>
              </a:defRPr>
            </a:lvl1pPr>
            <a:lvl2pPr algn="ctr">
              <a:defRPr sz="2025" b="1">
                <a:solidFill>
                  <a:srgbClr val="111111"/>
                </a:solidFill>
                <a:latin typeface="Apple SD Gothic Neo"/>
                <a:ea typeface="Apple SD Gothic Neo"/>
                <a:cs typeface="Apple SD Gothic Neo"/>
              </a:defRPr>
            </a:lvl2pPr>
            <a:lvl3pPr algn="ctr">
              <a:defRPr sz="2025" b="1">
                <a:solidFill>
                  <a:srgbClr val="111111"/>
                </a:solidFill>
                <a:latin typeface="Apple SD Gothic Neo"/>
                <a:ea typeface="Apple SD Gothic Neo"/>
                <a:cs typeface="Apple SD Gothic Neo"/>
              </a:defRPr>
            </a:lvl3pPr>
            <a:lvl4pPr algn="ctr">
              <a:defRPr sz="2025" b="1">
                <a:solidFill>
                  <a:srgbClr val="111111"/>
                </a:solidFill>
                <a:latin typeface="Apple SD Gothic Neo"/>
                <a:ea typeface="Apple SD Gothic Neo"/>
                <a:cs typeface="Apple SD Gothic Neo"/>
              </a:defRPr>
            </a:lvl4pPr>
            <a:lvl5pPr algn="ctr">
              <a:defRPr sz="2025" b="1">
                <a:solidFill>
                  <a:srgbClr val="111111"/>
                </a:solidFill>
                <a:latin typeface="Apple SD Gothic Neo"/>
                <a:ea typeface="Apple SD Gothic Neo"/>
                <a:cs typeface="Apple SD Gothic Neo"/>
              </a:defRPr>
            </a:lvl5pPr>
            <a:lvl6pPr algn="ctr">
              <a:defRPr sz="2025" b="1">
                <a:solidFill>
                  <a:srgbClr val="111111"/>
                </a:solidFill>
                <a:latin typeface="Apple SD Gothic Neo"/>
                <a:ea typeface="Apple SD Gothic Neo"/>
                <a:cs typeface="Apple SD Gothic Neo"/>
              </a:defRPr>
            </a:lvl6pPr>
            <a:lvl7pPr algn="ctr">
              <a:defRPr sz="2025" b="1">
                <a:solidFill>
                  <a:srgbClr val="111111"/>
                </a:solidFill>
                <a:latin typeface="Apple SD Gothic Neo"/>
                <a:ea typeface="Apple SD Gothic Neo"/>
                <a:cs typeface="Apple SD Gothic Neo"/>
              </a:defRPr>
            </a:lvl7pPr>
            <a:lvl8pPr algn="ctr">
              <a:defRPr sz="2025" b="1">
                <a:solidFill>
                  <a:srgbClr val="111111"/>
                </a:solidFill>
                <a:latin typeface="Apple SD Gothic Neo"/>
                <a:ea typeface="Apple SD Gothic Neo"/>
                <a:cs typeface="Apple SD Gothic Neo"/>
              </a:defRPr>
            </a:lvl8pPr>
            <a:lvl9pPr algn="ctr">
              <a:defRPr sz="2025" b="1">
                <a:solidFill>
                  <a:srgbClr val="111111"/>
                </a:solidFill>
                <a:latin typeface="Apple SD Gothic Neo"/>
                <a:ea typeface="Apple SD Gothic Neo"/>
                <a:cs typeface="Apple SD Gothic Neo"/>
              </a:defRPr>
            </a:lvl9pPr>
          </a:lstStyle>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Joint Grounding Interpreter</a:t>
            </a:r>
          </a:p>
          <a:p xmlns:a="http://schemas.openxmlformats.org/drawingml/2006/main">
            <a:pPr algn="ctr">
              <a:defRPr sz="2025" b="1">
                <a:solidFill>
                  <a:srgbClr val="111111"/>
                </a:solidFill>
                <a:latin typeface="Apple SD Gothic Neo"/>
                <a:ea typeface="Apple SD Gothic Neo"/>
                <a:cs typeface="Apple SD Gothic Neo"/>
              </a:defRPr>
            </a:pPr>
            <a:r>
              <a:rPr sz="2025" b="1">
                <a:solidFill>
                  <a:srgbClr val="111111"/>
                </a:solidFill>
                <a:latin typeface="Apple SD Gothic Neo"/>
                <a:ea typeface="Apple SD Gothic Neo"/>
                <a:cs typeface="Apple SD Gothic Neo"/>
              </a:rPr>
              <a:t>원본에서 대상과 관계 판단</a:t>
            </a:r>
          </a:p>
        </p:txBody>
      </p:sp>
      <p:sp>
        <p:nvSpPr>
          <p:cNvPr id="21" name="Editable path 280">
            <a:extLst xmlns:a="http://schemas.openxmlformats.org/drawingml/2006/main">
              <a:ext uri="{FF2B5EF4-FFF2-40B4-BE49-F238E27FC236}">
                <a16:creationId xmlns:a16="http://schemas.microsoft.com/office/drawing/2014/main" id="{CF76D950-FA5A-4DB7-B0D7-4691FE516C59}"/>
              </a:ext>
            </a:extLst>
          </p:cNvPr>
          <p:cNvSpPr>
            <a:spLocks xmlns:a="http://schemas.openxmlformats.org/drawingml/2006/main" noGrp="1"/>
          </p:cNvSpPr>
          <p:nvPr/>
        </p:nvSpPr>
        <p:spPr>
          <a:xfrm xmlns:a="http://schemas.openxmlformats.org/drawingml/2006/main">
            <a:off x="3143250" y="3705225"/>
            <a:ext cx="953" cy="314325"/>
          </a:xfrm>
          <a:custGeom xmlns:a="http://schemas.openxmlformats.org/drawingml/2006/main">
            <a:pathLst>
              <a:path w="953" h="314325">
                <a:moveTo>
                  <a:pt x="0" y="0"/>
                </a:moveTo>
                <a:lnTo>
                  <a:pt x="0" y="314325"/>
                </a:lnTo>
              </a:path>
            </a:pathLst>
          </a:custGeom>
          <a:noFill xmlns:a="http://schemas.openxmlformats.org/drawingml/2006/main"/>
          <a:ln xmlns:a="http://schemas.openxmlformats.org/drawingml/2006/main" w="22860">
            <a:solidFill>
              <a:srgbClr val="111111"/>
            </a:solidFill>
            <a:prstDash val="solid"/>
          </a:ln>
        </p:spPr>
      </p:sp>
      <p:sp>
        <p:nvSpPr>
          <p:cNvPr id="22" name="Editable arrowhead 281">
            <a:extLst xmlns:a="http://schemas.openxmlformats.org/drawingml/2006/main">
              <a:ext uri="{FF2B5EF4-FFF2-40B4-BE49-F238E27FC236}">
                <a16:creationId xmlns:a16="http://schemas.microsoft.com/office/drawing/2014/main" id="{3F92F81E-DE2A-469A-A878-E59AC80A98E6}"/>
              </a:ext>
            </a:extLst>
          </p:cNvPr>
          <p:cNvSpPr>
            <a:spLocks xmlns:a="http://schemas.openxmlformats.org/drawingml/2006/main" noGrp="1"/>
          </p:cNvSpPr>
          <p:nvPr/>
        </p:nvSpPr>
        <p:spPr>
          <a:xfrm xmlns:a="http://schemas.openxmlformats.org/drawingml/2006/main">
            <a:off x="3095625" y="39243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111111"/>
          </a:solidFill>
          <a:ln xmlns:a="http://schemas.openxmlformats.org/drawingml/2006/main" w="5715">
            <a:solidFill>
              <a:srgbClr val="111111"/>
            </a:solidFill>
            <a:prstDash val="solid"/>
          </a:ln>
        </p:spPr>
      </p:sp>
      <p:sp>
        <p:nvSpPr>
          <p:cNvPr id="23" name="source·revision·기하 검증">
            <a:extLst xmlns:a="http://schemas.openxmlformats.org/drawingml/2006/main">
              <a:ext uri="{FF2B5EF4-FFF2-40B4-BE49-F238E27FC236}">
                <a16:creationId xmlns:a16="http://schemas.microsoft.com/office/drawing/2014/main" id="{E87E44CB-B2CE-4435-9D87-E6755EC4B6F7}"/>
              </a:ext>
            </a:extLst>
          </p:cNvPr>
          <p:cNvSpPr>
            <a:spLocks xmlns:a="http://schemas.openxmlformats.org/drawingml/2006/main" noGrp="1"/>
          </p:cNvSpPr>
          <p:nvPr/>
        </p:nvSpPr>
        <p:spPr>
          <a:xfrm xmlns:a="http://schemas.openxmlformats.org/drawingml/2006/main">
            <a:off x="752475" y="4019550"/>
            <a:ext cx="4781550" cy="495300"/>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24" name="DP3 object 282">
            <a:extLst xmlns:a="http://schemas.openxmlformats.org/drawingml/2006/main">
              <a:ext uri="{FF2B5EF4-FFF2-40B4-BE49-F238E27FC236}">
                <a16:creationId xmlns:a16="http://schemas.microsoft.com/office/drawing/2014/main" id="{2F9F9C75-1723-4608-86B9-D5A09B10D6B4}"/>
              </a:ext>
            </a:extLst>
          </p:cNvPr>
          <p:cNvSpPr>
            <a:spLocks xmlns:a="http://schemas.openxmlformats.org/drawingml/2006/main" noGrp="1"/>
          </p:cNvSpPr>
          <p:nvPr/>
        </p:nvSpPr>
        <p:spPr>
          <a:xfrm xmlns:a="http://schemas.openxmlformats.org/drawingml/2006/main">
            <a:off x="819150" y="4057650"/>
            <a:ext cx="46482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2025" b="0">
                <a:solidFill>
                  <a:srgbClr val="111111"/>
                </a:solidFill>
                <a:latin typeface="Apple SD Gothic Neo"/>
                <a:ea typeface="Apple SD Gothic Neo"/>
                <a:cs typeface="Apple SD Gothic Neo"/>
              </a:defRPr>
            </a:defPPr>
            <a:lvl1pPr algn="ctr">
              <a:defRPr sz="2025" b="0">
                <a:solidFill>
                  <a:srgbClr val="111111"/>
                </a:solidFill>
                <a:latin typeface="Apple SD Gothic Neo"/>
                <a:ea typeface="Apple SD Gothic Neo"/>
                <a:cs typeface="Apple SD Gothic Neo"/>
              </a:defRPr>
            </a:lvl1pPr>
            <a:lvl2pPr algn="ctr">
              <a:defRPr sz="2025" b="0">
                <a:solidFill>
                  <a:srgbClr val="111111"/>
                </a:solidFill>
                <a:latin typeface="Apple SD Gothic Neo"/>
                <a:ea typeface="Apple SD Gothic Neo"/>
                <a:cs typeface="Apple SD Gothic Neo"/>
              </a:defRPr>
            </a:lvl2pPr>
            <a:lvl3pPr algn="ctr">
              <a:defRPr sz="2025" b="0">
                <a:solidFill>
                  <a:srgbClr val="111111"/>
                </a:solidFill>
                <a:latin typeface="Apple SD Gothic Neo"/>
                <a:ea typeface="Apple SD Gothic Neo"/>
                <a:cs typeface="Apple SD Gothic Neo"/>
              </a:defRPr>
            </a:lvl3pPr>
            <a:lvl4pPr algn="ctr">
              <a:defRPr sz="2025" b="0">
                <a:solidFill>
                  <a:srgbClr val="111111"/>
                </a:solidFill>
                <a:latin typeface="Apple SD Gothic Neo"/>
                <a:ea typeface="Apple SD Gothic Neo"/>
                <a:cs typeface="Apple SD Gothic Neo"/>
              </a:defRPr>
            </a:lvl4pPr>
            <a:lvl5pPr algn="ctr">
              <a:defRPr sz="2025" b="0">
                <a:solidFill>
                  <a:srgbClr val="111111"/>
                </a:solidFill>
                <a:latin typeface="Apple SD Gothic Neo"/>
                <a:ea typeface="Apple SD Gothic Neo"/>
                <a:cs typeface="Apple SD Gothic Neo"/>
              </a:defRPr>
            </a:lvl5pPr>
            <a:lvl6pPr algn="ctr">
              <a:defRPr sz="2025" b="0">
                <a:solidFill>
                  <a:srgbClr val="111111"/>
                </a:solidFill>
                <a:latin typeface="Apple SD Gothic Neo"/>
                <a:ea typeface="Apple SD Gothic Neo"/>
                <a:cs typeface="Apple SD Gothic Neo"/>
              </a:defRPr>
            </a:lvl6pPr>
            <a:lvl7pPr algn="ctr">
              <a:defRPr sz="2025" b="0">
                <a:solidFill>
                  <a:srgbClr val="111111"/>
                </a:solidFill>
                <a:latin typeface="Apple SD Gothic Neo"/>
                <a:ea typeface="Apple SD Gothic Neo"/>
                <a:cs typeface="Apple SD Gothic Neo"/>
              </a:defRPr>
            </a:lvl7pPr>
            <a:lvl8pPr algn="ctr">
              <a:defRPr sz="2025" b="0">
                <a:solidFill>
                  <a:srgbClr val="111111"/>
                </a:solidFill>
                <a:latin typeface="Apple SD Gothic Neo"/>
                <a:ea typeface="Apple SD Gothic Neo"/>
                <a:cs typeface="Apple SD Gothic Neo"/>
              </a:defRPr>
            </a:lvl8pPr>
            <a:lvl9pPr algn="ctr">
              <a:defRPr sz="2025" b="0">
                <a:solidFill>
                  <a:srgbClr val="111111"/>
                </a:solidFill>
                <a:latin typeface="Apple SD Gothic Neo"/>
                <a:ea typeface="Apple SD Gothic Neo"/>
                <a:cs typeface="Apple SD Gothic Neo"/>
              </a:defRPr>
            </a:lvl9pPr>
          </a:lstStyle>
          <a:p xmlns:a="http://schemas.openxmlformats.org/drawingml/2006/main">
            <a:pPr algn="ctr">
              <a:defRPr sz="2025" b="0">
                <a:solidFill>
                  <a:srgbClr val="111111"/>
                </a:solidFill>
                <a:latin typeface="Apple SD Gothic Neo"/>
                <a:ea typeface="Apple SD Gothic Neo"/>
                <a:cs typeface="Apple SD Gothic Neo"/>
              </a:defRPr>
            </a:pPr>
            <a:r>
              <a:rPr sz="2025" b="0">
                <a:solidFill>
                  <a:srgbClr val="111111"/>
                </a:solidFill>
                <a:latin typeface="Apple SD Gothic Neo"/>
                <a:ea typeface="Apple SD Gothic Neo"/>
                <a:cs typeface="Apple SD Gothic Neo"/>
              </a:rPr>
              <a:t>source·revision·기하 검증</a:t>
            </a:r>
          </a:p>
        </p:txBody>
      </p:sp>
      <p:sp>
        <p:nvSpPr>
          <p:cNvPr id="25" name="DP3 object 283">
            <a:extLst xmlns:a="http://schemas.openxmlformats.org/drawingml/2006/main">
              <a:ext uri="{FF2B5EF4-FFF2-40B4-BE49-F238E27FC236}">
                <a16:creationId xmlns:a16="http://schemas.microsoft.com/office/drawing/2014/main" id="{37DE656D-4903-4FD6-87F9-9EC0776C81AC}"/>
              </a:ext>
            </a:extLst>
          </p:cNvPr>
          <p:cNvSpPr>
            <a:spLocks xmlns:a="http://schemas.openxmlformats.org/drawingml/2006/main" noGrp="1"/>
          </p:cNvSpPr>
          <p:nvPr/>
        </p:nvSpPr>
        <p:spPr>
          <a:xfrm xmlns:a="http://schemas.openxmlformats.org/drawingml/2006/main">
            <a:off x="3314700" y="4610100"/>
            <a:ext cx="20955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725" b="1">
                <a:solidFill>
                  <a:srgbClr val="C00000"/>
                </a:solidFill>
                <a:latin typeface="Apple SD Gothic Neo"/>
                <a:ea typeface="Apple SD Gothic Neo"/>
                <a:cs typeface="Apple SD Gothic Neo"/>
              </a:defRPr>
            </a:defPPr>
            <a:lvl1pPr algn="l">
              <a:defRPr sz="1725" b="1">
                <a:solidFill>
                  <a:srgbClr val="C00000"/>
                </a:solidFill>
                <a:latin typeface="Apple SD Gothic Neo"/>
                <a:ea typeface="Apple SD Gothic Neo"/>
                <a:cs typeface="Apple SD Gothic Neo"/>
              </a:defRPr>
            </a:lvl1pPr>
            <a:lvl2pPr algn="l">
              <a:defRPr sz="1725" b="1">
                <a:solidFill>
                  <a:srgbClr val="C00000"/>
                </a:solidFill>
                <a:latin typeface="Apple SD Gothic Neo"/>
                <a:ea typeface="Apple SD Gothic Neo"/>
                <a:cs typeface="Apple SD Gothic Neo"/>
              </a:defRPr>
            </a:lvl2pPr>
            <a:lvl3pPr algn="l">
              <a:defRPr sz="1725" b="1">
                <a:solidFill>
                  <a:srgbClr val="C00000"/>
                </a:solidFill>
                <a:latin typeface="Apple SD Gothic Neo"/>
                <a:ea typeface="Apple SD Gothic Neo"/>
                <a:cs typeface="Apple SD Gothic Neo"/>
              </a:defRPr>
            </a:lvl3pPr>
            <a:lvl4pPr algn="l">
              <a:defRPr sz="1725" b="1">
                <a:solidFill>
                  <a:srgbClr val="C00000"/>
                </a:solidFill>
                <a:latin typeface="Apple SD Gothic Neo"/>
                <a:ea typeface="Apple SD Gothic Neo"/>
                <a:cs typeface="Apple SD Gothic Neo"/>
              </a:defRPr>
            </a:lvl4pPr>
            <a:lvl5pPr algn="l">
              <a:defRPr sz="1725" b="1">
                <a:solidFill>
                  <a:srgbClr val="C00000"/>
                </a:solidFill>
                <a:latin typeface="Apple SD Gothic Neo"/>
                <a:ea typeface="Apple SD Gothic Neo"/>
                <a:cs typeface="Apple SD Gothic Neo"/>
              </a:defRPr>
            </a:lvl5pPr>
            <a:lvl6pPr algn="l">
              <a:defRPr sz="1725" b="1">
                <a:solidFill>
                  <a:srgbClr val="C00000"/>
                </a:solidFill>
                <a:latin typeface="Apple SD Gothic Neo"/>
                <a:ea typeface="Apple SD Gothic Neo"/>
                <a:cs typeface="Apple SD Gothic Neo"/>
              </a:defRPr>
            </a:lvl6pPr>
            <a:lvl7pPr algn="l">
              <a:defRPr sz="1725" b="1">
                <a:solidFill>
                  <a:srgbClr val="C00000"/>
                </a:solidFill>
                <a:latin typeface="Apple SD Gothic Neo"/>
                <a:ea typeface="Apple SD Gothic Neo"/>
                <a:cs typeface="Apple SD Gothic Neo"/>
              </a:defRPr>
            </a:lvl7pPr>
            <a:lvl8pPr algn="l">
              <a:defRPr sz="1725" b="1">
                <a:solidFill>
                  <a:srgbClr val="C00000"/>
                </a:solidFill>
                <a:latin typeface="Apple SD Gothic Neo"/>
                <a:ea typeface="Apple SD Gothic Neo"/>
                <a:cs typeface="Apple SD Gothic Neo"/>
              </a:defRPr>
            </a:lvl8pPr>
            <a:lvl9pPr algn="l">
              <a:defRPr sz="1725" b="1">
                <a:solidFill>
                  <a:srgbClr val="C00000"/>
                </a:solidFill>
                <a:latin typeface="Apple SD Gothic Neo"/>
                <a:ea typeface="Apple SD Gothic Neo"/>
                <a:cs typeface="Apple SD Gothic Neo"/>
              </a:defRPr>
            </a:lvl9pPr>
          </a:lstStyle>
          <a:p xmlns:a="http://schemas.openxmlformats.org/drawingml/2006/main">
            <a:pPr algn="l">
              <a:defRPr sz="1725" b="1">
                <a:solidFill>
                  <a:srgbClr val="C00000"/>
                </a:solidFill>
                <a:latin typeface="Apple SD Gothic Neo"/>
                <a:ea typeface="Apple SD Gothic Neo"/>
                <a:cs typeface="Apple SD Gothic Neo"/>
              </a:defRPr>
            </a:pPr>
            <a:r>
              <a:rPr sz="1725" b="1">
                <a:solidFill>
                  <a:srgbClr val="C00000"/>
                </a:solidFill>
                <a:latin typeface="Apple SD Gothic Neo"/>
                <a:ea typeface="Apple SD Gothic Neo"/>
                <a:cs typeface="Apple SD Gothic Neo"/>
              </a:rPr>
              <a:t>검증 거절</a:t>
            </a:r>
          </a:p>
        </p:txBody>
      </p:sp>
      <p:sp>
        <p:nvSpPr>
          <p:cNvPr id="26" name="Editable path 284">
            <a:extLst xmlns:a="http://schemas.openxmlformats.org/drawingml/2006/main">
              <a:ext uri="{FF2B5EF4-FFF2-40B4-BE49-F238E27FC236}">
                <a16:creationId xmlns:a16="http://schemas.microsoft.com/office/drawing/2014/main" id="{F57025C6-4BB1-4235-8ED1-4F10710390EE}"/>
              </a:ext>
            </a:extLst>
          </p:cNvPr>
          <p:cNvSpPr>
            <a:spLocks xmlns:a="http://schemas.openxmlformats.org/drawingml/2006/main" noGrp="1"/>
          </p:cNvSpPr>
          <p:nvPr/>
        </p:nvSpPr>
        <p:spPr>
          <a:xfrm xmlns:a="http://schemas.openxmlformats.org/drawingml/2006/main">
            <a:off x="3143250" y="4514850"/>
            <a:ext cx="953" cy="523875"/>
          </a:xfrm>
          <a:custGeom xmlns:a="http://schemas.openxmlformats.org/drawingml/2006/main">
            <a:pathLst>
              <a:path w="953" h="523875">
                <a:moveTo>
                  <a:pt x="0" y="0"/>
                </a:moveTo>
                <a:lnTo>
                  <a:pt x="0" y="523875"/>
                </a:lnTo>
              </a:path>
            </a:pathLst>
          </a:custGeom>
          <a:noFill xmlns:a="http://schemas.openxmlformats.org/drawingml/2006/main"/>
          <a:ln xmlns:a="http://schemas.openxmlformats.org/drawingml/2006/main" w="23813">
            <a:solidFill>
              <a:srgbClr val="C00000"/>
            </a:solidFill>
            <a:prstDash val="dash"/>
          </a:ln>
        </p:spPr>
      </p:sp>
      <p:sp>
        <p:nvSpPr>
          <p:cNvPr id="27" name="Editable arrowhead 285">
            <a:extLst xmlns:a="http://schemas.openxmlformats.org/drawingml/2006/main">
              <a:ext uri="{FF2B5EF4-FFF2-40B4-BE49-F238E27FC236}">
                <a16:creationId xmlns:a16="http://schemas.microsoft.com/office/drawing/2014/main" id="{0665FDB2-1E53-4854-AF26-F076C1DD9CD4}"/>
              </a:ext>
            </a:extLst>
          </p:cNvPr>
          <p:cNvSpPr>
            <a:spLocks xmlns:a="http://schemas.openxmlformats.org/drawingml/2006/main" noGrp="1"/>
          </p:cNvSpPr>
          <p:nvPr/>
        </p:nvSpPr>
        <p:spPr>
          <a:xfrm xmlns:a="http://schemas.openxmlformats.org/drawingml/2006/main">
            <a:off x="3095625" y="49434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C00000"/>
          </a:solidFill>
          <a:ln xmlns:a="http://schemas.openxmlformats.org/drawingml/2006/main" w="5715">
            <a:solidFill>
              <a:srgbClr val="C00000"/>
            </a:solidFill>
            <a:prstDash val="solid"/>
          </a:ln>
        </p:spPr>
      </p:sp>
      <p:sp>
        <p:nvSpPr>
          <p:cNvPr id="28" name="A5  영향 범위의 좌표 view&#10;raw 지시점 crop 또는 전체 격자">
            <a:extLst xmlns:a="http://schemas.openxmlformats.org/drawingml/2006/main">
              <a:ext uri="{FF2B5EF4-FFF2-40B4-BE49-F238E27FC236}">
                <a16:creationId xmlns:a16="http://schemas.microsoft.com/office/drawing/2014/main" id="{350B110F-3DE5-4E88-A95A-C96AC4D503A6}"/>
              </a:ext>
            </a:extLst>
          </p:cNvPr>
          <p:cNvSpPr>
            <a:spLocks xmlns:a="http://schemas.openxmlformats.org/drawingml/2006/main" noGrp="1"/>
          </p:cNvSpPr>
          <p:nvPr/>
        </p:nvSpPr>
        <p:spPr>
          <a:xfrm xmlns:a="http://schemas.openxmlformats.org/drawingml/2006/main">
            <a:off x="752475" y="5038725"/>
            <a:ext cx="4781550" cy="86677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29" name="DP3 object 286">
            <a:extLst xmlns:a="http://schemas.openxmlformats.org/drawingml/2006/main">
              <a:ext uri="{FF2B5EF4-FFF2-40B4-BE49-F238E27FC236}">
                <a16:creationId xmlns:a16="http://schemas.microsoft.com/office/drawing/2014/main" id="{91A84E57-FBD2-40D7-996E-EFAC28234996}"/>
              </a:ext>
            </a:extLst>
          </p:cNvPr>
          <p:cNvSpPr>
            <a:spLocks xmlns:a="http://schemas.openxmlformats.org/drawingml/2006/main" noGrp="1"/>
          </p:cNvSpPr>
          <p:nvPr/>
        </p:nvSpPr>
        <p:spPr>
          <a:xfrm xmlns:a="http://schemas.openxmlformats.org/drawingml/2006/main">
            <a:off x="819150" y="5076825"/>
            <a:ext cx="4648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4676CB"/>
                </a:solidFill>
                <a:latin typeface="Apple SD Gothic Neo"/>
                <a:ea typeface="Apple SD Gothic Neo"/>
                <a:cs typeface="Apple SD Gothic Neo"/>
              </a:defRPr>
            </a:defPPr>
            <a:lvl1pPr algn="ctr">
              <a:defRPr sz="1875" b="1">
                <a:solidFill>
                  <a:srgbClr val="4676CB"/>
                </a:solidFill>
                <a:latin typeface="Apple SD Gothic Neo"/>
                <a:ea typeface="Apple SD Gothic Neo"/>
                <a:cs typeface="Apple SD Gothic Neo"/>
              </a:defRPr>
            </a:lvl1pPr>
            <a:lvl2pPr algn="ctr">
              <a:defRPr sz="1875" b="1">
                <a:solidFill>
                  <a:srgbClr val="4676CB"/>
                </a:solidFill>
                <a:latin typeface="Apple SD Gothic Neo"/>
                <a:ea typeface="Apple SD Gothic Neo"/>
                <a:cs typeface="Apple SD Gothic Neo"/>
              </a:defRPr>
            </a:lvl2pPr>
            <a:lvl3pPr algn="ctr">
              <a:defRPr sz="1875" b="1">
                <a:solidFill>
                  <a:srgbClr val="4676CB"/>
                </a:solidFill>
                <a:latin typeface="Apple SD Gothic Neo"/>
                <a:ea typeface="Apple SD Gothic Neo"/>
                <a:cs typeface="Apple SD Gothic Neo"/>
              </a:defRPr>
            </a:lvl3pPr>
            <a:lvl4pPr algn="ctr">
              <a:defRPr sz="1875" b="1">
                <a:solidFill>
                  <a:srgbClr val="4676CB"/>
                </a:solidFill>
                <a:latin typeface="Apple SD Gothic Neo"/>
                <a:ea typeface="Apple SD Gothic Neo"/>
                <a:cs typeface="Apple SD Gothic Neo"/>
              </a:defRPr>
            </a:lvl4pPr>
            <a:lvl5pPr algn="ctr">
              <a:defRPr sz="1875" b="1">
                <a:solidFill>
                  <a:srgbClr val="4676CB"/>
                </a:solidFill>
                <a:latin typeface="Apple SD Gothic Neo"/>
                <a:ea typeface="Apple SD Gothic Neo"/>
                <a:cs typeface="Apple SD Gothic Neo"/>
              </a:defRPr>
            </a:lvl5pPr>
            <a:lvl6pPr algn="ctr">
              <a:defRPr sz="1875" b="1">
                <a:solidFill>
                  <a:srgbClr val="4676CB"/>
                </a:solidFill>
                <a:latin typeface="Apple SD Gothic Neo"/>
                <a:ea typeface="Apple SD Gothic Neo"/>
                <a:cs typeface="Apple SD Gothic Neo"/>
              </a:defRPr>
            </a:lvl6pPr>
            <a:lvl7pPr algn="ctr">
              <a:defRPr sz="1875" b="1">
                <a:solidFill>
                  <a:srgbClr val="4676CB"/>
                </a:solidFill>
                <a:latin typeface="Apple SD Gothic Neo"/>
                <a:ea typeface="Apple SD Gothic Neo"/>
                <a:cs typeface="Apple SD Gothic Neo"/>
              </a:defRPr>
            </a:lvl7pPr>
            <a:lvl8pPr algn="ctr">
              <a:defRPr sz="1875" b="1">
                <a:solidFill>
                  <a:srgbClr val="4676CB"/>
                </a:solidFill>
                <a:latin typeface="Apple SD Gothic Neo"/>
                <a:ea typeface="Apple SD Gothic Neo"/>
                <a:cs typeface="Apple SD Gothic Neo"/>
              </a:defRPr>
            </a:lvl8pPr>
            <a:lvl9pPr algn="ctr">
              <a:defRPr sz="1875" b="1">
                <a:solidFill>
                  <a:srgbClr val="4676CB"/>
                </a:solidFill>
                <a:latin typeface="Apple SD Gothic Neo"/>
                <a:ea typeface="Apple SD Gothic Neo"/>
                <a:cs typeface="Apple SD Gothic Neo"/>
              </a:defRPr>
            </a:lvl9pPr>
          </a:lstStyle>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A5  영향 범위의 좌표 view</a:t>
            </a:r>
          </a:p>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raw 지시점 crop 또는 전체 격자</a:t>
            </a:r>
          </a:p>
        </p:txBody>
      </p:sp>
      <p:sp>
        <p:nvSpPr>
          <p:cNvPr id="30" name="Editable path 287">
            <a:extLst xmlns:a="http://schemas.openxmlformats.org/drawingml/2006/main">
              <a:ext uri="{FF2B5EF4-FFF2-40B4-BE49-F238E27FC236}">
                <a16:creationId xmlns:a16="http://schemas.microsoft.com/office/drawing/2014/main" id="{42BC53D1-F1E4-41A9-AE0A-14B1E6C508AB}"/>
              </a:ext>
            </a:extLst>
          </p:cNvPr>
          <p:cNvSpPr>
            <a:spLocks xmlns:a="http://schemas.openxmlformats.org/drawingml/2006/main" noGrp="1"/>
          </p:cNvSpPr>
          <p:nvPr/>
        </p:nvSpPr>
        <p:spPr>
          <a:xfrm xmlns:a="http://schemas.openxmlformats.org/drawingml/2006/main">
            <a:off x="3143250" y="5905500"/>
            <a:ext cx="953" cy="352425"/>
          </a:xfrm>
          <a:custGeom xmlns:a="http://schemas.openxmlformats.org/drawingml/2006/main">
            <a:pathLst>
              <a:path w="953" h="352425">
                <a:moveTo>
                  <a:pt x="0" y="0"/>
                </a:moveTo>
                <a:lnTo>
                  <a:pt x="0" y="352425"/>
                </a:lnTo>
              </a:path>
            </a:pathLst>
          </a:custGeom>
          <a:noFill xmlns:a="http://schemas.openxmlformats.org/drawingml/2006/main"/>
          <a:ln xmlns:a="http://schemas.openxmlformats.org/drawingml/2006/main" w="24765">
            <a:solidFill>
              <a:srgbClr val="4676CB"/>
            </a:solidFill>
            <a:prstDash val="solid"/>
          </a:ln>
        </p:spPr>
      </p:sp>
      <p:sp>
        <p:nvSpPr>
          <p:cNvPr id="31" name="Editable arrowhead 288">
            <a:extLst xmlns:a="http://schemas.openxmlformats.org/drawingml/2006/main">
              <a:ext uri="{FF2B5EF4-FFF2-40B4-BE49-F238E27FC236}">
                <a16:creationId xmlns:a16="http://schemas.microsoft.com/office/drawing/2014/main" id="{D66D935D-C200-4E1C-B9BC-D164BE3FC235}"/>
              </a:ext>
            </a:extLst>
          </p:cNvPr>
          <p:cNvSpPr>
            <a:spLocks xmlns:a="http://schemas.openxmlformats.org/drawingml/2006/main" noGrp="1"/>
          </p:cNvSpPr>
          <p:nvPr/>
        </p:nvSpPr>
        <p:spPr>
          <a:xfrm xmlns:a="http://schemas.openxmlformats.org/drawingml/2006/main">
            <a:off x="3095625" y="6162675"/>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2" name="A2  영향 표현만 다시 판단·패치&#10;비영향 표현의 binding은 유지">
            <a:extLst xmlns:a="http://schemas.openxmlformats.org/drawingml/2006/main">
              <a:ext uri="{FF2B5EF4-FFF2-40B4-BE49-F238E27FC236}">
                <a16:creationId xmlns:a16="http://schemas.microsoft.com/office/drawing/2014/main" id="{F70316CC-8E6C-4E05-AA34-8E2213EEDF37}"/>
              </a:ext>
            </a:extLst>
          </p:cNvPr>
          <p:cNvSpPr>
            <a:spLocks xmlns:a="http://schemas.openxmlformats.org/drawingml/2006/main" noGrp="1"/>
          </p:cNvSpPr>
          <p:nvPr/>
        </p:nvSpPr>
        <p:spPr>
          <a:xfrm xmlns:a="http://schemas.openxmlformats.org/drawingml/2006/main">
            <a:off x="752475" y="6257925"/>
            <a:ext cx="4781550" cy="866775"/>
          </a:xfrm>
          <a:prstGeom xmlns:a="http://schemas.openxmlformats.org/drawingml/2006/main" prst="rect">
            <a:avLst/>
          </a:prstGeom>
          <a:solidFill xmlns:a="http://schemas.openxmlformats.org/drawingml/2006/main">
            <a:srgbClr val="F1F6FC"/>
          </a:solidFill>
          <a:ln xmlns:a="http://schemas.openxmlformats.org/drawingml/2006/main" w="28575">
            <a:solidFill>
              <a:srgbClr val="4676CB"/>
            </a:solidFill>
            <a:prstDash val="solid"/>
          </a:ln>
        </p:spPr>
      </p:sp>
      <p:sp>
        <p:nvSpPr>
          <p:cNvPr id="33" name="DP3 object 289">
            <a:extLst xmlns:a="http://schemas.openxmlformats.org/drawingml/2006/main">
              <a:ext uri="{FF2B5EF4-FFF2-40B4-BE49-F238E27FC236}">
                <a16:creationId xmlns:a16="http://schemas.microsoft.com/office/drawing/2014/main" id="{9596B179-CA6E-45EF-9281-5CF54599F5DC}"/>
              </a:ext>
            </a:extLst>
          </p:cNvPr>
          <p:cNvSpPr>
            <a:spLocks xmlns:a="http://schemas.openxmlformats.org/drawingml/2006/main" noGrp="1"/>
          </p:cNvSpPr>
          <p:nvPr/>
        </p:nvSpPr>
        <p:spPr>
          <a:xfrm xmlns:a="http://schemas.openxmlformats.org/drawingml/2006/main">
            <a:off x="819150" y="6296025"/>
            <a:ext cx="46482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1">
                <a:solidFill>
                  <a:srgbClr val="4676CB"/>
                </a:solidFill>
                <a:latin typeface="Apple SD Gothic Neo"/>
                <a:ea typeface="Apple SD Gothic Neo"/>
                <a:cs typeface="Apple SD Gothic Neo"/>
              </a:defRPr>
            </a:defPPr>
            <a:lvl1pPr algn="ctr">
              <a:defRPr sz="1875" b="1">
                <a:solidFill>
                  <a:srgbClr val="4676CB"/>
                </a:solidFill>
                <a:latin typeface="Apple SD Gothic Neo"/>
                <a:ea typeface="Apple SD Gothic Neo"/>
                <a:cs typeface="Apple SD Gothic Neo"/>
              </a:defRPr>
            </a:lvl1pPr>
            <a:lvl2pPr algn="ctr">
              <a:defRPr sz="1875" b="1">
                <a:solidFill>
                  <a:srgbClr val="4676CB"/>
                </a:solidFill>
                <a:latin typeface="Apple SD Gothic Neo"/>
                <a:ea typeface="Apple SD Gothic Neo"/>
                <a:cs typeface="Apple SD Gothic Neo"/>
              </a:defRPr>
            </a:lvl2pPr>
            <a:lvl3pPr algn="ctr">
              <a:defRPr sz="1875" b="1">
                <a:solidFill>
                  <a:srgbClr val="4676CB"/>
                </a:solidFill>
                <a:latin typeface="Apple SD Gothic Neo"/>
                <a:ea typeface="Apple SD Gothic Neo"/>
                <a:cs typeface="Apple SD Gothic Neo"/>
              </a:defRPr>
            </a:lvl3pPr>
            <a:lvl4pPr algn="ctr">
              <a:defRPr sz="1875" b="1">
                <a:solidFill>
                  <a:srgbClr val="4676CB"/>
                </a:solidFill>
                <a:latin typeface="Apple SD Gothic Neo"/>
                <a:ea typeface="Apple SD Gothic Neo"/>
                <a:cs typeface="Apple SD Gothic Neo"/>
              </a:defRPr>
            </a:lvl4pPr>
            <a:lvl5pPr algn="ctr">
              <a:defRPr sz="1875" b="1">
                <a:solidFill>
                  <a:srgbClr val="4676CB"/>
                </a:solidFill>
                <a:latin typeface="Apple SD Gothic Neo"/>
                <a:ea typeface="Apple SD Gothic Neo"/>
                <a:cs typeface="Apple SD Gothic Neo"/>
              </a:defRPr>
            </a:lvl5pPr>
            <a:lvl6pPr algn="ctr">
              <a:defRPr sz="1875" b="1">
                <a:solidFill>
                  <a:srgbClr val="4676CB"/>
                </a:solidFill>
                <a:latin typeface="Apple SD Gothic Neo"/>
                <a:ea typeface="Apple SD Gothic Neo"/>
                <a:cs typeface="Apple SD Gothic Neo"/>
              </a:defRPr>
            </a:lvl6pPr>
            <a:lvl7pPr algn="ctr">
              <a:defRPr sz="1875" b="1">
                <a:solidFill>
                  <a:srgbClr val="4676CB"/>
                </a:solidFill>
                <a:latin typeface="Apple SD Gothic Neo"/>
                <a:ea typeface="Apple SD Gothic Neo"/>
                <a:cs typeface="Apple SD Gothic Neo"/>
              </a:defRPr>
            </a:lvl7pPr>
            <a:lvl8pPr algn="ctr">
              <a:defRPr sz="1875" b="1">
                <a:solidFill>
                  <a:srgbClr val="4676CB"/>
                </a:solidFill>
                <a:latin typeface="Apple SD Gothic Neo"/>
                <a:ea typeface="Apple SD Gothic Neo"/>
                <a:cs typeface="Apple SD Gothic Neo"/>
              </a:defRPr>
            </a:lvl8pPr>
            <a:lvl9pPr algn="ctr">
              <a:defRPr sz="1875" b="1">
                <a:solidFill>
                  <a:srgbClr val="4676CB"/>
                </a:solidFill>
                <a:latin typeface="Apple SD Gothic Neo"/>
                <a:ea typeface="Apple SD Gothic Neo"/>
                <a:cs typeface="Apple SD Gothic Neo"/>
              </a:defRPr>
            </a:lvl9pPr>
          </a:lstStyle>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A2  영향 표현만 다시 판단·패치</a:t>
            </a:r>
          </a:p>
          <a:p xmlns:a="http://schemas.openxmlformats.org/drawingml/2006/main">
            <a:pPr algn="ctr">
              <a:defRPr sz="1875" b="1">
                <a:solidFill>
                  <a:srgbClr val="4676CB"/>
                </a:solidFill>
                <a:latin typeface="Apple SD Gothic Neo"/>
                <a:ea typeface="Apple SD Gothic Neo"/>
                <a:cs typeface="Apple SD Gothic Neo"/>
              </a:defRPr>
            </a:pPr>
            <a:r>
              <a:rPr sz="1875" b="1">
                <a:solidFill>
                  <a:srgbClr val="4676CB"/>
                </a:solidFill>
                <a:latin typeface="Apple SD Gothic Neo"/>
                <a:ea typeface="Apple SD Gothic Neo"/>
                <a:cs typeface="Apple SD Gothic Neo"/>
              </a:rPr>
              <a:t>비영향 표현의 binding은 유지</a:t>
            </a:r>
          </a:p>
        </p:txBody>
      </p:sp>
      <p:sp>
        <p:nvSpPr>
          <p:cNvPr id="34" name="Editable path 290">
            <a:extLst xmlns:a="http://schemas.openxmlformats.org/drawingml/2006/main">
              <a:ext uri="{FF2B5EF4-FFF2-40B4-BE49-F238E27FC236}">
                <a16:creationId xmlns:a16="http://schemas.microsoft.com/office/drawing/2014/main" id="{A7A9AC7D-D266-496E-A319-E668D035B6B1}"/>
              </a:ext>
            </a:extLst>
          </p:cNvPr>
          <p:cNvSpPr>
            <a:spLocks xmlns:a="http://schemas.openxmlformats.org/drawingml/2006/main" noGrp="1"/>
          </p:cNvSpPr>
          <p:nvPr/>
        </p:nvSpPr>
        <p:spPr>
          <a:xfrm xmlns:a="http://schemas.openxmlformats.org/drawingml/2006/main">
            <a:off x="3143250" y="7124700"/>
            <a:ext cx="953" cy="361950"/>
          </a:xfrm>
          <a:custGeom xmlns:a="http://schemas.openxmlformats.org/drawingml/2006/main">
            <a:pathLst>
              <a:path w="953" h="361950">
                <a:moveTo>
                  <a:pt x="0" y="0"/>
                </a:moveTo>
                <a:lnTo>
                  <a:pt x="0" y="361950"/>
                </a:lnTo>
              </a:path>
            </a:pathLst>
          </a:custGeom>
          <a:noFill xmlns:a="http://schemas.openxmlformats.org/drawingml/2006/main"/>
          <a:ln xmlns:a="http://schemas.openxmlformats.org/drawingml/2006/main" w="24765">
            <a:solidFill>
              <a:srgbClr val="4676CB"/>
            </a:solidFill>
            <a:prstDash val="solid"/>
          </a:ln>
        </p:spPr>
      </p:sp>
      <p:sp>
        <p:nvSpPr>
          <p:cNvPr id="35" name="Editable arrowhead 291">
            <a:extLst xmlns:a="http://schemas.openxmlformats.org/drawingml/2006/main">
              <a:ext uri="{FF2B5EF4-FFF2-40B4-BE49-F238E27FC236}">
                <a16:creationId xmlns:a16="http://schemas.microsoft.com/office/drawing/2014/main" id="{60999458-3B39-4CBE-A7E7-BC3295C145DA}"/>
              </a:ext>
            </a:extLst>
          </p:cNvPr>
          <p:cNvSpPr>
            <a:spLocks xmlns:a="http://schemas.openxmlformats.org/drawingml/2006/main" noGrp="1"/>
          </p:cNvSpPr>
          <p:nvPr/>
        </p:nvSpPr>
        <p:spPr>
          <a:xfrm xmlns:a="http://schemas.openxmlformats.org/drawingml/2006/main">
            <a:off x="3095625" y="7391400"/>
            <a:ext cx="95250" cy="95250"/>
          </a:xfrm>
          <a:custGeom xmlns:a="http://schemas.openxmlformats.org/drawingml/2006/main">
            <a:pathLst>
              <a:path w="95250" h="95250">
                <a:moveTo>
                  <a:pt x="47625" y="95250"/>
                </a:moveTo>
                <a:lnTo>
                  <a:pt x="95250" y="0"/>
                </a:lnTo>
                <a:lnTo>
                  <a:pt x="0" y="0"/>
                </a:lnTo>
                <a:close/>
              </a:path>
            </a:pathLst>
          </a:custGeom>
          <a:solidFill xmlns:a="http://schemas.openxmlformats.org/drawingml/2006/main">
            <a:srgbClr val="4676CB"/>
          </a:solidFill>
          <a:ln xmlns:a="http://schemas.openxmlformats.org/drawingml/2006/main" w="5715">
            <a:solidFill>
              <a:srgbClr val="4676CB"/>
            </a:solidFill>
            <a:prstDash val="solid"/>
          </a:ln>
        </p:spPr>
      </p:sp>
      <p:sp>
        <p:nvSpPr>
          <p:cNvPr id="36" name="전체 현재성 재검증 후 채택">
            <a:extLst xmlns:a="http://schemas.openxmlformats.org/drawingml/2006/main">
              <a:ext uri="{FF2B5EF4-FFF2-40B4-BE49-F238E27FC236}">
                <a16:creationId xmlns:a16="http://schemas.microsoft.com/office/drawing/2014/main" id="{8B6C1681-2A76-48A5-8488-ECA0B0C66C9D}"/>
              </a:ext>
            </a:extLst>
          </p:cNvPr>
          <p:cNvSpPr>
            <a:spLocks xmlns:a="http://schemas.openxmlformats.org/drawingml/2006/main" noGrp="1"/>
          </p:cNvSpPr>
          <p:nvPr/>
        </p:nvSpPr>
        <p:spPr>
          <a:xfrm xmlns:a="http://schemas.openxmlformats.org/drawingml/2006/main">
            <a:off x="752475" y="7486650"/>
            <a:ext cx="4781550" cy="542925"/>
          </a:xfrm>
          <a:prstGeom xmlns:a="http://schemas.openxmlformats.org/drawingml/2006/main" prst="rect">
            <a:avLst/>
          </a:prstGeom>
          <a:solidFill xmlns:a="http://schemas.openxmlformats.org/drawingml/2006/main">
            <a:srgbClr val="FFFFFF"/>
          </a:solidFill>
          <a:ln xmlns:a="http://schemas.openxmlformats.org/drawingml/2006/main" w="17145">
            <a:solidFill>
              <a:srgbClr val="111111"/>
            </a:solidFill>
            <a:prstDash val="solid"/>
          </a:ln>
        </p:spPr>
      </p:sp>
      <p:sp>
        <p:nvSpPr>
          <p:cNvPr id="37" name="DP3 object 292">
            <a:extLst xmlns:a="http://schemas.openxmlformats.org/drawingml/2006/main">
              <a:ext uri="{FF2B5EF4-FFF2-40B4-BE49-F238E27FC236}">
                <a16:creationId xmlns:a16="http://schemas.microsoft.com/office/drawing/2014/main" id="{2BD02E99-FA49-4F43-8DD5-4447CFCECD12}"/>
              </a:ext>
            </a:extLst>
          </p:cNvPr>
          <p:cNvSpPr>
            <a:spLocks xmlns:a="http://schemas.openxmlformats.org/drawingml/2006/main" noGrp="1"/>
          </p:cNvSpPr>
          <p:nvPr/>
        </p:nvSpPr>
        <p:spPr>
          <a:xfrm xmlns:a="http://schemas.openxmlformats.org/drawingml/2006/main">
            <a:off x="819150" y="7524750"/>
            <a:ext cx="46482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950" b="1">
                <a:solidFill>
                  <a:srgbClr val="111111"/>
                </a:solidFill>
                <a:latin typeface="Apple SD Gothic Neo"/>
                <a:ea typeface="Apple SD Gothic Neo"/>
                <a:cs typeface="Apple SD Gothic Neo"/>
              </a:defRPr>
            </a:defPPr>
            <a:lvl1pPr algn="ctr">
              <a:defRPr sz="1950" b="1">
                <a:solidFill>
                  <a:srgbClr val="111111"/>
                </a:solidFill>
                <a:latin typeface="Apple SD Gothic Neo"/>
                <a:ea typeface="Apple SD Gothic Neo"/>
                <a:cs typeface="Apple SD Gothic Neo"/>
              </a:defRPr>
            </a:lvl1pPr>
            <a:lvl2pPr algn="ctr">
              <a:defRPr sz="1950" b="1">
                <a:solidFill>
                  <a:srgbClr val="111111"/>
                </a:solidFill>
                <a:latin typeface="Apple SD Gothic Neo"/>
                <a:ea typeface="Apple SD Gothic Neo"/>
                <a:cs typeface="Apple SD Gothic Neo"/>
              </a:defRPr>
            </a:lvl2pPr>
            <a:lvl3pPr algn="ctr">
              <a:defRPr sz="1950" b="1">
                <a:solidFill>
                  <a:srgbClr val="111111"/>
                </a:solidFill>
                <a:latin typeface="Apple SD Gothic Neo"/>
                <a:ea typeface="Apple SD Gothic Neo"/>
                <a:cs typeface="Apple SD Gothic Neo"/>
              </a:defRPr>
            </a:lvl3pPr>
            <a:lvl4pPr algn="ctr">
              <a:defRPr sz="1950" b="1">
                <a:solidFill>
                  <a:srgbClr val="111111"/>
                </a:solidFill>
                <a:latin typeface="Apple SD Gothic Neo"/>
                <a:ea typeface="Apple SD Gothic Neo"/>
                <a:cs typeface="Apple SD Gothic Neo"/>
              </a:defRPr>
            </a:lvl4pPr>
            <a:lvl5pPr algn="ctr">
              <a:defRPr sz="1950" b="1">
                <a:solidFill>
                  <a:srgbClr val="111111"/>
                </a:solidFill>
                <a:latin typeface="Apple SD Gothic Neo"/>
                <a:ea typeface="Apple SD Gothic Neo"/>
                <a:cs typeface="Apple SD Gothic Neo"/>
              </a:defRPr>
            </a:lvl5pPr>
            <a:lvl6pPr algn="ctr">
              <a:defRPr sz="1950" b="1">
                <a:solidFill>
                  <a:srgbClr val="111111"/>
                </a:solidFill>
                <a:latin typeface="Apple SD Gothic Neo"/>
                <a:ea typeface="Apple SD Gothic Neo"/>
                <a:cs typeface="Apple SD Gothic Neo"/>
              </a:defRPr>
            </a:lvl6pPr>
            <a:lvl7pPr algn="ctr">
              <a:defRPr sz="1950" b="1">
                <a:solidFill>
                  <a:srgbClr val="111111"/>
                </a:solidFill>
                <a:latin typeface="Apple SD Gothic Neo"/>
                <a:ea typeface="Apple SD Gothic Neo"/>
                <a:cs typeface="Apple SD Gothic Neo"/>
              </a:defRPr>
            </a:lvl7pPr>
            <a:lvl8pPr algn="ctr">
              <a:defRPr sz="1950" b="1">
                <a:solidFill>
                  <a:srgbClr val="111111"/>
                </a:solidFill>
                <a:latin typeface="Apple SD Gothic Neo"/>
                <a:ea typeface="Apple SD Gothic Neo"/>
                <a:cs typeface="Apple SD Gothic Neo"/>
              </a:defRPr>
            </a:lvl8pPr>
            <a:lvl9pPr algn="ctr">
              <a:defRPr sz="1950" b="1">
                <a:solidFill>
                  <a:srgbClr val="111111"/>
                </a:solidFill>
                <a:latin typeface="Apple SD Gothic Neo"/>
                <a:ea typeface="Apple SD Gothic Neo"/>
                <a:cs typeface="Apple SD Gothic Neo"/>
              </a:defRPr>
            </a:lvl9pPr>
          </a:lstStyle>
          <a:p xmlns:a="http://schemas.openxmlformats.org/drawingml/2006/main">
            <a:pPr algn="ctr">
              <a:defRPr sz="1950" b="1">
                <a:solidFill>
                  <a:srgbClr val="111111"/>
                </a:solidFill>
                <a:latin typeface="Apple SD Gothic Neo"/>
                <a:ea typeface="Apple SD Gothic Neo"/>
                <a:cs typeface="Apple SD Gothic Neo"/>
              </a:defRPr>
            </a:pPr>
            <a:r>
              <a:rPr sz="1950" b="1">
                <a:solidFill>
                  <a:srgbClr val="111111"/>
                </a:solidFill>
                <a:latin typeface="Apple SD Gothic Neo"/>
                <a:ea typeface="Apple SD Gothic Neo"/>
                <a:cs typeface="Apple SD Gothic Neo"/>
              </a:rPr>
              <a:t>전체 현재성 재검증 후 채택</a:t>
            </a:r>
          </a:p>
        </p:txBody>
      </p:sp>
      <p:sp>
        <p:nvSpPr>
          <p:cNvPr id="38" name="DP3 object 293">
            <a:extLst xmlns:a="http://schemas.openxmlformats.org/drawingml/2006/main">
              <a:ext uri="{FF2B5EF4-FFF2-40B4-BE49-F238E27FC236}">
                <a16:creationId xmlns:a16="http://schemas.microsoft.com/office/drawing/2014/main" id="{74C110A0-C8E4-4AED-AA73-970747E63AF8}"/>
              </a:ext>
            </a:extLst>
          </p:cNvPr>
          <p:cNvSpPr>
            <a:spLocks xmlns:a="http://schemas.openxmlformats.org/drawingml/2006/main" noGrp="1"/>
          </p:cNvSpPr>
          <p:nvPr/>
        </p:nvSpPr>
        <p:spPr>
          <a:xfrm xmlns:a="http://schemas.openxmlformats.org/drawingml/2006/main">
            <a:off x="495300" y="8305800"/>
            <a:ext cx="53149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1875" b="0">
                <a:solidFill>
                  <a:srgbClr val="111111"/>
                </a:solidFill>
                <a:latin typeface="Apple SD Gothic Neo"/>
                <a:ea typeface="Apple SD Gothic Neo"/>
                <a:cs typeface="Apple SD Gothic Neo"/>
              </a:defRPr>
            </a:defPPr>
            <a:lvl1pPr algn="ctr">
              <a:defRPr sz="1875" b="0">
                <a:solidFill>
                  <a:srgbClr val="111111"/>
                </a:solidFill>
                <a:latin typeface="Apple SD Gothic Neo"/>
                <a:ea typeface="Apple SD Gothic Neo"/>
                <a:cs typeface="Apple SD Gothic Neo"/>
              </a:defRPr>
            </a:lvl1pPr>
            <a:lvl2pPr algn="ctr">
              <a:defRPr sz="1875" b="0">
                <a:solidFill>
                  <a:srgbClr val="111111"/>
                </a:solidFill>
                <a:latin typeface="Apple SD Gothic Neo"/>
                <a:ea typeface="Apple SD Gothic Neo"/>
                <a:cs typeface="Apple SD Gothic Neo"/>
              </a:defRPr>
            </a:lvl2pPr>
            <a:lvl3pPr algn="ctr">
              <a:defRPr sz="1875" b="0">
                <a:solidFill>
                  <a:srgbClr val="111111"/>
                </a:solidFill>
                <a:latin typeface="Apple SD Gothic Neo"/>
                <a:ea typeface="Apple SD Gothic Neo"/>
                <a:cs typeface="Apple SD Gothic Neo"/>
              </a:defRPr>
            </a:lvl3pPr>
            <a:lvl4pPr algn="ctr">
              <a:defRPr sz="1875" b="0">
                <a:solidFill>
                  <a:srgbClr val="111111"/>
                </a:solidFill>
                <a:latin typeface="Apple SD Gothic Neo"/>
                <a:ea typeface="Apple SD Gothic Neo"/>
                <a:cs typeface="Apple SD Gothic Neo"/>
              </a:defRPr>
            </a:lvl4pPr>
            <a:lvl5pPr algn="ctr">
              <a:defRPr sz="1875" b="0">
                <a:solidFill>
                  <a:srgbClr val="111111"/>
                </a:solidFill>
                <a:latin typeface="Apple SD Gothic Neo"/>
                <a:ea typeface="Apple SD Gothic Neo"/>
                <a:cs typeface="Apple SD Gothic Neo"/>
              </a:defRPr>
            </a:lvl5pPr>
            <a:lvl6pPr algn="ctr">
              <a:defRPr sz="1875" b="0">
                <a:solidFill>
                  <a:srgbClr val="111111"/>
                </a:solidFill>
                <a:latin typeface="Apple SD Gothic Neo"/>
                <a:ea typeface="Apple SD Gothic Neo"/>
                <a:cs typeface="Apple SD Gothic Neo"/>
              </a:defRPr>
            </a:lvl6pPr>
            <a:lvl7pPr algn="ctr">
              <a:defRPr sz="1875" b="0">
                <a:solidFill>
                  <a:srgbClr val="111111"/>
                </a:solidFill>
                <a:latin typeface="Apple SD Gothic Neo"/>
                <a:ea typeface="Apple SD Gothic Neo"/>
                <a:cs typeface="Apple SD Gothic Neo"/>
              </a:defRPr>
            </a:lvl7pPr>
            <a:lvl8pPr algn="ctr">
              <a:defRPr sz="1875" b="0">
                <a:solidFill>
                  <a:srgbClr val="111111"/>
                </a:solidFill>
                <a:latin typeface="Apple SD Gothic Neo"/>
                <a:ea typeface="Apple SD Gothic Neo"/>
                <a:cs typeface="Apple SD Gothic Neo"/>
              </a:defRPr>
            </a:lvl8pPr>
            <a:lvl9pPr algn="ctr">
              <a:defRPr sz="1875" b="0">
                <a:solidFill>
                  <a:srgbClr val="111111"/>
                </a:solidFill>
                <a:latin typeface="Apple SD Gothic Neo"/>
                <a:ea typeface="Apple SD Gothic Neo"/>
                <a:cs typeface="Apple SD Gothic Neo"/>
              </a:defRPr>
            </a:lvl9pPr>
          </a:lstStyle>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동일 Joint 책임에서 수행</a:t>
            </a:r>
          </a:p>
          <a:p xmlns:a="http://schemas.openxmlformats.org/drawingml/2006/main">
            <a:pPr algn="ctr">
              <a:defRPr sz="1875" b="0">
                <a:solidFill>
                  <a:srgbClr val="111111"/>
                </a:solidFill>
                <a:latin typeface="Apple SD Gothic Neo"/>
                <a:ea typeface="Apple SD Gothic Neo"/>
                <a:cs typeface="Apple SD Gothic Neo"/>
              </a:defRPr>
            </a:pPr>
            <a:r>
              <a:rPr sz="1875" b="0">
                <a:solidFill>
                  <a:srgbClr val="111111"/>
                </a:solidFill>
                <a:latin typeface="Apple SD Gothic Neo"/>
                <a:ea typeface="Apple SD Gothic Neo"/>
                <a:cs typeface="Apple SD Gothic Neo"/>
              </a:rPr>
              <a:t>원본 PNG와 overlay 유지</a:t>
            </a:r>
          </a:p>
        </p:txBody>
      </p:sp>
      <p:sp>
        <p:nvSpPr>
          <p:cNvPr id="39" name="DP3 object 294">
            <a:extLst xmlns:a="http://schemas.openxmlformats.org/drawingml/2006/main">
              <a:ext uri="{FF2B5EF4-FFF2-40B4-BE49-F238E27FC236}">
                <a16:creationId xmlns:a16="http://schemas.microsoft.com/office/drawing/2014/main" id="{08C1CFDE-536A-4DB8-BDCD-66175A580990}"/>
              </a:ext>
            </a:extLst>
          </p:cNvPr>
          <p:cNvSpPr>
            <a:spLocks xmlns:a="http://schemas.openxmlformats.org/drawingml/2006/main" noGrp="1"/>
          </p:cNvSpPr>
          <p:nvPr/>
        </p:nvSpPr>
        <p:spPr>
          <a:xfrm xmlns:a="http://schemas.openxmlformats.org/drawingml/2006/main">
            <a:off x="6391275" y="2209800"/>
            <a:ext cx="115824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2775" b="1">
                <a:solidFill>
                  <a:srgbClr val="4676CB"/>
                </a:solidFill>
                <a:latin typeface="Apple SD Gothic Neo"/>
                <a:ea typeface="Apple SD Gothic Neo"/>
                <a:cs typeface="Apple SD Gothic Neo"/>
              </a:defRPr>
            </a:defPPr>
            <a:lvl1pPr algn="l">
              <a:defRPr sz="2775" b="1">
                <a:solidFill>
                  <a:srgbClr val="4676CB"/>
                </a:solidFill>
                <a:latin typeface="Apple SD Gothic Neo"/>
                <a:ea typeface="Apple SD Gothic Neo"/>
                <a:cs typeface="Apple SD Gothic Neo"/>
              </a:defRPr>
            </a:lvl1pPr>
            <a:lvl2pPr algn="l">
              <a:defRPr sz="2775" b="1">
                <a:solidFill>
                  <a:srgbClr val="4676CB"/>
                </a:solidFill>
                <a:latin typeface="Apple SD Gothic Neo"/>
                <a:ea typeface="Apple SD Gothic Neo"/>
                <a:cs typeface="Apple SD Gothic Neo"/>
              </a:defRPr>
            </a:lvl2pPr>
            <a:lvl3pPr algn="l">
              <a:defRPr sz="2775" b="1">
                <a:solidFill>
                  <a:srgbClr val="4676CB"/>
                </a:solidFill>
                <a:latin typeface="Apple SD Gothic Neo"/>
                <a:ea typeface="Apple SD Gothic Neo"/>
                <a:cs typeface="Apple SD Gothic Neo"/>
              </a:defRPr>
            </a:lvl3pPr>
            <a:lvl4pPr algn="l">
              <a:defRPr sz="2775" b="1">
                <a:solidFill>
                  <a:srgbClr val="4676CB"/>
                </a:solidFill>
                <a:latin typeface="Apple SD Gothic Neo"/>
                <a:ea typeface="Apple SD Gothic Neo"/>
                <a:cs typeface="Apple SD Gothic Neo"/>
              </a:defRPr>
            </a:lvl4pPr>
            <a:lvl5pPr algn="l">
              <a:defRPr sz="2775" b="1">
                <a:solidFill>
                  <a:srgbClr val="4676CB"/>
                </a:solidFill>
                <a:latin typeface="Apple SD Gothic Neo"/>
                <a:ea typeface="Apple SD Gothic Neo"/>
                <a:cs typeface="Apple SD Gothic Neo"/>
              </a:defRPr>
            </a:lvl5pPr>
            <a:lvl6pPr algn="l">
              <a:defRPr sz="2775" b="1">
                <a:solidFill>
                  <a:srgbClr val="4676CB"/>
                </a:solidFill>
                <a:latin typeface="Apple SD Gothic Neo"/>
                <a:ea typeface="Apple SD Gothic Neo"/>
                <a:cs typeface="Apple SD Gothic Neo"/>
              </a:defRPr>
            </a:lvl6pPr>
            <a:lvl7pPr algn="l">
              <a:defRPr sz="2775" b="1">
                <a:solidFill>
                  <a:srgbClr val="4676CB"/>
                </a:solidFill>
                <a:latin typeface="Apple SD Gothic Neo"/>
                <a:ea typeface="Apple SD Gothic Neo"/>
                <a:cs typeface="Apple SD Gothic Neo"/>
              </a:defRPr>
            </a:lvl7pPr>
            <a:lvl8pPr algn="l">
              <a:defRPr sz="2775" b="1">
                <a:solidFill>
                  <a:srgbClr val="4676CB"/>
                </a:solidFill>
                <a:latin typeface="Apple SD Gothic Neo"/>
                <a:ea typeface="Apple SD Gothic Neo"/>
                <a:cs typeface="Apple SD Gothic Neo"/>
              </a:defRPr>
            </a:lvl8pPr>
            <a:lvl9pPr algn="l">
              <a:defRPr sz="2775" b="1">
                <a:solidFill>
                  <a:srgbClr val="4676CB"/>
                </a:solidFill>
                <a:latin typeface="Apple SD Gothic Neo"/>
                <a:ea typeface="Apple SD Gothic Neo"/>
                <a:cs typeface="Apple SD Gothic Neo"/>
              </a:defRPr>
            </a:lvl9pPr>
          </a:lstStyle>
          <a:p xmlns:a="http://schemas.openxmlformats.org/drawingml/2006/main">
            <a:pPr algn="l">
              <a:defRPr sz="2775" b="1">
                <a:solidFill>
                  <a:srgbClr val="4676CB"/>
                </a:solidFill>
                <a:latin typeface="Apple SD Gothic Neo"/>
                <a:ea typeface="Apple SD Gothic Neo"/>
                <a:cs typeface="Apple SD Gothic Neo"/>
              </a:defRPr>
            </a:pPr>
            <a:r>
              <a:rPr sz="2775" b="1">
                <a:solidFill>
                  <a:srgbClr val="4676CB"/>
                </a:solidFill>
                <a:latin typeface="Apple SD Gothic Neo"/>
                <a:ea typeface="Apple SD Gothic Neo"/>
                <a:cs typeface="Apple SD Gothic Neo"/>
              </a:rPr>
              <a:t>QA02  19/24 (79.2%) → 24/24 (100%)</a:t>
            </a:r>
          </a:p>
        </p:txBody>
      </p:sp>
      <p:graphicFrame>
        <p:nvGraphicFramePr>
          <p:cNvPr id="40" name="">
            <a:extLst xmlns:a="http://schemas.openxmlformats.org/drawingml/2006/main">
              <a:ext uri="{FF2B5EF4-FFF2-40B4-BE49-F238E27FC236}">
                <a16:creationId xmlns:a16="http://schemas.microsoft.com/office/drawing/2014/main" id="{B269CC68-F60E-4DB0-9375-A339F7994F62}"/>
              </a:ext>
            </a:extLst>
          </p:cNvPr>
          <p:cNvGraphicFramePr/>
          <p:nvPr/>
        </p:nvGraphicFramePr>
        <p:xfrm>
          <a:off xmlns:a="http://schemas.openxmlformats.org/drawingml/2006/main" x="6391275" y="2914650"/>
          <a:ext xmlns:a="http://schemas.openxmlformats.org/drawingml/2006/main" cx="11658600" cy="4829175"/>
        </p:xfrm>
        <a:graphic xmlns:a="http://schemas.openxmlformats.org/drawingml/2006/main">
          <a:graphicData uri="http://schemas.openxmlformats.org/drawingml/2006/table">
            <a:tbl>
              <a:tblPr firstRow="0" bandRow="0" bandCol="0"/>
              <a:tblGrid>
                <a:gridCol w="3209925"/>
                <a:gridCol w="2667000"/>
                <a:gridCol w="2667000"/>
                <a:gridCol w="3114675"/>
              </a:tblGrid>
              <a:tr h="409575">
                <a:tc>
                  <a:txBody>
                    <a:bodyPr anchor="ctr"/>
                    <a:lstStyle/>
                    <a:p>
                      <a:pPr algn="ctr"/>
                      <a:r>
                        <a:rPr sz="1875" b="1">
                          <a:solidFill>
                            <a:srgbClr val="111111"/>
                          </a:solidFill>
                          <a:latin typeface="Apple SD Gothic Neo"/>
                          <a:ea typeface="Apple SD Gothic Neo"/>
                          <a:cs typeface="Apple SD Gothic Neo"/>
                        </a:rPr>
                        <a:t>지표</a:t>
                      </a:r>
                    </a:p>
                  </a:txBody>
                  <a:tcPr marL="95250" marR="95250" marT="9525" marB="9525" anchor="ctr">
                    <a:lnL w="11430">
                      <a:solidFill>
                        <a:srgbClr val="B7B9B9"/>
                      </a:solidFill>
                      <a:prstDash val="solid"/>
                    </a:lnL>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pixel A</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pixel A2+A5</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c>
                  <a:txBody>
                    <a:bodyPr anchor="ctr"/>
                    <a:lstStyle/>
                    <a:p>
                      <a:pPr algn="ctr"/>
                      <a:r>
                        <a:rPr sz="1875" b="1">
                          <a:solidFill>
                            <a:srgbClr val="111111"/>
                          </a:solidFill>
                          <a:latin typeface="Apple SD Gothic Neo"/>
                          <a:ea typeface="Apple SD Gothic Neo"/>
                          <a:cs typeface="Apple SD Gothic Neo"/>
                        </a:rPr>
                        <a:t>해석</a:t>
                      </a:r>
                    </a:p>
                  </a:txBody>
                  <a:tcPr marL="95250" marR="95250" marT="9525" marB="9525" anchor="ctr">
                    <a:lnR w="11430">
                      <a:solidFill>
                        <a:srgbClr val="B7B9B9"/>
                      </a:solidFill>
                      <a:prstDash val="solid"/>
                    </a:lnR>
                    <a:lnT w="11430">
                      <a:solidFill>
                        <a:srgbClr val="B7B9B9"/>
                      </a:solidFill>
                      <a:prstDash val="solid"/>
                    </a:lnT>
                    <a:lnB w="11430">
                      <a:solidFill>
                        <a:srgbClr val="B7B9B9"/>
                      </a:solidFill>
                      <a:prstDash val="solid"/>
                    </a:lnB>
                    <a:solidFill>
                      <a:srgbClr val="C9E1B3"/>
                    </a:solidFill>
                  </a:tcPr>
                </a:tc>
              </a:tr>
              <a:tr h="533400">
                <a:tc>
                  <a:txBody>
                    <a:bodyPr anchor="ctr"/>
                    <a:lstStyle/>
                    <a:p>
                      <a:pPr algn="ctr"/>
                      <a:r>
                        <a:rPr sz="1725">
                          <a:solidFill>
                            <a:srgbClr val="111111"/>
                          </a:solidFill>
                          <a:latin typeface="Apple SD Gothic Neo"/>
                          <a:ea typeface="Apple SD Gothic Neo"/>
                          <a:cs typeface="Apple SD Gothic Neo"/>
                        </a:rPr>
                        <a:t>QA01 첫 응답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9.268 (12/15)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11.036 (15/15)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4676CB"/>
                          </a:solidFill>
                          <a:latin typeface="Apple SD Gothic Neo"/>
                          <a:ea typeface="Apple SD Gothic Neo"/>
                          <a:cs typeface="Apple SD Gothic Neo"/>
                        </a:rPr>
                        <a:t>미관측 3건 회복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같은 관측 12건의 QA01</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9.268</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10.875</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C00000"/>
                          </a:solidFill>
                          <a:latin typeface="Apple SD Gothic Neo"/>
                          <a:ea typeface="Apple SD Gothic Neo"/>
                          <a:cs typeface="Apple SD Gothic Neo"/>
                        </a:rPr>
                        <a:t>+1.607초 (+17.33%)</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QA02 지칭 집합</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19/24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24/24</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4676CB"/>
                          </a:solidFill>
                          <a:latin typeface="Apple SD Gothic Neo"/>
                          <a:ea typeface="Apple SD Gothic Neo"/>
                          <a:cs typeface="Apple SD Gothic Neo"/>
                        </a:rPr>
                        <a:t>5건 추가 정답</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QA03 처리 (초)</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12.559 (10/12)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13.795 (12/12)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4676CB"/>
                          </a:solidFill>
                          <a:latin typeface="Apple SD Gothic Neo"/>
                          <a:ea typeface="Apple SD Gothic Neo"/>
                          <a:cs typeface="Apple SD Gothic Neo"/>
                        </a:rPr>
                        <a:t>미완료 2건 회복</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QA04 변경 (개)</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미측정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미측정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이전 값을 전용하지 않음</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733425">
                <a:tc>
                  <a:txBody>
                    <a:bodyPr anchor="ctr"/>
                    <a:lstStyle/>
                    <a:p>
                      <a:pPr algn="ctr"/>
                      <a:r>
                        <a:rPr sz="1725">
                          <a:solidFill>
                            <a:srgbClr val="111111"/>
                          </a:solidFill>
                          <a:latin typeface="Apple SD Gothic Neo"/>
                          <a:ea typeface="Apple SD Gothic Neo"/>
                          <a:cs typeface="Apple SD Gothic Neo"/>
                        </a:rPr>
                        <a:t>QA05 확정 비용 ($)</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0.0339156</a:t>
                      </a:r>
                    </a:p>
                    <a:p>
                      <a:pPr algn="ctr"/>
                      <a:r>
                        <a:rPr sz="1725">
                          <a:solidFill>
                            <a:srgbClr val="111111"/>
                          </a:solidFill>
                          <a:latin typeface="Apple SD Gothic Neo"/>
                          <a:ea typeface="Apple SD Gothic Neo"/>
                          <a:cs typeface="Apple SD Gothic Neo"/>
                        </a:rPr>
                        <a:t>+ 사용량 미확정 1회</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0.0413400</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총비용 증감 미확정</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533400">
                <a:tc>
                  <a:txBody>
                    <a:bodyPr anchor="ctr"/>
                    <a:lstStyle/>
                    <a:p>
                      <a:pPr algn="ctr"/>
                      <a:r>
                        <a:rPr sz="1725">
                          <a:solidFill>
                            <a:srgbClr val="111111"/>
                          </a:solidFill>
                          <a:latin typeface="Apple SD Gothic Neo"/>
                          <a:ea typeface="Apple SD Gothic Neo"/>
                          <a:cs typeface="Apple SD Gothic Neo"/>
                        </a:rPr>
                        <a:t>QA06 최고 RSS (MB)</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41.452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50.037</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lnSpc>
                          <a:spcPct val="100000"/>
                        </a:lnSpc>
                        <a:buNone/>
                      </a:pPr>
                      <a:r>
                        <a:rPr sz="1725" b="1">
                          <a:solidFill>
                            <a:srgbClr val="C00000"/>
                          </a:solidFill>
                          <a:latin typeface="Apple SD Gothic Neo"/>
                          <a:ea typeface="Apple SD Gothic Neo"/>
                          <a:cs typeface="Apple SD Gothic Neo"/>
                        </a:rPr>
                        <a:t>+8.585 MB</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r h="485775">
                <a:tc>
                  <a:txBody>
                    <a:bodyPr anchor="ctr"/>
                    <a:lstStyle/>
                    <a:p>
                      <a:pPr algn="ctr"/>
                      <a:r>
                        <a:rPr sz="1725">
                          <a:solidFill>
                            <a:srgbClr val="111111"/>
                          </a:solidFill>
                          <a:latin typeface="Apple SD Gothic Neo"/>
                          <a:ea typeface="Apple SD Gothic Neo"/>
                          <a:cs typeface="Apple SD Gothic Neo"/>
                        </a:rPr>
                        <a:t>실제 모델 요청 (회)</a:t>
                      </a:r>
                    </a:p>
                  </a:txBody>
                  <a:tcPr marL="95250" marR="95250" marT="9525" marB="9525" anchor="ctr">
                    <a:lnL w="11430">
                      <a:solidFill>
                        <a:srgbClr val="B7B9B9"/>
                      </a:solidFill>
                      <a:prstDash val="solid"/>
                    </a:lnL>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22</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23</a:t>
                      </a:r>
                    </a:p>
                  </a:txBody>
                  <a:tcPr marL="95250" marR="95250" marT="9525" marB="9525" anchor="ctr">
                    <a:lnR w="11430">
                      <a:solidFill>
                        <a:srgbClr val="B7B9B9"/>
                      </a:solidFill>
                      <a:prstDash val="solid"/>
                    </a:lnR>
                    <a:lnB w="11430">
                      <a:solidFill>
                        <a:srgbClr val="B7B9B9"/>
                      </a:solidFill>
                      <a:prstDash val="solid"/>
                    </a:lnB>
                    <a:solidFill>
                      <a:srgbClr val="FFFFFF"/>
                    </a:solidFill>
                  </a:tcPr>
                </a:tc>
                <a:tc>
                  <a:txBody>
                    <a:bodyPr anchor="ctr"/>
                    <a:lstStyle/>
                    <a:p>
                      <a:pPr algn="ctr"/>
                      <a:r>
                        <a:rPr sz="1725">
                          <a:solidFill>
                            <a:srgbClr val="111111"/>
                          </a:solidFill>
                          <a:latin typeface="Apple SD Gothic Neo"/>
                          <a:ea typeface="Apple SD Gothic Neo"/>
                          <a:cs typeface="Apple SD Gothic Neo"/>
                        </a:rPr>
                        <a:t>거절·복구 포함</a:t>
                      </a:r>
                    </a:p>
                  </a:txBody>
                  <a:tcPr marL="95250" marR="95250" marT="9525" marB="9525" anchor="ctr">
                    <a:lnR w="11430">
                      <a:solidFill>
                        <a:srgbClr val="B7B9B9"/>
                      </a:solidFill>
                      <a:prstDash val="solid"/>
                    </a:lnR>
                    <a:lnB w="11430">
                      <a:solidFill>
                        <a:srgbClr val="B7B9B9"/>
                      </a:solidFill>
                      <a:prstDash val="solid"/>
                    </a:lnB>
                    <a:solidFill>
                      <a:srgbClr val="FFFFFF"/>
                    </a:solidFill>
                  </a:tcPr>
                </a:tc>
              </a:tr>
            </a:tbl>
          </a:graphicData>
        </a:graphic>
      </p:graphicFrame>
      <p:sp>
        <p:nvSpPr>
          <p:cNvPr id="41" name="DP3 object 295">
            <a:extLst xmlns:a="http://schemas.openxmlformats.org/drawingml/2006/main">
              <a:ext uri="{FF2B5EF4-FFF2-40B4-BE49-F238E27FC236}">
                <a16:creationId xmlns:a16="http://schemas.microsoft.com/office/drawing/2014/main" id="{EF5F9C99-F12C-4DA2-84B3-959DF55CA03A}"/>
              </a:ext>
            </a:extLst>
          </p:cNvPr>
          <p:cNvSpPr>
            <a:spLocks xmlns:a="http://schemas.openxmlformats.org/drawingml/2006/main" noGrp="1"/>
          </p:cNvSpPr>
          <p:nvPr/>
        </p:nvSpPr>
        <p:spPr>
          <a:xfrm xmlns:a="http://schemas.openxmlformats.org/drawingml/2006/main">
            <a:off x="6419850" y="7972425"/>
            <a:ext cx="1152525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650" b="0">
                <a:solidFill>
                  <a:srgbClr val="C00000"/>
                </a:solidFill>
                <a:latin typeface="Apple SD Gothic Neo"/>
                <a:ea typeface="Apple SD Gothic Neo"/>
                <a:cs typeface="Apple SD Gothic Neo"/>
              </a:defRPr>
            </a:defPPr>
            <a:lvl1pPr algn="l">
              <a:defRPr sz="1650" b="0">
                <a:solidFill>
                  <a:srgbClr val="C00000"/>
                </a:solidFill>
                <a:latin typeface="Apple SD Gothic Neo"/>
                <a:ea typeface="Apple SD Gothic Neo"/>
                <a:cs typeface="Apple SD Gothic Neo"/>
              </a:defRPr>
            </a:lvl1pPr>
            <a:lvl2pPr algn="l">
              <a:defRPr sz="1650" b="0">
                <a:solidFill>
                  <a:srgbClr val="C00000"/>
                </a:solidFill>
                <a:latin typeface="Apple SD Gothic Neo"/>
                <a:ea typeface="Apple SD Gothic Neo"/>
                <a:cs typeface="Apple SD Gothic Neo"/>
              </a:defRPr>
            </a:lvl2pPr>
            <a:lvl3pPr algn="l">
              <a:defRPr sz="1650" b="0">
                <a:solidFill>
                  <a:srgbClr val="C00000"/>
                </a:solidFill>
                <a:latin typeface="Apple SD Gothic Neo"/>
                <a:ea typeface="Apple SD Gothic Neo"/>
                <a:cs typeface="Apple SD Gothic Neo"/>
              </a:defRPr>
            </a:lvl3pPr>
            <a:lvl4pPr algn="l">
              <a:defRPr sz="1650" b="0">
                <a:solidFill>
                  <a:srgbClr val="C00000"/>
                </a:solidFill>
                <a:latin typeface="Apple SD Gothic Neo"/>
                <a:ea typeface="Apple SD Gothic Neo"/>
                <a:cs typeface="Apple SD Gothic Neo"/>
              </a:defRPr>
            </a:lvl4pPr>
            <a:lvl5pPr algn="l">
              <a:defRPr sz="1650" b="0">
                <a:solidFill>
                  <a:srgbClr val="C00000"/>
                </a:solidFill>
                <a:latin typeface="Apple SD Gothic Neo"/>
                <a:ea typeface="Apple SD Gothic Neo"/>
                <a:cs typeface="Apple SD Gothic Neo"/>
              </a:defRPr>
            </a:lvl5pPr>
            <a:lvl6pPr algn="l">
              <a:defRPr sz="1650" b="0">
                <a:solidFill>
                  <a:srgbClr val="C00000"/>
                </a:solidFill>
                <a:latin typeface="Apple SD Gothic Neo"/>
                <a:ea typeface="Apple SD Gothic Neo"/>
                <a:cs typeface="Apple SD Gothic Neo"/>
              </a:defRPr>
            </a:lvl6pPr>
            <a:lvl7pPr algn="l">
              <a:defRPr sz="1650" b="0">
                <a:solidFill>
                  <a:srgbClr val="C00000"/>
                </a:solidFill>
                <a:latin typeface="Apple SD Gothic Neo"/>
                <a:ea typeface="Apple SD Gothic Neo"/>
                <a:cs typeface="Apple SD Gothic Neo"/>
              </a:defRPr>
            </a:lvl7pPr>
            <a:lvl8pPr algn="l">
              <a:defRPr sz="1650" b="0">
                <a:solidFill>
                  <a:srgbClr val="C00000"/>
                </a:solidFill>
                <a:latin typeface="Apple SD Gothic Neo"/>
                <a:ea typeface="Apple SD Gothic Neo"/>
                <a:cs typeface="Apple SD Gothic Neo"/>
              </a:defRPr>
            </a:lvl8pPr>
            <a:lvl9pPr algn="l">
              <a:defRPr sz="1650" b="0">
                <a:solidFill>
                  <a:srgbClr val="C00000"/>
                </a:solidFill>
                <a:latin typeface="Apple SD Gothic Neo"/>
                <a:ea typeface="Apple SD Gothic Neo"/>
                <a:cs typeface="Apple SD Gothic Neo"/>
              </a:defRPr>
            </a:lvl9pPr>
          </a:lstStyle>
          <a:p xmlns:a="http://schemas.openxmlformats.org/drawingml/2006/main">
            <a:pPr algn="l">
              <a:defRPr sz="1650" b="0">
                <a:solidFill>
                  <a:srgbClr val="C00000"/>
                </a:solidFill>
                <a:latin typeface="Apple SD Gothic Neo"/>
                <a:ea typeface="Apple SD Gothic Neo"/>
                <a:cs typeface="Apple SD Gothic Neo"/>
              </a:defRPr>
            </a:pPr>
            <a:r>
              <a:rPr sz="1650" b="0">
                <a:solidFill>
                  <a:srgbClr val="C00000"/>
                </a:solidFill>
                <a:latin typeface="Apple SD Gothic Neo"/>
                <a:ea typeface="Apple SD Gothic Neo"/>
                <a:cs typeface="Apple SD Gothic Neo"/>
              </a:rPr>
              <a:t>비용 미확정 1회는 예약 상한 $0.0729404를 별도 보존. 실제 청구액이 아님.</a:t>
            </a:r>
          </a:p>
        </p:txBody>
      </p:sp>
      <p:sp>
        <p:nvSpPr>
          <p:cNvPr id="42" name="DP3 object 296">
            <a:extLst xmlns:a="http://schemas.openxmlformats.org/drawingml/2006/main">
              <a:ext uri="{FF2B5EF4-FFF2-40B4-BE49-F238E27FC236}">
                <a16:creationId xmlns:a16="http://schemas.microsoft.com/office/drawing/2014/main" id="{DDC04440-BE75-4B64-8DCB-BD8FA183FCC1}"/>
              </a:ext>
            </a:extLst>
          </p:cNvPr>
          <p:cNvSpPr>
            <a:spLocks xmlns:a="http://schemas.openxmlformats.org/drawingml/2006/main" noGrp="1"/>
          </p:cNvSpPr>
          <p:nvPr/>
        </p:nvSpPr>
        <p:spPr>
          <a:xfrm xmlns:a="http://schemas.openxmlformats.org/drawingml/2006/main">
            <a:off x="6419850" y="8410575"/>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네 사례×3회씩 비교. A2와 A5 각각의 효과를 분리한 실험은 아님.</a:t>
            </a:r>
          </a:p>
        </p:txBody>
      </p:sp>
      <p:sp>
        <p:nvSpPr>
          <p:cNvPr id="43" name="DP3 object 297">
            <a:extLst xmlns:a="http://schemas.openxmlformats.org/drawingml/2006/main">
              <a:ext uri="{FF2B5EF4-FFF2-40B4-BE49-F238E27FC236}">
                <a16:creationId xmlns:a16="http://schemas.microsoft.com/office/drawing/2014/main" id="{C9032DC8-83E4-494B-BCA7-7738A097212C}"/>
              </a:ext>
            </a:extLst>
          </p:cNvPr>
          <p:cNvSpPr>
            <a:spLocks xmlns:a="http://schemas.openxmlformats.org/drawingml/2006/main" noGrp="1"/>
          </p:cNvSpPr>
          <p:nvPr/>
        </p:nvSpPr>
        <p:spPr>
          <a:xfrm xmlns:a="http://schemas.openxmlformats.org/drawingml/2006/main">
            <a:off x="6419850" y="8858250"/>
            <a:ext cx="11525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800" b="0">
                <a:solidFill>
                  <a:srgbClr val="111111"/>
                </a:solidFill>
                <a:latin typeface="Apple SD Gothic Neo"/>
                <a:ea typeface="Apple SD Gothic Neo"/>
                <a:cs typeface="Apple SD Gothic Neo"/>
              </a:defRPr>
            </a:defPPr>
            <a:lvl1pPr algn="l">
              <a:defRPr sz="1800" b="0">
                <a:solidFill>
                  <a:srgbClr val="111111"/>
                </a:solidFill>
                <a:latin typeface="Apple SD Gothic Neo"/>
                <a:ea typeface="Apple SD Gothic Neo"/>
                <a:cs typeface="Apple SD Gothic Neo"/>
              </a:defRPr>
            </a:lvl1pPr>
            <a:lvl2pPr algn="l">
              <a:defRPr sz="1800" b="0">
                <a:solidFill>
                  <a:srgbClr val="111111"/>
                </a:solidFill>
                <a:latin typeface="Apple SD Gothic Neo"/>
                <a:ea typeface="Apple SD Gothic Neo"/>
                <a:cs typeface="Apple SD Gothic Neo"/>
              </a:defRPr>
            </a:lvl2pPr>
            <a:lvl3pPr algn="l">
              <a:defRPr sz="1800" b="0">
                <a:solidFill>
                  <a:srgbClr val="111111"/>
                </a:solidFill>
                <a:latin typeface="Apple SD Gothic Neo"/>
                <a:ea typeface="Apple SD Gothic Neo"/>
                <a:cs typeface="Apple SD Gothic Neo"/>
              </a:defRPr>
            </a:lvl3pPr>
            <a:lvl4pPr algn="l">
              <a:defRPr sz="1800" b="0">
                <a:solidFill>
                  <a:srgbClr val="111111"/>
                </a:solidFill>
                <a:latin typeface="Apple SD Gothic Neo"/>
                <a:ea typeface="Apple SD Gothic Neo"/>
                <a:cs typeface="Apple SD Gothic Neo"/>
              </a:defRPr>
            </a:lvl4pPr>
            <a:lvl5pPr algn="l">
              <a:defRPr sz="1800" b="0">
                <a:solidFill>
                  <a:srgbClr val="111111"/>
                </a:solidFill>
                <a:latin typeface="Apple SD Gothic Neo"/>
                <a:ea typeface="Apple SD Gothic Neo"/>
                <a:cs typeface="Apple SD Gothic Neo"/>
              </a:defRPr>
            </a:lvl5pPr>
            <a:lvl6pPr algn="l">
              <a:defRPr sz="1800" b="0">
                <a:solidFill>
                  <a:srgbClr val="111111"/>
                </a:solidFill>
                <a:latin typeface="Apple SD Gothic Neo"/>
                <a:ea typeface="Apple SD Gothic Neo"/>
                <a:cs typeface="Apple SD Gothic Neo"/>
              </a:defRPr>
            </a:lvl6pPr>
            <a:lvl7pPr algn="l">
              <a:defRPr sz="1800" b="0">
                <a:solidFill>
                  <a:srgbClr val="111111"/>
                </a:solidFill>
                <a:latin typeface="Apple SD Gothic Neo"/>
                <a:ea typeface="Apple SD Gothic Neo"/>
                <a:cs typeface="Apple SD Gothic Neo"/>
              </a:defRPr>
            </a:lvl7pPr>
            <a:lvl8pPr algn="l">
              <a:defRPr sz="1800" b="0">
                <a:solidFill>
                  <a:srgbClr val="111111"/>
                </a:solidFill>
                <a:latin typeface="Apple SD Gothic Neo"/>
                <a:ea typeface="Apple SD Gothic Neo"/>
                <a:cs typeface="Apple SD Gothic Neo"/>
              </a:defRPr>
            </a:lvl8pPr>
            <a:lvl9pPr algn="l">
              <a:defRPr sz="1800" b="0">
                <a:solidFill>
                  <a:srgbClr val="111111"/>
                </a:solidFill>
                <a:latin typeface="Apple SD Gothic Neo"/>
                <a:ea typeface="Apple SD Gothic Neo"/>
                <a:cs typeface="Apple SD Gothic Neo"/>
              </a:defRPr>
            </a:lvl9pPr>
          </a:lstStyle>
          <a:p xmlns:a="http://schemas.openxmlformats.org/drawingml/2006/main">
            <a:pPr algn="l">
              <a:defRPr sz="1800" b="0">
                <a:solidFill>
                  <a:srgbClr val="111111"/>
                </a:solidFill>
                <a:latin typeface="Apple SD Gothic Neo"/>
                <a:ea typeface="Apple SD Gothic Neo"/>
                <a:cs typeface="Apple SD Gothic Neo"/>
              </a:defRPr>
            </a:pPr>
            <a:r>
              <a:rPr sz="1800" b="0">
                <a:solidFill>
                  <a:srgbClr val="111111"/>
                </a:solidFill>
                <a:latin typeface="Apple SD Gothic Neo"/>
                <a:ea typeface="Apple SD Gothic Neo"/>
                <a:cs typeface="Apple SD Gothic Neo"/>
              </a:rPr>
              <a:t>정답 bbox 미공급. 좌표 오류·공급자 오류를 포함한 기본 실패도 보존.</a:t>
            </a:r>
          </a:p>
        </p:txBody>
      </p:sp>
      <p:sp>
        <p:nvSpPr>
          <p:cNvPr id="44" name="Editable path 298">
            <a:extLst xmlns:a="http://schemas.openxmlformats.org/drawingml/2006/main">
              <a:ext uri="{FF2B5EF4-FFF2-40B4-BE49-F238E27FC236}">
                <a16:creationId xmlns:a16="http://schemas.microsoft.com/office/drawing/2014/main" id="{729E0B72-4312-49CE-A2C0-44942E9F8349}"/>
              </a:ext>
            </a:extLst>
          </p:cNvPr>
          <p:cNvSpPr>
            <a:spLocks xmlns:a="http://schemas.openxmlformats.org/drawingml/2006/main" noGrp="1"/>
          </p:cNvSpPr>
          <p:nvPr/>
        </p:nvSpPr>
        <p:spPr>
          <a:xfrm xmlns:a="http://schemas.openxmlformats.org/drawingml/2006/main">
            <a:off x="266700" y="9496425"/>
            <a:ext cx="17773650" cy="953"/>
          </a:xfrm>
          <a:custGeom xmlns:a="http://schemas.openxmlformats.org/drawingml/2006/main">
            <a:pathLst>
              <a:path w="17773650" h="953">
                <a:moveTo>
                  <a:pt x="0" y="0"/>
                </a:moveTo>
                <a:lnTo>
                  <a:pt x="17773650" y="0"/>
                </a:lnTo>
              </a:path>
            </a:pathLst>
          </a:custGeom>
          <a:noFill xmlns:a="http://schemas.openxmlformats.org/drawingml/2006/main"/>
          <a:ln xmlns:a="http://schemas.openxmlformats.org/drawingml/2006/main" w="13335">
            <a:solidFill>
              <a:srgbClr val="4676CB"/>
            </a:solidFill>
            <a:prstDash val="solid"/>
          </a:ln>
        </p:spPr>
      </p:sp>
      <p:sp>
        <p:nvSpPr>
          <p:cNvPr id="45" name="DP3 object 299">
            <a:extLst xmlns:a="http://schemas.openxmlformats.org/drawingml/2006/main">
              <a:ext uri="{FF2B5EF4-FFF2-40B4-BE49-F238E27FC236}">
                <a16:creationId xmlns:a16="http://schemas.microsoft.com/office/drawing/2014/main" id="{D470502B-4CC4-4B31-9930-A0B93FCFCF40}"/>
              </a:ext>
            </a:extLst>
          </p:cNvPr>
          <p:cNvSpPr>
            <a:spLocks xmlns:a="http://schemas.openxmlformats.org/drawingml/2006/main" noGrp="1"/>
          </p:cNvSpPr>
          <p:nvPr/>
        </p:nvSpPr>
        <p:spPr>
          <a:xfrm xmlns:a="http://schemas.openxmlformats.org/drawingml/2006/main">
            <a:off x="266700" y="9620250"/>
            <a:ext cx="17240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575" b="1">
                <a:solidFill>
                  <a:srgbClr val="111111"/>
                </a:solidFill>
                <a:latin typeface="Apple SD Gothic Neo"/>
                <a:ea typeface="Apple SD Gothic Neo"/>
                <a:cs typeface="Apple SD Gothic Neo"/>
              </a:defRPr>
            </a:defPPr>
            <a:lvl1pPr algn="l">
              <a:defRPr sz="1575" b="1">
                <a:solidFill>
                  <a:srgbClr val="111111"/>
                </a:solidFill>
                <a:latin typeface="Apple SD Gothic Neo"/>
                <a:ea typeface="Apple SD Gothic Neo"/>
                <a:cs typeface="Apple SD Gothic Neo"/>
              </a:defRPr>
            </a:lvl1pPr>
            <a:lvl2pPr algn="l">
              <a:defRPr sz="1575" b="1">
                <a:solidFill>
                  <a:srgbClr val="111111"/>
                </a:solidFill>
                <a:latin typeface="Apple SD Gothic Neo"/>
                <a:ea typeface="Apple SD Gothic Neo"/>
                <a:cs typeface="Apple SD Gothic Neo"/>
              </a:defRPr>
            </a:lvl2pPr>
            <a:lvl3pPr algn="l">
              <a:defRPr sz="1575" b="1">
                <a:solidFill>
                  <a:srgbClr val="111111"/>
                </a:solidFill>
                <a:latin typeface="Apple SD Gothic Neo"/>
                <a:ea typeface="Apple SD Gothic Neo"/>
                <a:cs typeface="Apple SD Gothic Neo"/>
              </a:defRPr>
            </a:lvl3pPr>
            <a:lvl4pPr algn="l">
              <a:defRPr sz="1575" b="1">
                <a:solidFill>
                  <a:srgbClr val="111111"/>
                </a:solidFill>
                <a:latin typeface="Apple SD Gothic Neo"/>
                <a:ea typeface="Apple SD Gothic Neo"/>
                <a:cs typeface="Apple SD Gothic Neo"/>
              </a:defRPr>
            </a:lvl4pPr>
            <a:lvl5pPr algn="l">
              <a:defRPr sz="1575" b="1">
                <a:solidFill>
                  <a:srgbClr val="111111"/>
                </a:solidFill>
                <a:latin typeface="Apple SD Gothic Neo"/>
                <a:ea typeface="Apple SD Gothic Neo"/>
                <a:cs typeface="Apple SD Gothic Neo"/>
              </a:defRPr>
            </a:lvl5pPr>
            <a:lvl6pPr algn="l">
              <a:defRPr sz="1575" b="1">
                <a:solidFill>
                  <a:srgbClr val="111111"/>
                </a:solidFill>
                <a:latin typeface="Apple SD Gothic Neo"/>
                <a:ea typeface="Apple SD Gothic Neo"/>
                <a:cs typeface="Apple SD Gothic Neo"/>
              </a:defRPr>
            </a:lvl6pPr>
            <a:lvl7pPr algn="l">
              <a:defRPr sz="1575" b="1">
                <a:solidFill>
                  <a:srgbClr val="111111"/>
                </a:solidFill>
                <a:latin typeface="Apple SD Gothic Neo"/>
                <a:ea typeface="Apple SD Gothic Neo"/>
                <a:cs typeface="Apple SD Gothic Neo"/>
              </a:defRPr>
            </a:lvl7pPr>
            <a:lvl8pPr algn="l">
              <a:defRPr sz="1575" b="1">
                <a:solidFill>
                  <a:srgbClr val="111111"/>
                </a:solidFill>
                <a:latin typeface="Apple SD Gothic Neo"/>
                <a:ea typeface="Apple SD Gothic Neo"/>
                <a:cs typeface="Apple SD Gothic Neo"/>
              </a:defRPr>
            </a:lvl8pPr>
            <a:lvl9pPr algn="l">
              <a:defRPr sz="1575" b="1">
                <a:solidFill>
                  <a:srgbClr val="111111"/>
                </a:solidFill>
                <a:latin typeface="Apple SD Gothic Neo"/>
                <a:ea typeface="Apple SD Gothic Neo"/>
                <a:cs typeface="Apple SD Gothic Neo"/>
              </a:defRPr>
            </a:lvl9pPr>
          </a:lstStyle>
          <a:p xmlns:a="http://schemas.openxmlformats.org/drawingml/2006/main">
            <a:pPr algn="l">
              <a:defRPr sz="1575" b="1">
                <a:solidFill>
                  <a:srgbClr val="111111"/>
                </a:solidFill>
                <a:latin typeface="Apple SD Gothic Neo"/>
                <a:ea typeface="Apple SD Gothic Neo"/>
                <a:cs typeface="Apple SD Gothic Neo"/>
              </a:defRPr>
            </a:pPr>
            <a:r>
              <a:rPr sz="1575" b="1">
                <a:solidFill>
                  <a:srgbClr val="111111"/>
                </a:solidFill>
                <a:latin typeface="Apple SD Gothic Neo"/>
                <a:ea typeface="Apple SD Gothic Neo"/>
                <a:cs typeface="Apple SD Gothic Neo"/>
              </a:rPr>
              <a:t>정규화 A + A2+A5는 미실행. 정규화 계약의 24/24와 pixel 복구의 24/24를 합산하거나 같은 조합의 성과로 해석하지 않는다.</a:t>
            </a:r>
          </a:p>
        </p:txBody>
      </p:sp>
      <p:sp>
        <p:nvSpPr>
          <p:cNvPr id="46" name="DP3 object 300">
            <a:extLst xmlns:a="http://schemas.openxmlformats.org/drawingml/2006/main">
              <a:ext uri="{FF2B5EF4-FFF2-40B4-BE49-F238E27FC236}">
                <a16:creationId xmlns:a16="http://schemas.microsoft.com/office/drawing/2014/main" id="{EB03303D-0ED4-4AFE-9ADF-A2A45641F7B7}"/>
              </a:ext>
            </a:extLst>
          </p:cNvPr>
          <p:cNvSpPr>
            <a:spLocks xmlns:a="http://schemas.openxmlformats.org/drawingml/2006/main" noGrp="1"/>
          </p:cNvSpPr>
          <p:nvPr/>
        </p:nvSpPr>
        <p:spPr>
          <a:xfrm xmlns:a="http://schemas.openxmlformats.org/drawingml/2006/main">
            <a:off x="266700" y="9944100"/>
            <a:ext cx="1714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1425" b="0">
                <a:solidFill>
                  <a:srgbClr val="50555B"/>
                </a:solidFill>
                <a:latin typeface="Apple SD Gothic Neo"/>
                <a:ea typeface="Apple SD Gothic Neo"/>
                <a:cs typeface="Apple SD Gothic Neo"/>
              </a:defRPr>
            </a:defPPr>
            <a:lvl1pPr algn="l">
              <a:defRPr sz="1425" b="0">
                <a:solidFill>
                  <a:srgbClr val="50555B"/>
                </a:solidFill>
                <a:latin typeface="Apple SD Gothic Neo"/>
                <a:ea typeface="Apple SD Gothic Neo"/>
                <a:cs typeface="Apple SD Gothic Neo"/>
              </a:defRPr>
            </a:lvl1pPr>
            <a:lvl2pPr algn="l">
              <a:defRPr sz="1425" b="0">
                <a:solidFill>
                  <a:srgbClr val="50555B"/>
                </a:solidFill>
                <a:latin typeface="Apple SD Gothic Neo"/>
                <a:ea typeface="Apple SD Gothic Neo"/>
                <a:cs typeface="Apple SD Gothic Neo"/>
              </a:defRPr>
            </a:lvl2pPr>
            <a:lvl3pPr algn="l">
              <a:defRPr sz="1425" b="0">
                <a:solidFill>
                  <a:srgbClr val="50555B"/>
                </a:solidFill>
                <a:latin typeface="Apple SD Gothic Neo"/>
                <a:ea typeface="Apple SD Gothic Neo"/>
                <a:cs typeface="Apple SD Gothic Neo"/>
              </a:defRPr>
            </a:lvl3pPr>
            <a:lvl4pPr algn="l">
              <a:defRPr sz="1425" b="0">
                <a:solidFill>
                  <a:srgbClr val="50555B"/>
                </a:solidFill>
                <a:latin typeface="Apple SD Gothic Neo"/>
                <a:ea typeface="Apple SD Gothic Neo"/>
                <a:cs typeface="Apple SD Gothic Neo"/>
              </a:defRPr>
            </a:lvl4pPr>
            <a:lvl5pPr algn="l">
              <a:defRPr sz="1425" b="0">
                <a:solidFill>
                  <a:srgbClr val="50555B"/>
                </a:solidFill>
                <a:latin typeface="Apple SD Gothic Neo"/>
                <a:ea typeface="Apple SD Gothic Neo"/>
                <a:cs typeface="Apple SD Gothic Neo"/>
              </a:defRPr>
            </a:lvl5pPr>
            <a:lvl6pPr algn="l">
              <a:defRPr sz="1425" b="0">
                <a:solidFill>
                  <a:srgbClr val="50555B"/>
                </a:solidFill>
                <a:latin typeface="Apple SD Gothic Neo"/>
                <a:ea typeface="Apple SD Gothic Neo"/>
                <a:cs typeface="Apple SD Gothic Neo"/>
              </a:defRPr>
            </a:lvl6pPr>
            <a:lvl7pPr algn="l">
              <a:defRPr sz="1425" b="0">
                <a:solidFill>
                  <a:srgbClr val="50555B"/>
                </a:solidFill>
                <a:latin typeface="Apple SD Gothic Neo"/>
                <a:ea typeface="Apple SD Gothic Neo"/>
                <a:cs typeface="Apple SD Gothic Neo"/>
              </a:defRPr>
            </a:lvl7pPr>
            <a:lvl8pPr algn="l">
              <a:defRPr sz="1425" b="0">
                <a:solidFill>
                  <a:srgbClr val="50555B"/>
                </a:solidFill>
                <a:latin typeface="Apple SD Gothic Neo"/>
                <a:ea typeface="Apple SD Gothic Neo"/>
                <a:cs typeface="Apple SD Gothic Neo"/>
              </a:defRPr>
            </a:lvl8pPr>
            <a:lvl9pPr algn="l">
              <a:defRPr sz="1425" b="0">
                <a:solidFill>
                  <a:srgbClr val="50555B"/>
                </a:solidFill>
                <a:latin typeface="Apple SD Gothic Neo"/>
                <a:ea typeface="Apple SD Gothic Neo"/>
                <a:cs typeface="Apple SD Gothic Neo"/>
              </a:defRPr>
            </a:lvl9pPr>
          </a:lstStyle>
          <a:p xmlns:a="http://schemas.openxmlformats.org/drawingml/2006/main">
            <a:pPr algn="l">
              <a:defRPr sz="1425" b="0">
                <a:solidFill>
                  <a:srgbClr val="50555B"/>
                </a:solidFill>
                <a:latin typeface="Apple SD Gothic Neo"/>
                <a:ea typeface="Apple SD Gothic Neo"/>
                <a:cs typeface="Apple SD Gothic Neo"/>
              </a:defRPr>
            </a:pPr>
            <a:r>
              <a:rPr sz="1425" b="0">
                <a:solidFill>
                  <a:srgbClr val="50555B"/>
                </a:solidFill>
                <a:latin typeface="Apple SD Gothic Neo"/>
                <a:ea typeface="Apple SD Gothic Neo"/>
                <a:cs typeface="Apple SD Gothic Neo"/>
              </a:rPr>
              <a:t>기존 완료 발표 캠페인의 별도 실험. 실제 UI·음성·전체 VIA와 원격 모델 가중치는 측정 범위 밖.</a:t>
            </a:r>
          </a:p>
        </p:txBody>
      </p:sp>
    </p:spTree>
    <p:extLst>
      <p:ext uri="{BB962C8B-B14F-4D97-AF65-F5344CB8AC3E}">
        <p14:creationId xmlns:p14="http://schemas.microsoft.com/office/powerpoint/2010/main" val="828461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2026-10-19T05:42:00.0330000Z</dcterms:created>
  <dcterms:modified xsi:type="dcterms:W3CDTF">2026-10-19T05:42:00.0330000Z</dcterms:modified>
</coreProperties>
</file>