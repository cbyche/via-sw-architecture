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66898395f54bf4" /><Relationship Type="http://schemas.openxmlformats.org/officeDocument/2006/relationships/extended-properties" Target="/docProps/app.xml" Id="R730100dd87014afb" /><Relationship Type="http://schemas.openxmlformats.org/officeDocument/2006/relationships/officeDocument" Target="/ppt/presentation.xml" Id="R8739ceea5ea142b0"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8e23f7d4151a4829"/>
  </p:sldMasterIdLst>
  <p:notesMasterIdLst>
    <p:notesMasterId r:id="Rad0df5b514e544c1"/>
  </p:notesMasterIdLst>
  <p:sldIdLst>
    <p:sldId id="256" r:id="R42d83f6d049f4cda"/>
    <p:sldId id="257" r:id="R9318f1603f4b4e6f"/>
    <p:sldId id="258" r:id="R0b7c6c77880b4c6b"/>
    <p:sldId id="259" r:id="R77d0a011d74f42d9"/>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70140af28044dd" /><Relationship Type="http://schemas.openxmlformats.org/officeDocument/2006/relationships/slideMaster" Target="/ppt/slideMasters/slideMaster1.xml" Id="R8e23f7d4151a4829" /><Relationship Type="http://schemas.openxmlformats.org/officeDocument/2006/relationships/notesMaster" Target="/ppt/notesMasters/notesMaster1.xml" Id="Rad0df5b514e544c1" /><Relationship Type="http://schemas.openxmlformats.org/officeDocument/2006/relationships/presProps" Target="/ppt/presProps.xml" Id="R641fe4d348ba4665" /><Relationship Type="http://schemas.openxmlformats.org/officeDocument/2006/relationships/tableStyles" Target="/ppt/tableStyles.xml" Id="R57b7c0bf4edc4e3f" /><Relationship Type="http://schemas.openxmlformats.org/officeDocument/2006/relationships/slide" Target="/ppt/slides/slide1.xml" Id="R42d83f6d049f4cda" /><Relationship Type="http://schemas.openxmlformats.org/officeDocument/2006/relationships/slide" Target="/ppt/slides/slide2.xml" Id="R9318f1603f4b4e6f" /><Relationship Type="http://schemas.openxmlformats.org/officeDocument/2006/relationships/slide" Target="/ppt/slides/slide3.xml" Id="R0b7c6c77880b4c6b" /><Relationship Type="http://schemas.openxmlformats.org/officeDocument/2006/relationships/slide" Target="/ppt/slides/slide4.xml" Id="R77d0a011d74f42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655e9177114e77"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13e4cfc32d4219" /><Relationship Type="http://schemas.openxmlformats.org/officeDocument/2006/relationships/notesMaster" Target="/ppt/notesMasters/notesMaster1.xml" Id="R3e323ace58b146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87acd9a2834a48" /><Relationship Type="http://schemas.openxmlformats.org/officeDocument/2006/relationships/notesMaster" Target="/ppt/notesMasters/notesMaster1.xml" Id="Rcf530be684104f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37fa619d394991" /><Relationship Type="http://schemas.openxmlformats.org/officeDocument/2006/relationships/notesMaster" Target="/ppt/notesMasters/notesMaster1.xml" Id="R39b0a431f07548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9137c01ecb479c" /><Relationship Type="http://schemas.openxmlformats.org/officeDocument/2006/relationships/notesMaster" Target="/ppt/notesMasters/notesMaster1.xml" Id="R4d24a5ec1c4b44db"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선택장과4장의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선택장과4장의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선택장과4장의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선택장과4장의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4장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38537527984b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2da0d47a0446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f7376ba6f74a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d9f9d37758400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3e591e0e0554c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7f788756014e90" /></Relationships>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9FDDACF0-715E-471F-8AC5-F598155F71FD}"/>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739DAF2F-2430-4575-A8F6-53D7C4F6AC7D}"/>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C8B21EFC-A95F-4B10-B268-8A620CD8B73E}"/>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FDE46F83-57C6-43EC-9C37-D3BEA2306DAC}"/>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11D5638B-1A1D-4A1F-B3A4-90B2E92A4F13}"/>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2552DF15-728A-4668-8318-2EE4B4972AAA}"/>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79AA98FA-8D39-40EE-BA56-1755ED89E3EE}"/>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2D6A0309-3B3A-45B7-B7FD-5722680930B2}"/>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1C6FBE0D-20AD-4800-98F9-C1FBE3D246F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BC8E6CBD-23B5-47F3-93CC-8F8D09C69431}"/>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62d0a56ffc4682" /><Relationship Type="http://schemas.openxmlformats.org/officeDocument/2006/relationships/slideLayout" Target="/ppt/slideLayouts/slideLayout1.xml" Id="Ra8548440cab64896" /><Relationship Type="http://schemas.openxmlformats.org/officeDocument/2006/relationships/slideLayout" Target="/ppt/slideLayouts/slideLayout2.xml" Id="Rf6369fefdf104940" /><Relationship Type="http://schemas.openxmlformats.org/officeDocument/2006/relationships/slideLayout" Target="/ppt/slideLayouts/slideLayout3.xml" Id="Rd5f1cedca60e42e9" /><Relationship Type="http://schemas.openxmlformats.org/officeDocument/2006/relationships/slideLayout" Target="/ppt/slideLayouts/slideLayout4.xml" Id="R132397dc38da49a4" /><Relationship Type="http://schemas.openxmlformats.org/officeDocument/2006/relationships/slideLayout" Target="/ppt/slideLayouts/slideLayout5.xml" Id="R25e06049b9b0459e" /><Relationship Type="http://schemas.openxmlformats.org/officeDocument/2006/relationships/slideLayout" Target="/ppt/slideLayouts/slideLayout6.xml" Id="R35933a0eb6004e75" /></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a8548440cab64896"/>
    <p:sldLayoutId id="2147483650" r:id="Rf6369fefdf104940"/>
    <p:sldLayoutId id="2147483651" r:id="Rd5f1cedca60e42e9"/>
    <p:sldLayoutId id="2147483652" r:id="R132397dc38da49a4"/>
    <p:sldLayoutId id="2147483653" r:id="R25e06049b9b0459e"/>
    <p:sldLayoutId id="2147483654" r:id="R35933a0eb6004e75"/>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0306ff9ca747a9" /><Relationship Type="http://schemas.openxmlformats.org/officeDocument/2006/relationships/notesSlide" Target="/ppt/notesSlides/notesSlide1.xml" Id="R6a14196feb4d43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24f429c71854212" /><Relationship Type="http://schemas.openxmlformats.org/officeDocument/2006/relationships/notesSlide" Target="/ppt/notesSlides/notesSlide2.xml" Id="R25b7f643276740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83e63dcaef04c4d" /><Relationship Type="http://schemas.openxmlformats.org/officeDocument/2006/relationships/notesSlide" Target="/ppt/notesSlides/notesSlide3.xml" Id="Rb1083496b5144b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35cacda010498d" /><Relationship Type="http://schemas.openxmlformats.org/officeDocument/2006/relationships/notesSlide" Target="/ppt/notesSlides/notesSlide4.xml" Id="R48e9481ddb544e75"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7" name="DP3 object 1">
            <a:extLst>
              <a:ext uri="{FF2B5EF4-FFF2-40B4-BE49-F238E27FC236}">
                <ns2:creationId id="{A624EF55-EAA2-4DA9-BB9B-BF09A05018B9}"/>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a:t>
            </a:r>
            <a:endParaRPr lang="ko-KR">
              <a:latin typeface="Calibri"/>
              <a:ea typeface="Calibri"/>
              <a:cs typeface="Calibri"/>
            </a:endParaRPr>
          </a:p>
        </p:txBody>
      </p:sp>
      <p:sp>
        <p:nvSpPr>
          <p:cNvPr id="2" name="DP3 object 2">
            <a:extLst>
              <a:ext uri="{FF2B5EF4-FFF2-40B4-BE49-F238E27FC236}">
                <ns2:creationId id="{C78C70DD-280B-401C-AB26-7C083DF69959}"/>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3">
            <a:extLst>
              <a:ext uri="{FF2B5EF4-FFF2-40B4-BE49-F238E27FC236}">
                <ns2:creationId id="{EC7DAEE7-A9A9-4A86-83D6-D32ED45A2EF9}"/>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4">
            <a:extLst>
              <a:ext uri="{FF2B5EF4-FFF2-40B4-BE49-F238E27FC236}">
                <ns2:creationId id="{ACFF2968-811D-464F-AF6A-67CE0D5D408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
            <a:extLst>
              <a:ext uri="{FF2B5EF4-FFF2-40B4-BE49-F238E27FC236}">
                <ns2:creationId id="{30D2F1C5-E570-4973-9734-C1C405F154FA}"/>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
            <a:extLst>
              <a:ext uri="{FF2B5EF4-FFF2-40B4-BE49-F238E27FC236}">
                <ns2:creationId id="{CB5F17D7-9CC3-4C07-B247-E5A0DDACFEC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
            <a:extLst>
              <a:ext uri="{FF2B5EF4-FFF2-40B4-BE49-F238E27FC236}">
                <ns2:creationId id="{28B1F9BB-1660-4BDE-9FFB-FFC5BB4402EC}"/>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8">
            <a:extLst>
              <a:ext uri="{FF2B5EF4-FFF2-40B4-BE49-F238E27FC236}">
                <ns2:creationId id="{4AD7B493-EC71-456A-9D92-CE174F4B821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
            <a:extLst>
              <a:ext uri="{FF2B5EF4-FFF2-40B4-BE49-F238E27FC236}">
                <ns2:creationId id="{03D0FEC6-CD1F-4F67-B471-4908FF63DE2E}"/>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0">
            <a:extLst>
              <a:ext uri="{FF2B5EF4-FFF2-40B4-BE49-F238E27FC236}">
                <ns2:creationId id="{47AC2A0C-0EEC-4456-8631-8FA7CA5D740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
            <a:extLst>
              <a:ext uri="{FF2B5EF4-FFF2-40B4-BE49-F238E27FC236}">
                <ns2:creationId id="{00329710-5857-4D8F-AB31-5038EB549340}"/>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5B56F1E2-70BE-49FC-AE85-9CDE11CE18F8}"/>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3">
            <a:extLst>
              <a:ext uri="{FF2B5EF4-FFF2-40B4-BE49-F238E27FC236}">
                <ns2:creationId id="{DA6DA04A-0330-4C29-8AEB-5985B4B39F1B}"/>
              </a:ext>
            </a:extLst>
          </p:cNvPr>
          <p:cNvSpPr>
            <a:spLocks noGrp="1"/>
          </p:cNvSpPr>
          <p:nvPr/>
        </p:nvSpPr>
        <p:spPr>
          <a:xfrm>
            <a:off x="17478375" y="9991725"/>
            <a:ext cx="361950" cy="190500"/>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a:t>
            </a:r>
            <a:endParaRPr lang="ko-KR">
              <a:latin typeface="Calibri"/>
              <a:ea typeface="Calibri"/>
              <a:cs typeface="Calibri"/>
            </a:endParaRPr>
          </a:p>
        </p:txBody>
      </p:sp>
      <p:sp>
        <p:nvSpPr>
          <p:cNvPr id="14" name="DP3 object 14">
            <a:extLst>
              <a:ext uri="{FF2B5EF4-FFF2-40B4-BE49-F238E27FC236}">
                <ns2:creationId id="{62BC40FF-A06A-4B76-8276-E6CF28F15E28}"/>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15">
            <a:extLst>
              <a:ext uri="{FF2B5EF4-FFF2-40B4-BE49-F238E27FC236}">
                <ns2:creationId id="{165F8CC3-35EF-4DBA-9D99-331569291AA4}"/>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발화, 당시 화면, 포인터와 선택 범위를 연결해 실제 대상을 정해야 한다.</a:t>
            </a:r>
            <a:endParaRPr lang="ko-KR">
              <a:latin typeface="Calibri"/>
              <a:ea typeface="Calibri"/>
              <a:cs typeface="Calibri"/>
            </a:endParaRPr>
          </a:p>
        </p:txBody>
      </p:sp>
      <p:sp>
        <p:nvSpPr>
          <p:cNvPr id="16" name="DP3 object 16">
            <a:extLst>
              <a:ext uri="{FF2B5EF4-FFF2-40B4-BE49-F238E27FC236}">
                <ns2:creationId id="{23D69C8C-374C-45E4-B7A3-67FE33299330}"/>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17">
            <a:extLst>
              <a:ext uri="{FF2B5EF4-FFF2-40B4-BE49-F238E27FC236}">
                <ns2:creationId id="{63E450A1-B399-4015-9007-82C6786D591F}"/>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18">
            <a:extLst>
              <a:ext uri="{FF2B5EF4-FFF2-40B4-BE49-F238E27FC236}">
                <ns2:creationId id="{D14CC818-9603-4A8F-B68A-38266FB229D5}"/>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19">
            <a:extLst>
              <a:ext uri="{FF2B5EF4-FFF2-40B4-BE49-F238E27FC236}">
                <ns2:creationId id="{0BEB0378-8268-4EAE-A842-A9C437BC9BF9}"/>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20">
            <a:extLst>
              <a:ext uri="{FF2B5EF4-FFF2-40B4-BE49-F238E27FC236}">
                <ns2:creationId id="{A07F4DFD-ABE3-4E54-8277-5FDEC55227B3}"/>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그래프 두 개 지정</a:t>
            </a:r>
            <a:endParaRPr lang="ko-KR">
              <a:latin typeface="Calibri"/>
              <a:ea typeface="Calibri"/>
              <a:cs typeface="Calibri"/>
            </a:endParaRPr>
          </a:p>
        </p:txBody>
      </p:sp>
      <p:sp>
        <p:nvSpPr>
          <p:cNvPr id="21" name="DP3 object 21">
            <a:extLst>
              <a:ext uri="{FF2B5EF4-FFF2-40B4-BE49-F238E27FC236}">
                <ns2:creationId id="{39AD3090-25F6-479C-9F3F-F1A5BEFBEF8B}"/>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22">
            <a:extLst>
              <a:ext uri="{FF2B5EF4-FFF2-40B4-BE49-F238E27FC236}">
                <ns2:creationId id="{BB5B4586-4863-4410-B481-200D8A91A173}"/>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23">
            <a:extLst>
              <a:ext uri="{FF2B5EF4-FFF2-40B4-BE49-F238E27FC236}">
                <ns2:creationId id="{AA73B543-9F15-4B4A-BE9D-192194207B5D}"/>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24">
            <a:extLst>
              <a:ext uri="{FF2B5EF4-FFF2-40B4-BE49-F238E27FC236}">
                <ns2:creationId id="{7210DF9A-5811-4B9B-BFE2-BC379C3A50B6}"/>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25">
            <a:extLst>
              <a:ext uri="{FF2B5EF4-FFF2-40B4-BE49-F238E27FC236}">
                <ns2:creationId id="{056F9F5D-401C-4FB9-AA9B-D98EE830B4C4}"/>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26">
            <a:extLst>
              <a:ext uri="{FF2B5EF4-FFF2-40B4-BE49-F238E27FC236}">
                <ns2:creationId id="{9B5B92F5-C78D-4846-803E-68135D6AD52C}"/>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27">
            <a:extLst>
              <a:ext uri="{FF2B5EF4-FFF2-40B4-BE49-F238E27FC236}">
                <ns2:creationId id="{F624C82A-D333-4485-83B3-F17A72EC8A16}"/>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08AA332E-3D2F-4ABC-8D9E-1017BD03E5B6}"/>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28">
            <a:extLst>
              <a:ext uri="{FF2B5EF4-FFF2-40B4-BE49-F238E27FC236}">
                <ns2:creationId id="{A3387477-2173-40D4-B7EE-F11AE2A08948}"/>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29">
            <a:extLst>
              <a:ext uri="{FF2B5EF4-FFF2-40B4-BE49-F238E27FC236}">
                <ns2:creationId id="{68381783-C2AE-4F2D-974D-0354F93ACF06}"/>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30">
            <a:extLst>
              <a:ext uri="{FF2B5EF4-FFF2-40B4-BE49-F238E27FC236}">
                <ns2:creationId id="{92BEDD69-3455-4AD4-84FA-C8C8F8E81C2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31">
            <a:extLst>
              <a:ext uri="{FF2B5EF4-FFF2-40B4-BE49-F238E27FC236}">
                <ns2:creationId id="{2DAAEB46-0956-4284-B75A-52CE0F168950}"/>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32">
            <a:extLst>
              <a:ext uri="{FF2B5EF4-FFF2-40B4-BE49-F238E27FC236}">
                <ns2:creationId id="{C1EC3247-40C9-4143-AB7A-1AEC010AE40E}"/>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33">
            <a:extLst>
              <a:ext uri="{FF2B5EF4-FFF2-40B4-BE49-F238E27FC236}">
                <ns2:creationId id="{C6204663-CE8C-47D2-9274-DEA424213A41}"/>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34">
            <a:extLst>
              <a:ext uri="{FF2B5EF4-FFF2-40B4-BE49-F238E27FC236}">
                <ns2:creationId id="{4B9E5A02-01CE-4D9F-AFF8-44AABF9CCA34}"/>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35">
            <a:extLst>
              <a:ext uri="{FF2B5EF4-FFF2-40B4-BE49-F238E27FC236}">
                <ns2:creationId id="{4CE69721-1B7E-4248-A2D6-392C435A415C}"/>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36">
            <a:extLst>
              <a:ext uri="{FF2B5EF4-FFF2-40B4-BE49-F238E27FC236}">
                <ns2:creationId id="{90C8A523-6D9B-4689-A722-47B0492CB679}"/>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37">
            <a:extLst>
              <a:ext uri="{FF2B5EF4-FFF2-40B4-BE49-F238E27FC236}">
                <ns2:creationId id="{AB2BF049-7D74-4117-B95A-DB95923C5126}"/>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38">
            <a:extLst>
              <a:ext uri="{FF2B5EF4-FFF2-40B4-BE49-F238E27FC236}">
                <ns2:creationId id="{4BD5B40B-D842-4A51-BB13-C28FB3449DDD}"/>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39">
            <a:extLst>
              <a:ext uri="{FF2B5EF4-FFF2-40B4-BE49-F238E27FC236}">
                <ns2:creationId id="{3B99A60D-5EF7-4065-A7A8-FB2BE3545AEB}"/>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40">
            <a:extLst>
              <a:ext uri="{FF2B5EF4-FFF2-40B4-BE49-F238E27FC236}">
                <ns2:creationId id="{C8C68AE8-ABB1-4766-B6BE-86E84416FBE0}"/>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41">
            <a:extLst>
              <a:ext uri="{FF2B5EF4-FFF2-40B4-BE49-F238E27FC236}">
                <ns2:creationId id="{04875941-0647-48E1-8FCF-98CF7C3DC682}"/>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42">
            <a:extLst>
              <a:ext uri="{FF2B5EF4-FFF2-40B4-BE49-F238E27FC236}">
                <ns2:creationId id="{6783F116-3936-4560-BAA9-1190BDBE6182}"/>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43">
            <a:extLst>
              <a:ext uri="{FF2B5EF4-FFF2-40B4-BE49-F238E27FC236}">
                <ns2:creationId id="{EA642FA3-92EA-48A5-9C06-DE545782AC05}"/>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44">
            <a:extLst>
              <a:ext uri="{FF2B5EF4-FFF2-40B4-BE49-F238E27FC236}">
                <ns2:creationId id="{BF941BFE-6E12-4721-A022-7B880D6E906C}"/>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45">
            <a:extLst>
              <a:ext uri="{FF2B5EF4-FFF2-40B4-BE49-F238E27FC236}">
                <ns2:creationId id="{9963864C-EB87-4316-A28D-2CC5B7E3416E}"/>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46">
            <a:extLst>
              <a:ext uri="{FF2B5EF4-FFF2-40B4-BE49-F238E27FC236}">
                <ns2:creationId id="{34555C9A-05CC-4FB6-9F58-C924A7C7E052}"/>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47">
            <a:extLst>
              <a:ext uri="{FF2B5EF4-FFF2-40B4-BE49-F238E27FC236}">
                <ns2:creationId id="{949B7DAD-9118-4200-A344-A8B9E3D92BF5}"/>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48">
            <a:extLst>
              <a:ext uri="{FF2B5EF4-FFF2-40B4-BE49-F238E27FC236}">
                <ns2:creationId id="{0BE679C2-43A1-4CE6-A192-B4BC8727F840}"/>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49">
            <a:extLst>
              <a:ext uri="{FF2B5EF4-FFF2-40B4-BE49-F238E27FC236}">
                <ns2:creationId id="{FF31C42A-6E2A-4F50-AAB9-19480101642A}"/>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50">
            <a:extLst>
              <a:ext uri="{FF2B5EF4-FFF2-40B4-BE49-F238E27FC236}">
                <ns2:creationId id="{15D9B601-ABF6-4829-B42B-06BE412F8D1C}"/>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51">
            <a:extLst>
              <a:ext uri="{FF2B5EF4-FFF2-40B4-BE49-F238E27FC236}">
                <ns2:creationId id="{F2A4591D-322F-43FB-9E9C-367D74739526}"/>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52">
            <a:extLst>
              <a:ext uri="{FF2B5EF4-FFF2-40B4-BE49-F238E27FC236}">
                <ns2:creationId id="{1AA4A520-DAF1-4069-AA38-42B52B966D37}"/>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D00BF7AA-7103-43B8-89AD-C673A324DA4E}"/>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53">
            <a:extLst>
              <a:ext uri="{FF2B5EF4-FFF2-40B4-BE49-F238E27FC236}">
                <ns2:creationId id="{90F47259-6C30-4F84-8170-FD8868C1A986}"/>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2A412AFE-A0D6-48C8-9A72-679EF53261F1}"/>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54">
            <a:extLst>
              <a:ext uri="{FF2B5EF4-FFF2-40B4-BE49-F238E27FC236}">
                <ns2:creationId id="{C2B89AFB-5F48-4823-8529-8391662D43B6}"/>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62D7D4CC-1C02-4463-BDA5-F3810FBAB9BB}"/>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55">
            <a:extLst>
              <a:ext uri="{FF2B5EF4-FFF2-40B4-BE49-F238E27FC236}">
                <ns2:creationId id="{673E34FC-38D2-45D2-9006-2AC83DE751B0}"/>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56">
            <a:extLst>
              <a:ext uri="{FF2B5EF4-FFF2-40B4-BE49-F238E27FC236}">
                <ns2:creationId id="{3ACE4A2E-E391-4505-9048-EBC70CF2E890}"/>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57">
            <a:extLst>
              <a:ext uri="{FF2B5EF4-FFF2-40B4-BE49-F238E27FC236}">
                <ns2:creationId id="{D0024C75-BD3B-462B-9206-232FE4D41B93}"/>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58">
            <a:extLst>
              <a:ext uri="{FF2B5EF4-FFF2-40B4-BE49-F238E27FC236}">
                <ns2:creationId id="{3BA08E58-B63B-45ED-A6E5-52EB0BAAA6F2}"/>
              </a:ext>
            </a:extLst>
          </p:cNvPr>
          <p:cNvSpPr>
            <a:spLocks noGrp="1"/>
          </p:cNvSpPr>
          <p:nvPr/>
        </p:nvSpPr>
        <p:spPr>
          <a:xfrm>
            <a:off x="2667000" y="7553325"/>
            <a:ext cx="13049250" cy="447675"/>
          </a:xfrm>
          <a:prstGeom prst="rect">
            <a:avLst/>
          </a:prstGeom>
          <a:noFill/>
          <a:ln w="0">
            <a:noFill/>
            <a:prstDash val="solid"/>
          </a:ln>
        </p:spPr>
        <p:txBody>
          <a:bodyPr wrap="none" lIns="0" tIns="0" rIns="0" bIns="0" anchor="ctr">
            <a:noAutofit/>
          </a:bodyPr>
          <a:lstStyle>
            <a:defPPr algn="ctr">
              <a:defRPr sz="2600" b="1" lang="ko-KR">
                <a:solidFill>
                  <a:srgbClr val="C00000"/>
                </a:solidFill>
                <a:latin typeface="Calibri"/>
                <a:ea typeface="Calibri"/>
                <a:cs typeface="Calibri"/>
              </a:defRPr>
            </a:defPPr>
            <a:lvl1pPr algn="ctr">
              <a:defRPr sz="2600" b="1" lang="ko-KR">
                <a:solidFill>
                  <a:srgbClr val="C00000"/>
                </a:solidFill>
                <a:latin typeface="Calibri"/>
                <a:ea typeface="Calibri"/>
                <a:cs typeface="Calibri"/>
              </a:defRPr>
            </a:lvl1pPr>
            <a:lvl2pPr algn="ctr">
              <a:defRPr sz="2600" b="1" lang="ko-KR">
                <a:solidFill>
                  <a:srgbClr val="C00000"/>
                </a:solidFill>
                <a:latin typeface="Calibri"/>
                <a:ea typeface="Calibri"/>
                <a:cs typeface="Calibri"/>
              </a:defRPr>
            </a:lvl2pPr>
            <a:lvl3pPr algn="ctr">
              <a:defRPr sz="2600" b="1" lang="ko-KR">
                <a:solidFill>
                  <a:srgbClr val="C00000"/>
                </a:solidFill>
                <a:latin typeface="Calibri"/>
                <a:ea typeface="Calibri"/>
                <a:cs typeface="Calibri"/>
              </a:defRPr>
            </a:lvl3pPr>
            <a:lvl4pPr algn="ctr">
              <a:defRPr sz="2600" b="1" lang="ko-KR">
                <a:solidFill>
                  <a:srgbClr val="C00000"/>
                </a:solidFill>
                <a:latin typeface="Calibri"/>
                <a:ea typeface="Calibri"/>
                <a:cs typeface="Calibri"/>
              </a:defRPr>
            </a:lvl4pPr>
            <a:lvl5pPr algn="ctr">
              <a:defRPr sz="2600" b="1" lang="ko-KR">
                <a:solidFill>
                  <a:srgbClr val="C00000"/>
                </a:solidFill>
                <a:latin typeface="Calibri"/>
                <a:ea typeface="Calibri"/>
                <a:cs typeface="Calibri"/>
              </a:defRPr>
            </a:lvl5pPr>
            <a:lvl6pPr algn="ctr">
              <a:defRPr sz="2600" b="1" lang="ko-KR">
                <a:solidFill>
                  <a:srgbClr val="C00000"/>
                </a:solidFill>
                <a:latin typeface="Calibri"/>
                <a:ea typeface="Calibri"/>
                <a:cs typeface="Calibri"/>
              </a:defRPr>
            </a:lvl6pPr>
            <a:lvl7pPr algn="ctr">
              <a:defRPr sz="2600" b="1" lang="ko-KR">
                <a:solidFill>
                  <a:srgbClr val="C00000"/>
                </a:solidFill>
                <a:latin typeface="Calibri"/>
                <a:ea typeface="Calibri"/>
                <a:cs typeface="Calibri"/>
              </a:defRPr>
            </a:lvl7pPr>
            <a:lvl8pPr algn="ctr">
              <a:defRPr sz="2600" b="1" lang="ko-KR">
                <a:solidFill>
                  <a:srgbClr val="C00000"/>
                </a:solidFill>
                <a:latin typeface="Calibri"/>
                <a:ea typeface="Calibri"/>
                <a:cs typeface="Calibri"/>
              </a:defRPr>
            </a:lvl8pPr>
            <a:lvl9pPr algn="ctr">
              <a:defRPr sz="2600" b="1" lang="ko-KR">
                <a:solidFill>
                  <a:srgbClr val="C00000"/>
                </a:solidFill>
                <a:latin typeface="Calibri"/>
                <a:ea typeface="Calibri"/>
                <a:cs typeface="Calibri"/>
              </a:defRPr>
            </a:lvl9pPr>
          </a:lstStyle>
          <a:p>
            <a:pPr algn="ctr">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정정은 현재 메일이 아니라 앞선 그래프를 가리킨다</a:t>
            </a:r>
            <a:endParaRPr lang="ko-KR">
              <a:latin typeface="Calibri"/>
              <a:ea typeface="Calibri"/>
              <a:cs typeface="Calibri"/>
            </a:endParaRPr>
          </a:p>
        </p:txBody>
      </p:sp>
      <p:sp>
        <p:nvSpPr>
          <p:cNvPr id="63" name="Editable path 59">
            <a:extLst>
              <a:ext uri="{FF2B5EF4-FFF2-40B4-BE49-F238E27FC236}">
                <ns2:creationId id="{E7C282DF-FE87-4874-BE44-13E31EF5185C}"/>
              </a:ext>
            </a:extLst>
          </p:cNvPr>
          <p:cNvSpPr>
            <a:spLocks noGrp="1"/>
          </p:cNvSpPr>
          <p:nvPr/>
        </p:nvSpPr>
        <p:spPr>
          <a:xfrm>
            <a:off x="619125" y="8391525"/>
            <a:ext cx="16811625" cy="953"/>
          </a:xfrm>
          <a:custGeom>
            <a:pathLst>
              <a:path w="16811625" h="953">
                <a:moveTo>
                  <a:pt x="0" y="0"/>
                </a:moveTo>
                <a:lnTo>
                  <a:pt x="16811625" y="0"/>
                </a:lnTo>
              </a:path>
            </a:pathLst>
          </a:custGeom>
          <a:noFill/>
          <a:ln w="14288">
            <a:solidFill>
              <a:srgbClr val="4676CB"/>
            </a:solidFill>
            <a:prstDash val="solid"/>
          </a:ln>
        </p:spPr>
      </p:sp>
      <p:sp>
        <p:nvSpPr>
          <p:cNvPr id="64" name="DP3 object 60">
            <a:extLst>
              <a:ext uri="{FF2B5EF4-FFF2-40B4-BE49-F238E27FC236}">
                <ns2:creationId id="{40422C2E-9E0D-414E-8B14-5B87FEDE6A1C}"/>
              </a:ext>
            </a:extLst>
          </p:cNvPr>
          <p:cNvSpPr>
            <a:spLocks noGrp="1"/>
          </p:cNvSpPr>
          <p:nvPr/>
        </p:nvSpPr>
        <p:spPr>
          <a:xfrm>
            <a:off x="628650" y="8743950"/>
            <a:ext cx="2667000" cy="5334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65" name="DP3 object 61">
            <a:extLst>
              <a:ext uri="{FF2B5EF4-FFF2-40B4-BE49-F238E27FC236}">
                <ns2:creationId id="{C3572D9F-4B84-4D18-B389-BD9107BB6E8E}"/>
              </a:ext>
            </a:extLst>
          </p:cNvPr>
          <p:cNvSpPr>
            <a:spLocks noGrp="1"/>
          </p:cNvSpPr>
          <p:nvPr/>
        </p:nvSpPr>
        <p:spPr>
          <a:xfrm>
            <a:off x="3476625" y="8696325"/>
            <a:ext cx="14049375" cy="59055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원본을 함께 해석할까, 화면·발화 후보를 먼저 만들어 결합할까?</a:t>
            </a:r>
            <a:endParaRPr lang="ko-KR">
              <a:latin typeface="Calibri"/>
              <a:ea typeface="Calibri"/>
              <a:cs typeface="Calibri"/>
            </a:endParaRPr>
          </a:p>
        </p:txBody>
      </p:sp>
      <p:sp>
        <p:nvSpPr>
          <p:cNvPr id="66" name="DP3 object 62">
            <a:extLst>
              <a:ext uri="{FF2B5EF4-FFF2-40B4-BE49-F238E27FC236}">
                <ns2:creationId id="{522B3D3C-A85C-402F-97A9-71623CE22237}"/>
              </a:ext>
            </a:extLst>
          </p:cNvPr>
          <p:cNvSpPr>
            <a:spLocks noGrp="1"/>
          </p:cNvSpPr>
          <p:nvPr/>
        </p:nvSpPr>
        <p:spPr>
          <a:xfrm>
            <a:off x="3476625" y="9391650"/>
            <a:ext cx="13906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대상의 범위와 관계를 생산하는 SW 책임과 중간 상태를 선택한다.</a:t>
            </a:r>
            <a:endParaRPr lang="ko-KR">
              <a:latin typeface="Calibri"/>
              <a:ea typeface="Calibri"/>
              <a:cs typeface="Calibri"/>
            </a:endParaRPr>
          </a:p>
        </p:txBody>
      </p:sp>
    </p:spTree>
    <p:extLst>
      <p:ext uri="{BB962C8B-B14F-4D97-AF65-F5344CB8AC3E}">
        <p14:creationId val="1708197215"/>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DP3 object 63">
            <a:extLst>
              <a:ext uri="{FF2B5EF4-FFF2-40B4-BE49-F238E27FC236}">
                <ns2:creationId id="{B1FF202E-3E35-4949-9DEA-9DE649C9E7D4}"/>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DP3 object 64">
            <a:extLst>
              <a:ext uri="{FF2B5EF4-FFF2-40B4-BE49-F238E27FC236}">
                <ns2:creationId id="{8A448C09-52BD-4D40-9C52-5232E0276A1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65">
            <a:extLst>
              <a:ext uri="{FF2B5EF4-FFF2-40B4-BE49-F238E27FC236}">
                <ns2:creationId id="{ABE84AE8-DFDE-46F5-AFDD-333377E62D4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66">
            <a:extLst>
              <a:ext uri="{FF2B5EF4-FFF2-40B4-BE49-F238E27FC236}">
                <ns2:creationId id="{A3BFAF86-EE96-479C-AE86-993F84051E3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67">
            <a:extLst>
              <a:ext uri="{FF2B5EF4-FFF2-40B4-BE49-F238E27FC236}">
                <ns2:creationId id="{EF0FCDA5-FE88-4F77-B392-FB8BBA307E62}"/>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8">
            <a:extLst>
              <a:ext uri="{FF2B5EF4-FFF2-40B4-BE49-F238E27FC236}">
                <ns2:creationId id="{5895778A-9EA3-4D1A-83E6-6F9E919FC53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69">
            <a:extLst>
              <a:ext uri="{FF2B5EF4-FFF2-40B4-BE49-F238E27FC236}">
                <ns2:creationId id="{A7096922-6306-47A9-8B68-F254B0B20B53}"/>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70">
            <a:extLst>
              <a:ext uri="{FF2B5EF4-FFF2-40B4-BE49-F238E27FC236}">
                <ns2:creationId id="{F0CEAA3D-280C-46BD-99F7-551E6F66B857}"/>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71">
            <a:extLst>
              <a:ext uri="{FF2B5EF4-FFF2-40B4-BE49-F238E27FC236}">
                <ns2:creationId id="{E737A1F1-D970-4DBA-BD65-8A2AD038C98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72">
            <a:extLst>
              <a:ext uri="{FF2B5EF4-FFF2-40B4-BE49-F238E27FC236}">
                <ns2:creationId id="{0179F707-DF33-4398-8274-68EB09230C4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73">
            <a:extLst>
              <a:ext uri="{FF2B5EF4-FFF2-40B4-BE49-F238E27FC236}">
                <ns2:creationId id="{7BE26281-EF87-452B-B658-BF2C922D8702}"/>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74">
            <a:extLst>
              <a:ext uri="{FF2B5EF4-FFF2-40B4-BE49-F238E27FC236}">
                <ns2:creationId id="{4F38B163-63E8-4374-ADC6-2EA77E0C7819}"/>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75">
            <a:extLst>
              <a:ext uri="{FF2B5EF4-FFF2-40B4-BE49-F238E27FC236}">
                <ns2:creationId id="{8B4E346B-CDE8-4B5D-9BE1-2E0B3CE5D9DF}"/>
              </a:ext>
            </a:extLst>
          </p:cNvPr>
          <p:cNvSpPr>
            <a:spLocks noGrp="1"/>
          </p:cNvSpPr>
          <p:nvPr/>
        </p:nvSpPr>
        <p:spPr>
          <a:xfrm>
            <a:off x="17478375" y="9991725"/>
            <a:ext cx="361950" cy="190500"/>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a:t>
            </a:r>
            <a:endParaRPr lang="ko-KR">
              <a:latin typeface="Calibri"/>
              <a:ea typeface="Calibri"/>
              <a:cs typeface="Calibri"/>
            </a:endParaRPr>
          </a:p>
        </p:txBody>
      </p:sp>
      <p:sp>
        <p:nvSpPr>
          <p:cNvPr id="14" name="DP3 object 76">
            <a:extLst>
              <a:ext uri="{FF2B5EF4-FFF2-40B4-BE49-F238E27FC236}">
                <ns2:creationId id="{ACC64257-661A-4B87-B3EA-D08C094419FC}"/>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A는 원본에서 공동 생산 / B는 생산자별 후보를 게시한 뒤 결합</a:t>
            </a:r>
            <a:endParaRPr lang="ko-KR">
              <a:latin typeface="Calibri"/>
              <a:ea typeface="Calibri"/>
              <a:cs typeface="Calibri"/>
            </a:endParaRPr>
          </a:p>
        </p:txBody>
      </p:sp>
      <p:graphicFrame>
        <p:nvGraphicFramePr>
          <p:cNvPr id="15" name="">
            <a:extLst>
              <a:ext uri="{FF2B5EF4-FFF2-40B4-BE49-F238E27FC236}">
                <ns2:creationId id="{8A66E71D-31E5-4927-9B40-3EAF5E2A0F96}"/>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24/24 (100%)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77">
            <a:extLst>
              <a:ext uri="{FF2B5EF4-FFF2-40B4-BE49-F238E27FC236}">
                <ns2:creationId id="{122CDE35-BE4B-42EB-A5E1-F1ADB1B40E0A}"/>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78">
            <a:extLst>
              <a:ext uri="{FF2B5EF4-FFF2-40B4-BE49-F238E27FC236}">
                <ns2:creationId id="{6CF0157D-CA7E-455C-8E2D-B38642ECF9BD}"/>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79">
            <a:extLst>
              <a:ext uri="{FF2B5EF4-FFF2-40B4-BE49-F238E27FC236}">
                <ns2:creationId id="{D63525C8-CC23-480A-8F10-C7D8A478FDA6}"/>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80">
            <a:extLst>
              <a:ext uri="{FF2B5EF4-FFF2-40B4-BE49-F238E27FC236}">
                <ns2:creationId id="{56586A28-EF4A-4A23-AF09-83FEC5E60315}"/>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37AB7ABE-B4D9-41C0-9856-C5A68E6E0F28}"/>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81">
            <a:extLst>
              <a:ext uri="{FF2B5EF4-FFF2-40B4-BE49-F238E27FC236}">
                <ns2:creationId id="{75476FB6-4663-4571-B728-9B3CF220A01D}"/>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보존 상태</a:t>
            </a:r>
            <a:endParaRPr lang="ko-KR">
              <a:latin typeface="Calibri"/>
              <a:ea typeface="Calibri"/>
              <a:cs typeface="Calibri"/>
            </a:endParaRPr>
          </a:p>
        </p:txBody>
      </p:sp>
      <p:sp>
        <p:nvSpPr>
          <p:cNvPr id="22" name="DP3 object 82">
            <a:extLst>
              <a:ext uri="{FF2B5EF4-FFF2-40B4-BE49-F238E27FC236}">
                <ns2:creationId id="{D0E93823-BBD4-43C3-AD15-C63989D47A15}"/>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83">
            <a:extLst>
              <a:ext uri="{FF2B5EF4-FFF2-40B4-BE49-F238E27FC236}">
                <ns2:creationId id="{B39DE109-A9C1-429D-A9E1-14B97AD60434}"/>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84">
            <a:extLst>
              <a:ext uri="{FF2B5EF4-FFF2-40B4-BE49-F238E27FC236}">
                <ns2:creationId id="{AAF25A66-5DD1-4279-BB23-12F7D471CCB7}"/>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2F2410B0-7DB6-490E-8055-EBC72212690B}"/>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85">
            <a:extLst>
              <a:ext uri="{FF2B5EF4-FFF2-40B4-BE49-F238E27FC236}">
                <ns2:creationId id="{9D0FA20A-9CAB-4EB0-B1C4-461E34BF5FBB}"/>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975B8A9D-ABBB-4CCD-8472-C39AEF89FCF4}"/>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86">
            <a:extLst>
              <a:ext uri="{FF2B5EF4-FFF2-40B4-BE49-F238E27FC236}">
                <ns2:creationId id="{7840605E-03E1-4AAF-AD15-2AA046A4F9A2}"/>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06CAD115-7B3F-4FBA-AF35-8598DF9496A3}"/>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87">
            <a:extLst>
              <a:ext uri="{FF2B5EF4-FFF2-40B4-BE49-F238E27FC236}">
                <ns2:creationId id="{E3984F34-8202-490C-9AF7-12F98E9A1F81}"/>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88">
            <a:extLst>
              <a:ext uri="{FF2B5EF4-FFF2-40B4-BE49-F238E27FC236}">
                <ns2:creationId id="{3AAF8C73-1E50-4034-8D26-4BAC26D49FBD}"/>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555F5E37-19B3-4500-8BE3-34F462F35DC2}"/>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89">
            <a:extLst>
              <a:ext uri="{FF2B5EF4-FFF2-40B4-BE49-F238E27FC236}">
                <ns2:creationId id="{BCF60998-BE03-469D-B48F-FB163FC8C425}"/>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7FBD2EAC-608A-4022-8B97-0B498AFF41B8}"/>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90">
            <a:extLst>
              <a:ext uri="{FF2B5EF4-FFF2-40B4-BE49-F238E27FC236}">
                <ns2:creationId id="{8F72A077-0654-439D-8DFE-1921E8347B9D}"/>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BF03C523-E6D2-429C-94DB-85A3A2AB2EBC}"/>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91">
            <a:extLst>
              <a:ext uri="{FF2B5EF4-FFF2-40B4-BE49-F238E27FC236}">
                <ns2:creationId id="{DE351669-9FEC-40DF-B9F4-F89023C5BBF2}"/>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92">
            <a:extLst>
              <a:ext uri="{FF2B5EF4-FFF2-40B4-BE49-F238E27FC236}">
                <ns2:creationId id="{BD270E3D-720F-4B52-A430-423FB8918836}"/>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93">
            <a:extLst>
              <a:ext uri="{FF2B5EF4-FFF2-40B4-BE49-F238E27FC236}">
                <ns2:creationId id="{BBB46BAF-0F40-43D6-A394-0E3642E4E965}"/>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94">
            <a:extLst>
              <a:ext uri="{FF2B5EF4-FFF2-40B4-BE49-F238E27FC236}">
                <ns2:creationId id="{87FB47AA-214F-4446-9A87-E891DEA74276}"/>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95">
            <a:extLst>
              <a:ext uri="{FF2B5EF4-FFF2-40B4-BE49-F238E27FC236}">
                <ns2:creationId id="{6AF2023C-DB42-4D6F-A048-1EF6953E8B24}"/>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96">
            <a:extLst>
              <a:ext uri="{FF2B5EF4-FFF2-40B4-BE49-F238E27FC236}">
                <ns2:creationId id="{1D99920D-885F-4321-BD97-F12A6BC17F37}"/>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97">
            <a:extLst>
              <a:ext uri="{FF2B5EF4-FFF2-40B4-BE49-F238E27FC236}">
                <ns2:creationId id="{A1FCD23E-B616-4F36-B80E-E69B97B5F6F3}"/>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98">
            <a:extLst>
              <a:ext uri="{FF2B5EF4-FFF2-40B4-BE49-F238E27FC236}">
                <ns2:creationId id="{62BF62A8-B66D-4E95-9E07-CB7EEE76C94C}"/>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99">
            <a:extLst>
              <a:ext uri="{FF2B5EF4-FFF2-40B4-BE49-F238E27FC236}">
                <ns2:creationId id="{5735602E-AC02-4574-8503-22E7EF41DE4F}"/>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100">
            <a:extLst>
              <a:ext uri="{FF2B5EF4-FFF2-40B4-BE49-F238E27FC236}">
                <ns2:creationId id="{5C5E77CE-7F0A-4A9D-A54B-885747BD6AEB}"/>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101">
            <a:extLst>
              <a:ext uri="{FF2B5EF4-FFF2-40B4-BE49-F238E27FC236}">
                <ns2:creationId id="{4F81A114-76F0-4181-9901-FBE415B94F8D}"/>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DD99CC37-9EF1-4C6B-B315-406FF004757B}"/>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102">
            <a:extLst>
              <a:ext uri="{FF2B5EF4-FFF2-40B4-BE49-F238E27FC236}">
                <ns2:creationId id="{1C329BAB-5BF9-4106-9E87-1BF70CE695E6}"/>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103">
            <a:extLst>
              <a:ext uri="{FF2B5EF4-FFF2-40B4-BE49-F238E27FC236}">
                <ns2:creationId id="{9A9C080F-9E9B-4B38-B109-F0A43E690CE8}"/>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104">
            <a:extLst>
              <a:ext uri="{FF2B5EF4-FFF2-40B4-BE49-F238E27FC236}">
                <ns2:creationId id="{2AC956A6-1B29-43B9-892D-04057C4673BC}"/>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105">
            <a:extLst>
              <a:ext uri="{FF2B5EF4-FFF2-40B4-BE49-F238E27FC236}">
                <ns2:creationId id="{40D3A3CE-49A1-4749-96CC-0544DB3FD990}"/>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106">
            <a:extLst>
              <a:ext uri="{FF2B5EF4-FFF2-40B4-BE49-F238E27FC236}">
                <ns2:creationId id="{D539A308-884C-45B2-A3F4-67A98648A9AA}"/>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107">
            <a:extLst>
              <a:ext uri="{FF2B5EF4-FFF2-40B4-BE49-F238E27FC236}">
                <ns2:creationId id="{ABA5911D-7EF8-46EE-8137-AD7521EC8417}"/>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108">
            <a:extLst>
              <a:ext uri="{FF2B5EF4-FFF2-40B4-BE49-F238E27FC236}">
                <ns2:creationId id="{17C98A4F-10D8-4351-8A74-851BB2A2366A}"/>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109">
            <a:extLst>
              <a:ext uri="{FF2B5EF4-FFF2-40B4-BE49-F238E27FC236}">
                <ns2:creationId id="{005C8201-AE1C-4D80-B8C5-D6E41ED0BF17}"/>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110">
            <a:extLst>
              <a:ext uri="{FF2B5EF4-FFF2-40B4-BE49-F238E27FC236}">
                <ns2:creationId id="{76976C96-0B54-4EF7-BA32-0FE1BFBB08FF}"/>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111">
            <a:extLst>
              <a:ext uri="{FF2B5EF4-FFF2-40B4-BE49-F238E27FC236}">
                <ns2:creationId id="{269C734E-3325-40BC-83BA-2E62831628F9}"/>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479035E0-D0B3-4D0B-8E3A-BA0130285AB0}"/>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112">
            <a:extLst>
              <a:ext uri="{FF2B5EF4-FFF2-40B4-BE49-F238E27FC236}">
                <ns2:creationId id="{8684C388-2FBC-4828-B851-3FA35302B19C}"/>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113">
            <a:extLst>
              <a:ext uri="{FF2B5EF4-FFF2-40B4-BE49-F238E27FC236}">
                <ns2:creationId id="{64146E37-5192-42D2-833A-AA604DBB228B}"/>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114">
            <a:extLst>
              <a:ext uri="{FF2B5EF4-FFF2-40B4-BE49-F238E27FC236}">
                <ns2:creationId id="{013261ED-28A7-4D02-8FD9-EC3136289B48}"/>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115">
            <a:extLst>
              <a:ext uri="{FF2B5EF4-FFF2-40B4-BE49-F238E27FC236}">
                <ns2:creationId id="{85571DD2-CCF3-4501-8576-77D67A0F8A89}"/>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4" name="DP3 object 116">
            <a:extLst>
              <a:ext uri="{FF2B5EF4-FFF2-40B4-BE49-F238E27FC236}">
                <ns2:creationId id="{7A30788D-7482-4716-9F80-AFD386E24601}"/>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117">
            <a:extLst>
              <a:ext uri="{FF2B5EF4-FFF2-40B4-BE49-F238E27FC236}">
                <ns2:creationId id="{C3F9396B-8A8E-4F5B-8ABE-3A1E4DB3B922}"/>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3EF3F5CB-648B-492E-AC40-810EFF665B91}"/>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118">
            <a:extLst>
              <a:ext uri="{FF2B5EF4-FFF2-40B4-BE49-F238E27FC236}">
                <ns2:creationId id="{F4F3D504-AD2E-4A00-9682-3C9BC671FFF9}"/>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119">
            <a:extLst>
              <a:ext uri="{FF2B5EF4-FFF2-40B4-BE49-F238E27FC236}">
                <ns2:creationId id="{2838E107-C044-4F16-A960-A5ACEEF26F1A}"/>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8E827A48-FF9F-45D6-8E52-6FBE21058700}"/>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120">
            <a:extLst>
              <a:ext uri="{FF2B5EF4-FFF2-40B4-BE49-F238E27FC236}">
                <ns2:creationId id="{2EAC7631-036F-4B81-8E8D-92F6634469D8}"/>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121">
            <a:extLst>
              <a:ext uri="{FF2B5EF4-FFF2-40B4-BE49-F238E27FC236}">
                <ns2:creationId id="{7C1B2D3E-03A9-4072-9AB2-77C36DC720AE}"/>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2" name="Speech Reference&#10;Producer">
            <a:extLst>
              <a:ext uri="{FF2B5EF4-FFF2-40B4-BE49-F238E27FC236}">
                <ns2:creationId id="{1406E7F9-ED54-4570-B782-225B17C49D21}"/>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122">
            <a:extLst>
              <a:ext uri="{FF2B5EF4-FFF2-40B4-BE49-F238E27FC236}">
                <ns2:creationId id="{5DE05FE4-E94C-4741-AAE7-9A4229916B2D}"/>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BDA621C7-2CEC-40D1-8CF9-B428ACA5E3B9}"/>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123">
            <a:extLst>
              <a:ext uri="{FF2B5EF4-FFF2-40B4-BE49-F238E27FC236}">
                <ns2:creationId id="{9124D8E5-C344-492C-8EC1-BC83F6698531}"/>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124">
            <a:extLst>
              <a:ext uri="{FF2B5EF4-FFF2-40B4-BE49-F238E27FC236}">
                <ns2:creationId id="{2FC30B03-DB2B-4DAC-BC82-B7168073FEEF}"/>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125">
            <a:extLst>
              <a:ext uri="{FF2B5EF4-FFF2-40B4-BE49-F238E27FC236}">
                <ns2:creationId id="{56B95F20-F31E-4CF3-B434-90EFB3DD5CF0}"/>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26">
            <a:extLst>
              <a:ext uri="{FF2B5EF4-FFF2-40B4-BE49-F238E27FC236}">
                <ns2:creationId id="{6F75C456-273A-408E-9E1B-18E121DCF017}"/>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27">
            <a:extLst>
              <a:ext uri="{FF2B5EF4-FFF2-40B4-BE49-F238E27FC236}">
                <ns2:creationId id="{27329354-1174-4479-9707-C73BDB902F4F}"/>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28">
            <a:extLst>
              <a:ext uri="{FF2B5EF4-FFF2-40B4-BE49-F238E27FC236}">
                <ns2:creationId id="{4214214D-BBE2-4EB3-9880-063DAEFA72EC}"/>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29">
            <a:extLst>
              <a:ext uri="{FF2B5EF4-FFF2-40B4-BE49-F238E27FC236}">
                <ns2:creationId id="{14E56E5F-AA51-4B99-98A3-F93DCC9D8BD3}"/>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30">
            <a:extLst>
              <a:ext uri="{FF2B5EF4-FFF2-40B4-BE49-F238E27FC236}">
                <ns2:creationId id="{D2442E54-ADA0-471E-8D6E-AE4740800E09}"/>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31">
            <a:extLst>
              <a:ext uri="{FF2B5EF4-FFF2-40B4-BE49-F238E27FC236}">
                <ns2:creationId id="{F49B0A71-3B3B-4EAD-B278-31073B7EA172}"/>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78F6DB40-13E0-46A3-85C7-CF1631FB371B}"/>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32">
            <a:extLst>
              <a:ext uri="{FF2B5EF4-FFF2-40B4-BE49-F238E27FC236}">
                <ns2:creationId id="{77B5B2A5-A7E2-4C0B-8C97-0F58F79DD8A0}"/>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0FD8A0A6-BECD-46EB-A664-414E05D61464}"/>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33">
            <a:extLst>
              <a:ext uri="{FF2B5EF4-FFF2-40B4-BE49-F238E27FC236}">
                <ns2:creationId id="{C40F556E-863C-45FE-B6DD-42C3286D0E71}"/>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34">
            <a:extLst>
              <a:ext uri="{FF2B5EF4-FFF2-40B4-BE49-F238E27FC236}">
                <ns2:creationId id="{E0AA28D3-1421-441F-9D2D-419A6C2F10C1}"/>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35">
            <a:extLst>
              <a:ext uri="{FF2B5EF4-FFF2-40B4-BE49-F238E27FC236}">
                <ns2:creationId id="{53DCD0B7-342A-446E-94DA-06F01C033812}"/>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36">
            <a:extLst>
              <a:ext uri="{FF2B5EF4-FFF2-40B4-BE49-F238E27FC236}">
                <ns2:creationId id="{169B1A37-D0D9-4029-BCDF-C5E4C255F128}"/>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37">
            <a:extLst>
              <a:ext uri="{FF2B5EF4-FFF2-40B4-BE49-F238E27FC236}">
                <ns2:creationId id="{BE6E79EB-5AC1-4E11-9F7B-04F2C1439716}"/>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B2BC2AE6-CE6D-4B4F-BEBA-2A8AE6BCBE67}"/>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38">
            <a:extLst>
              <a:ext uri="{FF2B5EF4-FFF2-40B4-BE49-F238E27FC236}">
                <ns2:creationId id="{B948287E-210D-4B80-BE98-23E866CA04E5}"/>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39">
            <a:extLst>
              <a:ext uri="{FF2B5EF4-FFF2-40B4-BE49-F238E27FC236}">
                <ns2:creationId id="{9CB58611-623A-4BBE-8FAA-AF41400BD255}"/>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40">
            <a:extLst>
              <a:ext uri="{FF2B5EF4-FFF2-40B4-BE49-F238E27FC236}">
                <ns2:creationId id="{7C454213-8459-4D3E-ACDF-FBEA47B10819}"/>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41">
            <a:extLst>
              <a:ext uri="{FF2B5EF4-FFF2-40B4-BE49-F238E27FC236}">
                <ns2:creationId id="{791F0BC1-140D-45CA-9B86-162EDCBD7458}"/>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42">
            <a:extLst>
              <a:ext uri="{FF2B5EF4-FFF2-40B4-BE49-F238E27FC236}">
                <ns2:creationId id="{5B63B4DF-629C-4E20-B3E4-4C316D862CF9}"/>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CE65A653-D0C1-44D9-BDA6-C8D5229B0729}"/>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43">
            <a:extLst>
              <a:ext uri="{FF2B5EF4-FFF2-40B4-BE49-F238E27FC236}">
                <ns2:creationId id="{E6021BB1-E701-4FF1-AB4F-8872D17A8798}"/>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44">
            <a:extLst>
              <a:ext uri="{FF2B5EF4-FFF2-40B4-BE49-F238E27FC236}">
                <ns2:creationId id="{7AE023CE-950C-494A-9485-630D33D6AE52}"/>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45">
            <a:extLst>
              <a:ext uri="{FF2B5EF4-FFF2-40B4-BE49-F238E27FC236}">
                <ns2:creationId id="{662A96F1-87AA-42D7-AB05-31C1788D01F7}"/>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46">
            <a:extLst>
              <a:ext uri="{FF2B5EF4-FFF2-40B4-BE49-F238E27FC236}">
                <ns2:creationId id="{B19B88D4-EBFD-4E12-B643-AEAB339325C9}"/>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47">
            <a:extLst>
              <a:ext uri="{FF2B5EF4-FFF2-40B4-BE49-F238E27FC236}">
                <ns2:creationId id="{56F8ECED-A72F-487A-885F-A93A6D0881B4}"/>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48">
            <a:extLst>
              <a:ext uri="{FF2B5EF4-FFF2-40B4-BE49-F238E27FC236}">
                <ns2:creationId id="{FD8E4B6B-E4D1-4594-9687-C63E9EAD051B}"/>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49">
            <a:extLst>
              <a:ext uri="{FF2B5EF4-FFF2-40B4-BE49-F238E27FC236}">
                <ns2:creationId id="{87115151-0889-4959-98BC-454F272C8670}"/>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50">
            <a:extLst>
              <a:ext uri="{FF2B5EF4-FFF2-40B4-BE49-F238E27FC236}">
                <ns2:creationId id="{28870855-CB7A-4149-8848-2886797A1F87}"/>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51">
            <a:extLst>
              <a:ext uri="{FF2B5EF4-FFF2-40B4-BE49-F238E27FC236}">
                <ns2:creationId id="{A605D5B0-6565-43D5-BACF-1F1283B4E12F}"/>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08" name="DP3 object 152">
            <a:extLst>
              <a:ext uri="{FF2B5EF4-FFF2-40B4-BE49-F238E27FC236}">
                <ns2:creationId id="{CB4831B7-C38E-4EC6-BF9E-ECDC21C44237}"/>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09" name="DP3 object 153">
            <a:extLst>
              <a:ext uri="{FF2B5EF4-FFF2-40B4-BE49-F238E27FC236}">
                <ns2:creationId id="{DF1804B6-424C-477C-8863-94CFC4DBE696}"/>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0" name="DP3 object 154">
            <a:extLst>
              <a:ext uri="{FF2B5EF4-FFF2-40B4-BE49-F238E27FC236}">
                <ns2:creationId id="{880AEEA2-828F-4F17-9399-97ECB38F9341}"/>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1" name="Request Controller: 현재성 확인과 최종 채택">
            <a:extLst>
              <a:ext uri="{FF2B5EF4-FFF2-40B4-BE49-F238E27FC236}">
                <ns2:creationId id="{88EB0EB3-F1EE-499D-A428-41DF0DBD4B0F}"/>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2" name="DP3 object 155">
            <a:extLst>
              <a:ext uri="{FF2B5EF4-FFF2-40B4-BE49-F238E27FC236}">
                <ns2:creationId id="{1226C647-9BD9-4CEC-B89F-9BFCF35D678E}"/>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3" name="Editable path 156">
            <a:extLst>
              <a:ext uri="{FF2B5EF4-FFF2-40B4-BE49-F238E27FC236}">
                <ns2:creationId id="{C8223674-A256-4FA3-BFE8-904E31E28D0E}"/>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4" name="Editable arrowhead 157">
            <a:extLst>
              <a:ext uri="{FF2B5EF4-FFF2-40B4-BE49-F238E27FC236}">
                <ns2:creationId id="{461A32AD-CF36-4D7F-B455-F144EBBE02DC}"/>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5" name="DP3 object 158">
            <a:extLst>
              <a:ext uri="{FF2B5EF4-FFF2-40B4-BE49-F238E27FC236}">
                <ns2:creationId id="{FA8259FF-6934-4EA6-AF15-40FA92914E27}"/>
              </a:ext>
            </a:extLst>
          </p:cNvPr>
          <p:cNvSpPr>
            <a:spLocks noGrp="1"/>
          </p:cNvSpPr>
          <p:nvPr/>
        </p:nvSpPr>
        <p:spPr>
          <a:xfrm>
            <a:off x="266700" y="9858375"/>
            <a:ext cx="17526000" cy="200025"/>
          </a:xfrm>
          <a:prstGeom prst="rect">
            <a:avLst/>
          </a:prstGeom>
          <a:noFill/>
          <a:ln w="0">
            <a:noFill/>
            <a:prstDash val="solid"/>
          </a:ln>
        </p:spPr>
        <p:txBody>
          <a:bodyPr wrap="none" lIns="0" tIns="0" rIns="0" bIns="0" anchor="ctr">
            <a:noAutofit/>
          </a:bodyPr>
          <a:lstStyle>
            <a:defPPr algn="l">
              <a:defRPr sz="1300" b="1" lang="ko-KR">
                <a:solidFill>
                  <a:srgbClr val="111111"/>
                </a:solidFill>
                <a:latin typeface="Calibri"/>
                <a:ea typeface="Calibri"/>
                <a:cs typeface="Calibri"/>
              </a:defRPr>
            </a:defPPr>
            <a:lvl1pPr algn="l">
              <a:defRPr sz="1300" b="1" lang="ko-KR">
                <a:solidFill>
                  <a:srgbClr val="111111"/>
                </a:solidFill>
                <a:latin typeface="Calibri"/>
                <a:ea typeface="Calibri"/>
                <a:cs typeface="Calibri"/>
              </a:defRPr>
            </a:lvl1pPr>
            <a:lvl2pPr algn="l">
              <a:defRPr sz="1300" b="1" lang="ko-KR">
                <a:solidFill>
                  <a:srgbClr val="111111"/>
                </a:solidFill>
                <a:latin typeface="Calibri"/>
                <a:ea typeface="Calibri"/>
                <a:cs typeface="Calibri"/>
              </a:defRPr>
            </a:lvl2pPr>
            <a:lvl3pPr algn="l">
              <a:defRPr sz="1300" b="1" lang="ko-KR">
                <a:solidFill>
                  <a:srgbClr val="111111"/>
                </a:solidFill>
                <a:latin typeface="Calibri"/>
                <a:ea typeface="Calibri"/>
                <a:cs typeface="Calibri"/>
              </a:defRPr>
            </a:lvl3pPr>
            <a:lvl4pPr algn="l">
              <a:defRPr sz="1300" b="1" lang="ko-KR">
                <a:solidFill>
                  <a:srgbClr val="111111"/>
                </a:solidFill>
                <a:latin typeface="Calibri"/>
                <a:ea typeface="Calibri"/>
                <a:cs typeface="Calibri"/>
              </a:defRPr>
            </a:lvl4pPr>
            <a:lvl5pPr algn="l">
              <a:defRPr sz="1300" b="1" lang="ko-KR">
                <a:solidFill>
                  <a:srgbClr val="111111"/>
                </a:solidFill>
                <a:latin typeface="Calibri"/>
                <a:ea typeface="Calibri"/>
                <a:cs typeface="Calibri"/>
              </a:defRPr>
            </a:lvl5pPr>
            <a:lvl6pPr algn="l">
              <a:defRPr sz="1300" b="1" lang="ko-KR">
                <a:solidFill>
                  <a:srgbClr val="111111"/>
                </a:solidFill>
                <a:latin typeface="Calibri"/>
                <a:ea typeface="Calibri"/>
                <a:cs typeface="Calibri"/>
              </a:defRPr>
            </a:lvl6pPr>
            <a:lvl7pPr algn="l">
              <a:defRPr sz="1300" b="1" lang="ko-KR">
                <a:solidFill>
                  <a:srgbClr val="111111"/>
                </a:solidFill>
                <a:latin typeface="Calibri"/>
                <a:ea typeface="Calibri"/>
                <a:cs typeface="Calibri"/>
              </a:defRPr>
            </a:lvl7pPr>
            <a:lvl8pPr algn="l">
              <a:defRPr sz="1300" b="1" lang="ko-KR">
                <a:solidFill>
                  <a:srgbClr val="111111"/>
                </a:solidFill>
                <a:latin typeface="Calibri"/>
                <a:ea typeface="Calibri"/>
                <a:cs typeface="Calibri"/>
              </a:defRPr>
            </a:lvl8pPr>
            <a:lvl9pPr algn="l">
              <a:defRPr sz="1300" b="1" lang="ko-KR">
                <a:solidFill>
                  <a:srgbClr val="111111"/>
                </a:solidFill>
                <a:latin typeface="Calibri"/>
                <a:ea typeface="Calibri"/>
                <a:cs typeface="Calibri"/>
              </a:defRPr>
            </a:lvl9pPr>
          </a:lstStyle>
          <a:p>
            <a:pPr algn="l">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계약: bbox 0~1000 출력 후 pixel 변환. B 기본은 순차 생산, 충분한 후보는 코드 결합 가능. PoC는 Qwen vision 생산.</a:t>
            </a:r>
            <a:endParaRPr lang="ko-KR">
              <a:latin typeface="Calibri"/>
              <a:ea typeface="Calibri"/>
              <a:cs typeface="Calibri"/>
            </a:endParaRPr>
          </a:p>
        </p:txBody>
      </p:sp>
      <p:sp>
        <p:nvSpPr>
          <p:cNvPr id="116" name="DP3 object 159">
            <a:extLst>
              <a:ext uri="{FF2B5EF4-FFF2-40B4-BE49-F238E27FC236}">
                <ns2:creationId id="{386B25A5-9C8F-4AF2-B794-1388A4D95484}"/>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775077289"/>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3" name="DP3 object 160">
            <a:extLst>
              <a:ext uri="{FF2B5EF4-FFF2-40B4-BE49-F238E27FC236}">
                <ns2:creationId id="{EA8A4A65-8E74-480E-8311-CFCF66D86365}"/>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(선택 및 보완)</a:t>
            </a:r>
            <a:endParaRPr lang="ko-KR">
              <a:latin typeface="Calibri"/>
              <a:ea typeface="Calibri"/>
              <a:cs typeface="Calibri"/>
            </a:endParaRPr>
          </a:p>
        </p:txBody>
      </p:sp>
      <p:sp>
        <p:nvSpPr>
          <p:cNvPr id="2" name="DP3 object 161">
            <a:extLst>
              <a:ext uri="{FF2B5EF4-FFF2-40B4-BE49-F238E27FC236}">
                <ns2:creationId id="{79E4B4D6-B0CE-4438-B138-388D52A9D379}"/>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62">
            <a:extLst>
              <a:ext uri="{FF2B5EF4-FFF2-40B4-BE49-F238E27FC236}">
                <ns2:creationId id="{83133740-4769-40C3-97B8-908ED01570F3}"/>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63">
            <a:extLst>
              <a:ext uri="{FF2B5EF4-FFF2-40B4-BE49-F238E27FC236}">
                <ns2:creationId id="{952A2A72-7F1A-424C-8405-BB7CEBE6583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64">
            <a:extLst>
              <a:ext uri="{FF2B5EF4-FFF2-40B4-BE49-F238E27FC236}">
                <ns2:creationId id="{6F6AD9DB-BA51-4F3F-B872-1C64B542EDB9}"/>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65">
            <a:extLst>
              <a:ext uri="{FF2B5EF4-FFF2-40B4-BE49-F238E27FC236}">
                <ns2:creationId id="{D94118A8-62D3-41DE-B28E-53B30BECB9D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66">
            <a:extLst>
              <a:ext uri="{FF2B5EF4-FFF2-40B4-BE49-F238E27FC236}">
                <ns2:creationId id="{D3EFD9E5-817E-4E92-AC6C-0B1365E7223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67">
            <a:extLst>
              <a:ext uri="{FF2B5EF4-FFF2-40B4-BE49-F238E27FC236}">
                <ns2:creationId id="{D2CDE03B-1219-4493-BFBD-84FF83A94BC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68">
            <a:extLst>
              <a:ext uri="{FF2B5EF4-FFF2-40B4-BE49-F238E27FC236}">
                <ns2:creationId id="{003D5D30-9085-4C6A-8D5C-B3CFE3FBD97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69">
            <a:extLst>
              <a:ext uri="{FF2B5EF4-FFF2-40B4-BE49-F238E27FC236}">
                <ns2:creationId id="{57D5F4F8-B63D-4EF2-A3F5-F3716AA8B9D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70">
            <a:extLst>
              <a:ext uri="{FF2B5EF4-FFF2-40B4-BE49-F238E27FC236}">
                <ns2:creationId id="{BF58AD74-4C06-4F8D-B89F-097DFF1BF7FA}"/>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71">
            <a:extLst>
              <a:ext uri="{FF2B5EF4-FFF2-40B4-BE49-F238E27FC236}">
                <ns2:creationId id="{E075BC12-35CB-4446-B50B-86406484BC17}"/>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72">
            <a:extLst>
              <a:ext uri="{FF2B5EF4-FFF2-40B4-BE49-F238E27FC236}">
                <ns2:creationId id="{31315501-4EBA-4F0F-B0EC-E531954AA2B6}"/>
              </a:ext>
            </a:extLst>
          </p:cNvPr>
          <p:cNvSpPr>
            <a:spLocks noGrp="1"/>
          </p:cNvSpPr>
          <p:nvPr/>
        </p:nvSpPr>
        <p:spPr>
          <a:xfrm>
            <a:off x="17478375" y="9991725"/>
            <a:ext cx="361950" cy="190500"/>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a:t>
            </a:r>
            <a:endParaRPr lang="ko-KR">
              <a:latin typeface="Calibri"/>
              <a:ea typeface="Calibri"/>
              <a:cs typeface="Calibri"/>
            </a:endParaRPr>
          </a:p>
        </p:txBody>
      </p:sp>
      <p:sp>
        <p:nvSpPr>
          <p:cNvPr id="14" name="DP3 object 173">
            <a:extLst>
              <a:ext uri="{FF2B5EF4-FFF2-40B4-BE49-F238E27FC236}">
                <ns2:creationId id="{047B4920-970C-4901-BF35-9F48C7351F20}"/>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정규화 계약의 기본 A 선택 / A2+A5는 pixel 계약에서 확인한 별도 복구 대안</a:t>
            </a:r>
            <a:endParaRPr lang="ko-KR">
              <a:latin typeface="Calibri"/>
              <a:ea typeface="Calibri"/>
              <a:cs typeface="Calibri"/>
            </a:endParaRPr>
          </a:p>
        </p:txBody>
      </p:sp>
      <p:graphicFrame>
        <p:nvGraphicFramePr>
          <p:cNvPr id="15" name="">
            <a:extLst>
              <a:ext uri="{FF2B5EF4-FFF2-40B4-BE49-F238E27FC236}">
                <ns2:creationId id="{D2195B8B-2F74-4397-9702-ACF8F0913FAF}"/>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[복구 대안] A2+A5 / 정규화 A에는 추가 적용하지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500" b="0" lang="ko-KR">
                          <a:solidFill>
                            <a:srgbClr val="111111"/>
                          </a:solidFill>
                          <a:latin typeface="Calibri"/>
                          <a:ea typeface="Calibri"/>
                          <a:cs typeface="Calibri"/>
                        </a:rPr>
                        <a:t>24/24 (정규화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pixel 복구] 19/24 →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74">
            <a:extLst>
              <a:ext uri="{FF2B5EF4-FFF2-40B4-BE49-F238E27FC236}">
                <ns2:creationId id="{FC26784C-9AE9-4445-B1B6-69709B107829}"/>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75">
            <a:extLst>
              <a:ext uri="{FF2B5EF4-FFF2-40B4-BE49-F238E27FC236}">
                <ns2:creationId id="{9EA88121-3EC1-408A-B71A-1AAC798B7A09}"/>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76">
            <a:extLst>
              <a:ext uri="{FF2B5EF4-FFF2-40B4-BE49-F238E27FC236}">
                <ns2:creationId id="{00B49705-24FE-4B38-BEBB-580C9D553591}"/>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77">
            <a:extLst>
              <a:ext uri="{FF2B5EF4-FFF2-40B4-BE49-F238E27FC236}">
                <ns2:creationId id="{959083A0-5E02-47D7-A1E1-F85F6985ED9C}"/>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51C4B7FA-C547-4061-B4F8-F47E9FC06D12}"/>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78">
            <a:extLst>
              <a:ext uri="{FF2B5EF4-FFF2-40B4-BE49-F238E27FC236}">
                <ns2:creationId id="{9B4DDA0F-2FE0-4259-A1CF-D515BD579F9C}"/>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보존 상태</a:t>
            </a:r>
            <a:endParaRPr lang="ko-KR">
              <a:latin typeface="Calibri"/>
              <a:ea typeface="Calibri"/>
              <a:cs typeface="Calibri"/>
            </a:endParaRPr>
          </a:p>
        </p:txBody>
      </p:sp>
      <p:sp>
        <p:nvSpPr>
          <p:cNvPr id="22" name="DP3 object 179">
            <a:extLst>
              <a:ext uri="{FF2B5EF4-FFF2-40B4-BE49-F238E27FC236}">
                <ns2:creationId id="{5DEE18BF-E1A8-4213-96C7-2644A4DE38F0}"/>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80">
            <a:extLst>
              <a:ext uri="{FF2B5EF4-FFF2-40B4-BE49-F238E27FC236}">
                <ns2:creationId id="{01660710-830D-4819-A627-74683ADE0D37}"/>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81">
            <a:extLst>
              <a:ext uri="{FF2B5EF4-FFF2-40B4-BE49-F238E27FC236}">
                <ns2:creationId id="{412BA276-C47B-4316-AD22-6B41F98E81C5}"/>
              </a:ext>
            </a:extLst>
          </p:cNvPr>
          <p:cNvSpPr>
            <a:spLocks noGrp="1"/>
          </p:cNvSpPr>
          <p:nvPr/>
        </p:nvSpPr>
        <p:spPr>
          <a:xfrm>
            <a:off x="314325" y="5800725"/>
            <a:ext cx="1495425" cy="323850"/>
          </a:xfrm>
          <a:prstGeom prst="rect">
            <a:avLst/>
          </a:prstGeom>
          <a:noFill/>
          <a:ln w="0">
            <a:noFill/>
            <a:prstDash val="solid"/>
          </a:ln>
        </p:spPr>
        <p:txBody>
          <a:bodyPr wrap="none" lIns="0" tIns="0" rIns="0" bIns="0" anchor="ctr">
            <a:noAutofit/>
          </a:bodyPr>
          <a:lstStyle>
            <a:defPPr algn="ctr">
              <a:defRPr sz="1200" b="0" lang="ko-KR">
                <a:solidFill>
                  <a:srgbClr val="4676CB"/>
                </a:solidFill>
                <a:latin typeface="Calibri"/>
                <a:ea typeface="Calibri"/>
                <a:cs typeface="Calibri"/>
              </a:defRPr>
            </a:defPPr>
            <a:lvl1pPr algn="ctr">
              <a:defRPr sz="1200" b="0" lang="ko-KR">
                <a:solidFill>
                  <a:srgbClr val="4676CB"/>
                </a:solidFill>
                <a:latin typeface="Calibri"/>
                <a:ea typeface="Calibri"/>
                <a:cs typeface="Calibri"/>
              </a:defRPr>
            </a:lvl1pPr>
            <a:lvl2pPr algn="ctr">
              <a:defRPr sz="1200" b="0" lang="ko-KR">
                <a:solidFill>
                  <a:srgbClr val="4676CB"/>
                </a:solidFill>
                <a:latin typeface="Calibri"/>
                <a:ea typeface="Calibri"/>
                <a:cs typeface="Calibri"/>
              </a:defRPr>
            </a:lvl2pPr>
            <a:lvl3pPr algn="ctr">
              <a:defRPr sz="1200" b="0" lang="ko-KR">
                <a:solidFill>
                  <a:srgbClr val="4676CB"/>
                </a:solidFill>
                <a:latin typeface="Calibri"/>
                <a:ea typeface="Calibri"/>
                <a:cs typeface="Calibri"/>
              </a:defRPr>
            </a:lvl3pPr>
            <a:lvl4pPr algn="ctr">
              <a:defRPr sz="1200" b="0" lang="ko-KR">
                <a:solidFill>
                  <a:srgbClr val="4676CB"/>
                </a:solidFill>
                <a:latin typeface="Calibri"/>
                <a:ea typeface="Calibri"/>
                <a:cs typeface="Calibri"/>
              </a:defRPr>
            </a:lvl4pPr>
            <a:lvl5pPr algn="ctr">
              <a:defRPr sz="1200" b="0" lang="ko-KR">
                <a:solidFill>
                  <a:srgbClr val="4676CB"/>
                </a:solidFill>
                <a:latin typeface="Calibri"/>
                <a:ea typeface="Calibri"/>
                <a:cs typeface="Calibri"/>
              </a:defRPr>
            </a:lvl5pPr>
            <a:lvl6pPr algn="ctr">
              <a:defRPr sz="1200" b="0" lang="ko-KR">
                <a:solidFill>
                  <a:srgbClr val="4676CB"/>
                </a:solidFill>
                <a:latin typeface="Calibri"/>
                <a:ea typeface="Calibri"/>
                <a:cs typeface="Calibri"/>
              </a:defRPr>
            </a:lvl6pPr>
            <a:lvl7pPr algn="ctr">
              <a:defRPr sz="1200" b="0" lang="ko-KR">
                <a:solidFill>
                  <a:srgbClr val="4676CB"/>
                </a:solidFill>
                <a:latin typeface="Calibri"/>
                <a:ea typeface="Calibri"/>
                <a:cs typeface="Calibri"/>
              </a:defRPr>
            </a:lvl7pPr>
            <a:lvl8pPr algn="ctr">
              <a:defRPr sz="1200" b="0" lang="ko-KR">
                <a:solidFill>
                  <a:srgbClr val="4676CB"/>
                </a:solidFill>
                <a:latin typeface="Calibri"/>
                <a:ea typeface="Calibri"/>
                <a:cs typeface="Calibri"/>
              </a:defRPr>
            </a:lvl8pPr>
            <a:lvl9pPr algn="ctr">
              <a:defRPr sz="1200" b="0" lang="ko-KR">
                <a:solidFill>
                  <a:srgbClr val="4676CB"/>
                </a:solidFill>
                <a:latin typeface="Calibri"/>
                <a:ea typeface="Calibri"/>
                <a:cs typeface="Calibri"/>
              </a:defRPr>
            </a:lvl9pPr>
          </a:lstStyle>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파란 점선:</a:t>
            </a:r>
            <a:endParaRPr lang="ko-KR">
              <a:latin typeface="Calibri"/>
              <a:ea typeface="Calibri"/>
              <a:cs typeface="Calibri"/>
            </a:endParaRPr>
          </a:p>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별도 복구 대안</a:t>
            </a:r>
            <a:endParaRPr lang="ko-KR">
              <a:latin typeface="Calibri"/>
              <a:ea typeface="Calibri"/>
              <a:cs typeface="Calibri"/>
            </a:endParaRPr>
          </a:p>
        </p:txBody>
      </p:sp>
      <p:sp>
        <p:nvSpPr>
          <p:cNvPr id="25" name="DP3 object 182">
            <a:extLst>
              <a:ext uri="{FF2B5EF4-FFF2-40B4-BE49-F238E27FC236}">
                <ns2:creationId id="{CFE8EE96-E04A-4C89-A520-488DA4F78FF8}"/>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6" name="발화 원문&#10;시각·정정">
            <a:extLst>
              <a:ext uri="{FF2B5EF4-FFF2-40B4-BE49-F238E27FC236}">
                <ns2:creationId id="{571B338A-B8FB-4C4C-9AE6-F106EE748773}"/>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7" name="DP3 object 183">
            <a:extLst>
              <a:ext uri="{FF2B5EF4-FFF2-40B4-BE49-F238E27FC236}">
                <ns2:creationId id="{8AACB9A7-3E92-4E7F-B6B2-1525B22A8DC9}"/>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8" name="당시 화면&#10;선택·pointer">
            <a:extLst>
              <a:ext uri="{FF2B5EF4-FFF2-40B4-BE49-F238E27FC236}">
                <ns2:creationId id="{B4F90488-0100-47C0-87B6-BA244E7893F4}"/>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9" name="DP3 object 184">
            <a:extLst>
              <a:ext uri="{FF2B5EF4-FFF2-40B4-BE49-F238E27FC236}">
                <ns2:creationId id="{DC37E584-2A95-4703-8D72-7C1F5E42E600}"/>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30" name="Request Interpreter Component">
            <a:extLst>
              <a:ext uri="{FF2B5EF4-FFF2-40B4-BE49-F238E27FC236}">
                <ns2:creationId id="{2959C305-C296-4005-AF90-6E63ABC49A08}"/>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1" name="DP3 object 185">
            <a:extLst>
              <a:ext uri="{FF2B5EF4-FFF2-40B4-BE49-F238E27FC236}">
                <ns2:creationId id="{7562CBBE-213F-45A1-AC3E-C4F306F12350}"/>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2" name="Editable path 186">
            <a:extLst>
              <a:ext uri="{FF2B5EF4-FFF2-40B4-BE49-F238E27FC236}">
                <ns2:creationId id="{7209F50C-565B-4579-B5FC-FC1301831B95}"/>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3" name="Grounding Attempt Control / Joint Work Queue">
            <a:extLst>
              <a:ext uri="{FF2B5EF4-FFF2-40B4-BE49-F238E27FC236}">
                <ns2:creationId id="{EA2F2EA0-6B5A-4BA5-B53F-D5DCE8010600}"/>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4" name="DP3 object 187">
            <a:extLst>
              <a:ext uri="{FF2B5EF4-FFF2-40B4-BE49-F238E27FC236}">
                <ns2:creationId id="{096CF99D-AB30-4E0D-A211-84D605E6486D}"/>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5" name="Joint Grounding&#10;Interpreter">
            <a:extLst>
              <a:ext uri="{FF2B5EF4-FFF2-40B4-BE49-F238E27FC236}">
                <ns2:creationId id="{661E5D2F-55C6-4B73-AAFB-93908CA5FFA2}"/>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6" name="DP3 object 188">
            <a:extLst>
              <a:ext uri="{FF2B5EF4-FFF2-40B4-BE49-F238E27FC236}">
                <ns2:creationId id="{92FAD880-31B0-48B2-9F51-C7F12A49D24A}"/>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7" name="Joint Grounding&#10;State">
            <a:extLst>
              <a:ext uri="{FF2B5EF4-FFF2-40B4-BE49-F238E27FC236}">
                <ns2:creationId id="{05F50148-4B5C-4E93-BCDD-365296E9AD19}"/>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8" name="DP3 object 189">
            <a:extLst>
              <a:ext uri="{FF2B5EF4-FFF2-40B4-BE49-F238E27FC236}">
                <ns2:creationId id="{02CF656F-5CA9-49D4-81A1-D2BC7AF8FF94}"/>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9" name="Editable path 190">
            <a:extLst>
              <a:ext uri="{FF2B5EF4-FFF2-40B4-BE49-F238E27FC236}">
                <ns2:creationId id="{B9CAF12C-8DAD-4C7C-AEBB-DEE4EF947EEE}"/>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40" name="Editable arrowhead 191">
            <a:extLst>
              <a:ext uri="{FF2B5EF4-FFF2-40B4-BE49-F238E27FC236}">
                <ns2:creationId id="{AAB9C374-DC41-483E-8270-907489581F6A}"/>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1" name="Editable path 192">
            <a:extLst>
              <a:ext uri="{FF2B5EF4-FFF2-40B4-BE49-F238E27FC236}">
                <ns2:creationId id="{6C11891A-0EBC-4890-9003-A0983B1967F5}"/>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2" name="Editable arrowhead 193">
            <a:extLst>
              <a:ext uri="{FF2B5EF4-FFF2-40B4-BE49-F238E27FC236}">
                <ns2:creationId id="{6D9280A6-1435-4C53-B940-A5866568BC97}"/>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3" name="Editable path 194">
            <a:extLst>
              <a:ext uri="{FF2B5EF4-FFF2-40B4-BE49-F238E27FC236}">
                <ns2:creationId id="{C5A9280B-DF3F-4286-BDBF-94FD65CE45D0}"/>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4" name="Editable arrowhead 195">
            <a:extLst>
              <a:ext uri="{FF2B5EF4-FFF2-40B4-BE49-F238E27FC236}">
                <ns2:creationId id="{91A00054-EB63-4AAC-96FB-7B89EB362138}"/>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96">
            <a:extLst>
              <a:ext uri="{FF2B5EF4-FFF2-40B4-BE49-F238E27FC236}">
                <ns2:creationId id="{32998D52-03BB-4537-8C8A-A2A24A425986}"/>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6" name="Editable arrowhead 197">
            <a:extLst>
              <a:ext uri="{FF2B5EF4-FFF2-40B4-BE49-F238E27FC236}">
                <ns2:creationId id="{11190CBA-1472-444B-BDBA-228874A125BA}"/>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198">
            <a:extLst>
              <a:ext uri="{FF2B5EF4-FFF2-40B4-BE49-F238E27FC236}">
                <ns2:creationId id="{BE757343-6D97-44B1-90F0-9DABCF5E1492}"/>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8" name="DP3 object 199">
            <a:extLst>
              <a:ext uri="{FF2B5EF4-FFF2-40B4-BE49-F238E27FC236}">
                <ns2:creationId id="{097D3F01-14F4-4703-90BA-40447AB3AF87}"/>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TryApply / 현재성·기하 검증">
            <a:extLst>
              <a:ext uri="{FF2B5EF4-FFF2-40B4-BE49-F238E27FC236}">
                <ns2:creationId id="{11661E4A-A2D4-4C00-AAF8-557AB237CA33}"/>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50" name="DP3 object 200">
            <a:extLst>
              <a:ext uri="{FF2B5EF4-FFF2-40B4-BE49-F238E27FC236}">
                <ns2:creationId id="{0F6F787C-88C3-4CD5-A9CF-BE1D85EB0BFF}"/>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1" name="DP3 object 201">
            <a:extLst>
              <a:ext uri="{FF2B5EF4-FFF2-40B4-BE49-F238E27FC236}">
                <ns2:creationId id="{2CFE129B-DCE0-46E3-A680-0F6863DC9DCF}"/>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2" name="DP3 object 202">
            <a:extLst>
              <a:ext uri="{FF2B5EF4-FFF2-40B4-BE49-F238E27FC236}">
                <ns2:creationId id="{D550138E-A91E-4EE3-9CAE-65004BCAB958}"/>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3" name="Editable path 203">
            <a:extLst>
              <a:ext uri="{FF2B5EF4-FFF2-40B4-BE49-F238E27FC236}">
                <ns2:creationId id="{1E63944D-EC09-44F1-8DA1-5B92D6B5F850}"/>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4" name="Editable arrowhead 204">
            <a:extLst>
              <a:ext uri="{FF2B5EF4-FFF2-40B4-BE49-F238E27FC236}">
                <ns2:creationId id="{DBAE562B-CFD4-4CC8-B2DF-E5DEDFA2BD5E}"/>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3 object 205">
            <a:extLst>
              <a:ext uri="{FF2B5EF4-FFF2-40B4-BE49-F238E27FC236}">
                <ns2:creationId id="{BD45F25F-348A-4E2B-9BD9-7366601B0358}"/>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6" name="DP3 object 206">
            <a:extLst>
              <a:ext uri="{FF2B5EF4-FFF2-40B4-BE49-F238E27FC236}">
                <ns2:creationId id="{E49491F9-D133-4861-9B70-C613506A45E9}"/>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7" name="pixel 복구 대안 (미적용): A2 패치 + A5 좌표 view">
            <a:extLst>
              <a:ext uri="{FF2B5EF4-FFF2-40B4-BE49-F238E27FC236}">
                <ns2:creationId id="{97FD14BC-AD7E-4EDF-A8BC-F7138B12FD0A}"/>
              </a:ext>
            </a:extLst>
          </p:cNvPr>
          <p:cNvSpPr>
            <a:spLocks noGrp="1"/>
          </p:cNvSpPr>
          <p:nvPr/>
        </p:nvSpPr>
        <p:spPr>
          <a:xfrm>
            <a:off x="4238625" y="5191125"/>
            <a:ext cx="5295900" cy="314325"/>
          </a:xfrm>
          <a:prstGeom prst="rect">
            <a:avLst/>
          </a:prstGeom>
          <a:solidFill>
            <a:srgbClr val="F1F6FC"/>
          </a:solidFill>
          <a:ln w="17145">
            <a:solidFill>
              <a:srgbClr val="4676CB"/>
            </a:solidFill>
            <a:prstDash val="dash"/>
          </a:ln>
        </p:spPr>
      </p:sp>
      <p:sp>
        <p:nvSpPr>
          <p:cNvPr id="58" name="DP3 object 207">
            <a:extLst>
              <a:ext uri="{FF2B5EF4-FFF2-40B4-BE49-F238E27FC236}">
                <ns2:creationId id="{5FFE6477-03D1-4299-B7B7-F5A1620C851C}"/>
              </a:ext>
            </a:extLst>
          </p:cNvPr>
          <p:cNvSpPr>
            <a:spLocks noGrp="1"/>
          </p:cNvSpPr>
          <p:nvPr/>
        </p:nvSpPr>
        <p:spPr>
          <a:xfrm>
            <a:off x="4305300" y="5229225"/>
            <a:ext cx="5162550" cy="238125"/>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pixel 복구 대안 (미적용): A2 패치 + A5 좌표 view</a:t>
            </a:r>
            <a:endParaRPr lang="ko-KR">
              <a:latin typeface="Calibri"/>
              <a:ea typeface="Calibri"/>
              <a:cs typeface="Calibri"/>
            </a:endParaRPr>
          </a:p>
        </p:txBody>
      </p:sp>
      <p:sp>
        <p:nvSpPr>
          <p:cNvPr id="59" name="Editable path 208">
            <a:extLst>
              <a:ext uri="{FF2B5EF4-FFF2-40B4-BE49-F238E27FC236}">
                <ns2:creationId id="{C9354EAE-C1BB-457C-8786-5F50378037B7}"/>
              </a:ext>
            </a:extLst>
          </p:cNvPr>
          <p:cNvSpPr>
            <a:spLocks noGrp="1"/>
          </p:cNvSpPr>
          <p:nvPr/>
        </p:nvSpPr>
        <p:spPr>
          <a:xfrm>
            <a:off x="6877050" y="4991100"/>
            <a:ext cx="953" cy="200025"/>
          </a:xfrm>
          <a:custGeom>
            <a:pathLst>
              <a:path w="953" h="200025">
                <a:moveTo>
                  <a:pt x="0" y="0"/>
                </a:moveTo>
                <a:lnTo>
                  <a:pt x="0" y="200025"/>
                </a:lnTo>
              </a:path>
            </a:pathLst>
          </a:custGeom>
          <a:noFill/>
          <a:ln w="19050">
            <a:solidFill>
              <a:srgbClr val="4676CB"/>
            </a:solidFill>
            <a:prstDash val="dash"/>
          </a:ln>
        </p:spPr>
      </p:sp>
      <p:sp>
        <p:nvSpPr>
          <p:cNvPr id="60" name="Editable arrowhead 209">
            <a:extLst>
              <a:ext uri="{FF2B5EF4-FFF2-40B4-BE49-F238E27FC236}">
                <ns2:creationId id="{17835F06-4AC7-4D0F-A5A6-3B20B4A878B6}"/>
              </a:ext>
            </a:extLst>
          </p:cNvPr>
          <p:cNvSpPr>
            <a:spLocks noGrp="1"/>
          </p:cNvSpPr>
          <p:nvPr/>
        </p:nvSpPr>
        <p:spPr>
          <a:xfrm>
            <a:off x="6829425" y="5095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61" name="Editable path 210">
            <a:extLst>
              <a:ext uri="{FF2B5EF4-FFF2-40B4-BE49-F238E27FC236}">
                <ns2:creationId id="{FC25747D-7C60-40DA-A681-6FD7B9ECD864}"/>
              </a:ext>
            </a:extLst>
          </p:cNvPr>
          <p:cNvSpPr>
            <a:spLocks noGrp="1"/>
          </p:cNvSpPr>
          <p:nvPr/>
        </p:nvSpPr>
        <p:spPr>
          <a:xfrm>
            <a:off x="4124325" y="4314825"/>
            <a:ext cx="114300" cy="1038225"/>
          </a:xfrm>
          <a:custGeom>
            <a:pathLst>
              <a:path w="114300" h="1038225">
                <a:moveTo>
                  <a:pt x="114300" y="1038225"/>
                </a:moveTo>
                <a:lnTo>
                  <a:pt x="0" y="1038225"/>
                </a:lnTo>
                <a:lnTo>
                  <a:pt x="0" y="0"/>
                </a:lnTo>
                <a:lnTo>
                  <a:pt x="114300" y="0"/>
                </a:lnTo>
              </a:path>
            </a:pathLst>
          </a:custGeom>
          <a:noFill/>
          <a:ln w="19050">
            <a:solidFill>
              <a:srgbClr val="4676CB"/>
            </a:solidFill>
            <a:prstDash val="dash"/>
          </a:ln>
        </p:spPr>
      </p:sp>
      <p:sp>
        <p:nvSpPr>
          <p:cNvPr id="62" name="Editable arrowhead 211">
            <a:extLst>
              <a:ext uri="{FF2B5EF4-FFF2-40B4-BE49-F238E27FC236}">
                <ns2:creationId id="{3AE80568-3053-4C86-8387-D7393E664B99}"/>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3" name="Request Controller: 현재성 확인과 최종 채택">
            <a:extLst>
              <a:ext uri="{FF2B5EF4-FFF2-40B4-BE49-F238E27FC236}">
                <ns2:creationId id="{7C310682-C10B-4497-807A-FE2D740294BD}"/>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4" name="DP3 object 212">
            <a:extLst>
              <a:ext uri="{FF2B5EF4-FFF2-40B4-BE49-F238E27FC236}">
                <ns2:creationId id="{903EA63A-24F2-404A-BDA7-03BA2B6C08AE}"/>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5" name="Editable path 213">
            <a:extLst>
              <a:ext uri="{FF2B5EF4-FFF2-40B4-BE49-F238E27FC236}">
                <ns2:creationId id="{2966D830-679C-4C6E-907F-C89B6B7E6774}"/>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6" name="Editable arrowhead 214">
            <a:extLst>
              <a:ext uri="{FF2B5EF4-FFF2-40B4-BE49-F238E27FC236}">
                <ns2:creationId id="{E9BCCED5-FD70-4DFD-B0B4-D0C919A04368}"/>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7" name="DP3 object 215">
            <a:extLst>
              <a:ext uri="{FF2B5EF4-FFF2-40B4-BE49-F238E27FC236}">
                <ns2:creationId id="{26AFFFCD-513B-485D-9419-3552C67AF1DD}"/>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8" name="DP3 object 216">
            <a:extLst>
              <a:ext uri="{FF2B5EF4-FFF2-40B4-BE49-F238E27FC236}">
                <ns2:creationId id="{1085DA15-F42D-4F79-828F-FD9E4A327242}"/>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9" name="DP3 object 217">
            <a:extLst>
              <a:ext uri="{FF2B5EF4-FFF2-40B4-BE49-F238E27FC236}">
                <ns2:creationId id="{3EA9FB7A-E519-403F-9471-50D0A1D9C2FF}"/>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70" name="Request Interpreter Component">
            <a:extLst>
              <a:ext uri="{FF2B5EF4-FFF2-40B4-BE49-F238E27FC236}">
                <ns2:creationId id="{899B4A13-2467-46BF-9711-6C6C5B53F277}"/>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71" name="DP3 object 218">
            <a:extLst>
              <a:ext uri="{FF2B5EF4-FFF2-40B4-BE49-F238E27FC236}">
                <ns2:creationId id="{403A5E5C-447C-4298-B46C-D4EE243C169D}"/>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2" name="Editable path 219">
            <a:extLst>
              <a:ext uri="{FF2B5EF4-FFF2-40B4-BE49-F238E27FC236}">
                <ns2:creationId id="{444320C0-82C3-43A6-9457-BC417C0795A2}"/>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73" name="Grounding&#10;Coordinator">
            <a:extLst>
              <a:ext uri="{FF2B5EF4-FFF2-40B4-BE49-F238E27FC236}">
                <ns2:creationId id="{30D2A0F9-2302-47A9-BBBB-F2D65BB468C9}"/>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4" name="DP3 object 220">
            <a:extLst>
              <a:ext uri="{FF2B5EF4-FFF2-40B4-BE49-F238E27FC236}">
                <ns2:creationId id="{F388DB1E-1DDD-495B-9EC4-9DEBB96CEC66}"/>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5" name="DP3 object 221">
            <a:extLst>
              <a:ext uri="{FF2B5EF4-FFF2-40B4-BE49-F238E27FC236}">
                <ns2:creationId id="{EE91A421-55E7-4816-9D32-EADD983B3014}"/>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6" name="Speech Reference&#10;Producer">
            <a:extLst>
              <a:ext uri="{FF2B5EF4-FFF2-40B4-BE49-F238E27FC236}">
                <ns2:creationId id="{72C12709-6204-4EF6-8448-5D5201967123}"/>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7" name="DP3 object 222">
            <a:extLst>
              <a:ext uri="{FF2B5EF4-FFF2-40B4-BE49-F238E27FC236}">
                <ns2:creationId id="{0C8E45D6-88DF-439C-AAEA-C24385F2DE8D}"/>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8" name="Screen Target&#10;Producer">
            <a:extLst>
              <a:ext uri="{FF2B5EF4-FFF2-40B4-BE49-F238E27FC236}">
                <ns2:creationId id="{E800874C-71BF-4CB8-B234-931FE0C86A75}"/>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9" name="DP3 object 223">
            <a:extLst>
              <a:ext uri="{FF2B5EF4-FFF2-40B4-BE49-F238E27FC236}">
                <ns2:creationId id="{5EEFAA1A-66B4-42C8-9EF3-63E544414820}"/>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80" name="Editable path 224">
            <a:extLst>
              <a:ext uri="{FF2B5EF4-FFF2-40B4-BE49-F238E27FC236}">
                <ns2:creationId id="{966FA904-CBCC-4CE0-96FF-7AD0184F7C3A}"/>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81" name="Editable arrowhead 225">
            <a:extLst>
              <a:ext uri="{FF2B5EF4-FFF2-40B4-BE49-F238E27FC236}">
                <ns2:creationId id="{8C5E556B-FAD7-49C3-A010-B876E5017885}"/>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226">
            <a:extLst>
              <a:ext uri="{FF2B5EF4-FFF2-40B4-BE49-F238E27FC236}">
                <ns2:creationId id="{ACB5664D-5140-4D47-BD44-118792E24606}"/>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83" name="Editable arrowhead 227">
            <a:extLst>
              <a:ext uri="{FF2B5EF4-FFF2-40B4-BE49-F238E27FC236}">
                <ns2:creationId id="{D5CF93A6-5E30-439E-99AC-5D955B2DDDAF}"/>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Editable path 228">
            <a:extLst>
              <a:ext uri="{FF2B5EF4-FFF2-40B4-BE49-F238E27FC236}">
                <ns2:creationId id="{31DBF94A-C113-45C8-9280-280437AFC86F}"/>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5" name="Editable arrowhead 229">
            <a:extLst>
              <a:ext uri="{FF2B5EF4-FFF2-40B4-BE49-F238E27FC236}">
                <ns2:creationId id="{158D98DA-235B-48B6-B73E-B759EA845E01}"/>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6" name="Editable path 230">
            <a:extLst>
              <a:ext uri="{FF2B5EF4-FFF2-40B4-BE49-F238E27FC236}">
                <ns2:creationId id="{C46EDD89-7FA8-4B7E-A32F-D72F545276F8}"/>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7" name="Editable arrowhead 231">
            <a:extLst>
              <a:ext uri="{FF2B5EF4-FFF2-40B4-BE49-F238E27FC236}">
                <ns2:creationId id="{247120BF-FF83-4E98-BBBA-3C62C37206CD}"/>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8" name="Speech Candidate&#10;Revisions">
            <a:extLst>
              <a:ext uri="{FF2B5EF4-FFF2-40B4-BE49-F238E27FC236}">
                <ns2:creationId id="{059FC563-A20A-4ADB-8A29-AB0A1632C007}"/>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9" name="DP3 object 232">
            <a:extLst>
              <a:ext uri="{FF2B5EF4-FFF2-40B4-BE49-F238E27FC236}">
                <ns2:creationId id="{C7E9BFE4-DCBD-4D38-9F6F-C655D91258B7}"/>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90" name="Screen Candidate Revisions&#10;범위·관계·coverage">
            <a:extLst>
              <a:ext uri="{FF2B5EF4-FFF2-40B4-BE49-F238E27FC236}">
                <ns2:creationId id="{FD64CBA2-3C27-47BD-AF0D-75A5A7853B61}"/>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91" name="DP3 object 233">
            <a:extLst>
              <a:ext uri="{FF2B5EF4-FFF2-40B4-BE49-F238E27FC236}">
                <ns2:creationId id="{EED9A330-1C99-4972-B198-146281479033}"/>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92" name="Editable path 234">
            <a:extLst>
              <a:ext uri="{FF2B5EF4-FFF2-40B4-BE49-F238E27FC236}">
                <ns2:creationId id="{17D8757E-B11F-4D74-BE17-75AF4B4B6086}"/>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93" name="Editable arrowhead 235">
            <a:extLst>
              <a:ext uri="{FF2B5EF4-FFF2-40B4-BE49-F238E27FC236}">
                <ns2:creationId id="{4622E281-3B95-484F-9602-C2F43B0F1BA2}"/>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4" name="Editable path 236">
            <a:extLst>
              <a:ext uri="{FF2B5EF4-FFF2-40B4-BE49-F238E27FC236}">
                <ns2:creationId id="{A8A76684-4FBD-4851-963C-8C0A82051B99}"/>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5" name="Editable arrowhead 237">
            <a:extLst>
              <a:ext uri="{FF2B5EF4-FFF2-40B4-BE49-F238E27FC236}">
                <ns2:creationId id="{2245076D-B0B4-480A-A2B2-C980391A36B3}"/>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Multimodal Binding Resolver">
            <a:extLst>
              <a:ext uri="{FF2B5EF4-FFF2-40B4-BE49-F238E27FC236}">
                <ns2:creationId id="{C66FEBD0-7723-460B-B43D-210EDEDC6FEC}"/>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7" name="DP3 object 238">
            <a:extLst>
              <a:ext uri="{FF2B5EF4-FFF2-40B4-BE49-F238E27FC236}">
                <ns2:creationId id="{556789CF-4710-465B-A268-F60240F95614}"/>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8" name="Editable path 239">
            <a:extLst>
              <a:ext uri="{FF2B5EF4-FFF2-40B4-BE49-F238E27FC236}">
                <ns2:creationId id="{3F498E22-4E04-4587-BEA1-424A12D91059}"/>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9" name="Editable arrowhead 240">
            <a:extLst>
              <a:ext uri="{FF2B5EF4-FFF2-40B4-BE49-F238E27FC236}">
                <ns2:creationId id="{388A8390-A76E-4C07-BF0B-DC0A4C1614BD}"/>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0" name="Editable path 241">
            <a:extLst>
              <a:ext uri="{FF2B5EF4-FFF2-40B4-BE49-F238E27FC236}">
                <ns2:creationId id="{A3947920-752E-4EA8-9A28-E32128E1EC67}"/>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101" name="Editable arrowhead 242">
            <a:extLst>
              <a:ext uri="{FF2B5EF4-FFF2-40B4-BE49-F238E27FC236}">
                <ns2:creationId id="{576C569C-BB12-40C6-9817-DF6811669C68}"/>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검증 후 Binding Revision State / 후보 read-set">
            <a:extLst>
              <a:ext uri="{FF2B5EF4-FFF2-40B4-BE49-F238E27FC236}">
                <ns2:creationId id="{3A7383D9-140A-4E0E-9D2E-8DFF78BE005A}"/>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103" name="DP3 object 243">
            <a:extLst>
              <a:ext uri="{FF2B5EF4-FFF2-40B4-BE49-F238E27FC236}">
                <ns2:creationId id="{CF5F7F57-E921-4B84-87DD-C0AF3617D754}"/>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4" name="Editable path 244">
            <a:extLst>
              <a:ext uri="{FF2B5EF4-FFF2-40B4-BE49-F238E27FC236}">
                <ns2:creationId id="{C1632ABB-8A4A-455F-BED8-7605AC7F5834}"/>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5" name="Editable arrowhead 245">
            <a:extLst>
              <a:ext uri="{FF2B5EF4-FFF2-40B4-BE49-F238E27FC236}">
                <ns2:creationId id="{51BD4C3E-7BAF-45D9-99AE-3DA9D4D70254}"/>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6" name="Editable path 246">
            <a:extLst>
              <a:ext uri="{FF2B5EF4-FFF2-40B4-BE49-F238E27FC236}">
                <ns2:creationId id="{675F92EA-B126-441D-AE60-93F8A40A767D}"/>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7" name="Editable arrowhead 247">
            <a:extLst>
              <a:ext uri="{FF2B5EF4-FFF2-40B4-BE49-F238E27FC236}">
                <ns2:creationId id="{4643E5C6-E58F-41F8-B9B2-61F28B6BC7F5}"/>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8" name="DP3 object 248">
            <a:extLst>
              <a:ext uri="{FF2B5EF4-FFF2-40B4-BE49-F238E27FC236}">
                <ns2:creationId id="{EE13E811-D28B-4446-8FAB-A2B76AA7B06E}"/>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9" name="DP3 object 249">
            <a:extLst>
              <a:ext uri="{FF2B5EF4-FFF2-40B4-BE49-F238E27FC236}">
                <ns2:creationId id="{6A7B8320-E40B-464A-B89A-81D8A98F6BDD}"/>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10" name="DP3 object 250">
            <a:extLst>
              <a:ext uri="{FF2B5EF4-FFF2-40B4-BE49-F238E27FC236}">
                <ns2:creationId id="{23FC0481-0A60-4D06-A374-E894AF6C80EC}"/>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11" name="DP3 object 251">
            <a:extLst>
              <a:ext uri="{FF2B5EF4-FFF2-40B4-BE49-F238E27FC236}">
                <ns2:creationId id="{C8F76E4F-1576-4747-BA71-DC0E34A08936}"/>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2" name="DP3 object 252">
            <a:extLst>
              <a:ext uri="{FF2B5EF4-FFF2-40B4-BE49-F238E27FC236}">
                <ns2:creationId id="{63F9BCAD-B23F-4398-A7FE-ECF460A2FEB8}"/>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253">
            <a:extLst>
              <a:ext uri="{FF2B5EF4-FFF2-40B4-BE49-F238E27FC236}">
                <ns2:creationId id="{CD96142E-8305-45B7-8A0C-5470CEFA740A}"/>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254">
            <a:extLst>
              <a:ext uri="{FF2B5EF4-FFF2-40B4-BE49-F238E27FC236}">
                <ns2:creationId id="{2FD3E77E-AF15-4EA0-9651-D4F78560B3BA}"/>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82038670-1D58-49DA-A408-B2CDF747F330}"/>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255">
            <a:extLst>
              <a:ext uri="{FF2B5EF4-FFF2-40B4-BE49-F238E27FC236}">
                <ns2:creationId id="{CA4895D0-4D24-457B-BB6D-1025BF566F34}"/>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256">
            <a:extLst>
              <a:ext uri="{FF2B5EF4-FFF2-40B4-BE49-F238E27FC236}">
                <ns2:creationId id="{9BA2436D-FD71-4449-B0EA-1B70079CD8A1}"/>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257">
            <a:extLst>
              <a:ext uri="{FF2B5EF4-FFF2-40B4-BE49-F238E27FC236}">
                <ns2:creationId id="{6E6B9ABD-3994-4183-9969-333C2DA25D5E}"/>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Selected A column">
            <a:extLst>
              <a:ext uri="{FF2B5EF4-FFF2-40B4-BE49-F238E27FC236}">
                <ns2:creationId id="{435F8421-8C30-4F11-A244-0C86F15D6C59}"/>
              </a:ext>
            </a:extLst>
          </p:cNvPr>
          <p:cNvSpPr>
            <a:spLocks noGrp="1"/>
          </p:cNvSpPr>
          <p:nvPr/>
        </p:nvSpPr>
        <p:spPr>
          <a:xfrm>
            <a:off x="1866900" y="1657350"/>
            <a:ext cx="8096250" cy="8134350"/>
          </a:xfrm>
          <a:prstGeom prst="rect">
            <a:avLst/>
          </a:prstGeom>
          <a:noFill/>
          <a:ln w="40005">
            <a:solidFill>
              <a:srgbClr val="4676CB"/>
            </a:solidFill>
            <a:prstDash val="solid"/>
          </a:ln>
        </p:spPr>
      </p:sp>
      <p:sp>
        <p:nvSpPr>
          <p:cNvPr id="120" name="DP3 object 258">
            <a:extLst>
              <a:ext uri="{FF2B5EF4-FFF2-40B4-BE49-F238E27FC236}">
                <ns2:creationId id="{C0B21B80-395F-421F-9E9B-AFD9C523F995}"/>
              </a:ext>
            </a:extLst>
          </p:cNvPr>
          <p:cNvSpPr>
            <a:spLocks noGrp="1"/>
          </p:cNvSpPr>
          <p:nvPr/>
        </p:nvSpPr>
        <p:spPr>
          <a:xfrm>
            <a:off x="1943100" y="140970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1" name="DP3 object 259">
            <a:extLst>
              <a:ext uri="{FF2B5EF4-FFF2-40B4-BE49-F238E27FC236}">
                <ns2:creationId id="{2DA93307-D4F8-4C31-96E1-19ED5E2BBD93}"/>
              </a:ext>
            </a:extLst>
          </p:cNvPr>
          <p:cNvSpPr>
            <a:spLocks noGrp="1"/>
          </p:cNvSpPr>
          <p:nvPr/>
        </p:nvSpPr>
        <p:spPr>
          <a:xfrm>
            <a:off x="266700" y="9858375"/>
            <a:ext cx="17240250" cy="200025"/>
          </a:xfrm>
          <a:prstGeom prst="rect">
            <a:avLst/>
          </a:prstGeom>
          <a:noFill/>
          <a:ln w="0">
            <a:noFill/>
            <a:prstDash val="solid"/>
          </a:ln>
        </p:spPr>
        <p:txBody>
          <a:bodyPr wrap="none" lIns="0" tIns="0" rIns="0" bIns="0" anchor="ctr">
            <a:noAutofit/>
          </a:bodyPr>
          <a:lstStyle>
            <a:defPPr algn="l">
              <a:defRPr sz="1300" b="0" lang="ko-KR">
                <a:solidFill>
                  <a:srgbClr val="4676CB"/>
                </a:solidFill>
                <a:latin typeface="Calibri"/>
                <a:ea typeface="Calibri"/>
                <a:cs typeface="Calibri"/>
              </a:defRPr>
            </a:defPPr>
            <a:lvl1pPr algn="l">
              <a:defRPr sz="1300" b="0" lang="ko-KR">
                <a:solidFill>
                  <a:srgbClr val="4676CB"/>
                </a:solidFill>
                <a:latin typeface="Calibri"/>
                <a:ea typeface="Calibri"/>
                <a:cs typeface="Calibri"/>
              </a:defRPr>
            </a:lvl1pPr>
            <a:lvl2pPr algn="l">
              <a:defRPr sz="1300" b="0" lang="ko-KR">
                <a:solidFill>
                  <a:srgbClr val="4676CB"/>
                </a:solidFill>
                <a:latin typeface="Calibri"/>
                <a:ea typeface="Calibri"/>
                <a:cs typeface="Calibri"/>
              </a:defRPr>
            </a:lvl2pPr>
            <a:lvl3pPr algn="l">
              <a:defRPr sz="1300" b="0" lang="ko-KR">
                <a:solidFill>
                  <a:srgbClr val="4676CB"/>
                </a:solidFill>
                <a:latin typeface="Calibri"/>
                <a:ea typeface="Calibri"/>
                <a:cs typeface="Calibri"/>
              </a:defRPr>
            </a:lvl3pPr>
            <a:lvl4pPr algn="l">
              <a:defRPr sz="1300" b="0" lang="ko-KR">
                <a:solidFill>
                  <a:srgbClr val="4676CB"/>
                </a:solidFill>
                <a:latin typeface="Calibri"/>
                <a:ea typeface="Calibri"/>
                <a:cs typeface="Calibri"/>
              </a:defRPr>
            </a:lvl4pPr>
            <a:lvl5pPr algn="l">
              <a:defRPr sz="1300" b="0" lang="ko-KR">
                <a:solidFill>
                  <a:srgbClr val="4676CB"/>
                </a:solidFill>
                <a:latin typeface="Calibri"/>
                <a:ea typeface="Calibri"/>
                <a:cs typeface="Calibri"/>
              </a:defRPr>
            </a:lvl5pPr>
            <a:lvl6pPr algn="l">
              <a:defRPr sz="1300" b="0" lang="ko-KR">
                <a:solidFill>
                  <a:srgbClr val="4676CB"/>
                </a:solidFill>
                <a:latin typeface="Calibri"/>
                <a:ea typeface="Calibri"/>
                <a:cs typeface="Calibri"/>
              </a:defRPr>
            </a:lvl6pPr>
            <a:lvl7pPr algn="l">
              <a:defRPr sz="1300" b="0" lang="ko-KR">
                <a:solidFill>
                  <a:srgbClr val="4676CB"/>
                </a:solidFill>
                <a:latin typeface="Calibri"/>
                <a:ea typeface="Calibri"/>
                <a:cs typeface="Calibri"/>
              </a:defRPr>
            </a:lvl7pPr>
            <a:lvl8pPr algn="l">
              <a:defRPr sz="1300" b="0" lang="ko-KR">
                <a:solidFill>
                  <a:srgbClr val="4676CB"/>
                </a:solidFill>
                <a:latin typeface="Calibri"/>
                <a:ea typeface="Calibri"/>
                <a:cs typeface="Calibri"/>
              </a:defRPr>
            </a:lvl8pPr>
            <a:lvl9pPr algn="l">
              <a:defRPr sz="1300" b="0" lang="ko-KR">
                <a:solidFill>
                  <a:srgbClr val="4676CB"/>
                </a:solidFill>
                <a:latin typeface="Calibri"/>
                <a:ea typeface="Calibri"/>
                <a:cs typeface="Calibri"/>
              </a:defRPr>
            </a:lvl9pPr>
          </a:lstStyle>
          <a:p>
            <a:pPr algn="l">
              <a:defRPr sz="1300" b="0" lang="ko-KR">
                <a:solidFill>
                  <a:srgbClr val="4676CB"/>
                </a:solidFill>
                <a:latin typeface="Calibri"/>
                <a:ea typeface="Calibri"/>
                <a:cs typeface="Calibri"/>
              </a:defRPr>
            </a:pPr>
            <a:r>
              <a:rPr sz="1300" b="0" lang="ko-KR">
                <a:solidFill>
                  <a:srgbClr val="4676CB"/>
                </a:solidFill>
                <a:latin typeface="Calibri"/>
                <a:ea typeface="Calibri"/>
                <a:cs typeface="Calibri"/>
              </a:rPr>
              <a:t>선택 A의 이번 QA 열세는 확인되지 않음. 파란 복구 경로와 전후 수치는 별도 pixel 실험이며, 정규화 A와의 조합은 미실행.</a:t>
            </a:r>
            <a:endParaRPr lang="ko-KR">
              <a:latin typeface="Calibri"/>
              <a:ea typeface="Calibri"/>
              <a:cs typeface="Calibri"/>
            </a:endParaRPr>
          </a:p>
        </p:txBody>
      </p:sp>
      <p:sp>
        <p:nvSpPr>
          <p:cNvPr id="122" name="DP3 object 260">
            <a:extLst>
              <a:ext uri="{FF2B5EF4-FFF2-40B4-BE49-F238E27FC236}">
                <ns2:creationId id="{5AE7D174-E06A-43E8-A3BE-C3D38ED0B41D}"/>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140738182"/>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DP3 object 261">
            <a:extLst>
              <a:ext uri="{FF2B5EF4-FFF2-40B4-BE49-F238E27FC236}">
                <ns2:creationId id="{86846751-709B-43FA-84ED-635B1E2FBF19}"/>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(보완 효과 상세)</a:t>
            </a:r>
            <a:endParaRPr lang="ko-KR">
              <a:latin typeface="Calibri"/>
              <a:ea typeface="Calibri"/>
              <a:cs typeface="Calibri"/>
            </a:endParaRPr>
          </a:p>
        </p:txBody>
      </p:sp>
      <p:sp>
        <p:nvSpPr>
          <p:cNvPr id="2" name="DP3 object 262">
            <a:extLst>
              <a:ext uri="{FF2B5EF4-FFF2-40B4-BE49-F238E27FC236}">
                <ns2:creationId id="{F04FC54B-04D6-45B1-875E-2583103AAC7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63">
            <a:extLst>
              <a:ext uri="{FF2B5EF4-FFF2-40B4-BE49-F238E27FC236}">
                <ns2:creationId id="{F3F280BD-EEE1-4A36-B27E-657C61F2F4EC}"/>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64">
            <a:extLst>
              <a:ext uri="{FF2B5EF4-FFF2-40B4-BE49-F238E27FC236}">
                <ns2:creationId id="{F6643A20-0EFF-4E88-8EED-6428174E13C5}"/>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65">
            <a:extLst>
              <a:ext uri="{FF2B5EF4-FFF2-40B4-BE49-F238E27FC236}">
                <ns2:creationId id="{3A1BA050-F700-471D-AFEC-1D55818E29F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66">
            <a:extLst>
              <a:ext uri="{FF2B5EF4-FFF2-40B4-BE49-F238E27FC236}">
                <ns2:creationId id="{A5326C6F-77F3-488A-8125-39D42CBCFE45}"/>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67">
            <a:extLst>
              <a:ext uri="{FF2B5EF4-FFF2-40B4-BE49-F238E27FC236}">
                <ns2:creationId id="{37EBEDF8-D1E2-46DD-A20E-F977E4597AEC}"/>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68">
            <a:extLst>
              <a:ext uri="{FF2B5EF4-FFF2-40B4-BE49-F238E27FC236}">
                <ns2:creationId id="{41825897-53FB-4273-9C08-3C9A4ED2CB8F}"/>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69">
            <a:extLst>
              <a:ext uri="{FF2B5EF4-FFF2-40B4-BE49-F238E27FC236}">
                <ns2:creationId id="{23B3D577-07B4-4424-A86C-FB9415D58849}"/>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70">
            <a:extLst>
              <a:ext uri="{FF2B5EF4-FFF2-40B4-BE49-F238E27FC236}">
                <ns2:creationId id="{38CC5292-415B-4930-B3F9-C1BE4B1FC9E3}"/>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71">
            <a:extLst>
              <a:ext uri="{FF2B5EF4-FFF2-40B4-BE49-F238E27FC236}">
                <ns2:creationId id="{6079FB1E-BF45-4CB2-A19F-07A7E27B1F22}"/>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72">
            <a:extLst>
              <a:ext uri="{FF2B5EF4-FFF2-40B4-BE49-F238E27FC236}">
                <ns2:creationId id="{54387363-7E9B-4135-A35C-718FFE924927}"/>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273">
            <a:extLst>
              <a:ext uri="{FF2B5EF4-FFF2-40B4-BE49-F238E27FC236}">
                <ns2:creationId id="{774CC18E-79DE-48A9-9C66-7A4FFEEA4C8B}"/>
              </a:ext>
            </a:extLst>
          </p:cNvPr>
          <p:cNvSpPr>
            <a:spLocks noGrp="1"/>
          </p:cNvSpPr>
          <p:nvPr/>
        </p:nvSpPr>
        <p:spPr>
          <a:xfrm>
            <a:off x="17478375" y="9991725"/>
            <a:ext cx="361950" cy="190500"/>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4</a:t>
            </a:r>
            <a:endParaRPr lang="ko-KR">
              <a:latin typeface="Calibri"/>
              <a:ea typeface="Calibri"/>
              <a:cs typeface="Calibri"/>
            </a:endParaRPr>
          </a:p>
        </p:txBody>
      </p:sp>
      <p:sp>
        <p:nvSpPr>
          <p:cNvPr id="14" name="DP3 object 274">
            <a:extLst>
              <a:ext uri="{FF2B5EF4-FFF2-40B4-BE49-F238E27FC236}">
                <ns2:creationId id="{44C4A715-C7FC-41AB-813A-3D3FD5537C4D}"/>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75">
            <a:extLst>
              <a:ext uri="{FF2B5EF4-FFF2-40B4-BE49-F238E27FC236}">
                <ns2:creationId id="{9CB6B9C0-C9E6-4BD7-88DC-A771597032E6}"/>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 선택은 정규화 기본 A. 아래는 별도 pixel 실험의 A와 A2+A5 전후 비교다.</a:t>
            </a:r>
            <a:endParaRPr lang="ko-KR">
              <a:latin typeface="Calibri"/>
              <a:ea typeface="Calibri"/>
              <a:cs typeface="Calibri"/>
            </a:endParaRPr>
          </a:p>
        </p:txBody>
      </p:sp>
      <p:sp>
        <p:nvSpPr>
          <p:cNvPr id="16" name="DP3 object 276">
            <a:extLst>
              <a:ext uri="{FF2B5EF4-FFF2-40B4-BE49-F238E27FC236}">
                <ns2:creationId id="{CCADC8BD-3E21-4773-B93A-B1E340289150}"/>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77">
            <a:extLst>
              <a:ext uri="{FF2B5EF4-FFF2-40B4-BE49-F238E27FC236}">
                <ns2:creationId id="{C27EECA7-1C18-4366-9C5C-3373B8760F6B}"/>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78">
            <a:extLst>
              <a:ext uri="{FF2B5EF4-FFF2-40B4-BE49-F238E27FC236}">
                <ns2:creationId id="{8B31E952-68DC-4425-8034-6C33CF8372C4}"/>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9E26A17F-4D28-452A-8C75-88059DCD41E4}"/>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79">
            <a:extLst>
              <a:ext uri="{FF2B5EF4-FFF2-40B4-BE49-F238E27FC236}">
                <ns2:creationId id="{8B36A7A3-931D-4A12-B38F-2914BC0DD47B}"/>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80">
            <a:extLst>
              <a:ext uri="{FF2B5EF4-FFF2-40B4-BE49-F238E27FC236}">
                <ns2:creationId id="{5017187A-82B5-4596-8086-339205E88C9C}"/>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81">
            <a:extLst>
              <a:ext uri="{FF2B5EF4-FFF2-40B4-BE49-F238E27FC236}">
                <ns2:creationId id="{F4C2D522-A2CC-4D55-99A8-1538B81B9522}"/>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082A4284-701A-4BA4-80DA-27FCC338B223}"/>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82">
            <a:extLst>
              <a:ext uri="{FF2B5EF4-FFF2-40B4-BE49-F238E27FC236}">
                <ns2:creationId id="{6FF4D367-43CF-4A86-8554-D2BEF2394D82}"/>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83">
            <a:extLst>
              <a:ext uri="{FF2B5EF4-FFF2-40B4-BE49-F238E27FC236}">
                <ns2:creationId id="{34E18434-DADB-4C73-8CE7-50296E0C075B}"/>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84">
            <a:extLst>
              <a:ext uri="{FF2B5EF4-FFF2-40B4-BE49-F238E27FC236}">
                <ns2:creationId id="{041C8B28-15D9-443E-B172-0BD0DB7A26C4}"/>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85">
            <a:extLst>
              <a:ext uri="{FF2B5EF4-FFF2-40B4-BE49-F238E27FC236}">
                <ns2:creationId id="{D32648DA-4C86-4F50-AB09-92D750BE83A5}"/>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7FA838F8-6146-459A-B5C3-2071638E2597}"/>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86">
            <a:extLst>
              <a:ext uri="{FF2B5EF4-FFF2-40B4-BE49-F238E27FC236}">
                <ns2:creationId id="{BD27CB7C-0DFD-4AD4-8DB9-020A7E8C1470}"/>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87">
            <a:extLst>
              <a:ext uri="{FF2B5EF4-FFF2-40B4-BE49-F238E27FC236}">
                <ns2:creationId id="{94F77F2E-8FBE-4888-95D3-1127F06CE6A6}"/>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88">
            <a:extLst>
              <a:ext uri="{FF2B5EF4-FFF2-40B4-BE49-F238E27FC236}">
                <ns2:creationId id="{3F293B2F-4CD2-4BC8-B717-7BD1BB338498}"/>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1E304C80-0A40-4F0D-9125-0473ABEB7414}"/>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89">
            <a:extLst>
              <a:ext uri="{FF2B5EF4-FFF2-40B4-BE49-F238E27FC236}">
                <ns2:creationId id="{CC91453C-53BF-4377-9C97-B7A44A79F9D6}"/>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90">
            <a:extLst>
              <a:ext uri="{FF2B5EF4-FFF2-40B4-BE49-F238E27FC236}">
                <ns2:creationId id="{AB79408D-2DF8-4DBF-BC4F-CA870E3589BF}"/>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91">
            <a:extLst>
              <a:ext uri="{FF2B5EF4-FFF2-40B4-BE49-F238E27FC236}">
                <ns2:creationId id="{0990C310-2D7B-4669-84B5-FEF935D754F8}"/>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212527C9-2B2B-44CB-9BFE-51A41B2EB50D}"/>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92">
            <a:extLst>
              <a:ext uri="{FF2B5EF4-FFF2-40B4-BE49-F238E27FC236}">
                <ns2:creationId id="{029F43C2-ED2C-4FBA-899A-4D75E507592C}"/>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93">
            <a:extLst>
              <a:ext uri="{FF2B5EF4-FFF2-40B4-BE49-F238E27FC236}">
                <ns2:creationId id="{2F6CF06A-2339-415F-BBF0-AA671077A179}"/>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94">
            <a:extLst>
              <a:ext uri="{FF2B5EF4-FFF2-40B4-BE49-F238E27FC236}">
                <ns2:creationId id="{8174C148-FAC1-4EE7-A59C-F2C069E34699}"/>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19/24 (79.2%) → 24/24 (100%)</a:t>
            </a:r>
            <a:endParaRPr lang="ko-KR">
              <a:latin typeface="Calibri"/>
              <a:ea typeface="Calibri"/>
              <a:cs typeface="Calibri"/>
            </a:endParaRPr>
          </a:p>
        </p:txBody>
      </p:sp>
      <p:graphicFrame>
        <p:nvGraphicFramePr>
          <p:cNvPr id="40" name="">
            <a:extLst>
              <a:ext uri="{FF2B5EF4-FFF2-40B4-BE49-F238E27FC236}">
                <ns2:creationId id="{BB590D9A-853B-48B0-816B-5938698C418F}"/>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최고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95">
            <a:extLst>
              <a:ext uri="{FF2B5EF4-FFF2-40B4-BE49-F238E27FC236}">
                <ns2:creationId id="{92DFB9ED-5A08-49FA-840C-4A4F13DBA97A}"/>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96">
            <a:extLst>
              <a:ext uri="{FF2B5EF4-FFF2-40B4-BE49-F238E27FC236}">
                <ns2:creationId id="{CA00E83B-99EF-4140-8474-9D3EF05B34B9}"/>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97">
            <a:extLst>
              <a:ext uri="{FF2B5EF4-FFF2-40B4-BE49-F238E27FC236}">
                <ns2:creationId id="{8B841C35-87F2-4A87-B3DE-8205A4C7CD3E}"/>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98">
            <a:extLst>
              <a:ext uri="{FF2B5EF4-FFF2-40B4-BE49-F238E27FC236}">
                <ns2:creationId id="{D170303C-6D71-4A80-B46A-E5D2121B15EB}"/>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99">
            <a:extLst>
              <a:ext uri="{FF2B5EF4-FFF2-40B4-BE49-F238E27FC236}">
                <ns2:creationId id="{608157F6-2EAB-4E11-9502-4D84FB28E343}"/>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300">
            <a:extLst>
              <a:ext uri="{FF2B5EF4-FFF2-40B4-BE49-F238E27FC236}">
                <ns2:creationId id="{B8280A8B-2944-421D-842C-A63841DAD8C1}"/>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17040482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0</ns0:Slides>
  <ns0:Notes>0</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2026-10-19T08:13:20.9780000Z</ns2:created>
  <ns2:modified xsi:type="dcterms:W3CDTF">2026-10-19T08:13:20.9780000Z</ns2:modified>
  <dc:language>ko-KR</dc:language>
</ns0:coreProperties>
</file>